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16777195" r:id="rId2"/>
    <p:sldId id="256" r:id="rId3"/>
    <p:sldId id="2147483600" r:id="rId4"/>
    <p:sldId id="2147483598" r:id="rId5"/>
    <p:sldId id="2147483606" r:id="rId6"/>
    <p:sldId id="16764835" r:id="rId7"/>
    <p:sldId id="2147483489" r:id="rId8"/>
    <p:sldId id="16777196" r:id="rId9"/>
    <p:sldId id="2147483491" r:id="rId10"/>
    <p:sldId id="271" r:id="rId11"/>
    <p:sldId id="2147483597" r:id="rId12"/>
    <p:sldId id="2147483492" r:id="rId13"/>
    <p:sldId id="2147483605" r:id="rId14"/>
    <p:sldId id="2147483607"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6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7AFF"/>
    <a:srgbClr val="FFC000"/>
    <a:srgbClr val="0073B0"/>
    <a:srgbClr val="3280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11" autoAdjust="0"/>
    <p:restoredTop sz="93073" autoAdjust="0"/>
  </p:normalViewPr>
  <p:slideViewPr>
    <p:cSldViewPr snapToGrid="0">
      <p:cViewPr varScale="1">
        <p:scale>
          <a:sx n="72" d="100"/>
          <a:sy n="72" d="100"/>
        </p:scale>
        <p:origin x="488" y="44"/>
      </p:cViewPr>
      <p:guideLst>
        <p:guide orient="horz" pos="2160"/>
        <p:guide pos="3840"/>
        <p:guide orient="horz" pos="365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1258494982838553E-2"/>
          <c:y val="5.4909027342449769E-2"/>
          <c:w val="0.91962491976966687"/>
          <c:h val="0.79309233151568281"/>
        </c:manualLayout>
      </c:layout>
      <c:barChart>
        <c:barDir val="col"/>
        <c:grouping val="clustered"/>
        <c:varyColors val="0"/>
        <c:ser>
          <c:idx val="0"/>
          <c:order val="0"/>
          <c:tx>
            <c:strRef>
              <c:f>MIB规模利润!$B$4</c:f>
              <c:strCache>
                <c:ptCount val="1"/>
                <c:pt idx="0">
                  <c:v>Net Sales</c:v>
                </c:pt>
              </c:strCache>
            </c:strRef>
          </c:tx>
          <c:spPr>
            <a:solidFill>
              <a:srgbClr val="257AFF"/>
            </a:solidFill>
            <a:ln>
              <a:noFill/>
            </a:ln>
            <a:effectLst/>
          </c:spPr>
          <c:invertIfNegative val="0"/>
          <c:cat>
            <c:strRef>
              <c:f>MIB规模利润!$C$3:$L$3</c:f>
              <c:strCache>
                <c:ptCount val="10"/>
                <c:pt idx="0">
                  <c:v>2015</c:v>
                </c:pt>
                <c:pt idx="1">
                  <c:v>2016</c:v>
                </c:pt>
                <c:pt idx="2">
                  <c:v>2017</c:v>
                </c:pt>
                <c:pt idx="3">
                  <c:v>2018</c:v>
                </c:pt>
                <c:pt idx="4">
                  <c:v>2019</c:v>
                </c:pt>
                <c:pt idx="5">
                  <c:v>2020</c:v>
                </c:pt>
                <c:pt idx="6">
                  <c:v>2021</c:v>
                </c:pt>
                <c:pt idx="7">
                  <c:v>2022</c:v>
                </c:pt>
                <c:pt idx="8">
                  <c:v>2023</c:v>
                </c:pt>
                <c:pt idx="9">
                  <c:v>2024</c:v>
                </c:pt>
              </c:strCache>
            </c:strRef>
          </c:cat>
          <c:val>
            <c:numRef>
              <c:f>MIB规模利润!$C$4:$L$4</c:f>
              <c:numCache>
                <c:formatCode>#,##0_ </c:formatCode>
                <c:ptCount val="10"/>
                <c:pt idx="0">
                  <c:v>827.86195690033344</c:v>
                </c:pt>
                <c:pt idx="1">
                  <c:v>911.25987433895148</c:v>
                </c:pt>
                <c:pt idx="2">
                  <c:v>1363.3506206697252</c:v>
                </c:pt>
                <c:pt idx="3">
                  <c:v>1636.0532689823924</c:v>
                </c:pt>
                <c:pt idx="4">
                  <c:v>2037.9579208485429</c:v>
                </c:pt>
                <c:pt idx="5">
                  <c:v>2870.7795999683303</c:v>
                </c:pt>
                <c:pt idx="6">
                  <c:v>3605.6883288942072</c:v>
                </c:pt>
                <c:pt idx="7">
                  <c:v>3949.9034917937738</c:v>
                </c:pt>
                <c:pt idx="8">
                  <c:v>4399.6000772022217</c:v>
                </c:pt>
                <c:pt idx="9">
                  <c:v>5912</c:v>
                </c:pt>
              </c:numCache>
            </c:numRef>
          </c:val>
          <c:extLst>
            <c:ext xmlns:c16="http://schemas.microsoft.com/office/drawing/2014/chart" uri="{C3380CC4-5D6E-409C-BE32-E72D297353CC}">
              <c16:uniqueId val="{00000002-955A-4DC8-BD51-79A28E284D89}"/>
            </c:ext>
          </c:extLst>
        </c:ser>
        <c:dLbls>
          <c:showLegendKey val="0"/>
          <c:showVal val="0"/>
          <c:showCatName val="0"/>
          <c:showSerName val="0"/>
          <c:showPercent val="0"/>
          <c:showBubbleSize val="0"/>
        </c:dLbls>
        <c:gapWidth val="219"/>
        <c:overlap val="-27"/>
        <c:axId val="1443333680"/>
        <c:axId val="1443342832"/>
      </c:barChart>
      <c:catAx>
        <c:axId val="1443333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ea"/>
                <a:sym typeface="+mn-lt"/>
              </a:defRPr>
            </a:pPr>
            <a:endParaRPr lang="zh-CN"/>
          </a:p>
        </c:txPr>
        <c:crossAx val="1443342832"/>
        <c:crosses val="autoZero"/>
        <c:auto val="1"/>
        <c:lblAlgn val="ctr"/>
        <c:lblOffset val="100"/>
        <c:noMultiLvlLbl val="0"/>
      </c:catAx>
      <c:valAx>
        <c:axId val="1443342832"/>
        <c:scaling>
          <c:orientation val="minMax"/>
          <c:max val="6000"/>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crossAx val="1443333680"/>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A40E1B-5F8F-4DB6-9C56-9EA4ED6C5718}" type="doc">
      <dgm:prSet loTypeId="urn:microsoft.com/office/officeart/2005/8/layout/pyramid1" loCatId="pyramid" qsTypeId="urn:microsoft.com/office/officeart/2005/8/quickstyle/simple1" qsCatId="simple" csTypeId="urn:microsoft.com/office/officeart/2005/8/colors/accent3_2" csCatId="accent3" phldr="1"/>
      <dgm:spPr/>
    </dgm:pt>
    <dgm:pt modelId="{CE2C7C51-8050-43AC-904F-18D1D2C3D0D2}">
      <dgm:prSet phldrT="[文本]" custT="1"/>
      <dgm:spPr/>
      <dgm:t>
        <a:bodyPr/>
        <a:lstStyle/>
        <a:p>
          <a:pPr algn="ctr">
            <a:buNone/>
          </a:pPr>
          <a:endParaRPr lang="en-US" altLang="zh-CN" sz="1200" dirty="0">
            <a:latin typeface="+mn-lt"/>
            <a:ea typeface="+mn-ea"/>
            <a:cs typeface="+mn-ea"/>
            <a:sym typeface="+mn-lt"/>
          </a:endParaRPr>
        </a:p>
      </dgm:t>
    </dgm:pt>
    <dgm:pt modelId="{D447398B-01AA-4E73-B0C8-C2B0F560732F}" type="parTrans" cxnId="{092F3A80-A4A8-4995-AB4E-9A6BD411B216}">
      <dgm:prSet/>
      <dgm:spPr/>
      <dgm:t>
        <a:bodyPr/>
        <a:lstStyle/>
        <a:p>
          <a:pPr algn="ctr"/>
          <a:endParaRPr lang="zh-CN" altLang="en-US">
            <a:latin typeface="+mn-ea"/>
            <a:ea typeface="+mn-ea"/>
          </a:endParaRPr>
        </a:p>
      </dgm:t>
    </dgm:pt>
    <dgm:pt modelId="{18B00D96-0DDA-4486-8AE7-38154D4DBD3F}" type="sibTrans" cxnId="{092F3A80-A4A8-4995-AB4E-9A6BD411B216}">
      <dgm:prSet/>
      <dgm:spPr/>
      <dgm:t>
        <a:bodyPr/>
        <a:lstStyle/>
        <a:p>
          <a:pPr algn="ctr"/>
          <a:endParaRPr lang="zh-CN" altLang="en-US">
            <a:latin typeface="+mn-ea"/>
            <a:ea typeface="+mn-ea"/>
          </a:endParaRPr>
        </a:p>
      </dgm:t>
    </dgm:pt>
    <dgm:pt modelId="{DA5ECF63-8478-44E9-937B-997D9FB736C9}">
      <dgm:prSet phldrT="[文本]" custT="1"/>
      <dgm:spPr/>
      <dgm:t>
        <a:bodyPr/>
        <a:lstStyle/>
        <a:p>
          <a:pPr algn="ctr">
            <a:lnSpc>
              <a:spcPct val="100000"/>
            </a:lnSpc>
            <a:buNone/>
          </a:pPr>
          <a:endParaRPr lang="zh-CN" altLang="en-US" sz="1400" dirty="0">
            <a:latin typeface="+mn-lt"/>
            <a:ea typeface="+mn-ea"/>
            <a:cs typeface="+mn-ea"/>
            <a:sym typeface="+mn-lt"/>
          </a:endParaRPr>
        </a:p>
      </dgm:t>
    </dgm:pt>
    <dgm:pt modelId="{9424D545-5F7C-4EA6-8BC4-FEC42DE7CFCB}" type="parTrans" cxnId="{CDE73C50-1F5D-4BB0-AF07-6E7A851F3CDB}">
      <dgm:prSet/>
      <dgm:spPr/>
      <dgm:t>
        <a:bodyPr/>
        <a:lstStyle/>
        <a:p>
          <a:pPr algn="ctr"/>
          <a:endParaRPr lang="zh-CN" altLang="en-US">
            <a:latin typeface="+mn-ea"/>
            <a:ea typeface="+mn-ea"/>
          </a:endParaRPr>
        </a:p>
      </dgm:t>
    </dgm:pt>
    <dgm:pt modelId="{048BD9F6-795E-46A0-AB34-9DB92A2BB06C}" type="sibTrans" cxnId="{CDE73C50-1F5D-4BB0-AF07-6E7A851F3CDB}">
      <dgm:prSet/>
      <dgm:spPr/>
      <dgm:t>
        <a:bodyPr/>
        <a:lstStyle/>
        <a:p>
          <a:pPr algn="ctr"/>
          <a:endParaRPr lang="zh-CN" altLang="en-US">
            <a:latin typeface="+mn-ea"/>
            <a:ea typeface="+mn-ea"/>
          </a:endParaRPr>
        </a:p>
      </dgm:t>
    </dgm:pt>
    <dgm:pt modelId="{B368156A-6247-41A5-B333-93C2D46B8338}">
      <dgm:prSet phldrT="[文本]" custT="1"/>
      <dgm:spPr/>
      <dgm:t>
        <a:bodyPr/>
        <a:lstStyle/>
        <a:p>
          <a:pPr algn="ctr">
            <a:buNone/>
          </a:pPr>
          <a:endParaRPr lang="zh-CN" altLang="en-US" sz="1400" dirty="0">
            <a:solidFill>
              <a:schemeClr val="bg1"/>
            </a:solidFill>
            <a:latin typeface="+mn-lt"/>
            <a:ea typeface="+mn-ea"/>
            <a:cs typeface="+mn-ea"/>
            <a:sym typeface="+mn-lt"/>
          </a:endParaRPr>
        </a:p>
      </dgm:t>
    </dgm:pt>
    <dgm:pt modelId="{8F614908-62A7-4649-8AB1-D24E08BAAAFC}" type="parTrans" cxnId="{A9B17408-B3CE-4DA1-ACD5-837C0C5A1054}">
      <dgm:prSet/>
      <dgm:spPr/>
      <dgm:t>
        <a:bodyPr/>
        <a:lstStyle/>
        <a:p>
          <a:pPr algn="ctr"/>
          <a:endParaRPr lang="zh-CN" altLang="en-US">
            <a:latin typeface="+mn-ea"/>
            <a:ea typeface="+mn-ea"/>
          </a:endParaRPr>
        </a:p>
      </dgm:t>
    </dgm:pt>
    <dgm:pt modelId="{FCF27EDB-34D4-44BE-854E-63CF2CDD406A}" type="sibTrans" cxnId="{A9B17408-B3CE-4DA1-ACD5-837C0C5A1054}">
      <dgm:prSet/>
      <dgm:spPr/>
      <dgm:t>
        <a:bodyPr/>
        <a:lstStyle/>
        <a:p>
          <a:pPr algn="ctr"/>
          <a:endParaRPr lang="zh-CN" altLang="en-US">
            <a:latin typeface="+mn-ea"/>
            <a:ea typeface="+mn-ea"/>
          </a:endParaRPr>
        </a:p>
      </dgm:t>
    </dgm:pt>
    <dgm:pt modelId="{D795010A-3391-4164-92FE-9DBBB79F2C94}">
      <dgm:prSet phldrT="[文本]" custT="1"/>
      <dgm:spPr/>
      <dgm:t>
        <a:bodyPr/>
        <a:lstStyle/>
        <a:p>
          <a:pPr algn="ctr">
            <a:buNone/>
          </a:pPr>
          <a:endParaRPr lang="zh-CN" altLang="en-US" sz="1400" dirty="0">
            <a:solidFill>
              <a:schemeClr val="bg1"/>
            </a:solidFill>
            <a:latin typeface="+mn-lt"/>
            <a:ea typeface="+mn-ea"/>
            <a:cs typeface="+mn-ea"/>
            <a:sym typeface="+mn-lt"/>
          </a:endParaRPr>
        </a:p>
      </dgm:t>
    </dgm:pt>
    <dgm:pt modelId="{F57A118E-7504-46B0-A071-1572BF197EB5}" type="parTrans" cxnId="{2290EB4E-2240-4671-8068-14C60ED542F2}">
      <dgm:prSet/>
      <dgm:spPr/>
      <dgm:t>
        <a:bodyPr/>
        <a:lstStyle/>
        <a:p>
          <a:pPr algn="ctr"/>
          <a:endParaRPr lang="zh-CN" altLang="en-US">
            <a:latin typeface="+mn-ea"/>
            <a:ea typeface="+mn-ea"/>
          </a:endParaRPr>
        </a:p>
      </dgm:t>
    </dgm:pt>
    <dgm:pt modelId="{60905786-DDE3-42CC-820D-2E66FF12068C}" type="sibTrans" cxnId="{2290EB4E-2240-4671-8068-14C60ED542F2}">
      <dgm:prSet/>
      <dgm:spPr/>
      <dgm:t>
        <a:bodyPr/>
        <a:lstStyle/>
        <a:p>
          <a:pPr algn="ctr"/>
          <a:endParaRPr lang="zh-CN" altLang="en-US">
            <a:latin typeface="+mn-ea"/>
            <a:ea typeface="+mn-ea"/>
          </a:endParaRPr>
        </a:p>
      </dgm:t>
    </dgm:pt>
    <dgm:pt modelId="{129CC31D-F560-4696-9370-FE66EE6B1157}">
      <dgm:prSet phldrT="[文本]" custT="1"/>
      <dgm:spPr/>
      <dgm:t>
        <a:bodyPr/>
        <a:lstStyle/>
        <a:p>
          <a:pPr algn="ctr">
            <a:buNone/>
          </a:pPr>
          <a:endParaRPr lang="zh-CN" altLang="en-US" sz="1400" dirty="0">
            <a:solidFill>
              <a:schemeClr val="bg1"/>
            </a:solidFill>
            <a:latin typeface="+mn-lt"/>
            <a:ea typeface="+mn-ea"/>
            <a:cs typeface="+mn-ea"/>
            <a:sym typeface="+mn-lt"/>
          </a:endParaRPr>
        </a:p>
      </dgm:t>
    </dgm:pt>
    <dgm:pt modelId="{522CE608-1945-4C02-9D51-FEF725520891}" type="parTrans" cxnId="{B0F79BB2-0FF7-4633-9EBE-5EF87DD8C649}">
      <dgm:prSet/>
      <dgm:spPr/>
      <dgm:t>
        <a:bodyPr/>
        <a:lstStyle/>
        <a:p>
          <a:pPr algn="ctr"/>
          <a:endParaRPr lang="zh-CN" altLang="en-US">
            <a:latin typeface="+mn-ea"/>
            <a:ea typeface="+mn-ea"/>
          </a:endParaRPr>
        </a:p>
      </dgm:t>
    </dgm:pt>
    <dgm:pt modelId="{35153964-B3CD-43AA-B2D9-DB7DD07FA43E}" type="sibTrans" cxnId="{B0F79BB2-0FF7-4633-9EBE-5EF87DD8C649}">
      <dgm:prSet/>
      <dgm:spPr/>
      <dgm:t>
        <a:bodyPr/>
        <a:lstStyle/>
        <a:p>
          <a:pPr algn="ctr"/>
          <a:endParaRPr lang="zh-CN" altLang="en-US">
            <a:latin typeface="+mn-ea"/>
            <a:ea typeface="+mn-ea"/>
          </a:endParaRPr>
        </a:p>
      </dgm:t>
    </dgm:pt>
    <dgm:pt modelId="{A738F433-BCF2-4A4B-9D45-FE248A14EDDD}" type="pres">
      <dgm:prSet presAssocID="{22A40E1B-5F8F-4DB6-9C56-9EA4ED6C5718}" presName="Name0" presStyleCnt="0">
        <dgm:presLayoutVars>
          <dgm:dir/>
          <dgm:animLvl val="lvl"/>
          <dgm:resizeHandles val="exact"/>
        </dgm:presLayoutVars>
      </dgm:prSet>
      <dgm:spPr/>
    </dgm:pt>
    <dgm:pt modelId="{0A823765-0296-48CF-A575-714E4E5AD154}" type="pres">
      <dgm:prSet presAssocID="{CE2C7C51-8050-43AC-904F-18D1D2C3D0D2}" presName="Name8" presStyleCnt="0"/>
      <dgm:spPr/>
    </dgm:pt>
    <dgm:pt modelId="{ADAE63A9-6A1D-4014-A26B-527FBBE8CCC5}" type="pres">
      <dgm:prSet presAssocID="{CE2C7C51-8050-43AC-904F-18D1D2C3D0D2}" presName="level" presStyleLbl="node1" presStyleIdx="0" presStyleCnt="5">
        <dgm:presLayoutVars>
          <dgm:chMax val="1"/>
          <dgm:bulletEnabled val="1"/>
        </dgm:presLayoutVars>
      </dgm:prSet>
      <dgm:spPr/>
    </dgm:pt>
    <dgm:pt modelId="{4F642407-7F4D-4AC3-A977-ACDF7015B616}" type="pres">
      <dgm:prSet presAssocID="{CE2C7C51-8050-43AC-904F-18D1D2C3D0D2}" presName="levelTx" presStyleLbl="revTx" presStyleIdx="0" presStyleCnt="0">
        <dgm:presLayoutVars>
          <dgm:chMax val="1"/>
          <dgm:bulletEnabled val="1"/>
        </dgm:presLayoutVars>
      </dgm:prSet>
      <dgm:spPr/>
    </dgm:pt>
    <dgm:pt modelId="{560ACFA1-ADD5-449D-94A9-18B50AC7C733}" type="pres">
      <dgm:prSet presAssocID="{DA5ECF63-8478-44E9-937B-997D9FB736C9}" presName="Name8" presStyleCnt="0"/>
      <dgm:spPr/>
    </dgm:pt>
    <dgm:pt modelId="{73EF413E-36C2-41FF-A847-2587FCDD7D96}" type="pres">
      <dgm:prSet presAssocID="{DA5ECF63-8478-44E9-937B-997D9FB736C9}" presName="level" presStyleLbl="node1" presStyleIdx="1" presStyleCnt="5">
        <dgm:presLayoutVars>
          <dgm:chMax val="1"/>
          <dgm:bulletEnabled val="1"/>
        </dgm:presLayoutVars>
      </dgm:prSet>
      <dgm:spPr/>
    </dgm:pt>
    <dgm:pt modelId="{D0A4E372-563C-4098-B603-1562223192F1}" type="pres">
      <dgm:prSet presAssocID="{DA5ECF63-8478-44E9-937B-997D9FB736C9}" presName="levelTx" presStyleLbl="revTx" presStyleIdx="0" presStyleCnt="0">
        <dgm:presLayoutVars>
          <dgm:chMax val="1"/>
          <dgm:bulletEnabled val="1"/>
        </dgm:presLayoutVars>
      </dgm:prSet>
      <dgm:spPr/>
    </dgm:pt>
    <dgm:pt modelId="{81C2BD76-AEB1-4551-8EAE-50F665E57A7D}" type="pres">
      <dgm:prSet presAssocID="{B368156A-6247-41A5-B333-93C2D46B8338}" presName="Name8" presStyleCnt="0"/>
      <dgm:spPr/>
    </dgm:pt>
    <dgm:pt modelId="{BCE21352-D061-484F-A8CE-1DC8595CC2E5}" type="pres">
      <dgm:prSet presAssocID="{B368156A-6247-41A5-B333-93C2D46B8338}" presName="level" presStyleLbl="node1" presStyleIdx="2" presStyleCnt="5">
        <dgm:presLayoutVars>
          <dgm:chMax val="1"/>
          <dgm:bulletEnabled val="1"/>
        </dgm:presLayoutVars>
      </dgm:prSet>
      <dgm:spPr/>
    </dgm:pt>
    <dgm:pt modelId="{B7C93F5A-5ACB-4F96-8F61-29F03D8BB7C4}" type="pres">
      <dgm:prSet presAssocID="{B368156A-6247-41A5-B333-93C2D46B8338}" presName="levelTx" presStyleLbl="revTx" presStyleIdx="0" presStyleCnt="0">
        <dgm:presLayoutVars>
          <dgm:chMax val="1"/>
          <dgm:bulletEnabled val="1"/>
        </dgm:presLayoutVars>
      </dgm:prSet>
      <dgm:spPr/>
    </dgm:pt>
    <dgm:pt modelId="{13412115-3A97-4CB2-A576-122A0491AC95}" type="pres">
      <dgm:prSet presAssocID="{D795010A-3391-4164-92FE-9DBBB79F2C94}" presName="Name8" presStyleCnt="0"/>
      <dgm:spPr/>
    </dgm:pt>
    <dgm:pt modelId="{CD29C249-4A96-47AE-989C-A24EC4595874}" type="pres">
      <dgm:prSet presAssocID="{D795010A-3391-4164-92FE-9DBBB79F2C94}" presName="level" presStyleLbl="node1" presStyleIdx="3" presStyleCnt="5">
        <dgm:presLayoutVars>
          <dgm:chMax val="1"/>
          <dgm:bulletEnabled val="1"/>
        </dgm:presLayoutVars>
      </dgm:prSet>
      <dgm:spPr/>
    </dgm:pt>
    <dgm:pt modelId="{ED92A93C-1369-41B8-96E3-04B8321240BA}" type="pres">
      <dgm:prSet presAssocID="{D795010A-3391-4164-92FE-9DBBB79F2C94}" presName="levelTx" presStyleLbl="revTx" presStyleIdx="0" presStyleCnt="0">
        <dgm:presLayoutVars>
          <dgm:chMax val="1"/>
          <dgm:bulletEnabled val="1"/>
        </dgm:presLayoutVars>
      </dgm:prSet>
      <dgm:spPr/>
    </dgm:pt>
    <dgm:pt modelId="{149CC3A7-DD09-44BF-93CC-9E0C414D0B44}" type="pres">
      <dgm:prSet presAssocID="{129CC31D-F560-4696-9370-FE66EE6B1157}" presName="Name8" presStyleCnt="0"/>
      <dgm:spPr/>
    </dgm:pt>
    <dgm:pt modelId="{68B05A79-7637-476C-97E1-07BB6D5A08B2}" type="pres">
      <dgm:prSet presAssocID="{129CC31D-F560-4696-9370-FE66EE6B1157}" presName="level" presStyleLbl="node1" presStyleIdx="4" presStyleCnt="5">
        <dgm:presLayoutVars>
          <dgm:chMax val="1"/>
          <dgm:bulletEnabled val="1"/>
        </dgm:presLayoutVars>
      </dgm:prSet>
      <dgm:spPr/>
    </dgm:pt>
    <dgm:pt modelId="{D0EB8255-5232-41FD-BAEB-9B228C72A512}" type="pres">
      <dgm:prSet presAssocID="{129CC31D-F560-4696-9370-FE66EE6B1157}" presName="levelTx" presStyleLbl="revTx" presStyleIdx="0" presStyleCnt="0">
        <dgm:presLayoutVars>
          <dgm:chMax val="1"/>
          <dgm:bulletEnabled val="1"/>
        </dgm:presLayoutVars>
      </dgm:prSet>
      <dgm:spPr/>
    </dgm:pt>
  </dgm:ptLst>
  <dgm:cxnLst>
    <dgm:cxn modelId="{A9B17408-B3CE-4DA1-ACD5-837C0C5A1054}" srcId="{22A40E1B-5F8F-4DB6-9C56-9EA4ED6C5718}" destId="{B368156A-6247-41A5-B333-93C2D46B8338}" srcOrd="2" destOrd="0" parTransId="{8F614908-62A7-4649-8AB1-D24E08BAAAFC}" sibTransId="{FCF27EDB-34D4-44BE-854E-63CF2CDD406A}"/>
    <dgm:cxn modelId="{E7ADE41A-4960-4288-9665-51FFF81EE252}" type="presOf" srcId="{22A40E1B-5F8F-4DB6-9C56-9EA4ED6C5718}" destId="{A738F433-BCF2-4A4B-9D45-FE248A14EDDD}" srcOrd="0" destOrd="0" presId="urn:microsoft.com/office/officeart/2005/8/layout/pyramid1"/>
    <dgm:cxn modelId="{5D959D1C-EA61-4CB4-8468-6D8F4639A68E}" type="presOf" srcId="{129CC31D-F560-4696-9370-FE66EE6B1157}" destId="{D0EB8255-5232-41FD-BAEB-9B228C72A512}" srcOrd="1" destOrd="0" presId="urn:microsoft.com/office/officeart/2005/8/layout/pyramid1"/>
    <dgm:cxn modelId="{B96F7020-B2AB-4A2E-ABAE-DB9B819232E3}" type="presOf" srcId="{B368156A-6247-41A5-B333-93C2D46B8338}" destId="{BCE21352-D061-484F-A8CE-1DC8595CC2E5}" srcOrd="0" destOrd="0" presId="urn:microsoft.com/office/officeart/2005/8/layout/pyramid1"/>
    <dgm:cxn modelId="{17ADDB38-AE7F-4B1D-9B11-3A6E7422F137}" type="presOf" srcId="{B368156A-6247-41A5-B333-93C2D46B8338}" destId="{B7C93F5A-5ACB-4F96-8F61-29F03D8BB7C4}" srcOrd="1" destOrd="0" presId="urn:microsoft.com/office/officeart/2005/8/layout/pyramid1"/>
    <dgm:cxn modelId="{6645C23A-C300-4D54-96A1-15DC0CA29C90}" type="presOf" srcId="{129CC31D-F560-4696-9370-FE66EE6B1157}" destId="{68B05A79-7637-476C-97E1-07BB6D5A08B2}" srcOrd="0" destOrd="0" presId="urn:microsoft.com/office/officeart/2005/8/layout/pyramid1"/>
    <dgm:cxn modelId="{0BA65360-D629-41BC-808F-3B5F932CBF07}" type="presOf" srcId="{CE2C7C51-8050-43AC-904F-18D1D2C3D0D2}" destId="{4F642407-7F4D-4AC3-A977-ACDF7015B616}" srcOrd="1" destOrd="0" presId="urn:microsoft.com/office/officeart/2005/8/layout/pyramid1"/>
    <dgm:cxn modelId="{8E9E4F65-A95F-4965-BD98-C65D7F9F1D0A}" type="presOf" srcId="{D795010A-3391-4164-92FE-9DBBB79F2C94}" destId="{CD29C249-4A96-47AE-989C-A24EC4595874}" srcOrd="0" destOrd="0" presId="urn:microsoft.com/office/officeart/2005/8/layout/pyramid1"/>
    <dgm:cxn modelId="{2290EB4E-2240-4671-8068-14C60ED542F2}" srcId="{22A40E1B-5F8F-4DB6-9C56-9EA4ED6C5718}" destId="{D795010A-3391-4164-92FE-9DBBB79F2C94}" srcOrd="3" destOrd="0" parTransId="{F57A118E-7504-46B0-A071-1572BF197EB5}" sibTransId="{60905786-DDE3-42CC-820D-2E66FF12068C}"/>
    <dgm:cxn modelId="{CDE73C50-1F5D-4BB0-AF07-6E7A851F3CDB}" srcId="{22A40E1B-5F8F-4DB6-9C56-9EA4ED6C5718}" destId="{DA5ECF63-8478-44E9-937B-997D9FB736C9}" srcOrd="1" destOrd="0" parTransId="{9424D545-5F7C-4EA6-8BC4-FEC42DE7CFCB}" sibTransId="{048BD9F6-795E-46A0-AB34-9DB92A2BB06C}"/>
    <dgm:cxn modelId="{0DCDC855-0494-4862-9D7A-7CA9CDE5B3B2}" type="presOf" srcId="{CE2C7C51-8050-43AC-904F-18D1D2C3D0D2}" destId="{ADAE63A9-6A1D-4014-A26B-527FBBE8CCC5}" srcOrd="0" destOrd="0" presId="urn:microsoft.com/office/officeart/2005/8/layout/pyramid1"/>
    <dgm:cxn modelId="{092F3A80-A4A8-4995-AB4E-9A6BD411B216}" srcId="{22A40E1B-5F8F-4DB6-9C56-9EA4ED6C5718}" destId="{CE2C7C51-8050-43AC-904F-18D1D2C3D0D2}" srcOrd="0" destOrd="0" parTransId="{D447398B-01AA-4E73-B0C8-C2B0F560732F}" sibTransId="{18B00D96-0DDA-4486-8AE7-38154D4DBD3F}"/>
    <dgm:cxn modelId="{FC65AB9F-064C-40EE-8B3C-933FCECEB947}" type="presOf" srcId="{DA5ECF63-8478-44E9-937B-997D9FB736C9}" destId="{D0A4E372-563C-4098-B603-1562223192F1}" srcOrd="1" destOrd="0" presId="urn:microsoft.com/office/officeart/2005/8/layout/pyramid1"/>
    <dgm:cxn modelId="{B0F79BB2-0FF7-4633-9EBE-5EF87DD8C649}" srcId="{22A40E1B-5F8F-4DB6-9C56-9EA4ED6C5718}" destId="{129CC31D-F560-4696-9370-FE66EE6B1157}" srcOrd="4" destOrd="0" parTransId="{522CE608-1945-4C02-9D51-FEF725520891}" sibTransId="{35153964-B3CD-43AA-B2D9-DB7DD07FA43E}"/>
    <dgm:cxn modelId="{97C7B9B6-DB0F-4742-96AF-7C7BDE70CA0F}" type="presOf" srcId="{D795010A-3391-4164-92FE-9DBBB79F2C94}" destId="{ED92A93C-1369-41B8-96E3-04B8321240BA}" srcOrd="1" destOrd="0" presId="urn:microsoft.com/office/officeart/2005/8/layout/pyramid1"/>
    <dgm:cxn modelId="{0386F0F3-F92F-4BF0-B18C-96AA94320B40}" type="presOf" srcId="{DA5ECF63-8478-44E9-937B-997D9FB736C9}" destId="{73EF413E-36C2-41FF-A847-2587FCDD7D96}" srcOrd="0" destOrd="0" presId="urn:microsoft.com/office/officeart/2005/8/layout/pyramid1"/>
    <dgm:cxn modelId="{AB4C9CB0-A1C7-4D7B-AF49-DF62E2FAA5A1}" type="presParOf" srcId="{A738F433-BCF2-4A4B-9D45-FE248A14EDDD}" destId="{0A823765-0296-48CF-A575-714E4E5AD154}" srcOrd="0" destOrd="0" presId="urn:microsoft.com/office/officeart/2005/8/layout/pyramid1"/>
    <dgm:cxn modelId="{B065D3B9-78F5-43D4-AE4B-A3DCF3B5ADFF}" type="presParOf" srcId="{0A823765-0296-48CF-A575-714E4E5AD154}" destId="{ADAE63A9-6A1D-4014-A26B-527FBBE8CCC5}" srcOrd="0" destOrd="0" presId="urn:microsoft.com/office/officeart/2005/8/layout/pyramid1"/>
    <dgm:cxn modelId="{1DCD485D-E894-49E5-BF60-3E52D818A4EE}" type="presParOf" srcId="{0A823765-0296-48CF-A575-714E4E5AD154}" destId="{4F642407-7F4D-4AC3-A977-ACDF7015B616}" srcOrd="1" destOrd="0" presId="urn:microsoft.com/office/officeart/2005/8/layout/pyramid1"/>
    <dgm:cxn modelId="{2A3CB908-8082-4500-B3EB-014681B26A92}" type="presParOf" srcId="{A738F433-BCF2-4A4B-9D45-FE248A14EDDD}" destId="{560ACFA1-ADD5-449D-94A9-18B50AC7C733}" srcOrd="1" destOrd="0" presId="urn:microsoft.com/office/officeart/2005/8/layout/pyramid1"/>
    <dgm:cxn modelId="{00E9F903-BCE0-4517-ADCB-74CF50C50FFB}" type="presParOf" srcId="{560ACFA1-ADD5-449D-94A9-18B50AC7C733}" destId="{73EF413E-36C2-41FF-A847-2587FCDD7D96}" srcOrd="0" destOrd="0" presId="urn:microsoft.com/office/officeart/2005/8/layout/pyramid1"/>
    <dgm:cxn modelId="{3609878A-8232-4B68-81CE-89C4FAF98CE6}" type="presParOf" srcId="{560ACFA1-ADD5-449D-94A9-18B50AC7C733}" destId="{D0A4E372-563C-4098-B603-1562223192F1}" srcOrd="1" destOrd="0" presId="urn:microsoft.com/office/officeart/2005/8/layout/pyramid1"/>
    <dgm:cxn modelId="{F019DE86-DE65-4605-89CA-FF27B89FE772}" type="presParOf" srcId="{A738F433-BCF2-4A4B-9D45-FE248A14EDDD}" destId="{81C2BD76-AEB1-4551-8EAE-50F665E57A7D}" srcOrd="2" destOrd="0" presId="urn:microsoft.com/office/officeart/2005/8/layout/pyramid1"/>
    <dgm:cxn modelId="{067A1A98-B647-4FBC-88FF-549B0F7E20EA}" type="presParOf" srcId="{81C2BD76-AEB1-4551-8EAE-50F665E57A7D}" destId="{BCE21352-D061-484F-A8CE-1DC8595CC2E5}" srcOrd="0" destOrd="0" presId="urn:microsoft.com/office/officeart/2005/8/layout/pyramid1"/>
    <dgm:cxn modelId="{501C521A-8D14-42E4-A181-3C53AB3246D9}" type="presParOf" srcId="{81C2BD76-AEB1-4551-8EAE-50F665E57A7D}" destId="{B7C93F5A-5ACB-4F96-8F61-29F03D8BB7C4}" srcOrd="1" destOrd="0" presId="urn:microsoft.com/office/officeart/2005/8/layout/pyramid1"/>
    <dgm:cxn modelId="{E0072F83-831D-408C-9090-A90560D70AD6}" type="presParOf" srcId="{A738F433-BCF2-4A4B-9D45-FE248A14EDDD}" destId="{13412115-3A97-4CB2-A576-122A0491AC95}" srcOrd="3" destOrd="0" presId="urn:microsoft.com/office/officeart/2005/8/layout/pyramid1"/>
    <dgm:cxn modelId="{81BE9B02-C56F-487E-B0C1-3EF637B6CBA2}" type="presParOf" srcId="{13412115-3A97-4CB2-A576-122A0491AC95}" destId="{CD29C249-4A96-47AE-989C-A24EC4595874}" srcOrd="0" destOrd="0" presId="urn:microsoft.com/office/officeart/2005/8/layout/pyramid1"/>
    <dgm:cxn modelId="{AC80B4C1-FF2E-4DCA-9B41-0D37E23E6E99}" type="presParOf" srcId="{13412115-3A97-4CB2-A576-122A0491AC95}" destId="{ED92A93C-1369-41B8-96E3-04B8321240BA}" srcOrd="1" destOrd="0" presId="urn:microsoft.com/office/officeart/2005/8/layout/pyramid1"/>
    <dgm:cxn modelId="{6245527A-7FB0-4EBB-A670-342BD62896AB}" type="presParOf" srcId="{A738F433-BCF2-4A4B-9D45-FE248A14EDDD}" destId="{149CC3A7-DD09-44BF-93CC-9E0C414D0B44}" srcOrd="4" destOrd="0" presId="urn:microsoft.com/office/officeart/2005/8/layout/pyramid1"/>
    <dgm:cxn modelId="{033CEC5E-A994-4EEE-BE45-65A59B2AF97E}" type="presParOf" srcId="{149CC3A7-DD09-44BF-93CC-9E0C414D0B44}" destId="{68B05A79-7637-476C-97E1-07BB6D5A08B2}" srcOrd="0" destOrd="0" presId="urn:microsoft.com/office/officeart/2005/8/layout/pyramid1"/>
    <dgm:cxn modelId="{C3466C62-5C8C-4035-9942-81060E08331B}" type="presParOf" srcId="{149CC3A7-DD09-44BF-93CC-9E0C414D0B44}" destId="{D0EB8255-5232-41FD-BAEB-9B228C72A512}"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AE63A9-6A1D-4014-A26B-527FBBE8CCC5}">
      <dsp:nvSpPr>
        <dsp:cNvPr id="0" name=""/>
        <dsp:cNvSpPr/>
      </dsp:nvSpPr>
      <dsp:spPr>
        <a:xfrm>
          <a:off x="1044703" y="0"/>
          <a:ext cx="522351" cy="726016"/>
        </a:xfrm>
        <a:prstGeom prst="trapezoid">
          <a:avLst>
            <a:gd name="adj" fmla="val 5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altLang="zh-CN" sz="1200" kern="1200" dirty="0">
            <a:latin typeface="+mn-lt"/>
            <a:ea typeface="+mn-ea"/>
            <a:cs typeface="+mn-ea"/>
            <a:sym typeface="+mn-lt"/>
          </a:endParaRPr>
        </a:p>
      </dsp:txBody>
      <dsp:txXfrm>
        <a:off x="1044703" y="0"/>
        <a:ext cx="522351" cy="726016"/>
      </dsp:txXfrm>
    </dsp:sp>
    <dsp:sp modelId="{73EF413E-36C2-41FF-A847-2587FCDD7D96}">
      <dsp:nvSpPr>
        <dsp:cNvPr id="0" name=""/>
        <dsp:cNvSpPr/>
      </dsp:nvSpPr>
      <dsp:spPr>
        <a:xfrm>
          <a:off x="783527" y="726016"/>
          <a:ext cx="1044703" cy="726016"/>
        </a:xfrm>
        <a:prstGeom prst="trapezoid">
          <a:avLst>
            <a:gd name="adj" fmla="val 35974"/>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100000"/>
            </a:lnSpc>
            <a:spcBef>
              <a:spcPct val="0"/>
            </a:spcBef>
            <a:spcAft>
              <a:spcPct val="35000"/>
            </a:spcAft>
            <a:buNone/>
          </a:pPr>
          <a:endParaRPr lang="zh-CN" altLang="en-US" sz="1400" kern="1200" dirty="0">
            <a:latin typeface="+mn-lt"/>
            <a:ea typeface="+mn-ea"/>
            <a:cs typeface="+mn-ea"/>
            <a:sym typeface="+mn-lt"/>
          </a:endParaRPr>
        </a:p>
      </dsp:txBody>
      <dsp:txXfrm>
        <a:off x="966350" y="726016"/>
        <a:ext cx="679057" cy="726016"/>
      </dsp:txXfrm>
    </dsp:sp>
    <dsp:sp modelId="{BCE21352-D061-484F-A8CE-1DC8595CC2E5}">
      <dsp:nvSpPr>
        <dsp:cNvPr id="0" name=""/>
        <dsp:cNvSpPr/>
      </dsp:nvSpPr>
      <dsp:spPr>
        <a:xfrm>
          <a:off x="522351" y="1452033"/>
          <a:ext cx="1567055" cy="726016"/>
        </a:xfrm>
        <a:prstGeom prst="trapezoid">
          <a:avLst>
            <a:gd name="adj" fmla="val 35974"/>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zh-CN" altLang="en-US" sz="1400" kern="1200" dirty="0">
            <a:solidFill>
              <a:schemeClr val="bg1"/>
            </a:solidFill>
            <a:latin typeface="+mn-lt"/>
            <a:ea typeface="+mn-ea"/>
            <a:cs typeface="+mn-ea"/>
            <a:sym typeface="+mn-lt"/>
          </a:endParaRPr>
        </a:p>
      </dsp:txBody>
      <dsp:txXfrm>
        <a:off x="796586" y="1452033"/>
        <a:ext cx="1018586" cy="726016"/>
      </dsp:txXfrm>
    </dsp:sp>
    <dsp:sp modelId="{CD29C249-4A96-47AE-989C-A24EC4595874}">
      <dsp:nvSpPr>
        <dsp:cNvPr id="0" name=""/>
        <dsp:cNvSpPr/>
      </dsp:nvSpPr>
      <dsp:spPr>
        <a:xfrm>
          <a:off x="261175" y="2178049"/>
          <a:ext cx="2089407" cy="726016"/>
        </a:xfrm>
        <a:prstGeom prst="trapezoid">
          <a:avLst>
            <a:gd name="adj" fmla="val 35974"/>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zh-CN" altLang="en-US" sz="1400" kern="1200" dirty="0">
            <a:solidFill>
              <a:schemeClr val="bg1"/>
            </a:solidFill>
            <a:latin typeface="+mn-lt"/>
            <a:ea typeface="+mn-ea"/>
            <a:cs typeface="+mn-ea"/>
            <a:sym typeface="+mn-lt"/>
          </a:endParaRPr>
        </a:p>
      </dsp:txBody>
      <dsp:txXfrm>
        <a:off x="626822" y="2178049"/>
        <a:ext cx="1358114" cy="726016"/>
      </dsp:txXfrm>
    </dsp:sp>
    <dsp:sp modelId="{68B05A79-7637-476C-97E1-07BB6D5A08B2}">
      <dsp:nvSpPr>
        <dsp:cNvPr id="0" name=""/>
        <dsp:cNvSpPr/>
      </dsp:nvSpPr>
      <dsp:spPr>
        <a:xfrm>
          <a:off x="0" y="2904066"/>
          <a:ext cx="2611759" cy="726016"/>
        </a:xfrm>
        <a:prstGeom prst="trapezoid">
          <a:avLst>
            <a:gd name="adj" fmla="val 35974"/>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zh-CN" altLang="en-US" sz="1400" kern="1200" dirty="0">
            <a:solidFill>
              <a:schemeClr val="bg1"/>
            </a:solidFill>
            <a:latin typeface="+mn-lt"/>
            <a:ea typeface="+mn-ea"/>
            <a:cs typeface="+mn-ea"/>
            <a:sym typeface="+mn-lt"/>
          </a:endParaRPr>
        </a:p>
      </dsp:txBody>
      <dsp:txXfrm>
        <a:off x="457057" y="2904066"/>
        <a:ext cx="1697643" cy="726016"/>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9.emf"/></Relationships>
</file>

<file path=ppt/drawings/drawing1.xml><?xml version="1.0" encoding="utf-8"?>
<c:userShapes xmlns:c="http://schemas.openxmlformats.org/drawingml/2006/chart">
  <cdr:relSizeAnchor xmlns:cdr="http://schemas.openxmlformats.org/drawingml/2006/chartDrawing">
    <cdr:from>
      <cdr:x>0.13221</cdr:x>
      <cdr:y>0.3435</cdr:y>
    </cdr:from>
    <cdr:to>
      <cdr:x>0.13534</cdr:x>
      <cdr:y>0.36207</cdr:y>
    </cdr:to>
    <cdr:sp macro="" textlink="">
      <cdr:nvSpPr>
        <cdr:cNvPr id="3" name="等腰三角形 2">
          <a:extLst xmlns:a="http://schemas.openxmlformats.org/drawingml/2006/main">
            <a:ext uri="{FF2B5EF4-FFF2-40B4-BE49-F238E27FC236}">
              <a16:creationId xmlns:a16="http://schemas.microsoft.com/office/drawing/2014/main" id="{1E90C342-7D43-4290-8817-F4B7FB437AB3}"/>
            </a:ext>
          </a:extLst>
        </cdr:cNvPr>
        <cdr:cNvSpPr/>
      </cdr:nvSpPr>
      <cdr:spPr bwMode="gray">
        <a:xfrm xmlns:a="http://schemas.openxmlformats.org/drawingml/2006/main" rot="16200000">
          <a:off x="1520770" y="665800"/>
          <a:ext cx="36000" cy="36000"/>
        </a:xfrm>
        <a:prstGeom xmlns:a="http://schemas.openxmlformats.org/drawingml/2006/main" prst="triangle">
          <a:avLst>
            <a:gd name="adj" fmla="val 100000"/>
          </a:avLst>
        </a:prstGeom>
        <a:solidFill xmlns:a="http://schemas.openxmlformats.org/drawingml/2006/main">
          <a:schemeClr val="tx1">
            <a:lumMod val="85000"/>
            <a:lumOff val="15000"/>
          </a:schemeClr>
        </a:solidFill>
        <a:ln xmlns:a="http://schemas.openxmlformats.org/drawingml/2006/main" w="9525">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xmlns:a="http://schemas.openxmlformats.org/drawingml/2006/main"/>
        <a:p xmlns:a="http://schemas.openxmlformats.org/drawingml/2006/main">
          <a:endParaRPr lang="zh-CN"/>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D14ED4-96BB-42F9-B8B4-83A9D099C0F5}" type="datetimeFigureOut">
              <a:rPr lang="zh-CN" altLang="en-US" smtClean="0"/>
              <a:t>2025/6/11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E94435-889A-40F5-987E-FC7E24B33F0D}" type="slidenum">
              <a:rPr lang="zh-CN" altLang="en-US" smtClean="0"/>
              <a:t>‹#›</a:t>
            </a:fld>
            <a:endParaRPr lang="zh-CN" altLang="en-US"/>
          </a:p>
        </p:txBody>
      </p:sp>
    </p:spTree>
    <p:extLst>
      <p:ext uri="{BB962C8B-B14F-4D97-AF65-F5344CB8AC3E}">
        <p14:creationId xmlns:p14="http://schemas.microsoft.com/office/powerpoint/2010/main" val="3576112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美的集团</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2024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年营收为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4091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亿元，其中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以上为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业务、约</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业务。美的集团当下有三大战略重点，分别是中国市场的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DTC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变革，海外市场的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OBM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优先、</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业务转型。其中，海外市场的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OBM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优先战略落地整体由我所在的经营单位美的国际负责。目前美的海外自有品牌业务占比</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，短期我们目标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OBM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业务占比过半，中长期我们希望提升各项品牌运营能力，将美的集团打造为类似三星、大金一样知名的全球化企业。</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ACE94435-889A-40F5-987E-FC7E24B33F0D}" type="slidenum">
              <a:rPr lang="zh-CN" altLang="en-US" smtClean="0"/>
              <a:t>2</a:t>
            </a:fld>
            <a:endParaRPr lang="zh-CN" altLang="en-US"/>
          </a:p>
        </p:txBody>
      </p:sp>
    </p:spTree>
    <p:extLst>
      <p:ext uri="{BB962C8B-B14F-4D97-AF65-F5344CB8AC3E}">
        <p14:creationId xmlns:p14="http://schemas.microsoft.com/office/powerpoint/2010/main" val="50624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作为美的集团海外业务的销售运营平台，美的国际成立于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2012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年，最早它负责</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OEM+OBM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业务的销售管理，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2015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年开始专注在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OBM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业务上。</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2018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年开始，美的国际开始了区域化探索，海外市场整体分为国际业务区、东盟区域、印度区域。</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2021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年以前，美的海外业务以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OEM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为主。疫情期间，美的集团战略作调整，在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OEM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OBM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双轮驱动的战略指引下，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OBM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业务规模与占比提升，这也坚定了美的集团做大做强自有品牌业务的信心。</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到了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2023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月，</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OBM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优先就正式被集团提出来作为海外的发展战略。同年，我们也成立了规模达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亿的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OBM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基础能力建设基金，用于海外品牌打造、渠道拓展、仓储、物流、数字化等能力建设。</a:t>
            </a:r>
          </a:p>
          <a:p>
            <a:endParaRPr lang="zh-CN" altLang="en-US" dirty="0"/>
          </a:p>
        </p:txBody>
      </p:sp>
      <p:sp>
        <p:nvSpPr>
          <p:cNvPr id="4" name="灯片编号占位符 3"/>
          <p:cNvSpPr>
            <a:spLocks noGrp="1"/>
          </p:cNvSpPr>
          <p:nvPr>
            <p:ph type="sldNum" sz="quarter" idx="5"/>
          </p:nvPr>
        </p:nvSpPr>
        <p:spPr/>
        <p:txBody>
          <a:bodyPr/>
          <a:lstStyle/>
          <a:p>
            <a:fld id="{ACE94435-889A-40F5-987E-FC7E24B33F0D}" type="slidenum">
              <a:rPr lang="zh-CN" altLang="en-US" smtClean="0"/>
              <a:t>3</a:t>
            </a:fld>
            <a:endParaRPr lang="zh-CN" altLang="en-US"/>
          </a:p>
        </p:txBody>
      </p:sp>
    </p:spTree>
    <p:extLst>
      <p:ext uri="{BB962C8B-B14F-4D97-AF65-F5344CB8AC3E}">
        <p14:creationId xmlns:p14="http://schemas.microsoft.com/office/powerpoint/2010/main" val="2190487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5788E-B821-CCFE-4944-60A23BC723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7862C9-CA76-DFAD-759B-846528B69CE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C35D15-51A3-49CD-9047-79D790A9B6D9}"/>
              </a:ext>
            </a:extLst>
          </p:cNvPr>
          <p:cNvSpPr>
            <a:spLocks noGrp="1"/>
          </p:cNvSpPr>
          <p:nvPr>
            <p:ph type="body" idx="1"/>
          </p:nvPr>
        </p:nvSpPr>
        <p:spPr/>
        <p:txBody>
          <a:bodyPr/>
          <a:lstStyle/>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过去</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年，美的国际的复合增速接近</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2024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年规模为约</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亿美金。目前我们的分子公司覆盖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个国家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地区，未来三年计划通过收购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合资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自建等方式覆盖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个国家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地区，进一步推进全球布局。</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9F46C63D-A8F6-0C55-69E7-4E7B58D63F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9397B5-CFF6-48D0-95C6-367073E1EB2B}"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7331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接下来我简要介绍一下美的国际增长战略的主线，我将从市场、品类、渠道、品牌四个维度稍作展开。</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E94435-889A-40F5-987E-FC7E24B33F0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06397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增长的第一个维度是市场，我们对全球</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190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个国家进行了分析，并进行了分类分级，并从中筛选出最重要的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个国家作为战略市场。这</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个战略市场当前在美的国际的营收与利润占比分别达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，但我们还有巨大的增长空间，未来我们也将进一步加大在这</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个战略市场的全方面投入，目标逐步成为核心细分品类的市场领导者。</a:t>
            </a:r>
          </a:p>
          <a:p>
            <a:pPr>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此外，我们还积极拓展空白市场，将通过收购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合资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自建的方式完成对更多国家的覆盖。比如近期我们也刚完成了欧洲厨电品牌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TEKA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的收购，这将有助于完善美的在欧洲区域的布局与深耕。</a:t>
            </a:r>
          </a:p>
          <a:p>
            <a:endParaRPr lang="zh-CN" altLang="en-US" dirty="0"/>
          </a:p>
        </p:txBody>
      </p:sp>
      <p:sp>
        <p:nvSpPr>
          <p:cNvPr id="4" name="灯片编号占位符 3"/>
          <p:cNvSpPr>
            <a:spLocks noGrp="1"/>
          </p:cNvSpPr>
          <p:nvPr>
            <p:ph type="sldNum" sz="quarter" idx="5"/>
          </p:nvPr>
        </p:nvSpPr>
        <p:spPr/>
        <p:txBody>
          <a:bodyPr/>
          <a:lstStyle/>
          <a:p>
            <a:fld id="{ACE94435-889A-40F5-987E-FC7E24B33F0D}" type="slidenum">
              <a:rPr lang="zh-CN" altLang="en-US" smtClean="0"/>
              <a:t>6</a:t>
            </a:fld>
            <a:endParaRPr lang="zh-CN" altLang="en-US"/>
          </a:p>
        </p:txBody>
      </p:sp>
    </p:spTree>
    <p:extLst>
      <p:ext uri="{BB962C8B-B14F-4D97-AF65-F5344CB8AC3E}">
        <p14:creationId xmlns:p14="http://schemas.microsoft.com/office/powerpoint/2010/main" val="174823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增长的第二个维度是品类。目前我们的营收主要来自大电，包括空调、冰箱、洗衣机。而在市场容量也非常大的小电、暖通空调、水</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产品</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等赛道，我们的规模还很小，这意味着巨大的增长空间。</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过对标各个赛道知名企业的规模、分子公司数量、覆盖国家的数量，美的国际也能找到进一步前进的方向。未来我们目标进一步发力空调、冰箱、洗衣机三大品类，率先在这些品类成为领导者。同时，大力拓展专业渠道品类包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HVAC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、水产品，通过电商快速提升小家电营收规模。</a:t>
            </a:r>
          </a:p>
          <a:p>
            <a:endParaRPr lang="zh-CN" altLang="en-US" dirty="0"/>
          </a:p>
        </p:txBody>
      </p:sp>
      <p:sp>
        <p:nvSpPr>
          <p:cNvPr id="4" name="灯片编号占位符 3"/>
          <p:cNvSpPr>
            <a:spLocks noGrp="1"/>
          </p:cNvSpPr>
          <p:nvPr>
            <p:ph type="sldNum" sz="quarter" idx="5"/>
          </p:nvPr>
        </p:nvSpPr>
        <p:spPr/>
        <p:txBody>
          <a:bodyPr/>
          <a:lstStyle/>
          <a:p>
            <a:fld id="{ACE94435-889A-40F5-987E-FC7E24B33F0D}" type="slidenum">
              <a:rPr lang="zh-CN" altLang="en-US" smtClean="0"/>
              <a:t>7</a:t>
            </a:fld>
            <a:endParaRPr lang="zh-CN" altLang="en-US"/>
          </a:p>
        </p:txBody>
      </p:sp>
    </p:spTree>
    <p:extLst>
      <p:ext uri="{BB962C8B-B14F-4D97-AF65-F5344CB8AC3E}">
        <p14:creationId xmlns:p14="http://schemas.microsoft.com/office/powerpoint/2010/main" val="3768815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增长的第三个维度是渠道</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客户。我们盘点了全球、区域层面的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KA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，识别出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top 200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客户，并对这些客户进行了分类分级，制定了具体的增长目标</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和行动计划</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。未来我们将进一步构建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KA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运营能力，并与核心客户达成战略合作，实现合作共赢</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ACE94435-889A-40F5-987E-FC7E24B33F0D}" type="slidenum">
              <a:rPr lang="zh-CN" altLang="en-US" smtClean="0"/>
              <a:t>8</a:t>
            </a:fld>
            <a:endParaRPr lang="zh-CN" altLang="en-US"/>
          </a:p>
        </p:txBody>
      </p:sp>
    </p:spTree>
    <p:extLst>
      <p:ext uri="{BB962C8B-B14F-4D97-AF65-F5344CB8AC3E}">
        <p14:creationId xmlns:p14="http://schemas.microsoft.com/office/powerpoint/2010/main" val="2943926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增长的第四个维度是品牌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用户。目前美的旗下已有多个品牌，初步覆盖高、中、低端市场，但在发达市场包括美国、欧洲、澳洲等我们的品牌布局尚未完善，尤其是在一些专业品类上。除了加强美的牌建设外，我们也在积极寻求合资并购机会。 </a:t>
            </a:r>
          </a:p>
          <a:p>
            <a:pPr>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未来我们将进一步梳理多品牌战略，理清各个品牌的区域</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国家覆盖、目标人群、品类聚焦、价值主张等，以实现更好的多品牌运营协同与用户体验。</a:t>
            </a:r>
          </a:p>
          <a:p>
            <a:endParaRPr lang="zh-CN" altLang="en-US" dirty="0"/>
          </a:p>
        </p:txBody>
      </p:sp>
      <p:sp>
        <p:nvSpPr>
          <p:cNvPr id="4" name="灯片编号占位符 3"/>
          <p:cNvSpPr>
            <a:spLocks noGrp="1"/>
          </p:cNvSpPr>
          <p:nvPr>
            <p:ph type="sldNum" sz="quarter" idx="5"/>
          </p:nvPr>
        </p:nvSpPr>
        <p:spPr/>
        <p:txBody>
          <a:bodyPr/>
          <a:lstStyle/>
          <a:p>
            <a:fld id="{ACE94435-889A-40F5-987E-FC7E24B33F0D}" type="slidenum">
              <a:rPr lang="zh-CN" altLang="en-US" smtClean="0"/>
              <a:t>9</a:t>
            </a:fld>
            <a:endParaRPr lang="zh-CN" altLang="en-US"/>
          </a:p>
        </p:txBody>
      </p:sp>
    </p:spTree>
    <p:extLst>
      <p:ext uri="{BB962C8B-B14F-4D97-AF65-F5344CB8AC3E}">
        <p14:creationId xmlns:p14="http://schemas.microsoft.com/office/powerpoint/2010/main" val="3004959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战略的落地需要有组织机制、人才、文化价值观等的配套，接下来我也略作分享。</a:t>
            </a:r>
          </a:p>
          <a:p>
            <a:pPr>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是组织机制层面，我们进一步明确了总部、区域、国家的角色定位、责权利，并加速推动各项能力建设与流程机制完善。我们整体的思路是总部强化顶层设计能力，区域强化战略承接与统筹协调能力，国家负责经营落地。</a:t>
            </a:r>
          </a:p>
          <a:p>
            <a:pPr>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美的的特色与根基是事业部制，目前我们也在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个战略市场进行机制创新，让事业部与分子公司实现力出一孔、利出一孔</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，并在部分区域与国家推进“产总”计划。</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ACE94435-889A-40F5-987E-FC7E24B33F0D}" type="slidenum">
              <a:rPr lang="zh-CN" altLang="en-US" smtClean="0"/>
              <a:t>10</a:t>
            </a:fld>
            <a:endParaRPr lang="zh-CN" altLang="en-US"/>
          </a:p>
        </p:txBody>
      </p:sp>
    </p:spTree>
    <p:extLst>
      <p:ext uri="{BB962C8B-B14F-4D97-AF65-F5344CB8AC3E}">
        <p14:creationId xmlns:p14="http://schemas.microsoft.com/office/powerpoint/2010/main" val="3330213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人才培养方面，我们从人才梯队建设、专业能力夯实、构建学习型组织三个核心目标着手，制定了人才发展战略。并由三个核心项目承接：</a:t>
            </a: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一是面向新任骨干、分公司部门负责人、分公司总经理的分类分级人才培养计划；</a:t>
            </a: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二是产总后备培养计划，我们希望建立源源不断、富有活力的产总人才池作为品类操盘者，以支持市场的可持续增长与细分品类突破；</a:t>
            </a: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三是认证课程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讲师库打造。我们要求所有干部级以上员工积极参与课程开发与授课，将自己的宝贵经验分享给更多的员工，实现共同成长。</a:t>
            </a:r>
          </a:p>
          <a:p>
            <a:endParaRPr lang="zh-CN" altLang="en-US" dirty="0"/>
          </a:p>
        </p:txBody>
      </p:sp>
      <p:sp>
        <p:nvSpPr>
          <p:cNvPr id="4" name="灯片编号占位符 3"/>
          <p:cNvSpPr>
            <a:spLocks noGrp="1"/>
          </p:cNvSpPr>
          <p:nvPr>
            <p:ph type="sldNum" sz="quarter" idx="5"/>
          </p:nvPr>
        </p:nvSpPr>
        <p:spPr/>
        <p:txBody>
          <a:bodyPr/>
          <a:lstStyle/>
          <a:p>
            <a:fld id="{4D2AB53E-7E43-AF49-9F55-FDE9281CC240}" type="slidenum">
              <a:rPr lang="en-CN" smtClean="0"/>
              <a:t>11</a:t>
            </a:fld>
            <a:endParaRPr lang="en-CN"/>
          </a:p>
        </p:txBody>
      </p:sp>
    </p:spTree>
    <p:extLst>
      <p:ext uri="{BB962C8B-B14F-4D97-AF65-F5344CB8AC3E}">
        <p14:creationId xmlns:p14="http://schemas.microsoft.com/office/powerpoint/2010/main" val="4278838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文化价值观与雇主品牌建设方面，我们也在持续发力。作为一家国际化企业，在尊重员工多样性与个性基础上的文化价值观一致性建设也尤为重要，毕竟文化价值观是土壤，商业成果是庄稼。在好的土壤上，才能长出好的庄稼。</a:t>
            </a:r>
          </a:p>
          <a:p>
            <a:pPr>
              <a:lnSpc>
                <a:spcPct val="115000"/>
              </a:lnSpc>
              <a:spcAft>
                <a:spcPts val="800"/>
              </a:spcAf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5000"/>
              </a:lnSpc>
              <a:spcAft>
                <a:spcPts val="800"/>
              </a:spcAf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在部分核心市场，我们加大了在社交媒体等上的宣传、积极参与当地公益慈善活动、切实提升员工福利待遇、参加最佳雇主评选等。我们相信更好的雇主品牌形象能让我们吸引到更优秀的人才，助力业务发展。</a:t>
            </a:r>
          </a:p>
          <a:p>
            <a:endParaRPr lang="zh-CN" altLang="en-US" dirty="0"/>
          </a:p>
        </p:txBody>
      </p:sp>
      <p:sp>
        <p:nvSpPr>
          <p:cNvPr id="4" name="灯片编号占位符 3"/>
          <p:cNvSpPr>
            <a:spLocks noGrp="1"/>
          </p:cNvSpPr>
          <p:nvPr>
            <p:ph type="sldNum" sz="quarter" idx="5"/>
          </p:nvPr>
        </p:nvSpPr>
        <p:spPr/>
        <p:txBody>
          <a:bodyPr/>
          <a:lstStyle/>
          <a:p>
            <a:fld id="{ACE94435-889A-40F5-987E-FC7E24B33F0D}" type="slidenum">
              <a:rPr lang="zh-CN" altLang="en-US" smtClean="0"/>
              <a:t>12</a:t>
            </a:fld>
            <a:endParaRPr lang="zh-CN" altLang="en-US"/>
          </a:p>
        </p:txBody>
      </p:sp>
    </p:spTree>
    <p:extLst>
      <p:ext uri="{BB962C8B-B14F-4D97-AF65-F5344CB8AC3E}">
        <p14:creationId xmlns:p14="http://schemas.microsoft.com/office/powerpoint/2010/main" val="195755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此外，我们也加速建设区域共享中心，从人力</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财务</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法务</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税务角度为业务快速发展提供专业支持。</a:t>
            </a:r>
          </a:p>
          <a:p>
            <a:endParaRPr lang="en-US" altLang="zh-CN" dirty="0"/>
          </a:p>
          <a:p>
            <a:endParaRPr lang="en-US" altLang="zh-CN" dirty="0"/>
          </a:p>
          <a:p>
            <a:endParaRPr lang="en-US" altLang="zh-CN" dirty="0"/>
          </a:p>
          <a:p>
            <a:r>
              <a:rPr lang="zh-CN" altLang="en-US" dirty="0"/>
              <a:t>欧洲现在用</a:t>
            </a:r>
            <a:r>
              <a:rPr lang="en-US" altLang="zh-CN" dirty="0" err="1"/>
              <a:t>kuka</a:t>
            </a:r>
            <a:r>
              <a:rPr lang="zh-CN" altLang="en-US" dirty="0"/>
              <a:t>的资源和体系</a:t>
            </a:r>
            <a:endParaRPr lang="en-US" altLang="zh-CN" dirty="0"/>
          </a:p>
          <a:p>
            <a:r>
              <a:rPr lang="zh-CN" altLang="en-US" dirty="0"/>
              <a:t>泰国只管工厂（</a:t>
            </a:r>
            <a:r>
              <a:rPr lang="en-US" altLang="zh-CN" dirty="0"/>
              <a:t>6</a:t>
            </a:r>
            <a:r>
              <a:rPr lang="zh-CN" altLang="en-US" dirty="0"/>
              <a:t>家，空，冰，洗， </a:t>
            </a:r>
            <a:r>
              <a:rPr lang="en-US" altLang="zh-CN" dirty="0"/>
              <a:t>MBT</a:t>
            </a:r>
            <a:r>
              <a:rPr lang="zh-CN" altLang="en-US" dirty="0"/>
              <a:t>等）， </a:t>
            </a:r>
            <a:r>
              <a:rPr lang="en-US" altLang="zh-CN" dirty="0"/>
              <a:t>payroll &amp;benefit </a:t>
            </a:r>
            <a:r>
              <a:rPr lang="zh-CN" altLang="en-US" dirty="0"/>
              <a:t>共享发薪</a:t>
            </a:r>
            <a:endParaRPr lang="en-US" altLang="zh-CN" dirty="0"/>
          </a:p>
          <a:p>
            <a:r>
              <a:rPr lang="zh-CN" altLang="en-US" dirty="0"/>
              <a:t>佛山包含日研，印尼的空调，冰箱</a:t>
            </a:r>
            <a:endParaRPr lang="en-US" altLang="zh-CN" dirty="0"/>
          </a:p>
          <a:p>
            <a:r>
              <a:rPr lang="zh-CN" altLang="en-US" dirty="0"/>
              <a:t>美国的算薪和福利都是</a:t>
            </a:r>
            <a:r>
              <a:rPr lang="en-US" altLang="zh-CN" dirty="0" err="1"/>
              <a:t>kuka</a:t>
            </a:r>
            <a:r>
              <a:rPr lang="zh-CN" altLang="en-US" dirty="0"/>
              <a:t>的团队提供的。墨西哥是自己做自己的，巴西工厂</a:t>
            </a:r>
            <a:r>
              <a:rPr lang="en-US" altLang="zh-CN" dirty="0"/>
              <a:t>·</a:t>
            </a:r>
            <a:r>
              <a:rPr lang="zh-CN" altLang="en-US" dirty="0"/>
              <a:t>是共享做的，</a:t>
            </a:r>
            <a:r>
              <a:rPr lang="en-US" altLang="zh-CN" dirty="0"/>
              <a:t>JV</a:t>
            </a:r>
            <a:r>
              <a:rPr lang="zh-CN" altLang="en-US" dirty="0"/>
              <a:t>是自己做自己的（销售单位</a:t>
            </a:r>
            <a:r>
              <a:rPr lang="en-US" altLang="zh-CN" dirty="0"/>
              <a:t>)</a:t>
            </a:r>
            <a:r>
              <a:rPr lang="zh-CN" altLang="en-US" dirty="0"/>
              <a:t>招聘目前在墨西哥，有两个人。</a:t>
            </a:r>
          </a:p>
        </p:txBody>
      </p:sp>
      <p:sp>
        <p:nvSpPr>
          <p:cNvPr id="4" name="灯片编号占位符 3"/>
          <p:cNvSpPr>
            <a:spLocks noGrp="1"/>
          </p:cNvSpPr>
          <p:nvPr>
            <p:ph type="sldNum" sz="quarter" idx="5"/>
          </p:nvPr>
        </p:nvSpPr>
        <p:spPr/>
        <p:txBody>
          <a:bodyPr/>
          <a:lstStyle/>
          <a:p>
            <a:fld id="{4D2AB53E-7E43-AF49-9F55-FDE9281CC240}" type="slidenum">
              <a:rPr lang="en-CN" smtClean="0"/>
              <a:t>13</a:t>
            </a:fld>
            <a:endParaRPr lang="en-CN"/>
          </a:p>
        </p:txBody>
      </p:sp>
    </p:spTree>
    <p:extLst>
      <p:ext uri="{BB962C8B-B14F-4D97-AF65-F5344CB8AC3E}">
        <p14:creationId xmlns:p14="http://schemas.microsoft.com/office/powerpoint/2010/main" val="24315664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tags" Target="../tags/tag4.xml"/><Relationship Id="rId7" Type="http://schemas.openxmlformats.org/officeDocument/2006/relationships/image" Target="../media/image4.png"/><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C02459F-8EBE-3D5E-7A6E-052EE3C998C3}"/>
              </a:ext>
            </a:extLst>
          </p:cNvPr>
          <p:cNvGraphicFramePr>
            <a:graphicFrameLocks noChangeAspect="1"/>
          </p:cNvGraphicFramePr>
          <p:nvPr userDrawn="1">
            <p:custDataLst>
              <p:tags r:id="rId2"/>
            </p:custDataLst>
            <p:extLst>
              <p:ext uri="{D42A27DB-BD31-4B8C-83A1-F6EECF244321}">
                <p14:modId xmlns:p14="http://schemas.microsoft.com/office/powerpoint/2010/main" val="745498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265" name="think-cell Slide" r:id="rId4" imgW="306" imgH="308" progId="TCLayout.ActiveDocument.1">
                  <p:embed/>
                </p:oleObj>
              </mc:Choice>
              <mc:Fallback>
                <p:oleObj name="think-cell Slide" r:id="rId4" imgW="306" imgH="308" progId="TCLayout.ActiveDocument.1">
                  <p:embed/>
                  <p:pic>
                    <p:nvPicPr>
                      <p:cNvPr id="4" name="think-cell data - do not delete" hidden="1">
                        <a:extLst>
                          <a:ext uri="{FF2B5EF4-FFF2-40B4-BE49-F238E27FC236}">
                            <a16:creationId xmlns:a16="http://schemas.microsoft.com/office/drawing/2014/main" id="{7C02459F-8EBE-3D5E-7A6E-052EE3C998C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ln>
            <a:solidFill>
              <a:schemeClr val="bg1"/>
            </a:solidFill>
          </a:ln>
        </p:spPr>
        <p:txBody>
          <a:bodyPr vert="horz" bIns="36000" anchor="ctr"/>
          <a:lstStyle>
            <a:lvl1pPr>
              <a:defRPr sz="2000"/>
            </a:lvl1pPr>
          </a:lstStyle>
          <a:p>
            <a:r>
              <a:rPr lang="en-US" dirty="0"/>
              <a:t>Click to edit Master title style</a:t>
            </a:r>
          </a:p>
        </p:txBody>
      </p:sp>
    </p:spTree>
    <p:extLst>
      <p:ext uri="{BB962C8B-B14F-4D97-AF65-F5344CB8AC3E}">
        <p14:creationId xmlns:p14="http://schemas.microsoft.com/office/powerpoint/2010/main" val="96702992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34F94D0-EE21-363A-D696-16A53CFED29A}"/>
              </a:ext>
            </a:extLst>
          </p:cNvPr>
          <p:cNvGraphicFramePr>
            <a:graphicFrameLocks noChangeAspect="1"/>
          </p:cNvGraphicFramePr>
          <p:nvPr userDrawn="1">
            <p:custDataLst>
              <p:tags r:id="rId3"/>
            </p:custDataLst>
            <p:extLst>
              <p:ext uri="{D42A27DB-BD31-4B8C-83A1-F6EECF244321}">
                <p14:modId xmlns:p14="http://schemas.microsoft.com/office/powerpoint/2010/main" val="245146585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spid="_x0000_s3289" name="think-cell Slide" r:id="rId5" imgW="606" imgH="608" progId="TCLayout.ActiveDocument.1">
                  <p:embed/>
                </p:oleObj>
              </mc:Choice>
              <mc:Fallback>
                <p:oleObj name="think-cell Slide" r:id="rId5" imgW="606" imgH="608" progId="TCLayout.ActiveDocument.1">
                  <p:embed/>
                  <p:pic>
                    <p:nvPicPr>
                      <p:cNvPr id="4" name="think-cell data - do not delete" hidden="1">
                        <a:extLst>
                          <a:ext uri="{FF2B5EF4-FFF2-40B4-BE49-F238E27FC236}">
                            <a16:creationId xmlns:a16="http://schemas.microsoft.com/office/drawing/2014/main" id="{334F94D0-EE21-363A-D696-16A53CFED29A}"/>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16" name="Background">
            <a:extLst>
              <a:ext uri="{FF2B5EF4-FFF2-40B4-BE49-F238E27FC236}">
                <a16:creationId xmlns:a16="http://schemas.microsoft.com/office/drawing/2014/main" id="{BC7E9C9B-2BD0-11C7-A4D9-ECD49EE937FA}"/>
              </a:ext>
            </a:extLst>
          </p:cNvPr>
          <p:cNvSpPr/>
          <p:nvPr userDrawn="1"/>
        </p:nvSpPr>
        <p:spPr>
          <a:xfrm>
            <a:off x="0" y="0"/>
            <a:ext cx="12192003" cy="6858003"/>
          </a:xfrm>
          <a:prstGeom prst="rect">
            <a:avLst/>
          </a:prstGeom>
          <a:gradFill flip="none" rotWithShape="1">
            <a:gsLst>
              <a:gs pos="0">
                <a:srgbClr val="1578EA"/>
              </a:gs>
              <a:gs pos="100000">
                <a:srgbClr val="0292EB"/>
              </a:gs>
            </a:gsLst>
            <a:lin ang="0" scaled="1"/>
            <a:tileRect/>
          </a:gradFill>
          <a:ln w="6350" cap="flat" cmpd="sng" algn="ctr">
            <a:no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square" lIns="0" tIns="0" rIns="0" bIns="0" numCol="1" rtlCol="0" anchor="ctr">
            <a:noAutofit/>
          </a:bodyPr>
          <a:lstStyle/>
          <a:p>
            <a:pPr algn="l" defTabSz="192562"/>
            <a:endParaRPr lang="zh-CN" altLang="en-US" sz="800" b="1">
              <a:solidFill>
                <a:srgbClr val="000000"/>
              </a:solidFill>
              <a:sym typeface="Microsoft YaHei"/>
            </a:endParaRPr>
          </a:p>
        </p:txBody>
      </p:sp>
      <p:sp>
        <p:nvSpPr>
          <p:cNvPr id="19" name="Slide Number Placeholder">
            <a:extLst>
              <a:ext uri="{FF2B5EF4-FFF2-40B4-BE49-F238E27FC236}">
                <a16:creationId xmlns:a16="http://schemas.microsoft.com/office/drawing/2014/main" id="{0FF01B88-667B-6946-1D96-FD1D76171261}"/>
              </a:ext>
            </a:extLst>
          </p:cNvPr>
          <p:cNvSpPr>
            <a:spLocks noGrp="1"/>
          </p:cNvSpPr>
          <p:nvPr>
            <p:ph type="sldNum" sz="quarter" idx="12"/>
          </p:nvPr>
        </p:nvSpPr>
        <p:spPr>
          <a:xfrm>
            <a:off x="11300347" y="6530769"/>
            <a:ext cx="459853" cy="152715"/>
          </a:xfrm>
          <a:prstGeom prst="rect">
            <a:avLst/>
          </a:prstGeom>
        </p:spPr>
        <p:txBody>
          <a:bodyPr vert="horz" lIns="0" tIns="0" rIns="0" bIns="0" rtlCol="0" anchor="ctr"/>
          <a:lstStyle>
            <a:lvl1pPr>
              <a:defRPr kumimoji="0" lang="es-MX" sz="933" b="0" i="0" u="none" strike="noStrike" cap="none" spc="0" normalizeH="0" baseline="0" smtClean="0">
                <a:ln>
                  <a:noFill/>
                </a:ln>
                <a:solidFill>
                  <a:schemeClr val="tx1">
                    <a:tint val="75000"/>
                  </a:schemeClr>
                </a:solidFill>
                <a:effectLst/>
                <a:uFillTx/>
                <a:sym typeface="Helvetica"/>
              </a:defRPr>
            </a:lvl1pPr>
          </a:lstStyle>
          <a:p>
            <a:pPr algn="r" defTabSz="914377" hangingPunct="0"/>
            <a:fld id="{86CB4B4D-7CA3-9044-876B-883B54F8677D}" type="slidenum">
              <a:rPr lang="en-US" smtClean="0"/>
              <a:pPr algn="r" defTabSz="914377" hangingPunct="0"/>
              <a:t>‹#›</a:t>
            </a:fld>
            <a:endParaRPr lang="en-US"/>
          </a:p>
        </p:txBody>
      </p:sp>
      <p:pic>
        <p:nvPicPr>
          <p:cNvPr id="21" name="Image">
            <a:extLst>
              <a:ext uri="{FF2B5EF4-FFF2-40B4-BE49-F238E27FC236}">
                <a16:creationId xmlns:a16="http://schemas.microsoft.com/office/drawing/2014/main" id="{C1F1F9A3-A45B-E6DE-3E49-78138C6D0048}"/>
              </a:ext>
            </a:extLst>
          </p:cNvPr>
          <p:cNvPicPr>
            <a:picLocks noChangeAspect="1"/>
          </p:cNvPicPr>
          <p:nvPr userDrawn="1"/>
        </p:nvPicPr>
        <p:blipFill>
          <a:blip r:embed="rId7" cstate="print">
            <a:alphaModFix amt="50000"/>
            <a:extLst>
              <a:ext uri="{28A0092B-C50C-407E-A947-70E740481C1C}">
                <a14:useLocalDpi xmlns:a14="http://schemas.microsoft.com/office/drawing/2010/main"/>
              </a:ext>
            </a:extLst>
          </a:blip>
          <a:stretch>
            <a:fillRect/>
          </a:stretch>
        </p:blipFill>
        <p:spPr>
          <a:xfrm>
            <a:off x="6016795" y="1941689"/>
            <a:ext cx="6175207" cy="4916312"/>
          </a:xfrm>
          <a:prstGeom prst="rect">
            <a:avLst/>
          </a:prstGeom>
        </p:spPr>
      </p:pic>
      <p:sp>
        <p:nvSpPr>
          <p:cNvPr id="18" name="Subtitle 2">
            <a:extLst>
              <a:ext uri="{FF2B5EF4-FFF2-40B4-BE49-F238E27FC236}">
                <a16:creationId xmlns:a16="http://schemas.microsoft.com/office/drawing/2014/main" id="{557288CB-4E9A-5704-D088-BDCAB7C0D943}"/>
              </a:ext>
            </a:extLst>
          </p:cNvPr>
          <p:cNvSpPr>
            <a:spLocks noGrp="1"/>
          </p:cNvSpPr>
          <p:nvPr>
            <p:ph type="subTitle" idx="1" hasCustomPrompt="1"/>
          </p:nvPr>
        </p:nvSpPr>
        <p:spPr>
          <a:xfrm>
            <a:off x="431801" y="3960329"/>
            <a:ext cx="6617236" cy="328295"/>
          </a:xfrm>
        </p:spPr>
        <p:txBody>
          <a:bodyPr wrap="square" lIns="0" tIns="0" rIns="0" bIns="0">
            <a:spAutoFit/>
          </a:bodyPr>
          <a:lstStyle>
            <a:lvl1pPr marL="0" indent="0" algn="l">
              <a:buFontTx/>
              <a:buNone/>
              <a:defRPr sz="2133">
                <a:solidFill>
                  <a:srgbClr val="FFFFFF"/>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CN" altLang="en-US"/>
              <a:t>单击此处编辑母版副标题样式</a:t>
            </a:r>
            <a:endParaRPr lang="en-US"/>
          </a:p>
        </p:txBody>
      </p:sp>
      <p:cxnSp>
        <p:nvCxnSpPr>
          <p:cNvPr id="22" name="Straight Connector 21">
            <a:extLst>
              <a:ext uri="{FF2B5EF4-FFF2-40B4-BE49-F238E27FC236}">
                <a16:creationId xmlns:a16="http://schemas.microsoft.com/office/drawing/2014/main" id="{81B85E5E-EAAF-56B6-DB13-66049998A554}"/>
              </a:ext>
            </a:extLst>
          </p:cNvPr>
          <p:cNvCxnSpPr>
            <a:cxnSpLocks/>
          </p:cNvCxnSpPr>
          <p:nvPr userDrawn="1"/>
        </p:nvCxnSpPr>
        <p:spPr>
          <a:xfrm>
            <a:off x="431800" y="3731359"/>
            <a:ext cx="1027805" cy="0"/>
          </a:xfrm>
          <a:prstGeom prst="line">
            <a:avLst/>
          </a:prstGeom>
          <a:ln w="38100" cap="flat" cmpd="sng" algn="ctr">
            <a:solidFill>
              <a:srgbClr val="FEFEFE"/>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itle 1">
            <a:extLst>
              <a:ext uri="{FF2B5EF4-FFF2-40B4-BE49-F238E27FC236}">
                <a16:creationId xmlns:a16="http://schemas.microsoft.com/office/drawing/2014/main" id="{A8ACA0A0-039B-375E-8068-002445289478}"/>
              </a:ext>
            </a:extLst>
          </p:cNvPr>
          <p:cNvSpPr>
            <a:spLocks noGrp="1"/>
          </p:cNvSpPr>
          <p:nvPr>
            <p:ph type="ctrTitle" hasCustomPrompt="1"/>
          </p:nvPr>
        </p:nvSpPr>
        <p:spPr>
          <a:xfrm>
            <a:off x="431801" y="2845799"/>
            <a:ext cx="6617236" cy="656591"/>
          </a:xfrm>
          <a:prstGeom prst="rect">
            <a:avLst/>
          </a:prstGeom>
        </p:spPr>
        <p:txBody>
          <a:bodyPr vert="horz" wrap="square" lIns="0" tIns="0" rIns="0" bIns="0" anchor="b">
            <a:spAutoFit/>
          </a:bodyPr>
          <a:lstStyle>
            <a:lvl1pPr marL="0" indent="0" algn="l">
              <a:buFontTx/>
              <a:buNone/>
              <a:defRPr sz="4267" b="1">
                <a:solidFill>
                  <a:srgbClr val="FFFFFF"/>
                </a:solidFill>
              </a:defRPr>
            </a:lvl1pPr>
          </a:lstStyle>
          <a:p>
            <a:r>
              <a:rPr lang="zh-CN" altLang="en-US"/>
              <a:t>单击此处编辑母版标题样式</a:t>
            </a:r>
            <a:endParaRPr lang="en-US"/>
          </a:p>
        </p:txBody>
      </p:sp>
      <p:pic>
        <p:nvPicPr>
          <p:cNvPr id="20" name="Logo">
            <a:extLst>
              <a:ext uri="{FF2B5EF4-FFF2-40B4-BE49-F238E27FC236}">
                <a16:creationId xmlns:a16="http://schemas.microsoft.com/office/drawing/2014/main" id="{4E93ACED-AD2C-2CF2-8B6E-C91FD8778C06}"/>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431800" y="1028702"/>
            <a:ext cx="2427309" cy="854053"/>
          </a:xfrm>
          <a:prstGeom prst="rect">
            <a:avLst/>
          </a:prstGeom>
        </p:spPr>
      </p:pic>
    </p:spTree>
    <p:custDataLst>
      <p:tags r:id="rId2"/>
    </p:custDataLst>
    <p:extLst>
      <p:ext uri="{BB962C8B-B14F-4D97-AF65-F5344CB8AC3E}">
        <p14:creationId xmlns:p14="http://schemas.microsoft.com/office/powerpoint/2010/main" val="343730586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Last Page Logo">
    <p:spTree>
      <p:nvGrpSpPr>
        <p:cNvPr id="1" name=""/>
        <p:cNvGrpSpPr/>
        <p:nvPr/>
      </p:nvGrpSpPr>
      <p:grpSpPr>
        <a:xfrm>
          <a:off x="0" y="0"/>
          <a:ext cx="0" cy="0"/>
          <a:chOff x="0" y="0"/>
          <a:chExt cx="0" cy="0"/>
        </a:xfrm>
      </p:grpSpPr>
      <p:pic>
        <p:nvPicPr>
          <p:cNvPr id="2" name="Background" descr="image2.png">
            <a:extLst>
              <a:ext uri="{FF2B5EF4-FFF2-40B4-BE49-F238E27FC236}">
                <a16:creationId xmlns:a16="http://schemas.microsoft.com/office/drawing/2014/main" id="{1A8B3F93-0972-2AF9-535E-53D5EEB6B2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 y="0"/>
            <a:ext cx="12192003" cy="6858003"/>
          </a:xfrm>
          <a:prstGeom prst="rect">
            <a:avLst/>
          </a:prstGeom>
          <a:ln w="12700">
            <a:miter lim="400000"/>
          </a:ln>
        </p:spPr>
      </p:pic>
      <p:pic>
        <p:nvPicPr>
          <p:cNvPr id="3" name="Image">
            <a:extLst>
              <a:ext uri="{FF2B5EF4-FFF2-40B4-BE49-F238E27FC236}">
                <a16:creationId xmlns:a16="http://schemas.microsoft.com/office/drawing/2014/main" id="{02431B52-A540-3AFC-17FF-9DAB545DBEB4}"/>
              </a:ext>
            </a:extLst>
          </p:cNvPr>
          <p:cNvPicPr>
            <a:picLocks noChangeAspect="1"/>
          </p:cNvPicPr>
          <p:nvPr userDrawn="1"/>
        </p:nvPicPr>
        <p:blipFill>
          <a:blip r:embed="rId3" cstate="print">
            <a:alphaModFix amt="40000"/>
            <a:extLst>
              <a:ext uri="{28A0092B-C50C-407E-A947-70E740481C1C}">
                <a14:useLocalDpi xmlns:a14="http://schemas.microsoft.com/office/drawing/2010/main"/>
              </a:ext>
            </a:extLst>
          </a:blip>
          <a:stretch>
            <a:fillRect/>
          </a:stretch>
        </p:blipFill>
        <p:spPr>
          <a:xfrm>
            <a:off x="6016795" y="1941689"/>
            <a:ext cx="6175207" cy="4916312"/>
          </a:xfrm>
          <a:prstGeom prst="rect">
            <a:avLst/>
          </a:prstGeom>
        </p:spPr>
      </p:pic>
      <p:sp>
        <p:nvSpPr>
          <p:cNvPr id="6" name="Text Placeholder 5">
            <a:extLst>
              <a:ext uri="{FF2B5EF4-FFF2-40B4-BE49-F238E27FC236}">
                <a16:creationId xmlns:a16="http://schemas.microsoft.com/office/drawing/2014/main" id="{63BF535C-878D-32E1-F57C-B1EC706C2A03}"/>
              </a:ext>
            </a:extLst>
          </p:cNvPr>
          <p:cNvSpPr>
            <a:spLocks noGrp="1"/>
          </p:cNvSpPr>
          <p:nvPr>
            <p:ph type="body" sz="quarter" idx="10"/>
          </p:nvPr>
        </p:nvSpPr>
        <p:spPr>
          <a:xfrm>
            <a:off x="669439" y="211489"/>
            <a:ext cx="7242744" cy="3877979"/>
          </a:xfr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91437" tIns="91437" rIns="91437" bIns="91437" numCol="1" spcCol="38100" rtlCol="0" anchor="ctr">
            <a:spAutoFit/>
          </a:bodyPr>
          <a:lstStyle>
            <a:lvl1pPr marL="0" indent="0">
              <a:buFontTx/>
              <a:buNone/>
              <a:defRPr kumimoji="0" lang="en-US" sz="8000" i="0" u="none" strike="noStrike" cap="none" spc="0" normalizeH="0" baseline="0" dirty="0">
                <a:ln>
                  <a:noFill/>
                </a:ln>
                <a:solidFill>
                  <a:schemeClr val="bg1"/>
                </a:solidFill>
                <a:effectLst/>
                <a:uFillTx/>
                <a:latin typeface="Arial" panose="020B0604020202020204" pitchFamily="34" charset="0"/>
                <a:ea typeface="Microsoft YaHei" panose="020B0503020204020204" pitchFamily="34" charset="-122"/>
                <a:cs typeface="Arial" panose="020B0604020202020204" pitchFamily="34" charset="0"/>
              </a:defRPr>
            </a:lvl1pPr>
          </a:lstStyle>
          <a:p>
            <a:pPr marL="1142971" marR="0" lvl="0" indent="-1142971" defTabSz="2438339" fontAlgn="auto" hangingPunct="0">
              <a:spcBef>
                <a:spcPts val="0"/>
              </a:spcBef>
              <a:spcAft>
                <a:spcPts val="0"/>
              </a:spcAft>
              <a:buClrTx/>
              <a:buSzTx/>
            </a:pPr>
            <a:r>
              <a:rPr lang="en-US" altLang="zh-CN"/>
              <a:t>Click to edit Master text styles</a:t>
            </a:r>
          </a:p>
        </p:txBody>
      </p:sp>
    </p:spTree>
    <p:extLst>
      <p:ext uri="{BB962C8B-B14F-4D97-AF65-F5344CB8AC3E}">
        <p14:creationId xmlns:p14="http://schemas.microsoft.com/office/powerpoint/2010/main" val="281290484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8498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6" name="Picture 2" descr="D:\MyData\LIDUAN\Documents\WeChat Files\Sodakevin\Files\美的标志PNG格式\美的标志PNG格式 (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637606" y="-166581"/>
            <a:ext cx="1853351" cy="131023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a:extLst>
              <a:ext uri="{FF2B5EF4-FFF2-40B4-BE49-F238E27FC236}">
                <a16:creationId xmlns:a16="http://schemas.microsoft.com/office/drawing/2014/main" id="{9BC6AB80-F49C-9703-04A7-85A240408CB2}"/>
              </a:ext>
            </a:extLst>
          </p:cNvPr>
          <p:cNvCxnSpPr>
            <a:cxnSpLocks/>
          </p:cNvCxnSpPr>
          <p:nvPr userDrawn="1"/>
        </p:nvCxnSpPr>
        <p:spPr>
          <a:xfrm>
            <a:off x="0" y="6456074"/>
            <a:ext cx="12192000" cy="0"/>
          </a:xfrm>
          <a:prstGeom prst="line">
            <a:avLst/>
          </a:prstGeom>
          <a:noFill/>
          <a:ln w="25400" cap="flat">
            <a:solidFill>
              <a:schemeClr val="bg1">
                <a:lumMod val="65000"/>
              </a:schemeClr>
            </a:solidFill>
            <a:prstDash val="solid"/>
            <a:miter lim="800000"/>
          </a:ln>
          <a:effectLst/>
          <a:sp3d/>
        </p:spPr>
        <p:style>
          <a:lnRef idx="0">
            <a:scrgbClr r="0" g="0" b="0"/>
          </a:lnRef>
          <a:fillRef idx="0">
            <a:scrgbClr r="0" g="0" b="0"/>
          </a:fillRef>
          <a:effectRef idx="0">
            <a:scrgbClr r="0" g="0" b="0"/>
          </a:effectRef>
          <a:fontRef idx="none"/>
        </p:style>
      </p:cxnSp>
      <p:sp>
        <p:nvSpPr>
          <p:cNvPr id="4" name="文本框 3">
            <a:extLst>
              <a:ext uri="{FF2B5EF4-FFF2-40B4-BE49-F238E27FC236}">
                <a16:creationId xmlns:a16="http://schemas.microsoft.com/office/drawing/2014/main" id="{363DA644-CFEF-841B-1BEB-6D8FF3BD03AB}"/>
              </a:ext>
            </a:extLst>
          </p:cNvPr>
          <p:cNvSpPr txBox="1"/>
          <p:nvPr userDrawn="1"/>
        </p:nvSpPr>
        <p:spPr>
          <a:xfrm>
            <a:off x="2618205" y="6505319"/>
            <a:ext cx="6967613"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20" tIns="45720" rIns="45720" bIns="4572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zh-CN" altLang="en-US" sz="1400" b="0" i="0" u="none" strike="noStrike" cap="none" spc="0" normalizeH="0" baseline="0" dirty="0">
                <a:ln>
                  <a:noFill/>
                </a:ln>
                <a:solidFill>
                  <a:schemeClr val="bg1">
                    <a:lumMod val="65000"/>
                  </a:schemeClr>
                </a:solidFill>
                <a:effectLst/>
                <a:uFillTx/>
                <a:latin typeface="微软雅黑" panose="020B0503020204020204" pitchFamily="34" charset="-122"/>
                <a:ea typeface="微软雅黑" panose="020B0503020204020204" pitchFamily="34" charset="-122"/>
                <a:sym typeface="Calibri"/>
              </a:rPr>
              <a:t>信息安全保密提示：本文件含美的保密信息，禁止拍照截图，未经授权严禁外发或扩散 </a:t>
            </a:r>
          </a:p>
        </p:txBody>
      </p:sp>
    </p:spTree>
    <p:extLst>
      <p:ext uri="{BB962C8B-B14F-4D97-AF65-F5344CB8AC3E}">
        <p14:creationId xmlns:p14="http://schemas.microsoft.com/office/powerpoint/2010/main" val="857940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87307" y="106068"/>
            <a:ext cx="10515600" cy="558606"/>
          </a:xfrm>
        </p:spPr>
        <p:txBody>
          <a:bodyPr>
            <a:normAutofit/>
          </a:bodyPr>
          <a:lstStyle>
            <a:lvl1pPr>
              <a:defRPr sz="2000" b="1">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p>
            <a:fld id="{9AFC4469-C0D4-4473-AE5D-93EA8736F874}" type="datetime1">
              <a:rPr lang="zh-CN" altLang="en-US" smtClean="0"/>
              <a:t>2025/6/11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7" name="矩形"/>
          <p:cNvSpPr/>
          <p:nvPr userDrawn="1"/>
        </p:nvSpPr>
        <p:spPr>
          <a:xfrm>
            <a:off x="887307" y="67985"/>
            <a:ext cx="14400" cy="576000"/>
          </a:xfrm>
          <a:prstGeom prst="rect">
            <a:avLst/>
          </a:prstGeom>
          <a:solidFill>
            <a:srgbClr val="1478FE"/>
          </a:soli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08965" rtl="0" eaLnBrk="1" fontAlgn="auto" latinLnBrk="0" hangingPunct="1">
              <a:lnSpc>
                <a:spcPct val="100000"/>
              </a:lnSpc>
              <a:spcBef>
                <a:spcPts val="0"/>
              </a:spcBef>
              <a:spcAft>
                <a:spcPts val="0"/>
              </a:spcAft>
              <a:buClrTx/>
              <a:buSzTx/>
              <a:buFontTx/>
              <a:buNone/>
              <a:defRPr/>
            </a:pPr>
            <a:endParaRPr kumimoji="0" sz="64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pic>
        <p:nvPicPr>
          <p:cNvPr id="8" name="图像" descr="图像"/>
          <p:cNvPicPr>
            <a:picLocks noChangeAspect="1"/>
          </p:cNvPicPr>
          <p:nvPr userDrawn="1"/>
        </p:nvPicPr>
        <p:blipFill>
          <a:blip r:embed="rId2"/>
          <a:stretch>
            <a:fillRect/>
          </a:stretch>
        </p:blipFill>
        <p:spPr>
          <a:xfrm>
            <a:off x="94610" y="75704"/>
            <a:ext cx="689331" cy="927100"/>
          </a:xfrm>
          <a:prstGeom prst="rect">
            <a:avLst/>
          </a:prstGeom>
          <a:ln w="12700">
            <a:miter lim="400000"/>
            <a:headEnd/>
            <a:tailEnd/>
          </a:ln>
        </p:spPr>
      </p:pic>
      <p:sp>
        <p:nvSpPr>
          <p:cNvPr id="9" name="灯片编号占位符 5"/>
          <p:cNvSpPr>
            <a:spLocks noGrp="1"/>
          </p:cNvSpPr>
          <p:nvPr>
            <p:ph type="sldNum" sz="quarter" idx="12"/>
          </p:nvPr>
        </p:nvSpPr>
        <p:spPr>
          <a:xfrm>
            <a:off x="9296400" y="6356350"/>
            <a:ext cx="2743200" cy="365125"/>
          </a:xfrm>
        </p:spPr>
        <p:txBody>
          <a:bodyPr/>
          <a:lstStyle>
            <a:lvl1pPr>
              <a:defRPr sz="1000" i="1"/>
            </a:lvl1pPr>
          </a:lstStyle>
          <a:p>
            <a:fld id="{ACF07847-AA81-4CF5-8747-850FB44C2C6F}" type="slidenum">
              <a:rPr lang="zh-CN" altLang="en-US" smtClean="0"/>
              <a:t>‹#›</a:t>
            </a:fld>
            <a:endParaRPr lang="zh-CN" altLang="en-US"/>
          </a:p>
        </p:txBody>
      </p:sp>
    </p:spTree>
    <p:extLst>
      <p:ext uri="{BB962C8B-B14F-4D97-AF65-F5344CB8AC3E}">
        <p14:creationId xmlns:p14="http://schemas.microsoft.com/office/powerpoint/2010/main" val="1211437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2" descr="D:\MyData\LIDUAN\Documents\WeChat Files\Sodakevin\Files\美的标志PNG格式\美的标志PNG格式 (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637607" y="-166580"/>
            <a:ext cx="1853351" cy="131023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a:extLst>
              <a:ext uri="{FF2B5EF4-FFF2-40B4-BE49-F238E27FC236}">
                <a16:creationId xmlns:a16="http://schemas.microsoft.com/office/drawing/2014/main" id="{9BC6AB80-F49C-9703-04A7-85A240408CB2}"/>
              </a:ext>
            </a:extLst>
          </p:cNvPr>
          <p:cNvCxnSpPr>
            <a:cxnSpLocks/>
          </p:cNvCxnSpPr>
          <p:nvPr userDrawn="1"/>
        </p:nvCxnSpPr>
        <p:spPr>
          <a:xfrm>
            <a:off x="1" y="6456073"/>
            <a:ext cx="12192000" cy="0"/>
          </a:xfrm>
          <a:prstGeom prst="line">
            <a:avLst/>
          </a:prstGeom>
          <a:noFill/>
          <a:ln w="25400" cap="flat">
            <a:solidFill>
              <a:schemeClr val="bg1">
                <a:lumMod val="65000"/>
              </a:schemeClr>
            </a:solidFill>
            <a:prstDash val="solid"/>
            <a:miter lim="800000"/>
          </a:ln>
          <a:effectLst/>
          <a:sp3d/>
        </p:spPr>
        <p:style>
          <a:lnRef idx="0">
            <a:scrgbClr r="0" g="0" b="0"/>
          </a:lnRef>
          <a:fillRef idx="0">
            <a:scrgbClr r="0" g="0" b="0"/>
          </a:fillRef>
          <a:effectRef idx="0">
            <a:scrgbClr r="0" g="0" b="0"/>
          </a:effectRef>
          <a:fontRef idx="none"/>
        </p:style>
      </p:cxnSp>
      <p:sp>
        <p:nvSpPr>
          <p:cNvPr id="6" name="文本框 5">
            <a:extLst>
              <a:ext uri="{FF2B5EF4-FFF2-40B4-BE49-F238E27FC236}">
                <a16:creationId xmlns:a16="http://schemas.microsoft.com/office/drawing/2014/main" id="{363DA644-CFEF-841B-1BEB-6D8FF3BD03AB}"/>
              </a:ext>
            </a:extLst>
          </p:cNvPr>
          <p:cNvSpPr txBox="1"/>
          <p:nvPr userDrawn="1"/>
        </p:nvSpPr>
        <p:spPr>
          <a:xfrm>
            <a:off x="520277" y="6505320"/>
            <a:ext cx="11108586" cy="27696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04" tIns="45704" rIns="45704" bIns="45704" numCol="1" spcCol="38100" rtlCol="0" anchor="t">
            <a:spAutoFit/>
          </a:bodyPr>
          <a:lstStyle/>
          <a:p>
            <a:pPr marL="0" marR="0" indent="0" algn="l" defTabSz="914103" rtl="0" fontAlgn="auto" latinLnBrk="0" hangingPunct="0">
              <a:lnSpc>
                <a:spcPct val="100000"/>
              </a:lnSpc>
              <a:spcBef>
                <a:spcPts val="0"/>
              </a:spcBef>
              <a:spcAft>
                <a:spcPts val="0"/>
              </a:spcAft>
              <a:buClrTx/>
              <a:buSzTx/>
              <a:buFontTx/>
              <a:buNone/>
              <a:tabLst/>
            </a:pPr>
            <a:r>
              <a:rPr kumimoji="0" lang="en-US" altLang="zh-CN" sz="1200" b="0" i="0" u="none" strike="noStrike" cap="none" spc="0" normalizeH="0" baseline="0" dirty="0">
                <a:ln>
                  <a:noFill/>
                </a:ln>
                <a:solidFill>
                  <a:schemeClr val="bg1">
                    <a:lumMod val="65000"/>
                  </a:schemeClr>
                </a:solidFill>
                <a:effectLst/>
                <a:uFillTx/>
                <a:latin typeface="Arial" panose="020B0604020202020204" pitchFamily="34" charset="0"/>
                <a:ea typeface="微软雅黑" panose="020B0503020204020204" pitchFamily="34" charset="-122"/>
                <a:cs typeface="Arial" panose="020B0604020202020204" pitchFamily="34" charset="0"/>
                <a:sym typeface="Calibri"/>
              </a:rPr>
              <a:t>Info Sec: This document contains confidential information. No photos and screenshots are allowed, unauthorized distribution or dissemination is strictly prohibited. </a:t>
            </a:r>
            <a:endParaRPr kumimoji="0" lang="zh-CN" altLang="en-US" sz="1200" b="0" i="0" u="none" strike="noStrike" cap="none" spc="0" normalizeH="0" baseline="0" dirty="0">
              <a:ln>
                <a:noFill/>
              </a:ln>
              <a:solidFill>
                <a:schemeClr val="bg1">
                  <a:lumMod val="65000"/>
                </a:schemeClr>
              </a:solidFill>
              <a:effectLst/>
              <a:uFillTx/>
              <a:latin typeface="Arial" panose="020B0604020202020204" pitchFamily="34" charset="0"/>
              <a:ea typeface="微软雅黑" panose="020B0503020204020204" pitchFamily="34" charset="-122"/>
              <a:cs typeface="Arial" panose="020B0604020202020204" pitchFamily="34" charset="0"/>
              <a:sym typeface="Calibri"/>
            </a:endParaRPr>
          </a:p>
        </p:txBody>
      </p:sp>
    </p:spTree>
    <p:extLst>
      <p:ext uri="{BB962C8B-B14F-4D97-AF65-F5344CB8AC3E}">
        <p14:creationId xmlns:p14="http://schemas.microsoft.com/office/powerpoint/2010/main" val="1077439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深色底封面">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10517465" y="225980"/>
            <a:ext cx="1291063" cy="454263"/>
          </a:xfrm>
          <a:prstGeom prst="rect">
            <a:avLst/>
          </a:prstGeom>
        </p:spPr>
      </p:pic>
      <p:pic>
        <p:nvPicPr>
          <p:cNvPr id="4" name="图像" descr="图像"/>
          <p:cNvPicPr>
            <a:picLocks noChangeAspect="1"/>
          </p:cNvPicPr>
          <p:nvPr userDrawn="1"/>
        </p:nvPicPr>
        <p:blipFill>
          <a:blip r:embed="rId3" cstate="screen"/>
          <a:stretch>
            <a:fillRect/>
          </a:stretch>
        </p:blipFill>
        <p:spPr>
          <a:xfrm>
            <a:off x="300458" y="317422"/>
            <a:ext cx="605150" cy="813884"/>
          </a:xfrm>
          <a:prstGeom prst="rect">
            <a:avLst/>
          </a:prstGeom>
          <a:ln w="12700">
            <a:miter lim="400000"/>
            <a:headEnd/>
            <a:tailEnd/>
          </a:ln>
        </p:spPr>
      </p:pic>
      <p:cxnSp>
        <p:nvCxnSpPr>
          <p:cNvPr id="5" name="直线连接符 9"/>
          <p:cNvCxnSpPr>
            <a:cxnSpLocks/>
          </p:cNvCxnSpPr>
          <p:nvPr userDrawn="1"/>
        </p:nvCxnSpPr>
        <p:spPr>
          <a:xfrm>
            <a:off x="992386" y="276231"/>
            <a:ext cx="0" cy="550246"/>
          </a:xfrm>
          <a:prstGeom prst="line">
            <a:avLst/>
          </a:prstGeom>
          <a:ln>
            <a:solidFill>
              <a:srgbClr val="1577FE"/>
            </a:solidFill>
          </a:ln>
        </p:spPr>
        <p:style>
          <a:lnRef idx="1">
            <a:schemeClr val="accent1"/>
          </a:lnRef>
          <a:fillRef idx="0">
            <a:schemeClr val="accent1"/>
          </a:fillRef>
          <a:effectRef idx="0">
            <a:schemeClr val="accent1"/>
          </a:effectRef>
          <a:fontRef idx="minor">
            <a:schemeClr val="tx1"/>
          </a:fontRef>
        </p:style>
      </p:cxnSp>
      <p:sp>
        <p:nvSpPr>
          <p:cNvPr id="7" name="Title 7">
            <a:extLst>
              <a:ext uri="{FF2B5EF4-FFF2-40B4-BE49-F238E27FC236}">
                <a16:creationId xmlns:a16="http://schemas.microsoft.com/office/drawing/2014/main" id="{AA34DE5A-2ACC-4DAA-A4F9-882D6D9742B4}"/>
              </a:ext>
            </a:extLst>
          </p:cNvPr>
          <p:cNvSpPr>
            <a:spLocks noGrp="1"/>
          </p:cNvSpPr>
          <p:nvPr>
            <p:ph type="title" hasCustomPrompt="1"/>
          </p:nvPr>
        </p:nvSpPr>
        <p:spPr>
          <a:xfrm>
            <a:off x="992386" y="317422"/>
            <a:ext cx="7473893" cy="550246"/>
          </a:xfrm>
        </p:spPr>
        <p:txBody>
          <a:bodyPr>
            <a:noAutofit/>
          </a:bodyPr>
          <a:lstStyle>
            <a:lvl1pPr>
              <a:defRPr sz="2800" b="1">
                <a:solidFill>
                  <a:schemeClr val="tx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18560595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5FDF928B-F70E-0C80-338C-D6628ED77309}"/>
              </a:ext>
            </a:extLst>
          </p:cNvPr>
          <p:cNvSpPr>
            <a:spLocks noGrp="1"/>
          </p:cNvSpPr>
          <p:nvPr>
            <p:ph type="title"/>
          </p:nvPr>
        </p:nvSpPr>
        <p:spPr>
          <a:xfrm>
            <a:off x="497840" y="295475"/>
            <a:ext cx="10450103" cy="539495"/>
          </a:xfrm>
          <a:prstGeom prst="rect">
            <a:avLst/>
          </a:prstGeom>
        </p:spPr>
        <p:txBody>
          <a:bodyPr/>
          <a:lstStyle>
            <a:lvl1pPr>
              <a:defRPr lang="zh-CN" altLang="en-US" sz="2399" b="1" kern="1200" dirty="0">
                <a:solidFill>
                  <a:srgbClr val="0098E0"/>
                </a:solidFill>
                <a:latin typeface="微软雅黑" panose="020B0503020204020204" pitchFamily="34" charset="-122"/>
                <a:ea typeface="微软雅黑" panose="020B0503020204020204" pitchFamily="34" charset="-122"/>
                <a:cs typeface="Arial Unicode MS" panose="020B0604020202020204" pitchFamily="34" charset="-122"/>
              </a:defRPr>
            </a:lvl1pPr>
          </a:lstStyle>
          <a:p>
            <a:r>
              <a:rPr lang="zh-CN" altLang="en-US" dirty="0"/>
              <a:t>单击此处编辑母版标题样式</a:t>
            </a:r>
          </a:p>
        </p:txBody>
      </p:sp>
      <p:pic>
        <p:nvPicPr>
          <p:cNvPr id="11" name="Picture 2" descr="D:\MyData\LIDUAN\Documents\WeChat Files\Sodakevin\Files\美的标志PNG格式\美的标志PNG格式 (1).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817527" y="133930"/>
            <a:ext cx="990600" cy="701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107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dark">
    <p:spTree>
      <p:nvGrpSpPr>
        <p:cNvPr id="1" name=""/>
        <p:cNvGrpSpPr/>
        <p:nvPr/>
      </p:nvGrpSpPr>
      <p:grpSpPr>
        <a:xfrm>
          <a:off x="0" y="0"/>
          <a:ext cx="0" cy="0"/>
          <a:chOff x="0" y="0"/>
          <a:chExt cx="0" cy="0"/>
        </a:xfrm>
      </p:grpSpPr>
      <p:sp>
        <p:nvSpPr>
          <p:cNvPr id="10" name="Textplatzhalter 10">
            <a:extLst>
              <a:ext uri="{FF2B5EF4-FFF2-40B4-BE49-F238E27FC236}">
                <a16:creationId xmlns:a16="http://schemas.microsoft.com/office/drawing/2014/main" id="{9C364B6D-62C0-4DEB-8928-4B8CDF3F18D2}"/>
              </a:ext>
            </a:extLst>
          </p:cNvPr>
          <p:cNvSpPr>
            <a:spLocks noGrp="1"/>
          </p:cNvSpPr>
          <p:nvPr>
            <p:ph type="body" sz="quarter" idx="14"/>
          </p:nvPr>
        </p:nvSpPr>
        <p:spPr>
          <a:xfrm>
            <a:off x="371475" y="1484313"/>
            <a:ext cx="11449050" cy="4968875"/>
          </a:xfrm>
          <a:prstGeom prst="rect">
            <a:avLst/>
          </a:prstGeom>
        </p:spPr>
        <p:txBody>
          <a:bodyPr anchor="t"/>
          <a:lstStyle>
            <a:lvl1pPr marL="0" indent="0">
              <a:lnSpc>
                <a:spcPct val="100000"/>
              </a:lnSpc>
              <a:buNone/>
              <a:defRPr sz="1800" b="0" i="0">
                <a:solidFill>
                  <a:srgbClr val="34364E"/>
                </a:solidFill>
                <a:latin typeface="Neue Haas Grotesk Text Pro" panose="020B0504020202020204" pitchFamily="34" charset="77"/>
                <a:cs typeface="Poppins" panose="00000500000000000000" pitchFamily="2" charset="0"/>
              </a:defRPr>
            </a:lvl1pPr>
          </a:lstStyle>
          <a:p>
            <a:pPr lvl="0"/>
            <a:endParaRPr lang="en-GB" noProof="0" dirty="0"/>
          </a:p>
        </p:txBody>
      </p:sp>
      <p:sp>
        <p:nvSpPr>
          <p:cNvPr id="5" name="Textplatzhalter 3">
            <a:extLst>
              <a:ext uri="{FF2B5EF4-FFF2-40B4-BE49-F238E27FC236}">
                <a16:creationId xmlns:a16="http://schemas.microsoft.com/office/drawing/2014/main" id="{4578CE33-CEF1-2948-9CED-560A80331BE9}"/>
              </a:ext>
            </a:extLst>
          </p:cNvPr>
          <p:cNvSpPr>
            <a:spLocks noGrp="1"/>
          </p:cNvSpPr>
          <p:nvPr>
            <p:ph type="body" sz="quarter" idx="15" hasCustomPrompt="1"/>
          </p:nvPr>
        </p:nvSpPr>
        <p:spPr>
          <a:xfrm>
            <a:off x="374124" y="340556"/>
            <a:ext cx="8380409" cy="455314"/>
          </a:xfrm>
          <a:prstGeom prst="rect">
            <a:avLst/>
          </a:prstGeom>
        </p:spPr>
        <p:txBody>
          <a:bodyPr/>
          <a:lstStyle>
            <a:lvl1pPr marL="0" indent="0">
              <a:buNone/>
              <a:defRPr sz="3600" b="1">
                <a:solidFill>
                  <a:srgbClr val="225560"/>
                </a:solidFill>
                <a:latin typeface="Neue Haas Grotesk Text Pro" panose="020B0504020202020204" pitchFamily="34" charset="77"/>
              </a:defRPr>
            </a:lvl1pPr>
          </a:lstStyle>
          <a:p>
            <a:pPr lvl="0"/>
            <a:r>
              <a:rPr lang="de-DE" dirty="0">
                <a:latin typeface="Neue Haas Grotesk Text Pro" panose="020B0504020202020204" pitchFamily="34" charset="77"/>
              </a:rPr>
              <a:t>PAGE TITLE GOES HERE</a:t>
            </a:r>
            <a:endParaRPr lang="de-DE" dirty="0"/>
          </a:p>
        </p:txBody>
      </p:sp>
      <p:sp>
        <p:nvSpPr>
          <p:cNvPr id="6" name="Textplatzhalter 3">
            <a:extLst>
              <a:ext uri="{FF2B5EF4-FFF2-40B4-BE49-F238E27FC236}">
                <a16:creationId xmlns:a16="http://schemas.microsoft.com/office/drawing/2014/main" id="{6043C7C6-3F53-F540-9C2C-23CD468D29C4}"/>
              </a:ext>
            </a:extLst>
          </p:cNvPr>
          <p:cNvSpPr>
            <a:spLocks noGrp="1"/>
          </p:cNvSpPr>
          <p:nvPr>
            <p:ph type="body" sz="quarter" idx="16" hasCustomPrompt="1"/>
          </p:nvPr>
        </p:nvSpPr>
        <p:spPr>
          <a:xfrm>
            <a:off x="374124" y="800100"/>
            <a:ext cx="8380409" cy="455314"/>
          </a:xfrm>
          <a:prstGeom prst="rect">
            <a:avLst/>
          </a:prstGeom>
        </p:spPr>
        <p:txBody>
          <a:bodyPr/>
          <a:lstStyle>
            <a:lvl1pPr marL="0" indent="0">
              <a:buNone/>
              <a:defRPr sz="3200" b="0">
                <a:solidFill>
                  <a:srgbClr val="34364E"/>
                </a:solidFill>
                <a:latin typeface="Neue Haas Grotesk Text Pro" panose="020B0504020202020204" pitchFamily="34" charset="77"/>
              </a:defRPr>
            </a:lvl1pPr>
          </a:lstStyle>
          <a:p>
            <a:pPr lvl="0"/>
            <a:r>
              <a:rPr lang="de-DE" dirty="0">
                <a:latin typeface="Neue Haas Grotesk Text Pro" panose="020B0504020202020204" pitchFamily="34" charset="77"/>
              </a:rPr>
              <a:t>SUBTITLE GOES HERE</a:t>
            </a:r>
            <a:endParaRPr lang="de-DE" dirty="0"/>
          </a:p>
        </p:txBody>
      </p:sp>
    </p:spTree>
    <p:extLst>
      <p:ext uri="{BB962C8B-B14F-4D97-AF65-F5344CB8AC3E}">
        <p14:creationId xmlns:p14="http://schemas.microsoft.com/office/powerpoint/2010/main" val="163548927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949F73F-40C4-459A-87F2-5B4A916D85AA}"/>
              </a:ext>
            </a:extLst>
          </p:cNvPr>
          <p:cNvGraphicFramePr>
            <a:graphicFrameLocks noChangeAspect="1"/>
          </p:cNvGraphicFramePr>
          <p:nvPr userDrawn="1">
            <p:custDataLst>
              <p:tags r:id="rId13"/>
            </p:custDataLst>
            <p:extLst>
              <p:ext uri="{D42A27DB-BD31-4B8C-83A1-F6EECF244321}">
                <p14:modId xmlns:p14="http://schemas.microsoft.com/office/powerpoint/2010/main" val="2439456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41" name="think-cell Slide" r:id="rId14" imgW="606" imgH="608" progId="TCLayout.ActiveDocument.1">
                  <p:embed/>
                </p:oleObj>
              </mc:Choice>
              <mc:Fallback>
                <p:oleObj name="think-cell Slide" r:id="rId14" imgW="606" imgH="608" progId="TCLayout.ActiveDocument.1">
                  <p:embed/>
                  <p:pic>
                    <p:nvPicPr>
                      <p:cNvPr id="6" name="think-cell data - do not delete" hidden="1">
                        <a:extLst>
                          <a:ext uri="{FF2B5EF4-FFF2-40B4-BE49-F238E27FC236}">
                            <a16:creationId xmlns:a16="http://schemas.microsoft.com/office/drawing/2014/main" id="{9949F73F-40C4-459A-87F2-5B4A916D85A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5" name="BtfpConfiguration" hidden="1"/>
          <p:cNvSpPr txBox="1"/>
          <p:nvPr userDrawn="1"/>
        </p:nvSpPr>
        <p:spPr bwMode="hidden">
          <a:xfrm>
            <a:off x="0" y="0"/>
            <a:ext cx="36000" cy="36000"/>
          </a:xfrm>
          <a:prstGeom prst="rect">
            <a:avLst/>
          </a:prstGeom>
          <a:noFill/>
        </p:spPr>
        <p:txBody>
          <a:bodyPr wrap="none" lIns="0" tIns="0" rIns="0" bIns="0" rtlCol="0">
            <a:noAutofit/>
          </a:bodyPr>
          <a:lstStyle/>
          <a:p>
            <a:pPr marL="0" indent="0">
              <a:buNone/>
            </a:pPr>
            <a:r>
              <a:rPr lang="en-US" sz="100">
                <a:solidFill>
                  <a:schemeClr val="bg1">
                    <a:alpha val="0"/>
                  </a:schemeClr>
                </a:solidFill>
              </a:rPr>
              <a:t>&lt;BTFP&gt;&lt;!-- BTFPCONFIGURATION: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--&gt;&lt;/BTFP&gt;</a:t>
            </a:r>
          </a:p>
        </p:txBody>
      </p:sp>
      <p:sp>
        <p:nvSpPr>
          <p:cNvPr id="8" name="CreatedFooter"/>
          <p:cNvSpPr/>
          <p:nvPr userDrawn="1"/>
        </p:nvSpPr>
        <p:spPr>
          <a:xfrm>
            <a:off x="8263033" y="6642830"/>
            <a:ext cx="1368171" cy="257369"/>
          </a:xfrm>
          <a:prstGeom prst="rect">
            <a:avLst/>
          </a:prstGeom>
        </p:spPr>
        <p:txBody>
          <a:bodyPr wrap="square" lIns="36000" tIns="36000" rIns="36000" bIns="36000">
            <a:spAutoFit/>
          </a:bodyPr>
          <a:lstStyle/>
          <a:p>
            <a:pPr marL="0" indent="0" algn="ctr" defTabSz="711200" rtl="0" eaLnBrk="1" latinLnBrk="0" hangingPunct="1">
              <a:spcBef>
                <a:spcPts val="1200"/>
              </a:spcBef>
              <a:buNone/>
            </a:pPr>
            <a:r>
              <a:rPr lang="en-US" altLang="zh-CN" sz="600">
                <a:solidFill>
                  <a:srgbClr val="FFFFFF"/>
                </a:solidFill>
              </a:rPr>
              <a:t>20240723_</a:t>
            </a:r>
            <a:r>
              <a:rPr lang="zh-CN" altLang="en-US" sz="600">
                <a:solidFill>
                  <a:srgbClr val="FFFFFF"/>
                </a:solidFill>
              </a:rPr>
              <a:t>美的</a:t>
            </a:r>
            <a:r>
              <a:rPr lang="en-US" altLang="zh-CN" sz="600">
                <a:solidFill>
                  <a:srgbClr val="FFFFFF"/>
                </a:solidFill>
              </a:rPr>
              <a:t>OBM</a:t>
            </a:r>
            <a:r>
              <a:rPr lang="zh-CN" altLang="en-US" sz="600">
                <a:solidFill>
                  <a:srgbClr val="FFFFFF"/>
                </a:solidFill>
              </a:rPr>
              <a:t>转型</a:t>
            </a:r>
            <a:r>
              <a:rPr lang="en-US" altLang="zh-CN" sz="600">
                <a:solidFill>
                  <a:srgbClr val="FFFFFF"/>
                </a:solidFill>
              </a:rPr>
              <a:t>_</a:t>
            </a:r>
            <a:r>
              <a:rPr lang="zh-CN" altLang="en-US" sz="600">
                <a:solidFill>
                  <a:srgbClr val="FFFFFF"/>
                </a:solidFill>
              </a:rPr>
              <a:t>外部案例研究</a:t>
            </a:r>
            <a:r>
              <a:rPr lang="en-US" altLang="zh-CN" sz="600">
                <a:solidFill>
                  <a:srgbClr val="FFFFFF"/>
                </a:solidFill>
              </a:rPr>
              <a:t>_v8 share</a:t>
            </a:r>
            <a:endParaRPr lang="en-US" sz="600">
              <a:solidFill>
                <a:srgbClr val="FFFFFF"/>
              </a:solidFill>
            </a:endParaRPr>
          </a:p>
        </p:txBody>
      </p:sp>
      <p:sp>
        <p:nvSpPr>
          <p:cNvPr id="7" name="OfficeCode"/>
          <p:cNvSpPr/>
          <p:nvPr userDrawn="1"/>
        </p:nvSpPr>
        <p:spPr>
          <a:xfrm>
            <a:off x="7348519" y="6642830"/>
            <a:ext cx="288036" cy="165036"/>
          </a:xfrm>
          <a:prstGeom prst="rect">
            <a:avLst/>
          </a:prstGeom>
        </p:spPr>
        <p:txBody>
          <a:bodyPr wrap="square" lIns="36000" tIns="36000" rIns="36000" bIns="36000">
            <a:spAutoFit/>
          </a:bodyPr>
          <a:lstStyle/>
          <a:p>
            <a:pPr marL="0" indent="0" algn="ctr" defTabSz="711200" rtl="0" eaLnBrk="1" latinLnBrk="0" hangingPunct="1">
              <a:spcBef>
                <a:spcPts val="1200"/>
              </a:spcBef>
              <a:buNone/>
            </a:pPr>
            <a:r>
              <a:rPr lang="en-US" sz="600">
                <a:solidFill>
                  <a:srgbClr val="FFFFFF"/>
                </a:solidFill>
              </a:rPr>
              <a:t>SHA</a:t>
            </a:r>
          </a:p>
        </p:txBody>
      </p:sp>
      <p:sp>
        <p:nvSpPr>
          <p:cNvPr id="3" name="Text Placeholder"/>
          <p:cNvSpPr>
            <a:spLocks noGrp="1"/>
          </p:cNvSpPr>
          <p:nvPr>
            <p:ph type="body" idx="1"/>
          </p:nvPr>
        </p:nvSpPr>
        <p:spPr>
          <a:xfrm>
            <a:off x="334435" y="1268413"/>
            <a:ext cx="11522603" cy="5292725"/>
          </a:xfrm>
          <a:prstGeom prst="rect">
            <a:avLst/>
          </a:prstGeom>
        </p:spPr>
        <p:txBody>
          <a:bodyPr vert="horz" lIns="36000" tIns="36000" rIns="36000" bIns="3600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Title"/>
          <p:cNvSpPr>
            <a:spLocks noGrp="1"/>
          </p:cNvSpPr>
          <p:nvPr>
            <p:ph type="title"/>
          </p:nvPr>
        </p:nvSpPr>
        <p:spPr>
          <a:xfrm>
            <a:off x="901432" y="159188"/>
            <a:ext cx="10955606" cy="579647"/>
          </a:xfrm>
          <a:prstGeom prst="rect">
            <a:avLst/>
          </a:prstGeom>
        </p:spPr>
        <p:txBody>
          <a:bodyPr vert="horz" lIns="36000" tIns="36000" rIns="36000" bIns="72000" rtlCol="0" anchor="b">
            <a:noAutofit/>
          </a:bodyPr>
          <a:lstStyle/>
          <a:p>
            <a:r>
              <a:rPr lang="en-US"/>
              <a:t>Click to edit Master title style</a:t>
            </a:r>
          </a:p>
        </p:txBody>
      </p:sp>
      <p:pic>
        <p:nvPicPr>
          <p:cNvPr id="4" name="图像" descr="图像">
            <a:extLst>
              <a:ext uri="{FF2B5EF4-FFF2-40B4-BE49-F238E27FC236}">
                <a16:creationId xmlns:a16="http://schemas.microsoft.com/office/drawing/2014/main" id="{0004349C-3DD9-143B-B7D8-166148EE3402}"/>
              </a:ext>
            </a:extLst>
          </p:cNvPr>
          <p:cNvPicPr>
            <a:picLocks noChangeAspect="1"/>
          </p:cNvPicPr>
          <p:nvPr userDrawn="1"/>
        </p:nvPicPr>
        <p:blipFill>
          <a:blip r:embed="rId16" cstate="screen"/>
          <a:stretch>
            <a:fillRect/>
          </a:stretch>
        </p:blipFill>
        <p:spPr>
          <a:xfrm>
            <a:off x="147801" y="222325"/>
            <a:ext cx="596766" cy="802608"/>
          </a:xfrm>
          <a:prstGeom prst="rect">
            <a:avLst/>
          </a:prstGeom>
          <a:ln w="12700">
            <a:miter lim="400000"/>
            <a:headEnd/>
            <a:tailEnd/>
          </a:ln>
        </p:spPr>
      </p:pic>
      <p:cxnSp>
        <p:nvCxnSpPr>
          <p:cNvPr id="9" name="直线连接符 9">
            <a:extLst>
              <a:ext uri="{FF2B5EF4-FFF2-40B4-BE49-F238E27FC236}">
                <a16:creationId xmlns:a16="http://schemas.microsoft.com/office/drawing/2014/main" id="{DB7242EC-7530-4149-6DD4-679931629E6A}"/>
              </a:ext>
            </a:extLst>
          </p:cNvPr>
          <p:cNvCxnSpPr>
            <a:cxnSpLocks/>
          </p:cNvCxnSpPr>
          <p:nvPr userDrawn="1"/>
        </p:nvCxnSpPr>
        <p:spPr>
          <a:xfrm>
            <a:off x="855048" y="159188"/>
            <a:ext cx="0" cy="579647"/>
          </a:xfrm>
          <a:prstGeom prst="line">
            <a:avLst/>
          </a:prstGeom>
          <a:ln>
            <a:solidFill>
              <a:srgbClr val="1577FE"/>
            </a:solidFill>
          </a:ln>
        </p:spPr>
        <p:style>
          <a:lnRef idx="1">
            <a:schemeClr val="accent1"/>
          </a:lnRef>
          <a:fillRef idx="0">
            <a:schemeClr val="accent1"/>
          </a:fillRef>
          <a:effectRef idx="0">
            <a:schemeClr val="accent1"/>
          </a:effectRef>
          <a:fontRef idx="minor">
            <a:schemeClr val="tx1"/>
          </a:fontRef>
        </p:style>
      </p:cxnSp>
      <p:sp>
        <p:nvSpPr>
          <p:cNvPr id="19" name="SlideNumber"/>
          <p:cNvSpPr/>
          <p:nvPr userDrawn="1"/>
        </p:nvSpPr>
        <p:spPr bwMode="gray">
          <a:xfrm>
            <a:off x="11715975" y="6649694"/>
            <a:ext cx="141064" cy="138499"/>
          </a:xfrm>
          <a:prstGeom prst="roundRect">
            <a:avLst>
              <a:gd name="adj" fmla="val 0"/>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spAutoFit/>
          </a:bodyPr>
          <a:lstStyle/>
          <a:p>
            <a:pPr marL="0" indent="0" algn="r" defTabSz="711200" rtl="0" eaLnBrk="1" latinLnBrk="0" hangingPunct="1">
              <a:spcBef>
                <a:spcPts val="1200"/>
              </a:spcBef>
              <a:buNone/>
            </a:pPr>
            <a:fld id="{BB69BBE8-4DB2-4642-B003-B220ACD5A2FD}" type="slidenum">
              <a:rPr lang="en-US" sz="900" b="0" baseline="0" smtClean="0">
                <a:solidFill>
                  <a:schemeClr val="bg2"/>
                </a:solidFill>
                <a:latin typeface="+mn-lt"/>
              </a:rPr>
              <a:pPr marL="0" indent="0" algn="r" defTabSz="711200" rtl="0" eaLnBrk="1" latinLnBrk="0" hangingPunct="1">
                <a:spcBef>
                  <a:spcPts val="1200"/>
                </a:spcBef>
                <a:buNone/>
              </a:pPr>
              <a:t>‹#›</a:t>
            </a:fld>
            <a:endParaRPr lang="en-US" sz="900" b="0">
              <a:solidFill>
                <a:schemeClr val="bg2"/>
              </a:solidFill>
              <a:latin typeface="+mn-lt"/>
            </a:endParaRPr>
          </a:p>
        </p:txBody>
      </p:sp>
    </p:spTree>
    <p:extLst>
      <p:ext uri="{BB962C8B-B14F-4D97-AF65-F5344CB8AC3E}">
        <p14:creationId xmlns:p14="http://schemas.microsoft.com/office/powerpoint/2010/main" val="18493416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68" r:id="rId5"/>
    <p:sldLayoutId id="2147483669" r:id="rId6"/>
    <p:sldLayoutId id="2147483670" r:id="rId7"/>
    <p:sldLayoutId id="2147483671" r:id="rId8"/>
    <p:sldLayoutId id="2147483672" r:id="rId9"/>
    <p:sldLayoutId id="2147483673" r:id="rId10"/>
  </p:sldLayoutIdLst>
  <p:txStyles>
    <p:titleStyle>
      <a:lvl1pPr algn="l" defTabSz="7112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180975" indent="-180975" algn="l" defTabSz="914354" rtl="0" eaLnBrk="1" latinLnBrk="0" hangingPunct="1">
        <a:lnSpc>
          <a:spcPct val="100000"/>
        </a:lnSpc>
        <a:spcBef>
          <a:spcPts val="1200"/>
        </a:spcBef>
        <a:buFont typeface="Arial" panose="020B0604020202020204" pitchFamily="34" charset="0"/>
        <a:buChar char="•"/>
        <a:defRPr sz="1600" kern="1200">
          <a:solidFill>
            <a:schemeClr val="tx1"/>
          </a:solidFill>
          <a:latin typeface="+mn-lt"/>
          <a:ea typeface="+mn-ea"/>
          <a:cs typeface="+mn-cs"/>
        </a:defRPr>
      </a:lvl1pPr>
      <a:lvl2pPr marL="361950" indent="-180975" algn="l" defTabSz="914354"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534988" indent="-173038" algn="l" defTabSz="914354" rtl="0" eaLnBrk="1" latinLnBrk="0" hangingPunct="1">
        <a:lnSpc>
          <a:spcPct val="100000"/>
        </a:lnSpc>
        <a:spcBef>
          <a:spcPts val="600"/>
        </a:spcBef>
        <a:buFont typeface="Arial" panose="020B0604020202020204" pitchFamily="34" charset="0"/>
        <a:buChar char="&gt;"/>
        <a:defRPr sz="1400" kern="1200">
          <a:solidFill>
            <a:schemeClr val="tx1"/>
          </a:solidFill>
          <a:latin typeface="+mn-lt"/>
          <a:ea typeface="+mn-ea"/>
          <a:cs typeface="+mn-cs"/>
        </a:defRPr>
      </a:lvl3pPr>
      <a:lvl4pPr marL="715963" indent="-180975" algn="l" defTabSz="914354"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898525" indent="-182563" algn="l" defTabSz="914354" rtl="0" eaLnBrk="1" latinLnBrk="0" hangingPunct="1">
        <a:lnSpc>
          <a:spcPct val="100000"/>
        </a:lnSpc>
        <a:spcBef>
          <a:spcPts val="600"/>
        </a:spcBef>
        <a:buFont typeface="Arial" panose="020B0604020202020204" pitchFamily="34" charset="0"/>
        <a:buChar char="&gt;"/>
        <a:defRPr sz="14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algn="l" defTabSz="711200" rtl="0" eaLnBrk="1" latinLnBrk="0" hangingPunct="1">
        <a:defRPr sz="1400" kern="1200">
          <a:solidFill>
            <a:schemeClr val="tx1"/>
          </a:solidFill>
          <a:latin typeface="+mn-lt"/>
          <a:ea typeface="+mn-ea"/>
          <a:cs typeface="+mn-cs"/>
        </a:defRPr>
      </a:lvl6pPr>
      <a:lvl7pPr marL="1244600" algn="l" defTabSz="711200" rtl="0" eaLnBrk="1" latinLnBrk="0" hangingPunct="1">
        <a:defRPr sz="1400" kern="1200">
          <a:solidFill>
            <a:schemeClr val="tx1"/>
          </a:solidFill>
          <a:latin typeface="+mn-lt"/>
          <a:ea typeface="+mn-ea"/>
          <a:cs typeface="+mn-cs"/>
        </a:defRPr>
      </a:lvl7pPr>
      <a:lvl8pPr marL="1422400" algn="l" defTabSz="711200" rtl="0" eaLnBrk="1" latinLnBrk="0" hangingPunct="1">
        <a:defRPr sz="1400" kern="1200">
          <a:solidFill>
            <a:schemeClr val="tx1"/>
          </a:solidFill>
          <a:latin typeface="+mn-lt"/>
          <a:ea typeface="+mn-ea"/>
          <a:cs typeface="+mn-cs"/>
        </a:defRPr>
      </a:lvl8pPr>
      <a:lvl9pPr marL="1600200" algn="l" defTabSz="7112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50">
          <p15:clr>
            <a:srgbClr val="D1D1D1"/>
          </p15:clr>
        </p15:guide>
        <p15:guide id="4" orient="horz" pos="799">
          <p15:clr>
            <a:srgbClr val="D1D1D1"/>
          </p15:clr>
        </p15:guide>
        <p15:guide id="7" orient="horz" pos="4133">
          <p15:clr>
            <a:srgbClr val="D1D1D1"/>
          </p15:clr>
        </p15:guide>
        <p15:guide id="8" pos="208">
          <p15:clr>
            <a:srgbClr val="CCCCCC"/>
          </p15:clr>
        </p15:guide>
        <p15:guide id="9" pos="7472">
          <p15:clr>
            <a:srgbClr val="CCCCC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42" Type="http://schemas.openxmlformats.org/officeDocument/2006/relationships/image" Target="../media/image50.png"/><Relationship Id="rId47" Type="http://schemas.openxmlformats.org/officeDocument/2006/relationships/image" Target="../media/image55.png"/><Relationship Id="rId63" Type="http://schemas.openxmlformats.org/officeDocument/2006/relationships/image" Target="../media/image71.png"/><Relationship Id="rId68" Type="http://schemas.openxmlformats.org/officeDocument/2006/relationships/image" Target="../media/image76.png"/><Relationship Id="rId7" Type="http://schemas.microsoft.com/office/2007/relationships/diagramDrawing" Target="../diagrams/drawing1.xml"/><Relationship Id="rId71" Type="http://schemas.openxmlformats.org/officeDocument/2006/relationships/image" Target="../media/image79.png"/><Relationship Id="rId2" Type="http://schemas.openxmlformats.org/officeDocument/2006/relationships/notesSlide" Target="../notesSlides/notesSlide7.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jpe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66.png"/><Relationship Id="rId66" Type="http://schemas.openxmlformats.org/officeDocument/2006/relationships/image" Target="../media/image74.png"/><Relationship Id="rId5" Type="http://schemas.openxmlformats.org/officeDocument/2006/relationships/diagramQuickStyle" Target="../diagrams/quickStyle1.xml"/><Relationship Id="rId61" Type="http://schemas.openxmlformats.org/officeDocument/2006/relationships/image" Target="../media/image69.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jpeg"/><Relationship Id="rId64" Type="http://schemas.openxmlformats.org/officeDocument/2006/relationships/image" Target="../media/image72.png"/><Relationship Id="rId69" Type="http://schemas.openxmlformats.org/officeDocument/2006/relationships/image" Target="../media/image77.png"/><Relationship Id="rId8" Type="http://schemas.openxmlformats.org/officeDocument/2006/relationships/image" Target="../media/image16.png"/><Relationship Id="rId51" Type="http://schemas.openxmlformats.org/officeDocument/2006/relationships/image" Target="../media/image59.png"/><Relationship Id="rId72" Type="http://schemas.openxmlformats.org/officeDocument/2006/relationships/image" Target="../media/image80.png"/><Relationship Id="rId3" Type="http://schemas.openxmlformats.org/officeDocument/2006/relationships/diagramData" Target="../diagrams/data1.xml"/><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7.jpeg"/><Relationship Id="rId67" Type="http://schemas.openxmlformats.org/officeDocument/2006/relationships/image" Target="../media/image75.png"/><Relationship Id="rId20" Type="http://schemas.openxmlformats.org/officeDocument/2006/relationships/image" Target="../media/image28.jpe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70.png"/><Relationship Id="rId70" Type="http://schemas.openxmlformats.org/officeDocument/2006/relationships/image" Target="../media/image78.png"/><Relationship Id="rId1" Type="http://schemas.openxmlformats.org/officeDocument/2006/relationships/slideLayout" Target="../slideLayouts/slideLayout1.xml"/><Relationship Id="rId6" Type="http://schemas.openxmlformats.org/officeDocument/2006/relationships/diagramColors" Target="../diagrams/colors1.xml"/><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jpe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diagramLayout" Target="../diagrams/layout1.xml"/><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 Id="rId34" Type="http://schemas.openxmlformats.org/officeDocument/2006/relationships/image" Target="../media/image42.png"/><Relationship Id="rId50" Type="http://schemas.openxmlformats.org/officeDocument/2006/relationships/image" Target="../media/image58.png"/><Relationship Id="rId55" Type="http://schemas.openxmlformats.org/officeDocument/2006/relationships/image" Target="../media/image63.png"/></Relationships>
</file>

<file path=ppt/slides/_rels/slide9.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84.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_rels/slide10.xml.rels><?xml version="1.0" encoding="UTF-8" standalone="yes"?>
<Relationships xmlns="http://schemas.openxmlformats.org/package/2006/relationships"><Relationship Id="rId8" Type="http://schemas.openxmlformats.org/officeDocument/2006/relationships/image" Target="../media/image90.jpeg"/><Relationship Id="rId13" Type="http://schemas.openxmlformats.org/officeDocument/2006/relationships/image" Target="../media/image95.png"/><Relationship Id="rId3" Type="http://schemas.openxmlformats.org/officeDocument/2006/relationships/tags" Target="../tags/tag7.xml"/><Relationship Id="rId7" Type="http://schemas.openxmlformats.org/officeDocument/2006/relationships/image" Target="../media/image89.emf"/><Relationship Id="rId12" Type="http://schemas.openxmlformats.org/officeDocument/2006/relationships/image" Target="../media/image94.svg"/><Relationship Id="rId2" Type="http://schemas.openxmlformats.org/officeDocument/2006/relationships/tags" Target="../tags/tag6.xml"/><Relationship Id="rId1" Type="http://schemas.openxmlformats.org/officeDocument/2006/relationships/vmlDrawing" Target="../drawings/vmlDrawing4.vml"/><Relationship Id="rId6" Type="http://schemas.openxmlformats.org/officeDocument/2006/relationships/oleObject" Target="../embeddings/oleObject4.bin"/><Relationship Id="rId11" Type="http://schemas.openxmlformats.org/officeDocument/2006/relationships/image" Target="../media/image93.png"/><Relationship Id="rId5" Type="http://schemas.openxmlformats.org/officeDocument/2006/relationships/notesSlide" Target="../notesSlides/notesSlide9.xml"/><Relationship Id="rId10" Type="http://schemas.openxmlformats.org/officeDocument/2006/relationships/image" Target="../media/image92.svg"/><Relationship Id="rId4" Type="http://schemas.openxmlformats.org/officeDocument/2006/relationships/slideLayout" Target="../slideLayouts/slideLayout1.xml"/><Relationship Id="rId9" Type="http://schemas.openxmlformats.org/officeDocument/2006/relationships/image" Target="../media/image91.png"/><Relationship Id="rId14" Type="http://schemas.openxmlformats.org/officeDocument/2006/relationships/image" Target="../media/image96.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05.png"/><Relationship Id="rId3" Type="http://schemas.openxmlformats.org/officeDocument/2006/relationships/image" Target="../media/image97.png"/><Relationship Id="rId7" Type="http://schemas.openxmlformats.org/officeDocument/2006/relationships/image" Target="../media/image100.png"/><Relationship Id="rId12" Type="http://schemas.openxmlformats.org/officeDocument/2006/relationships/image" Target="../media/image104.png"/><Relationship Id="rId17" Type="http://schemas.openxmlformats.org/officeDocument/2006/relationships/image" Target="../media/image109.jpg"/><Relationship Id="rId2" Type="http://schemas.openxmlformats.org/officeDocument/2006/relationships/notesSlide" Target="../notesSlides/notesSlide11.xml"/><Relationship Id="rId16" Type="http://schemas.openxmlformats.org/officeDocument/2006/relationships/image" Target="../media/image108.svg"/><Relationship Id="rId1" Type="http://schemas.openxmlformats.org/officeDocument/2006/relationships/slideLayout" Target="../slideLayouts/slideLayout1.xml"/><Relationship Id="rId6" Type="http://schemas.microsoft.com/office/2007/relationships/hdphoto" Target="../media/hdphoto1.wdp"/><Relationship Id="rId11" Type="http://schemas.openxmlformats.org/officeDocument/2006/relationships/image" Target="../media/image103.png"/><Relationship Id="rId5" Type="http://schemas.openxmlformats.org/officeDocument/2006/relationships/image" Target="../media/image99.png"/><Relationship Id="rId15" Type="http://schemas.openxmlformats.org/officeDocument/2006/relationships/image" Target="../media/image107.png"/><Relationship Id="rId10" Type="http://schemas.openxmlformats.org/officeDocument/2006/relationships/image" Target="../media/image102.png"/><Relationship Id="rId4" Type="http://schemas.openxmlformats.org/officeDocument/2006/relationships/image" Target="../media/image98.png"/><Relationship Id="rId9" Type="http://schemas.openxmlformats.org/officeDocument/2006/relationships/image" Target="../media/image101.png"/><Relationship Id="rId14" Type="http://schemas.openxmlformats.org/officeDocument/2006/relationships/image" Target="../media/image106.png"/></Relationships>
</file>

<file path=ppt/slides/_rels/slide13.xml.rels><?xml version="1.0" encoding="UTF-8" standalone="yes"?>
<Relationships xmlns="http://schemas.openxmlformats.org/package/2006/relationships"><Relationship Id="rId3" Type="http://schemas.openxmlformats.org/officeDocument/2006/relationships/image" Target="../media/image110.jpg"/><Relationship Id="rId7" Type="http://schemas.openxmlformats.org/officeDocument/2006/relationships/image" Target="../media/image1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2.jpeg"/><Relationship Id="rId4" Type="http://schemas.openxmlformats.org/officeDocument/2006/relationships/image" Target="../media/image111.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3C3CFC5C-5CCE-A72F-9F67-1F44C1C036FE}"/>
              </a:ext>
            </a:extLst>
          </p:cNvPr>
          <p:cNvSpPr>
            <a:spLocks noGrp="1"/>
          </p:cNvSpPr>
          <p:nvPr>
            <p:ph type="subTitle" idx="1"/>
          </p:nvPr>
        </p:nvSpPr>
        <p:spPr/>
        <p:txBody>
          <a:bodyPr/>
          <a:lstStyle/>
          <a:p>
            <a:r>
              <a:rPr lang="en-US" altLang="zh-CN" dirty="0">
                <a:cs typeface="+mn-ea"/>
                <a:sym typeface="+mn-lt"/>
              </a:rPr>
              <a:t>2025</a:t>
            </a:r>
            <a:r>
              <a:rPr lang="zh-CN" altLang="en-US" dirty="0">
                <a:cs typeface="+mn-ea"/>
                <a:sym typeface="+mn-lt"/>
              </a:rPr>
              <a:t>年</a:t>
            </a:r>
            <a:r>
              <a:rPr lang="en-US" altLang="zh-CN" dirty="0">
                <a:cs typeface="+mn-ea"/>
                <a:sym typeface="+mn-lt"/>
              </a:rPr>
              <a:t>6</a:t>
            </a:r>
            <a:r>
              <a:rPr lang="zh-CN" altLang="en-US" dirty="0">
                <a:cs typeface="+mn-ea"/>
                <a:sym typeface="+mn-lt"/>
              </a:rPr>
              <a:t>月</a:t>
            </a:r>
          </a:p>
        </p:txBody>
      </p:sp>
      <p:sp>
        <p:nvSpPr>
          <p:cNvPr id="3" name="标题 2">
            <a:extLst>
              <a:ext uri="{FF2B5EF4-FFF2-40B4-BE49-F238E27FC236}">
                <a16:creationId xmlns:a16="http://schemas.microsoft.com/office/drawing/2014/main" id="{B6CEFC58-C166-52DD-70BE-94AD6FFF2A26}"/>
              </a:ext>
            </a:extLst>
          </p:cNvPr>
          <p:cNvSpPr>
            <a:spLocks noGrp="1"/>
          </p:cNvSpPr>
          <p:nvPr>
            <p:ph type="ctrTitle"/>
          </p:nvPr>
        </p:nvSpPr>
        <p:spPr>
          <a:xfrm>
            <a:off x="431800" y="2845735"/>
            <a:ext cx="7913913" cy="656655"/>
          </a:xfrm>
        </p:spPr>
        <p:txBody>
          <a:bodyPr/>
          <a:lstStyle/>
          <a:p>
            <a:r>
              <a:rPr lang="zh-CN" altLang="en-US" dirty="0">
                <a:latin typeface="+mn-lt"/>
                <a:ea typeface="+mn-ea"/>
                <a:cs typeface="+mn-ea"/>
                <a:sym typeface="+mn-lt"/>
              </a:rPr>
              <a:t>美的国际（</a:t>
            </a:r>
            <a:r>
              <a:rPr lang="en-US" altLang="zh-CN" dirty="0">
                <a:latin typeface="+mn-lt"/>
                <a:ea typeface="+mn-ea"/>
                <a:cs typeface="+mn-ea"/>
                <a:sym typeface="+mn-lt"/>
              </a:rPr>
              <a:t>MIB</a:t>
            </a:r>
            <a:r>
              <a:rPr lang="zh-CN" altLang="en-US" dirty="0">
                <a:latin typeface="+mn-lt"/>
                <a:ea typeface="+mn-ea"/>
                <a:cs typeface="+mn-ea"/>
                <a:sym typeface="+mn-lt"/>
              </a:rPr>
              <a:t>）发展战略简介</a:t>
            </a:r>
          </a:p>
        </p:txBody>
      </p:sp>
    </p:spTree>
    <p:extLst>
      <p:ext uri="{BB962C8B-B14F-4D97-AF65-F5344CB8AC3E}">
        <p14:creationId xmlns:p14="http://schemas.microsoft.com/office/powerpoint/2010/main" val="1791754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4DEB81B4-2104-B109-CBAC-2E14A44D8853}"/>
              </a:ext>
            </a:extLst>
          </p:cNvPr>
          <p:cNvGrpSpPr/>
          <p:nvPr/>
        </p:nvGrpSpPr>
        <p:grpSpPr>
          <a:xfrm>
            <a:off x="746579" y="2536117"/>
            <a:ext cx="10858500" cy="3721560"/>
            <a:chOff x="660400" y="2615950"/>
            <a:chExt cx="10858500" cy="2486627"/>
          </a:xfrm>
        </p:grpSpPr>
        <p:grpSp>
          <p:nvGrpSpPr>
            <p:cNvPr id="11" name="组合 10">
              <a:extLst>
                <a:ext uri="{FF2B5EF4-FFF2-40B4-BE49-F238E27FC236}">
                  <a16:creationId xmlns:a16="http://schemas.microsoft.com/office/drawing/2014/main" id="{E65CA4DD-5174-8DF6-8574-E2A196D67C78}"/>
                </a:ext>
              </a:extLst>
            </p:cNvPr>
            <p:cNvGrpSpPr/>
            <p:nvPr/>
          </p:nvGrpSpPr>
          <p:grpSpPr>
            <a:xfrm>
              <a:off x="660400" y="2615950"/>
              <a:ext cx="3561644" cy="2486627"/>
              <a:chOff x="660400" y="2615950"/>
              <a:chExt cx="3561644" cy="2486627"/>
            </a:xfrm>
          </p:grpSpPr>
          <p:sp>
            <p:nvSpPr>
              <p:cNvPr id="2" name="ComponentBackground1">
                <a:extLst>
                  <a:ext uri="{FF2B5EF4-FFF2-40B4-BE49-F238E27FC236}">
                    <a16:creationId xmlns:a16="http://schemas.microsoft.com/office/drawing/2014/main" id="{60E09AF1-8BE3-4394-5538-B1EBB37F9CAB}"/>
                  </a:ext>
                </a:extLst>
              </p:cNvPr>
              <p:cNvSpPr/>
              <p:nvPr/>
            </p:nvSpPr>
            <p:spPr>
              <a:xfrm>
                <a:off x="660400" y="2615950"/>
                <a:ext cx="3561644" cy="2486627"/>
              </a:xfrm>
              <a:prstGeom prst="rect">
                <a:avLst/>
              </a:prstGeom>
              <a:noFill/>
              <a:ln w="12700">
                <a:solidFill>
                  <a:srgbClr val="257AFF">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Shape1">
                <a:extLst>
                  <a:ext uri="{FF2B5EF4-FFF2-40B4-BE49-F238E27FC236}">
                    <a16:creationId xmlns:a16="http://schemas.microsoft.com/office/drawing/2014/main" id="{3634418C-1270-B407-6D40-DB5926FD9BA2}"/>
                  </a:ext>
                </a:extLst>
              </p:cNvPr>
              <p:cNvSpPr/>
              <p:nvPr/>
            </p:nvSpPr>
            <p:spPr>
              <a:xfrm rot="5400000">
                <a:off x="3666651" y="2615952"/>
                <a:ext cx="555391" cy="555391"/>
              </a:xfrm>
              <a:prstGeom prst="halfFrame">
                <a:avLst>
                  <a:gd name="adj1" fmla="val 9397"/>
                  <a:gd name="adj2" fmla="val 7801"/>
                </a:avLst>
              </a:prstGeom>
              <a:solidFill>
                <a:srgbClr val="257AFF"/>
              </a:solidFill>
              <a:ln>
                <a:solidFill>
                  <a:srgbClr val="257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4" name="Bullet1">
                <a:extLst>
                  <a:ext uri="{FF2B5EF4-FFF2-40B4-BE49-F238E27FC236}">
                    <a16:creationId xmlns:a16="http://schemas.microsoft.com/office/drawing/2014/main" id="{39A2AD7A-D099-5840-1AA2-711BD204F610}"/>
                  </a:ext>
                </a:extLst>
              </p:cNvPr>
              <p:cNvSpPr>
                <a:spLocks/>
              </p:cNvSpPr>
              <p:nvPr/>
            </p:nvSpPr>
            <p:spPr>
              <a:xfrm flipH="1">
                <a:off x="1182593" y="2736213"/>
                <a:ext cx="2833558" cy="585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dirty="0">
                    <a:solidFill>
                      <a:schemeClr val="tx1"/>
                    </a:solidFill>
                    <a:cs typeface="+mn-ea"/>
                    <a:sym typeface="+mn-lt"/>
                  </a:rPr>
                  <a:t>中国市场：</a:t>
                </a:r>
                <a:r>
                  <a:rPr kumimoji="1" lang="en-US" altLang="zh-CN" b="1" dirty="0">
                    <a:solidFill>
                      <a:schemeClr val="tx1"/>
                    </a:solidFill>
                    <a:cs typeface="+mn-ea"/>
                    <a:sym typeface="+mn-lt"/>
                  </a:rPr>
                  <a:t>DTC</a:t>
                </a:r>
                <a:r>
                  <a:rPr kumimoji="1" lang="zh-CN" altLang="en-US" b="1" dirty="0">
                    <a:solidFill>
                      <a:schemeClr val="tx1"/>
                    </a:solidFill>
                    <a:cs typeface="+mn-ea"/>
                    <a:sym typeface="+mn-lt"/>
                  </a:rPr>
                  <a:t>变革 </a:t>
                </a:r>
                <a:endParaRPr kumimoji="1" lang="en-US" altLang="zh-CN" b="1" dirty="0">
                  <a:solidFill>
                    <a:schemeClr val="tx1"/>
                  </a:solidFill>
                  <a:cs typeface="+mn-ea"/>
                  <a:sym typeface="+mn-lt"/>
                </a:endParaRPr>
              </a:p>
            </p:txBody>
          </p:sp>
          <p:sp>
            <p:nvSpPr>
              <p:cNvPr id="5" name="Text1">
                <a:extLst>
                  <a:ext uri="{FF2B5EF4-FFF2-40B4-BE49-F238E27FC236}">
                    <a16:creationId xmlns:a16="http://schemas.microsoft.com/office/drawing/2014/main" id="{C42305DB-4430-C9BD-AAAB-53BBAE462222}"/>
                  </a:ext>
                </a:extLst>
              </p:cNvPr>
              <p:cNvSpPr/>
              <p:nvPr/>
            </p:nvSpPr>
            <p:spPr>
              <a:xfrm flipH="1">
                <a:off x="730614" y="3391503"/>
                <a:ext cx="3421216" cy="14106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nSpc>
                    <a:spcPct val="200000"/>
                  </a:lnSpc>
                  <a:buFont typeface="Arial" panose="020B0604020202020204" pitchFamily="34" charset="0"/>
                  <a:buChar char="•"/>
                </a:pPr>
                <a:r>
                  <a:rPr kumimoji="1" lang="zh-CN" altLang="en-US" sz="1400" dirty="0">
                    <a:solidFill>
                      <a:schemeClr val="tx1"/>
                    </a:solidFill>
                    <a:cs typeface="+mn-ea"/>
                    <a:sym typeface="+mn-lt"/>
                  </a:rPr>
                  <a:t>零售转型、短链变革、一盘货</a:t>
                </a:r>
                <a:r>
                  <a:rPr kumimoji="1" lang="en-US" altLang="zh-CN" sz="1400" dirty="0">
                    <a:solidFill>
                      <a:schemeClr val="tx1"/>
                    </a:solidFill>
                    <a:cs typeface="+mn-ea"/>
                    <a:sym typeface="+mn-lt"/>
                  </a:rPr>
                  <a:t>… </a:t>
                </a:r>
              </a:p>
              <a:p>
                <a:pPr marL="171450" indent="-171450">
                  <a:lnSpc>
                    <a:spcPct val="200000"/>
                  </a:lnSpc>
                  <a:buFont typeface="Arial" panose="020B0604020202020204" pitchFamily="34" charset="0"/>
                  <a:buChar char="•"/>
                </a:pPr>
                <a:r>
                  <a:rPr kumimoji="1" lang="zh-CN" altLang="en-US" sz="1400" dirty="0">
                    <a:solidFill>
                      <a:schemeClr val="tx1"/>
                    </a:solidFill>
                    <a:cs typeface="+mn-ea"/>
                    <a:sym typeface="+mn-lt"/>
                  </a:rPr>
                  <a:t>用户体验、用户运营、品牌打造</a:t>
                </a:r>
                <a:r>
                  <a:rPr kumimoji="1" lang="en-US" altLang="zh-CN" sz="1400" dirty="0">
                    <a:solidFill>
                      <a:schemeClr val="tx1"/>
                    </a:solidFill>
                    <a:cs typeface="+mn-ea"/>
                    <a:sym typeface="+mn-lt"/>
                  </a:rPr>
                  <a:t>… </a:t>
                </a:r>
                <a:r>
                  <a:rPr kumimoji="1" lang="zh-CN" altLang="en-US" sz="1400" dirty="0">
                    <a:solidFill>
                      <a:schemeClr val="tx1"/>
                    </a:solidFill>
                    <a:cs typeface="+mn-ea"/>
                    <a:sym typeface="+mn-lt"/>
                  </a:rPr>
                  <a:t> </a:t>
                </a:r>
                <a:endParaRPr kumimoji="1" lang="en-US" altLang="zh-CN" sz="1400" dirty="0">
                  <a:solidFill>
                    <a:schemeClr val="tx1"/>
                  </a:solidFill>
                  <a:cs typeface="+mn-ea"/>
                  <a:sym typeface="+mn-lt"/>
                </a:endParaRPr>
              </a:p>
              <a:p>
                <a:pPr marL="171450" indent="-171450">
                  <a:lnSpc>
                    <a:spcPct val="200000"/>
                  </a:lnSpc>
                  <a:buFont typeface="Arial" panose="020B0604020202020204" pitchFamily="34" charset="0"/>
                  <a:buChar char="•"/>
                </a:pPr>
                <a:endParaRPr kumimoji="1" lang="en-US" altLang="zh-CN" sz="1400" dirty="0">
                  <a:solidFill>
                    <a:schemeClr val="tx1"/>
                  </a:solidFill>
                  <a:cs typeface="+mn-ea"/>
                  <a:sym typeface="+mn-lt"/>
                </a:endParaRPr>
              </a:p>
            </p:txBody>
          </p:sp>
        </p:grpSp>
        <p:grpSp>
          <p:nvGrpSpPr>
            <p:cNvPr id="13" name="组合 12">
              <a:extLst>
                <a:ext uri="{FF2B5EF4-FFF2-40B4-BE49-F238E27FC236}">
                  <a16:creationId xmlns:a16="http://schemas.microsoft.com/office/drawing/2014/main" id="{46055A9D-89AD-74E6-288E-7C2E47567F85}"/>
                </a:ext>
              </a:extLst>
            </p:cNvPr>
            <p:cNvGrpSpPr/>
            <p:nvPr/>
          </p:nvGrpSpPr>
          <p:grpSpPr>
            <a:xfrm>
              <a:off x="4308828" y="2615950"/>
              <a:ext cx="3561644" cy="2486627"/>
              <a:chOff x="4308828" y="2615950"/>
              <a:chExt cx="3561644" cy="2486627"/>
            </a:xfrm>
          </p:grpSpPr>
          <p:sp>
            <p:nvSpPr>
              <p:cNvPr id="37" name="ComponentBackground2">
                <a:extLst>
                  <a:ext uri="{FF2B5EF4-FFF2-40B4-BE49-F238E27FC236}">
                    <a16:creationId xmlns:a16="http://schemas.microsoft.com/office/drawing/2014/main" id="{1DB8C47B-9722-1F34-0282-D94DCCD5A309}"/>
                  </a:ext>
                </a:extLst>
              </p:cNvPr>
              <p:cNvSpPr/>
              <p:nvPr/>
            </p:nvSpPr>
            <p:spPr>
              <a:xfrm>
                <a:off x="4308828" y="2615950"/>
                <a:ext cx="3561644" cy="2486627"/>
              </a:xfrm>
              <a:prstGeom prst="rect">
                <a:avLst/>
              </a:prstGeom>
              <a:noFill/>
              <a:ln w="12700">
                <a:solidFill>
                  <a:srgbClr val="257AFF">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Shape2">
                <a:extLst>
                  <a:ext uri="{FF2B5EF4-FFF2-40B4-BE49-F238E27FC236}">
                    <a16:creationId xmlns:a16="http://schemas.microsoft.com/office/drawing/2014/main" id="{67753541-7789-EAB6-54A0-8615336FAA2E}"/>
                  </a:ext>
                </a:extLst>
              </p:cNvPr>
              <p:cNvSpPr/>
              <p:nvPr/>
            </p:nvSpPr>
            <p:spPr>
              <a:xfrm rot="5400000">
                <a:off x="7315079" y="2615952"/>
                <a:ext cx="555391" cy="555391"/>
              </a:xfrm>
              <a:prstGeom prst="halfFrame">
                <a:avLst>
                  <a:gd name="adj1" fmla="val 9397"/>
                  <a:gd name="adj2" fmla="val 7801"/>
                </a:avLst>
              </a:prstGeom>
              <a:solidFill>
                <a:srgbClr val="257AFF"/>
              </a:solidFill>
              <a:ln>
                <a:solidFill>
                  <a:srgbClr val="257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39" name="Bullet2">
                <a:extLst>
                  <a:ext uri="{FF2B5EF4-FFF2-40B4-BE49-F238E27FC236}">
                    <a16:creationId xmlns:a16="http://schemas.microsoft.com/office/drawing/2014/main" id="{D20DE628-B652-CA3A-E9CB-954D77084879}"/>
                  </a:ext>
                </a:extLst>
              </p:cNvPr>
              <p:cNvSpPr>
                <a:spLocks/>
              </p:cNvSpPr>
              <p:nvPr/>
            </p:nvSpPr>
            <p:spPr>
              <a:xfrm flipH="1">
                <a:off x="4832321" y="2736213"/>
                <a:ext cx="2482754" cy="585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dirty="0">
                    <a:solidFill>
                      <a:srgbClr val="257AFF"/>
                    </a:solidFill>
                    <a:cs typeface="+mn-ea"/>
                    <a:sym typeface="+mn-lt"/>
                  </a:rPr>
                  <a:t>海外市场：</a:t>
                </a:r>
                <a:r>
                  <a:rPr kumimoji="1" lang="en-US" altLang="zh-CN" b="1" dirty="0">
                    <a:solidFill>
                      <a:srgbClr val="257AFF"/>
                    </a:solidFill>
                    <a:cs typeface="+mn-ea"/>
                    <a:sym typeface="+mn-lt"/>
                  </a:rPr>
                  <a:t>OBM</a:t>
                </a:r>
                <a:r>
                  <a:rPr kumimoji="1" lang="zh-CN" altLang="en-US" b="1" dirty="0">
                    <a:solidFill>
                      <a:srgbClr val="257AFF"/>
                    </a:solidFill>
                    <a:cs typeface="+mn-ea"/>
                    <a:sym typeface="+mn-lt"/>
                  </a:rPr>
                  <a:t>优先</a:t>
                </a:r>
                <a:endParaRPr kumimoji="1" lang="en-US" altLang="zh-CN" b="1" dirty="0">
                  <a:solidFill>
                    <a:srgbClr val="257AFF"/>
                  </a:solidFill>
                  <a:cs typeface="+mn-ea"/>
                  <a:sym typeface="+mn-lt"/>
                </a:endParaRPr>
              </a:p>
            </p:txBody>
          </p:sp>
          <p:sp>
            <p:nvSpPr>
              <p:cNvPr id="40" name="Text2">
                <a:extLst>
                  <a:ext uri="{FF2B5EF4-FFF2-40B4-BE49-F238E27FC236}">
                    <a16:creationId xmlns:a16="http://schemas.microsoft.com/office/drawing/2014/main" id="{1F3332CA-0185-1F63-BBE8-84EA02214BD3}"/>
                  </a:ext>
                </a:extLst>
              </p:cNvPr>
              <p:cNvSpPr/>
              <p:nvPr/>
            </p:nvSpPr>
            <p:spPr>
              <a:xfrm flipH="1">
                <a:off x="4388535" y="3391503"/>
                <a:ext cx="3421218" cy="14106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nSpc>
                    <a:spcPct val="200000"/>
                  </a:lnSpc>
                  <a:buFont typeface="Arial" panose="020B0604020202020204" pitchFamily="34" charset="0"/>
                  <a:buChar char="•"/>
                </a:pPr>
                <a:r>
                  <a:rPr kumimoji="1" lang="zh-CN" altLang="en-US" sz="1400" dirty="0">
                    <a:solidFill>
                      <a:schemeClr val="tx1"/>
                    </a:solidFill>
                    <a:cs typeface="+mn-ea"/>
                    <a:sym typeface="+mn-lt"/>
                  </a:rPr>
                  <a:t>自有品牌业务占比过半</a:t>
                </a:r>
                <a:r>
                  <a:rPr kumimoji="1" lang="zh-CN" altLang="en-US" sz="1400" b="1" dirty="0">
                    <a:solidFill>
                      <a:schemeClr val="tx1"/>
                    </a:solidFill>
                    <a:cs typeface="+mn-ea"/>
                    <a:sym typeface="+mn-lt"/>
                  </a:rPr>
                  <a:t>（短期）</a:t>
                </a:r>
                <a:endParaRPr kumimoji="1" lang="en-US" altLang="zh-CN" sz="1400" b="1" dirty="0">
                  <a:solidFill>
                    <a:schemeClr val="tx1"/>
                  </a:solidFill>
                  <a:cs typeface="+mn-ea"/>
                  <a:sym typeface="+mn-lt"/>
                </a:endParaRPr>
              </a:p>
              <a:p>
                <a:pPr marL="171450" indent="-171450">
                  <a:lnSpc>
                    <a:spcPct val="200000"/>
                  </a:lnSpc>
                  <a:buFont typeface="Arial" panose="020B0604020202020204" pitchFamily="34" charset="0"/>
                  <a:buChar char="•"/>
                </a:pPr>
                <a:r>
                  <a:rPr kumimoji="1" lang="zh-CN" altLang="en-US" sz="1400" dirty="0">
                    <a:solidFill>
                      <a:schemeClr val="tx1"/>
                    </a:solidFill>
                    <a:cs typeface="+mn-ea"/>
                    <a:sym typeface="+mn-lt"/>
                  </a:rPr>
                  <a:t>成为像</a:t>
                </a:r>
                <a:r>
                  <a:rPr kumimoji="1" lang="en-US" altLang="zh-CN" sz="1400" dirty="0">
                    <a:solidFill>
                      <a:schemeClr val="tx1"/>
                    </a:solidFill>
                    <a:cs typeface="+mn-ea"/>
                    <a:sym typeface="+mn-lt"/>
                  </a:rPr>
                  <a:t>Samsung</a:t>
                </a:r>
                <a:r>
                  <a:rPr kumimoji="1" lang="zh-CN" altLang="en-US" sz="1400" dirty="0">
                    <a:solidFill>
                      <a:schemeClr val="tx1"/>
                    </a:solidFill>
                    <a:cs typeface="+mn-ea"/>
                    <a:sym typeface="+mn-lt"/>
                  </a:rPr>
                  <a:t>、</a:t>
                </a:r>
                <a:r>
                  <a:rPr kumimoji="1" lang="en-US" altLang="zh-CN" sz="1400" dirty="0">
                    <a:solidFill>
                      <a:schemeClr val="tx1"/>
                    </a:solidFill>
                    <a:cs typeface="+mn-ea"/>
                    <a:sym typeface="+mn-lt"/>
                  </a:rPr>
                  <a:t>LG</a:t>
                </a:r>
                <a:r>
                  <a:rPr kumimoji="1" lang="zh-CN" altLang="en-US" sz="1400" dirty="0">
                    <a:solidFill>
                      <a:schemeClr val="tx1"/>
                    </a:solidFill>
                    <a:cs typeface="+mn-ea"/>
                    <a:sym typeface="+mn-lt"/>
                  </a:rPr>
                  <a:t>、大金等一样知名的全球化企业</a:t>
                </a:r>
                <a:r>
                  <a:rPr kumimoji="1" lang="zh-CN" altLang="en-US" sz="1400" b="1" dirty="0">
                    <a:solidFill>
                      <a:schemeClr val="tx1"/>
                    </a:solidFill>
                    <a:cs typeface="+mn-ea"/>
                    <a:sym typeface="+mn-lt"/>
                  </a:rPr>
                  <a:t>（中长期）</a:t>
                </a:r>
                <a:endParaRPr kumimoji="1" lang="en-US" altLang="zh-CN" sz="1400" b="1" dirty="0">
                  <a:solidFill>
                    <a:schemeClr val="tx1"/>
                  </a:solidFill>
                  <a:cs typeface="+mn-ea"/>
                  <a:sym typeface="+mn-lt"/>
                </a:endParaRPr>
              </a:p>
            </p:txBody>
          </p:sp>
        </p:grpSp>
        <p:grpSp>
          <p:nvGrpSpPr>
            <p:cNvPr id="15" name="组合 14">
              <a:extLst>
                <a:ext uri="{FF2B5EF4-FFF2-40B4-BE49-F238E27FC236}">
                  <a16:creationId xmlns:a16="http://schemas.microsoft.com/office/drawing/2014/main" id="{80E62609-5131-3BAF-B8CE-D013F86594F2}"/>
                </a:ext>
              </a:extLst>
            </p:cNvPr>
            <p:cNvGrpSpPr/>
            <p:nvPr/>
          </p:nvGrpSpPr>
          <p:grpSpPr>
            <a:xfrm>
              <a:off x="7957256" y="2615950"/>
              <a:ext cx="3561644" cy="2486627"/>
              <a:chOff x="7957256" y="2615950"/>
              <a:chExt cx="3561644" cy="2486627"/>
            </a:xfrm>
          </p:grpSpPr>
          <p:sp>
            <p:nvSpPr>
              <p:cNvPr id="43" name="ComponentBackground3">
                <a:extLst>
                  <a:ext uri="{FF2B5EF4-FFF2-40B4-BE49-F238E27FC236}">
                    <a16:creationId xmlns:a16="http://schemas.microsoft.com/office/drawing/2014/main" id="{4E33D2BB-ADDA-CB71-746C-02FD1D52793A}"/>
                  </a:ext>
                </a:extLst>
              </p:cNvPr>
              <p:cNvSpPr/>
              <p:nvPr/>
            </p:nvSpPr>
            <p:spPr>
              <a:xfrm>
                <a:off x="7957256" y="2615950"/>
                <a:ext cx="3561644" cy="2486627"/>
              </a:xfrm>
              <a:prstGeom prst="rect">
                <a:avLst/>
              </a:prstGeom>
              <a:noFill/>
              <a:ln w="12700">
                <a:solidFill>
                  <a:srgbClr val="FFC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4" name="Shape3">
                <a:extLst>
                  <a:ext uri="{FF2B5EF4-FFF2-40B4-BE49-F238E27FC236}">
                    <a16:creationId xmlns:a16="http://schemas.microsoft.com/office/drawing/2014/main" id="{0C8EBD2D-0D14-4B22-04FF-1FDE2AF4478E}"/>
                  </a:ext>
                </a:extLst>
              </p:cNvPr>
              <p:cNvSpPr/>
              <p:nvPr/>
            </p:nvSpPr>
            <p:spPr>
              <a:xfrm rot="5400000">
                <a:off x="10963507" y="2615952"/>
                <a:ext cx="555391" cy="555391"/>
              </a:xfrm>
              <a:prstGeom prst="halfFrame">
                <a:avLst>
                  <a:gd name="adj1" fmla="val 9397"/>
                  <a:gd name="adj2" fmla="val 7801"/>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45" name="Bullet3">
                <a:extLst>
                  <a:ext uri="{FF2B5EF4-FFF2-40B4-BE49-F238E27FC236}">
                    <a16:creationId xmlns:a16="http://schemas.microsoft.com/office/drawing/2014/main" id="{19D7701D-91B6-5EB6-6A67-FEA1115910A9}"/>
                  </a:ext>
                </a:extLst>
              </p:cNvPr>
              <p:cNvSpPr>
                <a:spLocks/>
              </p:cNvSpPr>
              <p:nvPr/>
            </p:nvSpPr>
            <p:spPr>
              <a:xfrm flipH="1">
                <a:off x="8707963" y="2736213"/>
                <a:ext cx="2028332" cy="5856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kumimoji="1" lang="en-US" altLang="zh-CN" b="1" dirty="0">
                    <a:solidFill>
                      <a:schemeClr val="tx1"/>
                    </a:solidFill>
                    <a:cs typeface="+mn-ea"/>
                    <a:sym typeface="+mn-lt"/>
                  </a:rPr>
                  <a:t>2B</a:t>
                </a:r>
                <a:r>
                  <a:rPr kumimoji="1" lang="zh-CN" altLang="en-US" b="1" dirty="0">
                    <a:solidFill>
                      <a:schemeClr val="tx1"/>
                    </a:solidFill>
                    <a:cs typeface="+mn-ea"/>
                    <a:sym typeface="+mn-lt"/>
                  </a:rPr>
                  <a:t>业务转型</a:t>
                </a:r>
                <a:endParaRPr kumimoji="1" lang="en-US" altLang="zh-CN" b="1" dirty="0">
                  <a:solidFill>
                    <a:schemeClr val="tx1"/>
                  </a:solidFill>
                  <a:cs typeface="+mn-ea"/>
                  <a:sym typeface="+mn-lt"/>
                </a:endParaRPr>
              </a:p>
            </p:txBody>
          </p:sp>
          <p:sp>
            <p:nvSpPr>
              <p:cNvPr id="46" name="Text3">
                <a:extLst>
                  <a:ext uri="{FF2B5EF4-FFF2-40B4-BE49-F238E27FC236}">
                    <a16:creationId xmlns:a16="http://schemas.microsoft.com/office/drawing/2014/main" id="{E21E7892-92B5-A775-A74A-BE072BDFC4CF}"/>
                  </a:ext>
                </a:extLst>
              </p:cNvPr>
              <p:cNvSpPr/>
              <p:nvPr/>
            </p:nvSpPr>
            <p:spPr>
              <a:xfrm flipH="1">
                <a:off x="8042126" y="3391503"/>
                <a:ext cx="3476772" cy="14106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lnSpc>
                    <a:spcPct val="200000"/>
                  </a:lnSpc>
                  <a:buFont typeface="Arial" panose="020B0604020202020204" pitchFamily="34" charset="0"/>
                  <a:buChar char="•"/>
                </a:pPr>
                <a:r>
                  <a:rPr kumimoji="1" lang="zh-CN" altLang="en-US" sz="1400" dirty="0">
                    <a:solidFill>
                      <a:schemeClr val="tx1"/>
                    </a:solidFill>
                    <a:cs typeface="+mn-ea"/>
                    <a:sym typeface="+mn-lt"/>
                  </a:rPr>
                  <a:t>营收规模提升</a:t>
                </a:r>
                <a:endParaRPr kumimoji="1" lang="en-US" altLang="zh-CN" sz="1400" dirty="0">
                  <a:solidFill>
                    <a:schemeClr val="tx1"/>
                  </a:solidFill>
                  <a:cs typeface="+mn-ea"/>
                  <a:sym typeface="+mn-lt"/>
                </a:endParaRPr>
              </a:p>
              <a:p>
                <a:pPr marL="171450" indent="-171450">
                  <a:lnSpc>
                    <a:spcPct val="200000"/>
                  </a:lnSpc>
                  <a:buFont typeface="Arial" panose="020B0604020202020204" pitchFamily="34" charset="0"/>
                  <a:buChar char="•"/>
                </a:pPr>
                <a:r>
                  <a:rPr kumimoji="1" lang="zh-CN" altLang="en-US" sz="1400" dirty="0">
                    <a:solidFill>
                      <a:schemeClr val="tx1"/>
                    </a:solidFill>
                    <a:cs typeface="+mn-ea"/>
                    <a:sym typeface="+mn-lt"/>
                  </a:rPr>
                  <a:t>核心竞争力打造</a:t>
                </a:r>
                <a:endParaRPr kumimoji="1" lang="en-US" altLang="zh-CN" sz="1400" dirty="0">
                  <a:solidFill>
                    <a:schemeClr val="tx1"/>
                  </a:solidFill>
                  <a:cs typeface="+mn-ea"/>
                  <a:sym typeface="+mn-lt"/>
                </a:endParaRPr>
              </a:p>
            </p:txBody>
          </p:sp>
        </p:grpSp>
      </p:grpSp>
      <p:sp>
        <p:nvSpPr>
          <p:cNvPr id="7" name="标题 1">
            <a:extLst>
              <a:ext uri="{FF2B5EF4-FFF2-40B4-BE49-F238E27FC236}">
                <a16:creationId xmlns:a16="http://schemas.microsoft.com/office/drawing/2014/main" id="{102D1EB1-3139-769C-CA20-49C1D536D9FF}"/>
              </a:ext>
            </a:extLst>
          </p:cNvPr>
          <p:cNvSpPr txBox="1">
            <a:spLocks/>
          </p:cNvSpPr>
          <p:nvPr/>
        </p:nvSpPr>
        <p:spPr>
          <a:xfrm>
            <a:off x="901432" y="221063"/>
            <a:ext cx="10955606" cy="579647"/>
          </a:xfrm>
          <a:prstGeom prst="rect">
            <a:avLst/>
          </a:prstGeom>
        </p:spPr>
        <p:txBody>
          <a:bodyPr>
            <a:normAutofit/>
          </a:bodyPr>
          <a:lstStyle>
            <a:lvl1pPr algn="l" defTabSz="711200" rtl="0" eaLnBrk="1" latinLnBrk="0" hangingPunct="1">
              <a:lnSpc>
                <a:spcPct val="100000"/>
              </a:lnSpc>
              <a:spcBef>
                <a:spcPct val="0"/>
              </a:spcBef>
              <a:buNone/>
              <a:defRPr sz="2400" kern="1200">
                <a:solidFill>
                  <a:schemeClr val="tx1"/>
                </a:solidFill>
                <a:latin typeface="+mj-lt"/>
                <a:ea typeface="+mj-ea"/>
                <a:cs typeface="+mj-cs"/>
              </a:defRPr>
            </a:lvl1pPr>
          </a:lstStyle>
          <a:p>
            <a:r>
              <a:rPr lang="zh-CN" altLang="en-US" sz="2000" b="1" dirty="0">
                <a:latin typeface="+mn-lt"/>
                <a:ea typeface="+mn-ea"/>
                <a:cs typeface="+mn-ea"/>
                <a:sym typeface="+mn-lt"/>
              </a:rPr>
              <a:t>美的集团当前三大战略重点</a:t>
            </a:r>
          </a:p>
        </p:txBody>
      </p:sp>
      <p:sp>
        <p:nvSpPr>
          <p:cNvPr id="9" name="文本框 8">
            <a:extLst>
              <a:ext uri="{FF2B5EF4-FFF2-40B4-BE49-F238E27FC236}">
                <a16:creationId xmlns:a16="http://schemas.microsoft.com/office/drawing/2014/main" id="{28081494-D6CF-7DC1-4471-DCDF2716ADB4}"/>
              </a:ext>
            </a:extLst>
          </p:cNvPr>
          <p:cNvSpPr txBox="1"/>
          <p:nvPr/>
        </p:nvSpPr>
        <p:spPr bwMode="gray">
          <a:xfrm>
            <a:off x="1301915" y="5489065"/>
            <a:ext cx="1707121" cy="318924"/>
          </a:xfrm>
          <a:prstGeom prst="rect">
            <a:avLst/>
          </a:prstGeom>
          <a:noFill/>
        </p:spPr>
        <p:txBody>
          <a:bodyPr wrap="square" lIns="36000" tIns="36000" rIns="36000" bIns="36000" rtlCol="0">
            <a:spAutoFit/>
          </a:bodyPr>
          <a:lstStyle/>
          <a:p>
            <a:pPr marL="0" indent="0">
              <a:buNone/>
            </a:pPr>
            <a:r>
              <a:rPr lang="zh-CN" altLang="en-US" sz="1600" b="1" dirty="0">
                <a:cs typeface="+mn-ea"/>
                <a:sym typeface="+mn-lt"/>
              </a:rPr>
              <a:t>中国区域（</a:t>
            </a:r>
            <a:r>
              <a:rPr lang="en-US" altLang="zh-CN" sz="1600" b="1" dirty="0">
                <a:cs typeface="+mn-ea"/>
                <a:sym typeface="+mn-lt"/>
              </a:rPr>
              <a:t>MCB</a:t>
            </a:r>
            <a:r>
              <a:rPr lang="zh-CN" altLang="en-US" sz="1600" b="1" dirty="0">
                <a:cs typeface="+mn-ea"/>
                <a:sym typeface="+mn-lt"/>
              </a:rPr>
              <a:t>）</a:t>
            </a:r>
          </a:p>
        </p:txBody>
      </p:sp>
      <p:sp>
        <p:nvSpPr>
          <p:cNvPr id="10" name="文本框 9">
            <a:extLst>
              <a:ext uri="{FF2B5EF4-FFF2-40B4-BE49-F238E27FC236}">
                <a16:creationId xmlns:a16="http://schemas.microsoft.com/office/drawing/2014/main" id="{9DE78F48-8F28-1A31-1D5E-A1756B80EECD}"/>
              </a:ext>
            </a:extLst>
          </p:cNvPr>
          <p:cNvSpPr txBox="1"/>
          <p:nvPr/>
        </p:nvSpPr>
        <p:spPr bwMode="gray">
          <a:xfrm>
            <a:off x="5240928" y="5545510"/>
            <a:ext cx="1878773" cy="318924"/>
          </a:xfrm>
          <a:prstGeom prst="rect">
            <a:avLst/>
          </a:prstGeom>
          <a:noFill/>
        </p:spPr>
        <p:txBody>
          <a:bodyPr wrap="square" lIns="36000" tIns="36000" rIns="36000" bIns="36000" rtlCol="0">
            <a:spAutoFit/>
          </a:bodyPr>
          <a:lstStyle/>
          <a:p>
            <a:pPr marL="0" indent="0">
              <a:buNone/>
            </a:pPr>
            <a:r>
              <a:rPr lang="zh-CN" altLang="en-US" sz="1600" b="1" dirty="0">
                <a:solidFill>
                  <a:srgbClr val="257AFF"/>
                </a:solidFill>
                <a:cs typeface="+mn-ea"/>
                <a:sym typeface="+mn-lt"/>
              </a:rPr>
              <a:t>美的国际（</a:t>
            </a:r>
            <a:r>
              <a:rPr lang="en-US" altLang="zh-CN" sz="1600" b="1" dirty="0">
                <a:solidFill>
                  <a:srgbClr val="257AFF"/>
                </a:solidFill>
                <a:cs typeface="+mn-ea"/>
                <a:sym typeface="+mn-lt"/>
              </a:rPr>
              <a:t>MIB</a:t>
            </a:r>
            <a:r>
              <a:rPr lang="zh-CN" altLang="en-US" sz="1600" b="1" dirty="0">
                <a:solidFill>
                  <a:srgbClr val="257AFF"/>
                </a:solidFill>
                <a:cs typeface="+mn-ea"/>
                <a:sym typeface="+mn-lt"/>
              </a:rPr>
              <a:t>）</a:t>
            </a:r>
          </a:p>
        </p:txBody>
      </p:sp>
      <p:sp>
        <p:nvSpPr>
          <p:cNvPr id="12" name="文本框 11">
            <a:extLst>
              <a:ext uri="{FF2B5EF4-FFF2-40B4-BE49-F238E27FC236}">
                <a16:creationId xmlns:a16="http://schemas.microsoft.com/office/drawing/2014/main" id="{F907AC55-F539-207D-0C61-BC7D8CCF162A}"/>
              </a:ext>
            </a:extLst>
          </p:cNvPr>
          <p:cNvSpPr txBox="1"/>
          <p:nvPr/>
        </p:nvSpPr>
        <p:spPr bwMode="gray">
          <a:xfrm>
            <a:off x="8946385" y="5539448"/>
            <a:ext cx="2103301" cy="318924"/>
          </a:xfrm>
          <a:prstGeom prst="rect">
            <a:avLst/>
          </a:prstGeom>
          <a:noFill/>
        </p:spPr>
        <p:txBody>
          <a:bodyPr wrap="square" lIns="36000" tIns="36000" rIns="36000" bIns="36000" rtlCol="0">
            <a:spAutoFit/>
          </a:bodyPr>
          <a:lstStyle/>
          <a:p>
            <a:pPr marL="0" indent="0">
              <a:buNone/>
            </a:pPr>
            <a:r>
              <a:rPr lang="en-US" altLang="zh-CN" sz="1600" b="1" dirty="0">
                <a:cs typeface="+mn-ea"/>
                <a:sym typeface="+mn-lt"/>
              </a:rPr>
              <a:t>2B</a:t>
            </a:r>
            <a:r>
              <a:rPr lang="zh-CN" altLang="en-US" sz="1600" b="1" dirty="0">
                <a:cs typeface="+mn-ea"/>
                <a:sym typeface="+mn-lt"/>
              </a:rPr>
              <a:t>业务各经营单位</a:t>
            </a:r>
          </a:p>
        </p:txBody>
      </p:sp>
      <p:cxnSp>
        <p:nvCxnSpPr>
          <p:cNvPr id="8" name="直接连接符 7">
            <a:extLst>
              <a:ext uri="{FF2B5EF4-FFF2-40B4-BE49-F238E27FC236}">
                <a16:creationId xmlns:a16="http://schemas.microsoft.com/office/drawing/2014/main" id="{BE475D59-B7FD-54E5-3A01-831EE052A6F6}"/>
              </a:ext>
            </a:extLst>
          </p:cNvPr>
          <p:cNvCxnSpPr>
            <a:cxnSpLocks/>
          </p:cNvCxnSpPr>
          <p:nvPr/>
        </p:nvCxnSpPr>
        <p:spPr bwMode="gray">
          <a:xfrm>
            <a:off x="744662" y="1705426"/>
            <a:ext cx="7210070" cy="0"/>
          </a:xfrm>
          <a:prstGeom prst="line">
            <a:avLst/>
          </a:prstGeom>
          <a:ln w="57150" cap="flat">
            <a:solidFill>
              <a:srgbClr val="257AFF"/>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7CF6C1B7-1F9C-BD8D-A867-50A6D097B48E}"/>
              </a:ext>
            </a:extLst>
          </p:cNvPr>
          <p:cNvCxnSpPr>
            <a:cxnSpLocks/>
          </p:cNvCxnSpPr>
          <p:nvPr/>
        </p:nvCxnSpPr>
        <p:spPr bwMode="gray">
          <a:xfrm>
            <a:off x="8041518" y="1705426"/>
            <a:ext cx="3520166" cy="0"/>
          </a:xfrm>
          <a:prstGeom prst="line">
            <a:avLst/>
          </a:prstGeom>
          <a:ln w="57150" cap="flat">
            <a:solidFill>
              <a:srgbClr val="FFC000"/>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625B0E9-7224-4C47-48C8-51F1371B3613}"/>
              </a:ext>
            </a:extLst>
          </p:cNvPr>
          <p:cNvSpPr txBox="1"/>
          <p:nvPr/>
        </p:nvSpPr>
        <p:spPr bwMode="gray">
          <a:xfrm>
            <a:off x="3752830" y="1318552"/>
            <a:ext cx="1886857" cy="349702"/>
          </a:xfrm>
          <a:prstGeom prst="rect">
            <a:avLst/>
          </a:prstGeom>
          <a:noFill/>
        </p:spPr>
        <p:txBody>
          <a:bodyPr wrap="square" lIns="36000" tIns="36000" rIns="36000" bIns="36000" rtlCol="0">
            <a:spAutoFit/>
          </a:bodyPr>
          <a:lstStyle/>
          <a:p>
            <a:pPr marL="0" indent="0" algn="ctr">
              <a:buNone/>
            </a:pPr>
            <a:r>
              <a:rPr lang="en-US" altLang="zh-CN" b="1" dirty="0">
                <a:cs typeface="+mn-ea"/>
                <a:sym typeface="+mn-lt"/>
              </a:rPr>
              <a:t>2C</a:t>
            </a:r>
            <a:r>
              <a:rPr lang="zh-CN" altLang="en-US" b="1" dirty="0">
                <a:cs typeface="+mn-ea"/>
                <a:sym typeface="+mn-lt"/>
              </a:rPr>
              <a:t>业务</a:t>
            </a:r>
          </a:p>
        </p:txBody>
      </p:sp>
      <p:sp>
        <p:nvSpPr>
          <p:cNvPr id="20" name="文本框 19">
            <a:extLst>
              <a:ext uri="{FF2B5EF4-FFF2-40B4-BE49-F238E27FC236}">
                <a16:creationId xmlns:a16="http://schemas.microsoft.com/office/drawing/2014/main" id="{0EC8F932-7DCD-9AC5-8B57-67F26538ADC5}"/>
              </a:ext>
            </a:extLst>
          </p:cNvPr>
          <p:cNvSpPr txBox="1"/>
          <p:nvPr/>
        </p:nvSpPr>
        <p:spPr bwMode="gray">
          <a:xfrm>
            <a:off x="8923261" y="1318552"/>
            <a:ext cx="1886857" cy="318924"/>
          </a:xfrm>
          <a:prstGeom prst="rect">
            <a:avLst/>
          </a:prstGeom>
          <a:noFill/>
        </p:spPr>
        <p:txBody>
          <a:bodyPr wrap="square" lIns="36000" tIns="36000" rIns="36000" bIns="36000" rtlCol="0">
            <a:spAutoFit/>
          </a:bodyPr>
          <a:lstStyle/>
          <a:p>
            <a:pPr marL="0" indent="0" algn="ctr">
              <a:buNone/>
            </a:pPr>
            <a:r>
              <a:rPr lang="en-US" altLang="zh-CN" sz="1600" b="1" dirty="0">
                <a:cs typeface="+mn-ea"/>
                <a:sym typeface="+mn-lt"/>
              </a:rPr>
              <a:t>2B</a:t>
            </a:r>
            <a:r>
              <a:rPr lang="zh-CN" altLang="en-US" sz="1600" b="1" dirty="0">
                <a:cs typeface="+mn-ea"/>
                <a:sym typeface="+mn-lt"/>
              </a:rPr>
              <a:t>业务</a:t>
            </a:r>
          </a:p>
        </p:txBody>
      </p:sp>
      <p:sp>
        <p:nvSpPr>
          <p:cNvPr id="21" name="文本框 20">
            <a:extLst>
              <a:ext uri="{FF2B5EF4-FFF2-40B4-BE49-F238E27FC236}">
                <a16:creationId xmlns:a16="http://schemas.microsoft.com/office/drawing/2014/main" id="{B44E4383-BFE2-1CCE-36E3-743E8F24FEE3}"/>
              </a:ext>
            </a:extLst>
          </p:cNvPr>
          <p:cNvSpPr txBox="1"/>
          <p:nvPr/>
        </p:nvSpPr>
        <p:spPr bwMode="gray">
          <a:xfrm>
            <a:off x="3525619" y="1765947"/>
            <a:ext cx="2387600" cy="288147"/>
          </a:xfrm>
          <a:prstGeom prst="rect">
            <a:avLst/>
          </a:prstGeom>
          <a:noFill/>
        </p:spPr>
        <p:txBody>
          <a:bodyPr wrap="square" lIns="36000" tIns="36000" rIns="36000" bIns="36000" rtlCol="0">
            <a:spAutoFit/>
          </a:bodyPr>
          <a:lstStyle/>
          <a:p>
            <a:pPr marL="0" indent="0" algn="ctr">
              <a:buNone/>
            </a:pPr>
            <a:r>
              <a:rPr lang="zh-CN" altLang="en-US" sz="1400" dirty="0">
                <a:cs typeface="+mn-ea"/>
                <a:sym typeface="+mn-lt"/>
              </a:rPr>
              <a:t>智能家居事业群</a:t>
            </a:r>
          </a:p>
        </p:txBody>
      </p:sp>
      <p:sp>
        <p:nvSpPr>
          <p:cNvPr id="22" name="文本框 21">
            <a:extLst>
              <a:ext uri="{FF2B5EF4-FFF2-40B4-BE49-F238E27FC236}">
                <a16:creationId xmlns:a16="http://schemas.microsoft.com/office/drawing/2014/main" id="{323EDDE7-FFF5-D36B-A8B8-C6341A502BB1}"/>
              </a:ext>
            </a:extLst>
          </p:cNvPr>
          <p:cNvSpPr txBox="1"/>
          <p:nvPr/>
        </p:nvSpPr>
        <p:spPr bwMode="gray">
          <a:xfrm>
            <a:off x="7890268" y="1742593"/>
            <a:ext cx="3815520" cy="288147"/>
          </a:xfrm>
          <a:prstGeom prst="rect">
            <a:avLst/>
          </a:prstGeom>
          <a:noFill/>
        </p:spPr>
        <p:txBody>
          <a:bodyPr wrap="square" lIns="36000" tIns="36000" rIns="36000" bIns="36000" rtlCol="0">
            <a:spAutoFit/>
          </a:bodyPr>
          <a:lstStyle/>
          <a:p>
            <a:pPr marL="0" indent="0" algn="ctr">
              <a:buNone/>
            </a:pPr>
            <a:r>
              <a:rPr lang="zh-CN" altLang="en-US" sz="1400" dirty="0">
                <a:cs typeface="+mn-ea"/>
                <a:sym typeface="+mn-lt"/>
              </a:rPr>
              <a:t>工业技术</a:t>
            </a:r>
            <a:r>
              <a:rPr lang="en-US" altLang="zh-CN" sz="1400" dirty="0">
                <a:cs typeface="+mn-ea"/>
                <a:sym typeface="+mn-lt"/>
              </a:rPr>
              <a:t> | </a:t>
            </a:r>
            <a:r>
              <a:rPr lang="zh-CN" altLang="en-US" sz="1400" dirty="0">
                <a:cs typeface="+mn-ea"/>
                <a:sym typeface="+mn-lt"/>
              </a:rPr>
              <a:t>楼宇</a:t>
            </a:r>
            <a:r>
              <a:rPr lang="en-US" altLang="zh-CN" sz="1400" dirty="0">
                <a:cs typeface="+mn-ea"/>
                <a:sym typeface="+mn-lt"/>
              </a:rPr>
              <a:t> | </a:t>
            </a:r>
            <a:r>
              <a:rPr lang="zh-CN" altLang="en-US" sz="1400" dirty="0">
                <a:cs typeface="+mn-ea"/>
                <a:sym typeface="+mn-lt"/>
              </a:rPr>
              <a:t>机器人与自动化 </a:t>
            </a:r>
            <a:r>
              <a:rPr lang="en-US" altLang="zh-CN" sz="1400" dirty="0">
                <a:cs typeface="+mn-ea"/>
                <a:sym typeface="+mn-lt"/>
              </a:rPr>
              <a:t>| </a:t>
            </a:r>
            <a:r>
              <a:rPr lang="zh-CN" altLang="en-US" sz="1400" dirty="0">
                <a:cs typeface="+mn-ea"/>
                <a:sym typeface="+mn-lt"/>
              </a:rPr>
              <a:t>医疗 </a:t>
            </a:r>
            <a:r>
              <a:rPr lang="en-US" altLang="zh-CN" sz="1400" dirty="0">
                <a:cs typeface="+mn-ea"/>
                <a:sym typeface="+mn-lt"/>
              </a:rPr>
              <a:t>| </a:t>
            </a:r>
            <a:r>
              <a:rPr lang="zh-CN" altLang="en-US" sz="1400" dirty="0">
                <a:cs typeface="+mn-ea"/>
                <a:sym typeface="+mn-lt"/>
              </a:rPr>
              <a:t>物流</a:t>
            </a:r>
          </a:p>
        </p:txBody>
      </p:sp>
      <p:sp>
        <p:nvSpPr>
          <p:cNvPr id="23" name="椭圆 22">
            <a:extLst>
              <a:ext uri="{FF2B5EF4-FFF2-40B4-BE49-F238E27FC236}">
                <a16:creationId xmlns:a16="http://schemas.microsoft.com/office/drawing/2014/main" id="{66B999F7-C370-611D-F451-B4B32A220372}"/>
              </a:ext>
            </a:extLst>
          </p:cNvPr>
          <p:cNvSpPr/>
          <p:nvPr/>
        </p:nvSpPr>
        <p:spPr bwMode="gray">
          <a:xfrm>
            <a:off x="2438210" y="2348057"/>
            <a:ext cx="355294" cy="355294"/>
          </a:xfrm>
          <a:prstGeom prst="ellipse">
            <a:avLst/>
          </a:prstGeom>
          <a:solidFill>
            <a:schemeClr val="bg1"/>
          </a:solidFill>
          <a:ln w="12700">
            <a:solidFill>
              <a:srgbClr val="0073B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altLang="zh-CN" sz="1600" dirty="0">
                <a:solidFill>
                  <a:schemeClr val="tx1"/>
                </a:solidFill>
                <a:cs typeface="+mn-ea"/>
                <a:sym typeface="+mn-lt"/>
              </a:rPr>
              <a:t>1</a:t>
            </a:r>
            <a:endParaRPr lang="zh-CN" altLang="en-US" sz="1600" dirty="0" err="1">
              <a:solidFill>
                <a:schemeClr val="tx1"/>
              </a:solidFill>
              <a:cs typeface="+mn-ea"/>
              <a:sym typeface="+mn-lt"/>
            </a:endParaRPr>
          </a:p>
        </p:txBody>
      </p:sp>
      <p:sp>
        <p:nvSpPr>
          <p:cNvPr id="24" name="椭圆 23">
            <a:extLst>
              <a:ext uri="{FF2B5EF4-FFF2-40B4-BE49-F238E27FC236}">
                <a16:creationId xmlns:a16="http://schemas.microsoft.com/office/drawing/2014/main" id="{DF60FE6B-BCCA-725E-031E-578C913E88EC}"/>
              </a:ext>
            </a:extLst>
          </p:cNvPr>
          <p:cNvSpPr/>
          <p:nvPr/>
        </p:nvSpPr>
        <p:spPr bwMode="gray">
          <a:xfrm>
            <a:off x="5911525" y="2348057"/>
            <a:ext cx="355294" cy="355294"/>
          </a:xfrm>
          <a:prstGeom prst="ellipse">
            <a:avLst/>
          </a:prstGeom>
          <a:solidFill>
            <a:schemeClr val="bg1"/>
          </a:solidFill>
          <a:ln w="12700">
            <a:solidFill>
              <a:srgbClr val="0073B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altLang="zh-CN" sz="1600" dirty="0">
                <a:solidFill>
                  <a:schemeClr val="tx1"/>
                </a:solidFill>
                <a:cs typeface="+mn-ea"/>
                <a:sym typeface="+mn-lt"/>
              </a:rPr>
              <a:t>2</a:t>
            </a:r>
            <a:endParaRPr lang="zh-CN" altLang="en-US" sz="1600" dirty="0" err="1">
              <a:solidFill>
                <a:schemeClr val="tx1"/>
              </a:solidFill>
              <a:cs typeface="+mn-ea"/>
              <a:sym typeface="+mn-lt"/>
            </a:endParaRPr>
          </a:p>
        </p:txBody>
      </p:sp>
      <p:sp>
        <p:nvSpPr>
          <p:cNvPr id="25" name="椭圆 24">
            <a:extLst>
              <a:ext uri="{FF2B5EF4-FFF2-40B4-BE49-F238E27FC236}">
                <a16:creationId xmlns:a16="http://schemas.microsoft.com/office/drawing/2014/main" id="{41075D6C-C3BB-0155-1272-B800D6F0D58D}"/>
              </a:ext>
            </a:extLst>
          </p:cNvPr>
          <p:cNvSpPr/>
          <p:nvPr/>
        </p:nvSpPr>
        <p:spPr bwMode="gray">
          <a:xfrm>
            <a:off x="9632194" y="2348057"/>
            <a:ext cx="355294" cy="355294"/>
          </a:xfrm>
          <a:prstGeom prst="ellipse">
            <a:avLst/>
          </a:prstGeom>
          <a:solidFill>
            <a:schemeClr val="bg1"/>
          </a:solid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altLang="zh-CN" sz="1600" dirty="0">
                <a:solidFill>
                  <a:schemeClr val="tx1"/>
                </a:solidFill>
                <a:cs typeface="+mn-ea"/>
                <a:sym typeface="+mn-lt"/>
              </a:rPr>
              <a:t>3</a:t>
            </a:r>
            <a:endParaRPr lang="zh-CN" altLang="en-US" sz="1600" dirty="0" err="1">
              <a:solidFill>
                <a:schemeClr val="tx1"/>
              </a:solidFill>
              <a:cs typeface="+mn-ea"/>
              <a:sym typeface="+mn-lt"/>
            </a:endParaRPr>
          </a:p>
        </p:txBody>
      </p:sp>
    </p:spTree>
    <p:extLst>
      <p:ext uri="{BB962C8B-B14F-4D97-AF65-F5344CB8AC3E}">
        <p14:creationId xmlns:p14="http://schemas.microsoft.com/office/powerpoint/2010/main" val="275092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B94E6-4DB8-0874-29FC-54406B8F9EB0}"/>
              </a:ext>
            </a:extLst>
          </p:cNvPr>
          <p:cNvSpPr>
            <a:spLocks noGrp="1"/>
          </p:cNvSpPr>
          <p:nvPr>
            <p:ph type="title"/>
          </p:nvPr>
        </p:nvSpPr>
        <p:spPr/>
        <p:txBody>
          <a:bodyPr/>
          <a:lstStyle/>
          <a:p>
            <a:r>
              <a:rPr lang="zh-CN" altLang="en-US" b="1" dirty="0">
                <a:latin typeface="+mn-lt"/>
                <a:ea typeface="+mn-ea"/>
                <a:cs typeface="+mn-ea"/>
                <a:sym typeface="+mn-lt"/>
              </a:rPr>
              <a:t>美的国际发展历程</a:t>
            </a:r>
          </a:p>
        </p:txBody>
      </p:sp>
      <p:sp>
        <p:nvSpPr>
          <p:cNvPr id="7" name="图形 7">
            <a:extLst>
              <a:ext uri="{FF2B5EF4-FFF2-40B4-BE49-F238E27FC236}">
                <a16:creationId xmlns:a16="http://schemas.microsoft.com/office/drawing/2014/main" id="{21A8DF85-A5B6-9045-7F96-51C4636068CE}"/>
              </a:ext>
            </a:extLst>
          </p:cNvPr>
          <p:cNvSpPr/>
          <p:nvPr/>
        </p:nvSpPr>
        <p:spPr>
          <a:xfrm>
            <a:off x="254440" y="1665534"/>
            <a:ext cx="11531601" cy="2213264"/>
          </a:xfrm>
          <a:custGeom>
            <a:avLst/>
            <a:gdLst>
              <a:gd name="connsiteX0" fmla="*/ 0 w 12181814"/>
              <a:gd name="connsiteY0" fmla="*/ 2200060 h 2200060"/>
              <a:gd name="connsiteX1" fmla="*/ 11081784 w 12181814"/>
              <a:gd name="connsiteY1" fmla="*/ 2200060 h 2200060"/>
              <a:gd name="connsiteX2" fmla="*/ 12181815 w 12181814"/>
              <a:gd name="connsiteY2" fmla="*/ 1100030 h 2200060"/>
              <a:gd name="connsiteX3" fmla="*/ 12181815 w 12181814"/>
              <a:gd name="connsiteY3" fmla="*/ 1100030 h 2200060"/>
              <a:gd name="connsiteX4" fmla="*/ 11081784 w 12181814"/>
              <a:gd name="connsiteY4" fmla="*/ 0 h 2200060"/>
              <a:gd name="connsiteX5" fmla="*/ 0 w 12181814"/>
              <a:gd name="connsiteY5" fmla="*/ 0 h 2200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1814" h="2200060">
                <a:moveTo>
                  <a:pt x="0" y="2200060"/>
                </a:moveTo>
                <a:lnTo>
                  <a:pt x="11081784" y="2200060"/>
                </a:lnTo>
                <a:cubicBezTo>
                  <a:pt x="11689348" y="2200060"/>
                  <a:pt x="12181815" y="1707593"/>
                  <a:pt x="12181815" y="1100030"/>
                </a:cubicBezTo>
                <a:lnTo>
                  <a:pt x="12181815" y="1100030"/>
                </a:lnTo>
                <a:cubicBezTo>
                  <a:pt x="12181815" y="492467"/>
                  <a:pt x="11689348" y="0"/>
                  <a:pt x="11081784" y="0"/>
                </a:cubicBezTo>
                <a:lnTo>
                  <a:pt x="0" y="0"/>
                </a:lnTo>
              </a:path>
            </a:pathLst>
          </a:custGeom>
          <a:noFill/>
          <a:ln w="6350" cap="flat">
            <a:solidFill>
              <a:schemeClr val="tx1">
                <a:alpha val="50000"/>
              </a:schemeClr>
            </a:solidFill>
            <a:prstDash val="solid"/>
            <a:miter/>
            <a:headEnd type="arrow"/>
          </a:ln>
        </p:spPr>
        <p:txBody>
          <a:bodyPr rtlCol="0" anchor="ctr"/>
          <a:lstStyle/>
          <a:p>
            <a:endParaRPr lang="zh-CN" altLang="en-US">
              <a:cs typeface="+mn-ea"/>
              <a:sym typeface="+mn-lt"/>
            </a:endParaRPr>
          </a:p>
        </p:txBody>
      </p:sp>
      <p:grpSp>
        <p:nvGrpSpPr>
          <p:cNvPr id="56" name="组合 55">
            <a:extLst>
              <a:ext uri="{FF2B5EF4-FFF2-40B4-BE49-F238E27FC236}">
                <a16:creationId xmlns:a16="http://schemas.microsoft.com/office/drawing/2014/main" id="{1C32C7F1-6D14-0D9F-17CF-577ED596FF7F}"/>
              </a:ext>
            </a:extLst>
          </p:cNvPr>
          <p:cNvGrpSpPr/>
          <p:nvPr/>
        </p:nvGrpSpPr>
        <p:grpSpPr>
          <a:xfrm>
            <a:off x="699715" y="1326457"/>
            <a:ext cx="2172076" cy="2133706"/>
            <a:chOff x="1009815" y="1824162"/>
            <a:chExt cx="2172076" cy="2133706"/>
          </a:xfrm>
        </p:grpSpPr>
        <p:sp>
          <p:nvSpPr>
            <p:cNvPr id="53" name="Number1">
              <a:extLst>
                <a:ext uri="{FF2B5EF4-FFF2-40B4-BE49-F238E27FC236}">
                  <a16:creationId xmlns:a16="http://schemas.microsoft.com/office/drawing/2014/main" id="{C7890FC4-90C2-3A56-E576-D44D07E022B8}"/>
                </a:ext>
              </a:extLst>
            </p:cNvPr>
            <p:cNvSpPr/>
            <p:nvPr/>
          </p:nvSpPr>
          <p:spPr>
            <a:xfrm>
              <a:off x="1577590" y="1824162"/>
              <a:ext cx="687600" cy="687600"/>
            </a:xfrm>
            <a:prstGeom prst="flowChartDecisi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cs typeface="+mn-ea"/>
                  <a:sym typeface="+mn-lt"/>
                </a:rPr>
                <a:t>1</a:t>
              </a:r>
              <a:endParaRPr lang="zh-CN" altLang="en-US" sz="1600" b="1" dirty="0">
                <a:cs typeface="+mn-ea"/>
                <a:sym typeface="+mn-lt"/>
              </a:endParaRPr>
            </a:p>
          </p:txBody>
        </p:sp>
        <p:sp>
          <p:nvSpPr>
            <p:cNvPr id="54" name="Bullet1">
              <a:extLst>
                <a:ext uri="{FF2B5EF4-FFF2-40B4-BE49-F238E27FC236}">
                  <a16:creationId xmlns:a16="http://schemas.microsoft.com/office/drawing/2014/main" id="{7AE34D11-BF1E-0484-4A6E-892A00818422}"/>
                </a:ext>
              </a:extLst>
            </p:cNvPr>
            <p:cNvSpPr>
              <a:spLocks/>
            </p:cNvSpPr>
            <p:nvPr/>
          </p:nvSpPr>
          <p:spPr>
            <a:xfrm flipH="1">
              <a:off x="1467351" y="2515060"/>
              <a:ext cx="1714540"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2012</a:t>
              </a:r>
              <a:r>
                <a:rPr lang="zh-CN" altLang="en-US" b="1" dirty="0">
                  <a:solidFill>
                    <a:schemeClr val="tx1"/>
                  </a:solidFill>
                  <a:cs typeface="+mn-ea"/>
                  <a:sym typeface="+mn-lt"/>
                </a:rPr>
                <a:t>年</a:t>
              </a:r>
              <a:endParaRPr lang="en-US" altLang="zh-CN" b="1" dirty="0">
                <a:solidFill>
                  <a:schemeClr val="tx1"/>
                </a:solidFill>
                <a:cs typeface="+mn-ea"/>
                <a:sym typeface="+mn-lt"/>
              </a:endParaRPr>
            </a:p>
          </p:txBody>
        </p:sp>
        <p:sp>
          <p:nvSpPr>
            <p:cNvPr id="55" name="Text1">
              <a:extLst>
                <a:ext uri="{FF2B5EF4-FFF2-40B4-BE49-F238E27FC236}">
                  <a16:creationId xmlns:a16="http://schemas.microsoft.com/office/drawing/2014/main" id="{D0872B0F-F072-BE11-F7CE-E96F0AE9E4D5}"/>
                </a:ext>
              </a:extLst>
            </p:cNvPr>
            <p:cNvSpPr txBox="1">
              <a:spLocks/>
            </p:cNvSpPr>
            <p:nvPr/>
          </p:nvSpPr>
          <p:spPr>
            <a:xfrm flipH="1">
              <a:off x="1009815" y="3109395"/>
              <a:ext cx="1818484" cy="848473"/>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solidFill>
                    <a:srgbClr val="257AFF"/>
                  </a:solidFill>
                  <a:cs typeface="+mn-ea"/>
                  <a:sym typeface="+mn-lt"/>
                </a:rPr>
                <a:t>国际事业部成立</a:t>
              </a:r>
              <a:r>
                <a:rPr lang="zh-CN" altLang="en-US" sz="1200" dirty="0">
                  <a:cs typeface="+mn-ea"/>
                  <a:sym typeface="+mn-lt"/>
                </a:rPr>
                <a:t>，初步建立海外</a:t>
              </a:r>
              <a:r>
                <a:rPr lang="en-US" altLang="zh-CN" sz="1200" dirty="0">
                  <a:cs typeface="+mn-ea"/>
                  <a:sym typeface="+mn-lt"/>
                </a:rPr>
                <a:t>OBM </a:t>
              </a:r>
              <a:r>
                <a:rPr lang="zh-CN" altLang="en-US" sz="1200" dirty="0">
                  <a:cs typeface="+mn-ea"/>
                  <a:sym typeface="+mn-lt"/>
                </a:rPr>
                <a:t>组织雏形</a:t>
              </a:r>
            </a:p>
          </p:txBody>
        </p:sp>
      </p:grpSp>
      <p:grpSp>
        <p:nvGrpSpPr>
          <p:cNvPr id="57" name="组合 56">
            <a:extLst>
              <a:ext uri="{FF2B5EF4-FFF2-40B4-BE49-F238E27FC236}">
                <a16:creationId xmlns:a16="http://schemas.microsoft.com/office/drawing/2014/main" id="{7B7C51F8-3AE5-6F0B-29A3-2DCCCDBF4B25}"/>
              </a:ext>
            </a:extLst>
          </p:cNvPr>
          <p:cNvGrpSpPr/>
          <p:nvPr/>
        </p:nvGrpSpPr>
        <p:grpSpPr>
          <a:xfrm>
            <a:off x="3076596" y="1326457"/>
            <a:ext cx="1818483" cy="2133706"/>
            <a:chOff x="4014847" y="1824162"/>
            <a:chExt cx="1818483" cy="2133706"/>
          </a:xfrm>
        </p:grpSpPr>
        <p:sp>
          <p:nvSpPr>
            <p:cNvPr id="50" name="Number2">
              <a:extLst>
                <a:ext uri="{FF2B5EF4-FFF2-40B4-BE49-F238E27FC236}">
                  <a16:creationId xmlns:a16="http://schemas.microsoft.com/office/drawing/2014/main" id="{8499C2CF-C75A-F6C8-1489-45F9C2AEE3CE}"/>
                </a:ext>
              </a:extLst>
            </p:cNvPr>
            <p:cNvSpPr/>
            <p:nvPr/>
          </p:nvSpPr>
          <p:spPr>
            <a:xfrm>
              <a:off x="4229030" y="1824162"/>
              <a:ext cx="687600" cy="687600"/>
            </a:xfrm>
            <a:prstGeom prst="flowChartDecisi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cs typeface="+mn-ea"/>
                  <a:sym typeface="+mn-lt"/>
                </a:rPr>
                <a:t>2</a:t>
              </a:r>
              <a:endParaRPr lang="zh-CN" altLang="en-US" sz="1600" b="1" dirty="0">
                <a:cs typeface="+mn-ea"/>
                <a:sym typeface="+mn-lt"/>
              </a:endParaRPr>
            </a:p>
          </p:txBody>
        </p:sp>
        <p:sp>
          <p:nvSpPr>
            <p:cNvPr id="51" name="Bullet2">
              <a:extLst>
                <a:ext uri="{FF2B5EF4-FFF2-40B4-BE49-F238E27FC236}">
                  <a16:creationId xmlns:a16="http://schemas.microsoft.com/office/drawing/2014/main" id="{D43B8BD6-3305-29A5-834F-7F668EC9018A}"/>
                </a:ext>
              </a:extLst>
            </p:cNvPr>
            <p:cNvSpPr>
              <a:spLocks/>
            </p:cNvSpPr>
            <p:nvPr/>
          </p:nvSpPr>
          <p:spPr>
            <a:xfrm flipH="1">
              <a:off x="4143017" y="2515060"/>
              <a:ext cx="1690313"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2015</a:t>
              </a:r>
              <a:r>
                <a:rPr lang="zh-CN" altLang="en-US" b="1" dirty="0">
                  <a:solidFill>
                    <a:schemeClr val="tx1"/>
                  </a:solidFill>
                  <a:cs typeface="+mn-ea"/>
                  <a:sym typeface="+mn-lt"/>
                </a:rPr>
                <a:t>年</a:t>
              </a:r>
              <a:endParaRPr lang="en-US" altLang="zh-CN" b="1" dirty="0">
                <a:solidFill>
                  <a:schemeClr val="tx1"/>
                </a:solidFill>
                <a:cs typeface="+mn-ea"/>
                <a:sym typeface="+mn-lt"/>
              </a:endParaRPr>
            </a:p>
          </p:txBody>
        </p:sp>
        <p:sp>
          <p:nvSpPr>
            <p:cNvPr id="52" name="Text2">
              <a:extLst>
                <a:ext uri="{FF2B5EF4-FFF2-40B4-BE49-F238E27FC236}">
                  <a16:creationId xmlns:a16="http://schemas.microsoft.com/office/drawing/2014/main" id="{697E9A32-96A7-C94D-9D6C-1E5ED79B95AA}"/>
                </a:ext>
              </a:extLst>
            </p:cNvPr>
            <p:cNvSpPr txBox="1">
              <a:spLocks/>
            </p:cNvSpPr>
            <p:nvPr/>
          </p:nvSpPr>
          <p:spPr>
            <a:xfrm flipH="1">
              <a:off x="4014847" y="3109395"/>
              <a:ext cx="1527209" cy="848473"/>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dirty="0">
                  <a:solidFill>
                    <a:srgbClr val="257AFF"/>
                  </a:solidFill>
                  <a:cs typeface="+mn-ea"/>
                  <a:sym typeface="+mn-lt"/>
                </a:rPr>
                <a:t>OEM</a:t>
              </a:r>
              <a:r>
                <a:rPr lang="zh-CN" altLang="en-US" sz="1200" dirty="0">
                  <a:solidFill>
                    <a:srgbClr val="257AFF"/>
                  </a:solidFill>
                  <a:cs typeface="+mn-ea"/>
                  <a:sym typeface="+mn-lt"/>
                </a:rPr>
                <a:t>业务剥离，</a:t>
              </a:r>
              <a:br>
                <a:rPr lang="en-US" altLang="zh-CN" sz="1200" dirty="0">
                  <a:solidFill>
                    <a:srgbClr val="257AFF"/>
                  </a:solidFill>
                  <a:cs typeface="+mn-ea"/>
                  <a:sym typeface="+mn-lt"/>
                </a:rPr>
              </a:br>
              <a:r>
                <a:rPr lang="zh-CN" altLang="en-US" sz="1200" dirty="0">
                  <a:cs typeface="+mn-ea"/>
                  <a:sym typeface="+mn-lt"/>
                </a:rPr>
                <a:t>国家经理专注</a:t>
              </a:r>
              <a:r>
                <a:rPr lang="en-US" altLang="zh-CN" sz="1200" dirty="0">
                  <a:cs typeface="+mn-ea"/>
                  <a:sym typeface="+mn-lt"/>
                </a:rPr>
                <a:t>OBM</a:t>
              </a:r>
            </a:p>
          </p:txBody>
        </p:sp>
      </p:grpSp>
      <p:grpSp>
        <p:nvGrpSpPr>
          <p:cNvPr id="58" name="组合 57">
            <a:extLst>
              <a:ext uri="{FF2B5EF4-FFF2-40B4-BE49-F238E27FC236}">
                <a16:creationId xmlns:a16="http://schemas.microsoft.com/office/drawing/2014/main" id="{2902A847-D95E-EFD4-D180-B82FDB5C3B8E}"/>
              </a:ext>
            </a:extLst>
          </p:cNvPr>
          <p:cNvGrpSpPr/>
          <p:nvPr/>
        </p:nvGrpSpPr>
        <p:grpSpPr>
          <a:xfrm>
            <a:off x="5518204" y="1326457"/>
            <a:ext cx="1869286" cy="2208541"/>
            <a:chOff x="6615484" y="1824162"/>
            <a:chExt cx="1869286" cy="2208541"/>
          </a:xfrm>
        </p:grpSpPr>
        <p:sp>
          <p:nvSpPr>
            <p:cNvPr id="47" name="Number3">
              <a:extLst>
                <a:ext uri="{FF2B5EF4-FFF2-40B4-BE49-F238E27FC236}">
                  <a16:creationId xmlns:a16="http://schemas.microsoft.com/office/drawing/2014/main" id="{48EEE821-6500-806B-3653-2D2F5E352F67}"/>
                </a:ext>
              </a:extLst>
            </p:cNvPr>
            <p:cNvSpPr/>
            <p:nvPr/>
          </p:nvSpPr>
          <p:spPr>
            <a:xfrm>
              <a:off x="6880470" y="1824162"/>
              <a:ext cx="687600" cy="687600"/>
            </a:xfrm>
            <a:prstGeom prst="flowChartDecisi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cs typeface="+mn-ea"/>
                  <a:sym typeface="+mn-lt"/>
                </a:rPr>
                <a:t>3</a:t>
              </a:r>
              <a:endParaRPr lang="zh-CN" altLang="en-US" sz="1600" b="1" dirty="0">
                <a:cs typeface="+mn-ea"/>
                <a:sym typeface="+mn-lt"/>
              </a:endParaRPr>
            </a:p>
          </p:txBody>
        </p:sp>
        <p:sp>
          <p:nvSpPr>
            <p:cNvPr id="48" name="Bullet3">
              <a:extLst>
                <a:ext uri="{FF2B5EF4-FFF2-40B4-BE49-F238E27FC236}">
                  <a16:creationId xmlns:a16="http://schemas.microsoft.com/office/drawing/2014/main" id="{DCAB748C-2F3D-3B1D-E4DD-F588D2EB40C7}"/>
                </a:ext>
              </a:extLst>
            </p:cNvPr>
            <p:cNvSpPr>
              <a:spLocks/>
            </p:cNvSpPr>
            <p:nvPr/>
          </p:nvSpPr>
          <p:spPr>
            <a:xfrm flipH="1">
              <a:off x="6794457" y="2515060"/>
              <a:ext cx="1690313"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2017</a:t>
              </a:r>
              <a:r>
                <a:rPr lang="zh-CN" altLang="en-US" b="1" dirty="0">
                  <a:solidFill>
                    <a:schemeClr val="tx1"/>
                  </a:solidFill>
                  <a:cs typeface="+mn-ea"/>
                  <a:sym typeface="+mn-lt"/>
                </a:rPr>
                <a:t>年</a:t>
              </a:r>
              <a:endParaRPr lang="en-US" altLang="zh-CN" b="1" dirty="0">
                <a:solidFill>
                  <a:schemeClr val="tx1"/>
                </a:solidFill>
                <a:cs typeface="+mn-ea"/>
                <a:sym typeface="+mn-lt"/>
              </a:endParaRPr>
            </a:p>
          </p:txBody>
        </p:sp>
        <p:sp>
          <p:nvSpPr>
            <p:cNvPr id="49" name="Text3">
              <a:extLst>
                <a:ext uri="{FF2B5EF4-FFF2-40B4-BE49-F238E27FC236}">
                  <a16:creationId xmlns:a16="http://schemas.microsoft.com/office/drawing/2014/main" id="{5AB4EBB6-9720-07CE-86F0-9067A9719FD2}"/>
                </a:ext>
              </a:extLst>
            </p:cNvPr>
            <p:cNvSpPr txBox="1">
              <a:spLocks/>
            </p:cNvSpPr>
            <p:nvPr/>
          </p:nvSpPr>
          <p:spPr>
            <a:xfrm flipH="1">
              <a:off x="6615484" y="3109395"/>
              <a:ext cx="1757238" cy="9233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cs typeface="+mn-ea"/>
                  <a:sym typeface="+mn-lt"/>
                </a:rPr>
                <a:t>美的国际重新定位，明确兼具职能管理和业务管理的双重角色</a:t>
              </a:r>
            </a:p>
          </p:txBody>
        </p:sp>
      </p:grpSp>
      <p:grpSp>
        <p:nvGrpSpPr>
          <p:cNvPr id="59" name="组合 58">
            <a:extLst>
              <a:ext uri="{FF2B5EF4-FFF2-40B4-BE49-F238E27FC236}">
                <a16:creationId xmlns:a16="http://schemas.microsoft.com/office/drawing/2014/main" id="{314090E7-BFA2-553E-264C-738EF8B80EC6}"/>
              </a:ext>
            </a:extLst>
          </p:cNvPr>
          <p:cNvGrpSpPr/>
          <p:nvPr/>
        </p:nvGrpSpPr>
        <p:grpSpPr>
          <a:xfrm>
            <a:off x="7737426" y="1326457"/>
            <a:ext cx="1880083" cy="2275484"/>
            <a:chOff x="9256126" y="1824162"/>
            <a:chExt cx="1880083" cy="2275484"/>
          </a:xfrm>
        </p:grpSpPr>
        <p:sp>
          <p:nvSpPr>
            <p:cNvPr id="44" name="Number4">
              <a:extLst>
                <a:ext uri="{FF2B5EF4-FFF2-40B4-BE49-F238E27FC236}">
                  <a16:creationId xmlns:a16="http://schemas.microsoft.com/office/drawing/2014/main" id="{3979373E-A8AA-4B54-BC8F-7FD18DE2A103}"/>
                </a:ext>
              </a:extLst>
            </p:cNvPr>
            <p:cNvSpPr/>
            <p:nvPr/>
          </p:nvSpPr>
          <p:spPr>
            <a:xfrm>
              <a:off x="9531909" y="1824162"/>
              <a:ext cx="687600" cy="687600"/>
            </a:xfrm>
            <a:prstGeom prst="flowChartDecision">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solidFill>
                    <a:schemeClr val="bg1"/>
                  </a:solidFill>
                  <a:cs typeface="+mn-ea"/>
                  <a:sym typeface="+mn-lt"/>
                </a:rPr>
                <a:t>4</a:t>
              </a:r>
              <a:endParaRPr lang="zh-CN" altLang="en-US" sz="1600" b="1" dirty="0">
                <a:solidFill>
                  <a:schemeClr val="bg1"/>
                </a:solidFill>
                <a:cs typeface="+mn-ea"/>
                <a:sym typeface="+mn-lt"/>
              </a:endParaRPr>
            </a:p>
          </p:txBody>
        </p:sp>
        <p:sp>
          <p:nvSpPr>
            <p:cNvPr id="45" name="Bullet4">
              <a:extLst>
                <a:ext uri="{FF2B5EF4-FFF2-40B4-BE49-F238E27FC236}">
                  <a16:creationId xmlns:a16="http://schemas.microsoft.com/office/drawing/2014/main" id="{58E867C7-DBB9-3F55-6BDE-5B42FD0A8EF8}"/>
                </a:ext>
              </a:extLst>
            </p:cNvPr>
            <p:cNvSpPr>
              <a:spLocks/>
            </p:cNvSpPr>
            <p:nvPr/>
          </p:nvSpPr>
          <p:spPr>
            <a:xfrm flipH="1">
              <a:off x="9445896" y="2515060"/>
              <a:ext cx="1690313"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2018</a:t>
              </a:r>
              <a:r>
                <a:rPr lang="zh-CN" altLang="en-US" b="1" dirty="0">
                  <a:solidFill>
                    <a:schemeClr val="tx1"/>
                  </a:solidFill>
                  <a:cs typeface="+mn-ea"/>
                  <a:sym typeface="+mn-lt"/>
                </a:rPr>
                <a:t>年</a:t>
              </a:r>
              <a:endParaRPr lang="en-US" altLang="zh-CN" b="1" dirty="0">
                <a:solidFill>
                  <a:schemeClr val="tx1"/>
                </a:solidFill>
                <a:cs typeface="+mn-ea"/>
                <a:sym typeface="+mn-lt"/>
              </a:endParaRPr>
            </a:p>
          </p:txBody>
        </p:sp>
        <p:sp>
          <p:nvSpPr>
            <p:cNvPr id="46" name="Text4">
              <a:extLst>
                <a:ext uri="{FF2B5EF4-FFF2-40B4-BE49-F238E27FC236}">
                  <a16:creationId xmlns:a16="http://schemas.microsoft.com/office/drawing/2014/main" id="{DCEE1155-75DF-CF38-72AB-BB9249C6CBF3}"/>
                </a:ext>
              </a:extLst>
            </p:cNvPr>
            <p:cNvSpPr txBox="1">
              <a:spLocks/>
            </p:cNvSpPr>
            <p:nvPr/>
          </p:nvSpPr>
          <p:spPr>
            <a:xfrm flipH="1">
              <a:off x="9256126" y="3109395"/>
              <a:ext cx="1696276" cy="990251"/>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solidFill>
                    <a:srgbClr val="257AFF"/>
                  </a:solidFill>
                  <a:cs typeface="+mn-ea"/>
                  <a:sym typeface="+mn-lt"/>
                </a:rPr>
                <a:t>试行区域化运作</a:t>
              </a:r>
              <a:r>
                <a:rPr lang="zh-CN" altLang="en-US" sz="1200" dirty="0">
                  <a:cs typeface="+mn-ea"/>
                  <a:sym typeface="+mn-lt"/>
                </a:rPr>
                <a:t>，成立国际业务区、东盟区域、印度区域</a:t>
              </a:r>
            </a:p>
          </p:txBody>
        </p:sp>
      </p:grpSp>
      <p:grpSp>
        <p:nvGrpSpPr>
          <p:cNvPr id="60" name="组合 59">
            <a:extLst>
              <a:ext uri="{FF2B5EF4-FFF2-40B4-BE49-F238E27FC236}">
                <a16:creationId xmlns:a16="http://schemas.microsoft.com/office/drawing/2014/main" id="{BE47061C-482E-ACAC-F6C9-EAFF031A0B17}"/>
              </a:ext>
            </a:extLst>
          </p:cNvPr>
          <p:cNvGrpSpPr/>
          <p:nvPr/>
        </p:nvGrpSpPr>
        <p:grpSpPr>
          <a:xfrm>
            <a:off x="2611595" y="3534998"/>
            <a:ext cx="2303681" cy="2101397"/>
            <a:chOff x="878210" y="4032703"/>
            <a:chExt cx="2303681" cy="2101397"/>
          </a:xfrm>
        </p:grpSpPr>
        <p:sp>
          <p:nvSpPr>
            <p:cNvPr id="41" name="Number5">
              <a:extLst>
                <a:ext uri="{FF2B5EF4-FFF2-40B4-BE49-F238E27FC236}">
                  <a16:creationId xmlns:a16="http://schemas.microsoft.com/office/drawing/2014/main" id="{61B9B0B3-FFC6-E761-5909-227F4725BA9F}"/>
                </a:ext>
              </a:extLst>
            </p:cNvPr>
            <p:cNvSpPr/>
            <p:nvPr/>
          </p:nvSpPr>
          <p:spPr>
            <a:xfrm>
              <a:off x="1577591" y="4032703"/>
              <a:ext cx="687600" cy="687600"/>
            </a:xfrm>
            <a:prstGeom prst="flowChartDecisi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cs typeface="+mn-ea"/>
                  <a:sym typeface="+mn-lt"/>
                </a:rPr>
                <a:t>9</a:t>
              </a:r>
              <a:endParaRPr lang="zh-CN" altLang="en-US" sz="1600" b="1" dirty="0">
                <a:cs typeface="+mn-ea"/>
                <a:sym typeface="+mn-lt"/>
              </a:endParaRPr>
            </a:p>
          </p:txBody>
        </p:sp>
        <p:sp>
          <p:nvSpPr>
            <p:cNvPr id="42" name="Bullet5">
              <a:extLst>
                <a:ext uri="{FF2B5EF4-FFF2-40B4-BE49-F238E27FC236}">
                  <a16:creationId xmlns:a16="http://schemas.microsoft.com/office/drawing/2014/main" id="{F63224B8-C385-AA99-DE17-DA7E7905BBCC}"/>
                </a:ext>
              </a:extLst>
            </p:cNvPr>
            <p:cNvSpPr>
              <a:spLocks/>
            </p:cNvSpPr>
            <p:nvPr/>
          </p:nvSpPr>
          <p:spPr>
            <a:xfrm flipH="1">
              <a:off x="1224000" y="4691292"/>
              <a:ext cx="1957891"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2023</a:t>
              </a:r>
              <a:r>
                <a:rPr lang="zh-CN" altLang="en-US" b="1" dirty="0">
                  <a:solidFill>
                    <a:schemeClr val="tx1"/>
                  </a:solidFill>
                  <a:cs typeface="+mn-ea"/>
                  <a:sym typeface="+mn-lt"/>
                </a:rPr>
                <a:t>年</a:t>
              </a:r>
              <a:r>
                <a:rPr lang="en-US" altLang="zh-CN" b="1" dirty="0">
                  <a:solidFill>
                    <a:schemeClr val="tx1"/>
                  </a:solidFill>
                  <a:cs typeface="+mn-ea"/>
                  <a:sym typeface="+mn-lt"/>
                </a:rPr>
                <a:t>11</a:t>
              </a:r>
              <a:r>
                <a:rPr lang="zh-CN" altLang="en-US" b="1" dirty="0">
                  <a:solidFill>
                    <a:schemeClr val="tx1"/>
                  </a:solidFill>
                  <a:cs typeface="+mn-ea"/>
                  <a:sym typeface="+mn-lt"/>
                </a:rPr>
                <a:t>月</a:t>
              </a:r>
              <a:endParaRPr lang="en-US" altLang="zh-CN" b="1" dirty="0">
                <a:solidFill>
                  <a:schemeClr val="tx1"/>
                </a:solidFill>
                <a:cs typeface="+mn-ea"/>
                <a:sym typeface="+mn-lt"/>
              </a:endParaRPr>
            </a:p>
          </p:txBody>
        </p:sp>
        <p:sp>
          <p:nvSpPr>
            <p:cNvPr id="43" name="Text5">
              <a:extLst>
                <a:ext uri="{FF2B5EF4-FFF2-40B4-BE49-F238E27FC236}">
                  <a16:creationId xmlns:a16="http://schemas.microsoft.com/office/drawing/2014/main" id="{94E18F9D-B219-100C-9F59-5B12CF0BADEB}"/>
                </a:ext>
              </a:extLst>
            </p:cNvPr>
            <p:cNvSpPr txBox="1">
              <a:spLocks/>
            </p:cNvSpPr>
            <p:nvPr/>
          </p:nvSpPr>
          <p:spPr>
            <a:xfrm flipH="1">
              <a:off x="878210" y="5285627"/>
              <a:ext cx="2303681" cy="848473"/>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solidFill>
                    <a:srgbClr val="257AFF"/>
                  </a:solidFill>
                  <a:cs typeface="+mn-ea"/>
                  <a:sym typeface="+mn-lt"/>
                </a:rPr>
                <a:t>成立</a:t>
              </a:r>
              <a:r>
                <a:rPr lang="en-US" altLang="zh-CN" sz="1200" dirty="0">
                  <a:solidFill>
                    <a:srgbClr val="257AFF"/>
                  </a:solidFill>
                  <a:cs typeface="+mn-ea"/>
                  <a:sym typeface="+mn-lt"/>
                </a:rPr>
                <a:t>OBM</a:t>
              </a:r>
              <a:r>
                <a:rPr lang="zh-CN" altLang="en-US" sz="1200" dirty="0">
                  <a:solidFill>
                    <a:srgbClr val="257AFF"/>
                  </a:solidFill>
                  <a:cs typeface="+mn-ea"/>
                  <a:sym typeface="+mn-lt"/>
                </a:rPr>
                <a:t>基础能力建设基金，</a:t>
              </a:r>
              <a:r>
                <a:rPr lang="zh-CN" altLang="en-US" sz="1200" dirty="0">
                  <a:cs typeface="+mn-ea"/>
                  <a:sym typeface="+mn-lt"/>
                </a:rPr>
                <a:t>加快推进</a:t>
              </a:r>
              <a:r>
                <a:rPr lang="en-US" altLang="zh-CN" sz="1200" dirty="0">
                  <a:cs typeface="+mn-ea"/>
                  <a:sym typeface="+mn-lt"/>
                </a:rPr>
                <a:t>OBM </a:t>
              </a:r>
              <a:r>
                <a:rPr lang="zh-CN" altLang="en-US" sz="1200" dirty="0">
                  <a:cs typeface="+mn-ea"/>
                  <a:sym typeface="+mn-lt"/>
                </a:rPr>
                <a:t>基础能力建设</a:t>
              </a:r>
            </a:p>
          </p:txBody>
        </p:sp>
      </p:grpSp>
      <p:grpSp>
        <p:nvGrpSpPr>
          <p:cNvPr id="61" name="组合 60">
            <a:extLst>
              <a:ext uri="{FF2B5EF4-FFF2-40B4-BE49-F238E27FC236}">
                <a16:creationId xmlns:a16="http://schemas.microsoft.com/office/drawing/2014/main" id="{B2B13B1D-D06E-9787-05F5-2893FBF6E47E}"/>
              </a:ext>
            </a:extLst>
          </p:cNvPr>
          <p:cNvGrpSpPr/>
          <p:nvPr/>
        </p:nvGrpSpPr>
        <p:grpSpPr>
          <a:xfrm>
            <a:off x="5260751" y="3534998"/>
            <a:ext cx="2123085" cy="2101397"/>
            <a:chOff x="3710246" y="4032703"/>
            <a:chExt cx="2123085" cy="2101397"/>
          </a:xfrm>
        </p:grpSpPr>
        <p:sp>
          <p:nvSpPr>
            <p:cNvPr id="38" name="Number6">
              <a:extLst>
                <a:ext uri="{FF2B5EF4-FFF2-40B4-BE49-F238E27FC236}">
                  <a16:creationId xmlns:a16="http://schemas.microsoft.com/office/drawing/2014/main" id="{77486345-79D8-BA3A-444C-0A6FD17A8E28}"/>
                </a:ext>
              </a:extLst>
            </p:cNvPr>
            <p:cNvSpPr/>
            <p:nvPr/>
          </p:nvSpPr>
          <p:spPr>
            <a:xfrm>
              <a:off x="4229031" y="4032703"/>
              <a:ext cx="687600" cy="687600"/>
            </a:xfrm>
            <a:prstGeom prst="flowChartDecisi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cs typeface="+mn-ea"/>
                  <a:sym typeface="+mn-lt"/>
                </a:rPr>
                <a:t>8</a:t>
              </a:r>
              <a:endParaRPr lang="zh-CN" altLang="en-US" sz="1600" b="1" dirty="0">
                <a:cs typeface="+mn-ea"/>
                <a:sym typeface="+mn-lt"/>
              </a:endParaRPr>
            </a:p>
          </p:txBody>
        </p:sp>
        <p:sp>
          <p:nvSpPr>
            <p:cNvPr id="39" name="Bullet6">
              <a:extLst>
                <a:ext uri="{FF2B5EF4-FFF2-40B4-BE49-F238E27FC236}">
                  <a16:creationId xmlns:a16="http://schemas.microsoft.com/office/drawing/2014/main" id="{EB04409E-E9C7-82D8-A5F2-8C9C6A0E611A}"/>
                </a:ext>
              </a:extLst>
            </p:cNvPr>
            <p:cNvSpPr>
              <a:spLocks/>
            </p:cNvSpPr>
            <p:nvPr/>
          </p:nvSpPr>
          <p:spPr>
            <a:xfrm flipH="1">
              <a:off x="3875440" y="4691292"/>
              <a:ext cx="1957891"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2023</a:t>
              </a:r>
              <a:r>
                <a:rPr lang="zh-CN" altLang="en-US" b="1" dirty="0">
                  <a:solidFill>
                    <a:schemeClr val="tx1"/>
                  </a:solidFill>
                  <a:cs typeface="+mn-ea"/>
                  <a:sym typeface="+mn-lt"/>
                </a:rPr>
                <a:t>年</a:t>
              </a:r>
              <a:r>
                <a:rPr lang="en-US" altLang="zh-CN" b="1" dirty="0">
                  <a:solidFill>
                    <a:schemeClr val="tx1"/>
                  </a:solidFill>
                  <a:cs typeface="+mn-ea"/>
                  <a:sym typeface="+mn-lt"/>
                </a:rPr>
                <a:t>8</a:t>
              </a:r>
              <a:r>
                <a:rPr lang="zh-CN" altLang="en-US" b="1" dirty="0">
                  <a:solidFill>
                    <a:schemeClr val="tx1"/>
                  </a:solidFill>
                  <a:cs typeface="+mn-ea"/>
                  <a:sym typeface="+mn-lt"/>
                </a:rPr>
                <a:t>月</a:t>
              </a:r>
              <a:endParaRPr lang="en-US" altLang="zh-CN" b="1" dirty="0">
                <a:solidFill>
                  <a:schemeClr val="tx1"/>
                </a:solidFill>
                <a:cs typeface="+mn-ea"/>
                <a:sym typeface="+mn-lt"/>
              </a:endParaRPr>
            </a:p>
          </p:txBody>
        </p:sp>
        <p:sp>
          <p:nvSpPr>
            <p:cNvPr id="40" name="Text6">
              <a:extLst>
                <a:ext uri="{FF2B5EF4-FFF2-40B4-BE49-F238E27FC236}">
                  <a16:creationId xmlns:a16="http://schemas.microsoft.com/office/drawing/2014/main" id="{44B67118-EAAB-A72B-6BC5-E28573A48146}"/>
                </a:ext>
              </a:extLst>
            </p:cNvPr>
            <p:cNvSpPr txBox="1">
              <a:spLocks/>
            </p:cNvSpPr>
            <p:nvPr/>
          </p:nvSpPr>
          <p:spPr>
            <a:xfrm flipH="1">
              <a:off x="3710246" y="5285627"/>
              <a:ext cx="1888197" cy="848473"/>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cs typeface="+mn-ea"/>
                  <a:sym typeface="+mn-lt"/>
                </a:rPr>
                <a:t>提出以</a:t>
              </a:r>
              <a:r>
                <a:rPr lang="en-US" altLang="zh-CN" sz="1200" dirty="0">
                  <a:solidFill>
                    <a:srgbClr val="257AFF"/>
                  </a:solidFill>
                  <a:cs typeface="+mn-ea"/>
                  <a:sym typeface="+mn-lt"/>
                </a:rPr>
                <a:t>OBM </a:t>
              </a:r>
              <a:r>
                <a:rPr lang="zh-CN" altLang="en-US" sz="1200" dirty="0">
                  <a:solidFill>
                    <a:srgbClr val="257AFF"/>
                  </a:solidFill>
                  <a:cs typeface="+mn-ea"/>
                  <a:sym typeface="+mn-lt"/>
                </a:rPr>
                <a:t>优先战略</a:t>
              </a:r>
              <a:r>
                <a:rPr lang="zh-CN" altLang="en-US" sz="1200" dirty="0">
                  <a:cs typeface="+mn-ea"/>
                  <a:sym typeface="+mn-lt"/>
                </a:rPr>
                <a:t>作为海外市场的战略指引</a:t>
              </a:r>
            </a:p>
          </p:txBody>
        </p:sp>
      </p:grpSp>
      <p:grpSp>
        <p:nvGrpSpPr>
          <p:cNvPr id="62" name="组合 61">
            <a:extLst>
              <a:ext uri="{FF2B5EF4-FFF2-40B4-BE49-F238E27FC236}">
                <a16:creationId xmlns:a16="http://schemas.microsoft.com/office/drawing/2014/main" id="{531459F8-AA2B-6F64-5C7C-22F08236345E}"/>
              </a:ext>
            </a:extLst>
          </p:cNvPr>
          <p:cNvGrpSpPr/>
          <p:nvPr/>
        </p:nvGrpSpPr>
        <p:grpSpPr>
          <a:xfrm>
            <a:off x="7494423" y="3534998"/>
            <a:ext cx="2167138" cy="2101397"/>
            <a:chOff x="6317634" y="4032703"/>
            <a:chExt cx="2167138" cy="2101397"/>
          </a:xfrm>
        </p:grpSpPr>
        <p:sp>
          <p:nvSpPr>
            <p:cNvPr id="35" name="Number7">
              <a:extLst>
                <a:ext uri="{FF2B5EF4-FFF2-40B4-BE49-F238E27FC236}">
                  <a16:creationId xmlns:a16="http://schemas.microsoft.com/office/drawing/2014/main" id="{503870D3-B1CD-01B1-5E8F-3502E9E33810}"/>
                </a:ext>
              </a:extLst>
            </p:cNvPr>
            <p:cNvSpPr/>
            <p:nvPr/>
          </p:nvSpPr>
          <p:spPr>
            <a:xfrm>
              <a:off x="6880471" y="4032703"/>
              <a:ext cx="687600" cy="687600"/>
            </a:xfrm>
            <a:prstGeom prst="flowChartDecision">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solidFill>
                    <a:schemeClr val="bg1"/>
                  </a:solidFill>
                  <a:cs typeface="+mn-ea"/>
                  <a:sym typeface="+mn-lt"/>
                </a:rPr>
                <a:t>7</a:t>
              </a:r>
              <a:endParaRPr lang="zh-CN" altLang="en-US" sz="1600" b="1" dirty="0">
                <a:solidFill>
                  <a:schemeClr val="bg1"/>
                </a:solidFill>
                <a:cs typeface="+mn-ea"/>
                <a:sym typeface="+mn-lt"/>
              </a:endParaRPr>
            </a:p>
          </p:txBody>
        </p:sp>
        <p:sp>
          <p:nvSpPr>
            <p:cNvPr id="36" name="Bullet7">
              <a:extLst>
                <a:ext uri="{FF2B5EF4-FFF2-40B4-BE49-F238E27FC236}">
                  <a16:creationId xmlns:a16="http://schemas.microsoft.com/office/drawing/2014/main" id="{D155488B-AD10-2B89-0A51-8D3C042F8FAD}"/>
                </a:ext>
              </a:extLst>
            </p:cNvPr>
            <p:cNvSpPr>
              <a:spLocks/>
            </p:cNvSpPr>
            <p:nvPr/>
          </p:nvSpPr>
          <p:spPr>
            <a:xfrm flipH="1">
              <a:off x="6560638" y="4691292"/>
              <a:ext cx="1924134"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2023</a:t>
              </a:r>
              <a:r>
                <a:rPr lang="zh-CN" altLang="en-US" b="1" dirty="0">
                  <a:solidFill>
                    <a:schemeClr val="tx1"/>
                  </a:solidFill>
                  <a:cs typeface="+mn-ea"/>
                  <a:sym typeface="+mn-lt"/>
                </a:rPr>
                <a:t>年</a:t>
              </a:r>
              <a:r>
                <a:rPr lang="en-US" altLang="zh-CN" b="1" dirty="0">
                  <a:solidFill>
                    <a:schemeClr val="tx1"/>
                  </a:solidFill>
                  <a:cs typeface="+mn-ea"/>
                  <a:sym typeface="+mn-lt"/>
                </a:rPr>
                <a:t>1</a:t>
              </a:r>
              <a:r>
                <a:rPr lang="zh-CN" altLang="en-US" b="1" dirty="0">
                  <a:solidFill>
                    <a:schemeClr val="tx1"/>
                  </a:solidFill>
                  <a:cs typeface="+mn-ea"/>
                  <a:sym typeface="+mn-lt"/>
                </a:rPr>
                <a:t>月</a:t>
              </a:r>
              <a:endParaRPr lang="en-US" altLang="zh-CN" b="1" dirty="0">
                <a:solidFill>
                  <a:schemeClr val="tx1"/>
                </a:solidFill>
                <a:cs typeface="+mn-ea"/>
                <a:sym typeface="+mn-lt"/>
              </a:endParaRPr>
            </a:p>
          </p:txBody>
        </p:sp>
        <p:sp>
          <p:nvSpPr>
            <p:cNvPr id="37" name="Text7">
              <a:extLst>
                <a:ext uri="{FF2B5EF4-FFF2-40B4-BE49-F238E27FC236}">
                  <a16:creationId xmlns:a16="http://schemas.microsoft.com/office/drawing/2014/main" id="{53565CF6-F29E-5017-9580-5B270E7CAD85}"/>
                </a:ext>
              </a:extLst>
            </p:cNvPr>
            <p:cNvSpPr txBox="1">
              <a:spLocks/>
            </p:cNvSpPr>
            <p:nvPr/>
          </p:nvSpPr>
          <p:spPr>
            <a:xfrm flipH="1">
              <a:off x="6317634" y="5285627"/>
              <a:ext cx="2123086" cy="848473"/>
            </a:xfrm>
            <a:prstGeom prst="rect">
              <a:avLst/>
            </a:prstGeom>
            <a:noFill/>
          </p:spPr>
          <p:txBody>
            <a:bodyPr wrap="square" rtlCol="0" anchor="t" anchorCtr="0">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solidFill>
                    <a:srgbClr val="257AFF"/>
                  </a:solidFill>
                  <a:cs typeface="+mn-ea"/>
                  <a:sym typeface="+mn-lt"/>
                </a:rPr>
                <a:t>推进区域化运作，</a:t>
              </a:r>
              <a:r>
                <a:rPr lang="zh-CN" altLang="en-US" sz="1200" dirty="0">
                  <a:cs typeface="+mn-ea"/>
                  <a:sym typeface="+mn-lt"/>
                </a:rPr>
                <a:t>海外业务过一步分拆为美洲区、欧洲及中东非区、亚太区</a:t>
              </a:r>
              <a:endParaRPr lang="en-US" altLang="zh-CN" sz="1200" dirty="0">
                <a:cs typeface="+mn-ea"/>
                <a:sym typeface="+mn-lt"/>
              </a:endParaRPr>
            </a:p>
          </p:txBody>
        </p:sp>
      </p:grpSp>
      <p:grpSp>
        <p:nvGrpSpPr>
          <p:cNvPr id="63" name="组合 62">
            <a:extLst>
              <a:ext uri="{FF2B5EF4-FFF2-40B4-BE49-F238E27FC236}">
                <a16:creationId xmlns:a16="http://schemas.microsoft.com/office/drawing/2014/main" id="{6C17A722-41B3-F5EC-A5EC-439DECCDE232}"/>
              </a:ext>
            </a:extLst>
          </p:cNvPr>
          <p:cNvGrpSpPr/>
          <p:nvPr/>
        </p:nvGrpSpPr>
        <p:grpSpPr>
          <a:xfrm>
            <a:off x="9962984" y="3534998"/>
            <a:ext cx="1992212" cy="2101397"/>
            <a:chOff x="9143999" y="4032703"/>
            <a:chExt cx="1992212" cy="2101397"/>
          </a:xfrm>
        </p:grpSpPr>
        <p:sp>
          <p:nvSpPr>
            <p:cNvPr id="32" name="Number8">
              <a:extLst>
                <a:ext uri="{FF2B5EF4-FFF2-40B4-BE49-F238E27FC236}">
                  <a16:creationId xmlns:a16="http://schemas.microsoft.com/office/drawing/2014/main" id="{4C09AA06-E08A-8A75-B23A-5C5129C819C6}"/>
                </a:ext>
              </a:extLst>
            </p:cNvPr>
            <p:cNvSpPr/>
            <p:nvPr/>
          </p:nvSpPr>
          <p:spPr>
            <a:xfrm>
              <a:off x="9531910" y="4032703"/>
              <a:ext cx="687600" cy="687600"/>
            </a:xfrm>
            <a:prstGeom prst="flowChartDecisi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cs typeface="+mn-ea"/>
                  <a:sym typeface="+mn-lt"/>
                </a:rPr>
                <a:t>6</a:t>
              </a:r>
              <a:endParaRPr lang="zh-CN" altLang="en-US" sz="1600" b="1" dirty="0">
                <a:cs typeface="+mn-ea"/>
                <a:sym typeface="+mn-lt"/>
              </a:endParaRPr>
            </a:p>
          </p:txBody>
        </p:sp>
        <p:sp>
          <p:nvSpPr>
            <p:cNvPr id="33" name="Bullet8">
              <a:extLst>
                <a:ext uri="{FF2B5EF4-FFF2-40B4-BE49-F238E27FC236}">
                  <a16:creationId xmlns:a16="http://schemas.microsoft.com/office/drawing/2014/main" id="{EF27A04E-364F-959B-CBFA-2B5A4EC596DC}"/>
                </a:ext>
              </a:extLst>
            </p:cNvPr>
            <p:cNvSpPr>
              <a:spLocks/>
            </p:cNvSpPr>
            <p:nvPr/>
          </p:nvSpPr>
          <p:spPr>
            <a:xfrm flipH="1">
              <a:off x="9422295" y="4691292"/>
              <a:ext cx="1713916"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2021</a:t>
              </a:r>
              <a:r>
                <a:rPr lang="zh-CN" altLang="en-US" b="1" dirty="0">
                  <a:solidFill>
                    <a:schemeClr val="tx1"/>
                  </a:solidFill>
                  <a:cs typeface="+mn-ea"/>
                  <a:sym typeface="+mn-lt"/>
                </a:rPr>
                <a:t>年</a:t>
              </a:r>
              <a:endParaRPr lang="en-US" altLang="zh-CN" b="1" dirty="0">
                <a:solidFill>
                  <a:schemeClr val="tx1"/>
                </a:solidFill>
                <a:cs typeface="+mn-ea"/>
                <a:sym typeface="+mn-lt"/>
              </a:endParaRPr>
            </a:p>
          </p:txBody>
        </p:sp>
        <p:sp>
          <p:nvSpPr>
            <p:cNvPr id="34" name="Text8">
              <a:extLst>
                <a:ext uri="{FF2B5EF4-FFF2-40B4-BE49-F238E27FC236}">
                  <a16:creationId xmlns:a16="http://schemas.microsoft.com/office/drawing/2014/main" id="{66C3D97F-FEC2-99CC-D8E6-196DD523D833}"/>
                </a:ext>
              </a:extLst>
            </p:cNvPr>
            <p:cNvSpPr txBox="1">
              <a:spLocks/>
            </p:cNvSpPr>
            <p:nvPr/>
          </p:nvSpPr>
          <p:spPr>
            <a:xfrm flipH="1">
              <a:off x="9143999" y="5285627"/>
              <a:ext cx="1823057" cy="848473"/>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cs typeface="+mn-ea"/>
                  <a:sym typeface="+mn-lt"/>
                </a:rPr>
                <a:t>以</a:t>
              </a:r>
              <a:r>
                <a:rPr lang="en-US" altLang="zh-CN" sz="1200" dirty="0">
                  <a:solidFill>
                    <a:srgbClr val="257AFF"/>
                  </a:solidFill>
                  <a:cs typeface="+mn-ea"/>
                  <a:sym typeface="+mn-lt"/>
                </a:rPr>
                <a:t>OEM OBM </a:t>
              </a:r>
              <a:r>
                <a:rPr lang="zh-CN" altLang="en-US" sz="1200" dirty="0">
                  <a:solidFill>
                    <a:srgbClr val="257AFF"/>
                  </a:solidFill>
                  <a:cs typeface="+mn-ea"/>
                  <a:sym typeface="+mn-lt"/>
                </a:rPr>
                <a:t>双轮驱动</a:t>
              </a:r>
              <a:r>
                <a:rPr lang="zh-CN" altLang="en-US" sz="1200" dirty="0">
                  <a:cs typeface="+mn-ea"/>
                  <a:sym typeface="+mn-lt"/>
                </a:rPr>
                <a:t>，作为外销业务战略指引</a:t>
              </a:r>
            </a:p>
          </p:txBody>
        </p:sp>
      </p:grpSp>
      <p:grpSp>
        <p:nvGrpSpPr>
          <p:cNvPr id="6" name="组合 5">
            <a:extLst>
              <a:ext uri="{FF2B5EF4-FFF2-40B4-BE49-F238E27FC236}">
                <a16:creationId xmlns:a16="http://schemas.microsoft.com/office/drawing/2014/main" id="{42E863B9-280B-E016-9164-200B7F03567C}"/>
              </a:ext>
            </a:extLst>
          </p:cNvPr>
          <p:cNvGrpSpPr/>
          <p:nvPr/>
        </p:nvGrpSpPr>
        <p:grpSpPr>
          <a:xfrm>
            <a:off x="9675541" y="1286579"/>
            <a:ext cx="2256051" cy="2208541"/>
            <a:chOff x="8880158" y="1824162"/>
            <a:chExt cx="2256051" cy="2208541"/>
          </a:xfrm>
        </p:grpSpPr>
        <p:sp>
          <p:nvSpPr>
            <p:cNvPr id="8" name="Number4">
              <a:extLst>
                <a:ext uri="{FF2B5EF4-FFF2-40B4-BE49-F238E27FC236}">
                  <a16:creationId xmlns:a16="http://schemas.microsoft.com/office/drawing/2014/main" id="{67929083-BE6C-D860-363A-F7BC44591038}"/>
                </a:ext>
              </a:extLst>
            </p:cNvPr>
            <p:cNvSpPr/>
            <p:nvPr/>
          </p:nvSpPr>
          <p:spPr>
            <a:xfrm>
              <a:off x="9531909" y="1824162"/>
              <a:ext cx="687600" cy="687600"/>
            </a:xfrm>
            <a:prstGeom prst="flowChartDecisi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cs typeface="+mn-ea"/>
                  <a:sym typeface="+mn-lt"/>
                </a:rPr>
                <a:t>5</a:t>
              </a:r>
              <a:endParaRPr lang="zh-CN" altLang="en-US" sz="1600" b="1" dirty="0">
                <a:cs typeface="+mn-ea"/>
                <a:sym typeface="+mn-lt"/>
              </a:endParaRPr>
            </a:p>
          </p:txBody>
        </p:sp>
        <p:sp>
          <p:nvSpPr>
            <p:cNvPr id="9" name="Bullet4">
              <a:extLst>
                <a:ext uri="{FF2B5EF4-FFF2-40B4-BE49-F238E27FC236}">
                  <a16:creationId xmlns:a16="http://schemas.microsoft.com/office/drawing/2014/main" id="{AADC658A-916E-B5EF-D329-4F6B2D1E1B4A}"/>
                </a:ext>
              </a:extLst>
            </p:cNvPr>
            <p:cNvSpPr>
              <a:spLocks/>
            </p:cNvSpPr>
            <p:nvPr/>
          </p:nvSpPr>
          <p:spPr>
            <a:xfrm flipH="1">
              <a:off x="9445896" y="2515060"/>
              <a:ext cx="1690313"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2020</a:t>
              </a:r>
              <a:r>
                <a:rPr lang="zh-CN" altLang="en-US" b="1" dirty="0">
                  <a:solidFill>
                    <a:schemeClr val="tx1"/>
                  </a:solidFill>
                  <a:cs typeface="+mn-ea"/>
                  <a:sym typeface="+mn-lt"/>
                </a:rPr>
                <a:t>年</a:t>
              </a:r>
              <a:endParaRPr lang="en-US" altLang="zh-CN" b="1" dirty="0">
                <a:solidFill>
                  <a:schemeClr val="tx1"/>
                </a:solidFill>
                <a:cs typeface="+mn-ea"/>
                <a:sym typeface="+mn-lt"/>
              </a:endParaRPr>
            </a:p>
          </p:txBody>
        </p:sp>
        <p:sp>
          <p:nvSpPr>
            <p:cNvPr id="10" name="Text4">
              <a:extLst>
                <a:ext uri="{FF2B5EF4-FFF2-40B4-BE49-F238E27FC236}">
                  <a16:creationId xmlns:a16="http://schemas.microsoft.com/office/drawing/2014/main" id="{97055800-BA30-41B1-A631-BAF886A3E984}"/>
                </a:ext>
              </a:extLst>
            </p:cNvPr>
            <p:cNvSpPr txBox="1">
              <a:spLocks/>
            </p:cNvSpPr>
            <p:nvPr/>
          </p:nvSpPr>
          <p:spPr>
            <a:xfrm flipH="1">
              <a:off x="8880158" y="3109395"/>
              <a:ext cx="2110500" cy="923308"/>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cs typeface="+mn-ea"/>
                  <a:sym typeface="+mn-lt"/>
                </a:rPr>
                <a:t>进一步明确价值链拉通要求，</a:t>
              </a:r>
            </a:p>
            <a:p>
              <a:pPr>
                <a:lnSpc>
                  <a:spcPct val="150000"/>
                </a:lnSpc>
              </a:pPr>
              <a:r>
                <a:rPr lang="zh-CN" altLang="en-US" sz="1200" dirty="0">
                  <a:cs typeface="+mn-ea"/>
                  <a:sym typeface="+mn-lt"/>
                </a:rPr>
                <a:t>价值链盈利、库存等指标</a:t>
              </a:r>
            </a:p>
            <a:p>
              <a:pPr>
                <a:lnSpc>
                  <a:spcPct val="150000"/>
                </a:lnSpc>
              </a:pPr>
              <a:r>
                <a:rPr lang="en-US" altLang="zh-CN" sz="1200" dirty="0">
                  <a:cs typeface="+mn-ea"/>
                  <a:sym typeface="+mn-lt"/>
                </a:rPr>
                <a:t>BU</a:t>
              </a:r>
              <a:r>
                <a:rPr lang="zh-CN" altLang="en-US" sz="1200" dirty="0">
                  <a:cs typeface="+mn-ea"/>
                  <a:sym typeface="+mn-lt"/>
                </a:rPr>
                <a:t>与</a:t>
              </a:r>
              <a:r>
                <a:rPr lang="en-US" altLang="zh-CN" sz="1200" dirty="0">
                  <a:cs typeface="+mn-ea"/>
                  <a:sym typeface="+mn-lt"/>
                </a:rPr>
                <a:t>PD</a:t>
              </a:r>
              <a:r>
                <a:rPr lang="zh-CN" altLang="en-US" sz="1200" dirty="0">
                  <a:cs typeface="+mn-ea"/>
                  <a:sym typeface="+mn-lt"/>
                </a:rPr>
                <a:t>共同承担</a:t>
              </a:r>
            </a:p>
          </p:txBody>
        </p:sp>
      </p:grpSp>
      <p:grpSp>
        <p:nvGrpSpPr>
          <p:cNvPr id="11" name="组合 10">
            <a:extLst>
              <a:ext uri="{FF2B5EF4-FFF2-40B4-BE49-F238E27FC236}">
                <a16:creationId xmlns:a16="http://schemas.microsoft.com/office/drawing/2014/main" id="{1D06E23A-004C-FA19-DB47-C9E330B5EF6D}"/>
              </a:ext>
            </a:extLst>
          </p:cNvPr>
          <p:cNvGrpSpPr/>
          <p:nvPr/>
        </p:nvGrpSpPr>
        <p:grpSpPr>
          <a:xfrm>
            <a:off x="443062" y="3499918"/>
            <a:ext cx="2318489" cy="2422795"/>
            <a:chOff x="863402" y="4032703"/>
            <a:chExt cx="2318489" cy="2422795"/>
          </a:xfrm>
        </p:grpSpPr>
        <p:sp>
          <p:nvSpPr>
            <p:cNvPr id="12" name="Number5">
              <a:extLst>
                <a:ext uri="{FF2B5EF4-FFF2-40B4-BE49-F238E27FC236}">
                  <a16:creationId xmlns:a16="http://schemas.microsoft.com/office/drawing/2014/main" id="{8B33795D-BD6E-D931-41A7-DF11347CBD9D}"/>
                </a:ext>
              </a:extLst>
            </p:cNvPr>
            <p:cNvSpPr/>
            <p:nvPr/>
          </p:nvSpPr>
          <p:spPr>
            <a:xfrm>
              <a:off x="1577591" y="4032703"/>
              <a:ext cx="687600" cy="687600"/>
            </a:xfrm>
            <a:prstGeom prst="flowChartDecision">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wrap="none" rtlCol="0" anchor="ctr">
              <a:normAutofit/>
            </a:bodyPr>
            <a:lstStyle/>
            <a:p>
              <a:pPr algn="ctr"/>
              <a:r>
                <a:rPr lang="en-US" altLang="zh-CN" sz="1600" b="1" dirty="0">
                  <a:solidFill>
                    <a:schemeClr val="bg1"/>
                  </a:solidFill>
                  <a:cs typeface="+mn-ea"/>
                  <a:sym typeface="+mn-lt"/>
                </a:rPr>
                <a:t>10</a:t>
              </a:r>
              <a:endParaRPr lang="zh-CN" altLang="en-US" sz="1600" b="1" dirty="0">
                <a:solidFill>
                  <a:schemeClr val="bg1"/>
                </a:solidFill>
                <a:cs typeface="+mn-ea"/>
                <a:sym typeface="+mn-lt"/>
              </a:endParaRPr>
            </a:p>
          </p:txBody>
        </p:sp>
        <p:sp>
          <p:nvSpPr>
            <p:cNvPr id="13" name="Bullet5">
              <a:extLst>
                <a:ext uri="{FF2B5EF4-FFF2-40B4-BE49-F238E27FC236}">
                  <a16:creationId xmlns:a16="http://schemas.microsoft.com/office/drawing/2014/main" id="{27408BD8-8B24-0401-6BF0-A8EAE33C1F03}"/>
                </a:ext>
              </a:extLst>
            </p:cNvPr>
            <p:cNvSpPr>
              <a:spLocks/>
            </p:cNvSpPr>
            <p:nvPr/>
          </p:nvSpPr>
          <p:spPr>
            <a:xfrm flipH="1">
              <a:off x="1224000" y="4691292"/>
              <a:ext cx="1957891" cy="504000"/>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lang="en-US" altLang="zh-CN" b="1" dirty="0">
                  <a:solidFill>
                    <a:schemeClr val="tx1"/>
                  </a:solidFill>
                  <a:cs typeface="+mn-ea"/>
                  <a:sym typeface="+mn-lt"/>
                </a:rPr>
                <a:t>2024</a:t>
              </a:r>
              <a:r>
                <a:rPr lang="zh-CN" altLang="en-US" b="1" dirty="0">
                  <a:solidFill>
                    <a:schemeClr val="tx1"/>
                  </a:solidFill>
                  <a:cs typeface="+mn-ea"/>
                  <a:sym typeface="+mn-lt"/>
                </a:rPr>
                <a:t>年</a:t>
              </a:r>
              <a:r>
                <a:rPr lang="en-US" altLang="zh-CN" b="1" dirty="0">
                  <a:solidFill>
                    <a:schemeClr val="tx1"/>
                  </a:solidFill>
                  <a:cs typeface="+mn-ea"/>
                  <a:sym typeface="+mn-lt"/>
                </a:rPr>
                <a:t>10</a:t>
              </a:r>
              <a:r>
                <a:rPr lang="zh-CN" altLang="en-US" b="1" dirty="0">
                  <a:solidFill>
                    <a:schemeClr val="tx1"/>
                  </a:solidFill>
                  <a:cs typeface="+mn-ea"/>
                  <a:sym typeface="+mn-lt"/>
                </a:rPr>
                <a:t>月</a:t>
              </a:r>
              <a:endParaRPr lang="en-US" altLang="zh-CN" b="1" dirty="0">
                <a:solidFill>
                  <a:schemeClr val="tx1"/>
                </a:solidFill>
                <a:cs typeface="+mn-ea"/>
                <a:sym typeface="+mn-lt"/>
              </a:endParaRPr>
            </a:p>
          </p:txBody>
        </p:sp>
        <p:sp>
          <p:nvSpPr>
            <p:cNvPr id="14" name="Text5">
              <a:extLst>
                <a:ext uri="{FF2B5EF4-FFF2-40B4-BE49-F238E27FC236}">
                  <a16:creationId xmlns:a16="http://schemas.microsoft.com/office/drawing/2014/main" id="{976F8D19-9BDE-53D9-A25D-4ED8A3D8C6B1}"/>
                </a:ext>
              </a:extLst>
            </p:cNvPr>
            <p:cNvSpPr txBox="1">
              <a:spLocks/>
            </p:cNvSpPr>
            <p:nvPr/>
          </p:nvSpPr>
          <p:spPr>
            <a:xfrm flipH="1">
              <a:off x="863402" y="5285627"/>
              <a:ext cx="1823058" cy="1169871"/>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solidFill>
                    <a:srgbClr val="257AFF"/>
                  </a:solidFill>
                  <a:cs typeface="+mn-ea"/>
                  <a:sym typeface="+mn-lt"/>
                </a:rPr>
                <a:t>深化区域化战略，</a:t>
              </a:r>
              <a:r>
                <a:rPr lang="zh-CN" altLang="en-US" sz="1200" dirty="0">
                  <a:cs typeface="+mn-ea"/>
                  <a:sym typeface="+mn-lt"/>
                </a:rPr>
                <a:t>欧洲与中东非区域进一步分拆为欧洲和中东非区域</a:t>
              </a:r>
              <a:endParaRPr lang="zh-CN" altLang="en-US" sz="1200" dirty="0">
                <a:solidFill>
                  <a:srgbClr val="257AFF"/>
                </a:solidFill>
                <a:cs typeface="+mn-ea"/>
                <a:sym typeface="+mn-lt"/>
              </a:endParaRPr>
            </a:p>
          </p:txBody>
        </p:sp>
      </p:grpSp>
    </p:spTree>
    <p:extLst>
      <p:ext uri="{BB962C8B-B14F-4D97-AF65-F5344CB8AC3E}">
        <p14:creationId xmlns:p14="http://schemas.microsoft.com/office/powerpoint/2010/main" val="1461487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584BC-5728-C0FA-82EB-E1F56F11AA9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1D786E-55FF-3E96-CE11-6033AF433918}"/>
              </a:ext>
            </a:extLst>
          </p:cNvPr>
          <p:cNvSpPr>
            <a:spLocks noGrp="1"/>
          </p:cNvSpPr>
          <p:nvPr>
            <p:ph type="title"/>
          </p:nvPr>
        </p:nvSpPr>
        <p:spPr/>
        <p:txBody>
          <a:bodyPr>
            <a:normAutofit/>
          </a:bodyPr>
          <a:lstStyle/>
          <a:p>
            <a:r>
              <a:rPr lang="zh-CN" altLang="en-US" b="1" dirty="0">
                <a:latin typeface="+mn-lt"/>
                <a:ea typeface="+mn-ea"/>
                <a:cs typeface="+mn-ea"/>
                <a:sym typeface="+mn-lt"/>
              </a:rPr>
              <a:t>美的国际经营概况 </a:t>
            </a:r>
          </a:p>
        </p:txBody>
      </p:sp>
      <p:sp>
        <p:nvSpPr>
          <p:cNvPr id="72" name="文本框 71">
            <a:extLst>
              <a:ext uri="{FF2B5EF4-FFF2-40B4-BE49-F238E27FC236}">
                <a16:creationId xmlns:a16="http://schemas.microsoft.com/office/drawing/2014/main" id="{160AB79A-13D7-A96B-58EB-56D7D8225662}"/>
              </a:ext>
            </a:extLst>
          </p:cNvPr>
          <p:cNvSpPr txBox="1"/>
          <p:nvPr/>
        </p:nvSpPr>
        <p:spPr>
          <a:xfrm>
            <a:off x="1588215" y="6512264"/>
            <a:ext cx="7387109"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000000"/>
                </a:solidFill>
                <a:effectLst/>
                <a:uLnTx/>
                <a:uFillTx/>
                <a:cs typeface="+mn-ea"/>
                <a:sym typeface="+mn-lt"/>
              </a:rPr>
              <a:t>资料来源：</a:t>
            </a:r>
            <a:r>
              <a:rPr kumimoji="0" lang="en-US" altLang="zh-CN" sz="800" b="0" i="0" u="none" strike="noStrike" kern="1200" cap="none" spc="0" normalizeH="0" baseline="0" noProof="0" dirty="0">
                <a:ln>
                  <a:noFill/>
                </a:ln>
                <a:solidFill>
                  <a:srgbClr val="000000"/>
                </a:solidFill>
                <a:effectLst/>
                <a:uLnTx/>
                <a:uFillTx/>
                <a:cs typeface="+mn-ea"/>
                <a:sym typeface="+mn-lt"/>
              </a:rPr>
              <a:t>1 MIB</a:t>
            </a:r>
            <a:r>
              <a:rPr kumimoji="0" lang="zh-CN" altLang="en-US" sz="800" b="0" i="0" u="none" strike="noStrike" kern="1200" cap="none" spc="0" normalizeH="0" baseline="0" noProof="0" dirty="0">
                <a:ln>
                  <a:noFill/>
                </a:ln>
                <a:solidFill>
                  <a:srgbClr val="000000"/>
                </a:solidFill>
                <a:effectLst/>
                <a:uLnTx/>
                <a:uFillTx/>
                <a:cs typeface="+mn-ea"/>
                <a:sym typeface="+mn-lt"/>
              </a:rPr>
              <a:t>营人内部资料 </a:t>
            </a:r>
            <a:r>
              <a:rPr kumimoji="0" lang="en-US" altLang="zh-CN" sz="800" b="0" i="0" u="none" strike="noStrike" kern="1200" cap="none" spc="0" normalizeH="0" baseline="0" noProof="0" dirty="0">
                <a:ln>
                  <a:noFill/>
                </a:ln>
                <a:solidFill>
                  <a:srgbClr val="000000"/>
                </a:solidFill>
                <a:effectLst/>
                <a:uLnTx/>
                <a:uFillTx/>
                <a:cs typeface="+mn-ea"/>
                <a:sym typeface="+mn-lt"/>
              </a:rPr>
              <a:t>MIB</a:t>
            </a:r>
            <a:r>
              <a:rPr kumimoji="0" lang="zh-CN" altLang="en-US" sz="800" b="0" i="0" u="none" strike="noStrike" kern="1200" cap="none" spc="0" normalizeH="0" baseline="0" noProof="0" dirty="0">
                <a:ln>
                  <a:noFill/>
                </a:ln>
                <a:solidFill>
                  <a:srgbClr val="000000"/>
                </a:solidFill>
                <a:effectLst/>
                <a:uLnTx/>
                <a:uFillTx/>
                <a:cs typeface="+mn-ea"/>
                <a:sym typeface="+mn-lt"/>
              </a:rPr>
              <a:t>财   经数据来源：</a:t>
            </a:r>
            <a:r>
              <a:rPr kumimoji="0" lang="en-US" altLang="zh-CN" sz="800" b="0" i="0" u="none" strike="noStrike" kern="1200" cap="none" spc="0" normalizeH="0" baseline="0" noProof="0" dirty="0">
                <a:ln>
                  <a:noFill/>
                </a:ln>
                <a:solidFill>
                  <a:srgbClr val="000000"/>
                </a:solidFill>
                <a:effectLst/>
                <a:uLnTx/>
                <a:uFillTx/>
                <a:cs typeface="+mn-ea"/>
                <a:sym typeface="+mn-lt"/>
              </a:rPr>
              <a:t>1 </a:t>
            </a:r>
            <a:r>
              <a:rPr kumimoji="0" lang="zh-CN" altLang="en-US" sz="800" b="0" i="0" u="none" strike="noStrike" kern="1200" cap="none" spc="0" normalizeH="0" baseline="0" noProof="0" dirty="0">
                <a:ln>
                  <a:noFill/>
                </a:ln>
                <a:solidFill>
                  <a:srgbClr val="000000"/>
                </a:solidFill>
                <a:effectLst/>
                <a:uLnTx/>
                <a:uFillTx/>
                <a:cs typeface="+mn-ea"/>
                <a:sym typeface="+mn-lt"/>
              </a:rPr>
              <a:t>历史数据为</a:t>
            </a:r>
            <a:r>
              <a:rPr kumimoji="0" lang="en-US" altLang="zh-CN" sz="800" b="0" i="0" u="none" strike="noStrike" kern="1200" cap="none" spc="0" normalizeH="0" baseline="0" noProof="0" dirty="0">
                <a:ln>
                  <a:noFill/>
                </a:ln>
                <a:solidFill>
                  <a:srgbClr val="000000"/>
                </a:solidFill>
                <a:effectLst/>
                <a:uLnTx/>
                <a:uFillTx/>
                <a:cs typeface="+mn-ea"/>
                <a:sym typeface="+mn-lt"/>
              </a:rPr>
              <a:t>EPM</a:t>
            </a:r>
            <a:r>
              <a:rPr kumimoji="0" lang="zh-CN" altLang="en-US" sz="800" b="0" i="0" u="none" strike="noStrike" kern="1200" cap="none" spc="0" normalizeH="0" baseline="0" noProof="0" dirty="0">
                <a:ln>
                  <a:noFill/>
                </a:ln>
                <a:solidFill>
                  <a:srgbClr val="000000"/>
                </a:solidFill>
                <a:effectLst/>
                <a:uLnTx/>
                <a:uFillTx/>
                <a:cs typeface="+mn-ea"/>
                <a:sym typeface="+mn-lt"/>
              </a:rPr>
              <a:t>系统刷数得出，管报口径，汇率统一为</a:t>
            </a:r>
            <a:r>
              <a:rPr kumimoji="0" lang="en-US" altLang="zh-CN" sz="800" b="0" i="0" u="none" strike="noStrike" kern="1200" cap="none" spc="0" normalizeH="0" baseline="0" noProof="0" dirty="0">
                <a:ln>
                  <a:noFill/>
                </a:ln>
                <a:solidFill>
                  <a:srgbClr val="000000"/>
                </a:solidFill>
                <a:effectLst/>
                <a:uLnTx/>
                <a:uFillTx/>
                <a:cs typeface="+mn-ea"/>
                <a:sym typeface="+mn-lt"/>
              </a:rPr>
              <a:t>24</a:t>
            </a:r>
            <a:r>
              <a:rPr kumimoji="0" lang="zh-CN" altLang="en-US" sz="800" b="0" i="0" u="none" strike="noStrike" kern="1200" cap="none" spc="0" normalizeH="0" baseline="0" noProof="0" dirty="0">
                <a:ln>
                  <a:noFill/>
                </a:ln>
                <a:solidFill>
                  <a:srgbClr val="000000"/>
                </a:solidFill>
                <a:effectLst/>
                <a:uLnTx/>
                <a:uFillTx/>
                <a:cs typeface="+mn-ea"/>
                <a:sym typeface="+mn-lt"/>
              </a:rPr>
              <a:t>年预算汇率，</a:t>
            </a:r>
            <a:r>
              <a:rPr kumimoji="0" lang="en-US" altLang="zh-CN" sz="800" b="0" i="0" u="none" strike="noStrike" kern="1200" cap="none" spc="0" normalizeH="0" baseline="0" noProof="0" dirty="0">
                <a:ln>
                  <a:noFill/>
                </a:ln>
                <a:solidFill>
                  <a:srgbClr val="000000"/>
                </a:solidFill>
                <a:effectLst/>
                <a:uLnTx/>
                <a:uFillTx/>
                <a:cs typeface="+mn-ea"/>
                <a:sym typeface="+mn-lt"/>
              </a:rPr>
              <a:t>12-14</a:t>
            </a:r>
            <a:r>
              <a:rPr kumimoji="0" lang="zh-CN" altLang="en-US" sz="800" b="0" i="0" u="none" strike="noStrike" kern="1200" cap="none" spc="0" normalizeH="0" baseline="0" noProof="0" dirty="0">
                <a:ln>
                  <a:noFill/>
                </a:ln>
                <a:solidFill>
                  <a:srgbClr val="000000"/>
                </a:solidFill>
                <a:effectLst/>
                <a:uLnTx/>
                <a:uFillTx/>
                <a:cs typeface="+mn-ea"/>
                <a:sym typeface="+mn-lt"/>
              </a:rPr>
              <a:t>年无数据  </a:t>
            </a:r>
            <a:r>
              <a:rPr kumimoji="0" lang="en-US" altLang="zh-CN" sz="800" b="0" i="0" u="none" strike="noStrike" kern="1200" cap="none" spc="0" normalizeH="0" baseline="0" noProof="0" dirty="0">
                <a:ln>
                  <a:noFill/>
                </a:ln>
                <a:solidFill>
                  <a:srgbClr val="000000"/>
                </a:solidFill>
                <a:effectLst/>
                <a:uLnTx/>
                <a:uFillTx/>
                <a:cs typeface="+mn-ea"/>
                <a:sym typeface="+mn-lt"/>
              </a:rPr>
              <a:t>MUSD@24PFX</a:t>
            </a:r>
            <a:endParaRPr kumimoji="0" lang="zh-CN" altLang="en-US" sz="800" b="0" i="0" u="none" strike="noStrike" kern="1200" cap="none" spc="0" normalizeH="0" baseline="0" noProof="0" dirty="0">
              <a:ln>
                <a:noFill/>
              </a:ln>
              <a:solidFill>
                <a:srgbClr val="000000"/>
              </a:solidFill>
              <a:effectLst/>
              <a:uLnTx/>
              <a:uFillTx/>
              <a:cs typeface="+mn-ea"/>
              <a:sym typeface="+mn-lt"/>
            </a:endParaRPr>
          </a:p>
        </p:txBody>
      </p:sp>
      <p:graphicFrame>
        <p:nvGraphicFramePr>
          <p:cNvPr id="56" name="图表 55">
            <a:extLst>
              <a:ext uri="{FF2B5EF4-FFF2-40B4-BE49-F238E27FC236}">
                <a16:creationId xmlns:a16="http://schemas.microsoft.com/office/drawing/2014/main" id="{7F14310A-D375-3636-95F6-D9EB4E591B91}"/>
              </a:ext>
            </a:extLst>
          </p:cNvPr>
          <p:cNvGraphicFramePr>
            <a:graphicFrameLocks/>
          </p:cNvGraphicFramePr>
          <p:nvPr>
            <p:extLst>
              <p:ext uri="{D42A27DB-BD31-4B8C-83A1-F6EECF244321}">
                <p14:modId xmlns:p14="http://schemas.microsoft.com/office/powerpoint/2010/main" val="2105848959"/>
              </p:ext>
            </p:extLst>
          </p:nvPr>
        </p:nvGraphicFramePr>
        <p:xfrm>
          <a:off x="354219" y="914401"/>
          <a:ext cx="11502819" cy="5251468"/>
        </p:xfrm>
        <a:graphic>
          <a:graphicData uri="http://schemas.openxmlformats.org/drawingml/2006/chart">
            <c:chart xmlns:c="http://schemas.openxmlformats.org/drawingml/2006/chart" xmlns:r="http://schemas.openxmlformats.org/officeDocument/2006/relationships" r:id="rId3"/>
          </a:graphicData>
        </a:graphic>
      </p:graphicFrame>
      <p:sp>
        <p:nvSpPr>
          <p:cNvPr id="71" name="文本框 70">
            <a:extLst>
              <a:ext uri="{FF2B5EF4-FFF2-40B4-BE49-F238E27FC236}">
                <a16:creationId xmlns:a16="http://schemas.microsoft.com/office/drawing/2014/main" id="{FEE9A05E-F847-2465-4F76-AE3EB7A40EB3}"/>
              </a:ext>
            </a:extLst>
          </p:cNvPr>
          <p:cNvSpPr txBox="1"/>
          <p:nvPr/>
        </p:nvSpPr>
        <p:spPr bwMode="gray">
          <a:xfrm>
            <a:off x="809002" y="3788960"/>
            <a:ext cx="1373769" cy="550654"/>
          </a:xfrm>
          <a:prstGeom prst="rect">
            <a:avLst/>
          </a:prstGeom>
          <a:noFill/>
          <a:ln>
            <a:solidFill>
              <a:schemeClr val="bg1"/>
            </a:solidFill>
            <a:prstDash val="sysDash"/>
          </a:ln>
        </p:spPr>
        <p:txBody>
          <a:bodyPr wrap="square" lIns="36000" tIns="36000" rIns="36000" bIns="3600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100" b="1" i="0" u="none" strike="noStrike" kern="1200" cap="none" spc="0" normalizeH="0" baseline="0" noProof="0" dirty="0">
                <a:ln>
                  <a:noFill/>
                </a:ln>
                <a:effectLst/>
                <a:uLnTx/>
                <a:uFillTx/>
                <a:cs typeface="+mn-ea"/>
                <a:sym typeface="+mn-lt"/>
              </a:rPr>
              <a:t>2015</a:t>
            </a:r>
            <a:r>
              <a:rPr kumimoji="0" lang="zh-CN" altLang="en-US" sz="1100" b="1" i="0" u="none" strike="noStrike" kern="1200" cap="none" spc="0" normalizeH="0" baseline="0" noProof="0" dirty="0">
                <a:ln>
                  <a:noFill/>
                </a:ln>
                <a:effectLst/>
                <a:uLnTx/>
                <a:uFillTx/>
                <a:cs typeface="+mn-ea"/>
                <a:sym typeface="+mn-lt"/>
              </a:rPr>
              <a:t>年成立</a:t>
            </a:r>
            <a:r>
              <a:rPr kumimoji="0" lang="en-US" altLang="zh-CN" sz="1100" b="1" i="0" u="none" strike="noStrike" kern="1200" cap="none" spc="0" normalizeH="0" baseline="0" noProof="0" dirty="0">
                <a:ln>
                  <a:noFill/>
                </a:ln>
                <a:effectLst/>
                <a:uLnTx/>
                <a:uFillTx/>
                <a:cs typeface="+mn-ea"/>
                <a:sym typeface="+mn-lt"/>
              </a:rPr>
              <a:t>2</a:t>
            </a:r>
            <a:r>
              <a:rPr kumimoji="0" lang="zh-CN" altLang="en-US" sz="1100" b="1" i="0" u="none" strike="noStrike" kern="1200" cap="none" spc="0" normalizeH="0" baseline="0" noProof="0" dirty="0">
                <a:ln>
                  <a:noFill/>
                </a:ln>
                <a:effectLst/>
                <a:uLnTx/>
                <a:uFillTx/>
                <a:cs typeface="+mn-ea"/>
                <a:sym typeface="+mn-lt"/>
              </a:rPr>
              <a:t>个</a:t>
            </a:r>
            <a:r>
              <a:rPr kumimoji="0" lang="en-US" altLang="zh-CN" sz="1100" b="1" i="0" u="none" strike="noStrike" kern="1200" cap="none" spc="0" normalizeH="0" baseline="0" noProof="0" dirty="0">
                <a:ln>
                  <a:noFill/>
                </a:ln>
                <a:effectLst/>
                <a:uLnTx/>
                <a:uFillTx/>
                <a:cs typeface="+mn-ea"/>
                <a:sym typeface="+mn-lt"/>
              </a:rPr>
              <a:t>BU</a:t>
            </a:r>
            <a:r>
              <a:rPr kumimoji="0" lang="en-US" altLang="zh-CN" sz="1100" i="0" u="none" strike="noStrike" kern="1200" cap="none" spc="0" normalizeH="0" baseline="0" noProof="0" dirty="0">
                <a:ln>
                  <a:noFill/>
                </a:ln>
                <a:effectLst/>
                <a:uLnTx/>
                <a:uFillTx/>
                <a:cs typeface="+mn-ea"/>
                <a:sym typeface="+mn-lt"/>
              </a:rPr>
              <a:t>: </a:t>
            </a:r>
            <a:r>
              <a:rPr kumimoji="0" lang="en-US" altLang="zh-CN" sz="1100" i="1" u="none" strike="noStrike" kern="1200" cap="none" spc="0" normalizeH="0" baseline="0" noProof="0" dirty="0">
                <a:ln>
                  <a:noFill/>
                </a:ln>
                <a:effectLst/>
                <a:uLnTx/>
                <a:uFillTx/>
                <a:cs typeface="+mn-ea"/>
                <a:sym typeface="+mn-lt"/>
              </a:rPr>
              <a:t>MDTW</a:t>
            </a:r>
            <a:r>
              <a:rPr kumimoji="0" lang="zh-CN" altLang="en-US" sz="1100" i="1" u="none" strike="noStrike" kern="1200" cap="none" spc="0" normalizeH="0" baseline="0" noProof="0" dirty="0">
                <a:ln>
                  <a:noFill/>
                </a:ln>
                <a:effectLst/>
                <a:uLnTx/>
                <a:uFillTx/>
                <a:cs typeface="+mn-ea"/>
                <a:sym typeface="+mn-lt"/>
              </a:rPr>
              <a:t>、</a:t>
            </a:r>
            <a:r>
              <a:rPr kumimoji="0" lang="en-US" altLang="zh-CN" sz="1100" i="1" u="none" strike="noStrike" kern="1200" cap="none" spc="0" normalizeH="0" baseline="0" noProof="0" dirty="0">
                <a:ln>
                  <a:noFill/>
                </a:ln>
                <a:effectLst/>
                <a:uLnTx/>
                <a:uFillTx/>
                <a:cs typeface="+mn-ea"/>
                <a:sym typeface="+mn-lt"/>
              </a:rPr>
              <a:t>MDTH</a:t>
            </a:r>
            <a:endParaRPr kumimoji="0" lang="zh-CN" altLang="en-US" sz="1100" i="1" u="none" strike="noStrike" kern="1200" cap="none" spc="0" normalizeH="0" baseline="0" noProof="0" dirty="0" err="1">
              <a:ln>
                <a:noFill/>
              </a:ln>
              <a:effectLst/>
              <a:uLnTx/>
              <a:uFillTx/>
              <a:cs typeface="+mn-ea"/>
              <a:sym typeface="+mn-lt"/>
            </a:endParaRPr>
          </a:p>
        </p:txBody>
      </p:sp>
      <p:sp>
        <p:nvSpPr>
          <p:cNvPr id="73" name="文本框 72">
            <a:extLst>
              <a:ext uri="{FF2B5EF4-FFF2-40B4-BE49-F238E27FC236}">
                <a16:creationId xmlns:a16="http://schemas.microsoft.com/office/drawing/2014/main" id="{56BE415F-AB21-43AC-8F96-EB3A115FD975}"/>
              </a:ext>
            </a:extLst>
          </p:cNvPr>
          <p:cNvSpPr txBox="1"/>
          <p:nvPr/>
        </p:nvSpPr>
        <p:spPr bwMode="gray">
          <a:xfrm>
            <a:off x="5907820" y="2085174"/>
            <a:ext cx="1268566" cy="550654"/>
          </a:xfrm>
          <a:prstGeom prst="rect">
            <a:avLst/>
          </a:prstGeom>
          <a:noFill/>
          <a:ln>
            <a:solidFill>
              <a:schemeClr val="bg1"/>
            </a:solidFill>
            <a:prstDash val="sysDash"/>
          </a:ln>
        </p:spPr>
        <p:txBody>
          <a:bodyPr wrap="square" lIns="36000" tIns="36000" rIns="36000" bIns="3600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100" b="1" i="0" u="none" strike="noStrike" kern="1200" cap="none" spc="0" normalizeH="0" baseline="0" noProof="0" dirty="0">
                <a:ln>
                  <a:noFill/>
                </a:ln>
                <a:effectLst/>
                <a:uLnTx/>
                <a:uFillTx/>
                <a:cs typeface="+mn-ea"/>
                <a:sym typeface="+mn-lt"/>
              </a:rPr>
              <a:t>2020</a:t>
            </a:r>
            <a:r>
              <a:rPr kumimoji="0" lang="zh-CN" altLang="en-US" sz="1100" b="1" i="0" u="none" strike="noStrike" kern="1200" cap="none" spc="0" normalizeH="0" baseline="0" noProof="0" dirty="0">
                <a:ln>
                  <a:noFill/>
                </a:ln>
                <a:effectLst/>
                <a:uLnTx/>
                <a:uFillTx/>
                <a:cs typeface="+mn-ea"/>
                <a:sym typeface="+mn-lt"/>
              </a:rPr>
              <a:t>年成立</a:t>
            </a:r>
            <a:r>
              <a:rPr kumimoji="0" lang="en-US" altLang="zh-CN" sz="1100" b="1" i="0" u="none" strike="noStrike" kern="1200" cap="none" spc="0" normalizeH="0" baseline="0" noProof="0" dirty="0">
                <a:ln>
                  <a:noFill/>
                </a:ln>
                <a:effectLst/>
                <a:uLnTx/>
                <a:uFillTx/>
                <a:cs typeface="+mn-ea"/>
                <a:sym typeface="+mn-lt"/>
              </a:rPr>
              <a:t>2</a:t>
            </a:r>
            <a:r>
              <a:rPr kumimoji="0" lang="zh-CN" altLang="en-US" sz="1100" b="1" i="0" u="none" strike="noStrike" kern="1200" cap="none" spc="0" normalizeH="0" baseline="0" noProof="0" dirty="0">
                <a:ln>
                  <a:noFill/>
                </a:ln>
                <a:effectLst/>
                <a:uLnTx/>
                <a:uFillTx/>
                <a:cs typeface="+mn-ea"/>
                <a:sym typeface="+mn-lt"/>
              </a:rPr>
              <a:t>个</a:t>
            </a:r>
            <a:r>
              <a:rPr kumimoji="0" lang="en-US" altLang="zh-CN" sz="1100" b="1" i="0" u="none" strike="noStrike" kern="1200" cap="none" spc="0" normalizeH="0" baseline="0" noProof="0" dirty="0">
                <a:ln>
                  <a:noFill/>
                </a:ln>
                <a:effectLst/>
                <a:uLnTx/>
                <a:uFillTx/>
                <a:cs typeface="+mn-ea"/>
                <a:sym typeface="+mn-lt"/>
              </a:rPr>
              <a:t>BU</a:t>
            </a:r>
            <a:r>
              <a:rPr kumimoji="0" lang="en-US" altLang="zh-CN" sz="1100" i="0" u="none" strike="noStrike" kern="1200" cap="none" spc="0" normalizeH="0" baseline="0" noProof="0" dirty="0">
                <a:ln>
                  <a:noFill/>
                </a:ln>
                <a:effectLst/>
                <a:uLnTx/>
                <a:uFillTx/>
                <a:cs typeface="+mn-ea"/>
                <a:sym typeface="+mn-lt"/>
              </a:rPr>
              <a:t>: </a:t>
            </a:r>
            <a:r>
              <a:rPr kumimoji="0" lang="en-US" altLang="zh-CN" sz="1100" i="1" u="none" strike="noStrike" kern="1200" cap="none" spc="0" normalizeH="0" baseline="0" noProof="0" dirty="0">
                <a:ln>
                  <a:noFill/>
                </a:ln>
                <a:effectLst/>
                <a:uLnTx/>
                <a:uFillTx/>
                <a:cs typeface="+mn-ea"/>
                <a:sym typeface="+mn-lt"/>
              </a:rPr>
              <a:t>MEE</a:t>
            </a:r>
            <a:r>
              <a:rPr kumimoji="0" lang="zh-CN" altLang="en-US" sz="1100" i="1" u="none" strike="noStrike" kern="1200" cap="none" spc="0" normalizeH="0" baseline="0" noProof="0" dirty="0">
                <a:ln>
                  <a:noFill/>
                </a:ln>
                <a:effectLst/>
                <a:uLnTx/>
                <a:uFillTx/>
                <a:cs typeface="+mn-ea"/>
                <a:sym typeface="+mn-lt"/>
              </a:rPr>
              <a:t>、</a:t>
            </a:r>
            <a:r>
              <a:rPr kumimoji="0" lang="en-US" altLang="zh-CN" sz="1100" i="1" u="none" strike="noStrike" kern="1200" cap="none" spc="0" normalizeH="0" baseline="0" noProof="0" dirty="0">
                <a:ln>
                  <a:noFill/>
                </a:ln>
                <a:effectLst/>
                <a:uLnTx/>
                <a:uFillTx/>
                <a:cs typeface="+mn-ea"/>
                <a:sym typeface="+mn-lt"/>
              </a:rPr>
              <a:t>MUK</a:t>
            </a:r>
            <a:endParaRPr kumimoji="0" lang="zh-CN" altLang="en-US" sz="1100" i="1" u="none" strike="noStrike" kern="1200" cap="none" spc="0" normalizeH="0" baseline="0" noProof="0" dirty="0" err="1">
              <a:ln>
                <a:noFill/>
              </a:ln>
              <a:effectLst/>
              <a:uLnTx/>
              <a:uFillTx/>
              <a:cs typeface="+mn-ea"/>
              <a:sym typeface="+mn-lt"/>
            </a:endParaRPr>
          </a:p>
        </p:txBody>
      </p:sp>
      <p:sp>
        <p:nvSpPr>
          <p:cNvPr id="74" name="文本框 73">
            <a:extLst>
              <a:ext uri="{FF2B5EF4-FFF2-40B4-BE49-F238E27FC236}">
                <a16:creationId xmlns:a16="http://schemas.microsoft.com/office/drawing/2014/main" id="{4A825981-5F45-E530-5133-5D45FF5C1A83}"/>
              </a:ext>
            </a:extLst>
          </p:cNvPr>
          <p:cNvSpPr txBox="1"/>
          <p:nvPr/>
        </p:nvSpPr>
        <p:spPr bwMode="gray">
          <a:xfrm>
            <a:off x="7732518" y="1621833"/>
            <a:ext cx="2031684" cy="550654"/>
          </a:xfrm>
          <a:prstGeom prst="rect">
            <a:avLst/>
          </a:prstGeom>
          <a:noFill/>
          <a:ln>
            <a:solidFill>
              <a:schemeClr val="bg1"/>
            </a:solidFill>
            <a:prstDash val="sysDash"/>
          </a:ln>
        </p:spPr>
        <p:txBody>
          <a:bodyPr wrap="square" lIns="36000" tIns="36000" rIns="36000" bIns="3600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100" b="1" i="0" u="none" strike="noStrike" kern="1200" cap="none" spc="0" normalizeH="0" baseline="0" noProof="0" dirty="0">
                <a:ln>
                  <a:noFill/>
                </a:ln>
                <a:effectLst/>
                <a:uLnTx/>
                <a:uFillTx/>
                <a:cs typeface="+mn-ea"/>
                <a:sym typeface="+mn-lt"/>
              </a:rPr>
              <a:t>2022</a:t>
            </a:r>
            <a:r>
              <a:rPr kumimoji="0" lang="zh-CN" altLang="en-US" sz="1100" b="1" i="0" u="none" strike="noStrike" kern="1200" cap="none" spc="0" normalizeH="0" baseline="0" noProof="0" dirty="0">
                <a:ln>
                  <a:noFill/>
                </a:ln>
                <a:effectLst/>
                <a:uLnTx/>
                <a:uFillTx/>
                <a:cs typeface="+mn-ea"/>
                <a:sym typeface="+mn-lt"/>
              </a:rPr>
              <a:t>年成立</a:t>
            </a:r>
            <a:r>
              <a:rPr kumimoji="0" lang="en-US" altLang="zh-CN" sz="1100" b="1" i="0" u="none" strike="noStrike" kern="1200" cap="none" spc="0" normalizeH="0" baseline="0" noProof="0" dirty="0">
                <a:ln>
                  <a:noFill/>
                </a:ln>
                <a:effectLst/>
                <a:uLnTx/>
                <a:uFillTx/>
                <a:cs typeface="+mn-ea"/>
                <a:sym typeface="+mn-lt"/>
              </a:rPr>
              <a:t>4</a:t>
            </a:r>
            <a:r>
              <a:rPr kumimoji="0" lang="zh-CN" altLang="en-US" sz="1100" b="1" i="0" u="none" strike="noStrike" kern="1200" cap="none" spc="0" normalizeH="0" baseline="0" noProof="0" dirty="0">
                <a:ln>
                  <a:noFill/>
                </a:ln>
                <a:effectLst/>
                <a:uLnTx/>
                <a:uFillTx/>
                <a:cs typeface="+mn-ea"/>
                <a:sym typeface="+mn-lt"/>
              </a:rPr>
              <a:t>个</a:t>
            </a:r>
            <a:r>
              <a:rPr kumimoji="0" lang="en-US" altLang="zh-CN" sz="1100" b="1" i="0" u="none" strike="noStrike" kern="1200" cap="none" spc="0" normalizeH="0" baseline="0" noProof="0" dirty="0">
                <a:ln>
                  <a:noFill/>
                </a:ln>
                <a:effectLst/>
                <a:uLnTx/>
                <a:uFillTx/>
                <a:cs typeface="+mn-ea"/>
                <a:sym typeface="+mn-lt"/>
              </a:rPr>
              <a:t>BU</a:t>
            </a:r>
            <a:r>
              <a:rPr kumimoji="0" lang="en-US" altLang="zh-CN" sz="1100" i="0" u="none" strike="noStrike" kern="1200" cap="none" spc="0" normalizeH="0" baseline="0" noProof="0" dirty="0">
                <a:ln>
                  <a:noFill/>
                </a:ln>
                <a:effectLst/>
                <a:uLnTx/>
                <a:uFillTx/>
                <a:cs typeface="+mn-ea"/>
                <a:sym typeface="+mn-lt"/>
              </a:rPr>
              <a:t>: </a:t>
            </a:r>
            <a:br>
              <a:rPr kumimoji="0" lang="en-US" altLang="zh-CN" sz="1100" i="0" u="none" strike="noStrike" kern="1200" cap="none" spc="0" normalizeH="0" baseline="0" noProof="0" dirty="0">
                <a:ln>
                  <a:noFill/>
                </a:ln>
                <a:effectLst/>
                <a:uLnTx/>
                <a:uFillTx/>
                <a:cs typeface="+mn-ea"/>
                <a:sym typeface="+mn-lt"/>
              </a:rPr>
            </a:br>
            <a:r>
              <a:rPr kumimoji="0" lang="en-US" altLang="zh-CN" sz="1100" i="1" u="none" strike="noStrike" kern="1200" cap="none" spc="0" normalizeH="0" baseline="0" noProof="0" dirty="0">
                <a:ln>
                  <a:noFill/>
                </a:ln>
                <a:effectLst/>
                <a:uLnTx/>
                <a:uFillTx/>
                <a:cs typeface="+mn-ea"/>
                <a:sym typeface="+mn-lt"/>
              </a:rPr>
              <a:t>MFR</a:t>
            </a:r>
            <a:r>
              <a:rPr kumimoji="0" lang="zh-CN" altLang="en-US" sz="1100" i="1" u="none" strike="noStrike" kern="1200" cap="none" spc="0" normalizeH="0" baseline="0" noProof="0" dirty="0">
                <a:ln>
                  <a:noFill/>
                </a:ln>
                <a:effectLst/>
                <a:uLnTx/>
                <a:uFillTx/>
                <a:cs typeface="+mn-ea"/>
                <a:sym typeface="+mn-lt"/>
              </a:rPr>
              <a:t>、</a:t>
            </a:r>
            <a:r>
              <a:rPr kumimoji="0" lang="en-US" altLang="zh-CN" sz="1100" i="1" u="none" strike="noStrike" kern="1200" cap="none" spc="0" normalizeH="0" baseline="0" noProof="0" dirty="0">
                <a:ln>
                  <a:noFill/>
                </a:ln>
                <a:effectLst/>
                <a:uLnTx/>
                <a:uFillTx/>
                <a:cs typeface="+mn-ea"/>
                <a:sym typeface="+mn-lt"/>
              </a:rPr>
              <a:t>MAZ</a:t>
            </a:r>
            <a:r>
              <a:rPr kumimoji="0" lang="zh-CN" altLang="en-US" sz="1100" i="1" u="none" strike="noStrike" kern="1200" cap="none" spc="0" normalizeH="0" baseline="0" noProof="0" dirty="0">
                <a:ln>
                  <a:noFill/>
                </a:ln>
                <a:effectLst/>
                <a:uLnTx/>
                <a:uFillTx/>
                <a:cs typeface="+mn-ea"/>
                <a:sym typeface="+mn-lt"/>
              </a:rPr>
              <a:t>、</a:t>
            </a:r>
            <a:r>
              <a:rPr kumimoji="0" lang="en-US" altLang="zh-CN" sz="1100" i="1" u="none" strike="noStrike" kern="1200" cap="none" spc="0" normalizeH="0" baseline="0" noProof="0" dirty="0">
                <a:ln>
                  <a:noFill/>
                </a:ln>
                <a:effectLst/>
                <a:uLnTx/>
                <a:uFillTx/>
                <a:cs typeface="+mn-ea"/>
                <a:sym typeface="+mn-lt"/>
              </a:rPr>
              <a:t>MKR</a:t>
            </a:r>
            <a:r>
              <a:rPr kumimoji="0" lang="zh-CN" altLang="en-US" sz="1100" i="1" u="none" strike="noStrike" kern="1200" cap="none" spc="0" normalizeH="0" baseline="0" noProof="0" dirty="0">
                <a:ln>
                  <a:noFill/>
                </a:ln>
                <a:effectLst/>
                <a:uLnTx/>
                <a:uFillTx/>
                <a:cs typeface="+mn-ea"/>
                <a:sym typeface="+mn-lt"/>
              </a:rPr>
              <a:t>、</a:t>
            </a:r>
            <a:r>
              <a:rPr kumimoji="0" lang="en-US" altLang="zh-CN" sz="1100" i="1" u="none" strike="noStrike" kern="1200" cap="none" spc="0" normalizeH="0" baseline="0" noProof="0" dirty="0">
                <a:ln>
                  <a:noFill/>
                </a:ln>
                <a:effectLst/>
                <a:uLnTx/>
                <a:uFillTx/>
                <a:cs typeface="+mn-ea"/>
                <a:sym typeface="+mn-lt"/>
              </a:rPr>
              <a:t>MDMM</a:t>
            </a:r>
            <a:endParaRPr kumimoji="0" lang="zh-CN" altLang="en-US" sz="1100" i="1" u="none" strike="noStrike" kern="1200" cap="none" spc="0" normalizeH="0" baseline="0" noProof="0" dirty="0" err="1">
              <a:ln>
                <a:noFill/>
              </a:ln>
              <a:effectLst/>
              <a:uLnTx/>
              <a:uFillTx/>
              <a:cs typeface="+mn-ea"/>
              <a:sym typeface="+mn-lt"/>
            </a:endParaRPr>
          </a:p>
        </p:txBody>
      </p:sp>
      <p:sp>
        <p:nvSpPr>
          <p:cNvPr id="75" name="文本框 74">
            <a:extLst>
              <a:ext uri="{FF2B5EF4-FFF2-40B4-BE49-F238E27FC236}">
                <a16:creationId xmlns:a16="http://schemas.microsoft.com/office/drawing/2014/main" id="{B2A5C75C-598C-92E1-8EBE-57A06C7B3CCA}"/>
              </a:ext>
            </a:extLst>
          </p:cNvPr>
          <p:cNvSpPr txBox="1"/>
          <p:nvPr/>
        </p:nvSpPr>
        <p:spPr bwMode="gray">
          <a:xfrm>
            <a:off x="10241146" y="669031"/>
            <a:ext cx="1441171" cy="550654"/>
          </a:xfrm>
          <a:prstGeom prst="rect">
            <a:avLst/>
          </a:prstGeom>
          <a:noFill/>
          <a:ln>
            <a:solidFill>
              <a:schemeClr val="bg1"/>
            </a:solidFill>
            <a:prstDash val="sysDash"/>
          </a:ln>
        </p:spPr>
        <p:txBody>
          <a:bodyPr wrap="square" lIns="36000" tIns="36000" rIns="36000" bIns="36000"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100" b="1" i="0" u="none" strike="noStrike" kern="1200" cap="none" spc="0" normalizeH="0" baseline="0" noProof="0" dirty="0">
                <a:ln>
                  <a:noFill/>
                </a:ln>
                <a:effectLst/>
                <a:uLnTx/>
                <a:uFillTx/>
                <a:cs typeface="+mn-ea"/>
                <a:sym typeface="+mn-lt"/>
              </a:rPr>
              <a:t>2024</a:t>
            </a:r>
            <a:r>
              <a:rPr kumimoji="0" lang="zh-CN" altLang="en-US" sz="1100" b="1" i="0" u="none" strike="noStrike" kern="1200" cap="none" spc="0" normalizeH="0" baseline="0" noProof="0" dirty="0">
                <a:ln>
                  <a:noFill/>
                </a:ln>
                <a:effectLst/>
                <a:uLnTx/>
                <a:uFillTx/>
                <a:cs typeface="+mn-ea"/>
                <a:sym typeface="+mn-lt"/>
              </a:rPr>
              <a:t>年成立</a:t>
            </a:r>
            <a:r>
              <a:rPr kumimoji="0" lang="en-US" altLang="zh-CN" sz="1100" b="1" i="0" u="none" strike="noStrike" kern="1200" cap="none" spc="0" normalizeH="0" baseline="0" noProof="0" dirty="0">
                <a:ln>
                  <a:noFill/>
                </a:ln>
                <a:effectLst/>
                <a:uLnTx/>
                <a:uFillTx/>
                <a:cs typeface="+mn-ea"/>
                <a:sym typeface="+mn-lt"/>
              </a:rPr>
              <a:t>2</a:t>
            </a:r>
            <a:r>
              <a:rPr kumimoji="0" lang="zh-CN" altLang="en-US" sz="1100" b="1" i="0" u="none" strike="noStrike" kern="1200" cap="none" spc="0" normalizeH="0" baseline="0" noProof="0" dirty="0">
                <a:ln>
                  <a:noFill/>
                </a:ln>
                <a:effectLst/>
                <a:uLnTx/>
                <a:uFillTx/>
                <a:cs typeface="+mn-ea"/>
                <a:sym typeface="+mn-lt"/>
              </a:rPr>
              <a:t>个</a:t>
            </a:r>
            <a:r>
              <a:rPr kumimoji="0" lang="en-US" altLang="zh-CN" sz="1100" b="1" i="0" u="none" strike="noStrike" kern="1200" cap="none" spc="0" normalizeH="0" baseline="0" noProof="0" dirty="0">
                <a:ln>
                  <a:noFill/>
                </a:ln>
                <a:effectLst/>
                <a:uLnTx/>
                <a:uFillTx/>
                <a:cs typeface="+mn-ea"/>
                <a:sym typeface="+mn-lt"/>
              </a:rPr>
              <a:t>BU: </a:t>
            </a:r>
            <a:r>
              <a:rPr kumimoji="0" lang="en-US" altLang="zh-CN" sz="1100" i="1" u="none" strike="noStrike" kern="1200" cap="none" spc="0" normalizeH="0" baseline="0" noProof="0" dirty="0">
                <a:ln>
                  <a:noFill/>
                </a:ln>
                <a:effectLst/>
                <a:uLnTx/>
                <a:uFillTx/>
                <a:cs typeface="+mn-ea"/>
                <a:sym typeface="+mn-lt"/>
              </a:rPr>
              <a:t>MCO</a:t>
            </a:r>
            <a:r>
              <a:rPr kumimoji="0" lang="zh-CN" altLang="en-US" sz="1100" i="1" u="none" strike="noStrike" kern="1200" cap="none" spc="0" normalizeH="0" baseline="0" noProof="0" dirty="0">
                <a:ln>
                  <a:noFill/>
                </a:ln>
                <a:effectLst/>
                <a:uLnTx/>
                <a:uFillTx/>
                <a:cs typeface="+mn-ea"/>
                <a:sym typeface="+mn-lt"/>
              </a:rPr>
              <a:t>、</a:t>
            </a:r>
            <a:r>
              <a:rPr kumimoji="0" lang="en-US" altLang="zh-CN" sz="1100" i="1" u="none" strike="noStrike" kern="1200" cap="none" spc="0" normalizeH="0" baseline="0" noProof="0" dirty="0">
                <a:ln>
                  <a:noFill/>
                </a:ln>
                <a:effectLst/>
                <a:uLnTx/>
                <a:uFillTx/>
                <a:cs typeface="+mn-ea"/>
                <a:sym typeface="+mn-lt"/>
              </a:rPr>
              <a:t>MPE</a:t>
            </a:r>
            <a:endParaRPr kumimoji="0" lang="zh-CN" altLang="en-US" sz="1100" i="1" u="none" strike="noStrike" kern="1200" cap="none" spc="0" normalizeH="0" baseline="0" noProof="0" dirty="0" err="1">
              <a:ln>
                <a:noFill/>
              </a:ln>
              <a:effectLst/>
              <a:uLnTx/>
              <a:uFillTx/>
              <a:cs typeface="+mn-ea"/>
              <a:sym typeface="+mn-lt"/>
            </a:endParaRPr>
          </a:p>
        </p:txBody>
      </p:sp>
      <p:cxnSp>
        <p:nvCxnSpPr>
          <p:cNvPr id="4" name="直接箭头连接符 3">
            <a:extLst>
              <a:ext uri="{FF2B5EF4-FFF2-40B4-BE49-F238E27FC236}">
                <a16:creationId xmlns:a16="http://schemas.microsoft.com/office/drawing/2014/main" id="{2081D9D9-D287-8F49-2253-EFF1106CC2E8}"/>
              </a:ext>
            </a:extLst>
          </p:cNvPr>
          <p:cNvCxnSpPr/>
          <p:nvPr/>
        </p:nvCxnSpPr>
        <p:spPr bwMode="gray">
          <a:xfrm flipV="1">
            <a:off x="1154264" y="1205126"/>
            <a:ext cx="9883471" cy="3403158"/>
          </a:xfrm>
          <a:prstGeom prst="straightConnector1">
            <a:avLst/>
          </a:prstGeom>
          <a:ln w="9525" cap="flat">
            <a:solidFill>
              <a:schemeClr val="tx1">
                <a:lumMod val="50000"/>
                <a:lumOff val="50000"/>
              </a:schemeClr>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E70942C5-CB7F-4F26-98FF-4F24F3446471}"/>
              </a:ext>
            </a:extLst>
          </p:cNvPr>
          <p:cNvSpPr txBox="1"/>
          <p:nvPr/>
        </p:nvSpPr>
        <p:spPr bwMode="gray">
          <a:xfrm>
            <a:off x="750072" y="924782"/>
            <a:ext cx="8509927" cy="593743"/>
          </a:xfrm>
          <a:prstGeom prst="rect">
            <a:avLst/>
          </a:prstGeom>
          <a:noFill/>
          <a:ln>
            <a:solidFill>
              <a:schemeClr val="bg1"/>
            </a:solidFill>
          </a:ln>
        </p:spPr>
        <p:txBody>
          <a:bodyPr wrap="square" lIns="36000" tIns="36000" rIns="36000" bIns="3600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rgbClr val="000000"/>
                </a:solidFill>
                <a:effectLst/>
                <a:uLnTx/>
                <a:uFillTx/>
                <a:latin typeface="Arial"/>
                <a:ea typeface="微软雅黑"/>
                <a:cs typeface="+mn-ea"/>
                <a:sym typeface="+mn-lt"/>
              </a:rPr>
              <a:t>2015</a:t>
            </a:r>
            <a:r>
              <a:rPr kumimoji="0" lang="zh-CN" altLang="en-US" sz="1200" b="1" i="0" u="none" strike="noStrike" kern="1200" cap="none" spc="0" normalizeH="0" baseline="0" noProof="0" dirty="0">
                <a:ln>
                  <a:noFill/>
                </a:ln>
                <a:solidFill>
                  <a:srgbClr val="000000"/>
                </a:solidFill>
                <a:effectLst/>
                <a:uLnTx/>
                <a:uFillTx/>
                <a:latin typeface="Arial"/>
                <a:ea typeface="微软雅黑"/>
                <a:cs typeface="+mn-ea"/>
                <a:sym typeface="+mn-lt"/>
              </a:rPr>
              <a:t>年之前美的国际旗下有</a:t>
            </a:r>
            <a:r>
              <a:rPr kumimoji="0" lang="en-US" altLang="zh-CN" sz="1200" b="1" i="0" u="none" strike="noStrike" kern="1200" cap="none" spc="0" normalizeH="0" baseline="0" noProof="0" dirty="0">
                <a:ln>
                  <a:noFill/>
                </a:ln>
                <a:solidFill>
                  <a:srgbClr val="000000"/>
                </a:solidFill>
                <a:effectLst/>
                <a:uLnTx/>
                <a:uFillTx/>
                <a:latin typeface="Arial"/>
                <a:ea typeface="微软雅黑"/>
                <a:cs typeface="+mn-ea"/>
                <a:sym typeface="+mn-lt"/>
              </a:rPr>
              <a:t>24</a:t>
            </a:r>
            <a:r>
              <a:rPr kumimoji="0" lang="zh-CN" altLang="en-US" sz="1200" b="1" i="0" u="none" strike="noStrike" kern="1200" cap="none" spc="0" normalizeH="0" baseline="0" noProof="0" dirty="0">
                <a:ln>
                  <a:noFill/>
                </a:ln>
                <a:solidFill>
                  <a:srgbClr val="000000"/>
                </a:solidFill>
                <a:effectLst/>
                <a:uLnTx/>
                <a:uFillTx/>
                <a:latin typeface="Arial"/>
                <a:ea typeface="微软雅黑"/>
                <a:cs typeface="+mn-ea"/>
                <a:sym typeface="+mn-lt"/>
              </a:rPr>
              <a:t>个子公司</a:t>
            </a:r>
            <a:r>
              <a:rPr kumimoji="0" lang="zh-CN" altLang="en-US" sz="1200" b="0" i="0" u="none" strike="noStrike" kern="1200" cap="none" spc="0" normalizeH="0" baseline="0" noProof="0" dirty="0">
                <a:ln>
                  <a:noFill/>
                </a:ln>
                <a:solidFill>
                  <a:srgbClr val="000000"/>
                </a:solidFill>
                <a:effectLst/>
                <a:uLnTx/>
                <a:uFillTx/>
                <a:latin typeface="Arial"/>
                <a:ea typeface="微软雅黑"/>
                <a:cs typeface="+mn-ea"/>
                <a:sym typeface="+mn-lt"/>
              </a:rPr>
              <a:t>，主要分布在</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中东非</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德国</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意大利</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俄罗斯、埃及</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 </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马来西亚</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印尼</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越南</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泰国</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菲律宾</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香港</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100" cap="none" spc="0" normalizeH="0" baseline="0" noProof="0" dirty="0">
                <a:ln>
                  <a:noFill/>
                </a:ln>
                <a:solidFill>
                  <a:srgbClr val="000000"/>
                </a:solidFill>
                <a:effectLst/>
                <a:uLnTx/>
                <a:uFillTx/>
                <a:latin typeface="Arial"/>
                <a:ea typeface="微软雅黑"/>
                <a:cs typeface="+mn-ea"/>
                <a:sym typeface="+mn-lt"/>
              </a:rPr>
              <a:t>日本</a:t>
            </a:r>
            <a:r>
              <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0" cap="none" spc="0" normalizeH="0" baseline="0" noProof="0" dirty="0">
                <a:ln>
                  <a:noFill/>
                </a:ln>
                <a:solidFill>
                  <a:srgbClr val="000000"/>
                </a:solidFill>
                <a:effectLst/>
                <a:uLnTx/>
                <a:uFillTx/>
                <a:latin typeface="Arial"/>
                <a:ea typeface="微软雅黑"/>
                <a:cs typeface="+mn-ea"/>
                <a:sym typeface="+mn-lt"/>
              </a:rPr>
              <a:t>美国</a:t>
            </a:r>
            <a:r>
              <a:rPr kumimoji="0" lang="en-US" altLang="zh-CN" sz="1200" b="0" i="1" u="none" strike="noStrike" kern="0" cap="none" spc="0" normalizeH="0" baseline="0" noProof="0" dirty="0">
                <a:ln>
                  <a:noFill/>
                </a:ln>
                <a:solidFill>
                  <a:srgbClr val="000000"/>
                </a:solidFill>
                <a:effectLst/>
                <a:uLnTx/>
                <a:uFillTx/>
                <a:latin typeface="Arial"/>
                <a:ea typeface="微软雅黑"/>
                <a:cs typeface="+mn-ea"/>
                <a:sym typeface="+mn-lt"/>
              </a:rPr>
              <a:t> </a:t>
            </a:r>
            <a:r>
              <a:rPr kumimoji="0" lang="zh-CN" altLang="zh-CN" sz="1200" b="0" i="1" u="none" strike="noStrike" kern="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0" cap="none" spc="0" normalizeH="0" baseline="0" noProof="0" dirty="0">
                <a:ln>
                  <a:noFill/>
                </a:ln>
                <a:solidFill>
                  <a:srgbClr val="000000"/>
                </a:solidFill>
                <a:effectLst/>
                <a:uLnTx/>
                <a:uFillTx/>
                <a:latin typeface="Arial"/>
                <a:ea typeface="微软雅黑"/>
                <a:cs typeface="+mn-ea"/>
                <a:sym typeface="+mn-lt"/>
              </a:rPr>
              <a:t>加拿大</a:t>
            </a:r>
            <a:r>
              <a:rPr kumimoji="0" lang="en-US" altLang="zh-CN" sz="1200" b="0" i="1" u="none" strike="noStrike" kern="0" cap="none" spc="0" normalizeH="0" baseline="0" noProof="0" dirty="0">
                <a:ln>
                  <a:noFill/>
                </a:ln>
                <a:solidFill>
                  <a:srgbClr val="000000"/>
                </a:solidFill>
                <a:effectLst/>
                <a:uLnTx/>
                <a:uFillTx/>
                <a:latin typeface="Arial"/>
                <a:ea typeface="微软雅黑"/>
                <a:cs typeface="+mn-ea"/>
                <a:sym typeface="+mn-lt"/>
              </a:rPr>
              <a:t> </a:t>
            </a:r>
            <a:r>
              <a:rPr kumimoji="0" lang="zh-CN" altLang="zh-CN" sz="1200" b="0" i="1" u="none" strike="noStrike" kern="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0" cap="none" spc="0" normalizeH="0" baseline="0" noProof="0" dirty="0">
                <a:ln>
                  <a:noFill/>
                </a:ln>
                <a:solidFill>
                  <a:srgbClr val="000000"/>
                </a:solidFill>
                <a:effectLst/>
                <a:uLnTx/>
                <a:uFillTx/>
                <a:latin typeface="Arial"/>
                <a:ea typeface="微软雅黑"/>
                <a:cs typeface="+mn-ea"/>
                <a:sym typeface="+mn-lt"/>
              </a:rPr>
              <a:t>墨西哥</a:t>
            </a:r>
            <a:r>
              <a:rPr kumimoji="0" lang="zh-CN" altLang="zh-CN" sz="1200" b="0" i="1" u="none" strike="noStrike" kern="0" cap="none" spc="0" normalizeH="0" baseline="0" noProof="0" dirty="0">
                <a:ln>
                  <a:noFill/>
                </a:ln>
                <a:solidFill>
                  <a:srgbClr val="000000"/>
                </a:solidFill>
                <a:effectLst/>
                <a:uLnTx/>
                <a:uFillTx/>
                <a:latin typeface="Arial"/>
                <a:ea typeface="微软雅黑"/>
                <a:cs typeface="+mn-ea"/>
                <a:sym typeface="+mn-lt"/>
              </a:rPr>
              <a:t>、</a:t>
            </a:r>
            <a:r>
              <a:rPr kumimoji="0" lang="en-US" altLang="zh-CN" sz="1200" b="0" i="1" u="none" strike="noStrike" kern="0" cap="none" spc="0" normalizeH="0" baseline="0" noProof="0" dirty="0">
                <a:ln>
                  <a:noFill/>
                </a:ln>
                <a:solidFill>
                  <a:srgbClr val="000000"/>
                </a:solidFill>
                <a:effectLst/>
                <a:uLnTx/>
                <a:uFillTx/>
                <a:latin typeface="Arial"/>
                <a:ea typeface="微软雅黑"/>
                <a:cs typeface="+mn-ea"/>
                <a:sym typeface="+mn-lt"/>
              </a:rPr>
              <a:t> </a:t>
            </a:r>
            <a:r>
              <a:rPr kumimoji="0" lang="zh-CN" altLang="en-US" sz="1200" b="0" i="1" u="none" strike="noStrike" kern="0" cap="none" spc="0" normalizeH="0" baseline="0" noProof="0" dirty="0">
                <a:ln>
                  <a:noFill/>
                </a:ln>
                <a:solidFill>
                  <a:srgbClr val="000000"/>
                </a:solidFill>
                <a:effectLst/>
                <a:uLnTx/>
                <a:uFillTx/>
                <a:latin typeface="Arial"/>
                <a:ea typeface="微软雅黑"/>
                <a:cs typeface="+mn-ea"/>
                <a:sym typeface="+mn-lt"/>
              </a:rPr>
              <a:t>巴西</a:t>
            </a:r>
            <a:r>
              <a:rPr kumimoji="0" lang="en-US" altLang="zh-CN" sz="1200" b="0" i="1" u="none" strike="noStrike" kern="0" cap="none" spc="0" normalizeH="0" baseline="0" noProof="0" dirty="0">
                <a:ln>
                  <a:noFill/>
                </a:ln>
                <a:solidFill>
                  <a:srgbClr val="000000"/>
                </a:solidFill>
                <a:effectLst/>
                <a:uLnTx/>
                <a:uFillTx/>
                <a:latin typeface="Arial"/>
                <a:ea typeface="微软雅黑"/>
                <a:cs typeface="+mn-ea"/>
                <a:sym typeface="+mn-lt"/>
              </a:rPr>
              <a:t> </a:t>
            </a:r>
            <a:r>
              <a:rPr kumimoji="0" lang="zh-CN" altLang="zh-CN" sz="1200" b="0" i="1" u="none" strike="noStrike" kern="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0" cap="none" spc="0" normalizeH="0" baseline="0" noProof="0" dirty="0">
                <a:ln>
                  <a:noFill/>
                </a:ln>
                <a:solidFill>
                  <a:srgbClr val="000000"/>
                </a:solidFill>
                <a:effectLst/>
                <a:uLnTx/>
                <a:uFillTx/>
                <a:latin typeface="Arial"/>
                <a:ea typeface="微软雅黑"/>
                <a:cs typeface="+mn-ea"/>
                <a:sym typeface="+mn-lt"/>
              </a:rPr>
              <a:t>阿根廷</a:t>
            </a:r>
            <a:r>
              <a:rPr kumimoji="0" lang="en-US" altLang="zh-CN" sz="1200" b="0" i="1" u="none" strike="noStrike" kern="0" cap="none" spc="0" normalizeH="0" baseline="0" noProof="0" dirty="0">
                <a:ln>
                  <a:noFill/>
                </a:ln>
                <a:solidFill>
                  <a:srgbClr val="000000"/>
                </a:solidFill>
                <a:effectLst/>
                <a:uLnTx/>
                <a:uFillTx/>
                <a:latin typeface="Arial"/>
                <a:ea typeface="微软雅黑"/>
                <a:cs typeface="+mn-ea"/>
                <a:sym typeface="+mn-lt"/>
              </a:rPr>
              <a:t> </a:t>
            </a:r>
            <a:r>
              <a:rPr kumimoji="0" lang="zh-CN" altLang="zh-CN" sz="1200" b="0" i="1" u="none" strike="noStrike" kern="0" cap="none" spc="0" normalizeH="0" baseline="0" noProof="0" dirty="0">
                <a:ln>
                  <a:noFill/>
                </a:ln>
                <a:solidFill>
                  <a:srgbClr val="000000"/>
                </a:solidFill>
                <a:effectLst/>
                <a:uLnTx/>
                <a:uFillTx/>
                <a:latin typeface="Arial"/>
                <a:ea typeface="微软雅黑"/>
                <a:cs typeface="+mn-ea"/>
                <a:sym typeface="+mn-lt"/>
              </a:rPr>
              <a:t>、</a:t>
            </a:r>
            <a:r>
              <a:rPr kumimoji="0" lang="zh-CN" altLang="en-US" sz="1200" b="0" i="1" u="none" strike="noStrike" kern="0" cap="none" spc="0" normalizeH="0" baseline="0" noProof="0" dirty="0">
                <a:ln>
                  <a:noFill/>
                </a:ln>
                <a:solidFill>
                  <a:srgbClr val="000000"/>
                </a:solidFill>
                <a:effectLst/>
                <a:uLnTx/>
                <a:uFillTx/>
                <a:latin typeface="Arial"/>
                <a:ea typeface="微软雅黑"/>
                <a:cs typeface="+mn-ea"/>
                <a:sym typeface="+mn-lt"/>
              </a:rPr>
              <a:t>智利、印度等。</a:t>
            </a:r>
            <a:endParaRPr kumimoji="0" lang="zh-CN" altLang="zh-CN" sz="1200" b="0" i="1" u="none" strike="noStrike" kern="100" cap="none" spc="0" normalizeH="0" baseline="0" noProof="0" dirty="0">
              <a:ln>
                <a:noFill/>
              </a:ln>
              <a:solidFill>
                <a:srgbClr val="000000"/>
              </a:solidFill>
              <a:effectLst/>
              <a:uLnTx/>
              <a:uFillTx/>
              <a:latin typeface="Arial"/>
              <a:ea typeface="微软雅黑"/>
              <a:cs typeface="+mn-ea"/>
              <a:sym typeface="+mn-lt"/>
            </a:endParaRPr>
          </a:p>
        </p:txBody>
      </p:sp>
    </p:spTree>
    <p:extLst>
      <p:ext uri="{BB962C8B-B14F-4D97-AF65-F5344CB8AC3E}">
        <p14:creationId xmlns:p14="http://schemas.microsoft.com/office/powerpoint/2010/main" val="4017118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7E5A9A5-50F4-613B-0E8F-19E0991833BD}"/>
              </a:ext>
            </a:extLst>
          </p:cNvPr>
          <p:cNvSpPr/>
          <p:nvPr/>
        </p:nvSpPr>
        <p:spPr bwMode="gray">
          <a:xfrm>
            <a:off x="278298" y="1820846"/>
            <a:ext cx="2767054" cy="4174435"/>
          </a:xfrm>
          <a:prstGeom prst="rect">
            <a:avLst/>
          </a:prstGeom>
          <a:blipFill>
            <a:blip r:embed="rId3"/>
            <a:stretch>
              <a:fillRect l="-84979" r="-84206"/>
            </a:stretch>
          </a:bli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err="1">
              <a:ln>
                <a:noFill/>
              </a:ln>
              <a:solidFill>
                <a:srgbClr val="000000"/>
              </a:solidFill>
              <a:effectLst/>
              <a:uLnTx/>
              <a:uFillTx/>
              <a:latin typeface="Arial"/>
              <a:ea typeface="微软雅黑"/>
              <a:cs typeface="+mn-ea"/>
              <a:sym typeface="+mn-lt"/>
            </a:endParaRPr>
          </a:p>
        </p:txBody>
      </p:sp>
      <p:sp>
        <p:nvSpPr>
          <p:cNvPr id="3" name="矩形 2">
            <a:extLst>
              <a:ext uri="{FF2B5EF4-FFF2-40B4-BE49-F238E27FC236}">
                <a16:creationId xmlns:a16="http://schemas.microsoft.com/office/drawing/2014/main" id="{22C04D35-84CE-4C93-7AF7-DB36DEFDF202}"/>
              </a:ext>
            </a:extLst>
          </p:cNvPr>
          <p:cNvSpPr/>
          <p:nvPr/>
        </p:nvSpPr>
        <p:spPr bwMode="gray">
          <a:xfrm>
            <a:off x="3241484" y="1820846"/>
            <a:ext cx="2767054" cy="4174435"/>
          </a:xfrm>
          <a:prstGeom prst="rect">
            <a:avLst/>
          </a:prstGeom>
          <a:blipFill>
            <a:blip r:embed="rId4"/>
            <a:stretch>
              <a:fillRect l="-63436" r="-62857"/>
            </a:stretch>
          </a:bli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err="1">
              <a:ln>
                <a:noFill/>
              </a:ln>
              <a:solidFill>
                <a:srgbClr val="000000"/>
              </a:solidFill>
              <a:effectLst/>
              <a:uLnTx/>
              <a:uFillTx/>
              <a:latin typeface="Arial"/>
              <a:ea typeface="微软雅黑"/>
              <a:cs typeface="+mn-ea"/>
              <a:sym typeface="+mn-lt"/>
            </a:endParaRPr>
          </a:p>
        </p:txBody>
      </p:sp>
      <p:sp>
        <p:nvSpPr>
          <p:cNvPr id="4" name="矩形 3">
            <a:extLst>
              <a:ext uri="{FF2B5EF4-FFF2-40B4-BE49-F238E27FC236}">
                <a16:creationId xmlns:a16="http://schemas.microsoft.com/office/drawing/2014/main" id="{A3AAA7C0-45FF-858B-5BFA-8284DDE2BF88}"/>
              </a:ext>
            </a:extLst>
          </p:cNvPr>
          <p:cNvSpPr/>
          <p:nvPr/>
        </p:nvSpPr>
        <p:spPr bwMode="gray">
          <a:xfrm>
            <a:off x="6204670" y="1820846"/>
            <a:ext cx="2767054" cy="4174435"/>
          </a:xfrm>
          <a:prstGeom prst="rect">
            <a:avLst/>
          </a:prstGeom>
          <a:blipFill>
            <a:blip r:embed="rId5"/>
            <a:stretch>
              <a:fillRect l="-63436" r="-62857"/>
            </a:stretch>
          </a:bli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err="1">
              <a:ln>
                <a:noFill/>
              </a:ln>
              <a:solidFill>
                <a:srgbClr val="000000"/>
              </a:solidFill>
              <a:effectLst/>
              <a:uLnTx/>
              <a:uFillTx/>
              <a:latin typeface="Arial"/>
              <a:ea typeface="微软雅黑"/>
              <a:cs typeface="+mn-ea"/>
              <a:sym typeface="+mn-lt"/>
            </a:endParaRPr>
          </a:p>
        </p:txBody>
      </p:sp>
      <p:sp>
        <p:nvSpPr>
          <p:cNvPr id="5" name="矩形 4">
            <a:extLst>
              <a:ext uri="{FF2B5EF4-FFF2-40B4-BE49-F238E27FC236}">
                <a16:creationId xmlns:a16="http://schemas.microsoft.com/office/drawing/2014/main" id="{C8104069-089A-D748-2DB3-FFBC21C049C9}"/>
              </a:ext>
            </a:extLst>
          </p:cNvPr>
          <p:cNvSpPr/>
          <p:nvPr/>
        </p:nvSpPr>
        <p:spPr bwMode="gray">
          <a:xfrm>
            <a:off x="9167857" y="1820846"/>
            <a:ext cx="2767054" cy="4174435"/>
          </a:xfrm>
          <a:prstGeom prst="rect">
            <a:avLst/>
          </a:prstGeom>
          <a:blipFill>
            <a:blip r:embed="rId6"/>
            <a:stretch>
              <a:fillRect l="-63436" r="-62857"/>
            </a:stretch>
          </a:bli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err="1">
              <a:ln>
                <a:noFill/>
              </a:ln>
              <a:solidFill>
                <a:srgbClr val="000000"/>
              </a:solidFill>
              <a:effectLst/>
              <a:uLnTx/>
              <a:uFillTx/>
              <a:latin typeface="Arial"/>
              <a:ea typeface="微软雅黑"/>
              <a:cs typeface="+mn-ea"/>
              <a:sym typeface="+mn-lt"/>
            </a:endParaRPr>
          </a:p>
        </p:txBody>
      </p:sp>
      <p:sp>
        <p:nvSpPr>
          <p:cNvPr id="7" name="标题 6">
            <a:extLst>
              <a:ext uri="{FF2B5EF4-FFF2-40B4-BE49-F238E27FC236}">
                <a16:creationId xmlns:a16="http://schemas.microsoft.com/office/drawing/2014/main" id="{37E0E78F-170F-FA5A-FC05-0674D5C67FA3}"/>
              </a:ext>
            </a:extLst>
          </p:cNvPr>
          <p:cNvSpPr>
            <a:spLocks noGrp="1"/>
          </p:cNvSpPr>
          <p:nvPr>
            <p:ph type="title"/>
          </p:nvPr>
        </p:nvSpPr>
        <p:spPr/>
        <p:txBody>
          <a:bodyPr/>
          <a:lstStyle/>
          <a:p>
            <a:r>
              <a:rPr lang="zh-CN" altLang="en-US" b="1" dirty="0">
                <a:latin typeface="+mn-lt"/>
                <a:ea typeface="+mn-ea"/>
                <a:cs typeface="+mn-ea"/>
                <a:sym typeface="+mn-lt"/>
              </a:rPr>
              <a:t>美的国际增长战略主线</a:t>
            </a:r>
          </a:p>
        </p:txBody>
      </p:sp>
      <p:sp>
        <p:nvSpPr>
          <p:cNvPr id="8" name="文本框 7">
            <a:extLst>
              <a:ext uri="{FF2B5EF4-FFF2-40B4-BE49-F238E27FC236}">
                <a16:creationId xmlns:a16="http://schemas.microsoft.com/office/drawing/2014/main" id="{D50CCE11-98AD-BF0A-6FAE-F6A135B6F938}"/>
              </a:ext>
            </a:extLst>
          </p:cNvPr>
          <p:cNvSpPr txBox="1"/>
          <p:nvPr/>
        </p:nvSpPr>
        <p:spPr bwMode="gray">
          <a:xfrm>
            <a:off x="909383" y="1351726"/>
            <a:ext cx="1635034" cy="380480"/>
          </a:xfrm>
          <a:prstGeom prst="rect">
            <a:avLst/>
          </a:prstGeom>
          <a:no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Arial"/>
                <a:ea typeface="微软雅黑"/>
                <a:cs typeface="+mn-ea"/>
                <a:sym typeface="+mn-lt"/>
              </a:rPr>
              <a:t>市场</a:t>
            </a:r>
          </a:p>
        </p:txBody>
      </p:sp>
      <p:sp>
        <p:nvSpPr>
          <p:cNvPr id="9" name="文本框 8">
            <a:extLst>
              <a:ext uri="{FF2B5EF4-FFF2-40B4-BE49-F238E27FC236}">
                <a16:creationId xmlns:a16="http://schemas.microsoft.com/office/drawing/2014/main" id="{317073C4-ADF0-516F-EDE4-BB3B515D86FE}"/>
              </a:ext>
            </a:extLst>
          </p:cNvPr>
          <p:cNvSpPr txBox="1"/>
          <p:nvPr/>
        </p:nvSpPr>
        <p:spPr bwMode="gray">
          <a:xfrm>
            <a:off x="3747998" y="1390608"/>
            <a:ext cx="1635034" cy="380480"/>
          </a:xfrm>
          <a:prstGeom prst="rect">
            <a:avLst/>
          </a:prstGeom>
          <a:no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Arial"/>
                <a:ea typeface="微软雅黑"/>
                <a:cs typeface="+mn-ea"/>
                <a:sym typeface="+mn-lt"/>
              </a:rPr>
              <a:t>品类</a:t>
            </a:r>
          </a:p>
        </p:txBody>
      </p:sp>
      <p:sp>
        <p:nvSpPr>
          <p:cNvPr id="10" name="文本框 9">
            <a:extLst>
              <a:ext uri="{FF2B5EF4-FFF2-40B4-BE49-F238E27FC236}">
                <a16:creationId xmlns:a16="http://schemas.microsoft.com/office/drawing/2014/main" id="{B66904B7-2970-2DB8-D666-DEF0D990C430}"/>
              </a:ext>
            </a:extLst>
          </p:cNvPr>
          <p:cNvSpPr txBox="1"/>
          <p:nvPr/>
        </p:nvSpPr>
        <p:spPr bwMode="gray">
          <a:xfrm>
            <a:off x="6711184" y="1389734"/>
            <a:ext cx="1635034" cy="380480"/>
          </a:xfrm>
          <a:prstGeom prst="rect">
            <a:avLst/>
          </a:prstGeom>
          <a:no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Arial"/>
                <a:ea typeface="微软雅黑"/>
                <a:cs typeface="+mn-ea"/>
                <a:sym typeface="+mn-lt"/>
              </a:rPr>
              <a:t>渠道</a:t>
            </a:r>
          </a:p>
        </p:txBody>
      </p:sp>
      <p:sp>
        <p:nvSpPr>
          <p:cNvPr id="11" name="文本框 10">
            <a:extLst>
              <a:ext uri="{FF2B5EF4-FFF2-40B4-BE49-F238E27FC236}">
                <a16:creationId xmlns:a16="http://schemas.microsoft.com/office/drawing/2014/main" id="{13D55AF2-318B-0035-67F5-3F525ED732C2}"/>
              </a:ext>
            </a:extLst>
          </p:cNvPr>
          <p:cNvSpPr txBox="1"/>
          <p:nvPr/>
        </p:nvSpPr>
        <p:spPr bwMode="gray">
          <a:xfrm>
            <a:off x="9674370" y="1389734"/>
            <a:ext cx="1635034" cy="380480"/>
          </a:xfrm>
          <a:prstGeom prst="rect">
            <a:avLst/>
          </a:prstGeom>
          <a:noFill/>
        </p:spPr>
        <p:txBody>
          <a:bodyPr wrap="square" lIns="36000" tIns="36000" rIns="36000" b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Arial"/>
                <a:ea typeface="微软雅黑"/>
                <a:cs typeface="+mn-ea"/>
                <a:sym typeface="+mn-lt"/>
              </a:rPr>
              <a:t>品牌</a:t>
            </a:r>
          </a:p>
        </p:txBody>
      </p:sp>
    </p:spTree>
    <p:extLst>
      <p:ext uri="{BB962C8B-B14F-4D97-AF65-F5344CB8AC3E}">
        <p14:creationId xmlns:p14="http://schemas.microsoft.com/office/powerpoint/2010/main" val="4187227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矩形 354">
            <a:extLst>
              <a:ext uri="{FF2B5EF4-FFF2-40B4-BE49-F238E27FC236}">
                <a16:creationId xmlns:a16="http://schemas.microsoft.com/office/drawing/2014/main" id="{5EB7805A-BE99-8175-5629-E083EA909419}"/>
              </a:ext>
            </a:extLst>
          </p:cNvPr>
          <p:cNvSpPr/>
          <p:nvPr/>
        </p:nvSpPr>
        <p:spPr>
          <a:xfrm>
            <a:off x="890500" y="5416688"/>
            <a:ext cx="295420" cy="130876"/>
          </a:xfrm>
          <a:prstGeom prst="rect">
            <a:avLst/>
          </a:prstGeom>
          <a:solidFill>
            <a:srgbClr val="8098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56" name="矩形 355">
            <a:extLst>
              <a:ext uri="{FF2B5EF4-FFF2-40B4-BE49-F238E27FC236}">
                <a16:creationId xmlns:a16="http://schemas.microsoft.com/office/drawing/2014/main" id="{90F68FBB-15AE-2F84-74F0-396DD222E4CB}"/>
              </a:ext>
            </a:extLst>
          </p:cNvPr>
          <p:cNvSpPr/>
          <p:nvPr/>
        </p:nvSpPr>
        <p:spPr>
          <a:xfrm>
            <a:off x="873160" y="5784117"/>
            <a:ext cx="295420" cy="130876"/>
          </a:xfrm>
          <a:prstGeom prst="rect">
            <a:avLst/>
          </a:prstGeom>
          <a:solidFill>
            <a:schemeClr val="accent4">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57" name="文本框 356">
            <a:extLst>
              <a:ext uri="{FF2B5EF4-FFF2-40B4-BE49-F238E27FC236}">
                <a16:creationId xmlns:a16="http://schemas.microsoft.com/office/drawing/2014/main" id="{65FB7411-28E9-DF3C-23A4-B81997D23506}"/>
              </a:ext>
            </a:extLst>
          </p:cNvPr>
          <p:cNvSpPr txBox="1"/>
          <p:nvPr/>
        </p:nvSpPr>
        <p:spPr>
          <a:xfrm>
            <a:off x="1264065" y="5281961"/>
            <a:ext cx="425848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000000"/>
                </a:solidFill>
                <a:effectLst/>
                <a:uLnTx/>
                <a:uFillTx/>
                <a:cs typeface="+mn-ea"/>
                <a:sym typeface="+mn-lt"/>
              </a:rPr>
              <a:t>已在当地建立</a:t>
            </a:r>
            <a:r>
              <a:rPr kumimoji="0" lang="en-US" altLang="zh-CN" sz="1100" b="0" i="0" u="none" strike="noStrike" kern="1200" cap="none" spc="0" normalizeH="0" baseline="0" noProof="0" dirty="0">
                <a:ln>
                  <a:noFill/>
                </a:ln>
                <a:solidFill>
                  <a:srgbClr val="000000"/>
                </a:solidFill>
                <a:effectLst/>
                <a:uLnTx/>
                <a:uFillTx/>
                <a:cs typeface="+mn-ea"/>
                <a:sym typeface="+mn-lt"/>
              </a:rPr>
              <a:t>BU/</a:t>
            </a:r>
            <a:r>
              <a:rPr kumimoji="0" lang="zh-CN" altLang="en-US" sz="1100" b="0" i="0" u="none" strike="noStrike" kern="1200" cap="none" spc="0" normalizeH="0" baseline="0" noProof="0" dirty="0">
                <a:ln>
                  <a:noFill/>
                </a:ln>
                <a:solidFill>
                  <a:srgbClr val="000000"/>
                </a:solidFill>
                <a:effectLst/>
                <a:uLnTx/>
                <a:uFillTx/>
                <a:cs typeface="+mn-ea"/>
                <a:sym typeface="+mn-lt"/>
              </a:rPr>
              <a:t>合资公司</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办公室 </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cs typeface="+mn-ea"/>
                <a:sym typeface="+mn-lt"/>
              </a:rPr>
              <a:t>Flagged Countries/Regions with Established BU/JV/Office</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sp>
        <p:nvSpPr>
          <p:cNvPr id="358" name="文本框 357">
            <a:extLst>
              <a:ext uri="{FF2B5EF4-FFF2-40B4-BE49-F238E27FC236}">
                <a16:creationId xmlns:a16="http://schemas.microsoft.com/office/drawing/2014/main" id="{759644A2-40D6-13E9-2309-53D90570119E}"/>
              </a:ext>
            </a:extLst>
          </p:cNvPr>
          <p:cNvSpPr txBox="1"/>
          <p:nvPr/>
        </p:nvSpPr>
        <p:spPr>
          <a:xfrm>
            <a:off x="1242077" y="5669825"/>
            <a:ext cx="439642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000000"/>
                </a:solidFill>
                <a:effectLst/>
                <a:uLnTx/>
                <a:uFillTx/>
                <a:cs typeface="+mn-ea"/>
                <a:sym typeface="+mn-lt"/>
              </a:rPr>
              <a:t>拟在当地建立</a:t>
            </a:r>
            <a:r>
              <a:rPr kumimoji="0" lang="en-US" altLang="zh-CN" sz="1100" b="0" i="0" u="none" strike="noStrike" kern="1200" cap="none" spc="0" normalizeH="0" baseline="0" noProof="0" dirty="0">
                <a:ln>
                  <a:noFill/>
                </a:ln>
                <a:solidFill>
                  <a:srgbClr val="000000"/>
                </a:solidFill>
                <a:effectLst/>
                <a:uLnTx/>
                <a:uFillTx/>
                <a:cs typeface="+mn-ea"/>
                <a:sym typeface="+mn-lt"/>
              </a:rPr>
              <a:t>BU/</a:t>
            </a:r>
            <a:r>
              <a:rPr kumimoji="0" lang="zh-CN" altLang="en-US" sz="1100" b="0" i="0" u="none" strike="noStrike" kern="1200" cap="none" spc="0" normalizeH="0" baseline="0" noProof="0" dirty="0">
                <a:ln>
                  <a:noFill/>
                </a:ln>
                <a:solidFill>
                  <a:srgbClr val="000000"/>
                </a:solidFill>
                <a:effectLst/>
                <a:uLnTx/>
                <a:uFillTx/>
                <a:cs typeface="+mn-ea"/>
                <a:sym typeface="+mn-lt"/>
              </a:rPr>
              <a:t>合资公司</a:t>
            </a:r>
            <a:r>
              <a:rPr kumimoji="0" lang="en-US" altLang="zh-CN" sz="1100" b="0" i="0" u="none" strike="noStrike" kern="1200" cap="none" spc="0" normalizeH="0" baseline="0" noProof="0" dirty="0">
                <a:ln>
                  <a:noFill/>
                </a:ln>
                <a:solidFill>
                  <a:srgbClr val="000000"/>
                </a:solidFill>
                <a:effectLst/>
                <a:uLnTx/>
                <a:uFillTx/>
                <a:cs typeface="+mn-ea"/>
                <a:sym typeface="+mn-lt"/>
              </a:rPr>
              <a:t>/</a:t>
            </a:r>
            <a:r>
              <a:rPr kumimoji="0" lang="zh-CN" altLang="en-US" sz="1100" b="0" i="0" u="none" strike="noStrike" kern="1200" cap="none" spc="0" normalizeH="0" baseline="0" noProof="0" dirty="0">
                <a:ln>
                  <a:noFill/>
                </a:ln>
                <a:solidFill>
                  <a:srgbClr val="000000"/>
                </a:solidFill>
                <a:effectLst/>
                <a:uLnTx/>
                <a:uFillTx/>
                <a:cs typeface="+mn-ea"/>
                <a:sym typeface="+mn-lt"/>
              </a:rPr>
              <a:t>办公室 </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cs typeface="+mn-ea"/>
                <a:sym typeface="+mn-lt"/>
              </a:rPr>
              <a:t>Countries/Regions with Plans of Setting up New BU/JV/Office</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grpSp>
        <p:nvGrpSpPr>
          <p:cNvPr id="376" name="组合 375">
            <a:extLst>
              <a:ext uri="{FF2B5EF4-FFF2-40B4-BE49-F238E27FC236}">
                <a16:creationId xmlns:a16="http://schemas.microsoft.com/office/drawing/2014/main" id="{13912906-6B94-B632-4CBB-7972FAF19EE3}"/>
              </a:ext>
            </a:extLst>
          </p:cNvPr>
          <p:cNvGrpSpPr/>
          <p:nvPr/>
        </p:nvGrpSpPr>
        <p:grpSpPr>
          <a:xfrm>
            <a:off x="100412" y="901087"/>
            <a:ext cx="7797043" cy="4780984"/>
            <a:chOff x="649073" y="898509"/>
            <a:chExt cx="8388677" cy="5013906"/>
          </a:xfrm>
        </p:grpSpPr>
        <p:grpSp>
          <p:nvGrpSpPr>
            <p:cNvPr id="361" name="组合 360">
              <a:extLst>
                <a:ext uri="{FF2B5EF4-FFF2-40B4-BE49-F238E27FC236}">
                  <a16:creationId xmlns:a16="http://schemas.microsoft.com/office/drawing/2014/main" id="{2D14DBE4-3241-9FE8-5152-F7C447A63E5D}"/>
                </a:ext>
              </a:extLst>
            </p:cNvPr>
            <p:cNvGrpSpPr/>
            <p:nvPr/>
          </p:nvGrpSpPr>
          <p:grpSpPr>
            <a:xfrm>
              <a:off x="649073" y="898509"/>
              <a:ext cx="8388677" cy="5013906"/>
              <a:chOff x="1901661" y="930749"/>
              <a:chExt cx="8388677" cy="5013906"/>
            </a:xfrm>
          </p:grpSpPr>
          <p:grpSp>
            <p:nvGrpSpPr>
              <p:cNvPr id="2" name="组合 1">
                <a:extLst>
                  <a:ext uri="{FF2B5EF4-FFF2-40B4-BE49-F238E27FC236}">
                    <a16:creationId xmlns:a16="http://schemas.microsoft.com/office/drawing/2014/main" id="{DBEC9BE7-9569-6EE1-3E88-35C044EF5B5C}"/>
                  </a:ext>
                </a:extLst>
              </p:cNvPr>
              <p:cNvGrpSpPr/>
              <p:nvPr/>
            </p:nvGrpSpPr>
            <p:grpSpPr>
              <a:xfrm>
                <a:off x="1901661" y="930749"/>
                <a:ext cx="8388677" cy="5013906"/>
                <a:chOff x="353795" y="1531122"/>
                <a:chExt cx="8388677" cy="5013906"/>
              </a:xfrm>
            </p:grpSpPr>
            <p:sp>
              <p:nvSpPr>
                <p:cNvPr id="3" name="Freeform 375">
                  <a:extLst>
                    <a:ext uri="{FF2B5EF4-FFF2-40B4-BE49-F238E27FC236}">
                      <a16:creationId xmlns:a16="http://schemas.microsoft.com/office/drawing/2014/main" id="{92887118-6537-5A0F-2769-8B51B116329F}"/>
                    </a:ext>
                  </a:extLst>
                </p:cNvPr>
                <p:cNvSpPr/>
                <p:nvPr/>
              </p:nvSpPr>
              <p:spPr bwMode="gray">
                <a:xfrm>
                  <a:off x="2171866" y="1964058"/>
                  <a:ext cx="155517" cy="344128"/>
                </a:xfrm>
                <a:custGeom>
                  <a:avLst/>
                  <a:gdLst>
                    <a:gd name="T0" fmla="*/ 76 w 84"/>
                    <a:gd name="T1" fmla="*/ 8 h 186"/>
                    <a:gd name="T2" fmla="*/ 74 w 84"/>
                    <a:gd name="T3" fmla="*/ 4 h 186"/>
                    <a:gd name="T4" fmla="*/ 74 w 84"/>
                    <a:gd name="T5" fmla="*/ 0 h 186"/>
                    <a:gd name="T6" fmla="*/ 70 w 84"/>
                    <a:gd name="T7" fmla="*/ 0 h 186"/>
                    <a:gd name="T8" fmla="*/ 64 w 84"/>
                    <a:gd name="T9" fmla="*/ 8 h 186"/>
                    <a:gd name="T10" fmla="*/ 50 w 84"/>
                    <a:gd name="T11" fmla="*/ 22 h 186"/>
                    <a:gd name="T12" fmla="*/ 38 w 84"/>
                    <a:gd name="T13" fmla="*/ 30 h 186"/>
                    <a:gd name="T14" fmla="*/ 34 w 84"/>
                    <a:gd name="T15" fmla="*/ 32 h 186"/>
                    <a:gd name="T16" fmla="*/ 2 w 84"/>
                    <a:gd name="T17" fmla="*/ 116 h 186"/>
                    <a:gd name="T18" fmla="*/ 0 w 84"/>
                    <a:gd name="T19" fmla="*/ 148 h 186"/>
                    <a:gd name="T20" fmla="*/ 2 w 84"/>
                    <a:gd name="T21" fmla="*/ 148 h 186"/>
                    <a:gd name="T22" fmla="*/ 6 w 84"/>
                    <a:gd name="T23" fmla="*/ 150 h 186"/>
                    <a:gd name="T24" fmla="*/ 4 w 84"/>
                    <a:gd name="T25" fmla="*/ 158 h 186"/>
                    <a:gd name="T26" fmla="*/ 4 w 84"/>
                    <a:gd name="T27" fmla="*/ 168 h 186"/>
                    <a:gd name="T28" fmla="*/ 6 w 84"/>
                    <a:gd name="T29" fmla="*/ 176 h 186"/>
                    <a:gd name="T30" fmla="*/ 14 w 84"/>
                    <a:gd name="T31" fmla="*/ 178 h 186"/>
                    <a:gd name="T32" fmla="*/ 24 w 84"/>
                    <a:gd name="T33" fmla="*/ 180 h 186"/>
                    <a:gd name="T34" fmla="*/ 28 w 84"/>
                    <a:gd name="T35" fmla="*/ 184 h 186"/>
                    <a:gd name="T36" fmla="*/ 40 w 84"/>
                    <a:gd name="T37" fmla="*/ 186 h 186"/>
                    <a:gd name="T38" fmla="*/ 44 w 84"/>
                    <a:gd name="T39" fmla="*/ 184 h 186"/>
                    <a:gd name="T40" fmla="*/ 48 w 84"/>
                    <a:gd name="T41" fmla="*/ 180 h 186"/>
                    <a:gd name="T42" fmla="*/ 48 w 84"/>
                    <a:gd name="T43" fmla="*/ 174 h 186"/>
                    <a:gd name="T44" fmla="*/ 44 w 84"/>
                    <a:gd name="T45" fmla="*/ 170 h 186"/>
                    <a:gd name="T46" fmla="*/ 40 w 84"/>
                    <a:gd name="T47" fmla="*/ 170 h 186"/>
                    <a:gd name="T48" fmla="*/ 30 w 84"/>
                    <a:gd name="T49" fmla="*/ 154 h 186"/>
                    <a:gd name="T50" fmla="*/ 26 w 84"/>
                    <a:gd name="T51" fmla="*/ 128 h 186"/>
                    <a:gd name="T52" fmla="*/ 34 w 84"/>
                    <a:gd name="T53" fmla="*/ 100 h 186"/>
                    <a:gd name="T54" fmla="*/ 32 w 84"/>
                    <a:gd name="T55" fmla="*/ 96 h 186"/>
                    <a:gd name="T56" fmla="*/ 34 w 84"/>
                    <a:gd name="T57" fmla="*/ 86 h 186"/>
                    <a:gd name="T58" fmla="*/ 40 w 84"/>
                    <a:gd name="T59" fmla="*/ 76 h 186"/>
                    <a:gd name="T60" fmla="*/ 56 w 84"/>
                    <a:gd name="T61" fmla="*/ 50 h 186"/>
                    <a:gd name="T62" fmla="*/ 84 w 84"/>
                    <a:gd name="T63" fmla="*/ 22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4" h="186">
                      <a:moveTo>
                        <a:pt x="76" y="8"/>
                      </a:moveTo>
                      <a:lnTo>
                        <a:pt x="76" y="8"/>
                      </a:lnTo>
                      <a:lnTo>
                        <a:pt x="76" y="6"/>
                      </a:lnTo>
                      <a:lnTo>
                        <a:pt x="74" y="4"/>
                      </a:lnTo>
                      <a:lnTo>
                        <a:pt x="74" y="2"/>
                      </a:lnTo>
                      <a:lnTo>
                        <a:pt x="74" y="0"/>
                      </a:lnTo>
                      <a:lnTo>
                        <a:pt x="72" y="0"/>
                      </a:lnTo>
                      <a:lnTo>
                        <a:pt x="70" y="0"/>
                      </a:lnTo>
                      <a:lnTo>
                        <a:pt x="66" y="2"/>
                      </a:lnTo>
                      <a:lnTo>
                        <a:pt x="64" y="8"/>
                      </a:lnTo>
                      <a:lnTo>
                        <a:pt x="56" y="16"/>
                      </a:lnTo>
                      <a:lnTo>
                        <a:pt x="50" y="22"/>
                      </a:lnTo>
                      <a:lnTo>
                        <a:pt x="44" y="28"/>
                      </a:lnTo>
                      <a:lnTo>
                        <a:pt x="38" y="30"/>
                      </a:lnTo>
                      <a:lnTo>
                        <a:pt x="36" y="32"/>
                      </a:lnTo>
                      <a:lnTo>
                        <a:pt x="34" y="32"/>
                      </a:lnTo>
                      <a:lnTo>
                        <a:pt x="8" y="88"/>
                      </a:lnTo>
                      <a:lnTo>
                        <a:pt x="2" y="116"/>
                      </a:lnTo>
                      <a:lnTo>
                        <a:pt x="2" y="124"/>
                      </a:lnTo>
                      <a:lnTo>
                        <a:pt x="0" y="148"/>
                      </a:lnTo>
                      <a:lnTo>
                        <a:pt x="2" y="148"/>
                      </a:lnTo>
                      <a:lnTo>
                        <a:pt x="2" y="148"/>
                      </a:lnTo>
                      <a:lnTo>
                        <a:pt x="4" y="148"/>
                      </a:lnTo>
                      <a:lnTo>
                        <a:pt x="6" y="150"/>
                      </a:lnTo>
                      <a:lnTo>
                        <a:pt x="6" y="154"/>
                      </a:lnTo>
                      <a:lnTo>
                        <a:pt x="4" y="158"/>
                      </a:lnTo>
                      <a:lnTo>
                        <a:pt x="4" y="162"/>
                      </a:lnTo>
                      <a:lnTo>
                        <a:pt x="4" y="168"/>
                      </a:lnTo>
                      <a:lnTo>
                        <a:pt x="4" y="172"/>
                      </a:lnTo>
                      <a:lnTo>
                        <a:pt x="6" y="176"/>
                      </a:lnTo>
                      <a:lnTo>
                        <a:pt x="8" y="178"/>
                      </a:lnTo>
                      <a:lnTo>
                        <a:pt x="14" y="178"/>
                      </a:lnTo>
                      <a:lnTo>
                        <a:pt x="20" y="178"/>
                      </a:lnTo>
                      <a:lnTo>
                        <a:pt x="24" y="180"/>
                      </a:lnTo>
                      <a:lnTo>
                        <a:pt x="26" y="182"/>
                      </a:lnTo>
                      <a:lnTo>
                        <a:pt x="28" y="184"/>
                      </a:lnTo>
                      <a:lnTo>
                        <a:pt x="28" y="184"/>
                      </a:lnTo>
                      <a:lnTo>
                        <a:pt x="40" y="186"/>
                      </a:lnTo>
                      <a:lnTo>
                        <a:pt x="42" y="186"/>
                      </a:lnTo>
                      <a:lnTo>
                        <a:pt x="44" y="184"/>
                      </a:lnTo>
                      <a:lnTo>
                        <a:pt x="46" y="184"/>
                      </a:lnTo>
                      <a:lnTo>
                        <a:pt x="48" y="180"/>
                      </a:lnTo>
                      <a:lnTo>
                        <a:pt x="50" y="178"/>
                      </a:lnTo>
                      <a:lnTo>
                        <a:pt x="48" y="174"/>
                      </a:lnTo>
                      <a:lnTo>
                        <a:pt x="46" y="172"/>
                      </a:lnTo>
                      <a:lnTo>
                        <a:pt x="44" y="170"/>
                      </a:lnTo>
                      <a:lnTo>
                        <a:pt x="40" y="170"/>
                      </a:lnTo>
                      <a:lnTo>
                        <a:pt x="40" y="170"/>
                      </a:lnTo>
                      <a:lnTo>
                        <a:pt x="30" y="158"/>
                      </a:lnTo>
                      <a:lnTo>
                        <a:pt x="30" y="154"/>
                      </a:lnTo>
                      <a:lnTo>
                        <a:pt x="26" y="142"/>
                      </a:lnTo>
                      <a:lnTo>
                        <a:pt x="26" y="128"/>
                      </a:lnTo>
                      <a:lnTo>
                        <a:pt x="26" y="112"/>
                      </a:lnTo>
                      <a:lnTo>
                        <a:pt x="34" y="100"/>
                      </a:lnTo>
                      <a:lnTo>
                        <a:pt x="34" y="98"/>
                      </a:lnTo>
                      <a:lnTo>
                        <a:pt x="32" y="96"/>
                      </a:lnTo>
                      <a:lnTo>
                        <a:pt x="32" y="92"/>
                      </a:lnTo>
                      <a:lnTo>
                        <a:pt x="34" y="86"/>
                      </a:lnTo>
                      <a:lnTo>
                        <a:pt x="36" y="82"/>
                      </a:lnTo>
                      <a:lnTo>
                        <a:pt x="40" y="76"/>
                      </a:lnTo>
                      <a:lnTo>
                        <a:pt x="48" y="66"/>
                      </a:lnTo>
                      <a:lnTo>
                        <a:pt x="56" y="50"/>
                      </a:lnTo>
                      <a:lnTo>
                        <a:pt x="66" y="36"/>
                      </a:lnTo>
                      <a:lnTo>
                        <a:pt x="84" y="22"/>
                      </a:lnTo>
                      <a:lnTo>
                        <a:pt x="76" y="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 name="Freeform 376">
                  <a:extLst>
                    <a:ext uri="{FF2B5EF4-FFF2-40B4-BE49-F238E27FC236}">
                      <a16:creationId xmlns:a16="http://schemas.microsoft.com/office/drawing/2014/main" id="{DDB892F1-2BD0-2EAE-FB67-D252D6ADDE85}"/>
                    </a:ext>
                  </a:extLst>
                </p:cNvPr>
                <p:cNvSpPr/>
                <p:nvPr/>
              </p:nvSpPr>
              <p:spPr bwMode="gray">
                <a:xfrm>
                  <a:off x="1842318" y="1675434"/>
                  <a:ext cx="203654" cy="129510"/>
                </a:xfrm>
                <a:custGeom>
                  <a:avLst/>
                  <a:gdLst>
                    <a:gd name="T0" fmla="*/ 26 w 110"/>
                    <a:gd name="T1" fmla="*/ 10 h 70"/>
                    <a:gd name="T2" fmla="*/ 26 w 110"/>
                    <a:gd name="T3" fmla="*/ 10 h 70"/>
                    <a:gd name="T4" fmla="*/ 26 w 110"/>
                    <a:gd name="T5" fmla="*/ 12 h 70"/>
                    <a:gd name="T6" fmla="*/ 24 w 110"/>
                    <a:gd name="T7" fmla="*/ 16 h 70"/>
                    <a:gd name="T8" fmla="*/ 22 w 110"/>
                    <a:gd name="T9" fmla="*/ 18 h 70"/>
                    <a:gd name="T10" fmla="*/ 20 w 110"/>
                    <a:gd name="T11" fmla="*/ 20 h 70"/>
                    <a:gd name="T12" fmla="*/ 14 w 110"/>
                    <a:gd name="T13" fmla="*/ 22 h 70"/>
                    <a:gd name="T14" fmla="*/ 10 w 110"/>
                    <a:gd name="T15" fmla="*/ 24 h 70"/>
                    <a:gd name="T16" fmla="*/ 4 w 110"/>
                    <a:gd name="T17" fmla="*/ 24 h 70"/>
                    <a:gd name="T18" fmla="*/ 2 w 110"/>
                    <a:gd name="T19" fmla="*/ 28 h 70"/>
                    <a:gd name="T20" fmla="*/ 0 w 110"/>
                    <a:gd name="T21" fmla="*/ 30 h 70"/>
                    <a:gd name="T22" fmla="*/ 0 w 110"/>
                    <a:gd name="T23" fmla="*/ 32 h 70"/>
                    <a:gd name="T24" fmla="*/ 2 w 110"/>
                    <a:gd name="T25" fmla="*/ 34 h 70"/>
                    <a:gd name="T26" fmla="*/ 8 w 110"/>
                    <a:gd name="T27" fmla="*/ 38 h 70"/>
                    <a:gd name="T28" fmla="*/ 22 w 110"/>
                    <a:gd name="T29" fmla="*/ 42 h 70"/>
                    <a:gd name="T30" fmla="*/ 34 w 110"/>
                    <a:gd name="T31" fmla="*/ 44 h 70"/>
                    <a:gd name="T32" fmla="*/ 46 w 110"/>
                    <a:gd name="T33" fmla="*/ 44 h 70"/>
                    <a:gd name="T34" fmla="*/ 50 w 110"/>
                    <a:gd name="T35" fmla="*/ 44 h 70"/>
                    <a:gd name="T36" fmla="*/ 68 w 110"/>
                    <a:gd name="T37" fmla="*/ 70 h 70"/>
                    <a:gd name="T38" fmla="*/ 86 w 110"/>
                    <a:gd name="T39" fmla="*/ 56 h 70"/>
                    <a:gd name="T40" fmla="*/ 88 w 110"/>
                    <a:gd name="T41" fmla="*/ 44 h 70"/>
                    <a:gd name="T42" fmla="*/ 88 w 110"/>
                    <a:gd name="T43" fmla="*/ 44 h 70"/>
                    <a:gd name="T44" fmla="*/ 92 w 110"/>
                    <a:gd name="T45" fmla="*/ 42 h 70"/>
                    <a:gd name="T46" fmla="*/ 96 w 110"/>
                    <a:gd name="T47" fmla="*/ 40 h 70"/>
                    <a:gd name="T48" fmla="*/ 100 w 110"/>
                    <a:gd name="T49" fmla="*/ 36 h 70"/>
                    <a:gd name="T50" fmla="*/ 104 w 110"/>
                    <a:gd name="T51" fmla="*/ 32 h 70"/>
                    <a:gd name="T52" fmla="*/ 108 w 110"/>
                    <a:gd name="T53" fmla="*/ 28 h 70"/>
                    <a:gd name="T54" fmla="*/ 110 w 110"/>
                    <a:gd name="T55" fmla="*/ 22 h 70"/>
                    <a:gd name="T56" fmla="*/ 110 w 110"/>
                    <a:gd name="T57" fmla="*/ 18 h 70"/>
                    <a:gd name="T58" fmla="*/ 110 w 110"/>
                    <a:gd name="T59" fmla="*/ 16 h 70"/>
                    <a:gd name="T60" fmla="*/ 108 w 110"/>
                    <a:gd name="T61" fmla="*/ 16 h 70"/>
                    <a:gd name="T62" fmla="*/ 106 w 110"/>
                    <a:gd name="T63" fmla="*/ 16 h 70"/>
                    <a:gd name="T64" fmla="*/ 104 w 110"/>
                    <a:gd name="T65" fmla="*/ 18 h 70"/>
                    <a:gd name="T66" fmla="*/ 102 w 110"/>
                    <a:gd name="T67" fmla="*/ 18 h 70"/>
                    <a:gd name="T68" fmla="*/ 100 w 110"/>
                    <a:gd name="T69" fmla="*/ 20 h 70"/>
                    <a:gd name="T70" fmla="*/ 98 w 110"/>
                    <a:gd name="T71" fmla="*/ 22 h 70"/>
                    <a:gd name="T72" fmla="*/ 98 w 110"/>
                    <a:gd name="T73" fmla="*/ 22 h 70"/>
                    <a:gd name="T74" fmla="*/ 80 w 110"/>
                    <a:gd name="T75" fmla="*/ 32 h 70"/>
                    <a:gd name="T76" fmla="*/ 62 w 110"/>
                    <a:gd name="T77" fmla="*/ 30 h 70"/>
                    <a:gd name="T78" fmla="*/ 60 w 110"/>
                    <a:gd name="T79" fmla="*/ 28 h 70"/>
                    <a:gd name="T80" fmla="*/ 58 w 110"/>
                    <a:gd name="T81" fmla="*/ 28 h 70"/>
                    <a:gd name="T82" fmla="*/ 56 w 110"/>
                    <a:gd name="T83" fmla="*/ 24 h 70"/>
                    <a:gd name="T84" fmla="*/ 56 w 110"/>
                    <a:gd name="T85" fmla="*/ 22 h 70"/>
                    <a:gd name="T86" fmla="*/ 56 w 110"/>
                    <a:gd name="T87" fmla="*/ 18 h 70"/>
                    <a:gd name="T88" fmla="*/ 58 w 110"/>
                    <a:gd name="T89" fmla="*/ 14 h 70"/>
                    <a:gd name="T90" fmla="*/ 62 w 110"/>
                    <a:gd name="T91" fmla="*/ 10 h 70"/>
                    <a:gd name="T92" fmla="*/ 64 w 110"/>
                    <a:gd name="T93" fmla="*/ 6 h 70"/>
                    <a:gd name="T94" fmla="*/ 66 w 110"/>
                    <a:gd name="T95" fmla="*/ 4 h 70"/>
                    <a:gd name="T96" fmla="*/ 66 w 110"/>
                    <a:gd name="T97" fmla="*/ 4 h 70"/>
                    <a:gd name="T98" fmla="*/ 62 w 110"/>
                    <a:gd name="T99" fmla="*/ 2 h 70"/>
                    <a:gd name="T100" fmla="*/ 54 w 110"/>
                    <a:gd name="T101" fmla="*/ 2 h 70"/>
                    <a:gd name="T102" fmla="*/ 44 w 110"/>
                    <a:gd name="T103" fmla="*/ 0 h 70"/>
                    <a:gd name="T104" fmla="*/ 34 w 110"/>
                    <a:gd name="T105" fmla="*/ 4 h 70"/>
                    <a:gd name="T106" fmla="*/ 26 w 110"/>
                    <a:gd name="T107" fmla="*/ 1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0" h="70">
                      <a:moveTo>
                        <a:pt x="26" y="10"/>
                      </a:moveTo>
                      <a:lnTo>
                        <a:pt x="26" y="10"/>
                      </a:lnTo>
                      <a:lnTo>
                        <a:pt x="26" y="12"/>
                      </a:lnTo>
                      <a:lnTo>
                        <a:pt x="24" y="16"/>
                      </a:lnTo>
                      <a:lnTo>
                        <a:pt x="22" y="18"/>
                      </a:lnTo>
                      <a:lnTo>
                        <a:pt x="20" y="20"/>
                      </a:lnTo>
                      <a:lnTo>
                        <a:pt x="14" y="22"/>
                      </a:lnTo>
                      <a:lnTo>
                        <a:pt x="10" y="24"/>
                      </a:lnTo>
                      <a:lnTo>
                        <a:pt x="4" y="24"/>
                      </a:lnTo>
                      <a:lnTo>
                        <a:pt x="2" y="28"/>
                      </a:lnTo>
                      <a:lnTo>
                        <a:pt x="0" y="30"/>
                      </a:lnTo>
                      <a:lnTo>
                        <a:pt x="0" y="32"/>
                      </a:lnTo>
                      <a:lnTo>
                        <a:pt x="2" y="34"/>
                      </a:lnTo>
                      <a:lnTo>
                        <a:pt x="8" y="38"/>
                      </a:lnTo>
                      <a:lnTo>
                        <a:pt x="22" y="42"/>
                      </a:lnTo>
                      <a:lnTo>
                        <a:pt x="34" y="44"/>
                      </a:lnTo>
                      <a:lnTo>
                        <a:pt x="46" y="44"/>
                      </a:lnTo>
                      <a:lnTo>
                        <a:pt x="50" y="44"/>
                      </a:lnTo>
                      <a:lnTo>
                        <a:pt x="68" y="70"/>
                      </a:lnTo>
                      <a:lnTo>
                        <a:pt x="86" y="56"/>
                      </a:lnTo>
                      <a:lnTo>
                        <a:pt x="88" y="44"/>
                      </a:lnTo>
                      <a:lnTo>
                        <a:pt x="88" y="44"/>
                      </a:lnTo>
                      <a:lnTo>
                        <a:pt x="92" y="42"/>
                      </a:lnTo>
                      <a:lnTo>
                        <a:pt x="96" y="40"/>
                      </a:lnTo>
                      <a:lnTo>
                        <a:pt x="100" y="36"/>
                      </a:lnTo>
                      <a:lnTo>
                        <a:pt x="104" y="32"/>
                      </a:lnTo>
                      <a:lnTo>
                        <a:pt x="108" y="28"/>
                      </a:lnTo>
                      <a:lnTo>
                        <a:pt x="110" y="22"/>
                      </a:lnTo>
                      <a:lnTo>
                        <a:pt x="110" y="18"/>
                      </a:lnTo>
                      <a:lnTo>
                        <a:pt x="110" y="16"/>
                      </a:lnTo>
                      <a:lnTo>
                        <a:pt x="108" y="16"/>
                      </a:lnTo>
                      <a:lnTo>
                        <a:pt x="106" y="16"/>
                      </a:lnTo>
                      <a:lnTo>
                        <a:pt x="104" y="18"/>
                      </a:lnTo>
                      <a:lnTo>
                        <a:pt x="102" y="18"/>
                      </a:lnTo>
                      <a:lnTo>
                        <a:pt x="100" y="20"/>
                      </a:lnTo>
                      <a:lnTo>
                        <a:pt x="98" y="22"/>
                      </a:lnTo>
                      <a:lnTo>
                        <a:pt x="98" y="22"/>
                      </a:lnTo>
                      <a:lnTo>
                        <a:pt x="80" y="32"/>
                      </a:lnTo>
                      <a:lnTo>
                        <a:pt x="62" y="30"/>
                      </a:lnTo>
                      <a:lnTo>
                        <a:pt x="60" y="28"/>
                      </a:lnTo>
                      <a:lnTo>
                        <a:pt x="58" y="28"/>
                      </a:lnTo>
                      <a:lnTo>
                        <a:pt x="56" y="24"/>
                      </a:lnTo>
                      <a:lnTo>
                        <a:pt x="56" y="22"/>
                      </a:lnTo>
                      <a:lnTo>
                        <a:pt x="56" y="18"/>
                      </a:lnTo>
                      <a:lnTo>
                        <a:pt x="58" y="14"/>
                      </a:lnTo>
                      <a:lnTo>
                        <a:pt x="62" y="10"/>
                      </a:lnTo>
                      <a:lnTo>
                        <a:pt x="64" y="6"/>
                      </a:lnTo>
                      <a:lnTo>
                        <a:pt x="66" y="4"/>
                      </a:lnTo>
                      <a:lnTo>
                        <a:pt x="66" y="4"/>
                      </a:lnTo>
                      <a:lnTo>
                        <a:pt x="62" y="2"/>
                      </a:lnTo>
                      <a:lnTo>
                        <a:pt x="54" y="2"/>
                      </a:lnTo>
                      <a:lnTo>
                        <a:pt x="44" y="0"/>
                      </a:lnTo>
                      <a:lnTo>
                        <a:pt x="34" y="4"/>
                      </a:lnTo>
                      <a:lnTo>
                        <a:pt x="26" y="1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 name="Freeform 377">
                  <a:extLst>
                    <a:ext uri="{FF2B5EF4-FFF2-40B4-BE49-F238E27FC236}">
                      <a16:creationId xmlns:a16="http://schemas.microsoft.com/office/drawing/2014/main" id="{FF7B5302-0562-FDE0-9DD3-EC5C656D7025}"/>
                    </a:ext>
                  </a:extLst>
                </p:cNvPr>
                <p:cNvSpPr/>
                <p:nvPr/>
              </p:nvSpPr>
              <p:spPr bwMode="gray">
                <a:xfrm>
                  <a:off x="1157301" y="1705037"/>
                  <a:ext cx="203654" cy="407033"/>
                </a:xfrm>
                <a:custGeom>
                  <a:avLst/>
                  <a:gdLst>
                    <a:gd name="T0" fmla="*/ 44 w 110"/>
                    <a:gd name="T1" fmla="*/ 20 h 220"/>
                    <a:gd name="T2" fmla="*/ 40 w 110"/>
                    <a:gd name="T3" fmla="*/ 20 h 220"/>
                    <a:gd name="T4" fmla="*/ 36 w 110"/>
                    <a:gd name="T5" fmla="*/ 20 h 220"/>
                    <a:gd name="T6" fmla="*/ 34 w 110"/>
                    <a:gd name="T7" fmla="*/ 26 h 220"/>
                    <a:gd name="T8" fmla="*/ 32 w 110"/>
                    <a:gd name="T9" fmla="*/ 32 h 220"/>
                    <a:gd name="T10" fmla="*/ 28 w 110"/>
                    <a:gd name="T11" fmla="*/ 34 h 220"/>
                    <a:gd name="T12" fmla="*/ 24 w 110"/>
                    <a:gd name="T13" fmla="*/ 34 h 220"/>
                    <a:gd name="T14" fmla="*/ 24 w 110"/>
                    <a:gd name="T15" fmla="*/ 34 h 220"/>
                    <a:gd name="T16" fmla="*/ 20 w 110"/>
                    <a:gd name="T17" fmla="*/ 26 h 220"/>
                    <a:gd name="T18" fmla="*/ 12 w 110"/>
                    <a:gd name="T19" fmla="*/ 18 h 220"/>
                    <a:gd name="T20" fmla="*/ 2 w 110"/>
                    <a:gd name="T21" fmla="*/ 16 h 220"/>
                    <a:gd name="T22" fmla="*/ 0 w 110"/>
                    <a:gd name="T23" fmla="*/ 60 h 220"/>
                    <a:gd name="T24" fmla="*/ 4 w 110"/>
                    <a:gd name="T25" fmla="*/ 72 h 220"/>
                    <a:gd name="T26" fmla="*/ 14 w 110"/>
                    <a:gd name="T27" fmla="*/ 94 h 220"/>
                    <a:gd name="T28" fmla="*/ 42 w 110"/>
                    <a:gd name="T29" fmla="*/ 106 h 220"/>
                    <a:gd name="T30" fmla="*/ 58 w 110"/>
                    <a:gd name="T31" fmla="*/ 94 h 220"/>
                    <a:gd name="T32" fmla="*/ 60 w 110"/>
                    <a:gd name="T33" fmla="*/ 96 h 220"/>
                    <a:gd name="T34" fmla="*/ 66 w 110"/>
                    <a:gd name="T35" fmla="*/ 100 h 220"/>
                    <a:gd name="T36" fmla="*/ 68 w 110"/>
                    <a:gd name="T37" fmla="*/ 106 h 220"/>
                    <a:gd name="T38" fmla="*/ 62 w 110"/>
                    <a:gd name="T39" fmla="*/ 114 h 220"/>
                    <a:gd name="T40" fmla="*/ 46 w 110"/>
                    <a:gd name="T41" fmla="*/ 126 h 220"/>
                    <a:gd name="T42" fmla="*/ 38 w 110"/>
                    <a:gd name="T43" fmla="*/ 130 h 220"/>
                    <a:gd name="T44" fmla="*/ 36 w 110"/>
                    <a:gd name="T45" fmla="*/ 144 h 220"/>
                    <a:gd name="T46" fmla="*/ 36 w 110"/>
                    <a:gd name="T47" fmla="*/ 166 h 220"/>
                    <a:gd name="T48" fmla="*/ 38 w 110"/>
                    <a:gd name="T49" fmla="*/ 170 h 220"/>
                    <a:gd name="T50" fmla="*/ 42 w 110"/>
                    <a:gd name="T51" fmla="*/ 182 h 220"/>
                    <a:gd name="T52" fmla="*/ 48 w 110"/>
                    <a:gd name="T53" fmla="*/ 192 h 220"/>
                    <a:gd name="T54" fmla="*/ 56 w 110"/>
                    <a:gd name="T55" fmla="*/ 202 h 220"/>
                    <a:gd name="T56" fmla="*/ 62 w 110"/>
                    <a:gd name="T57" fmla="*/ 212 h 220"/>
                    <a:gd name="T58" fmla="*/ 66 w 110"/>
                    <a:gd name="T59" fmla="*/ 220 h 220"/>
                    <a:gd name="T60" fmla="*/ 74 w 110"/>
                    <a:gd name="T61" fmla="*/ 212 h 220"/>
                    <a:gd name="T62" fmla="*/ 90 w 110"/>
                    <a:gd name="T63" fmla="*/ 154 h 220"/>
                    <a:gd name="T64" fmla="*/ 104 w 110"/>
                    <a:gd name="T65" fmla="*/ 98 h 220"/>
                    <a:gd name="T66" fmla="*/ 108 w 110"/>
                    <a:gd name="T67" fmla="*/ 88 h 220"/>
                    <a:gd name="T68" fmla="*/ 108 w 110"/>
                    <a:gd name="T69" fmla="*/ 66 h 220"/>
                    <a:gd name="T70" fmla="*/ 102 w 110"/>
                    <a:gd name="T71" fmla="*/ 22 h 220"/>
                    <a:gd name="T72" fmla="*/ 70 w 110"/>
                    <a:gd name="T73" fmla="*/ 2 h 220"/>
                    <a:gd name="T74" fmla="*/ 64 w 110"/>
                    <a:gd name="T75" fmla="*/ 4 h 220"/>
                    <a:gd name="T76" fmla="*/ 58 w 110"/>
                    <a:gd name="T77" fmla="*/ 8 h 220"/>
                    <a:gd name="T78" fmla="*/ 58 w 110"/>
                    <a:gd name="T79" fmla="*/ 14 h 220"/>
                    <a:gd name="T80" fmla="*/ 56 w 110"/>
                    <a:gd name="T81" fmla="*/ 24 h 220"/>
                    <a:gd name="T82" fmla="*/ 54 w 110"/>
                    <a:gd name="T83" fmla="*/ 30 h 220"/>
                    <a:gd name="T84" fmla="*/ 44 w 110"/>
                    <a:gd name="T85" fmla="*/ 2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0" h="220">
                      <a:moveTo>
                        <a:pt x="44" y="22"/>
                      </a:moveTo>
                      <a:lnTo>
                        <a:pt x="44" y="20"/>
                      </a:lnTo>
                      <a:lnTo>
                        <a:pt x="42" y="20"/>
                      </a:lnTo>
                      <a:lnTo>
                        <a:pt x="40" y="20"/>
                      </a:lnTo>
                      <a:lnTo>
                        <a:pt x="38" y="20"/>
                      </a:lnTo>
                      <a:lnTo>
                        <a:pt x="36" y="20"/>
                      </a:lnTo>
                      <a:lnTo>
                        <a:pt x="34" y="22"/>
                      </a:lnTo>
                      <a:lnTo>
                        <a:pt x="34" y="26"/>
                      </a:lnTo>
                      <a:lnTo>
                        <a:pt x="34" y="28"/>
                      </a:lnTo>
                      <a:lnTo>
                        <a:pt x="32" y="32"/>
                      </a:lnTo>
                      <a:lnTo>
                        <a:pt x="32" y="34"/>
                      </a:lnTo>
                      <a:lnTo>
                        <a:pt x="28" y="34"/>
                      </a:lnTo>
                      <a:lnTo>
                        <a:pt x="26" y="34"/>
                      </a:lnTo>
                      <a:lnTo>
                        <a:pt x="24" y="34"/>
                      </a:lnTo>
                      <a:lnTo>
                        <a:pt x="24" y="34"/>
                      </a:lnTo>
                      <a:lnTo>
                        <a:pt x="24" y="34"/>
                      </a:lnTo>
                      <a:lnTo>
                        <a:pt x="22" y="30"/>
                      </a:lnTo>
                      <a:lnTo>
                        <a:pt x="20" y="26"/>
                      </a:lnTo>
                      <a:lnTo>
                        <a:pt x="16" y="22"/>
                      </a:lnTo>
                      <a:lnTo>
                        <a:pt x="12" y="18"/>
                      </a:lnTo>
                      <a:lnTo>
                        <a:pt x="8" y="16"/>
                      </a:lnTo>
                      <a:lnTo>
                        <a:pt x="2" y="16"/>
                      </a:lnTo>
                      <a:lnTo>
                        <a:pt x="0" y="36"/>
                      </a:lnTo>
                      <a:lnTo>
                        <a:pt x="0" y="60"/>
                      </a:lnTo>
                      <a:lnTo>
                        <a:pt x="0" y="64"/>
                      </a:lnTo>
                      <a:lnTo>
                        <a:pt x="4" y="72"/>
                      </a:lnTo>
                      <a:lnTo>
                        <a:pt x="8" y="84"/>
                      </a:lnTo>
                      <a:lnTo>
                        <a:pt x="14" y="94"/>
                      </a:lnTo>
                      <a:lnTo>
                        <a:pt x="28" y="114"/>
                      </a:lnTo>
                      <a:lnTo>
                        <a:pt x="42" y="106"/>
                      </a:lnTo>
                      <a:lnTo>
                        <a:pt x="44" y="94"/>
                      </a:lnTo>
                      <a:lnTo>
                        <a:pt x="58" y="94"/>
                      </a:lnTo>
                      <a:lnTo>
                        <a:pt x="58" y="96"/>
                      </a:lnTo>
                      <a:lnTo>
                        <a:pt x="60" y="96"/>
                      </a:lnTo>
                      <a:lnTo>
                        <a:pt x="64" y="98"/>
                      </a:lnTo>
                      <a:lnTo>
                        <a:pt x="66" y="100"/>
                      </a:lnTo>
                      <a:lnTo>
                        <a:pt x="68" y="104"/>
                      </a:lnTo>
                      <a:lnTo>
                        <a:pt x="68" y="106"/>
                      </a:lnTo>
                      <a:lnTo>
                        <a:pt x="66" y="110"/>
                      </a:lnTo>
                      <a:lnTo>
                        <a:pt x="62" y="114"/>
                      </a:lnTo>
                      <a:lnTo>
                        <a:pt x="54" y="122"/>
                      </a:lnTo>
                      <a:lnTo>
                        <a:pt x="46" y="126"/>
                      </a:lnTo>
                      <a:lnTo>
                        <a:pt x="40" y="128"/>
                      </a:lnTo>
                      <a:lnTo>
                        <a:pt x="38" y="130"/>
                      </a:lnTo>
                      <a:lnTo>
                        <a:pt x="36" y="132"/>
                      </a:lnTo>
                      <a:lnTo>
                        <a:pt x="36" y="144"/>
                      </a:lnTo>
                      <a:lnTo>
                        <a:pt x="46" y="152"/>
                      </a:lnTo>
                      <a:lnTo>
                        <a:pt x="36" y="166"/>
                      </a:lnTo>
                      <a:lnTo>
                        <a:pt x="36" y="166"/>
                      </a:lnTo>
                      <a:lnTo>
                        <a:pt x="38" y="170"/>
                      </a:lnTo>
                      <a:lnTo>
                        <a:pt x="40" y="176"/>
                      </a:lnTo>
                      <a:lnTo>
                        <a:pt x="42" y="182"/>
                      </a:lnTo>
                      <a:lnTo>
                        <a:pt x="44" y="188"/>
                      </a:lnTo>
                      <a:lnTo>
                        <a:pt x="48" y="192"/>
                      </a:lnTo>
                      <a:lnTo>
                        <a:pt x="52" y="196"/>
                      </a:lnTo>
                      <a:lnTo>
                        <a:pt x="56" y="202"/>
                      </a:lnTo>
                      <a:lnTo>
                        <a:pt x="58" y="208"/>
                      </a:lnTo>
                      <a:lnTo>
                        <a:pt x="62" y="212"/>
                      </a:lnTo>
                      <a:lnTo>
                        <a:pt x="64" y="216"/>
                      </a:lnTo>
                      <a:lnTo>
                        <a:pt x="66" y="220"/>
                      </a:lnTo>
                      <a:lnTo>
                        <a:pt x="66" y="220"/>
                      </a:lnTo>
                      <a:lnTo>
                        <a:pt x="74" y="212"/>
                      </a:lnTo>
                      <a:lnTo>
                        <a:pt x="84" y="172"/>
                      </a:lnTo>
                      <a:lnTo>
                        <a:pt x="90" y="154"/>
                      </a:lnTo>
                      <a:lnTo>
                        <a:pt x="94" y="132"/>
                      </a:lnTo>
                      <a:lnTo>
                        <a:pt x="104" y="98"/>
                      </a:lnTo>
                      <a:lnTo>
                        <a:pt x="106" y="96"/>
                      </a:lnTo>
                      <a:lnTo>
                        <a:pt x="108" y="88"/>
                      </a:lnTo>
                      <a:lnTo>
                        <a:pt x="110" y="76"/>
                      </a:lnTo>
                      <a:lnTo>
                        <a:pt x="108" y="66"/>
                      </a:lnTo>
                      <a:lnTo>
                        <a:pt x="98" y="46"/>
                      </a:lnTo>
                      <a:lnTo>
                        <a:pt x="102" y="22"/>
                      </a:lnTo>
                      <a:lnTo>
                        <a:pt x="70" y="0"/>
                      </a:lnTo>
                      <a:lnTo>
                        <a:pt x="70" y="2"/>
                      </a:lnTo>
                      <a:lnTo>
                        <a:pt x="66" y="2"/>
                      </a:lnTo>
                      <a:lnTo>
                        <a:pt x="64" y="4"/>
                      </a:lnTo>
                      <a:lnTo>
                        <a:pt x="60" y="6"/>
                      </a:lnTo>
                      <a:lnTo>
                        <a:pt x="58" y="8"/>
                      </a:lnTo>
                      <a:lnTo>
                        <a:pt x="58" y="10"/>
                      </a:lnTo>
                      <a:lnTo>
                        <a:pt x="58" y="14"/>
                      </a:lnTo>
                      <a:lnTo>
                        <a:pt x="58" y="18"/>
                      </a:lnTo>
                      <a:lnTo>
                        <a:pt x="56" y="24"/>
                      </a:lnTo>
                      <a:lnTo>
                        <a:pt x="56" y="26"/>
                      </a:lnTo>
                      <a:lnTo>
                        <a:pt x="54" y="30"/>
                      </a:lnTo>
                      <a:lnTo>
                        <a:pt x="54" y="30"/>
                      </a:lnTo>
                      <a:lnTo>
                        <a:pt x="44" y="2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 name="Freeform 378">
                  <a:extLst>
                    <a:ext uri="{FF2B5EF4-FFF2-40B4-BE49-F238E27FC236}">
                      <a16:creationId xmlns:a16="http://schemas.microsoft.com/office/drawing/2014/main" id="{8DC406ED-A537-90B8-FBDF-87396950B519}"/>
                    </a:ext>
                  </a:extLst>
                </p:cNvPr>
                <p:cNvSpPr/>
                <p:nvPr/>
              </p:nvSpPr>
              <p:spPr bwMode="gray">
                <a:xfrm>
                  <a:off x="1320224" y="1631031"/>
                  <a:ext cx="225870" cy="173914"/>
                </a:xfrm>
                <a:custGeom>
                  <a:avLst/>
                  <a:gdLst>
                    <a:gd name="T0" fmla="*/ 22 w 122"/>
                    <a:gd name="T1" fmla="*/ 0 h 94"/>
                    <a:gd name="T2" fmla="*/ 14 w 122"/>
                    <a:gd name="T3" fmla="*/ 20 h 94"/>
                    <a:gd name="T4" fmla="*/ 0 w 122"/>
                    <a:gd name="T5" fmla="*/ 32 h 94"/>
                    <a:gd name="T6" fmla="*/ 0 w 122"/>
                    <a:gd name="T7" fmla="*/ 32 h 94"/>
                    <a:gd name="T8" fmla="*/ 2 w 122"/>
                    <a:gd name="T9" fmla="*/ 36 h 94"/>
                    <a:gd name="T10" fmla="*/ 4 w 122"/>
                    <a:gd name="T11" fmla="*/ 40 h 94"/>
                    <a:gd name="T12" fmla="*/ 6 w 122"/>
                    <a:gd name="T13" fmla="*/ 46 h 94"/>
                    <a:gd name="T14" fmla="*/ 10 w 122"/>
                    <a:gd name="T15" fmla="*/ 50 h 94"/>
                    <a:gd name="T16" fmla="*/ 12 w 122"/>
                    <a:gd name="T17" fmla="*/ 52 h 94"/>
                    <a:gd name="T18" fmla="*/ 14 w 122"/>
                    <a:gd name="T19" fmla="*/ 54 h 94"/>
                    <a:gd name="T20" fmla="*/ 18 w 122"/>
                    <a:gd name="T21" fmla="*/ 54 h 94"/>
                    <a:gd name="T22" fmla="*/ 22 w 122"/>
                    <a:gd name="T23" fmla="*/ 56 h 94"/>
                    <a:gd name="T24" fmla="*/ 26 w 122"/>
                    <a:gd name="T25" fmla="*/ 56 h 94"/>
                    <a:gd name="T26" fmla="*/ 28 w 122"/>
                    <a:gd name="T27" fmla="*/ 56 h 94"/>
                    <a:gd name="T28" fmla="*/ 30 w 122"/>
                    <a:gd name="T29" fmla="*/ 58 h 94"/>
                    <a:gd name="T30" fmla="*/ 32 w 122"/>
                    <a:gd name="T31" fmla="*/ 60 h 94"/>
                    <a:gd name="T32" fmla="*/ 30 w 122"/>
                    <a:gd name="T33" fmla="*/ 62 h 94"/>
                    <a:gd name="T34" fmla="*/ 28 w 122"/>
                    <a:gd name="T35" fmla="*/ 66 h 94"/>
                    <a:gd name="T36" fmla="*/ 24 w 122"/>
                    <a:gd name="T37" fmla="*/ 70 h 94"/>
                    <a:gd name="T38" fmla="*/ 24 w 122"/>
                    <a:gd name="T39" fmla="*/ 74 h 94"/>
                    <a:gd name="T40" fmla="*/ 26 w 122"/>
                    <a:gd name="T41" fmla="*/ 80 h 94"/>
                    <a:gd name="T42" fmla="*/ 28 w 122"/>
                    <a:gd name="T43" fmla="*/ 82 h 94"/>
                    <a:gd name="T44" fmla="*/ 32 w 122"/>
                    <a:gd name="T45" fmla="*/ 86 h 94"/>
                    <a:gd name="T46" fmla="*/ 36 w 122"/>
                    <a:gd name="T47" fmla="*/ 88 h 94"/>
                    <a:gd name="T48" fmla="*/ 40 w 122"/>
                    <a:gd name="T49" fmla="*/ 88 h 94"/>
                    <a:gd name="T50" fmla="*/ 50 w 122"/>
                    <a:gd name="T51" fmla="*/ 88 h 94"/>
                    <a:gd name="T52" fmla="*/ 64 w 122"/>
                    <a:gd name="T53" fmla="*/ 88 h 94"/>
                    <a:gd name="T54" fmla="*/ 80 w 122"/>
                    <a:gd name="T55" fmla="*/ 94 h 94"/>
                    <a:gd name="T56" fmla="*/ 122 w 122"/>
                    <a:gd name="T57" fmla="*/ 42 h 94"/>
                    <a:gd name="T58" fmla="*/ 114 w 122"/>
                    <a:gd name="T59" fmla="*/ 24 h 94"/>
                    <a:gd name="T60" fmla="*/ 92 w 122"/>
                    <a:gd name="T61" fmla="*/ 20 h 94"/>
                    <a:gd name="T62" fmla="*/ 56 w 122"/>
                    <a:gd name="T63" fmla="*/ 0 h 94"/>
                    <a:gd name="T64" fmla="*/ 54 w 122"/>
                    <a:gd name="T65" fmla="*/ 12 h 94"/>
                    <a:gd name="T66" fmla="*/ 40 w 122"/>
                    <a:gd name="T67" fmla="*/ 10 h 94"/>
                    <a:gd name="T68" fmla="*/ 22 w 122"/>
                    <a:gd name="T69"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2" h="94">
                      <a:moveTo>
                        <a:pt x="22" y="0"/>
                      </a:moveTo>
                      <a:lnTo>
                        <a:pt x="14" y="20"/>
                      </a:lnTo>
                      <a:lnTo>
                        <a:pt x="0" y="32"/>
                      </a:lnTo>
                      <a:lnTo>
                        <a:pt x="0" y="32"/>
                      </a:lnTo>
                      <a:lnTo>
                        <a:pt x="2" y="36"/>
                      </a:lnTo>
                      <a:lnTo>
                        <a:pt x="4" y="40"/>
                      </a:lnTo>
                      <a:lnTo>
                        <a:pt x="6" y="46"/>
                      </a:lnTo>
                      <a:lnTo>
                        <a:pt x="10" y="50"/>
                      </a:lnTo>
                      <a:lnTo>
                        <a:pt x="12" y="52"/>
                      </a:lnTo>
                      <a:lnTo>
                        <a:pt x="14" y="54"/>
                      </a:lnTo>
                      <a:lnTo>
                        <a:pt x="18" y="54"/>
                      </a:lnTo>
                      <a:lnTo>
                        <a:pt x="22" y="56"/>
                      </a:lnTo>
                      <a:lnTo>
                        <a:pt x="26" y="56"/>
                      </a:lnTo>
                      <a:lnTo>
                        <a:pt x="28" y="56"/>
                      </a:lnTo>
                      <a:lnTo>
                        <a:pt x="30" y="58"/>
                      </a:lnTo>
                      <a:lnTo>
                        <a:pt x="32" y="60"/>
                      </a:lnTo>
                      <a:lnTo>
                        <a:pt x="30" y="62"/>
                      </a:lnTo>
                      <a:lnTo>
                        <a:pt x="28" y="66"/>
                      </a:lnTo>
                      <a:lnTo>
                        <a:pt x="24" y="70"/>
                      </a:lnTo>
                      <a:lnTo>
                        <a:pt x="24" y="74"/>
                      </a:lnTo>
                      <a:lnTo>
                        <a:pt x="26" y="80"/>
                      </a:lnTo>
                      <a:lnTo>
                        <a:pt x="28" y="82"/>
                      </a:lnTo>
                      <a:lnTo>
                        <a:pt x="32" y="86"/>
                      </a:lnTo>
                      <a:lnTo>
                        <a:pt x="36" y="88"/>
                      </a:lnTo>
                      <a:lnTo>
                        <a:pt x="40" y="88"/>
                      </a:lnTo>
                      <a:lnTo>
                        <a:pt x="50" y="88"/>
                      </a:lnTo>
                      <a:lnTo>
                        <a:pt x="64" y="88"/>
                      </a:lnTo>
                      <a:lnTo>
                        <a:pt x="80" y="94"/>
                      </a:lnTo>
                      <a:lnTo>
                        <a:pt x="122" y="42"/>
                      </a:lnTo>
                      <a:lnTo>
                        <a:pt x="114" y="24"/>
                      </a:lnTo>
                      <a:lnTo>
                        <a:pt x="92" y="20"/>
                      </a:lnTo>
                      <a:lnTo>
                        <a:pt x="56" y="0"/>
                      </a:lnTo>
                      <a:lnTo>
                        <a:pt x="54" y="12"/>
                      </a:lnTo>
                      <a:lnTo>
                        <a:pt x="40" y="10"/>
                      </a:lnTo>
                      <a:lnTo>
                        <a:pt x="22"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 name="Freeform 379">
                  <a:extLst>
                    <a:ext uri="{FF2B5EF4-FFF2-40B4-BE49-F238E27FC236}">
                      <a16:creationId xmlns:a16="http://schemas.microsoft.com/office/drawing/2014/main" id="{E4F1E7C6-37F6-F03D-CCAB-9E898F0ED191}"/>
                    </a:ext>
                  </a:extLst>
                </p:cNvPr>
                <p:cNvSpPr/>
                <p:nvPr/>
              </p:nvSpPr>
              <p:spPr bwMode="gray">
                <a:xfrm>
                  <a:off x="1372063" y="1934455"/>
                  <a:ext cx="85164" cy="85107"/>
                </a:xfrm>
                <a:custGeom>
                  <a:avLst/>
                  <a:gdLst>
                    <a:gd name="T0" fmla="*/ 28 w 46"/>
                    <a:gd name="T1" fmla="*/ 8 h 46"/>
                    <a:gd name="T2" fmla="*/ 28 w 46"/>
                    <a:gd name="T3" fmla="*/ 6 h 46"/>
                    <a:gd name="T4" fmla="*/ 26 w 46"/>
                    <a:gd name="T5" fmla="*/ 4 h 46"/>
                    <a:gd name="T6" fmla="*/ 22 w 46"/>
                    <a:gd name="T7" fmla="*/ 2 h 46"/>
                    <a:gd name="T8" fmla="*/ 20 w 46"/>
                    <a:gd name="T9" fmla="*/ 0 h 46"/>
                    <a:gd name="T10" fmla="*/ 16 w 46"/>
                    <a:gd name="T11" fmla="*/ 0 h 46"/>
                    <a:gd name="T12" fmla="*/ 12 w 46"/>
                    <a:gd name="T13" fmla="*/ 0 h 46"/>
                    <a:gd name="T14" fmla="*/ 10 w 46"/>
                    <a:gd name="T15" fmla="*/ 0 h 46"/>
                    <a:gd name="T16" fmla="*/ 8 w 46"/>
                    <a:gd name="T17" fmla="*/ 4 h 46"/>
                    <a:gd name="T18" fmla="*/ 4 w 46"/>
                    <a:gd name="T19" fmla="*/ 8 h 46"/>
                    <a:gd name="T20" fmla="*/ 2 w 46"/>
                    <a:gd name="T21" fmla="*/ 12 h 46"/>
                    <a:gd name="T22" fmla="*/ 2 w 46"/>
                    <a:gd name="T23" fmla="*/ 16 h 46"/>
                    <a:gd name="T24" fmla="*/ 0 w 46"/>
                    <a:gd name="T25" fmla="*/ 20 h 46"/>
                    <a:gd name="T26" fmla="*/ 2 w 46"/>
                    <a:gd name="T27" fmla="*/ 24 h 46"/>
                    <a:gd name="T28" fmla="*/ 4 w 46"/>
                    <a:gd name="T29" fmla="*/ 26 h 46"/>
                    <a:gd name="T30" fmla="*/ 8 w 46"/>
                    <a:gd name="T31" fmla="*/ 30 h 46"/>
                    <a:gd name="T32" fmla="*/ 12 w 46"/>
                    <a:gd name="T33" fmla="*/ 34 h 46"/>
                    <a:gd name="T34" fmla="*/ 16 w 46"/>
                    <a:gd name="T35" fmla="*/ 36 h 46"/>
                    <a:gd name="T36" fmla="*/ 20 w 46"/>
                    <a:gd name="T37" fmla="*/ 40 h 46"/>
                    <a:gd name="T38" fmla="*/ 24 w 46"/>
                    <a:gd name="T39" fmla="*/ 42 h 46"/>
                    <a:gd name="T40" fmla="*/ 28 w 46"/>
                    <a:gd name="T41" fmla="*/ 44 h 46"/>
                    <a:gd name="T42" fmla="*/ 28 w 46"/>
                    <a:gd name="T43" fmla="*/ 46 h 46"/>
                    <a:gd name="T44" fmla="*/ 28 w 46"/>
                    <a:gd name="T45" fmla="*/ 44 h 46"/>
                    <a:gd name="T46" fmla="*/ 32 w 46"/>
                    <a:gd name="T47" fmla="*/ 44 h 46"/>
                    <a:gd name="T48" fmla="*/ 36 w 46"/>
                    <a:gd name="T49" fmla="*/ 40 h 46"/>
                    <a:gd name="T50" fmla="*/ 40 w 46"/>
                    <a:gd name="T51" fmla="*/ 38 h 46"/>
                    <a:gd name="T52" fmla="*/ 42 w 46"/>
                    <a:gd name="T53" fmla="*/ 34 h 46"/>
                    <a:gd name="T54" fmla="*/ 46 w 46"/>
                    <a:gd name="T55" fmla="*/ 32 h 46"/>
                    <a:gd name="T56" fmla="*/ 46 w 46"/>
                    <a:gd name="T57" fmla="*/ 28 h 46"/>
                    <a:gd name="T58" fmla="*/ 46 w 46"/>
                    <a:gd name="T59" fmla="*/ 24 h 46"/>
                    <a:gd name="T60" fmla="*/ 42 w 46"/>
                    <a:gd name="T61" fmla="*/ 20 h 46"/>
                    <a:gd name="T62" fmla="*/ 38 w 46"/>
                    <a:gd name="T63" fmla="*/ 16 h 46"/>
                    <a:gd name="T64" fmla="*/ 34 w 46"/>
                    <a:gd name="T65" fmla="*/ 12 h 46"/>
                    <a:gd name="T66" fmla="*/ 32 w 46"/>
                    <a:gd name="T67" fmla="*/ 10 h 46"/>
                    <a:gd name="T68" fmla="*/ 28 w 46"/>
                    <a:gd name="T69" fmla="*/ 8 h 46"/>
                    <a:gd name="T70" fmla="*/ 28 w 46"/>
                    <a:gd name="T71"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 h="46">
                      <a:moveTo>
                        <a:pt x="28" y="8"/>
                      </a:moveTo>
                      <a:lnTo>
                        <a:pt x="28" y="6"/>
                      </a:lnTo>
                      <a:lnTo>
                        <a:pt x="26" y="4"/>
                      </a:lnTo>
                      <a:lnTo>
                        <a:pt x="22" y="2"/>
                      </a:lnTo>
                      <a:lnTo>
                        <a:pt x="20" y="0"/>
                      </a:lnTo>
                      <a:lnTo>
                        <a:pt x="16" y="0"/>
                      </a:lnTo>
                      <a:lnTo>
                        <a:pt x="12" y="0"/>
                      </a:lnTo>
                      <a:lnTo>
                        <a:pt x="10" y="0"/>
                      </a:lnTo>
                      <a:lnTo>
                        <a:pt x="8" y="4"/>
                      </a:lnTo>
                      <a:lnTo>
                        <a:pt x="4" y="8"/>
                      </a:lnTo>
                      <a:lnTo>
                        <a:pt x="2" y="12"/>
                      </a:lnTo>
                      <a:lnTo>
                        <a:pt x="2" y="16"/>
                      </a:lnTo>
                      <a:lnTo>
                        <a:pt x="0" y="20"/>
                      </a:lnTo>
                      <a:lnTo>
                        <a:pt x="2" y="24"/>
                      </a:lnTo>
                      <a:lnTo>
                        <a:pt x="4" y="26"/>
                      </a:lnTo>
                      <a:lnTo>
                        <a:pt x="8" y="30"/>
                      </a:lnTo>
                      <a:lnTo>
                        <a:pt x="12" y="34"/>
                      </a:lnTo>
                      <a:lnTo>
                        <a:pt x="16" y="36"/>
                      </a:lnTo>
                      <a:lnTo>
                        <a:pt x="20" y="40"/>
                      </a:lnTo>
                      <a:lnTo>
                        <a:pt x="24" y="42"/>
                      </a:lnTo>
                      <a:lnTo>
                        <a:pt x="28" y="44"/>
                      </a:lnTo>
                      <a:lnTo>
                        <a:pt x="28" y="46"/>
                      </a:lnTo>
                      <a:lnTo>
                        <a:pt x="28" y="44"/>
                      </a:lnTo>
                      <a:lnTo>
                        <a:pt x="32" y="44"/>
                      </a:lnTo>
                      <a:lnTo>
                        <a:pt x="36" y="40"/>
                      </a:lnTo>
                      <a:lnTo>
                        <a:pt x="40" y="38"/>
                      </a:lnTo>
                      <a:lnTo>
                        <a:pt x="42" y="34"/>
                      </a:lnTo>
                      <a:lnTo>
                        <a:pt x="46" y="32"/>
                      </a:lnTo>
                      <a:lnTo>
                        <a:pt x="46" y="28"/>
                      </a:lnTo>
                      <a:lnTo>
                        <a:pt x="46" y="24"/>
                      </a:lnTo>
                      <a:lnTo>
                        <a:pt x="42" y="20"/>
                      </a:lnTo>
                      <a:lnTo>
                        <a:pt x="38" y="16"/>
                      </a:lnTo>
                      <a:lnTo>
                        <a:pt x="34" y="12"/>
                      </a:lnTo>
                      <a:lnTo>
                        <a:pt x="32" y="10"/>
                      </a:lnTo>
                      <a:lnTo>
                        <a:pt x="28" y="8"/>
                      </a:lnTo>
                      <a:lnTo>
                        <a:pt x="28" y="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8" name="Freeform 380">
                  <a:extLst>
                    <a:ext uri="{FF2B5EF4-FFF2-40B4-BE49-F238E27FC236}">
                      <a16:creationId xmlns:a16="http://schemas.microsoft.com/office/drawing/2014/main" id="{D7072D57-D377-05DC-04CF-FAF42002FC6E}"/>
                    </a:ext>
                  </a:extLst>
                </p:cNvPr>
                <p:cNvSpPr/>
                <p:nvPr/>
              </p:nvSpPr>
              <p:spPr bwMode="gray">
                <a:xfrm>
                  <a:off x="4101021" y="3155554"/>
                  <a:ext cx="59245" cy="303425"/>
                </a:xfrm>
                <a:custGeom>
                  <a:avLst/>
                  <a:gdLst>
                    <a:gd name="T0" fmla="*/ 26 w 32"/>
                    <a:gd name="T1" fmla="*/ 8 h 164"/>
                    <a:gd name="T2" fmla="*/ 26 w 32"/>
                    <a:gd name="T3" fmla="*/ 6 h 164"/>
                    <a:gd name="T4" fmla="*/ 24 w 32"/>
                    <a:gd name="T5" fmla="*/ 6 h 164"/>
                    <a:gd name="T6" fmla="*/ 22 w 32"/>
                    <a:gd name="T7" fmla="*/ 2 h 164"/>
                    <a:gd name="T8" fmla="*/ 20 w 32"/>
                    <a:gd name="T9" fmla="*/ 2 h 164"/>
                    <a:gd name="T10" fmla="*/ 18 w 32"/>
                    <a:gd name="T11" fmla="*/ 0 h 164"/>
                    <a:gd name="T12" fmla="*/ 16 w 32"/>
                    <a:gd name="T13" fmla="*/ 2 h 164"/>
                    <a:gd name="T14" fmla="*/ 14 w 32"/>
                    <a:gd name="T15" fmla="*/ 6 h 164"/>
                    <a:gd name="T16" fmla="*/ 12 w 32"/>
                    <a:gd name="T17" fmla="*/ 10 h 164"/>
                    <a:gd name="T18" fmla="*/ 10 w 32"/>
                    <a:gd name="T19" fmla="*/ 14 h 164"/>
                    <a:gd name="T20" fmla="*/ 8 w 32"/>
                    <a:gd name="T21" fmla="*/ 18 h 164"/>
                    <a:gd name="T22" fmla="*/ 8 w 32"/>
                    <a:gd name="T23" fmla="*/ 22 h 164"/>
                    <a:gd name="T24" fmla="*/ 8 w 32"/>
                    <a:gd name="T25" fmla="*/ 22 h 164"/>
                    <a:gd name="T26" fmla="*/ 2 w 32"/>
                    <a:gd name="T27" fmla="*/ 42 h 164"/>
                    <a:gd name="T28" fmla="*/ 2 w 32"/>
                    <a:gd name="T29" fmla="*/ 44 h 164"/>
                    <a:gd name="T30" fmla="*/ 2 w 32"/>
                    <a:gd name="T31" fmla="*/ 46 h 164"/>
                    <a:gd name="T32" fmla="*/ 4 w 32"/>
                    <a:gd name="T33" fmla="*/ 52 h 164"/>
                    <a:gd name="T34" fmla="*/ 4 w 32"/>
                    <a:gd name="T35" fmla="*/ 56 h 164"/>
                    <a:gd name="T36" fmla="*/ 6 w 32"/>
                    <a:gd name="T37" fmla="*/ 60 h 164"/>
                    <a:gd name="T38" fmla="*/ 6 w 32"/>
                    <a:gd name="T39" fmla="*/ 66 h 164"/>
                    <a:gd name="T40" fmla="*/ 8 w 32"/>
                    <a:gd name="T41" fmla="*/ 82 h 164"/>
                    <a:gd name="T42" fmla="*/ 6 w 32"/>
                    <a:gd name="T43" fmla="*/ 100 h 164"/>
                    <a:gd name="T44" fmla="*/ 6 w 32"/>
                    <a:gd name="T45" fmla="*/ 118 h 164"/>
                    <a:gd name="T46" fmla="*/ 6 w 32"/>
                    <a:gd name="T47" fmla="*/ 132 h 164"/>
                    <a:gd name="T48" fmla="*/ 6 w 32"/>
                    <a:gd name="T49" fmla="*/ 140 h 164"/>
                    <a:gd name="T50" fmla="*/ 6 w 32"/>
                    <a:gd name="T51" fmla="*/ 142 h 164"/>
                    <a:gd name="T52" fmla="*/ 4 w 32"/>
                    <a:gd name="T53" fmla="*/ 146 h 164"/>
                    <a:gd name="T54" fmla="*/ 2 w 32"/>
                    <a:gd name="T55" fmla="*/ 150 h 164"/>
                    <a:gd name="T56" fmla="*/ 0 w 32"/>
                    <a:gd name="T57" fmla="*/ 156 h 164"/>
                    <a:gd name="T58" fmla="*/ 0 w 32"/>
                    <a:gd name="T59" fmla="*/ 158 h 164"/>
                    <a:gd name="T60" fmla="*/ 0 w 32"/>
                    <a:gd name="T61" fmla="*/ 160 h 164"/>
                    <a:gd name="T62" fmla="*/ 8 w 32"/>
                    <a:gd name="T63" fmla="*/ 164 h 164"/>
                    <a:gd name="T64" fmla="*/ 12 w 32"/>
                    <a:gd name="T65" fmla="*/ 152 h 164"/>
                    <a:gd name="T66" fmla="*/ 22 w 32"/>
                    <a:gd name="T67" fmla="*/ 162 h 164"/>
                    <a:gd name="T68" fmla="*/ 22 w 32"/>
                    <a:gd name="T69" fmla="*/ 160 h 164"/>
                    <a:gd name="T70" fmla="*/ 22 w 32"/>
                    <a:gd name="T71" fmla="*/ 158 h 164"/>
                    <a:gd name="T72" fmla="*/ 22 w 32"/>
                    <a:gd name="T73" fmla="*/ 152 h 164"/>
                    <a:gd name="T74" fmla="*/ 22 w 32"/>
                    <a:gd name="T75" fmla="*/ 146 h 164"/>
                    <a:gd name="T76" fmla="*/ 20 w 32"/>
                    <a:gd name="T77" fmla="*/ 140 h 164"/>
                    <a:gd name="T78" fmla="*/ 16 w 32"/>
                    <a:gd name="T79" fmla="*/ 130 h 164"/>
                    <a:gd name="T80" fmla="*/ 16 w 32"/>
                    <a:gd name="T81" fmla="*/ 118 h 164"/>
                    <a:gd name="T82" fmla="*/ 24 w 32"/>
                    <a:gd name="T83" fmla="*/ 106 h 164"/>
                    <a:gd name="T84" fmla="*/ 28 w 32"/>
                    <a:gd name="T85" fmla="*/ 102 h 164"/>
                    <a:gd name="T86" fmla="*/ 32 w 32"/>
                    <a:gd name="T87" fmla="*/ 96 h 164"/>
                    <a:gd name="T88" fmla="*/ 32 w 32"/>
                    <a:gd name="T89" fmla="*/ 92 h 164"/>
                    <a:gd name="T90" fmla="*/ 32 w 32"/>
                    <a:gd name="T91" fmla="*/ 88 h 164"/>
                    <a:gd name="T92" fmla="*/ 30 w 32"/>
                    <a:gd name="T93" fmla="*/ 84 h 164"/>
                    <a:gd name="T94" fmla="*/ 30 w 32"/>
                    <a:gd name="T95" fmla="*/ 80 h 164"/>
                    <a:gd name="T96" fmla="*/ 30 w 32"/>
                    <a:gd name="T97" fmla="*/ 74 h 164"/>
                    <a:gd name="T98" fmla="*/ 28 w 32"/>
                    <a:gd name="T99" fmla="*/ 62 h 164"/>
                    <a:gd name="T100" fmla="*/ 26 w 32"/>
                    <a:gd name="T101" fmla="*/ 50 h 164"/>
                    <a:gd name="T102" fmla="*/ 24 w 32"/>
                    <a:gd name="T103" fmla="*/ 40 h 164"/>
                    <a:gd name="T104" fmla="*/ 24 w 32"/>
                    <a:gd name="T105" fmla="*/ 36 h 164"/>
                    <a:gd name="T106" fmla="*/ 24 w 32"/>
                    <a:gd name="T107" fmla="*/ 36 h 164"/>
                    <a:gd name="T108" fmla="*/ 22 w 32"/>
                    <a:gd name="T109" fmla="*/ 32 h 164"/>
                    <a:gd name="T110" fmla="*/ 22 w 32"/>
                    <a:gd name="T111" fmla="*/ 28 h 164"/>
                    <a:gd name="T112" fmla="*/ 22 w 32"/>
                    <a:gd name="T113" fmla="*/ 22 h 164"/>
                    <a:gd name="T114" fmla="*/ 22 w 32"/>
                    <a:gd name="T115" fmla="*/ 16 h 164"/>
                    <a:gd name="T116" fmla="*/ 24 w 32"/>
                    <a:gd name="T117" fmla="*/ 12 h 164"/>
                    <a:gd name="T118" fmla="*/ 26 w 32"/>
                    <a:gd name="T119" fmla="*/ 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 h="164">
                      <a:moveTo>
                        <a:pt x="26" y="8"/>
                      </a:moveTo>
                      <a:lnTo>
                        <a:pt x="26" y="6"/>
                      </a:lnTo>
                      <a:lnTo>
                        <a:pt x="24" y="6"/>
                      </a:lnTo>
                      <a:lnTo>
                        <a:pt x="22" y="2"/>
                      </a:lnTo>
                      <a:lnTo>
                        <a:pt x="20" y="2"/>
                      </a:lnTo>
                      <a:lnTo>
                        <a:pt x="18" y="0"/>
                      </a:lnTo>
                      <a:lnTo>
                        <a:pt x="16" y="2"/>
                      </a:lnTo>
                      <a:lnTo>
                        <a:pt x="14" y="6"/>
                      </a:lnTo>
                      <a:lnTo>
                        <a:pt x="12" y="10"/>
                      </a:lnTo>
                      <a:lnTo>
                        <a:pt x="10" y="14"/>
                      </a:lnTo>
                      <a:lnTo>
                        <a:pt x="8" y="18"/>
                      </a:lnTo>
                      <a:lnTo>
                        <a:pt x="8" y="22"/>
                      </a:lnTo>
                      <a:lnTo>
                        <a:pt x="8" y="22"/>
                      </a:lnTo>
                      <a:lnTo>
                        <a:pt x="2" y="42"/>
                      </a:lnTo>
                      <a:lnTo>
                        <a:pt x="2" y="44"/>
                      </a:lnTo>
                      <a:lnTo>
                        <a:pt x="2" y="46"/>
                      </a:lnTo>
                      <a:lnTo>
                        <a:pt x="4" y="52"/>
                      </a:lnTo>
                      <a:lnTo>
                        <a:pt x="4" y="56"/>
                      </a:lnTo>
                      <a:lnTo>
                        <a:pt x="6" y="60"/>
                      </a:lnTo>
                      <a:lnTo>
                        <a:pt x="6" y="66"/>
                      </a:lnTo>
                      <a:lnTo>
                        <a:pt x="8" y="82"/>
                      </a:lnTo>
                      <a:lnTo>
                        <a:pt x="6" y="100"/>
                      </a:lnTo>
                      <a:lnTo>
                        <a:pt x="6" y="118"/>
                      </a:lnTo>
                      <a:lnTo>
                        <a:pt x="6" y="132"/>
                      </a:lnTo>
                      <a:lnTo>
                        <a:pt x="6" y="140"/>
                      </a:lnTo>
                      <a:lnTo>
                        <a:pt x="6" y="142"/>
                      </a:lnTo>
                      <a:lnTo>
                        <a:pt x="4" y="146"/>
                      </a:lnTo>
                      <a:lnTo>
                        <a:pt x="2" y="150"/>
                      </a:lnTo>
                      <a:lnTo>
                        <a:pt x="0" y="156"/>
                      </a:lnTo>
                      <a:lnTo>
                        <a:pt x="0" y="158"/>
                      </a:lnTo>
                      <a:lnTo>
                        <a:pt x="0" y="160"/>
                      </a:lnTo>
                      <a:lnTo>
                        <a:pt x="8" y="164"/>
                      </a:lnTo>
                      <a:lnTo>
                        <a:pt x="12" y="152"/>
                      </a:lnTo>
                      <a:lnTo>
                        <a:pt x="22" y="162"/>
                      </a:lnTo>
                      <a:lnTo>
                        <a:pt x="22" y="160"/>
                      </a:lnTo>
                      <a:lnTo>
                        <a:pt x="22" y="158"/>
                      </a:lnTo>
                      <a:lnTo>
                        <a:pt x="22" y="152"/>
                      </a:lnTo>
                      <a:lnTo>
                        <a:pt x="22" y="146"/>
                      </a:lnTo>
                      <a:lnTo>
                        <a:pt x="20" y="140"/>
                      </a:lnTo>
                      <a:lnTo>
                        <a:pt x="16" y="130"/>
                      </a:lnTo>
                      <a:lnTo>
                        <a:pt x="16" y="118"/>
                      </a:lnTo>
                      <a:lnTo>
                        <a:pt x="24" y="106"/>
                      </a:lnTo>
                      <a:lnTo>
                        <a:pt x="28" y="102"/>
                      </a:lnTo>
                      <a:lnTo>
                        <a:pt x="32" y="96"/>
                      </a:lnTo>
                      <a:lnTo>
                        <a:pt x="32" y="92"/>
                      </a:lnTo>
                      <a:lnTo>
                        <a:pt x="32" y="88"/>
                      </a:lnTo>
                      <a:lnTo>
                        <a:pt x="30" y="84"/>
                      </a:lnTo>
                      <a:lnTo>
                        <a:pt x="30" y="80"/>
                      </a:lnTo>
                      <a:lnTo>
                        <a:pt x="30" y="74"/>
                      </a:lnTo>
                      <a:lnTo>
                        <a:pt x="28" y="62"/>
                      </a:lnTo>
                      <a:lnTo>
                        <a:pt x="26" y="50"/>
                      </a:lnTo>
                      <a:lnTo>
                        <a:pt x="24" y="40"/>
                      </a:lnTo>
                      <a:lnTo>
                        <a:pt x="24" y="36"/>
                      </a:lnTo>
                      <a:lnTo>
                        <a:pt x="24" y="36"/>
                      </a:lnTo>
                      <a:lnTo>
                        <a:pt x="22" y="32"/>
                      </a:lnTo>
                      <a:lnTo>
                        <a:pt x="22" y="28"/>
                      </a:lnTo>
                      <a:lnTo>
                        <a:pt x="22" y="22"/>
                      </a:lnTo>
                      <a:lnTo>
                        <a:pt x="22" y="16"/>
                      </a:lnTo>
                      <a:lnTo>
                        <a:pt x="24" y="12"/>
                      </a:lnTo>
                      <a:lnTo>
                        <a:pt x="26" y="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9" name="Freeform 381">
                  <a:extLst>
                    <a:ext uri="{FF2B5EF4-FFF2-40B4-BE49-F238E27FC236}">
                      <a16:creationId xmlns:a16="http://schemas.microsoft.com/office/drawing/2014/main" id="{5E5C1B56-CE9C-81A4-7D80-E9A860211C3D}"/>
                    </a:ext>
                  </a:extLst>
                </p:cNvPr>
                <p:cNvSpPr/>
                <p:nvPr/>
              </p:nvSpPr>
              <p:spPr bwMode="gray">
                <a:xfrm>
                  <a:off x="1286899" y="1664333"/>
                  <a:ext cx="3947177" cy="2146174"/>
                </a:xfrm>
                <a:custGeom>
                  <a:avLst/>
                  <a:gdLst>
                    <a:gd name="T0" fmla="*/ 1494 w 2132"/>
                    <a:gd name="T1" fmla="*/ 916 h 1160"/>
                    <a:gd name="T2" fmla="*/ 1558 w 2132"/>
                    <a:gd name="T3" fmla="*/ 688 h 1160"/>
                    <a:gd name="T4" fmla="*/ 1762 w 2132"/>
                    <a:gd name="T5" fmla="*/ 626 h 1160"/>
                    <a:gd name="T6" fmla="*/ 1698 w 2132"/>
                    <a:gd name="T7" fmla="*/ 776 h 1160"/>
                    <a:gd name="T8" fmla="*/ 1790 w 2132"/>
                    <a:gd name="T9" fmla="*/ 726 h 1160"/>
                    <a:gd name="T10" fmla="*/ 1876 w 2132"/>
                    <a:gd name="T11" fmla="*/ 654 h 1160"/>
                    <a:gd name="T12" fmla="*/ 1998 w 2132"/>
                    <a:gd name="T13" fmla="*/ 586 h 1160"/>
                    <a:gd name="T14" fmla="*/ 2084 w 2132"/>
                    <a:gd name="T15" fmla="*/ 548 h 1160"/>
                    <a:gd name="T16" fmla="*/ 2074 w 2132"/>
                    <a:gd name="T17" fmla="*/ 480 h 1160"/>
                    <a:gd name="T18" fmla="*/ 1880 w 2132"/>
                    <a:gd name="T19" fmla="*/ 370 h 1160"/>
                    <a:gd name="T20" fmla="*/ 1640 w 2132"/>
                    <a:gd name="T21" fmla="*/ 308 h 1160"/>
                    <a:gd name="T22" fmla="*/ 1578 w 2132"/>
                    <a:gd name="T23" fmla="*/ 268 h 1160"/>
                    <a:gd name="T24" fmla="*/ 1412 w 2132"/>
                    <a:gd name="T25" fmla="*/ 308 h 1160"/>
                    <a:gd name="T26" fmla="*/ 1338 w 2132"/>
                    <a:gd name="T27" fmla="*/ 230 h 1160"/>
                    <a:gd name="T28" fmla="*/ 1160 w 2132"/>
                    <a:gd name="T29" fmla="*/ 170 h 1160"/>
                    <a:gd name="T30" fmla="*/ 1134 w 2132"/>
                    <a:gd name="T31" fmla="*/ 160 h 1160"/>
                    <a:gd name="T32" fmla="*/ 1086 w 2132"/>
                    <a:gd name="T33" fmla="*/ 8 h 1160"/>
                    <a:gd name="T34" fmla="*/ 1020 w 2132"/>
                    <a:gd name="T35" fmla="*/ 108 h 1160"/>
                    <a:gd name="T36" fmla="*/ 906 w 2132"/>
                    <a:gd name="T37" fmla="*/ 98 h 1160"/>
                    <a:gd name="T38" fmla="*/ 764 w 2132"/>
                    <a:gd name="T39" fmla="*/ 244 h 1160"/>
                    <a:gd name="T40" fmla="*/ 812 w 2132"/>
                    <a:gd name="T41" fmla="*/ 382 h 1160"/>
                    <a:gd name="T42" fmla="*/ 778 w 2132"/>
                    <a:gd name="T43" fmla="*/ 298 h 1160"/>
                    <a:gd name="T44" fmla="*/ 706 w 2132"/>
                    <a:gd name="T45" fmla="*/ 244 h 1160"/>
                    <a:gd name="T46" fmla="*/ 670 w 2132"/>
                    <a:gd name="T47" fmla="*/ 318 h 1160"/>
                    <a:gd name="T48" fmla="*/ 726 w 2132"/>
                    <a:gd name="T49" fmla="*/ 416 h 1160"/>
                    <a:gd name="T50" fmla="*/ 756 w 2132"/>
                    <a:gd name="T51" fmla="*/ 470 h 1160"/>
                    <a:gd name="T52" fmla="*/ 712 w 2132"/>
                    <a:gd name="T53" fmla="*/ 492 h 1160"/>
                    <a:gd name="T54" fmla="*/ 676 w 2132"/>
                    <a:gd name="T55" fmla="*/ 424 h 1160"/>
                    <a:gd name="T56" fmla="*/ 648 w 2132"/>
                    <a:gd name="T57" fmla="*/ 466 h 1160"/>
                    <a:gd name="T58" fmla="*/ 656 w 2132"/>
                    <a:gd name="T59" fmla="*/ 368 h 1160"/>
                    <a:gd name="T60" fmla="*/ 610 w 2132"/>
                    <a:gd name="T61" fmla="*/ 280 h 1160"/>
                    <a:gd name="T62" fmla="*/ 552 w 2132"/>
                    <a:gd name="T63" fmla="*/ 374 h 1160"/>
                    <a:gd name="T64" fmla="*/ 390 w 2132"/>
                    <a:gd name="T65" fmla="*/ 422 h 1160"/>
                    <a:gd name="T66" fmla="*/ 328 w 2132"/>
                    <a:gd name="T67" fmla="*/ 410 h 1160"/>
                    <a:gd name="T68" fmla="*/ 302 w 2132"/>
                    <a:gd name="T69" fmla="*/ 490 h 1160"/>
                    <a:gd name="T70" fmla="*/ 208 w 2132"/>
                    <a:gd name="T71" fmla="*/ 560 h 1160"/>
                    <a:gd name="T72" fmla="*/ 258 w 2132"/>
                    <a:gd name="T73" fmla="*/ 480 h 1160"/>
                    <a:gd name="T74" fmla="*/ 162 w 2132"/>
                    <a:gd name="T75" fmla="*/ 368 h 1160"/>
                    <a:gd name="T76" fmla="*/ 134 w 2132"/>
                    <a:gd name="T77" fmla="*/ 606 h 1160"/>
                    <a:gd name="T78" fmla="*/ 54 w 2132"/>
                    <a:gd name="T79" fmla="*/ 674 h 1160"/>
                    <a:gd name="T80" fmla="*/ 28 w 2132"/>
                    <a:gd name="T81" fmla="*/ 730 h 1160"/>
                    <a:gd name="T82" fmla="*/ 42 w 2132"/>
                    <a:gd name="T83" fmla="*/ 810 h 1160"/>
                    <a:gd name="T84" fmla="*/ 38 w 2132"/>
                    <a:gd name="T85" fmla="*/ 892 h 1160"/>
                    <a:gd name="T86" fmla="*/ 60 w 2132"/>
                    <a:gd name="T87" fmla="*/ 918 h 1160"/>
                    <a:gd name="T88" fmla="*/ 114 w 2132"/>
                    <a:gd name="T89" fmla="*/ 970 h 1160"/>
                    <a:gd name="T90" fmla="*/ 174 w 2132"/>
                    <a:gd name="T91" fmla="*/ 998 h 1160"/>
                    <a:gd name="T92" fmla="*/ 212 w 2132"/>
                    <a:gd name="T93" fmla="*/ 974 h 1160"/>
                    <a:gd name="T94" fmla="*/ 236 w 2132"/>
                    <a:gd name="T95" fmla="*/ 1020 h 1160"/>
                    <a:gd name="T96" fmla="*/ 316 w 2132"/>
                    <a:gd name="T97" fmla="*/ 1092 h 1160"/>
                    <a:gd name="T98" fmla="*/ 348 w 2132"/>
                    <a:gd name="T99" fmla="*/ 1034 h 1160"/>
                    <a:gd name="T100" fmla="*/ 390 w 2132"/>
                    <a:gd name="T101" fmla="*/ 992 h 1160"/>
                    <a:gd name="T102" fmla="*/ 410 w 2132"/>
                    <a:gd name="T103" fmla="*/ 1058 h 1160"/>
                    <a:gd name="T104" fmla="*/ 452 w 2132"/>
                    <a:gd name="T105" fmla="*/ 1122 h 1160"/>
                    <a:gd name="T106" fmla="*/ 560 w 2132"/>
                    <a:gd name="T107" fmla="*/ 1128 h 1160"/>
                    <a:gd name="T108" fmla="*/ 660 w 2132"/>
                    <a:gd name="T109" fmla="*/ 1104 h 1160"/>
                    <a:gd name="T110" fmla="*/ 732 w 2132"/>
                    <a:gd name="T111" fmla="*/ 1050 h 1160"/>
                    <a:gd name="T112" fmla="*/ 752 w 2132"/>
                    <a:gd name="T113" fmla="*/ 994 h 1160"/>
                    <a:gd name="T114" fmla="*/ 834 w 2132"/>
                    <a:gd name="T115" fmla="*/ 912 h 1160"/>
                    <a:gd name="T116" fmla="*/ 964 w 2132"/>
                    <a:gd name="T117" fmla="*/ 912 h 1160"/>
                    <a:gd name="T118" fmla="*/ 1168 w 2132"/>
                    <a:gd name="T119" fmla="*/ 880 h 1160"/>
                    <a:gd name="T120" fmla="*/ 1354 w 2132"/>
                    <a:gd name="T121" fmla="*/ 904 h 1160"/>
                    <a:gd name="T122" fmla="*/ 1432 w 2132"/>
                    <a:gd name="T123" fmla="*/ 908 h 1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32" h="1160">
                      <a:moveTo>
                        <a:pt x="1396" y="998"/>
                      </a:moveTo>
                      <a:lnTo>
                        <a:pt x="1398" y="994"/>
                      </a:lnTo>
                      <a:lnTo>
                        <a:pt x="1398" y="994"/>
                      </a:lnTo>
                      <a:lnTo>
                        <a:pt x="1398" y="994"/>
                      </a:lnTo>
                      <a:lnTo>
                        <a:pt x="1398" y="996"/>
                      </a:lnTo>
                      <a:lnTo>
                        <a:pt x="1396" y="1000"/>
                      </a:lnTo>
                      <a:lnTo>
                        <a:pt x="1396" y="1002"/>
                      </a:lnTo>
                      <a:lnTo>
                        <a:pt x="1394" y="1006"/>
                      </a:lnTo>
                      <a:lnTo>
                        <a:pt x="1394" y="1010"/>
                      </a:lnTo>
                      <a:lnTo>
                        <a:pt x="1394" y="1012"/>
                      </a:lnTo>
                      <a:lnTo>
                        <a:pt x="1392" y="1012"/>
                      </a:lnTo>
                      <a:lnTo>
                        <a:pt x="1394" y="1018"/>
                      </a:lnTo>
                      <a:lnTo>
                        <a:pt x="1398" y="1024"/>
                      </a:lnTo>
                      <a:lnTo>
                        <a:pt x="1402" y="1028"/>
                      </a:lnTo>
                      <a:lnTo>
                        <a:pt x="1406" y="1030"/>
                      </a:lnTo>
                      <a:lnTo>
                        <a:pt x="1410" y="1032"/>
                      </a:lnTo>
                      <a:lnTo>
                        <a:pt x="1412" y="1034"/>
                      </a:lnTo>
                      <a:lnTo>
                        <a:pt x="1414" y="1034"/>
                      </a:lnTo>
                      <a:lnTo>
                        <a:pt x="1424" y="1026"/>
                      </a:lnTo>
                      <a:lnTo>
                        <a:pt x="1436" y="1010"/>
                      </a:lnTo>
                      <a:lnTo>
                        <a:pt x="1450" y="992"/>
                      </a:lnTo>
                      <a:lnTo>
                        <a:pt x="1464" y="970"/>
                      </a:lnTo>
                      <a:lnTo>
                        <a:pt x="1476" y="950"/>
                      </a:lnTo>
                      <a:lnTo>
                        <a:pt x="1486" y="932"/>
                      </a:lnTo>
                      <a:lnTo>
                        <a:pt x="1492" y="920"/>
                      </a:lnTo>
                      <a:lnTo>
                        <a:pt x="1494" y="916"/>
                      </a:lnTo>
                      <a:lnTo>
                        <a:pt x="1496" y="898"/>
                      </a:lnTo>
                      <a:lnTo>
                        <a:pt x="1502" y="884"/>
                      </a:lnTo>
                      <a:lnTo>
                        <a:pt x="1506" y="876"/>
                      </a:lnTo>
                      <a:lnTo>
                        <a:pt x="1510" y="872"/>
                      </a:lnTo>
                      <a:lnTo>
                        <a:pt x="1512" y="846"/>
                      </a:lnTo>
                      <a:lnTo>
                        <a:pt x="1514" y="842"/>
                      </a:lnTo>
                      <a:lnTo>
                        <a:pt x="1516" y="830"/>
                      </a:lnTo>
                      <a:lnTo>
                        <a:pt x="1514" y="818"/>
                      </a:lnTo>
                      <a:lnTo>
                        <a:pt x="1510" y="808"/>
                      </a:lnTo>
                      <a:lnTo>
                        <a:pt x="1500" y="804"/>
                      </a:lnTo>
                      <a:lnTo>
                        <a:pt x="1494" y="804"/>
                      </a:lnTo>
                      <a:lnTo>
                        <a:pt x="1486" y="806"/>
                      </a:lnTo>
                      <a:lnTo>
                        <a:pt x="1478" y="808"/>
                      </a:lnTo>
                      <a:lnTo>
                        <a:pt x="1472" y="808"/>
                      </a:lnTo>
                      <a:lnTo>
                        <a:pt x="1466" y="806"/>
                      </a:lnTo>
                      <a:lnTo>
                        <a:pt x="1462" y="802"/>
                      </a:lnTo>
                      <a:lnTo>
                        <a:pt x="1460" y="800"/>
                      </a:lnTo>
                      <a:lnTo>
                        <a:pt x="1458" y="798"/>
                      </a:lnTo>
                      <a:lnTo>
                        <a:pt x="1456" y="798"/>
                      </a:lnTo>
                      <a:lnTo>
                        <a:pt x="1444" y="794"/>
                      </a:lnTo>
                      <a:lnTo>
                        <a:pt x="1470" y="770"/>
                      </a:lnTo>
                      <a:lnTo>
                        <a:pt x="1472" y="762"/>
                      </a:lnTo>
                      <a:lnTo>
                        <a:pt x="1494" y="738"/>
                      </a:lnTo>
                      <a:lnTo>
                        <a:pt x="1542" y="686"/>
                      </a:lnTo>
                      <a:lnTo>
                        <a:pt x="1546" y="686"/>
                      </a:lnTo>
                      <a:lnTo>
                        <a:pt x="1558" y="688"/>
                      </a:lnTo>
                      <a:lnTo>
                        <a:pt x="1572" y="692"/>
                      </a:lnTo>
                      <a:lnTo>
                        <a:pt x="1588" y="694"/>
                      </a:lnTo>
                      <a:lnTo>
                        <a:pt x="1602" y="698"/>
                      </a:lnTo>
                      <a:lnTo>
                        <a:pt x="1608" y="698"/>
                      </a:lnTo>
                      <a:lnTo>
                        <a:pt x="1612" y="698"/>
                      </a:lnTo>
                      <a:lnTo>
                        <a:pt x="1612" y="694"/>
                      </a:lnTo>
                      <a:lnTo>
                        <a:pt x="1612" y="692"/>
                      </a:lnTo>
                      <a:lnTo>
                        <a:pt x="1612" y="688"/>
                      </a:lnTo>
                      <a:lnTo>
                        <a:pt x="1612" y="686"/>
                      </a:lnTo>
                      <a:lnTo>
                        <a:pt x="1612" y="686"/>
                      </a:lnTo>
                      <a:lnTo>
                        <a:pt x="1622" y="680"/>
                      </a:lnTo>
                      <a:lnTo>
                        <a:pt x="1634" y="682"/>
                      </a:lnTo>
                      <a:lnTo>
                        <a:pt x="1642" y="682"/>
                      </a:lnTo>
                      <a:lnTo>
                        <a:pt x="1650" y="700"/>
                      </a:lnTo>
                      <a:lnTo>
                        <a:pt x="1694" y="686"/>
                      </a:lnTo>
                      <a:lnTo>
                        <a:pt x="1694" y="676"/>
                      </a:lnTo>
                      <a:lnTo>
                        <a:pt x="1732" y="642"/>
                      </a:lnTo>
                      <a:lnTo>
                        <a:pt x="1734" y="642"/>
                      </a:lnTo>
                      <a:lnTo>
                        <a:pt x="1736" y="640"/>
                      </a:lnTo>
                      <a:lnTo>
                        <a:pt x="1738" y="636"/>
                      </a:lnTo>
                      <a:lnTo>
                        <a:pt x="1742" y="634"/>
                      </a:lnTo>
                      <a:lnTo>
                        <a:pt x="1746" y="630"/>
                      </a:lnTo>
                      <a:lnTo>
                        <a:pt x="1750" y="628"/>
                      </a:lnTo>
                      <a:lnTo>
                        <a:pt x="1756" y="626"/>
                      </a:lnTo>
                      <a:lnTo>
                        <a:pt x="1760" y="624"/>
                      </a:lnTo>
                      <a:lnTo>
                        <a:pt x="1762" y="626"/>
                      </a:lnTo>
                      <a:lnTo>
                        <a:pt x="1764" y="628"/>
                      </a:lnTo>
                      <a:lnTo>
                        <a:pt x="1764" y="632"/>
                      </a:lnTo>
                      <a:lnTo>
                        <a:pt x="1760" y="638"/>
                      </a:lnTo>
                      <a:lnTo>
                        <a:pt x="1758" y="644"/>
                      </a:lnTo>
                      <a:lnTo>
                        <a:pt x="1754" y="648"/>
                      </a:lnTo>
                      <a:lnTo>
                        <a:pt x="1754" y="652"/>
                      </a:lnTo>
                      <a:lnTo>
                        <a:pt x="1754" y="654"/>
                      </a:lnTo>
                      <a:lnTo>
                        <a:pt x="1758" y="654"/>
                      </a:lnTo>
                      <a:lnTo>
                        <a:pt x="1760" y="654"/>
                      </a:lnTo>
                      <a:lnTo>
                        <a:pt x="1764" y="654"/>
                      </a:lnTo>
                      <a:lnTo>
                        <a:pt x="1768" y="652"/>
                      </a:lnTo>
                      <a:lnTo>
                        <a:pt x="1770" y="650"/>
                      </a:lnTo>
                      <a:lnTo>
                        <a:pt x="1776" y="644"/>
                      </a:lnTo>
                      <a:lnTo>
                        <a:pt x="1784" y="634"/>
                      </a:lnTo>
                      <a:lnTo>
                        <a:pt x="1790" y="624"/>
                      </a:lnTo>
                      <a:lnTo>
                        <a:pt x="1796" y="616"/>
                      </a:lnTo>
                      <a:lnTo>
                        <a:pt x="1798" y="614"/>
                      </a:lnTo>
                      <a:lnTo>
                        <a:pt x="1792" y="626"/>
                      </a:lnTo>
                      <a:lnTo>
                        <a:pt x="1792" y="638"/>
                      </a:lnTo>
                      <a:lnTo>
                        <a:pt x="1794" y="648"/>
                      </a:lnTo>
                      <a:lnTo>
                        <a:pt x="1796" y="652"/>
                      </a:lnTo>
                      <a:lnTo>
                        <a:pt x="1762" y="676"/>
                      </a:lnTo>
                      <a:lnTo>
                        <a:pt x="1752" y="706"/>
                      </a:lnTo>
                      <a:lnTo>
                        <a:pt x="1714" y="736"/>
                      </a:lnTo>
                      <a:lnTo>
                        <a:pt x="1698" y="776"/>
                      </a:lnTo>
                      <a:lnTo>
                        <a:pt x="1698" y="776"/>
                      </a:lnTo>
                      <a:lnTo>
                        <a:pt x="1696" y="780"/>
                      </a:lnTo>
                      <a:lnTo>
                        <a:pt x="1696" y="784"/>
                      </a:lnTo>
                      <a:lnTo>
                        <a:pt x="1694" y="790"/>
                      </a:lnTo>
                      <a:lnTo>
                        <a:pt x="1696" y="798"/>
                      </a:lnTo>
                      <a:lnTo>
                        <a:pt x="1698" y="806"/>
                      </a:lnTo>
                      <a:lnTo>
                        <a:pt x="1702" y="820"/>
                      </a:lnTo>
                      <a:lnTo>
                        <a:pt x="1708" y="838"/>
                      </a:lnTo>
                      <a:lnTo>
                        <a:pt x="1712" y="854"/>
                      </a:lnTo>
                      <a:lnTo>
                        <a:pt x="1718" y="868"/>
                      </a:lnTo>
                      <a:lnTo>
                        <a:pt x="1718" y="874"/>
                      </a:lnTo>
                      <a:lnTo>
                        <a:pt x="1736" y="848"/>
                      </a:lnTo>
                      <a:lnTo>
                        <a:pt x="1766" y="802"/>
                      </a:lnTo>
                      <a:lnTo>
                        <a:pt x="1782" y="798"/>
                      </a:lnTo>
                      <a:lnTo>
                        <a:pt x="1780" y="794"/>
                      </a:lnTo>
                      <a:lnTo>
                        <a:pt x="1780" y="784"/>
                      </a:lnTo>
                      <a:lnTo>
                        <a:pt x="1782" y="772"/>
                      </a:lnTo>
                      <a:lnTo>
                        <a:pt x="1786" y="758"/>
                      </a:lnTo>
                      <a:lnTo>
                        <a:pt x="1790" y="750"/>
                      </a:lnTo>
                      <a:lnTo>
                        <a:pt x="1792" y="744"/>
                      </a:lnTo>
                      <a:lnTo>
                        <a:pt x="1792" y="740"/>
                      </a:lnTo>
                      <a:lnTo>
                        <a:pt x="1792" y="736"/>
                      </a:lnTo>
                      <a:lnTo>
                        <a:pt x="1792" y="732"/>
                      </a:lnTo>
                      <a:lnTo>
                        <a:pt x="1792" y="730"/>
                      </a:lnTo>
                      <a:lnTo>
                        <a:pt x="1790" y="730"/>
                      </a:lnTo>
                      <a:lnTo>
                        <a:pt x="1790" y="728"/>
                      </a:lnTo>
                      <a:lnTo>
                        <a:pt x="1790" y="726"/>
                      </a:lnTo>
                      <a:lnTo>
                        <a:pt x="1788" y="724"/>
                      </a:lnTo>
                      <a:lnTo>
                        <a:pt x="1786" y="720"/>
                      </a:lnTo>
                      <a:lnTo>
                        <a:pt x="1786" y="716"/>
                      </a:lnTo>
                      <a:lnTo>
                        <a:pt x="1786" y="712"/>
                      </a:lnTo>
                      <a:lnTo>
                        <a:pt x="1790" y="708"/>
                      </a:lnTo>
                      <a:lnTo>
                        <a:pt x="1792" y="704"/>
                      </a:lnTo>
                      <a:lnTo>
                        <a:pt x="1796" y="702"/>
                      </a:lnTo>
                      <a:lnTo>
                        <a:pt x="1802" y="702"/>
                      </a:lnTo>
                      <a:lnTo>
                        <a:pt x="1812" y="700"/>
                      </a:lnTo>
                      <a:lnTo>
                        <a:pt x="1816" y="698"/>
                      </a:lnTo>
                      <a:lnTo>
                        <a:pt x="1818" y="696"/>
                      </a:lnTo>
                      <a:lnTo>
                        <a:pt x="1820" y="692"/>
                      </a:lnTo>
                      <a:lnTo>
                        <a:pt x="1820" y="688"/>
                      </a:lnTo>
                      <a:lnTo>
                        <a:pt x="1820" y="684"/>
                      </a:lnTo>
                      <a:lnTo>
                        <a:pt x="1820" y="680"/>
                      </a:lnTo>
                      <a:lnTo>
                        <a:pt x="1820" y="678"/>
                      </a:lnTo>
                      <a:lnTo>
                        <a:pt x="1822" y="676"/>
                      </a:lnTo>
                      <a:lnTo>
                        <a:pt x="1824" y="676"/>
                      </a:lnTo>
                      <a:lnTo>
                        <a:pt x="1832" y="676"/>
                      </a:lnTo>
                      <a:lnTo>
                        <a:pt x="1838" y="674"/>
                      </a:lnTo>
                      <a:lnTo>
                        <a:pt x="1846" y="670"/>
                      </a:lnTo>
                      <a:lnTo>
                        <a:pt x="1858" y="660"/>
                      </a:lnTo>
                      <a:lnTo>
                        <a:pt x="1862" y="656"/>
                      </a:lnTo>
                      <a:lnTo>
                        <a:pt x="1868" y="654"/>
                      </a:lnTo>
                      <a:lnTo>
                        <a:pt x="1872" y="654"/>
                      </a:lnTo>
                      <a:lnTo>
                        <a:pt x="1876" y="654"/>
                      </a:lnTo>
                      <a:lnTo>
                        <a:pt x="1880" y="656"/>
                      </a:lnTo>
                      <a:lnTo>
                        <a:pt x="1882" y="660"/>
                      </a:lnTo>
                      <a:lnTo>
                        <a:pt x="1884" y="662"/>
                      </a:lnTo>
                      <a:lnTo>
                        <a:pt x="1884" y="664"/>
                      </a:lnTo>
                      <a:lnTo>
                        <a:pt x="1884" y="664"/>
                      </a:lnTo>
                      <a:lnTo>
                        <a:pt x="1906" y="656"/>
                      </a:lnTo>
                      <a:lnTo>
                        <a:pt x="1914" y="642"/>
                      </a:lnTo>
                      <a:lnTo>
                        <a:pt x="1926" y="630"/>
                      </a:lnTo>
                      <a:lnTo>
                        <a:pt x="1944" y="622"/>
                      </a:lnTo>
                      <a:lnTo>
                        <a:pt x="1948" y="610"/>
                      </a:lnTo>
                      <a:lnTo>
                        <a:pt x="1964" y="610"/>
                      </a:lnTo>
                      <a:lnTo>
                        <a:pt x="1966" y="610"/>
                      </a:lnTo>
                      <a:lnTo>
                        <a:pt x="1970" y="610"/>
                      </a:lnTo>
                      <a:lnTo>
                        <a:pt x="1974" y="610"/>
                      </a:lnTo>
                      <a:lnTo>
                        <a:pt x="1978" y="610"/>
                      </a:lnTo>
                      <a:lnTo>
                        <a:pt x="1982" y="612"/>
                      </a:lnTo>
                      <a:lnTo>
                        <a:pt x="1986" y="612"/>
                      </a:lnTo>
                      <a:lnTo>
                        <a:pt x="1988" y="610"/>
                      </a:lnTo>
                      <a:lnTo>
                        <a:pt x="1992" y="608"/>
                      </a:lnTo>
                      <a:lnTo>
                        <a:pt x="1996" y="604"/>
                      </a:lnTo>
                      <a:lnTo>
                        <a:pt x="2000" y="602"/>
                      </a:lnTo>
                      <a:lnTo>
                        <a:pt x="2002" y="598"/>
                      </a:lnTo>
                      <a:lnTo>
                        <a:pt x="2004" y="596"/>
                      </a:lnTo>
                      <a:lnTo>
                        <a:pt x="2006" y="596"/>
                      </a:lnTo>
                      <a:lnTo>
                        <a:pt x="2004" y="592"/>
                      </a:lnTo>
                      <a:lnTo>
                        <a:pt x="1998" y="586"/>
                      </a:lnTo>
                      <a:lnTo>
                        <a:pt x="1990" y="576"/>
                      </a:lnTo>
                      <a:lnTo>
                        <a:pt x="1984" y="568"/>
                      </a:lnTo>
                      <a:lnTo>
                        <a:pt x="1978" y="562"/>
                      </a:lnTo>
                      <a:lnTo>
                        <a:pt x="1974" y="560"/>
                      </a:lnTo>
                      <a:lnTo>
                        <a:pt x="1972" y="556"/>
                      </a:lnTo>
                      <a:lnTo>
                        <a:pt x="1972" y="552"/>
                      </a:lnTo>
                      <a:lnTo>
                        <a:pt x="1972" y="550"/>
                      </a:lnTo>
                      <a:lnTo>
                        <a:pt x="1972" y="546"/>
                      </a:lnTo>
                      <a:lnTo>
                        <a:pt x="1974" y="546"/>
                      </a:lnTo>
                      <a:lnTo>
                        <a:pt x="1978" y="546"/>
                      </a:lnTo>
                      <a:lnTo>
                        <a:pt x="1982" y="546"/>
                      </a:lnTo>
                      <a:lnTo>
                        <a:pt x="1986" y="546"/>
                      </a:lnTo>
                      <a:lnTo>
                        <a:pt x="1988" y="544"/>
                      </a:lnTo>
                      <a:lnTo>
                        <a:pt x="1992" y="542"/>
                      </a:lnTo>
                      <a:lnTo>
                        <a:pt x="1994" y="540"/>
                      </a:lnTo>
                      <a:lnTo>
                        <a:pt x="1994" y="540"/>
                      </a:lnTo>
                      <a:lnTo>
                        <a:pt x="2016" y="518"/>
                      </a:lnTo>
                      <a:lnTo>
                        <a:pt x="2014" y="502"/>
                      </a:lnTo>
                      <a:lnTo>
                        <a:pt x="2024" y="494"/>
                      </a:lnTo>
                      <a:lnTo>
                        <a:pt x="2032" y="512"/>
                      </a:lnTo>
                      <a:lnTo>
                        <a:pt x="2050" y="518"/>
                      </a:lnTo>
                      <a:lnTo>
                        <a:pt x="2054" y="520"/>
                      </a:lnTo>
                      <a:lnTo>
                        <a:pt x="2060" y="526"/>
                      </a:lnTo>
                      <a:lnTo>
                        <a:pt x="2068" y="534"/>
                      </a:lnTo>
                      <a:lnTo>
                        <a:pt x="2076" y="542"/>
                      </a:lnTo>
                      <a:lnTo>
                        <a:pt x="2084" y="548"/>
                      </a:lnTo>
                      <a:lnTo>
                        <a:pt x="2088" y="550"/>
                      </a:lnTo>
                      <a:lnTo>
                        <a:pt x="2090" y="552"/>
                      </a:lnTo>
                      <a:lnTo>
                        <a:pt x="2094" y="550"/>
                      </a:lnTo>
                      <a:lnTo>
                        <a:pt x="2094" y="550"/>
                      </a:lnTo>
                      <a:lnTo>
                        <a:pt x="2096" y="550"/>
                      </a:lnTo>
                      <a:lnTo>
                        <a:pt x="2100" y="524"/>
                      </a:lnTo>
                      <a:lnTo>
                        <a:pt x="2100" y="518"/>
                      </a:lnTo>
                      <a:lnTo>
                        <a:pt x="2102" y="518"/>
                      </a:lnTo>
                      <a:lnTo>
                        <a:pt x="2106" y="518"/>
                      </a:lnTo>
                      <a:lnTo>
                        <a:pt x="2110" y="518"/>
                      </a:lnTo>
                      <a:lnTo>
                        <a:pt x="2116" y="518"/>
                      </a:lnTo>
                      <a:lnTo>
                        <a:pt x="2122" y="516"/>
                      </a:lnTo>
                      <a:lnTo>
                        <a:pt x="2126" y="512"/>
                      </a:lnTo>
                      <a:lnTo>
                        <a:pt x="2130" y="508"/>
                      </a:lnTo>
                      <a:lnTo>
                        <a:pt x="2132" y="500"/>
                      </a:lnTo>
                      <a:lnTo>
                        <a:pt x="2124" y="494"/>
                      </a:lnTo>
                      <a:lnTo>
                        <a:pt x="2114" y="488"/>
                      </a:lnTo>
                      <a:lnTo>
                        <a:pt x="2102" y="482"/>
                      </a:lnTo>
                      <a:lnTo>
                        <a:pt x="2092" y="476"/>
                      </a:lnTo>
                      <a:lnTo>
                        <a:pt x="2088" y="472"/>
                      </a:lnTo>
                      <a:lnTo>
                        <a:pt x="2084" y="472"/>
                      </a:lnTo>
                      <a:lnTo>
                        <a:pt x="2080" y="474"/>
                      </a:lnTo>
                      <a:lnTo>
                        <a:pt x="2078" y="474"/>
                      </a:lnTo>
                      <a:lnTo>
                        <a:pt x="2076" y="478"/>
                      </a:lnTo>
                      <a:lnTo>
                        <a:pt x="2074" y="478"/>
                      </a:lnTo>
                      <a:lnTo>
                        <a:pt x="2074" y="480"/>
                      </a:lnTo>
                      <a:lnTo>
                        <a:pt x="2066" y="464"/>
                      </a:lnTo>
                      <a:lnTo>
                        <a:pt x="2054" y="446"/>
                      </a:lnTo>
                      <a:lnTo>
                        <a:pt x="2040" y="432"/>
                      </a:lnTo>
                      <a:lnTo>
                        <a:pt x="2024" y="420"/>
                      </a:lnTo>
                      <a:lnTo>
                        <a:pt x="2010" y="412"/>
                      </a:lnTo>
                      <a:lnTo>
                        <a:pt x="1998" y="408"/>
                      </a:lnTo>
                      <a:lnTo>
                        <a:pt x="1994" y="406"/>
                      </a:lnTo>
                      <a:lnTo>
                        <a:pt x="1960" y="376"/>
                      </a:lnTo>
                      <a:lnTo>
                        <a:pt x="1954" y="376"/>
                      </a:lnTo>
                      <a:lnTo>
                        <a:pt x="1942" y="376"/>
                      </a:lnTo>
                      <a:lnTo>
                        <a:pt x="1930" y="374"/>
                      </a:lnTo>
                      <a:lnTo>
                        <a:pt x="1922" y="372"/>
                      </a:lnTo>
                      <a:lnTo>
                        <a:pt x="1920" y="370"/>
                      </a:lnTo>
                      <a:lnTo>
                        <a:pt x="1916" y="366"/>
                      </a:lnTo>
                      <a:lnTo>
                        <a:pt x="1910" y="366"/>
                      </a:lnTo>
                      <a:lnTo>
                        <a:pt x="1906" y="364"/>
                      </a:lnTo>
                      <a:lnTo>
                        <a:pt x="1902" y="364"/>
                      </a:lnTo>
                      <a:lnTo>
                        <a:pt x="1902" y="364"/>
                      </a:lnTo>
                      <a:lnTo>
                        <a:pt x="1900" y="388"/>
                      </a:lnTo>
                      <a:lnTo>
                        <a:pt x="1900" y="406"/>
                      </a:lnTo>
                      <a:lnTo>
                        <a:pt x="1896" y="414"/>
                      </a:lnTo>
                      <a:lnTo>
                        <a:pt x="1884" y="416"/>
                      </a:lnTo>
                      <a:lnTo>
                        <a:pt x="1884" y="408"/>
                      </a:lnTo>
                      <a:lnTo>
                        <a:pt x="1866" y="386"/>
                      </a:lnTo>
                      <a:lnTo>
                        <a:pt x="1880" y="376"/>
                      </a:lnTo>
                      <a:lnTo>
                        <a:pt x="1880" y="370"/>
                      </a:lnTo>
                      <a:lnTo>
                        <a:pt x="1842" y="386"/>
                      </a:lnTo>
                      <a:lnTo>
                        <a:pt x="1834" y="382"/>
                      </a:lnTo>
                      <a:lnTo>
                        <a:pt x="1790" y="378"/>
                      </a:lnTo>
                      <a:lnTo>
                        <a:pt x="1774" y="398"/>
                      </a:lnTo>
                      <a:lnTo>
                        <a:pt x="1762" y="380"/>
                      </a:lnTo>
                      <a:lnTo>
                        <a:pt x="1762" y="378"/>
                      </a:lnTo>
                      <a:lnTo>
                        <a:pt x="1764" y="370"/>
                      </a:lnTo>
                      <a:lnTo>
                        <a:pt x="1762" y="358"/>
                      </a:lnTo>
                      <a:lnTo>
                        <a:pt x="1758" y="342"/>
                      </a:lnTo>
                      <a:lnTo>
                        <a:pt x="1748" y="332"/>
                      </a:lnTo>
                      <a:lnTo>
                        <a:pt x="1734" y="326"/>
                      </a:lnTo>
                      <a:lnTo>
                        <a:pt x="1722" y="326"/>
                      </a:lnTo>
                      <a:lnTo>
                        <a:pt x="1712" y="326"/>
                      </a:lnTo>
                      <a:lnTo>
                        <a:pt x="1710" y="328"/>
                      </a:lnTo>
                      <a:lnTo>
                        <a:pt x="1704" y="328"/>
                      </a:lnTo>
                      <a:lnTo>
                        <a:pt x="1690" y="330"/>
                      </a:lnTo>
                      <a:lnTo>
                        <a:pt x="1676" y="330"/>
                      </a:lnTo>
                      <a:lnTo>
                        <a:pt x="1664" y="328"/>
                      </a:lnTo>
                      <a:lnTo>
                        <a:pt x="1660" y="324"/>
                      </a:lnTo>
                      <a:lnTo>
                        <a:pt x="1654" y="322"/>
                      </a:lnTo>
                      <a:lnTo>
                        <a:pt x="1650" y="322"/>
                      </a:lnTo>
                      <a:lnTo>
                        <a:pt x="1648" y="324"/>
                      </a:lnTo>
                      <a:lnTo>
                        <a:pt x="1646" y="324"/>
                      </a:lnTo>
                      <a:lnTo>
                        <a:pt x="1646" y="314"/>
                      </a:lnTo>
                      <a:lnTo>
                        <a:pt x="1638" y="310"/>
                      </a:lnTo>
                      <a:lnTo>
                        <a:pt x="1640" y="308"/>
                      </a:lnTo>
                      <a:lnTo>
                        <a:pt x="1640" y="304"/>
                      </a:lnTo>
                      <a:lnTo>
                        <a:pt x="1638" y="298"/>
                      </a:lnTo>
                      <a:lnTo>
                        <a:pt x="1636" y="290"/>
                      </a:lnTo>
                      <a:lnTo>
                        <a:pt x="1634" y="282"/>
                      </a:lnTo>
                      <a:lnTo>
                        <a:pt x="1630" y="278"/>
                      </a:lnTo>
                      <a:lnTo>
                        <a:pt x="1626" y="276"/>
                      </a:lnTo>
                      <a:lnTo>
                        <a:pt x="1622" y="276"/>
                      </a:lnTo>
                      <a:lnTo>
                        <a:pt x="1618" y="278"/>
                      </a:lnTo>
                      <a:lnTo>
                        <a:pt x="1614" y="280"/>
                      </a:lnTo>
                      <a:lnTo>
                        <a:pt x="1610" y="282"/>
                      </a:lnTo>
                      <a:lnTo>
                        <a:pt x="1606" y="286"/>
                      </a:lnTo>
                      <a:lnTo>
                        <a:pt x="1604" y="288"/>
                      </a:lnTo>
                      <a:lnTo>
                        <a:pt x="1604" y="288"/>
                      </a:lnTo>
                      <a:lnTo>
                        <a:pt x="1602" y="288"/>
                      </a:lnTo>
                      <a:lnTo>
                        <a:pt x="1600" y="288"/>
                      </a:lnTo>
                      <a:lnTo>
                        <a:pt x="1598" y="290"/>
                      </a:lnTo>
                      <a:lnTo>
                        <a:pt x="1596" y="288"/>
                      </a:lnTo>
                      <a:lnTo>
                        <a:pt x="1594" y="288"/>
                      </a:lnTo>
                      <a:lnTo>
                        <a:pt x="1592" y="286"/>
                      </a:lnTo>
                      <a:lnTo>
                        <a:pt x="1592" y="282"/>
                      </a:lnTo>
                      <a:lnTo>
                        <a:pt x="1592" y="280"/>
                      </a:lnTo>
                      <a:lnTo>
                        <a:pt x="1592" y="276"/>
                      </a:lnTo>
                      <a:lnTo>
                        <a:pt x="1590" y="272"/>
                      </a:lnTo>
                      <a:lnTo>
                        <a:pt x="1588" y="270"/>
                      </a:lnTo>
                      <a:lnTo>
                        <a:pt x="1584" y="268"/>
                      </a:lnTo>
                      <a:lnTo>
                        <a:pt x="1578" y="268"/>
                      </a:lnTo>
                      <a:lnTo>
                        <a:pt x="1566" y="266"/>
                      </a:lnTo>
                      <a:lnTo>
                        <a:pt x="1552" y="264"/>
                      </a:lnTo>
                      <a:lnTo>
                        <a:pt x="1538" y="260"/>
                      </a:lnTo>
                      <a:lnTo>
                        <a:pt x="1528" y="256"/>
                      </a:lnTo>
                      <a:lnTo>
                        <a:pt x="1524" y="256"/>
                      </a:lnTo>
                      <a:lnTo>
                        <a:pt x="1528" y="260"/>
                      </a:lnTo>
                      <a:lnTo>
                        <a:pt x="1526" y="264"/>
                      </a:lnTo>
                      <a:lnTo>
                        <a:pt x="1524" y="268"/>
                      </a:lnTo>
                      <a:lnTo>
                        <a:pt x="1518" y="270"/>
                      </a:lnTo>
                      <a:lnTo>
                        <a:pt x="1512" y="272"/>
                      </a:lnTo>
                      <a:lnTo>
                        <a:pt x="1504" y="276"/>
                      </a:lnTo>
                      <a:lnTo>
                        <a:pt x="1502" y="286"/>
                      </a:lnTo>
                      <a:lnTo>
                        <a:pt x="1502" y="296"/>
                      </a:lnTo>
                      <a:lnTo>
                        <a:pt x="1502" y="306"/>
                      </a:lnTo>
                      <a:lnTo>
                        <a:pt x="1502" y="310"/>
                      </a:lnTo>
                      <a:lnTo>
                        <a:pt x="1494" y="312"/>
                      </a:lnTo>
                      <a:lnTo>
                        <a:pt x="1482" y="318"/>
                      </a:lnTo>
                      <a:lnTo>
                        <a:pt x="1460" y="304"/>
                      </a:lnTo>
                      <a:lnTo>
                        <a:pt x="1452" y="310"/>
                      </a:lnTo>
                      <a:lnTo>
                        <a:pt x="1438" y="310"/>
                      </a:lnTo>
                      <a:lnTo>
                        <a:pt x="1422" y="294"/>
                      </a:lnTo>
                      <a:lnTo>
                        <a:pt x="1422" y="294"/>
                      </a:lnTo>
                      <a:lnTo>
                        <a:pt x="1420" y="296"/>
                      </a:lnTo>
                      <a:lnTo>
                        <a:pt x="1418" y="300"/>
                      </a:lnTo>
                      <a:lnTo>
                        <a:pt x="1416" y="304"/>
                      </a:lnTo>
                      <a:lnTo>
                        <a:pt x="1412" y="308"/>
                      </a:lnTo>
                      <a:lnTo>
                        <a:pt x="1410" y="312"/>
                      </a:lnTo>
                      <a:lnTo>
                        <a:pt x="1410" y="316"/>
                      </a:lnTo>
                      <a:lnTo>
                        <a:pt x="1408" y="320"/>
                      </a:lnTo>
                      <a:lnTo>
                        <a:pt x="1404" y="324"/>
                      </a:lnTo>
                      <a:lnTo>
                        <a:pt x="1402" y="328"/>
                      </a:lnTo>
                      <a:lnTo>
                        <a:pt x="1398" y="330"/>
                      </a:lnTo>
                      <a:lnTo>
                        <a:pt x="1396" y="334"/>
                      </a:lnTo>
                      <a:lnTo>
                        <a:pt x="1396" y="334"/>
                      </a:lnTo>
                      <a:lnTo>
                        <a:pt x="1392" y="320"/>
                      </a:lnTo>
                      <a:lnTo>
                        <a:pt x="1384" y="304"/>
                      </a:lnTo>
                      <a:lnTo>
                        <a:pt x="1384" y="274"/>
                      </a:lnTo>
                      <a:lnTo>
                        <a:pt x="1388" y="254"/>
                      </a:lnTo>
                      <a:lnTo>
                        <a:pt x="1386" y="248"/>
                      </a:lnTo>
                      <a:lnTo>
                        <a:pt x="1384" y="246"/>
                      </a:lnTo>
                      <a:lnTo>
                        <a:pt x="1382" y="244"/>
                      </a:lnTo>
                      <a:lnTo>
                        <a:pt x="1378" y="242"/>
                      </a:lnTo>
                      <a:lnTo>
                        <a:pt x="1374" y="242"/>
                      </a:lnTo>
                      <a:lnTo>
                        <a:pt x="1372" y="244"/>
                      </a:lnTo>
                      <a:lnTo>
                        <a:pt x="1370" y="244"/>
                      </a:lnTo>
                      <a:lnTo>
                        <a:pt x="1368" y="244"/>
                      </a:lnTo>
                      <a:lnTo>
                        <a:pt x="1368" y="244"/>
                      </a:lnTo>
                      <a:lnTo>
                        <a:pt x="1366" y="240"/>
                      </a:lnTo>
                      <a:lnTo>
                        <a:pt x="1362" y="238"/>
                      </a:lnTo>
                      <a:lnTo>
                        <a:pt x="1356" y="234"/>
                      </a:lnTo>
                      <a:lnTo>
                        <a:pt x="1348" y="232"/>
                      </a:lnTo>
                      <a:lnTo>
                        <a:pt x="1338" y="230"/>
                      </a:lnTo>
                      <a:lnTo>
                        <a:pt x="1332" y="230"/>
                      </a:lnTo>
                      <a:lnTo>
                        <a:pt x="1326" y="228"/>
                      </a:lnTo>
                      <a:lnTo>
                        <a:pt x="1322" y="228"/>
                      </a:lnTo>
                      <a:lnTo>
                        <a:pt x="1320" y="230"/>
                      </a:lnTo>
                      <a:lnTo>
                        <a:pt x="1316" y="232"/>
                      </a:lnTo>
                      <a:lnTo>
                        <a:pt x="1312" y="234"/>
                      </a:lnTo>
                      <a:lnTo>
                        <a:pt x="1308" y="238"/>
                      </a:lnTo>
                      <a:lnTo>
                        <a:pt x="1296" y="242"/>
                      </a:lnTo>
                      <a:lnTo>
                        <a:pt x="1284" y="240"/>
                      </a:lnTo>
                      <a:lnTo>
                        <a:pt x="1272" y="238"/>
                      </a:lnTo>
                      <a:lnTo>
                        <a:pt x="1262" y="236"/>
                      </a:lnTo>
                      <a:lnTo>
                        <a:pt x="1258" y="234"/>
                      </a:lnTo>
                      <a:lnTo>
                        <a:pt x="1224" y="216"/>
                      </a:lnTo>
                      <a:lnTo>
                        <a:pt x="1210" y="216"/>
                      </a:lnTo>
                      <a:lnTo>
                        <a:pt x="1194" y="214"/>
                      </a:lnTo>
                      <a:lnTo>
                        <a:pt x="1182" y="208"/>
                      </a:lnTo>
                      <a:lnTo>
                        <a:pt x="1172" y="204"/>
                      </a:lnTo>
                      <a:lnTo>
                        <a:pt x="1168" y="202"/>
                      </a:lnTo>
                      <a:lnTo>
                        <a:pt x="1160" y="196"/>
                      </a:lnTo>
                      <a:lnTo>
                        <a:pt x="1156" y="190"/>
                      </a:lnTo>
                      <a:lnTo>
                        <a:pt x="1164" y="186"/>
                      </a:lnTo>
                      <a:lnTo>
                        <a:pt x="1166" y="184"/>
                      </a:lnTo>
                      <a:lnTo>
                        <a:pt x="1166" y="182"/>
                      </a:lnTo>
                      <a:lnTo>
                        <a:pt x="1166" y="178"/>
                      </a:lnTo>
                      <a:lnTo>
                        <a:pt x="1164" y="172"/>
                      </a:lnTo>
                      <a:lnTo>
                        <a:pt x="1160" y="170"/>
                      </a:lnTo>
                      <a:lnTo>
                        <a:pt x="1158" y="168"/>
                      </a:lnTo>
                      <a:lnTo>
                        <a:pt x="1156" y="168"/>
                      </a:lnTo>
                      <a:lnTo>
                        <a:pt x="1152" y="170"/>
                      </a:lnTo>
                      <a:lnTo>
                        <a:pt x="1150" y="170"/>
                      </a:lnTo>
                      <a:lnTo>
                        <a:pt x="1148" y="172"/>
                      </a:lnTo>
                      <a:lnTo>
                        <a:pt x="1148" y="172"/>
                      </a:lnTo>
                      <a:lnTo>
                        <a:pt x="1146" y="174"/>
                      </a:lnTo>
                      <a:lnTo>
                        <a:pt x="1144" y="176"/>
                      </a:lnTo>
                      <a:lnTo>
                        <a:pt x="1142" y="180"/>
                      </a:lnTo>
                      <a:lnTo>
                        <a:pt x="1140" y="184"/>
                      </a:lnTo>
                      <a:lnTo>
                        <a:pt x="1136" y="190"/>
                      </a:lnTo>
                      <a:lnTo>
                        <a:pt x="1132" y="194"/>
                      </a:lnTo>
                      <a:lnTo>
                        <a:pt x="1128" y="198"/>
                      </a:lnTo>
                      <a:lnTo>
                        <a:pt x="1126" y="200"/>
                      </a:lnTo>
                      <a:lnTo>
                        <a:pt x="1120" y="202"/>
                      </a:lnTo>
                      <a:lnTo>
                        <a:pt x="1116" y="206"/>
                      </a:lnTo>
                      <a:lnTo>
                        <a:pt x="1112" y="210"/>
                      </a:lnTo>
                      <a:lnTo>
                        <a:pt x="1110" y="216"/>
                      </a:lnTo>
                      <a:lnTo>
                        <a:pt x="1108" y="220"/>
                      </a:lnTo>
                      <a:lnTo>
                        <a:pt x="1106" y="222"/>
                      </a:lnTo>
                      <a:lnTo>
                        <a:pt x="1104" y="224"/>
                      </a:lnTo>
                      <a:lnTo>
                        <a:pt x="1096" y="224"/>
                      </a:lnTo>
                      <a:lnTo>
                        <a:pt x="1092" y="204"/>
                      </a:lnTo>
                      <a:lnTo>
                        <a:pt x="1084" y="194"/>
                      </a:lnTo>
                      <a:lnTo>
                        <a:pt x="1108" y="192"/>
                      </a:lnTo>
                      <a:lnTo>
                        <a:pt x="1134" y="160"/>
                      </a:lnTo>
                      <a:lnTo>
                        <a:pt x="1150" y="144"/>
                      </a:lnTo>
                      <a:lnTo>
                        <a:pt x="1158" y="130"/>
                      </a:lnTo>
                      <a:lnTo>
                        <a:pt x="1162" y="122"/>
                      </a:lnTo>
                      <a:lnTo>
                        <a:pt x="1164" y="120"/>
                      </a:lnTo>
                      <a:lnTo>
                        <a:pt x="1164" y="96"/>
                      </a:lnTo>
                      <a:lnTo>
                        <a:pt x="1166" y="78"/>
                      </a:lnTo>
                      <a:lnTo>
                        <a:pt x="1160" y="64"/>
                      </a:lnTo>
                      <a:lnTo>
                        <a:pt x="1148" y="54"/>
                      </a:lnTo>
                      <a:lnTo>
                        <a:pt x="1134" y="52"/>
                      </a:lnTo>
                      <a:lnTo>
                        <a:pt x="1122" y="56"/>
                      </a:lnTo>
                      <a:lnTo>
                        <a:pt x="1108" y="64"/>
                      </a:lnTo>
                      <a:lnTo>
                        <a:pt x="1098" y="68"/>
                      </a:lnTo>
                      <a:lnTo>
                        <a:pt x="1090" y="70"/>
                      </a:lnTo>
                      <a:lnTo>
                        <a:pt x="1084" y="70"/>
                      </a:lnTo>
                      <a:lnTo>
                        <a:pt x="1080" y="70"/>
                      </a:lnTo>
                      <a:lnTo>
                        <a:pt x="1080" y="70"/>
                      </a:lnTo>
                      <a:lnTo>
                        <a:pt x="1078" y="52"/>
                      </a:lnTo>
                      <a:lnTo>
                        <a:pt x="1070" y="46"/>
                      </a:lnTo>
                      <a:lnTo>
                        <a:pt x="1080" y="20"/>
                      </a:lnTo>
                      <a:lnTo>
                        <a:pt x="1082" y="20"/>
                      </a:lnTo>
                      <a:lnTo>
                        <a:pt x="1084" y="18"/>
                      </a:lnTo>
                      <a:lnTo>
                        <a:pt x="1086" y="18"/>
                      </a:lnTo>
                      <a:lnTo>
                        <a:pt x="1088" y="16"/>
                      </a:lnTo>
                      <a:lnTo>
                        <a:pt x="1088" y="14"/>
                      </a:lnTo>
                      <a:lnTo>
                        <a:pt x="1088" y="10"/>
                      </a:lnTo>
                      <a:lnTo>
                        <a:pt x="1086" y="8"/>
                      </a:lnTo>
                      <a:lnTo>
                        <a:pt x="1080" y="4"/>
                      </a:lnTo>
                      <a:lnTo>
                        <a:pt x="1068" y="0"/>
                      </a:lnTo>
                      <a:lnTo>
                        <a:pt x="1056" y="4"/>
                      </a:lnTo>
                      <a:lnTo>
                        <a:pt x="1048" y="10"/>
                      </a:lnTo>
                      <a:lnTo>
                        <a:pt x="1042" y="16"/>
                      </a:lnTo>
                      <a:lnTo>
                        <a:pt x="1038" y="22"/>
                      </a:lnTo>
                      <a:lnTo>
                        <a:pt x="1030" y="32"/>
                      </a:lnTo>
                      <a:lnTo>
                        <a:pt x="1022" y="42"/>
                      </a:lnTo>
                      <a:lnTo>
                        <a:pt x="1016" y="50"/>
                      </a:lnTo>
                      <a:lnTo>
                        <a:pt x="1012" y="54"/>
                      </a:lnTo>
                      <a:lnTo>
                        <a:pt x="1016" y="62"/>
                      </a:lnTo>
                      <a:lnTo>
                        <a:pt x="1008" y="76"/>
                      </a:lnTo>
                      <a:lnTo>
                        <a:pt x="990" y="68"/>
                      </a:lnTo>
                      <a:lnTo>
                        <a:pt x="988" y="68"/>
                      </a:lnTo>
                      <a:lnTo>
                        <a:pt x="986" y="68"/>
                      </a:lnTo>
                      <a:lnTo>
                        <a:pt x="986" y="68"/>
                      </a:lnTo>
                      <a:lnTo>
                        <a:pt x="986" y="70"/>
                      </a:lnTo>
                      <a:lnTo>
                        <a:pt x="988" y="72"/>
                      </a:lnTo>
                      <a:lnTo>
                        <a:pt x="990" y="74"/>
                      </a:lnTo>
                      <a:lnTo>
                        <a:pt x="992" y="76"/>
                      </a:lnTo>
                      <a:lnTo>
                        <a:pt x="992" y="78"/>
                      </a:lnTo>
                      <a:lnTo>
                        <a:pt x="994" y="78"/>
                      </a:lnTo>
                      <a:lnTo>
                        <a:pt x="1020" y="98"/>
                      </a:lnTo>
                      <a:lnTo>
                        <a:pt x="1020" y="100"/>
                      </a:lnTo>
                      <a:lnTo>
                        <a:pt x="1020" y="102"/>
                      </a:lnTo>
                      <a:lnTo>
                        <a:pt x="1020" y="108"/>
                      </a:lnTo>
                      <a:lnTo>
                        <a:pt x="1020" y="114"/>
                      </a:lnTo>
                      <a:lnTo>
                        <a:pt x="1020" y="122"/>
                      </a:lnTo>
                      <a:lnTo>
                        <a:pt x="1018" y="126"/>
                      </a:lnTo>
                      <a:lnTo>
                        <a:pt x="1014" y="130"/>
                      </a:lnTo>
                      <a:lnTo>
                        <a:pt x="1010" y="128"/>
                      </a:lnTo>
                      <a:lnTo>
                        <a:pt x="1006" y="126"/>
                      </a:lnTo>
                      <a:lnTo>
                        <a:pt x="1002" y="120"/>
                      </a:lnTo>
                      <a:lnTo>
                        <a:pt x="998" y="112"/>
                      </a:lnTo>
                      <a:lnTo>
                        <a:pt x="992" y="100"/>
                      </a:lnTo>
                      <a:lnTo>
                        <a:pt x="980" y="92"/>
                      </a:lnTo>
                      <a:lnTo>
                        <a:pt x="966" y="90"/>
                      </a:lnTo>
                      <a:lnTo>
                        <a:pt x="952" y="92"/>
                      </a:lnTo>
                      <a:lnTo>
                        <a:pt x="944" y="92"/>
                      </a:lnTo>
                      <a:lnTo>
                        <a:pt x="940" y="92"/>
                      </a:lnTo>
                      <a:lnTo>
                        <a:pt x="936" y="92"/>
                      </a:lnTo>
                      <a:lnTo>
                        <a:pt x="932" y="90"/>
                      </a:lnTo>
                      <a:lnTo>
                        <a:pt x="930" y="88"/>
                      </a:lnTo>
                      <a:lnTo>
                        <a:pt x="930" y="86"/>
                      </a:lnTo>
                      <a:lnTo>
                        <a:pt x="930" y="84"/>
                      </a:lnTo>
                      <a:lnTo>
                        <a:pt x="930" y="84"/>
                      </a:lnTo>
                      <a:lnTo>
                        <a:pt x="928" y="84"/>
                      </a:lnTo>
                      <a:lnTo>
                        <a:pt x="924" y="86"/>
                      </a:lnTo>
                      <a:lnTo>
                        <a:pt x="920" y="88"/>
                      </a:lnTo>
                      <a:lnTo>
                        <a:pt x="914" y="92"/>
                      </a:lnTo>
                      <a:lnTo>
                        <a:pt x="910" y="94"/>
                      </a:lnTo>
                      <a:lnTo>
                        <a:pt x="906" y="98"/>
                      </a:lnTo>
                      <a:lnTo>
                        <a:pt x="902" y="100"/>
                      </a:lnTo>
                      <a:lnTo>
                        <a:pt x="898" y="104"/>
                      </a:lnTo>
                      <a:lnTo>
                        <a:pt x="892" y="110"/>
                      </a:lnTo>
                      <a:lnTo>
                        <a:pt x="884" y="114"/>
                      </a:lnTo>
                      <a:lnTo>
                        <a:pt x="872" y="116"/>
                      </a:lnTo>
                      <a:lnTo>
                        <a:pt x="864" y="122"/>
                      </a:lnTo>
                      <a:lnTo>
                        <a:pt x="856" y="132"/>
                      </a:lnTo>
                      <a:lnTo>
                        <a:pt x="850" y="146"/>
                      </a:lnTo>
                      <a:lnTo>
                        <a:pt x="846" y="158"/>
                      </a:lnTo>
                      <a:lnTo>
                        <a:pt x="844" y="162"/>
                      </a:lnTo>
                      <a:lnTo>
                        <a:pt x="842" y="168"/>
                      </a:lnTo>
                      <a:lnTo>
                        <a:pt x="836" y="172"/>
                      </a:lnTo>
                      <a:lnTo>
                        <a:pt x="830" y="176"/>
                      </a:lnTo>
                      <a:lnTo>
                        <a:pt x="826" y="180"/>
                      </a:lnTo>
                      <a:lnTo>
                        <a:pt x="822" y="182"/>
                      </a:lnTo>
                      <a:lnTo>
                        <a:pt x="818" y="184"/>
                      </a:lnTo>
                      <a:lnTo>
                        <a:pt x="818" y="188"/>
                      </a:lnTo>
                      <a:lnTo>
                        <a:pt x="820" y="190"/>
                      </a:lnTo>
                      <a:lnTo>
                        <a:pt x="822" y="192"/>
                      </a:lnTo>
                      <a:lnTo>
                        <a:pt x="822" y="196"/>
                      </a:lnTo>
                      <a:lnTo>
                        <a:pt x="818" y="202"/>
                      </a:lnTo>
                      <a:lnTo>
                        <a:pt x="804" y="208"/>
                      </a:lnTo>
                      <a:lnTo>
                        <a:pt x="782" y="214"/>
                      </a:lnTo>
                      <a:lnTo>
                        <a:pt x="772" y="220"/>
                      </a:lnTo>
                      <a:lnTo>
                        <a:pt x="768" y="232"/>
                      </a:lnTo>
                      <a:lnTo>
                        <a:pt x="764" y="244"/>
                      </a:lnTo>
                      <a:lnTo>
                        <a:pt x="766" y="256"/>
                      </a:lnTo>
                      <a:lnTo>
                        <a:pt x="766" y="266"/>
                      </a:lnTo>
                      <a:lnTo>
                        <a:pt x="766" y="272"/>
                      </a:lnTo>
                      <a:lnTo>
                        <a:pt x="768" y="276"/>
                      </a:lnTo>
                      <a:lnTo>
                        <a:pt x="772" y="276"/>
                      </a:lnTo>
                      <a:lnTo>
                        <a:pt x="776" y="278"/>
                      </a:lnTo>
                      <a:lnTo>
                        <a:pt x="782" y="278"/>
                      </a:lnTo>
                      <a:lnTo>
                        <a:pt x="784" y="278"/>
                      </a:lnTo>
                      <a:lnTo>
                        <a:pt x="786" y="278"/>
                      </a:lnTo>
                      <a:lnTo>
                        <a:pt x="786" y="282"/>
                      </a:lnTo>
                      <a:lnTo>
                        <a:pt x="788" y="284"/>
                      </a:lnTo>
                      <a:lnTo>
                        <a:pt x="792" y="288"/>
                      </a:lnTo>
                      <a:lnTo>
                        <a:pt x="796" y="292"/>
                      </a:lnTo>
                      <a:lnTo>
                        <a:pt x="800" y="294"/>
                      </a:lnTo>
                      <a:lnTo>
                        <a:pt x="802" y="296"/>
                      </a:lnTo>
                      <a:lnTo>
                        <a:pt x="804" y="298"/>
                      </a:lnTo>
                      <a:lnTo>
                        <a:pt x="804" y="344"/>
                      </a:lnTo>
                      <a:lnTo>
                        <a:pt x="800" y="352"/>
                      </a:lnTo>
                      <a:lnTo>
                        <a:pt x="800" y="358"/>
                      </a:lnTo>
                      <a:lnTo>
                        <a:pt x="800" y="364"/>
                      </a:lnTo>
                      <a:lnTo>
                        <a:pt x="802" y="368"/>
                      </a:lnTo>
                      <a:lnTo>
                        <a:pt x="806" y="372"/>
                      </a:lnTo>
                      <a:lnTo>
                        <a:pt x="808" y="374"/>
                      </a:lnTo>
                      <a:lnTo>
                        <a:pt x="810" y="376"/>
                      </a:lnTo>
                      <a:lnTo>
                        <a:pt x="812" y="376"/>
                      </a:lnTo>
                      <a:lnTo>
                        <a:pt x="812" y="382"/>
                      </a:lnTo>
                      <a:lnTo>
                        <a:pt x="800" y="380"/>
                      </a:lnTo>
                      <a:lnTo>
                        <a:pt x="796" y="378"/>
                      </a:lnTo>
                      <a:lnTo>
                        <a:pt x="792" y="374"/>
                      </a:lnTo>
                      <a:lnTo>
                        <a:pt x="788" y="370"/>
                      </a:lnTo>
                      <a:lnTo>
                        <a:pt x="784" y="366"/>
                      </a:lnTo>
                      <a:lnTo>
                        <a:pt x="782" y="360"/>
                      </a:lnTo>
                      <a:lnTo>
                        <a:pt x="782" y="356"/>
                      </a:lnTo>
                      <a:lnTo>
                        <a:pt x="782" y="352"/>
                      </a:lnTo>
                      <a:lnTo>
                        <a:pt x="784" y="348"/>
                      </a:lnTo>
                      <a:lnTo>
                        <a:pt x="784" y="344"/>
                      </a:lnTo>
                      <a:lnTo>
                        <a:pt x="782" y="340"/>
                      </a:lnTo>
                      <a:lnTo>
                        <a:pt x="778" y="338"/>
                      </a:lnTo>
                      <a:lnTo>
                        <a:pt x="776" y="338"/>
                      </a:lnTo>
                      <a:lnTo>
                        <a:pt x="776" y="336"/>
                      </a:lnTo>
                      <a:lnTo>
                        <a:pt x="776" y="334"/>
                      </a:lnTo>
                      <a:lnTo>
                        <a:pt x="778" y="332"/>
                      </a:lnTo>
                      <a:lnTo>
                        <a:pt x="782" y="326"/>
                      </a:lnTo>
                      <a:lnTo>
                        <a:pt x="784" y="322"/>
                      </a:lnTo>
                      <a:lnTo>
                        <a:pt x="788" y="316"/>
                      </a:lnTo>
                      <a:lnTo>
                        <a:pt x="790" y="308"/>
                      </a:lnTo>
                      <a:lnTo>
                        <a:pt x="790" y="304"/>
                      </a:lnTo>
                      <a:lnTo>
                        <a:pt x="788" y="300"/>
                      </a:lnTo>
                      <a:lnTo>
                        <a:pt x="788" y="298"/>
                      </a:lnTo>
                      <a:lnTo>
                        <a:pt x="786" y="298"/>
                      </a:lnTo>
                      <a:lnTo>
                        <a:pt x="782" y="298"/>
                      </a:lnTo>
                      <a:lnTo>
                        <a:pt x="778" y="298"/>
                      </a:lnTo>
                      <a:lnTo>
                        <a:pt x="774" y="298"/>
                      </a:lnTo>
                      <a:lnTo>
                        <a:pt x="768" y="296"/>
                      </a:lnTo>
                      <a:lnTo>
                        <a:pt x="766" y="294"/>
                      </a:lnTo>
                      <a:lnTo>
                        <a:pt x="764" y="292"/>
                      </a:lnTo>
                      <a:lnTo>
                        <a:pt x="762" y="290"/>
                      </a:lnTo>
                      <a:lnTo>
                        <a:pt x="762" y="290"/>
                      </a:lnTo>
                      <a:lnTo>
                        <a:pt x="758" y="290"/>
                      </a:lnTo>
                      <a:lnTo>
                        <a:pt x="754" y="290"/>
                      </a:lnTo>
                      <a:lnTo>
                        <a:pt x="750" y="288"/>
                      </a:lnTo>
                      <a:lnTo>
                        <a:pt x="744" y="286"/>
                      </a:lnTo>
                      <a:lnTo>
                        <a:pt x="738" y="284"/>
                      </a:lnTo>
                      <a:lnTo>
                        <a:pt x="732" y="280"/>
                      </a:lnTo>
                      <a:lnTo>
                        <a:pt x="728" y="276"/>
                      </a:lnTo>
                      <a:lnTo>
                        <a:pt x="726" y="276"/>
                      </a:lnTo>
                      <a:lnTo>
                        <a:pt x="724" y="274"/>
                      </a:lnTo>
                      <a:lnTo>
                        <a:pt x="722" y="276"/>
                      </a:lnTo>
                      <a:lnTo>
                        <a:pt x="720" y="278"/>
                      </a:lnTo>
                      <a:lnTo>
                        <a:pt x="718" y="280"/>
                      </a:lnTo>
                      <a:lnTo>
                        <a:pt x="718" y="282"/>
                      </a:lnTo>
                      <a:lnTo>
                        <a:pt x="716" y="282"/>
                      </a:lnTo>
                      <a:lnTo>
                        <a:pt x="712" y="278"/>
                      </a:lnTo>
                      <a:lnTo>
                        <a:pt x="710" y="270"/>
                      </a:lnTo>
                      <a:lnTo>
                        <a:pt x="710" y="260"/>
                      </a:lnTo>
                      <a:lnTo>
                        <a:pt x="710" y="250"/>
                      </a:lnTo>
                      <a:lnTo>
                        <a:pt x="708" y="246"/>
                      </a:lnTo>
                      <a:lnTo>
                        <a:pt x="706" y="244"/>
                      </a:lnTo>
                      <a:lnTo>
                        <a:pt x="704" y="244"/>
                      </a:lnTo>
                      <a:lnTo>
                        <a:pt x="700" y="242"/>
                      </a:lnTo>
                      <a:lnTo>
                        <a:pt x="696" y="242"/>
                      </a:lnTo>
                      <a:lnTo>
                        <a:pt x="694" y="244"/>
                      </a:lnTo>
                      <a:lnTo>
                        <a:pt x="692" y="244"/>
                      </a:lnTo>
                      <a:lnTo>
                        <a:pt x="690" y="244"/>
                      </a:lnTo>
                      <a:lnTo>
                        <a:pt x="688" y="246"/>
                      </a:lnTo>
                      <a:lnTo>
                        <a:pt x="684" y="248"/>
                      </a:lnTo>
                      <a:lnTo>
                        <a:pt x="684" y="250"/>
                      </a:lnTo>
                      <a:lnTo>
                        <a:pt x="684" y="254"/>
                      </a:lnTo>
                      <a:lnTo>
                        <a:pt x="684" y="258"/>
                      </a:lnTo>
                      <a:lnTo>
                        <a:pt x="686" y="262"/>
                      </a:lnTo>
                      <a:lnTo>
                        <a:pt x="686" y="266"/>
                      </a:lnTo>
                      <a:lnTo>
                        <a:pt x="688" y="270"/>
                      </a:lnTo>
                      <a:lnTo>
                        <a:pt x="690" y="274"/>
                      </a:lnTo>
                      <a:lnTo>
                        <a:pt x="690" y="278"/>
                      </a:lnTo>
                      <a:lnTo>
                        <a:pt x="690" y="282"/>
                      </a:lnTo>
                      <a:lnTo>
                        <a:pt x="690" y="284"/>
                      </a:lnTo>
                      <a:lnTo>
                        <a:pt x="686" y="288"/>
                      </a:lnTo>
                      <a:lnTo>
                        <a:pt x="682" y="290"/>
                      </a:lnTo>
                      <a:lnTo>
                        <a:pt x="676" y="292"/>
                      </a:lnTo>
                      <a:lnTo>
                        <a:pt x="672" y="298"/>
                      </a:lnTo>
                      <a:lnTo>
                        <a:pt x="670" y="304"/>
                      </a:lnTo>
                      <a:lnTo>
                        <a:pt x="668" y="308"/>
                      </a:lnTo>
                      <a:lnTo>
                        <a:pt x="670" y="314"/>
                      </a:lnTo>
                      <a:lnTo>
                        <a:pt x="670" y="318"/>
                      </a:lnTo>
                      <a:lnTo>
                        <a:pt x="672" y="320"/>
                      </a:lnTo>
                      <a:lnTo>
                        <a:pt x="674" y="322"/>
                      </a:lnTo>
                      <a:lnTo>
                        <a:pt x="678" y="324"/>
                      </a:lnTo>
                      <a:lnTo>
                        <a:pt x="680" y="326"/>
                      </a:lnTo>
                      <a:lnTo>
                        <a:pt x="680" y="330"/>
                      </a:lnTo>
                      <a:lnTo>
                        <a:pt x="682" y="332"/>
                      </a:lnTo>
                      <a:lnTo>
                        <a:pt x="680" y="338"/>
                      </a:lnTo>
                      <a:lnTo>
                        <a:pt x="680" y="344"/>
                      </a:lnTo>
                      <a:lnTo>
                        <a:pt x="678" y="350"/>
                      </a:lnTo>
                      <a:lnTo>
                        <a:pt x="674" y="354"/>
                      </a:lnTo>
                      <a:lnTo>
                        <a:pt x="670" y="364"/>
                      </a:lnTo>
                      <a:lnTo>
                        <a:pt x="670" y="378"/>
                      </a:lnTo>
                      <a:lnTo>
                        <a:pt x="668" y="392"/>
                      </a:lnTo>
                      <a:lnTo>
                        <a:pt x="668" y="398"/>
                      </a:lnTo>
                      <a:lnTo>
                        <a:pt x="684" y="400"/>
                      </a:lnTo>
                      <a:lnTo>
                        <a:pt x="698" y="390"/>
                      </a:lnTo>
                      <a:lnTo>
                        <a:pt x="704" y="390"/>
                      </a:lnTo>
                      <a:lnTo>
                        <a:pt x="710" y="390"/>
                      </a:lnTo>
                      <a:lnTo>
                        <a:pt x="714" y="392"/>
                      </a:lnTo>
                      <a:lnTo>
                        <a:pt x="716" y="394"/>
                      </a:lnTo>
                      <a:lnTo>
                        <a:pt x="718" y="398"/>
                      </a:lnTo>
                      <a:lnTo>
                        <a:pt x="720" y="400"/>
                      </a:lnTo>
                      <a:lnTo>
                        <a:pt x="722" y="402"/>
                      </a:lnTo>
                      <a:lnTo>
                        <a:pt x="722" y="404"/>
                      </a:lnTo>
                      <a:lnTo>
                        <a:pt x="724" y="406"/>
                      </a:lnTo>
                      <a:lnTo>
                        <a:pt x="726" y="416"/>
                      </a:lnTo>
                      <a:lnTo>
                        <a:pt x="730" y="428"/>
                      </a:lnTo>
                      <a:lnTo>
                        <a:pt x="732" y="438"/>
                      </a:lnTo>
                      <a:lnTo>
                        <a:pt x="732" y="444"/>
                      </a:lnTo>
                      <a:lnTo>
                        <a:pt x="734" y="446"/>
                      </a:lnTo>
                      <a:lnTo>
                        <a:pt x="736" y="448"/>
                      </a:lnTo>
                      <a:lnTo>
                        <a:pt x="738" y="450"/>
                      </a:lnTo>
                      <a:lnTo>
                        <a:pt x="740" y="450"/>
                      </a:lnTo>
                      <a:lnTo>
                        <a:pt x="742" y="450"/>
                      </a:lnTo>
                      <a:lnTo>
                        <a:pt x="742" y="450"/>
                      </a:lnTo>
                      <a:lnTo>
                        <a:pt x="742" y="450"/>
                      </a:lnTo>
                      <a:lnTo>
                        <a:pt x="746" y="448"/>
                      </a:lnTo>
                      <a:lnTo>
                        <a:pt x="748" y="448"/>
                      </a:lnTo>
                      <a:lnTo>
                        <a:pt x="752" y="448"/>
                      </a:lnTo>
                      <a:lnTo>
                        <a:pt x="754" y="450"/>
                      </a:lnTo>
                      <a:lnTo>
                        <a:pt x="758" y="452"/>
                      </a:lnTo>
                      <a:lnTo>
                        <a:pt x="760" y="454"/>
                      </a:lnTo>
                      <a:lnTo>
                        <a:pt x="766" y="456"/>
                      </a:lnTo>
                      <a:lnTo>
                        <a:pt x="770" y="458"/>
                      </a:lnTo>
                      <a:lnTo>
                        <a:pt x="774" y="458"/>
                      </a:lnTo>
                      <a:lnTo>
                        <a:pt x="774" y="458"/>
                      </a:lnTo>
                      <a:lnTo>
                        <a:pt x="772" y="462"/>
                      </a:lnTo>
                      <a:lnTo>
                        <a:pt x="768" y="466"/>
                      </a:lnTo>
                      <a:lnTo>
                        <a:pt x="764" y="468"/>
                      </a:lnTo>
                      <a:lnTo>
                        <a:pt x="760" y="468"/>
                      </a:lnTo>
                      <a:lnTo>
                        <a:pt x="758" y="470"/>
                      </a:lnTo>
                      <a:lnTo>
                        <a:pt x="756" y="470"/>
                      </a:lnTo>
                      <a:lnTo>
                        <a:pt x="752" y="470"/>
                      </a:lnTo>
                      <a:lnTo>
                        <a:pt x="750" y="472"/>
                      </a:lnTo>
                      <a:lnTo>
                        <a:pt x="748" y="476"/>
                      </a:lnTo>
                      <a:lnTo>
                        <a:pt x="746" y="480"/>
                      </a:lnTo>
                      <a:lnTo>
                        <a:pt x="746" y="484"/>
                      </a:lnTo>
                      <a:lnTo>
                        <a:pt x="748" y="486"/>
                      </a:lnTo>
                      <a:lnTo>
                        <a:pt x="752" y="496"/>
                      </a:lnTo>
                      <a:lnTo>
                        <a:pt x="752" y="510"/>
                      </a:lnTo>
                      <a:lnTo>
                        <a:pt x="752" y="520"/>
                      </a:lnTo>
                      <a:lnTo>
                        <a:pt x="750" y="522"/>
                      </a:lnTo>
                      <a:lnTo>
                        <a:pt x="746" y="524"/>
                      </a:lnTo>
                      <a:lnTo>
                        <a:pt x="744" y="522"/>
                      </a:lnTo>
                      <a:lnTo>
                        <a:pt x="740" y="520"/>
                      </a:lnTo>
                      <a:lnTo>
                        <a:pt x="738" y="516"/>
                      </a:lnTo>
                      <a:lnTo>
                        <a:pt x="738" y="510"/>
                      </a:lnTo>
                      <a:lnTo>
                        <a:pt x="736" y="498"/>
                      </a:lnTo>
                      <a:lnTo>
                        <a:pt x="730" y="484"/>
                      </a:lnTo>
                      <a:lnTo>
                        <a:pt x="726" y="476"/>
                      </a:lnTo>
                      <a:lnTo>
                        <a:pt x="724" y="474"/>
                      </a:lnTo>
                      <a:lnTo>
                        <a:pt x="722" y="474"/>
                      </a:lnTo>
                      <a:lnTo>
                        <a:pt x="720" y="476"/>
                      </a:lnTo>
                      <a:lnTo>
                        <a:pt x="718" y="480"/>
                      </a:lnTo>
                      <a:lnTo>
                        <a:pt x="716" y="482"/>
                      </a:lnTo>
                      <a:lnTo>
                        <a:pt x="716" y="484"/>
                      </a:lnTo>
                      <a:lnTo>
                        <a:pt x="714" y="488"/>
                      </a:lnTo>
                      <a:lnTo>
                        <a:pt x="712" y="492"/>
                      </a:lnTo>
                      <a:lnTo>
                        <a:pt x="710" y="494"/>
                      </a:lnTo>
                      <a:lnTo>
                        <a:pt x="706" y="494"/>
                      </a:lnTo>
                      <a:lnTo>
                        <a:pt x="704" y="494"/>
                      </a:lnTo>
                      <a:lnTo>
                        <a:pt x="704" y="492"/>
                      </a:lnTo>
                      <a:lnTo>
                        <a:pt x="704" y="490"/>
                      </a:lnTo>
                      <a:lnTo>
                        <a:pt x="704" y="488"/>
                      </a:lnTo>
                      <a:lnTo>
                        <a:pt x="706" y="486"/>
                      </a:lnTo>
                      <a:lnTo>
                        <a:pt x="706" y="486"/>
                      </a:lnTo>
                      <a:lnTo>
                        <a:pt x="708" y="476"/>
                      </a:lnTo>
                      <a:lnTo>
                        <a:pt x="710" y="460"/>
                      </a:lnTo>
                      <a:lnTo>
                        <a:pt x="712" y="442"/>
                      </a:lnTo>
                      <a:lnTo>
                        <a:pt x="712" y="424"/>
                      </a:lnTo>
                      <a:lnTo>
                        <a:pt x="712" y="412"/>
                      </a:lnTo>
                      <a:lnTo>
                        <a:pt x="710" y="408"/>
                      </a:lnTo>
                      <a:lnTo>
                        <a:pt x="706" y="398"/>
                      </a:lnTo>
                      <a:lnTo>
                        <a:pt x="698" y="408"/>
                      </a:lnTo>
                      <a:lnTo>
                        <a:pt x="698" y="408"/>
                      </a:lnTo>
                      <a:lnTo>
                        <a:pt x="696" y="410"/>
                      </a:lnTo>
                      <a:lnTo>
                        <a:pt x="692" y="410"/>
                      </a:lnTo>
                      <a:lnTo>
                        <a:pt x="686" y="410"/>
                      </a:lnTo>
                      <a:lnTo>
                        <a:pt x="682" y="412"/>
                      </a:lnTo>
                      <a:lnTo>
                        <a:pt x="680" y="414"/>
                      </a:lnTo>
                      <a:lnTo>
                        <a:pt x="678" y="416"/>
                      </a:lnTo>
                      <a:lnTo>
                        <a:pt x="678" y="418"/>
                      </a:lnTo>
                      <a:lnTo>
                        <a:pt x="678" y="418"/>
                      </a:lnTo>
                      <a:lnTo>
                        <a:pt x="676" y="424"/>
                      </a:lnTo>
                      <a:lnTo>
                        <a:pt x="676" y="440"/>
                      </a:lnTo>
                      <a:lnTo>
                        <a:pt x="676" y="456"/>
                      </a:lnTo>
                      <a:lnTo>
                        <a:pt x="676" y="468"/>
                      </a:lnTo>
                      <a:lnTo>
                        <a:pt x="674" y="474"/>
                      </a:lnTo>
                      <a:lnTo>
                        <a:pt x="674" y="478"/>
                      </a:lnTo>
                      <a:lnTo>
                        <a:pt x="670" y="482"/>
                      </a:lnTo>
                      <a:lnTo>
                        <a:pt x="666" y="486"/>
                      </a:lnTo>
                      <a:lnTo>
                        <a:pt x="662" y="486"/>
                      </a:lnTo>
                      <a:lnTo>
                        <a:pt x="658" y="486"/>
                      </a:lnTo>
                      <a:lnTo>
                        <a:pt x="652" y="488"/>
                      </a:lnTo>
                      <a:lnTo>
                        <a:pt x="648" y="490"/>
                      </a:lnTo>
                      <a:lnTo>
                        <a:pt x="646" y="492"/>
                      </a:lnTo>
                      <a:lnTo>
                        <a:pt x="646" y="492"/>
                      </a:lnTo>
                      <a:lnTo>
                        <a:pt x="632" y="494"/>
                      </a:lnTo>
                      <a:lnTo>
                        <a:pt x="618" y="490"/>
                      </a:lnTo>
                      <a:lnTo>
                        <a:pt x="606" y="486"/>
                      </a:lnTo>
                      <a:lnTo>
                        <a:pt x="602" y="484"/>
                      </a:lnTo>
                      <a:lnTo>
                        <a:pt x="610" y="480"/>
                      </a:lnTo>
                      <a:lnTo>
                        <a:pt x="622" y="478"/>
                      </a:lnTo>
                      <a:lnTo>
                        <a:pt x="636" y="476"/>
                      </a:lnTo>
                      <a:lnTo>
                        <a:pt x="642" y="476"/>
                      </a:lnTo>
                      <a:lnTo>
                        <a:pt x="646" y="474"/>
                      </a:lnTo>
                      <a:lnTo>
                        <a:pt x="648" y="472"/>
                      </a:lnTo>
                      <a:lnTo>
                        <a:pt x="648" y="468"/>
                      </a:lnTo>
                      <a:lnTo>
                        <a:pt x="648" y="466"/>
                      </a:lnTo>
                      <a:lnTo>
                        <a:pt x="648" y="466"/>
                      </a:lnTo>
                      <a:lnTo>
                        <a:pt x="646" y="462"/>
                      </a:lnTo>
                      <a:lnTo>
                        <a:pt x="646" y="458"/>
                      </a:lnTo>
                      <a:lnTo>
                        <a:pt x="646" y="456"/>
                      </a:lnTo>
                      <a:lnTo>
                        <a:pt x="646" y="454"/>
                      </a:lnTo>
                      <a:lnTo>
                        <a:pt x="648" y="452"/>
                      </a:lnTo>
                      <a:lnTo>
                        <a:pt x="650" y="448"/>
                      </a:lnTo>
                      <a:lnTo>
                        <a:pt x="652" y="444"/>
                      </a:lnTo>
                      <a:lnTo>
                        <a:pt x="656" y="440"/>
                      </a:lnTo>
                      <a:lnTo>
                        <a:pt x="660" y="434"/>
                      </a:lnTo>
                      <a:lnTo>
                        <a:pt x="662" y="430"/>
                      </a:lnTo>
                      <a:lnTo>
                        <a:pt x="664" y="428"/>
                      </a:lnTo>
                      <a:lnTo>
                        <a:pt x="664" y="426"/>
                      </a:lnTo>
                      <a:lnTo>
                        <a:pt x="668" y="422"/>
                      </a:lnTo>
                      <a:lnTo>
                        <a:pt x="668" y="418"/>
                      </a:lnTo>
                      <a:lnTo>
                        <a:pt x="668" y="416"/>
                      </a:lnTo>
                      <a:lnTo>
                        <a:pt x="666" y="416"/>
                      </a:lnTo>
                      <a:lnTo>
                        <a:pt x="666" y="414"/>
                      </a:lnTo>
                      <a:lnTo>
                        <a:pt x="664" y="414"/>
                      </a:lnTo>
                      <a:lnTo>
                        <a:pt x="662" y="414"/>
                      </a:lnTo>
                      <a:lnTo>
                        <a:pt x="660" y="412"/>
                      </a:lnTo>
                      <a:lnTo>
                        <a:pt x="658" y="412"/>
                      </a:lnTo>
                      <a:lnTo>
                        <a:pt x="656" y="410"/>
                      </a:lnTo>
                      <a:lnTo>
                        <a:pt x="656" y="408"/>
                      </a:lnTo>
                      <a:lnTo>
                        <a:pt x="656" y="400"/>
                      </a:lnTo>
                      <a:lnTo>
                        <a:pt x="656" y="384"/>
                      </a:lnTo>
                      <a:lnTo>
                        <a:pt x="656" y="368"/>
                      </a:lnTo>
                      <a:lnTo>
                        <a:pt x="656" y="354"/>
                      </a:lnTo>
                      <a:lnTo>
                        <a:pt x="656" y="348"/>
                      </a:lnTo>
                      <a:lnTo>
                        <a:pt x="658" y="342"/>
                      </a:lnTo>
                      <a:lnTo>
                        <a:pt x="658" y="336"/>
                      </a:lnTo>
                      <a:lnTo>
                        <a:pt x="656" y="330"/>
                      </a:lnTo>
                      <a:lnTo>
                        <a:pt x="654" y="324"/>
                      </a:lnTo>
                      <a:lnTo>
                        <a:pt x="652" y="320"/>
                      </a:lnTo>
                      <a:lnTo>
                        <a:pt x="650" y="318"/>
                      </a:lnTo>
                      <a:lnTo>
                        <a:pt x="650" y="318"/>
                      </a:lnTo>
                      <a:lnTo>
                        <a:pt x="650" y="292"/>
                      </a:lnTo>
                      <a:lnTo>
                        <a:pt x="656" y="286"/>
                      </a:lnTo>
                      <a:lnTo>
                        <a:pt x="658" y="274"/>
                      </a:lnTo>
                      <a:lnTo>
                        <a:pt x="670" y="262"/>
                      </a:lnTo>
                      <a:lnTo>
                        <a:pt x="672" y="258"/>
                      </a:lnTo>
                      <a:lnTo>
                        <a:pt x="670" y="256"/>
                      </a:lnTo>
                      <a:lnTo>
                        <a:pt x="666" y="252"/>
                      </a:lnTo>
                      <a:lnTo>
                        <a:pt x="664" y="250"/>
                      </a:lnTo>
                      <a:lnTo>
                        <a:pt x="660" y="250"/>
                      </a:lnTo>
                      <a:lnTo>
                        <a:pt x="660" y="248"/>
                      </a:lnTo>
                      <a:lnTo>
                        <a:pt x="634" y="252"/>
                      </a:lnTo>
                      <a:lnTo>
                        <a:pt x="630" y="246"/>
                      </a:lnTo>
                      <a:lnTo>
                        <a:pt x="620" y="250"/>
                      </a:lnTo>
                      <a:lnTo>
                        <a:pt x="614" y="258"/>
                      </a:lnTo>
                      <a:lnTo>
                        <a:pt x="610" y="268"/>
                      </a:lnTo>
                      <a:lnTo>
                        <a:pt x="610" y="278"/>
                      </a:lnTo>
                      <a:lnTo>
                        <a:pt x="610" y="280"/>
                      </a:lnTo>
                      <a:lnTo>
                        <a:pt x="608" y="286"/>
                      </a:lnTo>
                      <a:lnTo>
                        <a:pt x="604" y="292"/>
                      </a:lnTo>
                      <a:lnTo>
                        <a:pt x="602" y="296"/>
                      </a:lnTo>
                      <a:lnTo>
                        <a:pt x="598" y="300"/>
                      </a:lnTo>
                      <a:lnTo>
                        <a:pt x="594" y="302"/>
                      </a:lnTo>
                      <a:lnTo>
                        <a:pt x="592" y="304"/>
                      </a:lnTo>
                      <a:lnTo>
                        <a:pt x="592" y="304"/>
                      </a:lnTo>
                      <a:lnTo>
                        <a:pt x="584" y="316"/>
                      </a:lnTo>
                      <a:lnTo>
                        <a:pt x="580" y="332"/>
                      </a:lnTo>
                      <a:lnTo>
                        <a:pt x="580" y="350"/>
                      </a:lnTo>
                      <a:lnTo>
                        <a:pt x="582" y="364"/>
                      </a:lnTo>
                      <a:lnTo>
                        <a:pt x="582" y="370"/>
                      </a:lnTo>
                      <a:lnTo>
                        <a:pt x="582" y="370"/>
                      </a:lnTo>
                      <a:lnTo>
                        <a:pt x="584" y="374"/>
                      </a:lnTo>
                      <a:lnTo>
                        <a:pt x="586" y="376"/>
                      </a:lnTo>
                      <a:lnTo>
                        <a:pt x="586" y="382"/>
                      </a:lnTo>
                      <a:lnTo>
                        <a:pt x="588" y="386"/>
                      </a:lnTo>
                      <a:lnTo>
                        <a:pt x="590" y="392"/>
                      </a:lnTo>
                      <a:lnTo>
                        <a:pt x="590" y="396"/>
                      </a:lnTo>
                      <a:lnTo>
                        <a:pt x="590" y="400"/>
                      </a:lnTo>
                      <a:lnTo>
                        <a:pt x="588" y="402"/>
                      </a:lnTo>
                      <a:lnTo>
                        <a:pt x="586" y="404"/>
                      </a:lnTo>
                      <a:lnTo>
                        <a:pt x="584" y="404"/>
                      </a:lnTo>
                      <a:lnTo>
                        <a:pt x="584" y="404"/>
                      </a:lnTo>
                      <a:lnTo>
                        <a:pt x="584" y="404"/>
                      </a:lnTo>
                      <a:lnTo>
                        <a:pt x="552" y="374"/>
                      </a:lnTo>
                      <a:lnTo>
                        <a:pt x="516" y="370"/>
                      </a:lnTo>
                      <a:lnTo>
                        <a:pt x="512" y="380"/>
                      </a:lnTo>
                      <a:lnTo>
                        <a:pt x="516" y="388"/>
                      </a:lnTo>
                      <a:lnTo>
                        <a:pt x="516" y="404"/>
                      </a:lnTo>
                      <a:lnTo>
                        <a:pt x="494" y="420"/>
                      </a:lnTo>
                      <a:lnTo>
                        <a:pt x="496" y="410"/>
                      </a:lnTo>
                      <a:lnTo>
                        <a:pt x="496" y="402"/>
                      </a:lnTo>
                      <a:lnTo>
                        <a:pt x="498" y="398"/>
                      </a:lnTo>
                      <a:lnTo>
                        <a:pt x="498" y="396"/>
                      </a:lnTo>
                      <a:lnTo>
                        <a:pt x="490" y="396"/>
                      </a:lnTo>
                      <a:lnTo>
                        <a:pt x="482" y="404"/>
                      </a:lnTo>
                      <a:lnTo>
                        <a:pt x="478" y="414"/>
                      </a:lnTo>
                      <a:lnTo>
                        <a:pt x="456" y="412"/>
                      </a:lnTo>
                      <a:lnTo>
                        <a:pt x="448" y="412"/>
                      </a:lnTo>
                      <a:lnTo>
                        <a:pt x="442" y="414"/>
                      </a:lnTo>
                      <a:lnTo>
                        <a:pt x="438" y="416"/>
                      </a:lnTo>
                      <a:lnTo>
                        <a:pt x="434" y="418"/>
                      </a:lnTo>
                      <a:lnTo>
                        <a:pt x="432" y="420"/>
                      </a:lnTo>
                      <a:lnTo>
                        <a:pt x="432" y="420"/>
                      </a:lnTo>
                      <a:lnTo>
                        <a:pt x="432" y="400"/>
                      </a:lnTo>
                      <a:lnTo>
                        <a:pt x="426" y="400"/>
                      </a:lnTo>
                      <a:lnTo>
                        <a:pt x="420" y="404"/>
                      </a:lnTo>
                      <a:lnTo>
                        <a:pt x="410" y="410"/>
                      </a:lnTo>
                      <a:lnTo>
                        <a:pt x="400" y="416"/>
                      </a:lnTo>
                      <a:lnTo>
                        <a:pt x="392" y="420"/>
                      </a:lnTo>
                      <a:lnTo>
                        <a:pt x="390" y="422"/>
                      </a:lnTo>
                      <a:lnTo>
                        <a:pt x="372" y="428"/>
                      </a:lnTo>
                      <a:lnTo>
                        <a:pt x="360" y="436"/>
                      </a:lnTo>
                      <a:lnTo>
                        <a:pt x="352" y="448"/>
                      </a:lnTo>
                      <a:lnTo>
                        <a:pt x="350" y="456"/>
                      </a:lnTo>
                      <a:lnTo>
                        <a:pt x="350" y="458"/>
                      </a:lnTo>
                      <a:lnTo>
                        <a:pt x="348" y="466"/>
                      </a:lnTo>
                      <a:lnTo>
                        <a:pt x="348" y="470"/>
                      </a:lnTo>
                      <a:lnTo>
                        <a:pt x="346" y="470"/>
                      </a:lnTo>
                      <a:lnTo>
                        <a:pt x="344" y="472"/>
                      </a:lnTo>
                      <a:lnTo>
                        <a:pt x="342" y="470"/>
                      </a:lnTo>
                      <a:lnTo>
                        <a:pt x="340" y="470"/>
                      </a:lnTo>
                      <a:lnTo>
                        <a:pt x="340" y="468"/>
                      </a:lnTo>
                      <a:lnTo>
                        <a:pt x="338" y="466"/>
                      </a:lnTo>
                      <a:lnTo>
                        <a:pt x="338" y="466"/>
                      </a:lnTo>
                      <a:lnTo>
                        <a:pt x="324" y="460"/>
                      </a:lnTo>
                      <a:lnTo>
                        <a:pt x="324" y="446"/>
                      </a:lnTo>
                      <a:lnTo>
                        <a:pt x="330" y="440"/>
                      </a:lnTo>
                      <a:lnTo>
                        <a:pt x="334" y="436"/>
                      </a:lnTo>
                      <a:lnTo>
                        <a:pt x="336" y="432"/>
                      </a:lnTo>
                      <a:lnTo>
                        <a:pt x="336" y="428"/>
                      </a:lnTo>
                      <a:lnTo>
                        <a:pt x="336" y="426"/>
                      </a:lnTo>
                      <a:lnTo>
                        <a:pt x="336" y="424"/>
                      </a:lnTo>
                      <a:lnTo>
                        <a:pt x="334" y="424"/>
                      </a:lnTo>
                      <a:lnTo>
                        <a:pt x="334" y="418"/>
                      </a:lnTo>
                      <a:lnTo>
                        <a:pt x="330" y="414"/>
                      </a:lnTo>
                      <a:lnTo>
                        <a:pt x="328" y="410"/>
                      </a:lnTo>
                      <a:lnTo>
                        <a:pt x="322" y="408"/>
                      </a:lnTo>
                      <a:lnTo>
                        <a:pt x="318" y="406"/>
                      </a:lnTo>
                      <a:lnTo>
                        <a:pt x="314" y="404"/>
                      </a:lnTo>
                      <a:lnTo>
                        <a:pt x="310" y="404"/>
                      </a:lnTo>
                      <a:lnTo>
                        <a:pt x="308" y="404"/>
                      </a:lnTo>
                      <a:lnTo>
                        <a:pt x="306" y="404"/>
                      </a:lnTo>
                      <a:lnTo>
                        <a:pt x="304" y="406"/>
                      </a:lnTo>
                      <a:lnTo>
                        <a:pt x="300" y="406"/>
                      </a:lnTo>
                      <a:lnTo>
                        <a:pt x="296" y="408"/>
                      </a:lnTo>
                      <a:lnTo>
                        <a:pt x="292" y="408"/>
                      </a:lnTo>
                      <a:lnTo>
                        <a:pt x="290" y="408"/>
                      </a:lnTo>
                      <a:lnTo>
                        <a:pt x="288" y="408"/>
                      </a:lnTo>
                      <a:lnTo>
                        <a:pt x="300" y="416"/>
                      </a:lnTo>
                      <a:lnTo>
                        <a:pt x="300" y="440"/>
                      </a:lnTo>
                      <a:lnTo>
                        <a:pt x="300" y="454"/>
                      </a:lnTo>
                      <a:lnTo>
                        <a:pt x="302" y="454"/>
                      </a:lnTo>
                      <a:lnTo>
                        <a:pt x="302" y="456"/>
                      </a:lnTo>
                      <a:lnTo>
                        <a:pt x="304" y="460"/>
                      </a:lnTo>
                      <a:lnTo>
                        <a:pt x="306" y="462"/>
                      </a:lnTo>
                      <a:lnTo>
                        <a:pt x="306" y="464"/>
                      </a:lnTo>
                      <a:lnTo>
                        <a:pt x="308" y="466"/>
                      </a:lnTo>
                      <a:lnTo>
                        <a:pt x="306" y="476"/>
                      </a:lnTo>
                      <a:lnTo>
                        <a:pt x="306" y="482"/>
                      </a:lnTo>
                      <a:lnTo>
                        <a:pt x="304" y="486"/>
                      </a:lnTo>
                      <a:lnTo>
                        <a:pt x="302" y="490"/>
                      </a:lnTo>
                      <a:lnTo>
                        <a:pt x="302" y="490"/>
                      </a:lnTo>
                      <a:lnTo>
                        <a:pt x="292" y="486"/>
                      </a:lnTo>
                      <a:lnTo>
                        <a:pt x="284" y="480"/>
                      </a:lnTo>
                      <a:lnTo>
                        <a:pt x="278" y="480"/>
                      </a:lnTo>
                      <a:lnTo>
                        <a:pt x="262" y="498"/>
                      </a:lnTo>
                      <a:lnTo>
                        <a:pt x="246" y="510"/>
                      </a:lnTo>
                      <a:lnTo>
                        <a:pt x="244" y="514"/>
                      </a:lnTo>
                      <a:lnTo>
                        <a:pt x="244" y="518"/>
                      </a:lnTo>
                      <a:lnTo>
                        <a:pt x="248" y="522"/>
                      </a:lnTo>
                      <a:lnTo>
                        <a:pt x="250" y="524"/>
                      </a:lnTo>
                      <a:lnTo>
                        <a:pt x="254" y="528"/>
                      </a:lnTo>
                      <a:lnTo>
                        <a:pt x="256" y="530"/>
                      </a:lnTo>
                      <a:lnTo>
                        <a:pt x="258" y="530"/>
                      </a:lnTo>
                      <a:lnTo>
                        <a:pt x="256" y="538"/>
                      </a:lnTo>
                      <a:lnTo>
                        <a:pt x="232" y="540"/>
                      </a:lnTo>
                      <a:lnTo>
                        <a:pt x="220" y="526"/>
                      </a:lnTo>
                      <a:lnTo>
                        <a:pt x="216" y="514"/>
                      </a:lnTo>
                      <a:lnTo>
                        <a:pt x="206" y="508"/>
                      </a:lnTo>
                      <a:lnTo>
                        <a:pt x="202" y="518"/>
                      </a:lnTo>
                      <a:lnTo>
                        <a:pt x="208" y="534"/>
                      </a:lnTo>
                      <a:lnTo>
                        <a:pt x="218" y="554"/>
                      </a:lnTo>
                      <a:lnTo>
                        <a:pt x="218" y="558"/>
                      </a:lnTo>
                      <a:lnTo>
                        <a:pt x="216" y="560"/>
                      </a:lnTo>
                      <a:lnTo>
                        <a:pt x="216" y="562"/>
                      </a:lnTo>
                      <a:lnTo>
                        <a:pt x="212" y="562"/>
                      </a:lnTo>
                      <a:lnTo>
                        <a:pt x="210" y="560"/>
                      </a:lnTo>
                      <a:lnTo>
                        <a:pt x="208" y="560"/>
                      </a:lnTo>
                      <a:lnTo>
                        <a:pt x="208" y="560"/>
                      </a:lnTo>
                      <a:lnTo>
                        <a:pt x="198" y="548"/>
                      </a:lnTo>
                      <a:lnTo>
                        <a:pt x="182" y="540"/>
                      </a:lnTo>
                      <a:lnTo>
                        <a:pt x="182" y="540"/>
                      </a:lnTo>
                      <a:lnTo>
                        <a:pt x="182" y="536"/>
                      </a:lnTo>
                      <a:lnTo>
                        <a:pt x="182" y="532"/>
                      </a:lnTo>
                      <a:lnTo>
                        <a:pt x="182" y="528"/>
                      </a:lnTo>
                      <a:lnTo>
                        <a:pt x="182" y="524"/>
                      </a:lnTo>
                      <a:lnTo>
                        <a:pt x="184" y="520"/>
                      </a:lnTo>
                      <a:lnTo>
                        <a:pt x="186" y="518"/>
                      </a:lnTo>
                      <a:lnTo>
                        <a:pt x="186" y="514"/>
                      </a:lnTo>
                      <a:lnTo>
                        <a:pt x="186" y="510"/>
                      </a:lnTo>
                      <a:lnTo>
                        <a:pt x="186" y="508"/>
                      </a:lnTo>
                      <a:lnTo>
                        <a:pt x="186" y="504"/>
                      </a:lnTo>
                      <a:lnTo>
                        <a:pt x="186" y="504"/>
                      </a:lnTo>
                      <a:lnTo>
                        <a:pt x="162" y="484"/>
                      </a:lnTo>
                      <a:lnTo>
                        <a:pt x="156" y="468"/>
                      </a:lnTo>
                      <a:lnTo>
                        <a:pt x="176" y="476"/>
                      </a:lnTo>
                      <a:lnTo>
                        <a:pt x="182" y="482"/>
                      </a:lnTo>
                      <a:lnTo>
                        <a:pt x="198" y="488"/>
                      </a:lnTo>
                      <a:lnTo>
                        <a:pt x="210" y="498"/>
                      </a:lnTo>
                      <a:lnTo>
                        <a:pt x="220" y="502"/>
                      </a:lnTo>
                      <a:lnTo>
                        <a:pt x="232" y="500"/>
                      </a:lnTo>
                      <a:lnTo>
                        <a:pt x="242" y="496"/>
                      </a:lnTo>
                      <a:lnTo>
                        <a:pt x="246" y="494"/>
                      </a:lnTo>
                      <a:lnTo>
                        <a:pt x="258" y="480"/>
                      </a:lnTo>
                      <a:lnTo>
                        <a:pt x="266" y="466"/>
                      </a:lnTo>
                      <a:lnTo>
                        <a:pt x="268" y="452"/>
                      </a:lnTo>
                      <a:lnTo>
                        <a:pt x="268" y="446"/>
                      </a:lnTo>
                      <a:lnTo>
                        <a:pt x="266" y="442"/>
                      </a:lnTo>
                      <a:lnTo>
                        <a:pt x="262" y="438"/>
                      </a:lnTo>
                      <a:lnTo>
                        <a:pt x="256" y="436"/>
                      </a:lnTo>
                      <a:lnTo>
                        <a:pt x="252" y="432"/>
                      </a:lnTo>
                      <a:lnTo>
                        <a:pt x="246" y="432"/>
                      </a:lnTo>
                      <a:lnTo>
                        <a:pt x="242" y="430"/>
                      </a:lnTo>
                      <a:lnTo>
                        <a:pt x="238" y="430"/>
                      </a:lnTo>
                      <a:lnTo>
                        <a:pt x="236" y="428"/>
                      </a:lnTo>
                      <a:lnTo>
                        <a:pt x="230" y="412"/>
                      </a:lnTo>
                      <a:lnTo>
                        <a:pt x="218" y="396"/>
                      </a:lnTo>
                      <a:lnTo>
                        <a:pt x="204" y="388"/>
                      </a:lnTo>
                      <a:lnTo>
                        <a:pt x="190" y="384"/>
                      </a:lnTo>
                      <a:lnTo>
                        <a:pt x="176" y="382"/>
                      </a:lnTo>
                      <a:lnTo>
                        <a:pt x="168" y="382"/>
                      </a:lnTo>
                      <a:lnTo>
                        <a:pt x="164" y="382"/>
                      </a:lnTo>
                      <a:lnTo>
                        <a:pt x="162" y="380"/>
                      </a:lnTo>
                      <a:lnTo>
                        <a:pt x="160" y="376"/>
                      </a:lnTo>
                      <a:lnTo>
                        <a:pt x="156" y="374"/>
                      </a:lnTo>
                      <a:lnTo>
                        <a:pt x="154" y="372"/>
                      </a:lnTo>
                      <a:lnTo>
                        <a:pt x="150" y="372"/>
                      </a:lnTo>
                      <a:lnTo>
                        <a:pt x="150" y="370"/>
                      </a:lnTo>
                      <a:lnTo>
                        <a:pt x="152" y="364"/>
                      </a:lnTo>
                      <a:lnTo>
                        <a:pt x="162" y="368"/>
                      </a:lnTo>
                      <a:lnTo>
                        <a:pt x="168" y="364"/>
                      </a:lnTo>
                      <a:lnTo>
                        <a:pt x="148" y="354"/>
                      </a:lnTo>
                      <a:lnTo>
                        <a:pt x="140" y="364"/>
                      </a:lnTo>
                      <a:lnTo>
                        <a:pt x="132" y="364"/>
                      </a:lnTo>
                      <a:lnTo>
                        <a:pt x="132" y="370"/>
                      </a:lnTo>
                      <a:lnTo>
                        <a:pt x="130" y="374"/>
                      </a:lnTo>
                      <a:lnTo>
                        <a:pt x="128" y="378"/>
                      </a:lnTo>
                      <a:lnTo>
                        <a:pt x="124" y="380"/>
                      </a:lnTo>
                      <a:lnTo>
                        <a:pt x="122" y="382"/>
                      </a:lnTo>
                      <a:lnTo>
                        <a:pt x="120" y="384"/>
                      </a:lnTo>
                      <a:lnTo>
                        <a:pt x="118" y="384"/>
                      </a:lnTo>
                      <a:lnTo>
                        <a:pt x="110" y="402"/>
                      </a:lnTo>
                      <a:lnTo>
                        <a:pt x="110" y="420"/>
                      </a:lnTo>
                      <a:lnTo>
                        <a:pt x="130" y="440"/>
                      </a:lnTo>
                      <a:lnTo>
                        <a:pt x="130" y="470"/>
                      </a:lnTo>
                      <a:lnTo>
                        <a:pt x="118" y="484"/>
                      </a:lnTo>
                      <a:lnTo>
                        <a:pt x="126" y="502"/>
                      </a:lnTo>
                      <a:lnTo>
                        <a:pt x="122" y="556"/>
                      </a:lnTo>
                      <a:lnTo>
                        <a:pt x="122" y="562"/>
                      </a:lnTo>
                      <a:lnTo>
                        <a:pt x="122" y="568"/>
                      </a:lnTo>
                      <a:lnTo>
                        <a:pt x="124" y="572"/>
                      </a:lnTo>
                      <a:lnTo>
                        <a:pt x="126" y="574"/>
                      </a:lnTo>
                      <a:lnTo>
                        <a:pt x="126" y="576"/>
                      </a:lnTo>
                      <a:lnTo>
                        <a:pt x="126" y="576"/>
                      </a:lnTo>
                      <a:lnTo>
                        <a:pt x="132" y="592"/>
                      </a:lnTo>
                      <a:lnTo>
                        <a:pt x="134" y="606"/>
                      </a:lnTo>
                      <a:lnTo>
                        <a:pt x="132" y="614"/>
                      </a:lnTo>
                      <a:lnTo>
                        <a:pt x="130" y="616"/>
                      </a:lnTo>
                      <a:lnTo>
                        <a:pt x="96" y="650"/>
                      </a:lnTo>
                      <a:lnTo>
                        <a:pt x="100" y="654"/>
                      </a:lnTo>
                      <a:lnTo>
                        <a:pt x="106" y="658"/>
                      </a:lnTo>
                      <a:lnTo>
                        <a:pt x="110" y="660"/>
                      </a:lnTo>
                      <a:lnTo>
                        <a:pt x="116" y="662"/>
                      </a:lnTo>
                      <a:lnTo>
                        <a:pt x="122" y="662"/>
                      </a:lnTo>
                      <a:lnTo>
                        <a:pt x="124" y="662"/>
                      </a:lnTo>
                      <a:lnTo>
                        <a:pt x="126" y="662"/>
                      </a:lnTo>
                      <a:lnTo>
                        <a:pt x="122" y="662"/>
                      </a:lnTo>
                      <a:lnTo>
                        <a:pt x="118" y="664"/>
                      </a:lnTo>
                      <a:lnTo>
                        <a:pt x="114" y="666"/>
                      </a:lnTo>
                      <a:lnTo>
                        <a:pt x="112" y="668"/>
                      </a:lnTo>
                      <a:lnTo>
                        <a:pt x="110" y="668"/>
                      </a:lnTo>
                      <a:lnTo>
                        <a:pt x="104" y="668"/>
                      </a:lnTo>
                      <a:lnTo>
                        <a:pt x="98" y="670"/>
                      </a:lnTo>
                      <a:lnTo>
                        <a:pt x="94" y="672"/>
                      </a:lnTo>
                      <a:lnTo>
                        <a:pt x="90" y="674"/>
                      </a:lnTo>
                      <a:lnTo>
                        <a:pt x="86" y="676"/>
                      </a:lnTo>
                      <a:lnTo>
                        <a:pt x="84" y="678"/>
                      </a:lnTo>
                      <a:lnTo>
                        <a:pt x="84" y="678"/>
                      </a:lnTo>
                      <a:lnTo>
                        <a:pt x="78" y="674"/>
                      </a:lnTo>
                      <a:lnTo>
                        <a:pt x="68" y="672"/>
                      </a:lnTo>
                      <a:lnTo>
                        <a:pt x="60" y="672"/>
                      </a:lnTo>
                      <a:lnTo>
                        <a:pt x="54" y="674"/>
                      </a:lnTo>
                      <a:lnTo>
                        <a:pt x="50" y="678"/>
                      </a:lnTo>
                      <a:lnTo>
                        <a:pt x="46" y="680"/>
                      </a:lnTo>
                      <a:lnTo>
                        <a:pt x="44" y="682"/>
                      </a:lnTo>
                      <a:lnTo>
                        <a:pt x="44" y="684"/>
                      </a:lnTo>
                      <a:lnTo>
                        <a:pt x="42" y="686"/>
                      </a:lnTo>
                      <a:lnTo>
                        <a:pt x="42" y="686"/>
                      </a:lnTo>
                      <a:lnTo>
                        <a:pt x="40" y="690"/>
                      </a:lnTo>
                      <a:lnTo>
                        <a:pt x="40" y="694"/>
                      </a:lnTo>
                      <a:lnTo>
                        <a:pt x="40" y="698"/>
                      </a:lnTo>
                      <a:lnTo>
                        <a:pt x="40" y="702"/>
                      </a:lnTo>
                      <a:lnTo>
                        <a:pt x="40" y="704"/>
                      </a:lnTo>
                      <a:lnTo>
                        <a:pt x="40" y="706"/>
                      </a:lnTo>
                      <a:lnTo>
                        <a:pt x="46" y="710"/>
                      </a:lnTo>
                      <a:lnTo>
                        <a:pt x="48" y="720"/>
                      </a:lnTo>
                      <a:lnTo>
                        <a:pt x="48" y="726"/>
                      </a:lnTo>
                      <a:lnTo>
                        <a:pt x="48" y="730"/>
                      </a:lnTo>
                      <a:lnTo>
                        <a:pt x="46" y="734"/>
                      </a:lnTo>
                      <a:lnTo>
                        <a:pt x="46" y="736"/>
                      </a:lnTo>
                      <a:lnTo>
                        <a:pt x="44" y="738"/>
                      </a:lnTo>
                      <a:lnTo>
                        <a:pt x="44" y="738"/>
                      </a:lnTo>
                      <a:lnTo>
                        <a:pt x="42" y="738"/>
                      </a:lnTo>
                      <a:lnTo>
                        <a:pt x="38" y="736"/>
                      </a:lnTo>
                      <a:lnTo>
                        <a:pt x="34" y="734"/>
                      </a:lnTo>
                      <a:lnTo>
                        <a:pt x="30" y="732"/>
                      </a:lnTo>
                      <a:lnTo>
                        <a:pt x="30" y="730"/>
                      </a:lnTo>
                      <a:lnTo>
                        <a:pt x="28" y="730"/>
                      </a:lnTo>
                      <a:lnTo>
                        <a:pt x="20" y="722"/>
                      </a:lnTo>
                      <a:lnTo>
                        <a:pt x="8" y="736"/>
                      </a:lnTo>
                      <a:lnTo>
                        <a:pt x="4" y="738"/>
                      </a:lnTo>
                      <a:lnTo>
                        <a:pt x="4" y="744"/>
                      </a:lnTo>
                      <a:lnTo>
                        <a:pt x="2" y="750"/>
                      </a:lnTo>
                      <a:lnTo>
                        <a:pt x="2" y="756"/>
                      </a:lnTo>
                      <a:lnTo>
                        <a:pt x="0" y="764"/>
                      </a:lnTo>
                      <a:lnTo>
                        <a:pt x="0" y="778"/>
                      </a:lnTo>
                      <a:lnTo>
                        <a:pt x="2" y="780"/>
                      </a:lnTo>
                      <a:lnTo>
                        <a:pt x="4" y="782"/>
                      </a:lnTo>
                      <a:lnTo>
                        <a:pt x="8" y="782"/>
                      </a:lnTo>
                      <a:lnTo>
                        <a:pt x="8" y="782"/>
                      </a:lnTo>
                      <a:lnTo>
                        <a:pt x="14" y="782"/>
                      </a:lnTo>
                      <a:lnTo>
                        <a:pt x="18" y="782"/>
                      </a:lnTo>
                      <a:lnTo>
                        <a:pt x="20" y="780"/>
                      </a:lnTo>
                      <a:lnTo>
                        <a:pt x="22" y="780"/>
                      </a:lnTo>
                      <a:lnTo>
                        <a:pt x="22" y="782"/>
                      </a:lnTo>
                      <a:lnTo>
                        <a:pt x="24" y="784"/>
                      </a:lnTo>
                      <a:lnTo>
                        <a:pt x="26" y="786"/>
                      </a:lnTo>
                      <a:lnTo>
                        <a:pt x="30" y="788"/>
                      </a:lnTo>
                      <a:lnTo>
                        <a:pt x="32" y="790"/>
                      </a:lnTo>
                      <a:lnTo>
                        <a:pt x="34" y="792"/>
                      </a:lnTo>
                      <a:lnTo>
                        <a:pt x="36" y="796"/>
                      </a:lnTo>
                      <a:lnTo>
                        <a:pt x="38" y="802"/>
                      </a:lnTo>
                      <a:lnTo>
                        <a:pt x="40" y="806"/>
                      </a:lnTo>
                      <a:lnTo>
                        <a:pt x="42" y="810"/>
                      </a:lnTo>
                      <a:lnTo>
                        <a:pt x="44" y="814"/>
                      </a:lnTo>
                      <a:lnTo>
                        <a:pt x="44" y="814"/>
                      </a:lnTo>
                      <a:lnTo>
                        <a:pt x="46" y="820"/>
                      </a:lnTo>
                      <a:lnTo>
                        <a:pt x="44" y="824"/>
                      </a:lnTo>
                      <a:lnTo>
                        <a:pt x="42" y="828"/>
                      </a:lnTo>
                      <a:lnTo>
                        <a:pt x="40" y="830"/>
                      </a:lnTo>
                      <a:lnTo>
                        <a:pt x="38" y="832"/>
                      </a:lnTo>
                      <a:lnTo>
                        <a:pt x="36" y="832"/>
                      </a:lnTo>
                      <a:lnTo>
                        <a:pt x="36" y="832"/>
                      </a:lnTo>
                      <a:lnTo>
                        <a:pt x="40" y="834"/>
                      </a:lnTo>
                      <a:lnTo>
                        <a:pt x="42" y="838"/>
                      </a:lnTo>
                      <a:lnTo>
                        <a:pt x="46" y="842"/>
                      </a:lnTo>
                      <a:lnTo>
                        <a:pt x="50" y="846"/>
                      </a:lnTo>
                      <a:lnTo>
                        <a:pt x="52" y="852"/>
                      </a:lnTo>
                      <a:lnTo>
                        <a:pt x="54" y="856"/>
                      </a:lnTo>
                      <a:lnTo>
                        <a:pt x="56" y="858"/>
                      </a:lnTo>
                      <a:lnTo>
                        <a:pt x="56" y="860"/>
                      </a:lnTo>
                      <a:lnTo>
                        <a:pt x="58" y="866"/>
                      </a:lnTo>
                      <a:lnTo>
                        <a:pt x="60" y="872"/>
                      </a:lnTo>
                      <a:lnTo>
                        <a:pt x="62" y="874"/>
                      </a:lnTo>
                      <a:lnTo>
                        <a:pt x="62" y="876"/>
                      </a:lnTo>
                      <a:lnTo>
                        <a:pt x="60" y="878"/>
                      </a:lnTo>
                      <a:lnTo>
                        <a:pt x="60" y="878"/>
                      </a:lnTo>
                      <a:lnTo>
                        <a:pt x="60" y="878"/>
                      </a:lnTo>
                      <a:lnTo>
                        <a:pt x="60" y="878"/>
                      </a:lnTo>
                      <a:lnTo>
                        <a:pt x="38" y="892"/>
                      </a:lnTo>
                      <a:lnTo>
                        <a:pt x="38" y="894"/>
                      </a:lnTo>
                      <a:lnTo>
                        <a:pt x="36" y="894"/>
                      </a:lnTo>
                      <a:lnTo>
                        <a:pt x="34" y="894"/>
                      </a:lnTo>
                      <a:lnTo>
                        <a:pt x="32" y="892"/>
                      </a:lnTo>
                      <a:lnTo>
                        <a:pt x="32" y="894"/>
                      </a:lnTo>
                      <a:lnTo>
                        <a:pt x="30" y="898"/>
                      </a:lnTo>
                      <a:lnTo>
                        <a:pt x="28" y="902"/>
                      </a:lnTo>
                      <a:lnTo>
                        <a:pt x="30" y="906"/>
                      </a:lnTo>
                      <a:lnTo>
                        <a:pt x="30" y="908"/>
                      </a:lnTo>
                      <a:lnTo>
                        <a:pt x="32" y="908"/>
                      </a:lnTo>
                      <a:lnTo>
                        <a:pt x="32" y="908"/>
                      </a:lnTo>
                      <a:lnTo>
                        <a:pt x="28" y="908"/>
                      </a:lnTo>
                      <a:lnTo>
                        <a:pt x="26" y="910"/>
                      </a:lnTo>
                      <a:lnTo>
                        <a:pt x="24" y="910"/>
                      </a:lnTo>
                      <a:lnTo>
                        <a:pt x="22" y="912"/>
                      </a:lnTo>
                      <a:lnTo>
                        <a:pt x="22" y="912"/>
                      </a:lnTo>
                      <a:lnTo>
                        <a:pt x="28" y="918"/>
                      </a:lnTo>
                      <a:lnTo>
                        <a:pt x="28" y="918"/>
                      </a:lnTo>
                      <a:lnTo>
                        <a:pt x="30" y="916"/>
                      </a:lnTo>
                      <a:lnTo>
                        <a:pt x="34" y="914"/>
                      </a:lnTo>
                      <a:lnTo>
                        <a:pt x="40" y="914"/>
                      </a:lnTo>
                      <a:lnTo>
                        <a:pt x="46" y="914"/>
                      </a:lnTo>
                      <a:lnTo>
                        <a:pt x="50" y="914"/>
                      </a:lnTo>
                      <a:lnTo>
                        <a:pt x="56" y="916"/>
                      </a:lnTo>
                      <a:lnTo>
                        <a:pt x="58" y="916"/>
                      </a:lnTo>
                      <a:lnTo>
                        <a:pt x="60" y="918"/>
                      </a:lnTo>
                      <a:lnTo>
                        <a:pt x="64" y="918"/>
                      </a:lnTo>
                      <a:lnTo>
                        <a:pt x="68" y="918"/>
                      </a:lnTo>
                      <a:lnTo>
                        <a:pt x="74" y="918"/>
                      </a:lnTo>
                      <a:lnTo>
                        <a:pt x="76" y="916"/>
                      </a:lnTo>
                      <a:lnTo>
                        <a:pt x="78" y="916"/>
                      </a:lnTo>
                      <a:lnTo>
                        <a:pt x="80" y="912"/>
                      </a:lnTo>
                      <a:lnTo>
                        <a:pt x="80" y="912"/>
                      </a:lnTo>
                      <a:lnTo>
                        <a:pt x="84" y="914"/>
                      </a:lnTo>
                      <a:lnTo>
                        <a:pt x="88" y="916"/>
                      </a:lnTo>
                      <a:lnTo>
                        <a:pt x="92" y="918"/>
                      </a:lnTo>
                      <a:lnTo>
                        <a:pt x="96" y="922"/>
                      </a:lnTo>
                      <a:lnTo>
                        <a:pt x="100" y="926"/>
                      </a:lnTo>
                      <a:lnTo>
                        <a:pt x="100" y="928"/>
                      </a:lnTo>
                      <a:lnTo>
                        <a:pt x="102" y="930"/>
                      </a:lnTo>
                      <a:lnTo>
                        <a:pt x="104" y="934"/>
                      </a:lnTo>
                      <a:lnTo>
                        <a:pt x="106" y="940"/>
                      </a:lnTo>
                      <a:lnTo>
                        <a:pt x="106" y="946"/>
                      </a:lnTo>
                      <a:lnTo>
                        <a:pt x="106" y="952"/>
                      </a:lnTo>
                      <a:lnTo>
                        <a:pt x="104" y="960"/>
                      </a:lnTo>
                      <a:lnTo>
                        <a:pt x="104" y="966"/>
                      </a:lnTo>
                      <a:lnTo>
                        <a:pt x="104" y="970"/>
                      </a:lnTo>
                      <a:lnTo>
                        <a:pt x="106" y="972"/>
                      </a:lnTo>
                      <a:lnTo>
                        <a:pt x="108" y="974"/>
                      </a:lnTo>
                      <a:lnTo>
                        <a:pt x="110" y="976"/>
                      </a:lnTo>
                      <a:lnTo>
                        <a:pt x="112" y="972"/>
                      </a:lnTo>
                      <a:lnTo>
                        <a:pt x="114" y="970"/>
                      </a:lnTo>
                      <a:lnTo>
                        <a:pt x="114" y="970"/>
                      </a:lnTo>
                      <a:lnTo>
                        <a:pt x="116" y="970"/>
                      </a:lnTo>
                      <a:lnTo>
                        <a:pt x="120" y="968"/>
                      </a:lnTo>
                      <a:lnTo>
                        <a:pt x="124" y="966"/>
                      </a:lnTo>
                      <a:lnTo>
                        <a:pt x="128" y="966"/>
                      </a:lnTo>
                      <a:lnTo>
                        <a:pt x="130" y="966"/>
                      </a:lnTo>
                      <a:lnTo>
                        <a:pt x="140" y="964"/>
                      </a:lnTo>
                      <a:lnTo>
                        <a:pt x="150" y="968"/>
                      </a:lnTo>
                      <a:lnTo>
                        <a:pt x="158" y="972"/>
                      </a:lnTo>
                      <a:lnTo>
                        <a:pt x="162" y="974"/>
                      </a:lnTo>
                      <a:lnTo>
                        <a:pt x="158" y="976"/>
                      </a:lnTo>
                      <a:lnTo>
                        <a:pt x="164" y="976"/>
                      </a:lnTo>
                      <a:lnTo>
                        <a:pt x="170" y="974"/>
                      </a:lnTo>
                      <a:lnTo>
                        <a:pt x="174" y="974"/>
                      </a:lnTo>
                      <a:lnTo>
                        <a:pt x="176" y="976"/>
                      </a:lnTo>
                      <a:lnTo>
                        <a:pt x="180" y="976"/>
                      </a:lnTo>
                      <a:lnTo>
                        <a:pt x="180" y="978"/>
                      </a:lnTo>
                      <a:lnTo>
                        <a:pt x="182" y="978"/>
                      </a:lnTo>
                      <a:lnTo>
                        <a:pt x="180" y="978"/>
                      </a:lnTo>
                      <a:lnTo>
                        <a:pt x="178" y="980"/>
                      </a:lnTo>
                      <a:lnTo>
                        <a:pt x="176" y="984"/>
                      </a:lnTo>
                      <a:lnTo>
                        <a:pt x="174" y="986"/>
                      </a:lnTo>
                      <a:lnTo>
                        <a:pt x="174" y="988"/>
                      </a:lnTo>
                      <a:lnTo>
                        <a:pt x="174" y="990"/>
                      </a:lnTo>
                      <a:lnTo>
                        <a:pt x="174" y="992"/>
                      </a:lnTo>
                      <a:lnTo>
                        <a:pt x="174" y="998"/>
                      </a:lnTo>
                      <a:lnTo>
                        <a:pt x="178" y="1000"/>
                      </a:lnTo>
                      <a:lnTo>
                        <a:pt x="182" y="998"/>
                      </a:lnTo>
                      <a:lnTo>
                        <a:pt x="186" y="996"/>
                      </a:lnTo>
                      <a:lnTo>
                        <a:pt x="190" y="992"/>
                      </a:lnTo>
                      <a:lnTo>
                        <a:pt x="192" y="988"/>
                      </a:lnTo>
                      <a:lnTo>
                        <a:pt x="194" y="986"/>
                      </a:lnTo>
                      <a:lnTo>
                        <a:pt x="194" y="984"/>
                      </a:lnTo>
                      <a:lnTo>
                        <a:pt x="192" y="984"/>
                      </a:lnTo>
                      <a:lnTo>
                        <a:pt x="190" y="982"/>
                      </a:lnTo>
                      <a:lnTo>
                        <a:pt x="188" y="980"/>
                      </a:lnTo>
                      <a:lnTo>
                        <a:pt x="186" y="978"/>
                      </a:lnTo>
                      <a:lnTo>
                        <a:pt x="186" y="974"/>
                      </a:lnTo>
                      <a:lnTo>
                        <a:pt x="186" y="972"/>
                      </a:lnTo>
                      <a:lnTo>
                        <a:pt x="186" y="970"/>
                      </a:lnTo>
                      <a:lnTo>
                        <a:pt x="188" y="966"/>
                      </a:lnTo>
                      <a:lnTo>
                        <a:pt x="192" y="964"/>
                      </a:lnTo>
                      <a:lnTo>
                        <a:pt x="196" y="962"/>
                      </a:lnTo>
                      <a:lnTo>
                        <a:pt x="200" y="960"/>
                      </a:lnTo>
                      <a:lnTo>
                        <a:pt x="202" y="960"/>
                      </a:lnTo>
                      <a:lnTo>
                        <a:pt x="206" y="958"/>
                      </a:lnTo>
                      <a:lnTo>
                        <a:pt x="210" y="960"/>
                      </a:lnTo>
                      <a:lnTo>
                        <a:pt x="214" y="962"/>
                      </a:lnTo>
                      <a:lnTo>
                        <a:pt x="216" y="968"/>
                      </a:lnTo>
                      <a:lnTo>
                        <a:pt x="216" y="972"/>
                      </a:lnTo>
                      <a:lnTo>
                        <a:pt x="214" y="974"/>
                      </a:lnTo>
                      <a:lnTo>
                        <a:pt x="212" y="974"/>
                      </a:lnTo>
                      <a:lnTo>
                        <a:pt x="210" y="976"/>
                      </a:lnTo>
                      <a:lnTo>
                        <a:pt x="210" y="976"/>
                      </a:lnTo>
                      <a:lnTo>
                        <a:pt x="206" y="976"/>
                      </a:lnTo>
                      <a:lnTo>
                        <a:pt x="202" y="976"/>
                      </a:lnTo>
                      <a:lnTo>
                        <a:pt x="200" y="978"/>
                      </a:lnTo>
                      <a:lnTo>
                        <a:pt x="200" y="980"/>
                      </a:lnTo>
                      <a:lnTo>
                        <a:pt x="200" y="980"/>
                      </a:lnTo>
                      <a:lnTo>
                        <a:pt x="198" y="984"/>
                      </a:lnTo>
                      <a:lnTo>
                        <a:pt x="200" y="988"/>
                      </a:lnTo>
                      <a:lnTo>
                        <a:pt x="200" y="990"/>
                      </a:lnTo>
                      <a:lnTo>
                        <a:pt x="202" y="992"/>
                      </a:lnTo>
                      <a:lnTo>
                        <a:pt x="204" y="994"/>
                      </a:lnTo>
                      <a:lnTo>
                        <a:pt x="208" y="996"/>
                      </a:lnTo>
                      <a:lnTo>
                        <a:pt x="210" y="998"/>
                      </a:lnTo>
                      <a:lnTo>
                        <a:pt x="214" y="1000"/>
                      </a:lnTo>
                      <a:lnTo>
                        <a:pt x="216" y="1002"/>
                      </a:lnTo>
                      <a:lnTo>
                        <a:pt x="218" y="1002"/>
                      </a:lnTo>
                      <a:lnTo>
                        <a:pt x="218" y="1004"/>
                      </a:lnTo>
                      <a:lnTo>
                        <a:pt x="220" y="1008"/>
                      </a:lnTo>
                      <a:lnTo>
                        <a:pt x="222" y="1010"/>
                      </a:lnTo>
                      <a:lnTo>
                        <a:pt x="224" y="1012"/>
                      </a:lnTo>
                      <a:lnTo>
                        <a:pt x="226" y="1014"/>
                      </a:lnTo>
                      <a:lnTo>
                        <a:pt x="228" y="1014"/>
                      </a:lnTo>
                      <a:lnTo>
                        <a:pt x="228" y="1016"/>
                      </a:lnTo>
                      <a:lnTo>
                        <a:pt x="232" y="1018"/>
                      </a:lnTo>
                      <a:lnTo>
                        <a:pt x="236" y="1020"/>
                      </a:lnTo>
                      <a:lnTo>
                        <a:pt x="242" y="1024"/>
                      </a:lnTo>
                      <a:lnTo>
                        <a:pt x="246" y="1028"/>
                      </a:lnTo>
                      <a:lnTo>
                        <a:pt x="250" y="1030"/>
                      </a:lnTo>
                      <a:lnTo>
                        <a:pt x="254" y="1032"/>
                      </a:lnTo>
                      <a:lnTo>
                        <a:pt x="254" y="1032"/>
                      </a:lnTo>
                      <a:lnTo>
                        <a:pt x="256" y="1040"/>
                      </a:lnTo>
                      <a:lnTo>
                        <a:pt x="256" y="1046"/>
                      </a:lnTo>
                      <a:lnTo>
                        <a:pt x="256" y="1052"/>
                      </a:lnTo>
                      <a:lnTo>
                        <a:pt x="252" y="1058"/>
                      </a:lnTo>
                      <a:lnTo>
                        <a:pt x="250" y="1062"/>
                      </a:lnTo>
                      <a:lnTo>
                        <a:pt x="250" y="1062"/>
                      </a:lnTo>
                      <a:lnTo>
                        <a:pt x="252" y="1064"/>
                      </a:lnTo>
                      <a:lnTo>
                        <a:pt x="256" y="1066"/>
                      </a:lnTo>
                      <a:lnTo>
                        <a:pt x="260" y="1068"/>
                      </a:lnTo>
                      <a:lnTo>
                        <a:pt x="264" y="1070"/>
                      </a:lnTo>
                      <a:lnTo>
                        <a:pt x="266" y="1072"/>
                      </a:lnTo>
                      <a:lnTo>
                        <a:pt x="268" y="1072"/>
                      </a:lnTo>
                      <a:lnTo>
                        <a:pt x="270" y="1074"/>
                      </a:lnTo>
                      <a:lnTo>
                        <a:pt x="274" y="1076"/>
                      </a:lnTo>
                      <a:lnTo>
                        <a:pt x="278" y="1080"/>
                      </a:lnTo>
                      <a:lnTo>
                        <a:pt x="282" y="1086"/>
                      </a:lnTo>
                      <a:lnTo>
                        <a:pt x="304" y="1090"/>
                      </a:lnTo>
                      <a:lnTo>
                        <a:pt x="306" y="1092"/>
                      </a:lnTo>
                      <a:lnTo>
                        <a:pt x="310" y="1094"/>
                      </a:lnTo>
                      <a:lnTo>
                        <a:pt x="312" y="1094"/>
                      </a:lnTo>
                      <a:lnTo>
                        <a:pt x="316" y="1092"/>
                      </a:lnTo>
                      <a:lnTo>
                        <a:pt x="318" y="1092"/>
                      </a:lnTo>
                      <a:lnTo>
                        <a:pt x="320" y="1092"/>
                      </a:lnTo>
                      <a:lnTo>
                        <a:pt x="334" y="1076"/>
                      </a:lnTo>
                      <a:lnTo>
                        <a:pt x="336" y="1080"/>
                      </a:lnTo>
                      <a:lnTo>
                        <a:pt x="338" y="1082"/>
                      </a:lnTo>
                      <a:lnTo>
                        <a:pt x="340" y="1086"/>
                      </a:lnTo>
                      <a:lnTo>
                        <a:pt x="344" y="1088"/>
                      </a:lnTo>
                      <a:lnTo>
                        <a:pt x="344" y="1088"/>
                      </a:lnTo>
                      <a:lnTo>
                        <a:pt x="350" y="1098"/>
                      </a:lnTo>
                      <a:lnTo>
                        <a:pt x="350" y="1096"/>
                      </a:lnTo>
                      <a:lnTo>
                        <a:pt x="348" y="1088"/>
                      </a:lnTo>
                      <a:lnTo>
                        <a:pt x="346" y="1078"/>
                      </a:lnTo>
                      <a:lnTo>
                        <a:pt x="346" y="1070"/>
                      </a:lnTo>
                      <a:lnTo>
                        <a:pt x="346" y="1064"/>
                      </a:lnTo>
                      <a:lnTo>
                        <a:pt x="352" y="1062"/>
                      </a:lnTo>
                      <a:lnTo>
                        <a:pt x="352" y="1062"/>
                      </a:lnTo>
                      <a:lnTo>
                        <a:pt x="350" y="1060"/>
                      </a:lnTo>
                      <a:lnTo>
                        <a:pt x="348" y="1056"/>
                      </a:lnTo>
                      <a:lnTo>
                        <a:pt x="346" y="1052"/>
                      </a:lnTo>
                      <a:lnTo>
                        <a:pt x="346" y="1048"/>
                      </a:lnTo>
                      <a:lnTo>
                        <a:pt x="344" y="1044"/>
                      </a:lnTo>
                      <a:lnTo>
                        <a:pt x="346" y="1040"/>
                      </a:lnTo>
                      <a:lnTo>
                        <a:pt x="348" y="1036"/>
                      </a:lnTo>
                      <a:lnTo>
                        <a:pt x="350" y="1034"/>
                      </a:lnTo>
                      <a:lnTo>
                        <a:pt x="350" y="1034"/>
                      </a:lnTo>
                      <a:lnTo>
                        <a:pt x="348" y="1034"/>
                      </a:lnTo>
                      <a:lnTo>
                        <a:pt x="346" y="1032"/>
                      </a:lnTo>
                      <a:lnTo>
                        <a:pt x="342" y="1030"/>
                      </a:lnTo>
                      <a:lnTo>
                        <a:pt x="338" y="1028"/>
                      </a:lnTo>
                      <a:lnTo>
                        <a:pt x="334" y="1022"/>
                      </a:lnTo>
                      <a:lnTo>
                        <a:pt x="332" y="1016"/>
                      </a:lnTo>
                      <a:lnTo>
                        <a:pt x="330" y="1008"/>
                      </a:lnTo>
                      <a:lnTo>
                        <a:pt x="326" y="992"/>
                      </a:lnTo>
                      <a:lnTo>
                        <a:pt x="330" y="976"/>
                      </a:lnTo>
                      <a:lnTo>
                        <a:pt x="334" y="972"/>
                      </a:lnTo>
                      <a:lnTo>
                        <a:pt x="344" y="964"/>
                      </a:lnTo>
                      <a:lnTo>
                        <a:pt x="358" y="956"/>
                      </a:lnTo>
                      <a:lnTo>
                        <a:pt x="378" y="952"/>
                      </a:lnTo>
                      <a:lnTo>
                        <a:pt x="382" y="954"/>
                      </a:lnTo>
                      <a:lnTo>
                        <a:pt x="390" y="956"/>
                      </a:lnTo>
                      <a:lnTo>
                        <a:pt x="400" y="960"/>
                      </a:lnTo>
                      <a:lnTo>
                        <a:pt x="408" y="966"/>
                      </a:lnTo>
                      <a:lnTo>
                        <a:pt x="410" y="976"/>
                      </a:lnTo>
                      <a:lnTo>
                        <a:pt x="410" y="976"/>
                      </a:lnTo>
                      <a:lnTo>
                        <a:pt x="410" y="978"/>
                      </a:lnTo>
                      <a:lnTo>
                        <a:pt x="408" y="982"/>
                      </a:lnTo>
                      <a:lnTo>
                        <a:pt x="406" y="984"/>
                      </a:lnTo>
                      <a:lnTo>
                        <a:pt x="404" y="988"/>
                      </a:lnTo>
                      <a:lnTo>
                        <a:pt x="400" y="990"/>
                      </a:lnTo>
                      <a:lnTo>
                        <a:pt x="394" y="992"/>
                      </a:lnTo>
                      <a:lnTo>
                        <a:pt x="392" y="992"/>
                      </a:lnTo>
                      <a:lnTo>
                        <a:pt x="390" y="992"/>
                      </a:lnTo>
                      <a:lnTo>
                        <a:pt x="384" y="992"/>
                      </a:lnTo>
                      <a:lnTo>
                        <a:pt x="380" y="992"/>
                      </a:lnTo>
                      <a:lnTo>
                        <a:pt x="374" y="994"/>
                      </a:lnTo>
                      <a:lnTo>
                        <a:pt x="372" y="996"/>
                      </a:lnTo>
                      <a:lnTo>
                        <a:pt x="370" y="998"/>
                      </a:lnTo>
                      <a:lnTo>
                        <a:pt x="370" y="1000"/>
                      </a:lnTo>
                      <a:lnTo>
                        <a:pt x="368" y="1004"/>
                      </a:lnTo>
                      <a:lnTo>
                        <a:pt x="368" y="1008"/>
                      </a:lnTo>
                      <a:lnTo>
                        <a:pt x="378" y="1026"/>
                      </a:lnTo>
                      <a:lnTo>
                        <a:pt x="384" y="1028"/>
                      </a:lnTo>
                      <a:lnTo>
                        <a:pt x="386" y="1028"/>
                      </a:lnTo>
                      <a:lnTo>
                        <a:pt x="388" y="1030"/>
                      </a:lnTo>
                      <a:lnTo>
                        <a:pt x="390" y="1032"/>
                      </a:lnTo>
                      <a:lnTo>
                        <a:pt x="390" y="1036"/>
                      </a:lnTo>
                      <a:lnTo>
                        <a:pt x="390" y="1050"/>
                      </a:lnTo>
                      <a:lnTo>
                        <a:pt x="390" y="1050"/>
                      </a:lnTo>
                      <a:lnTo>
                        <a:pt x="392" y="1052"/>
                      </a:lnTo>
                      <a:lnTo>
                        <a:pt x="394" y="1054"/>
                      </a:lnTo>
                      <a:lnTo>
                        <a:pt x="396" y="1054"/>
                      </a:lnTo>
                      <a:lnTo>
                        <a:pt x="398" y="1052"/>
                      </a:lnTo>
                      <a:lnTo>
                        <a:pt x="400" y="1050"/>
                      </a:lnTo>
                      <a:lnTo>
                        <a:pt x="402" y="1050"/>
                      </a:lnTo>
                      <a:lnTo>
                        <a:pt x="404" y="1050"/>
                      </a:lnTo>
                      <a:lnTo>
                        <a:pt x="406" y="1052"/>
                      </a:lnTo>
                      <a:lnTo>
                        <a:pt x="408" y="1054"/>
                      </a:lnTo>
                      <a:lnTo>
                        <a:pt x="410" y="1058"/>
                      </a:lnTo>
                      <a:lnTo>
                        <a:pt x="412" y="1060"/>
                      </a:lnTo>
                      <a:lnTo>
                        <a:pt x="412" y="1062"/>
                      </a:lnTo>
                      <a:lnTo>
                        <a:pt x="410" y="1070"/>
                      </a:lnTo>
                      <a:lnTo>
                        <a:pt x="410" y="1070"/>
                      </a:lnTo>
                      <a:lnTo>
                        <a:pt x="406" y="1070"/>
                      </a:lnTo>
                      <a:lnTo>
                        <a:pt x="402" y="1070"/>
                      </a:lnTo>
                      <a:lnTo>
                        <a:pt x="402" y="1070"/>
                      </a:lnTo>
                      <a:lnTo>
                        <a:pt x="400" y="1070"/>
                      </a:lnTo>
                      <a:lnTo>
                        <a:pt x="398" y="1072"/>
                      </a:lnTo>
                      <a:lnTo>
                        <a:pt x="396" y="1072"/>
                      </a:lnTo>
                      <a:lnTo>
                        <a:pt x="394" y="1076"/>
                      </a:lnTo>
                      <a:lnTo>
                        <a:pt x="394" y="1078"/>
                      </a:lnTo>
                      <a:lnTo>
                        <a:pt x="396" y="1084"/>
                      </a:lnTo>
                      <a:lnTo>
                        <a:pt x="398" y="1086"/>
                      </a:lnTo>
                      <a:lnTo>
                        <a:pt x="400" y="1088"/>
                      </a:lnTo>
                      <a:lnTo>
                        <a:pt x="400" y="1088"/>
                      </a:lnTo>
                      <a:lnTo>
                        <a:pt x="402" y="1104"/>
                      </a:lnTo>
                      <a:lnTo>
                        <a:pt x="402" y="1104"/>
                      </a:lnTo>
                      <a:lnTo>
                        <a:pt x="404" y="1106"/>
                      </a:lnTo>
                      <a:lnTo>
                        <a:pt x="406" y="1108"/>
                      </a:lnTo>
                      <a:lnTo>
                        <a:pt x="408" y="1110"/>
                      </a:lnTo>
                      <a:lnTo>
                        <a:pt x="408" y="1114"/>
                      </a:lnTo>
                      <a:lnTo>
                        <a:pt x="408" y="1130"/>
                      </a:lnTo>
                      <a:lnTo>
                        <a:pt x="426" y="1120"/>
                      </a:lnTo>
                      <a:lnTo>
                        <a:pt x="442" y="1120"/>
                      </a:lnTo>
                      <a:lnTo>
                        <a:pt x="452" y="1122"/>
                      </a:lnTo>
                      <a:lnTo>
                        <a:pt x="454" y="1124"/>
                      </a:lnTo>
                      <a:lnTo>
                        <a:pt x="458" y="1124"/>
                      </a:lnTo>
                      <a:lnTo>
                        <a:pt x="462" y="1126"/>
                      </a:lnTo>
                      <a:lnTo>
                        <a:pt x="464" y="1126"/>
                      </a:lnTo>
                      <a:lnTo>
                        <a:pt x="466" y="1128"/>
                      </a:lnTo>
                      <a:lnTo>
                        <a:pt x="478" y="1130"/>
                      </a:lnTo>
                      <a:lnTo>
                        <a:pt x="488" y="1138"/>
                      </a:lnTo>
                      <a:lnTo>
                        <a:pt x="494" y="1146"/>
                      </a:lnTo>
                      <a:lnTo>
                        <a:pt x="496" y="1152"/>
                      </a:lnTo>
                      <a:lnTo>
                        <a:pt x="498" y="1156"/>
                      </a:lnTo>
                      <a:lnTo>
                        <a:pt x="498" y="1160"/>
                      </a:lnTo>
                      <a:lnTo>
                        <a:pt x="508" y="1160"/>
                      </a:lnTo>
                      <a:lnTo>
                        <a:pt x="516" y="1158"/>
                      </a:lnTo>
                      <a:lnTo>
                        <a:pt x="520" y="1150"/>
                      </a:lnTo>
                      <a:lnTo>
                        <a:pt x="522" y="1148"/>
                      </a:lnTo>
                      <a:lnTo>
                        <a:pt x="524" y="1148"/>
                      </a:lnTo>
                      <a:lnTo>
                        <a:pt x="530" y="1144"/>
                      </a:lnTo>
                      <a:lnTo>
                        <a:pt x="534" y="1142"/>
                      </a:lnTo>
                      <a:lnTo>
                        <a:pt x="540" y="1138"/>
                      </a:lnTo>
                      <a:lnTo>
                        <a:pt x="542" y="1132"/>
                      </a:lnTo>
                      <a:lnTo>
                        <a:pt x="546" y="1126"/>
                      </a:lnTo>
                      <a:lnTo>
                        <a:pt x="546" y="1126"/>
                      </a:lnTo>
                      <a:lnTo>
                        <a:pt x="550" y="1126"/>
                      </a:lnTo>
                      <a:lnTo>
                        <a:pt x="554" y="1128"/>
                      </a:lnTo>
                      <a:lnTo>
                        <a:pt x="556" y="1128"/>
                      </a:lnTo>
                      <a:lnTo>
                        <a:pt x="560" y="1128"/>
                      </a:lnTo>
                      <a:lnTo>
                        <a:pt x="566" y="1128"/>
                      </a:lnTo>
                      <a:lnTo>
                        <a:pt x="580" y="1130"/>
                      </a:lnTo>
                      <a:lnTo>
                        <a:pt x="594" y="1128"/>
                      </a:lnTo>
                      <a:lnTo>
                        <a:pt x="610" y="1118"/>
                      </a:lnTo>
                      <a:lnTo>
                        <a:pt x="618" y="1118"/>
                      </a:lnTo>
                      <a:lnTo>
                        <a:pt x="626" y="1126"/>
                      </a:lnTo>
                      <a:lnTo>
                        <a:pt x="628" y="1126"/>
                      </a:lnTo>
                      <a:lnTo>
                        <a:pt x="630" y="1128"/>
                      </a:lnTo>
                      <a:lnTo>
                        <a:pt x="632" y="1130"/>
                      </a:lnTo>
                      <a:lnTo>
                        <a:pt x="636" y="1134"/>
                      </a:lnTo>
                      <a:lnTo>
                        <a:pt x="640" y="1136"/>
                      </a:lnTo>
                      <a:lnTo>
                        <a:pt x="644" y="1138"/>
                      </a:lnTo>
                      <a:lnTo>
                        <a:pt x="650" y="1138"/>
                      </a:lnTo>
                      <a:lnTo>
                        <a:pt x="682" y="1138"/>
                      </a:lnTo>
                      <a:lnTo>
                        <a:pt x="680" y="1138"/>
                      </a:lnTo>
                      <a:lnTo>
                        <a:pt x="678" y="1136"/>
                      </a:lnTo>
                      <a:lnTo>
                        <a:pt x="676" y="1132"/>
                      </a:lnTo>
                      <a:lnTo>
                        <a:pt x="674" y="1128"/>
                      </a:lnTo>
                      <a:lnTo>
                        <a:pt x="672" y="1124"/>
                      </a:lnTo>
                      <a:lnTo>
                        <a:pt x="670" y="1118"/>
                      </a:lnTo>
                      <a:lnTo>
                        <a:pt x="672" y="1114"/>
                      </a:lnTo>
                      <a:lnTo>
                        <a:pt x="670" y="1114"/>
                      </a:lnTo>
                      <a:lnTo>
                        <a:pt x="670" y="1110"/>
                      </a:lnTo>
                      <a:lnTo>
                        <a:pt x="666" y="1108"/>
                      </a:lnTo>
                      <a:lnTo>
                        <a:pt x="664" y="1106"/>
                      </a:lnTo>
                      <a:lnTo>
                        <a:pt x="660" y="1104"/>
                      </a:lnTo>
                      <a:lnTo>
                        <a:pt x="658" y="1104"/>
                      </a:lnTo>
                      <a:lnTo>
                        <a:pt x="656" y="1102"/>
                      </a:lnTo>
                      <a:lnTo>
                        <a:pt x="654" y="1096"/>
                      </a:lnTo>
                      <a:lnTo>
                        <a:pt x="654" y="1096"/>
                      </a:lnTo>
                      <a:lnTo>
                        <a:pt x="654" y="1094"/>
                      </a:lnTo>
                      <a:lnTo>
                        <a:pt x="654" y="1090"/>
                      </a:lnTo>
                      <a:lnTo>
                        <a:pt x="654" y="1088"/>
                      </a:lnTo>
                      <a:lnTo>
                        <a:pt x="656" y="1084"/>
                      </a:lnTo>
                      <a:lnTo>
                        <a:pt x="658" y="1080"/>
                      </a:lnTo>
                      <a:lnTo>
                        <a:pt x="662" y="1078"/>
                      </a:lnTo>
                      <a:lnTo>
                        <a:pt x="666" y="1076"/>
                      </a:lnTo>
                      <a:lnTo>
                        <a:pt x="672" y="1076"/>
                      </a:lnTo>
                      <a:lnTo>
                        <a:pt x="682" y="1078"/>
                      </a:lnTo>
                      <a:lnTo>
                        <a:pt x="694" y="1070"/>
                      </a:lnTo>
                      <a:lnTo>
                        <a:pt x="694" y="1070"/>
                      </a:lnTo>
                      <a:lnTo>
                        <a:pt x="696" y="1068"/>
                      </a:lnTo>
                      <a:lnTo>
                        <a:pt x="700" y="1066"/>
                      </a:lnTo>
                      <a:lnTo>
                        <a:pt x="704" y="1064"/>
                      </a:lnTo>
                      <a:lnTo>
                        <a:pt x="708" y="1064"/>
                      </a:lnTo>
                      <a:lnTo>
                        <a:pt x="708" y="1064"/>
                      </a:lnTo>
                      <a:lnTo>
                        <a:pt x="712" y="1064"/>
                      </a:lnTo>
                      <a:lnTo>
                        <a:pt x="714" y="1064"/>
                      </a:lnTo>
                      <a:lnTo>
                        <a:pt x="720" y="1062"/>
                      </a:lnTo>
                      <a:lnTo>
                        <a:pt x="724" y="1060"/>
                      </a:lnTo>
                      <a:lnTo>
                        <a:pt x="728" y="1056"/>
                      </a:lnTo>
                      <a:lnTo>
                        <a:pt x="732" y="1050"/>
                      </a:lnTo>
                      <a:lnTo>
                        <a:pt x="736" y="1044"/>
                      </a:lnTo>
                      <a:lnTo>
                        <a:pt x="736" y="1042"/>
                      </a:lnTo>
                      <a:lnTo>
                        <a:pt x="736" y="1040"/>
                      </a:lnTo>
                      <a:lnTo>
                        <a:pt x="738" y="1038"/>
                      </a:lnTo>
                      <a:lnTo>
                        <a:pt x="738" y="1034"/>
                      </a:lnTo>
                      <a:lnTo>
                        <a:pt x="740" y="1032"/>
                      </a:lnTo>
                      <a:lnTo>
                        <a:pt x="738" y="1028"/>
                      </a:lnTo>
                      <a:lnTo>
                        <a:pt x="738" y="1026"/>
                      </a:lnTo>
                      <a:lnTo>
                        <a:pt x="734" y="1026"/>
                      </a:lnTo>
                      <a:lnTo>
                        <a:pt x="732" y="1022"/>
                      </a:lnTo>
                      <a:lnTo>
                        <a:pt x="730" y="1020"/>
                      </a:lnTo>
                      <a:lnTo>
                        <a:pt x="728" y="1016"/>
                      </a:lnTo>
                      <a:lnTo>
                        <a:pt x="728" y="1012"/>
                      </a:lnTo>
                      <a:lnTo>
                        <a:pt x="728" y="1010"/>
                      </a:lnTo>
                      <a:lnTo>
                        <a:pt x="734" y="1006"/>
                      </a:lnTo>
                      <a:lnTo>
                        <a:pt x="738" y="1006"/>
                      </a:lnTo>
                      <a:lnTo>
                        <a:pt x="740" y="1006"/>
                      </a:lnTo>
                      <a:lnTo>
                        <a:pt x="742" y="1004"/>
                      </a:lnTo>
                      <a:lnTo>
                        <a:pt x="742" y="1004"/>
                      </a:lnTo>
                      <a:lnTo>
                        <a:pt x="744" y="1002"/>
                      </a:lnTo>
                      <a:lnTo>
                        <a:pt x="744" y="1000"/>
                      </a:lnTo>
                      <a:lnTo>
                        <a:pt x="744" y="998"/>
                      </a:lnTo>
                      <a:lnTo>
                        <a:pt x="744" y="996"/>
                      </a:lnTo>
                      <a:lnTo>
                        <a:pt x="746" y="996"/>
                      </a:lnTo>
                      <a:lnTo>
                        <a:pt x="748" y="994"/>
                      </a:lnTo>
                      <a:lnTo>
                        <a:pt x="752" y="994"/>
                      </a:lnTo>
                      <a:lnTo>
                        <a:pt x="756" y="994"/>
                      </a:lnTo>
                      <a:lnTo>
                        <a:pt x="760" y="992"/>
                      </a:lnTo>
                      <a:lnTo>
                        <a:pt x="764" y="988"/>
                      </a:lnTo>
                      <a:lnTo>
                        <a:pt x="768" y="982"/>
                      </a:lnTo>
                      <a:lnTo>
                        <a:pt x="770" y="976"/>
                      </a:lnTo>
                      <a:lnTo>
                        <a:pt x="770" y="970"/>
                      </a:lnTo>
                      <a:lnTo>
                        <a:pt x="772" y="964"/>
                      </a:lnTo>
                      <a:lnTo>
                        <a:pt x="774" y="960"/>
                      </a:lnTo>
                      <a:lnTo>
                        <a:pt x="778" y="956"/>
                      </a:lnTo>
                      <a:lnTo>
                        <a:pt x="784" y="954"/>
                      </a:lnTo>
                      <a:lnTo>
                        <a:pt x="788" y="954"/>
                      </a:lnTo>
                      <a:lnTo>
                        <a:pt x="794" y="954"/>
                      </a:lnTo>
                      <a:lnTo>
                        <a:pt x="798" y="952"/>
                      </a:lnTo>
                      <a:lnTo>
                        <a:pt x="800" y="948"/>
                      </a:lnTo>
                      <a:lnTo>
                        <a:pt x="802" y="942"/>
                      </a:lnTo>
                      <a:lnTo>
                        <a:pt x="804" y="938"/>
                      </a:lnTo>
                      <a:lnTo>
                        <a:pt x="808" y="934"/>
                      </a:lnTo>
                      <a:lnTo>
                        <a:pt x="814" y="928"/>
                      </a:lnTo>
                      <a:lnTo>
                        <a:pt x="818" y="926"/>
                      </a:lnTo>
                      <a:lnTo>
                        <a:pt x="826" y="924"/>
                      </a:lnTo>
                      <a:lnTo>
                        <a:pt x="830" y="924"/>
                      </a:lnTo>
                      <a:lnTo>
                        <a:pt x="832" y="922"/>
                      </a:lnTo>
                      <a:lnTo>
                        <a:pt x="834" y="920"/>
                      </a:lnTo>
                      <a:lnTo>
                        <a:pt x="834" y="918"/>
                      </a:lnTo>
                      <a:lnTo>
                        <a:pt x="834" y="914"/>
                      </a:lnTo>
                      <a:lnTo>
                        <a:pt x="834" y="912"/>
                      </a:lnTo>
                      <a:lnTo>
                        <a:pt x="836" y="910"/>
                      </a:lnTo>
                      <a:lnTo>
                        <a:pt x="836" y="908"/>
                      </a:lnTo>
                      <a:lnTo>
                        <a:pt x="838" y="904"/>
                      </a:lnTo>
                      <a:lnTo>
                        <a:pt x="840" y="902"/>
                      </a:lnTo>
                      <a:lnTo>
                        <a:pt x="844" y="900"/>
                      </a:lnTo>
                      <a:lnTo>
                        <a:pt x="850" y="898"/>
                      </a:lnTo>
                      <a:lnTo>
                        <a:pt x="872" y="898"/>
                      </a:lnTo>
                      <a:lnTo>
                        <a:pt x="872" y="898"/>
                      </a:lnTo>
                      <a:lnTo>
                        <a:pt x="872" y="896"/>
                      </a:lnTo>
                      <a:lnTo>
                        <a:pt x="874" y="894"/>
                      </a:lnTo>
                      <a:lnTo>
                        <a:pt x="876" y="892"/>
                      </a:lnTo>
                      <a:lnTo>
                        <a:pt x="878" y="890"/>
                      </a:lnTo>
                      <a:lnTo>
                        <a:pt x="882" y="888"/>
                      </a:lnTo>
                      <a:lnTo>
                        <a:pt x="886" y="888"/>
                      </a:lnTo>
                      <a:lnTo>
                        <a:pt x="894" y="890"/>
                      </a:lnTo>
                      <a:lnTo>
                        <a:pt x="902" y="892"/>
                      </a:lnTo>
                      <a:lnTo>
                        <a:pt x="904" y="892"/>
                      </a:lnTo>
                      <a:lnTo>
                        <a:pt x="914" y="892"/>
                      </a:lnTo>
                      <a:lnTo>
                        <a:pt x="924" y="896"/>
                      </a:lnTo>
                      <a:lnTo>
                        <a:pt x="934" y="902"/>
                      </a:lnTo>
                      <a:lnTo>
                        <a:pt x="952" y="920"/>
                      </a:lnTo>
                      <a:lnTo>
                        <a:pt x="952" y="920"/>
                      </a:lnTo>
                      <a:lnTo>
                        <a:pt x="954" y="918"/>
                      </a:lnTo>
                      <a:lnTo>
                        <a:pt x="958" y="918"/>
                      </a:lnTo>
                      <a:lnTo>
                        <a:pt x="960" y="914"/>
                      </a:lnTo>
                      <a:lnTo>
                        <a:pt x="964" y="912"/>
                      </a:lnTo>
                      <a:lnTo>
                        <a:pt x="966" y="906"/>
                      </a:lnTo>
                      <a:lnTo>
                        <a:pt x="966" y="900"/>
                      </a:lnTo>
                      <a:lnTo>
                        <a:pt x="968" y="898"/>
                      </a:lnTo>
                      <a:lnTo>
                        <a:pt x="972" y="896"/>
                      </a:lnTo>
                      <a:lnTo>
                        <a:pt x="974" y="896"/>
                      </a:lnTo>
                      <a:lnTo>
                        <a:pt x="978" y="896"/>
                      </a:lnTo>
                      <a:lnTo>
                        <a:pt x="982" y="892"/>
                      </a:lnTo>
                      <a:lnTo>
                        <a:pt x="990" y="884"/>
                      </a:lnTo>
                      <a:lnTo>
                        <a:pt x="1000" y="878"/>
                      </a:lnTo>
                      <a:lnTo>
                        <a:pt x="1012" y="878"/>
                      </a:lnTo>
                      <a:lnTo>
                        <a:pt x="1024" y="882"/>
                      </a:lnTo>
                      <a:lnTo>
                        <a:pt x="1036" y="882"/>
                      </a:lnTo>
                      <a:lnTo>
                        <a:pt x="1046" y="880"/>
                      </a:lnTo>
                      <a:lnTo>
                        <a:pt x="1062" y="882"/>
                      </a:lnTo>
                      <a:lnTo>
                        <a:pt x="1080" y="890"/>
                      </a:lnTo>
                      <a:lnTo>
                        <a:pt x="1100" y="902"/>
                      </a:lnTo>
                      <a:lnTo>
                        <a:pt x="1102" y="902"/>
                      </a:lnTo>
                      <a:lnTo>
                        <a:pt x="1108" y="904"/>
                      </a:lnTo>
                      <a:lnTo>
                        <a:pt x="1120" y="904"/>
                      </a:lnTo>
                      <a:lnTo>
                        <a:pt x="1138" y="900"/>
                      </a:lnTo>
                      <a:lnTo>
                        <a:pt x="1150" y="896"/>
                      </a:lnTo>
                      <a:lnTo>
                        <a:pt x="1158" y="892"/>
                      </a:lnTo>
                      <a:lnTo>
                        <a:pt x="1164" y="888"/>
                      </a:lnTo>
                      <a:lnTo>
                        <a:pt x="1166" y="884"/>
                      </a:lnTo>
                      <a:lnTo>
                        <a:pt x="1168" y="882"/>
                      </a:lnTo>
                      <a:lnTo>
                        <a:pt x="1168" y="880"/>
                      </a:lnTo>
                      <a:lnTo>
                        <a:pt x="1168" y="880"/>
                      </a:lnTo>
                      <a:lnTo>
                        <a:pt x="1176" y="880"/>
                      </a:lnTo>
                      <a:lnTo>
                        <a:pt x="1188" y="884"/>
                      </a:lnTo>
                      <a:lnTo>
                        <a:pt x="1202" y="892"/>
                      </a:lnTo>
                      <a:lnTo>
                        <a:pt x="1224" y="900"/>
                      </a:lnTo>
                      <a:lnTo>
                        <a:pt x="1244" y="884"/>
                      </a:lnTo>
                      <a:lnTo>
                        <a:pt x="1244" y="880"/>
                      </a:lnTo>
                      <a:lnTo>
                        <a:pt x="1244" y="870"/>
                      </a:lnTo>
                      <a:lnTo>
                        <a:pt x="1244" y="858"/>
                      </a:lnTo>
                      <a:lnTo>
                        <a:pt x="1250" y="844"/>
                      </a:lnTo>
                      <a:lnTo>
                        <a:pt x="1256" y="832"/>
                      </a:lnTo>
                      <a:lnTo>
                        <a:pt x="1270" y="826"/>
                      </a:lnTo>
                      <a:lnTo>
                        <a:pt x="1288" y="824"/>
                      </a:lnTo>
                      <a:lnTo>
                        <a:pt x="1304" y="826"/>
                      </a:lnTo>
                      <a:lnTo>
                        <a:pt x="1312" y="832"/>
                      </a:lnTo>
                      <a:lnTo>
                        <a:pt x="1320" y="844"/>
                      </a:lnTo>
                      <a:lnTo>
                        <a:pt x="1320" y="844"/>
                      </a:lnTo>
                      <a:lnTo>
                        <a:pt x="1322" y="848"/>
                      </a:lnTo>
                      <a:lnTo>
                        <a:pt x="1324" y="852"/>
                      </a:lnTo>
                      <a:lnTo>
                        <a:pt x="1326" y="858"/>
                      </a:lnTo>
                      <a:lnTo>
                        <a:pt x="1328" y="866"/>
                      </a:lnTo>
                      <a:lnTo>
                        <a:pt x="1330" y="874"/>
                      </a:lnTo>
                      <a:lnTo>
                        <a:pt x="1332" y="876"/>
                      </a:lnTo>
                      <a:lnTo>
                        <a:pt x="1340" y="884"/>
                      </a:lnTo>
                      <a:lnTo>
                        <a:pt x="1348" y="894"/>
                      </a:lnTo>
                      <a:lnTo>
                        <a:pt x="1354" y="904"/>
                      </a:lnTo>
                      <a:lnTo>
                        <a:pt x="1358" y="916"/>
                      </a:lnTo>
                      <a:lnTo>
                        <a:pt x="1358" y="916"/>
                      </a:lnTo>
                      <a:lnTo>
                        <a:pt x="1360" y="914"/>
                      </a:lnTo>
                      <a:lnTo>
                        <a:pt x="1364" y="914"/>
                      </a:lnTo>
                      <a:lnTo>
                        <a:pt x="1368" y="914"/>
                      </a:lnTo>
                      <a:lnTo>
                        <a:pt x="1372" y="914"/>
                      </a:lnTo>
                      <a:lnTo>
                        <a:pt x="1376" y="914"/>
                      </a:lnTo>
                      <a:lnTo>
                        <a:pt x="1380" y="918"/>
                      </a:lnTo>
                      <a:lnTo>
                        <a:pt x="1384" y="922"/>
                      </a:lnTo>
                      <a:lnTo>
                        <a:pt x="1388" y="928"/>
                      </a:lnTo>
                      <a:lnTo>
                        <a:pt x="1388" y="928"/>
                      </a:lnTo>
                      <a:lnTo>
                        <a:pt x="1388" y="930"/>
                      </a:lnTo>
                      <a:lnTo>
                        <a:pt x="1388" y="932"/>
                      </a:lnTo>
                      <a:lnTo>
                        <a:pt x="1390" y="934"/>
                      </a:lnTo>
                      <a:lnTo>
                        <a:pt x="1392" y="936"/>
                      </a:lnTo>
                      <a:lnTo>
                        <a:pt x="1394" y="938"/>
                      </a:lnTo>
                      <a:lnTo>
                        <a:pt x="1398" y="938"/>
                      </a:lnTo>
                      <a:lnTo>
                        <a:pt x="1402" y="938"/>
                      </a:lnTo>
                      <a:lnTo>
                        <a:pt x="1408" y="936"/>
                      </a:lnTo>
                      <a:lnTo>
                        <a:pt x="1414" y="932"/>
                      </a:lnTo>
                      <a:lnTo>
                        <a:pt x="1414" y="930"/>
                      </a:lnTo>
                      <a:lnTo>
                        <a:pt x="1416" y="928"/>
                      </a:lnTo>
                      <a:lnTo>
                        <a:pt x="1418" y="924"/>
                      </a:lnTo>
                      <a:lnTo>
                        <a:pt x="1422" y="918"/>
                      </a:lnTo>
                      <a:lnTo>
                        <a:pt x="1428" y="914"/>
                      </a:lnTo>
                      <a:lnTo>
                        <a:pt x="1432" y="908"/>
                      </a:lnTo>
                      <a:lnTo>
                        <a:pt x="1438" y="904"/>
                      </a:lnTo>
                      <a:lnTo>
                        <a:pt x="1444" y="902"/>
                      </a:lnTo>
                      <a:lnTo>
                        <a:pt x="1444" y="902"/>
                      </a:lnTo>
                      <a:lnTo>
                        <a:pt x="1444" y="902"/>
                      </a:lnTo>
                      <a:lnTo>
                        <a:pt x="1444" y="904"/>
                      </a:lnTo>
                      <a:lnTo>
                        <a:pt x="1444" y="906"/>
                      </a:lnTo>
                      <a:lnTo>
                        <a:pt x="1444" y="908"/>
                      </a:lnTo>
                      <a:lnTo>
                        <a:pt x="1444" y="914"/>
                      </a:lnTo>
                      <a:lnTo>
                        <a:pt x="1442" y="920"/>
                      </a:lnTo>
                      <a:lnTo>
                        <a:pt x="1440" y="928"/>
                      </a:lnTo>
                      <a:lnTo>
                        <a:pt x="1438" y="932"/>
                      </a:lnTo>
                      <a:lnTo>
                        <a:pt x="1432" y="944"/>
                      </a:lnTo>
                      <a:lnTo>
                        <a:pt x="1426" y="956"/>
                      </a:lnTo>
                      <a:lnTo>
                        <a:pt x="1418" y="968"/>
                      </a:lnTo>
                      <a:lnTo>
                        <a:pt x="1400" y="988"/>
                      </a:lnTo>
                      <a:lnTo>
                        <a:pt x="1396" y="99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0" name="Freeform 382">
                  <a:extLst>
                    <a:ext uri="{FF2B5EF4-FFF2-40B4-BE49-F238E27FC236}">
                      <a16:creationId xmlns:a16="http://schemas.microsoft.com/office/drawing/2014/main" id="{C2C6D5D9-71B2-66DE-854D-0A4B090FA67E}"/>
                    </a:ext>
                  </a:extLst>
                </p:cNvPr>
                <p:cNvSpPr/>
                <p:nvPr/>
              </p:nvSpPr>
              <p:spPr bwMode="gray">
                <a:xfrm>
                  <a:off x="3112376" y="4154635"/>
                  <a:ext cx="159220" cy="214617"/>
                </a:xfrm>
                <a:custGeom>
                  <a:avLst/>
                  <a:gdLst>
                    <a:gd name="T0" fmla="*/ 2 w 86"/>
                    <a:gd name="T1" fmla="*/ 26 h 116"/>
                    <a:gd name="T2" fmla="*/ 8 w 86"/>
                    <a:gd name="T3" fmla="*/ 28 h 116"/>
                    <a:gd name="T4" fmla="*/ 10 w 86"/>
                    <a:gd name="T5" fmla="*/ 32 h 116"/>
                    <a:gd name="T6" fmla="*/ 10 w 86"/>
                    <a:gd name="T7" fmla="*/ 36 h 116"/>
                    <a:gd name="T8" fmla="*/ 22 w 86"/>
                    <a:gd name="T9" fmla="*/ 40 h 116"/>
                    <a:gd name="T10" fmla="*/ 22 w 86"/>
                    <a:gd name="T11" fmla="*/ 48 h 116"/>
                    <a:gd name="T12" fmla="*/ 20 w 86"/>
                    <a:gd name="T13" fmla="*/ 58 h 116"/>
                    <a:gd name="T14" fmla="*/ 18 w 86"/>
                    <a:gd name="T15" fmla="*/ 60 h 116"/>
                    <a:gd name="T16" fmla="*/ 20 w 86"/>
                    <a:gd name="T17" fmla="*/ 62 h 116"/>
                    <a:gd name="T18" fmla="*/ 26 w 86"/>
                    <a:gd name="T19" fmla="*/ 60 h 116"/>
                    <a:gd name="T20" fmla="*/ 32 w 86"/>
                    <a:gd name="T21" fmla="*/ 56 h 116"/>
                    <a:gd name="T22" fmla="*/ 38 w 86"/>
                    <a:gd name="T23" fmla="*/ 56 h 116"/>
                    <a:gd name="T24" fmla="*/ 42 w 86"/>
                    <a:gd name="T25" fmla="*/ 58 h 116"/>
                    <a:gd name="T26" fmla="*/ 50 w 86"/>
                    <a:gd name="T27" fmla="*/ 66 h 116"/>
                    <a:gd name="T28" fmla="*/ 58 w 86"/>
                    <a:gd name="T29" fmla="*/ 78 h 116"/>
                    <a:gd name="T30" fmla="*/ 60 w 86"/>
                    <a:gd name="T31" fmla="*/ 86 h 116"/>
                    <a:gd name="T32" fmla="*/ 62 w 86"/>
                    <a:gd name="T33" fmla="*/ 94 h 116"/>
                    <a:gd name="T34" fmla="*/ 62 w 86"/>
                    <a:gd name="T35" fmla="*/ 104 h 116"/>
                    <a:gd name="T36" fmla="*/ 60 w 86"/>
                    <a:gd name="T37" fmla="*/ 110 h 116"/>
                    <a:gd name="T38" fmla="*/ 70 w 86"/>
                    <a:gd name="T39" fmla="*/ 114 h 116"/>
                    <a:gd name="T40" fmla="*/ 78 w 86"/>
                    <a:gd name="T41" fmla="*/ 114 h 116"/>
                    <a:gd name="T42" fmla="*/ 86 w 86"/>
                    <a:gd name="T43" fmla="*/ 114 h 116"/>
                    <a:gd name="T44" fmla="*/ 86 w 86"/>
                    <a:gd name="T45" fmla="*/ 100 h 116"/>
                    <a:gd name="T46" fmla="*/ 80 w 86"/>
                    <a:gd name="T47" fmla="*/ 78 h 116"/>
                    <a:gd name="T48" fmla="*/ 72 w 86"/>
                    <a:gd name="T49" fmla="*/ 70 h 116"/>
                    <a:gd name="T50" fmla="*/ 64 w 86"/>
                    <a:gd name="T51" fmla="*/ 62 h 116"/>
                    <a:gd name="T52" fmla="*/ 60 w 86"/>
                    <a:gd name="T53" fmla="*/ 58 h 116"/>
                    <a:gd name="T54" fmla="*/ 58 w 86"/>
                    <a:gd name="T55" fmla="*/ 56 h 116"/>
                    <a:gd name="T56" fmla="*/ 52 w 86"/>
                    <a:gd name="T57" fmla="*/ 50 h 116"/>
                    <a:gd name="T58" fmla="*/ 46 w 86"/>
                    <a:gd name="T59" fmla="*/ 44 h 116"/>
                    <a:gd name="T60" fmla="*/ 50 w 86"/>
                    <a:gd name="T61" fmla="*/ 38 h 116"/>
                    <a:gd name="T62" fmla="*/ 52 w 86"/>
                    <a:gd name="T63" fmla="*/ 36 h 116"/>
                    <a:gd name="T64" fmla="*/ 54 w 86"/>
                    <a:gd name="T65" fmla="*/ 30 h 116"/>
                    <a:gd name="T66" fmla="*/ 52 w 86"/>
                    <a:gd name="T67" fmla="*/ 24 h 116"/>
                    <a:gd name="T68" fmla="*/ 40 w 86"/>
                    <a:gd name="T69" fmla="*/ 16 h 116"/>
                    <a:gd name="T70" fmla="*/ 36 w 86"/>
                    <a:gd name="T71" fmla="*/ 4 h 116"/>
                    <a:gd name="T72" fmla="*/ 34 w 86"/>
                    <a:gd name="T73" fmla="*/ 0 h 116"/>
                    <a:gd name="T74" fmla="*/ 28 w 86"/>
                    <a:gd name="T75" fmla="*/ 0 h 116"/>
                    <a:gd name="T76" fmla="*/ 24 w 86"/>
                    <a:gd name="T77" fmla="*/ 4 h 116"/>
                    <a:gd name="T78" fmla="*/ 24 w 86"/>
                    <a:gd name="T79" fmla="*/ 10 h 116"/>
                    <a:gd name="T80" fmla="*/ 24 w 86"/>
                    <a:gd name="T81" fmla="*/ 18 h 116"/>
                    <a:gd name="T82" fmla="*/ 22 w 86"/>
                    <a:gd name="T83" fmla="*/ 20 h 116"/>
                    <a:gd name="T84" fmla="*/ 18 w 86"/>
                    <a:gd name="T85" fmla="*/ 20 h 116"/>
                    <a:gd name="T86" fmla="*/ 12 w 86"/>
                    <a:gd name="T87" fmla="*/ 22 h 116"/>
                    <a:gd name="T88" fmla="*/ 0 w 86"/>
                    <a:gd name="T89" fmla="*/ 2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6" h="116">
                      <a:moveTo>
                        <a:pt x="0" y="26"/>
                      </a:moveTo>
                      <a:lnTo>
                        <a:pt x="2" y="26"/>
                      </a:lnTo>
                      <a:lnTo>
                        <a:pt x="4" y="26"/>
                      </a:lnTo>
                      <a:lnTo>
                        <a:pt x="8" y="28"/>
                      </a:lnTo>
                      <a:lnTo>
                        <a:pt x="8" y="30"/>
                      </a:lnTo>
                      <a:lnTo>
                        <a:pt x="10" y="32"/>
                      </a:lnTo>
                      <a:lnTo>
                        <a:pt x="10" y="36"/>
                      </a:lnTo>
                      <a:lnTo>
                        <a:pt x="10" y="36"/>
                      </a:lnTo>
                      <a:lnTo>
                        <a:pt x="20" y="36"/>
                      </a:lnTo>
                      <a:lnTo>
                        <a:pt x="22" y="40"/>
                      </a:lnTo>
                      <a:lnTo>
                        <a:pt x="22" y="44"/>
                      </a:lnTo>
                      <a:lnTo>
                        <a:pt x="22" y="48"/>
                      </a:lnTo>
                      <a:lnTo>
                        <a:pt x="20" y="54"/>
                      </a:lnTo>
                      <a:lnTo>
                        <a:pt x="20" y="58"/>
                      </a:lnTo>
                      <a:lnTo>
                        <a:pt x="18" y="60"/>
                      </a:lnTo>
                      <a:lnTo>
                        <a:pt x="18" y="60"/>
                      </a:lnTo>
                      <a:lnTo>
                        <a:pt x="18" y="62"/>
                      </a:lnTo>
                      <a:lnTo>
                        <a:pt x="20" y="62"/>
                      </a:lnTo>
                      <a:lnTo>
                        <a:pt x="24" y="62"/>
                      </a:lnTo>
                      <a:lnTo>
                        <a:pt x="26" y="60"/>
                      </a:lnTo>
                      <a:lnTo>
                        <a:pt x="30" y="58"/>
                      </a:lnTo>
                      <a:lnTo>
                        <a:pt x="32" y="56"/>
                      </a:lnTo>
                      <a:lnTo>
                        <a:pt x="34" y="56"/>
                      </a:lnTo>
                      <a:lnTo>
                        <a:pt x="38" y="56"/>
                      </a:lnTo>
                      <a:lnTo>
                        <a:pt x="40" y="58"/>
                      </a:lnTo>
                      <a:lnTo>
                        <a:pt x="42" y="58"/>
                      </a:lnTo>
                      <a:lnTo>
                        <a:pt x="44" y="60"/>
                      </a:lnTo>
                      <a:lnTo>
                        <a:pt x="50" y="66"/>
                      </a:lnTo>
                      <a:lnTo>
                        <a:pt x="54" y="72"/>
                      </a:lnTo>
                      <a:lnTo>
                        <a:pt x="58" y="78"/>
                      </a:lnTo>
                      <a:lnTo>
                        <a:pt x="60" y="84"/>
                      </a:lnTo>
                      <a:lnTo>
                        <a:pt x="60" y="86"/>
                      </a:lnTo>
                      <a:lnTo>
                        <a:pt x="60" y="88"/>
                      </a:lnTo>
                      <a:lnTo>
                        <a:pt x="62" y="94"/>
                      </a:lnTo>
                      <a:lnTo>
                        <a:pt x="62" y="100"/>
                      </a:lnTo>
                      <a:lnTo>
                        <a:pt x="62" y="104"/>
                      </a:lnTo>
                      <a:lnTo>
                        <a:pt x="62" y="108"/>
                      </a:lnTo>
                      <a:lnTo>
                        <a:pt x="60" y="110"/>
                      </a:lnTo>
                      <a:lnTo>
                        <a:pt x="68" y="116"/>
                      </a:lnTo>
                      <a:lnTo>
                        <a:pt x="70" y="114"/>
                      </a:lnTo>
                      <a:lnTo>
                        <a:pt x="72" y="114"/>
                      </a:lnTo>
                      <a:lnTo>
                        <a:pt x="78" y="114"/>
                      </a:lnTo>
                      <a:lnTo>
                        <a:pt x="82" y="114"/>
                      </a:lnTo>
                      <a:lnTo>
                        <a:pt x="86" y="114"/>
                      </a:lnTo>
                      <a:lnTo>
                        <a:pt x="86" y="110"/>
                      </a:lnTo>
                      <a:lnTo>
                        <a:pt x="86" y="100"/>
                      </a:lnTo>
                      <a:lnTo>
                        <a:pt x="84" y="88"/>
                      </a:lnTo>
                      <a:lnTo>
                        <a:pt x="80" y="78"/>
                      </a:lnTo>
                      <a:lnTo>
                        <a:pt x="76" y="74"/>
                      </a:lnTo>
                      <a:lnTo>
                        <a:pt x="72" y="70"/>
                      </a:lnTo>
                      <a:lnTo>
                        <a:pt x="68" y="66"/>
                      </a:lnTo>
                      <a:lnTo>
                        <a:pt x="64" y="62"/>
                      </a:lnTo>
                      <a:lnTo>
                        <a:pt x="62" y="60"/>
                      </a:lnTo>
                      <a:lnTo>
                        <a:pt x="60" y="58"/>
                      </a:lnTo>
                      <a:lnTo>
                        <a:pt x="60" y="58"/>
                      </a:lnTo>
                      <a:lnTo>
                        <a:pt x="58" y="56"/>
                      </a:lnTo>
                      <a:lnTo>
                        <a:pt x="54" y="54"/>
                      </a:lnTo>
                      <a:lnTo>
                        <a:pt x="52" y="50"/>
                      </a:lnTo>
                      <a:lnTo>
                        <a:pt x="48" y="48"/>
                      </a:lnTo>
                      <a:lnTo>
                        <a:pt x="46" y="44"/>
                      </a:lnTo>
                      <a:lnTo>
                        <a:pt x="48" y="40"/>
                      </a:lnTo>
                      <a:lnTo>
                        <a:pt x="50" y="38"/>
                      </a:lnTo>
                      <a:lnTo>
                        <a:pt x="50" y="38"/>
                      </a:lnTo>
                      <a:lnTo>
                        <a:pt x="52" y="36"/>
                      </a:lnTo>
                      <a:lnTo>
                        <a:pt x="52" y="34"/>
                      </a:lnTo>
                      <a:lnTo>
                        <a:pt x="54" y="30"/>
                      </a:lnTo>
                      <a:lnTo>
                        <a:pt x="54" y="26"/>
                      </a:lnTo>
                      <a:lnTo>
                        <a:pt x="52" y="24"/>
                      </a:lnTo>
                      <a:lnTo>
                        <a:pt x="50" y="20"/>
                      </a:lnTo>
                      <a:lnTo>
                        <a:pt x="40" y="16"/>
                      </a:lnTo>
                      <a:lnTo>
                        <a:pt x="38" y="4"/>
                      </a:lnTo>
                      <a:lnTo>
                        <a:pt x="36" y="4"/>
                      </a:lnTo>
                      <a:lnTo>
                        <a:pt x="36" y="2"/>
                      </a:lnTo>
                      <a:lnTo>
                        <a:pt x="34" y="0"/>
                      </a:lnTo>
                      <a:lnTo>
                        <a:pt x="30" y="0"/>
                      </a:lnTo>
                      <a:lnTo>
                        <a:pt x="28" y="0"/>
                      </a:lnTo>
                      <a:lnTo>
                        <a:pt x="24" y="2"/>
                      </a:lnTo>
                      <a:lnTo>
                        <a:pt x="24" y="4"/>
                      </a:lnTo>
                      <a:lnTo>
                        <a:pt x="24" y="6"/>
                      </a:lnTo>
                      <a:lnTo>
                        <a:pt x="24" y="10"/>
                      </a:lnTo>
                      <a:lnTo>
                        <a:pt x="24" y="14"/>
                      </a:lnTo>
                      <a:lnTo>
                        <a:pt x="24" y="18"/>
                      </a:lnTo>
                      <a:lnTo>
                        <a:pt x="24" y="20"/>
                      </a:lnTo>
                      <a:lnTo>
                        <a:pt x="22" y="20"/>
                      </a:lnTo>
                      <a:lnTo>
                        <a:pt x="20" y="20"/>
                      </a:lnTo>
                      <a:lnTo>
                        <a:pt x="18" y="20"/>
                      </a:lnTo>
                      <a:lnTo>
                        <a:pt x="14" y="22"/>
                      </a:lnTo>
                      <a:lnTo>
                        <a:pt x="12" y="22"/>
                      </a:lnTo>
                      <a:lnTo>
                        <a:pt x="12" y="22"/>
                      </a:lnTo>
                      <a:lnTo>
                        <a:pt x="0" y="2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1" name="Freeform 383">
                  <a:extLst>
                    <a:ext uri="{FF2B5EF4-FFF2-40B4-BE49-F238E27FC236}">
                      <a16:creationId xmlns:a16="http://schemas.microsoft.com/office/drawing/2014/main" id="{6CE5BDF8-787F-DC44-BA91-430D2CFDE0BC}"/>
                    </a:ext>
                  </a:extLst>
                </p:cNvPr>
                <p:cNvSpPr/>
                <p:nvPr/>
              </p:nvSpPr>
              <p:spPr bwMode="gray">
                <a:xfrm>
                  <a:off x="2212597" y="3799406"/>
                  <a:ext cx="370279" cy="321926"/>
                </a:xfrm>
                <a:custGeom>
                  <a:avLst/>
                  <a:gdLst>
                    <a:gd name="T0" fmla="*/ 150 w 200"/>
                    <a:gd name="T1" fmla="*/ 2 h 174"/>
                    <a:gd name="T2" fmla="*/ 142 w 200"/>
                    <a:gd name="T3" fmla="*/ 10 h 174"/>
                    <a:gd name="T4" fmla="*/ 122 w 200"/>
                    <a:gd name="T5" fmla="*/ 28 h 174"/>
                    <a:gd name="T6" fmla="*/ 118 w 200"/>
                    <a:gd name="T7" fmla="*/ 30 h 174"/>
                    <a:gd name="T8" fmla="*/ 110 w 200"/>
                    <a:gd name="T9" fmla="*/ 36 h 174"/>
                    <a:gd name="T10" fmla="*/ 92 w 200"/>
                    <a:gd name="T11" fmla="*/ 66 h 174"/>
                    <a:gd name="T12" fmla="*/ 82 w 200"/>
                    <a:gd name="T13" fmla="*/ 66 h 174"/>
                    <a:gd name="T14" fmla="*/ 66 w 200"/>
                    <a:gd name="T15" fmla="*/ 70 h 174"/>
                    <a:gd name="T16" fmla="*/ 56 w 200"/>
                    <a:gd name="T17" fmla="*/ 82 h 174"/>
                    <a:gd name="T18" fmla="*/ 46 w 200"/>
                    <a:gd name="T19" fmla="*/ 90 h 174"/>
                    <a:gd name="T20" fmla="*/ 40 w 200"/>
                    <a:gd name="T21" fmla="*/ 94 h 174"/>
                    <a:gd name="T22" fmla="*/ 8 w 200"/>
                    <a:gd name="T23" fmla="*/ 98 h 174"/>
                    <a:gd name="T24" fmla="*/ 14 w 200"/>
                    <a:gd name="T25" fmla="*/ 120 h 174"/>
                    <a:gd name="T26" fmla="*/ 12 w 200"/>
                    <a:gd name="T27" fmla="*/ 132 h 174"/>
                    <a:gd name="T28" fmla="*/ 4 w 200"/>
                    <a:gd name="T29" fmla="*/ 144 h 174"/>
                    <a:gd name="T30" fmla="*/ 4 w 200"/>
                    <a:gd name="T31" fmla="*/ 154 h 174"/>
                    <a:gd name="T32" fmla="*/ 8 w 200"/>
                    <a:gd name="T33" fmla="*/ 162 h 174"/>
                    <a:gd name="T34" fmla="*/ 18 w 200"/>
                    <a:gd name="T35" fmla="*/ 158 h 174"/>
                    <a:gd name="T36" fmla="*/ 30 w 200"/>
                    <a:gd name="T37" fmla="*/ 156 h 174"/>
                    <a:gd name="T38" fmla="*/ 44 w 200"/>
                    <a:gd name="T39" fmla="*/ 158 h 174"/>
                    <a:gd name="T40" fmla="*/ 48 w 200"/>
                    <a:gd name="T41" fmla="*/ 158 h 174"/>
                    <a:gd name="T42" fmla="*/ 60 w 200"/>
                    <a:gd name="T43" fmla="*/ 160 h 174"/>
                    <a:gd name="T44" fmla="*/ 76 w 200"/>
                    <a:gd name="T45" fmla="*/ 174 h 174"/>
                    <a:gd name="T46" fmla="*/ 94 w 200"/>
                    <a:gd name="T47" fmla="*/ 156 h 174"/>
                    <a:gd name="T48" fmla="*/ 114 w 200"/>
                    <a:gd name="T49" fmla="*/ 154 h 174"/>
                    <a:gd name="T50" fmla="*/ 114 w 200"/>
                    <a:gd name="T51" fmla="*/ 130 h 174"/>
                    <a:gd name="T52" fmla="*/ 116 w 200"/>
                    <a:gd name="T53" fmla="*/ 112 h 174"/>
                    <a:gd name="T54" fmla="*/ 152 w 200"/>
                    <a:gd name="T55" fmla="*/ 82 h 174"/>
                    <a:gd name="T56" fmla="*/ 156 w 200"/>
                    <a:gd name="T57" fmla="*/ 76 h 174"/>
                    <a:gd name="T58" fmla="*/ 164 w 200"/>
                    <a:gd name="T59" fmla="*/ 66 h 174"/>
                    <a:gd name="T60" fmla="*/ 172 w 200"/>
                    <a:gd name="T61" fmla="*/ 60 h 174"/>
                    <a:gd name="T62" fmla="*/ 172 w 200"/>
                    <a:gd name="T63" fmla="*/ 52 h 174"/>
                    <a:gd name="T64" fmla="*/ 178 w 200"/>
                    <a:gd name="T65" fmla="*/ 46 h 174"/>
                    <a:gd name="T66" fmla="*/ 188 w 200"/>
                    <a:gd name="T67" fmla="*/ 44 h 174"/>
                    <a:gd name="T68" fmla="*/ 200 w 200"/>
                    <a:gd name="T69" fmla="*/ 46 h 174"/>
                    <a:gd name="T70" fmla="*/ 198 w 200"/>
                    <a:gd name="T71" fmla="*/ 42 h 174"/>
                    <a:gd name="T72" fmla="*/ 192 w 200"/>
                    <a:gd name="T73" fmla="*/ 38 h 174"/>
                    <a:gd name="T74" fmla="*/ 184 w 200"/>
                    <a:gd name="T75" fmla="*/ 36 h 174"/>
                    <a:gd name="T76" fmla="*/ 180 w 200"/>
                    <a:gd name="T77" fmla="*/ 32 h 174"/>
                    <a:gd name="T78" fmla="*/ 172 w 200"/>
                    <a:gd name="T79" fmla="*/ 26 h 174"/>
                    <a:gd name="T80" fmla="*/ 160 w 200"/>
                    <a:gd name="T81" fmla="*/ 28 h 174"/>
                    <a:gd name="T82" fmla="*/ 156 w 200"/>
                    <a:gd name="T83" fmla="*/ 18 h 174"/>
                    <a:gd name="T84" fmla="*/ 154 w 200"/>
                    <a:gd name="T85" fmla="*/ 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0" h="174">
                      <a:moveTo>
                        <a:pt x="154" y="0"/>
                      </a:moveTo>
                      <a:lnTo>
                        <a:pt x="154" y="2"/>
                      </a:lnTo>
                      <a:lnTo>
                        <a:pt x="150" y="2"/>
                      </a:lnTo>
                      <a:lnTo>
                        <a:pt x="148" y="4"/>
                      </a:lnTo>
                      <a:lnTo>
                        <a:pt x="144" y="8"/>
                      </a:lnTo>
                      <a:lnTo>
                        <a:pt x="142" y="10"/>
                      </a:lnTo>
                      <a:lnTo>
                        <a:pt x="142" y="14"/>
                      </a:lnTo>
                      <a:lnTo>
                        <a:pt x="126" y="18"/>
                      </a:lnTo>
                      <a:lnTo>
                        <a:pt x="122" y="28"/>
                      </a:lnTo>
                      <a:lnTo>
                        <a:pt x="122" y="28"/>
                      </a:lnTo>
                      <a:lnTo>
                        <a:pt x="120" y="28"/>
                      </a:lnTo>
                      <a:lnTo>
                        <a:pt x="118" y="30"/>
                      </a:lnTo>
                      <a:lnTo>
                        <a:pt x="116" y="30"/>
                      </a:lnTo>
                      <a:lnTo>
                        <a:pt x="112" y="32"/>
                      </a:lnTo>
                      <a:lnTo>
                        <a:pt x="110" y="36"/>
                      </a:lnTo>
                      <a:lnTo>
                        <a:pt x="110" y="40"/>
                      </a:lnTo>
                      <a:lnTo>
                        <a:pt x="110" y="46"/>
                      </a:lnTo>
                      <a:lnTo>
                        <a:pt x="92" y="66"/>
                      </a:lnTo>
                      <a:lnTo>
                        <a:pt x="90" y="66"/>
                      </a:lnTo>
                      <a:lnTo>
                        <a:pt x="86" y="66"/>
                      </a:lnTo>
                      <a:lnTo>
                        <a:pt x="82" y="66"/>
                      </a:lnTo>
                      <a:lnTo>
                        <a:pt x="76" y="66"/>
                      </a:lnTo>
                      <a:lnTo>
                        <a:pt x="72" y="68"/>
                      </a:lnTo>
                      <a:lnTo>
                        <a:pt x="66" y="70"/>
                      </a:lnTo>
                      <a:lnTo>
                        <a:pt x="62" y="74"/>
                      </a:lnTo>
                      <a:lnTo>
                        <a:pt x="60" y="78"/>
                      </a:lnTo>
                      <a:lnTo>
                        <a:pt x="56" y="82"/>
                      </a:lnTo>
                      <a:lnTo>
                        <a:pt x="52" y="86"/>
                      </a:lnTo>
                      <a:lnTo>
                        <a:pt x="48" y="88"/>
                      </a:lnTo>
                      <a:lnTo>
                        <a:pt x="46" y="90"/>
                      </a:lnTo>
                      <a:lnTo>
                        <a:pt x="44" y="92"/>
                      </a:lnTo>
                      <a:lnTo>
                        <a:pt x="42" y="92"/>
                      </a:lnTo>
                      <a:lnTo>
                        <a:pt x="40" y="94"/>
                      </a:lnTo>
                      <a:lnTo>
                        <a:pt x="32" y="96"/>
                      </a:lnTo>
                      <a:lnTo>
                        <a:pt x="20" y="98"/>
                      </a:lnTo>
                      <a:lnTo>
                        <a:pt x="8" y="98"/>
                      </a:lnTo>
                      <a:lnTo>
                        <a:pt x="0" y="96"/>
                      </a:lnTo>
                      <a:lnTo>
                        <a:pt x="12" y="116"/>
                      </a:lnTo>
                      <a:lnTo>
                        <a:pt x="14" y="120"/>
                      </a:lnTo>
                      <a:lnTo>
                        <a:pt x="14" y="130"/>
                      </a:lnTo>
                      <a:lnTo>
                        <a:pt x="14" y="130"/>
                      </a:lnTo>
                      <a:lnTo>
                        <a:pt x="12" y="132"/>
                      </a:lnTo>
                      <a:lnTo>
                        <a:pt x="8" y="134"/>
                      </a:lnTo>
                      <a:lnTo>
                        <a:pt x="6" y="138"/>
                      </a:lnTo>
                      <a:lnTo>
                        <a:pt x="4" y="144"/>
                      </a:lnTo>
                      <a:lnTo>
                        <a:pt x="4" y="146"/>
                      </a:lnTo>
                      <a:lnTo>
                        <a:pt x="4" y="150"/>
                      </a:lnTo>
                      <a:lnTo>
                        <a:pt x="4" y="154"/>
                      </a:lnTo>
                      <a:lnTo>
                        <a:pt x="6" y="158"/>
                      </a:lnTo>
                      <a:lnTo>
                        <a:pt x="8" y="162"/>
                      </a:lnTo>
                      <a:lnTo>
                        <a:pt x="8" y="162"/>
                      </a:lnTo>
                      <a:lnTo>
                        <a:pt x="10" y="160"/>
                      </a:lnTo>
                      <a:lnTo>
                        <a:pt x="14" y="160"/>
                      </a:lnTo>
                      <a:lnTo>
                        <a:pt x="18" y="158"/>
                      </a:lnTo>
                      <a:lnTo>
                        <a:pt x="22" y="158"/>
                      </a:lnTo>
                      <a:lnTo>
                        <a:pt x="24" y="156"/>
                      </a:lnTo>
                      <a:lnTo>
                        <a:pt x="30" y="156"/>
                      </a:lnTo>
                      <a:lnTo>
                        <a:pt x="34" y="158"/>
                      </a:lnTo>
                      <a:lnTo>
                        <a:pt x="40" y="158"/>
                      </a:lnTo>
                      <a:lnTo>
                        <a:pt x="44" y="158"/>
                      </a:lnTo>
                      <a:lnTo>
                        <a:pt x="44" y="158"/>
                      </a:lnTo>
                      <a:lnTo>
                        <a:pt x="46" y="158"/>
                      </a:lnTo>
                      <a:lnTo>
                        <a:pt x="48" y="158"/>
                      </a:lnTo>
                      <a:lnTo>
                        <a:pt x="52" y="158"/>
                      </a:lnTo>
                      <a:lnTo>
                        <a:pt x="56" y="160"/>
                      </a:lnTo>
                      <a:lnTo>
                        <a:pt x="60" y="160"/>
                      </a:lnTo>
                      <a:lnTo>
                        <a:pt x="64" y="162"/>
                      </a:lnTo>
                      <a:lnTo>
                        <a:pt x="66" y="166"/>
                      </a:lnTo>
                      <a:lnTo>
                        <a:pt x="76" y="174"/>
                      </a:lnTo>
                      <a:lnTo>
                        <a:pt x="92" y="156"/>
                      </a:lnTo>
                      <a:lnTo>
                        <a:pt x="92" y="156"/>
                      </a:lnTo>
                      <a:lnTo>
                        <a:pt x="94" y="156"/>
                      </a:lnTo>
                      <a:lnTo>
                        <a:pt x="96" y="154"/>
                      </a:lnTo>
                      <a:lnTo>
                        <a:pt x="100" y="154"/>
                      </a:lnTo>
                      <a:lnTo>
                        <a:pt x="114" y="154"/>
                      </a:lnTo>
                      <a:lnTo>
                        <a:pt x="120" y="154"/>
                      </a:lnTo>
                      <a:lnTo>
                        <a:pt x="122" y="134"/>
                      </a:lnTo>
                      <a:lnTo>
                        <a:pt x="114" y="130"/>
                      </a:lnTo>
                      <a:lnTo>
                        <a:pt x="114" y="128"/>
                      </a:lnTo>
                      <a:lnTo>
                        <a:pt x="114" y="122"/>
                      </a:lnTo>
                      <a:lnTo>
                        <a:pt x="116" y="112"/>
                      </a:lnTo>
                      <a:lnTo>
                        <a:pt x="120" y="102"/>
                      </a:lnTo>
                      <a:lnTo>
                        <a:pt x="132" y="92"/>
                      </a:lnTo>
                      <a:lnTo>
                        <a:pt x="152" y="82"/>
                      </a:lnTo>
                      <a:lnTo>
                        <a:pt x="152" y="82"/>
                      </a:lnTo>
                      <a:lnTo>
                        <a:pt x="154" y="80"/>
                      </a:lnTo>
                      <a:lnTo>
                        <a:pt x="156" y="76"/>
                      </a:lnTo>
                      <a:lnTo>
                        <a:pt x="160" y="72"/>
                      </a:lnTo>
                      <a:lnTo>
                        <a:pt x="162" y="70"/>
                      </a:lnTo>
                      <a:lnTo>
                        <a:pt x="164" y="66"/>
                      </a:lnTo>
                      <a:lnTo>
                        <a:pt x="164" y="62"/>
                      </a:lnTo>
                      <a:lnTo>
                        <a:pt x="172" y="62"/>
                      </a:lnTo>
                      <a:lnTo>
                        <a:pt x="172" y="60"/>
                      </a:lnTo>
                      <a:lnTo>
                        <a:pt x="170" y="58"/>
                      </a:lnTo>
                      <a:lnTo>
                        <a:pt x="170" y="56"/>
                      </a:lnTo>
                      <a:lnTo>
                        <a:pt x="172" y="52"/>
                      </a:lnTo>
                      <a:lnTo>
                        <a:pt x="174" y="50"/>
                      </a:lnTo>
                      <a:lnTo>
                        <a:pt x="176" y="46"/>
                      </a:lnTo>
                      <a:lnTo>
                        <a:pt x="178" y="46"/>
                      </a:lnTo>
                      <a:lnTo>
                        <a:pt x="180" y="46"/>
                      </a:lnTo>
                      <a:lnTo>
                        <a:pt x="184" y="44"/>
                      </a:lnTo>
                      <a:lnTo>
                        <a:pt x="188" y="44"/>
                      </a:lnTo>
                      <a:lnTo>
                        <a:pt x="192" y="44"/>
                      </a:lnTo>
                      <a:lnTo>
                        <a:pt x="196" y="46"/>
                      </a:lnTo>
                      <a:lnTo>
                        <a:pt x="200" y="46"/>
                      </a:lnTo>
                      <a:lnTo>
                        <a:pt x="200" y="46"/>
                      </a:lnTo>
                      <a:lnTo>
                        <a:pt x="200" y="44"/>
                      </a:lnTo>
                      <a:lnTo>
                        <a:pt x="198" y="42"/>
                      </a:lnTo>
                      <a:lnTo>
                        <a:pt x="196" y="40"/>
                      </a:lnTo>
                      <a:lnTo>
                        <a:pt x="192" y="38"/>
                      </a:lnTo>
                      <a:lnTo>
                        <a:pt x="192" y="38"/>
                      </a:lnTo>
                      <a:lnTo>
                        <a:pt x="190" y="38"/>
                      </a:lnTo>
                      <a:lnTo>
                        <a:pt x="186" y="36"/>
                      </a:lnTo>
                      <a:lnTo>
                        <a:pt x="184" y="36"/>
                      </a:lnTo>
                      <a:lnTo>
                        <a:pt x="182" y="34"/>
                      </a:lnTo>
                      <a:lnTo>
                        <a:pt x="182" y="32"/>
                      </a:lnTo>
                      <a:lnTo>
                        <a:pt x="180" y="32"/>
                      </a:lnTo>
                      <a:lnTo>
                        <a:pt x="178" y="30"/>
                      </a:lnTo>
                      <a:lnTo>
                        <a:pt x="176" y="28"/>
                      </a:lnTo>
                      <a:lnTo>
                        <a:pt x="172" y="26"/>
                      </a:lnTo>
                      <a:lnTo>
                        <a:pt x="166" y="26"/>
                      </a:lnTo>
                      <a:lnTo>
                        <a:pt x="160" y="28"/>
                      </a:lnTo>
                      <a:lnTo>
                        <a:pt x="160" y="28"/>
                      </a:lnTo>
                      <a:lnTo>
                        <a:pt x="158" y="26"/>
                      </a:lnTo>
                      <a:lnTo>
                        <a:pt x="156" y="22"/>
                      </a:lnTo>
                      <a:lnTo>
                        <a:pt x="156" y="18"/>
                      </a:lnTo>
                      <a:lnTo>
                        <a:pt x="156" y="14"/>
                      </a:lnTo>
                      <a:lnTo>
                        <a:pt x="172" y="0"/>
                      </a:lnTo>
                      <a:lnTo>
                        <a:pt x="154" y="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2" name="Freeform 384">
                  <a:extLst>
                    <a:ext uri="{FF2B5EF4-FFF2-40B4-BE49-F238E27FC236}">
                      <a16:creationId xmlns:a16="http://schemas.microsoft.com/office/drawing/2014/main" id="{A7CA1DCD-5E23-FD71-1BDB-BE189EF92646}"/>
                    </a:ext>
                  </a:extLst>
                </p:cNvPr>
                <p:cNvSpPr/>
                <p:nvPr/>
              </p:nvSpPr>
              <p:spPr bwMode="gray">
                <a:xfrm>
                  <a:off x="3097564" y="4561668"/>
                  <a:ext cx="125895" cy="122110"/>
                </a:xfrm>
                <a:custGeom>
                  <a:avLst/>
                  <a:gdLst>
                    <a:gd name="T0" fmla="*/ 0 w 68"/>
                    <a:gd name="T1" fmla="*/ 0 h 66"/>
                    <a:gd name="T2" fmla="*/ 16 w 68"/>
                    <a:gd name="T3" fmla="*/ 26 h 66"/>
                    <a:gd name="T4" fmla="*/ 18 w 68"/>
                    <a:gd name="T5" fmla="*/ 28 h 66"/>
                    <a:gd name="T6" fmla="*/ 28 w 68"/>
                    <a:gd name="T7" fmla="*/ 36 h 66"/>
                    <a:gd name="T8" fmla="*/ 38 w 68"/>
                    <a:gd name="T9" fmla="*/ 44 h 66"/>
                    <a:gd name="T10" fmla="*/ 50 w 68"/>
                    <a:gd name="T11" fmla="*/ 54 h 66"/>
                    <a:gd name="T12" fmla="*/ 60 w 68"/>
                    <a:gd name="T13" fmla="*/ 62 h 66"/>
                    <a:gd name="T14" fmla="*/ 66 w 68"/>
                    <a:gd name="T15" fmla="*/ 66 h 66"/>
                    <a:gd name="T16" fmla="*/ 68 w 68"/>
                    <a:gd name="T17" fmla="*/ 66 h 66"/>
                    <a:gd name="T18" fmla="*/ 68 w 68"/>
                    <a:gd name="T19" fmla="*/ 62 h 66"/>
                    <a:gd name="T20" fmla="*/ 68 w 68"/>
                    <a:gd name="T21" fmla="*/ 60 h 66"/>
                    <a:gd name="T22" fmla="*/ 68 w 68"/>
                    <a:gd name="T23" fmla="*/ 58 h 66"/>
                    <a:gd name="T24" fmla="*/ 66 w 68"/>
                    <a:gd name="T25" fmla="*/ 56 h 66"/>
                    <a:gd name="T26" fmla="*/ 66 w 68"/>
                    <a:gd name="T27" fmla="*/ 54 h 66"/>
                    <a:gd name="T28" fmla="*/ 58 w 68"/>
                    <a:gd name="T29" fmla="*/ 42 h 66"/>
                    <a:gd name="T30" fmla="*/ 58 w 68"/>
                    <a:gd name="T31" fmla="*/ 40 h 66"/>
                    <a:gd name="T32" fmla="*/ 58 w 68"/>
                    <a:gd name="T33" fmla="*/ 36 h 66"/>
                    <a:gd name="T34" fmla="*/ 56 w 68"/>
                    <a:gd name="T35" fmla="*/ 32 h 66"/>
                    <a:gd name="T36" fmla="*/ 56 w 68"/>
                    <a:gd name="T37" fmla="*/ 26 h 66"/>
                    <a:gd name="T38" fmla="*/ 54 w 68"/>
                    <a:gd name="T39" fmla="*/ 24 h 66"/>
                    <a:gd name="T40" fmla="*/ 46 w 68"/>
                    <a:gd name="T41" fmla="*/ 12 h 66"/>
                    <a:gd name="T42" fmla="*/ 38 w 68"/>
                    <a:gd name="T43" fmla="*/ 14 h 66"/>
                    <a:gd name="T44" fmla="*/ 30 w 68"/>
                    <a:gd name="T45" fmla="*/ 4 h 66"/>
                    <a:gd name="T46" fmla="*/ 12 w 68"/>
                    <a:gd name="T47" fmla="*/ 6 h 66"/>
                    <a:gd name="T48" fmla="*/ 0 w 68"/>
                    <a:gd name="T49"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6">
                      <a:moveTo>
                        <a:pt x="0" y="0"/>
                      </a:moveTo>
                      <a:lnTo>
                        <a:pt x="16" y="26"/>
                      </a:lnTo>
                      <a:lnTo>
                        <a:pt x="18" y="28"/>
                      </a:lnTo>
                      <a:lnTo>
                        <a:pt x="28" y="36"/>
                      </a:lnTo>
                      <a:lnTo>
                        <a:pt x="38" y="44"/>
                      </a:lnTo>
                      <a:lnTo>
                        <a:pt x="50" y="54"/>
                      </a:lnTo>
                      <a:lnTo>
                        <a:pt x="60" y="62"/>
                      </a:lnTo>
                      <a:lnTo>
                        <a:pt x="66" y="66"/>
                      </a:lnTo>
                      <a:lnTo>
                        <a:pt x="68" y="66"/>
                      </a:lnTo>
                      <a:lnTo>
                        <a:pt x="68" y="62"/>
                      </a:lnTo>
                      <a:lnTo>
                        <a:pt x="68" y="60"/>
                      </a:lnTo>
                      <a:lnTo>
                        <a:pt x="68" y="58"/>
                      </a:lnTo>
                      <a:lnTo>
                        <a:pt x="66" y="56"/>
                      </a:lnTo>
                      <a:lnTo>
                        <a:pt x="66" y="54"/>
                      </a:lnTo>
                      <a:lnTo>
                        <a:pt x="58" y="42"/>
                      </a:lnTo>
                      <a:lnTo>
                        <a:pt x="58" y="40"/>
                      </a:lnTo>
                      <a:lnTo>
                        <a:pt x="58" y="36"/>
                      </a:lnTo>
                      <a:lnTo>
                        <a:pt x="56" y="32"/>
                      </a:lnTo>
                      <a:lnTo>
                        <a:pt x="56" y="26"/>
                      </a:lnTo>
                      <a:lnTo>
                        <a:pt x="54" y="24"/>
                      </a:lnTo>
                      <a:lnTo>
                        <a:pt x="46" y="12"/>
                      </a:lnTo>
                      <a:lnTo>
                        <a:pt x="38" y="14"/>
                      </a:lnTo>
                      <a:lnTo>
                        <a:pt x="30" y="4"/>
                      </a:lnTo>
                      <a:lnTo>
                        <a:pt x="12" y="6"/>
                      </a:lnTo>
                      <a:lnTo>
                        <a:pt x="0" y="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3" name="Freeform 385">
                  <a:extLst>
                    <a:ext uri="{FF2B5EF4-FFF2-40B4-BE49-F238E27FC236}">
                      <a16:creationId xmlns:a16="http://schemas.microsoft.com/office/drawing/2014/main" id="{5EBFD3BD-A322-705F-6A80-BF4554982E9A}"/>
                    </a:ext>
                  </a:extLst>
                </p:cNvPr>
                <p:cNvSpPr/>
                <p:nvPr/>
              </p:nvSpPr>
              <p:spPr bwMode="gray">
                <a:xfrm>
                  <a:off x="2842072" y="4091730"/>
                  <a:ext cx="99975" cy="103608"/>
                </a:xfrm>
                <a:custGeom>
                  <a:avLst/>
                  <a:gdLst>
                    <a:gd name="T0" fmla="*/ 54 w 54"/>
                    <a:gd name="T1" fmla="*/ 56 h 56"/>
                    <a:gd name="T2" fmla="*/ 48 w 54"/>
                    <a:gd name="T3" fmla="*/ 44 h 56"/>
                    <a:gd name="T4" fmla="*/ 48 w 54"/>
                    <a:gd name="T5" fmla="*/ 44 h 56"/>
                    <a:gd name="T6" fmla="*/ 48 w 54"/>
                    <a:gd name="T7" fmla="*/ 42 h 56"/>
                    <a:gd name="T8" fmla="*/ 44 w 54"/>
                    <a:gd name="T9" fmla="*/ 40 h 56"/>
                    <a:gd name="T10" fmla="*/ 40 w 54"/>
                    <a:gd name="T11" fmla="*/ 38 h 56"/>
                    <a:gd name="T12" fmla="*/ 40 w 54"/>
                    <a:gd name="T13" fmla="*/ 38 h 56"/>
                    <a:gd name="T14" fmla="*/ 38 w 54"/>
                    <a:gd name="T15" fmla="*/ 36 h 56"/>
                    <a:gd name="T16" fmla="*/ 34 w 54"/>
                    <a:gd name="T17" fmla="*/ 36 h 56"/>
                    <a:gd name="T18" fmla="*/ 28 w 54"/>
                    <a:gd name="T19" fmla="*/ 36 h 56"/>
                    <a:gd name="T20" fmla="*/ 24 w 54"/>
                    <a:gd name="T21" fmla="*/ 38 h 56"/>
                    <a:gd name="T22" fmla="*/ 20 w 54"/>
                    <a:gd name="T23" fmla="*/ 40 h 56"/>
                    <a:gd name="T24" fmla="*/ 20 w 54"/>
                    <a:gd name="T25" fmla="*/ 42 h 56"/>
                    <a:gd name="T26" fmla="*/ 18 w 54"/>
                    <a:gd name="T27" fmla="*/ 42 h 56"/>
                    <a:gd name="T28" fmla="*/ 18 w 54"/>
                    <a:gd name="T29" fmla="*/ 44 h 56"/>
                    <a:gd name="T30" fmla="*/ 16 w 54"/>
                    <a:gd name="T31" fmla="*/ 44 h 56"/>
                    <a:gd name="T32" fmla="*/ 12 w 54"/>
                    <a:gd name="T33" fmla="*/ 46 h 56"/>
                    <a:gd name="T34" fmla="*/ 6 w 54"/>
                    <a:gd name="T35" fmla="*/ 46 h 56"/>
                    <a:gd name="T36" fmla="*/ 6 w 54"/>
                    <a:gd name="T37" fmla="*/ 32 h 56"/>
                    <a:gd name="T38" fmla="*/ 6 w 54"/>
                    <a:gd name="T39" fmla="*/ 32 h 56"/>
                    <a:gd name="T40" fmla="*/ 6 w 54"/>
                    <a:gd name="T41" fmla="*/ 30 h 56"/>
                    <a:gd name="T42" fmla="*/ 4 w 54"/>
                    <a:gd name="T43" fmla="*/ 26 h 56"/>
                    <a:gd name="T44" fmla="*/ 2 w 54"/>
                    <a:gd name="T45" fmla="*/ 26 h 56"/>
                    <a:gd name="T46" fmla="*/ 2 w 54"/>
                    <a:gd name="T47" fmla="*/ 24 h 56"/>
                    <a:gd name="T48" fmla="*/ 0 w 54"/>
                    <a:gd name="T49" fmla="*/ 22 h 56"/>
                    <a:gd name="T50" fmla="*/ 0 w 54"/>
                    <a:gd name="T51" fmla="*/ 18 h 56"/>
                    <a:gd name="T52" fmla="*/ 0 w 54"/>
                    <a:gd name="T53" fmla="*/ 14 h 56"/>
                    <a:gd name="T54" fmla="*/ 2 w 54"/>
                    <a:gd name="T55" fmla="*/ 12 h 56"/>
                    <a:gd name="T56" fmla="*/ 2 w 54"/>
                    <a:gd name="T57" fmla="*/ 10 h 56"/>
                    <a:gd name="T58" fmla="*/ 2 w 54"/>
                    <a:gd name="T59" fmla="*/ 8 h 56"/>
                    <a:gd name="T60" fmla="*/ 4 w 54"/>
                    <a:gd name="T61" fmla="*/ 4 h 56"/>
                    <a:gd name="T62" fmla="*/ 4 w 54"/>
                    <a:gd name="T63" fmla="*/ 2 h 56"/>
                    <a:gd name="T64" fmla="*/ 6 w 54"/>
                    <a:gd name="T65" fmla="*/ 0 h 56"/>
                    <a:gd name="T66" fmla="*/ 10 w 54"/>
                    <a:gd name="T67" fmla="*/ 0 h 56"/>
                    <a:gd name="T68" fmla="*/ 18 w 54"/>
                    <a:gd name="T69" fmla="*/ 0 h 56"/>
                    <a:gd name="T70" fmla="*/ 24 w 54"/>
                    <a:gd name="T71" fmla="*/ 0 h 56"/>
                    <a:gd name="T72" fmla="*/ 24 w 54"/>
                    <a:gd name="T73" fmla="*/ 0 h 56"/>
                    <a:gd name="T74" fmla="*/ 26 w 54"/>
                    <a:gd name="T75" fmla="*/ 0 h 56"/>
                    <a:gd name="T76" fmla="*/ 26 w 54"/>
                    <a:gd name="T77" fmla="*/ 0 h 56"/>
                    <a:gd name="T78" fmla="*/ 28 w 54"/>
                    <a:gd name="T79" fmla="*/ 2 h 56"/>
                    <a:gd name="T80" fmla="*/ 30 w 54"/>
                    <a:gd name="T81" fmla="*/ 6 h 56"/>
                    <a:gd name="T82" fmla="*/ 30 w 54"/>
                    <a:gd name="T83" fmla="*/ 14 h 56"/>
                    <a:gd name="T84" fmla="*/ 34 w 54"/>
                    <a:gd name="T85" fmla="*/ 28 h 56"/>
                    <a:gd name="T86" fmla="*/ 36 w 54"/>
                    <a:gd name="T87" fmla="*/ 26 h 56"/>
                    <a:gd name="T88" fmla="*/ 36 w 54"/>
                    <a:gd name="T89" fmla="*/ 26 h 56"/>
                    <a:gd name="T90" fmla="*/ 38 w 54"/>
                    <a:gd name="T91" fmla="*/ 24 h 56"/>
                    <a:gd name="T92" fmla="*/ 40 w 54"/>
                    <a:gd name="T93" fmla="*/ 20 h 56"/>
                    <a:gd name="T94" fmla="*/ 40 w 54"/>
                    <a:gd name="T95" fmla="*/ 18 h 56"/>
                    <a:gd name="T96" fmla="*/ 42 w 54"/>
                    <a:gd name="T97" fmla="*/ 14 h 56"/>
                    <a:gd name="T98" fmla="*/ 44 w 54"/>
                    <a:gd name="T99" fmla="*/ 12 h 56"/>
                    <a:gd name="T100" fmla="*/ 44 w 54"/>
                    <a:gd name="T101" fmla="*/ 12 h 56"/>
                    <a:gd name="T102" fmla="*/ 46 w 54"/>
                    <a:gd name="T103" fmla="*/ 12 h 56"/>
                    <a:gd name="T104" fmla="*/ 48 w 54"/>
                    <a:gd name="T105" fmla="*/ 14 h 56"/>
                    <a:gd name="T106" fmla="*/ 48 w 54"/>
                    <a:gd name="T107" fmla="*/ 18 h 56"/>
                    <a:gd name="T108" fmla="*/ 52 w 54"/>
                    <a:gd name="T109" fmla="*/ 34 h 56"/>
                    <a:gd name="T110" fmla="*/ 54 w 54"/>
                    <a:gd name="T111" fmla="*/ 46 h 56"/>
                    <a:gd name="T112" fmla="*/ 54 w 54"/>
                    <a:gd name="T113"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4" h="56">
                      <a:moveTo>
                        <a:pt x="54" y="56"/>
                      </a:moveTo>
                      <a:lnTo>
                        <a:pt x="48" y="44"/>
                      </a:lnTo>
                      <a:lnTo>
                        <a:pt x="48" y="44"/>
                      </a:lnTo>
                      <a:lnTo>
                        <a:pt x="48" y="42"/>
                      </a:lnTo>
                      <a:lnTo>
                        <a:pt x="44" y="40"/>
                      </a:lnTo>
                      <a:lnTo>
                        <a:pt x="40" y="38"/>
                      </a:lnTo>
                      <a:lnTo>
                        <a:pt x="40" y="38"/>
                      </a:lnTo>
                      <a:lnTo>
                        <a:pt x="38" y="36"/>
                      </a:lnTo>
                      <a:lnTo>
                        <a:pt x="34" y="36"/>
                      </a:lnTo>
                      <a:lnTo>
                        <a:pt x="28" y="36"/>
                      </a:lnTo>
                      <a:lnTo>
                        <a:pt x="24" y="38"/>
                      </a:lnTo>
                      <a:lnTo>
                        <a:pt x="20" y="40"/>
                      </a:lnTo>
                      <a:lnTo>
                        <a:pt x="20" y="42"/>
                      </a:lnTo>
                      <a:lnTo>
                        <a:pt x="18" y="42"/>
                      </a:lnTo>
                      <a:lnTo>
                        <a:pt x="18" y="44"/>
                      </a:lnTo>
                      <a:lnTo>
                        <a:pt x="16" y="44"/>
                      </a:lnTo>
                      <a:lnTo>
                        <a:pt x="12" y="46"/>
                      </a:lnTo>
                      <a:lnTo>
                        <a:pt x="6" y="46"/>
                      </a:lnTo>
                      <a:lnTo>
                        <a:pt x="6" y="32"/>
                      </a:lnTo>
                      <a:lnTo>
                        <a:pt x="6" y="32"/>
                      </a:lnTo>
                      <a:lnTo>
                        <a:pt x="6" y="30"/>
                      </a:lnTo>
                      <a:lnTo>
                        <a:pt x="4" y="26"/>
                      </a:lnTo>
                      <a:lnTo>
                        <a:pt x="2" y="26"/>
                      </a:lnTo>
                      <a:lnTo>
                        <a:pt x="2" y="24"/>
                      </a:lnTo>
                      <a:lnTo>
                        <a:pt x="0" y="22"/>
                      </a:lnTo>
                      <a:lnTo>
                        <a:pt x="0" y="18"/>
                      </a:lnTo>
                      <a:lnTo>
                        <a:pt x="0" y="14"/>
                      </a:lnTo>
                      <a:lnTo>
                        <a:pt x="2" y="12"/>
                      </a:lnTo>
                      <a:lnTo>
                        <a:pt x="2" y="10"/>
                      </a:lnTo>
                      <a:lnTo>
                        <a:pt x="2" y="8"/>
                      </a:lnTo>
                      <a:lnTo>
                        <a:pt x="4" y="4"/>
                      </a:lnTo>
                      <a:lnTo>
                        <a:pt x="4" y="2"/>
                      </a:lnTo>
                      <a:lnTo>
                        <a:pt x="6" y="0"/>
                      </a:lnTo>
                      <a:lnTo>
                        <a:pt x="10" y="0"/>
                      </a:lnTo>
                      <a:lnTo>
                        <a:pt x="18" y="0"/>
                      </a:lnTo>
                      <a:lnTo>
                        <a:pt x="24" y="0"/>
                      </a:lnTo>
                      <a:lnTo>
                        <a:pt x="24" y="0"/>
                      </a:lnTo>
                      <a:lnTo>
                        <a:pt x="26" y="0"/>
                      </a:lnTo>
                      <a:lnTo>
                        <a:pt x="26" y="0"/>
                      </a:lnTo>
                      <a:lnTo>
                        <a:pt x="28" y="2"/>
                      </a:lnTo>
                      <a:lnTo>
                        <a:pt x="30" y="6"/>
                      </a:lnTo>
                      <a:lnTo>
                        <a:pt x="30" y="14"/>
                      </a:lnTo>
                      <a:lnTo>
                        <a:pt x="34" y="28"/>
                      </a:lnTo>
                      <a:lnTo>
                        <a:pt x="36" y="26"/>
                      </a:lnTo>
                      <a:lnTo>
                        <a:pt x="36" y="26"/>
                      </a:lnTo>
                      <a:lnTo>
                        <a:pt x="38" y="24"/>
                      </a:lnTo>
                      <a:lnTo>
                        <a:pt x="40" y="20"/>
                      </a:lnTo>
                      <a:lnTo>
                        <a:pt x="40" y="18"/>
                      </a:lnTo>
                      <a:lnTo>
                        <a:pt x="42" y="14"/>
                      </a:lnTo>
                      <a:lnTo>
                        <a:pt x="44" y="12"/>
                      </a:lnTo>
                      <a:lnTo>
                        <a:pt x="44" y="12"/>
                      </a:lnTo>
                      <a:lnTo>
                        <a:pt x="46" y="12"/>
                      </a:lnTo>
                      <a:lnTo>
                        <a:pt x="48" y="14"/>
                      </a:lnTo>
                      <a:lnTo>
                        <a:pt x="48" y="18"/>
                      </a:lnTo>
                      <a:lnTo>
                        <a:pt x="52" y="34"/>
                      </a:lnTo>
                      <a:lnTo>
                        <a:pt x="54" y="46"/>
                      </a:lnTo>
                      <a:lnTo>
                        <a:pt x="54" y="56"/>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4" name="Freeform 386">
                  <a:extLst>
                    <a:ext uri="{FF2B5EF4-FFF2-40B4-BE49-F238E27FC236}">
                      <a16:creationId xmlns:a16="http://schemas.microsoft.com/office/drawing/2014/main" id="{B976E698-5524-C46B-3E45-0B99130417A0}"/>
                    </a:ext>
                  </a:extLst>
                </p:cNvPr>
                <p:cNvSpPr/>
                <p:nvPr/>
              </p:nvSpPr>
              <p:spPr bwMode="gray">
                <a:xfrm>
                  <a:off x="2934642" y="4021424"/>
                  <a:ext cx="185140" cy="503241"/>
                </a:xfrm>
                <a:custGeom>
                  <a:avLst/>
                  <a:gdLst>
                    <a:gd name="T0" fmla="*/ 40 w 100"/>
                    <a:gd name="T1" fmla="*/ 170 h 272"/>
                    <a:gd name="T2" fmla="*/ 26 w 100"/>
                    <a:gd name="T3" fmla="*/ 166 h 272"/>
                    <a:gd name="T4" fmla="*/ 26 w 100"/>
                    <a:gd name="T5" fmla="*/ 156 h 272"/>
                    <a:gd name="T6" fmla="*/ 26 w 100"/>
                    <a:gd name="T7" fmla="*/ 142 h 272"/>
                    <a:gd name="T8" fmla="*/ 24 w 100"/>
                    <a:gd name="T9" fmla="*/ 136 h 272"/>
                    <a:gd name="T10" fmla="*/ 20 w 100"/>
                    <a:gd name="T11" fmla="*/ 130 h 272"/>
                    <a:gd name="T12" fmla="*/ 16 w 100"/>
                    <a:gd name="T13" fmla="*/ 120 h 272"/>
                    <a:gd name="T14" fmla="*/ 10 w 100"/>
                    <a:gd name="T15" fmla="*/ 112 h 272"/>
                    <a:gd name="T16" fmla="*/ 8 w 100"/>
                    <a:gd name="T17" fmla="*/ 108 h 272"/>
                    <a:gd name="T18" fmla="*/ 4 w 100"/>
                    <a:gd name="T19" fmla="*/ 102 h 272"/>
                    <a:gd name="T20" fmla="*/ 2 w 100"/>
                    <a:gd name="T21" fmla="*/ 94 h 272"/>
                    <a:gd name="T22" fmla="*/ 2 w 100"/>
                    <a:gd name="T23" fmla="*/ 90 h 272"/>
                    <a:gd name="T24" fmla="*/ 4 w 100"/>
                    <a:gd name="T25" fmla="*/ 82 h 272"/>
                    <a:gd name="T26" fmla="*/ 2 w 100"/>
                    <a:gd name="T27" fmla="*/ 78 h 272"/>
                    <a:gd name="T28" fmla="*/ 0 w 100"/>
                    <a:gd name="T29" fmla="*/ 74 h 272"/>
                    <a:gd name="T30" fmla="*/ 2 w 100"/>
                    <a:gd name="T31" fmla="*/ 70 h 272"/>
                    <a:gd name="T32" fmla="*/ 4 w 100"/>
                    <a:gd name="T33" fmla="*/ 72 h 272"/>
                    <a:gd name="T34" fmla="*/ 6 w 100"/>
                    <a:gd name="T35" fmla="*/ 72 h 272"/>
                    <a:gd name="T36" fmla="*/ 8 w 100"/>
                    <a:gd name="T37" fmla="*/ 74 h 272"/>
                    <a:gd name="T38" fmla="*/ 10 w 100"/>
                    <a:gd name="T39" fmla="*/ 70 h 272"/>
                    <a:gd name="T40" fmla="*/ 6 w 100"/>
                    <a:gd name="T41" fmla="*/ 56 h 272"/>
                    <a:gd name="T42" fmla="*/ 8 w 100"/>
                    <a:gd name="T43" fmla="*/ 56 h 272"/>
                    <a:gd name="T44" fmla="*/ 10 w 100"/>
                    <a:gd name="T45" fmla="*/ 58 h 272"/>
                    <a:gd name="T46" fmla="*/ 16 w 100"/>
                    <a:gd name="T47" fmla="*/ 60 h 272"/>
                    <a:gd name="T48" fmla="*/ 22 w 100"/>
                    <a:gd name="T49" fmla="*/ 58 h 272"/>
                    <a:gd name="T50" fmla="*/ 22 w 100"/>
                    <a:gd name="T51" fmla="*/ 56 h 272"/>
                    <a:gd name="T52" fmla="*/ 26 w 100"/>
                    <a:gd name="T53" fmla="*/ 54 h 272"/>
                    <a:gd name="T54" fmla="*/ 28 w 100"/>
                    <a:gd name="T55" fmla="*/ 48 h 272"/>
                    <a:gd name="T56" fmla="*/ 32 w 100"/>
                    <a:gd name="T57" fmla="*/ 40 h 272"/>
                    <a:gd name="T58" fmla="*/ 36 w 100"/>
                    <a:gd name="T59" fmla="*/ 34 h 272"/>
                    <a:gd name="T60" fmla="*/ 36 w 100"/>
                    <a:gd name="T61" fmla="*/ 30 h 272"/>
                    <a:gd name="T62" fmla="*/ 40 w 100"/>
                    <a:gd name="T63" fmla="*/ 26 h 272"/>
                    <a:gd name="T64" fmla="*/ 66 w 100"/>
                    <a:gd name="T65" fmla="*/ 0 h 272"/>
                    <a:gd name="T66" fmla="*/ 74 w 100"/>
                    <a:gd name="T67" fmla="*/ 8 h 272"/>
                    <a:gd name="T68" fmla="*/ 84 w 100"/>
                    <a:gd name="T69" fmla="*/ 34 h 272"/>
                    <a:gd name="T70" fmla="*/ 82 w 100"/>
                    <a:gd name="T71" fmla="*/ 36 h 272"/>
                    <a:gd name="T72" fmla="*/ 76 w 100"/>
                    <a:gd name="T73" fmla="*/ 52 h 272"/>
                    <a:gd name="T74" fmla="*/ 72 w 100"/>
                    <a:gd name="T75" fmla="*/ 72 h 272"/>
                    <a:gd name="T76" fmla="*/ 76 w 100"/>
                    <a:gd name="T77" fmla="*/ 76 h 272"/>
                    <a:gd name="T78" fmla="*/ 80 w 100"/>
                    <a:gd name="T79" fmla="*/ 80 h 272"/>
                    <a:gd name="T80" fmla="*/ 90 w 100"/>
                    <a:gd name="T81" fmla="*/ 78 h 272"/>
                    <a:gd name="T82" fmla="*/ 96 w 100"/>
                    <a:gd name="T83" fmla="*/ 98 h 272"/>
                    <a:gd name="T84" fmla="*/ 90 w 100"/>
                    <a:gd name="T85" fmla="*/ 102 h 272"/>
                    <a:gd name="T86" fmla="*/ 82 w 100"/>
                    <a:gd name="T87" fmla="*/ 112 h 272"/>
                    <a:gd name="T88" fmla="*/ 84 w 100"/>
                    <a:gd name="T89" fmla="*/ 138 h 272"/>
                    <a:gd name="T90" fmla="*/ 82 w 100"/>
                    <a:gd name="T91" fmla="*/ 138 h 272"/>
                    <a:gd name="T92" fmla="*/ 80 w 100"/>
                    <a:gd name="T93" fmla="*/ 142 h 272"/>
                    <a:gd name="T94" fmla="*/ 80 w 100"/>
                    <a:gd name="T95" fmla="*/ 150 h 272"/>
                    <a:gd name="T96" fmla="*/ 80 w 100"/>
                    <a:gd name="T97" fmla="*/ 158 h 272"/>
                    <a:gd name="T98" fmla="*/ 80 w 100"/>
                    <a:gd name="T99" fmla="*/ 168 h 272"/>
                    <a:gd name="T100" fmla="*/ 84 w 100"/>
                    <a:gd name="T101" fmla="*/ 182 h 272"/>
                    <a:gd name="T102" fmla="*/ 84 w 100"/>
                    <a:gd name="T103" fmla="*/ 210 h 272"/>
                    <a:gd name="T104" fmla="*/ 84 w 100"/>
                    <a:gd name="T105" fmla="*/ 224 h 272"/>
                    <a:gd name="T106" fmla="*/ 82 w 100"/>
                    <a:gd name="T107" fmla="*/ 244 h 272"/>
                    <a:gd name="T108" fmla="*/ 76 w 100"/>
                    <a:gd name="T109" fmla="*/ 272 h 272"/>
                    <a:gd name="T110" fmla="*/ 72 w 100"/>
                    <a:gd name="T111" fmla="*/ 262 h 272"/>
                    <a:gd name="T112" fmla="*/ 74 w 100"/>
                    <a:gd name="T113" fmla="*/ 226 h 272"/>
                    <a:gd name="T114" fmla="*/ 74 w 100"/>
                    <a:gd name="T115" fmla="*/ 206 h 272"/>
                    <a:gd name="T116" fmla="*/ 70 w 100"/>
                    <a:gd name="T117" fmla="*/ 168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0" h="272">
                      <a:moveTo>
                        <a:pt x="62" y="154"/>
                      </a:moveTo>
                      <a:lnTo>
                        <a:pt x="40" y="170"/>
                      </a:lnTo>
                      <a:lnTo>
                        <a:pt x="26" y="168"/>
                      </a:lnTo>
                      <a:lnTo>
                        <a:pt x="26" y="166"/>
                      </a:lnTo>
                      <a:lnTo>
                        <a:pt x="26" y="162"/>
                      </a:lnTo>
                      <a:lnTo>
                        <a:pt x="26" y="156"/>
                      </a:lnTo>
                      <a:lnTo>
                        <a:pt x="26" y="148"/>
                      </a:lnTo>
                      <a:lnTo>
                        <a:pt x="26" y="142"/>
                      </a:lnTo>
                      <a:lnTo>
                        <a:pt x="24" y="138"/>
                      </a:lnTo>
                      <a:lnTo>
                        <a:pt x="24" y="136"/>
                      </a:lnTo>
                      <a:lnTo>
                        <a:pt x="22" y="134"/>
                      </a:lnTo>
                      <a:lnTo>
                        <a:pt x="20" y="130"/>
                      </a:lnTo>
                      <a:lnTo>
                        <a:pt x="18" y="126"/>
                      </a:lnTo>
                      <a:lnTo>
                        <a:pt x="16" y="120"/>
                      </a:lnTo>
                      <a:lnTo>
                        <a:pt x="12" y="116"/>
                      </a:lnTo>
                      <a:lnTo>
                        <a:pt x="10" y="112"/>
                      </a:lnTo>
                      <a:lnTo>
                        <a:pt x="10" y="108"/>
                      </a:lnTo>
                      <a:lnTo>
                        <a:pt x="8" y="108"/>
                      </a:lnTo>
                      <a:lnTo>
                        <a:pt x="6" y="106"/>
                      </a:lnTo>
                      <a:lnTo>
                        <a:pt x="4" y="102"/>
                      </a:lnTo>
                      <a:lnTo>
                        <a:pt x="4" y="98"/>
                      </a:lnTo>
                      <a:lnTo>
                        <a:pt x="2" y="94"/>
                      </a:lnTo>
                      <a:lnTo>
                        <a:pt x="2" y="92"/>
                      </a:lnTo>
                      <a:lnTo>
                        <a:pt x="2" y="90"/>
                      </a:lnTo>
                      <a:lnTo>
                        <a:pt x="4" y="86"/>
                      </a:lnTo>
                      <a:lnTo>
                        <a:pt x="4" y="82"/>
                      </a:lnTo>
                      <a:lnTo>
                        <a:pt x="2" y="78"/>
                      </a:lnTo>
                      <a:lnTo>
                        <a:pt x="2" y="78"/>
                      </a:lnTo>
                      <a:lnTo>
                        <a:pt x="2" y="76"/>
                      </a:lnTo>
                      <a:lnTo>
                        <a:pt x="0" y="74"/>
                      </a:lnTo>
                      <a:lnTo>
                        <a:pt x="0" y="72"/>
                      </a:lnTo>
                      <a:lnTo>
                        <a:pt x="2" y="70"/>
                      </a:lnTo>
                      <a:lnTo>
                        <a:pt x="2" y="70"/>
                      </a:lnTo>
                      <a:lnTo>
                        <a:pt x="4" y="72"/>
                      </a:lnTo>
                      <a:lnTo>
                        <a:pt x="6" y="72"/>
                      </a:lnTo>
                      <a:lnTo>
                        <a:pt x="6" y="72"/>
                      </a:lnTo>
                      <a:lnTo>
                        <a:pt x="8" y="74"/>
                      </a:lnTo>
                      <a:lnTo>
                        <a:pt x="8" y="74"/>
                      </a:lnTo>
                      <a:lnTo>
                        <a:pt x="10" y="72"/>
                      </a:lnTo>
                      <a:lnTo>
                        <a:pt x="10" y="70"/>
                      </a:lnTo>
                      <a:lnTo>
                        <a:pt x="8" y="56"/>
                      </a:lnTo>
                      <a:lnTo>
                        <a:pt x="6" y="56"/>
                      </a:lnTo>
                      <a:lnTo>
                        <a:pt x="6" y="56"/>
                      </a:lnTo>
                      <a:lnTo>
                        <a:pt x="8" y="56"/>
                      </a:lnTo>
                      <a:lnTo>
                        <a:pt x="8" y="56"/>
                      </a:lnTo>
                      <a:lnTo>
                        <a:pt x="10" y="58"/>
                      </a:lnTo>
                      <a:lnTo>
                        <a:pt x="14" y="60"/>
                      </a:lnTo>
                      <a:lnTo>
                        <a:pt x="16" y="60"/>
                      </a:lnTo>
                      <a:lnTo>
                        <a:pt x="16" y="60"/>
                      </a:lnTo>
                      <a:lnTo>
                        <a:pt x="22" y="58"/>
                      </a:lnTo>
                      <a:lnTo>
                        <a:pt x="22" y="56"/>
                      </a:lnTo>
                      <a:lnTo>
                        <a:pt x="22" y="56"/>
                      </a:lnTo>
                      <a:lnTo>
                        <a:pt x="24" y="54"/>
                      </a:lnTo>
                      <a:lnTo>
                        <a:pt x="26" y="54"/>
                      </a:lnTo>
                      <a:lnTo>
                        <a:pt x="28" y="50"/>
                      </a:lnTo>
                      <a:lnTo>
                        <a:pt x="28" y="48"/>
                      </a:lnTo>
                      <a:lnTo>
                        <a:pt x="30" y="46"/>
                      </a:lnTo>
                      <a:lnTo>
                        <a:pt x="32" y="40"/>
                      </a:lnTo>
                      <a:lnTo>
                        <a:pt x="34" y="36"/>
                      </a:lnTo>
                      <a:lnTo>
                        <a:pt x="36" y="34"/>
                      </a:lnTo>
                      <a:lnTo>
                        <a:pt x="36" y="32"/>
                      </a:lnTo>
                      <a:lnTo>
                        <a:pt x="36" y="30"/>
                      </a:lnTo>
                      <a:lnTo>
                        <a:pt x="38" y="28"/>
                      </a:lnTo>
                      <a:lnTo>
                        <a:pt x="40" y="26"/>
                      </a:lnTo>
                      <a:lnTo>
                        <a:pt x="54" y="24"/>
                      </a:lnTo>
                      <a:lnTo>
                        <a:pt x="66" y="0"/>
                      </a:lnTo>
                      <a:lnTo>
                        <a:pt x="68" y="2"/>
                      </a:lnTo>
                      <a:lnTo>
                        <a:pt x="74" y="8"/>
                      </a:lnTo>
                      <a:lnTo>
                        <a:pt x="80" y="20"/>
                      </a:lnTo>
                      <a:lnTo>
                        <a:pt x="84" y="34"/>
                      </a:lnTo>
                      <a:lnTo>
                        <a:pt x="84" y="34"/>
                      </a:lnTo>
                      <a:lnTo>
                        <a:pt x="82" y="36"/>
                      </a:lnTo>
                      <a:lnTo>
                        <a:pt x="78" y="40"/>
                      </a:lnTo>
                      <a:lnTo>
                        <a:pt x="76" y="52"/>
                      </a:lnTo>
                      <a:lnTo>
                        <a:pt x="72" y="70"/>
                      </a:lnTo>
                      <a:lnTo>
                        <a:pt x="72" y="72"/>
                      </a:lnTo>
                      <a:lnTo>
                        <a:pt x="74" y="74"/>
                      </a:lnTo>
                      <a:lnTo>
                        <a:pt x="76" y="76"/>
                      </a:lnTo>
                      <a:lnTo>
                        <a:pt x="78" y="78"/>
                      </a:lnTo>
                      <a:lnTo>
                        <a:pt x="80" y="80"/>
                      </a:lnTo>
                      <a:lnTo>
                        <a:pt x="84" y="80"/>
                      </a:lnTo>
                      <a:lnTo>
                        <a:pt x="90" y="78"/>
                      </a:lnTo>
                      <a:lnTo>
                        <a:pt x="100" y="84"/>
                      </a:lnTo>
                      <a:lnTo>
                        <a:pt x="96" y="98"/>
                      </a:lnTo>
                      <a:lnTo>
                        <a:pt x="94" y="100"/>
                      </a:lnTo>
                      <a:lnTo>
                        <a:pt x="90" y="102"/>
                      </a:lnTo>
                      <a:lnTo>
                        <a:pt x="86" y="104"/>
                      </a:lnTo>
                      <a:lnTo>
                        <a:pt x="82" y="112"/>
                      </a:lnTo>
                      <a:lnTo>
                        <a:pt x="80" y="122"/>
                      </a:lnTo>
                      <a:lnTo>
                        <a:pt x="84" y="138"/>
                      </a:lnTo>
                      <a:lnTo>
                        <a:pt x="82" y="138"/>
                      </a:lnTo>
                      <a:lnTo>
                        <a:pt x="82" y="138"/>
                      </a:lnTo>
                      <a:lnTo>
                        <a:pt x="80" y="140"/>
                      </a:lnTo>
                      <a:lnTo>
                        <a:pt x="80" y="142"/>
                      </a:lnTo>
                      <a:lnTo>
                        <a:pt x="78" y="146"/>
                      </a:lnTo>
                      <a:lnTo>
                        <a:pt x="80" y="150"/>
                      </a:lnTo>
                      <a:lnTo>
                        <a:pt x="80" y="156"/>
                      </a:lnTo>
                      <a:lnTo>
                        <a:pt x="80" y="158"/>
                      </a:lnTo>
                      <a:lnTo>
                        <a:pt x="80" y="162"/>
                      </a:lnTo>
                      <a:lnTo>
                        <a:pt x="80" y="168"/>
                      </a:lnTo>
                      <a:lnTo>
                        <a:pt x="82" y="174"/>
                      </a:lnTo>
                      <a:lnTo>
                        <a:pt x="84" y="182"/>
                      </a:lnTo>
                      <a:lnTo>
                        <a:pt x="88" y="188"/>
                      </a:lnTo>
                      <a:lnTo>
                        <a:pt x="84" y="210"/>
                      </a:lnTo>
                      <a:lnTo>
                        <a:pt x="84" y="218"/>
                      </a:lnTo>
                      <a:lnTo>
                        <a:pt x="84" y="224"/>
                      </a:lnTo>
                      <a:lnTo>
                        <a:pt x="84" y="230"/>
                      </a:lnTo>
                      <a:lnTo>
                        <a:pt x="82" y="244"/>
                      </a:lnTo>
                      <a:lnTo>
                        <a:pt x="80" y="260"/>
                      </a:lnTo>
                      <a:lnTo>
                        <a:pt x="76" y="272"/>
                      </a:lnTo>
                      <a:lnTo>
                        <a:pt x="74" y="270"/>
                      </a:lnTo>
                      <a:lnTo>
                        <a:pt x="72" y="262"/>
                      </a:lnTo>
                      <a:lnTo>
                        <a:pt x="72" y="248"/>
                      </a:lnTo>
                      <a:lnTo>
                        <a:pt x="74" y="226"/>
                      </a:lnTo>
                      <a:lnTo>
                        <a:pt x="74" y="220"/>
                      </a:lnTo>
                      <a:lnTo>
                        <a:pt x="74" y="206"/>
                      </a:lnTo>
                      <a:lnTo>
                        <a:pt x="74" y="188"/>
                      </a:lnTo>
                      <a:lnTo>
                        <a:pt x="70" y="168"/>
                      </a:lnTo>
                      <a:lnTo>
                        <a:pt x="62" y="15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5" name="Freeform 387">
                  <a:extLst>
                    <a:ext uri="{FF2B5EF4-FFF2-40B4-BE49-F238E27FC236}">
                      <a16:creationId xmlns:a16="http://schemas.microsoft.com/office/drawing/2014/main" id="{E0434CDF-0F3E-AC71-13F8-E3673A758561}"/>
                    </a:ext>
                  </a:extLst>
                </p:cNvPr>
                <p:cNvSpPr/>
                <p:nvPr/>
              </p:nvSpPr>
              <p:spPr bwMode="gray">
                <a:xfrm>
                  <a:off x="3167917" y="4136133"/>
                  <a:ext cx="166626" cy="310825"/>
                </a:xfrm>
                <a:custGeom>
                  <a:avLst/>
                  <a:gdLst>
                    <a:gd name="T0" fmla="*/ 58 w 90"/>
                    <a:gd name="T1" fmla="*/ 124 h 168"/>
                    <a:gd name="T2" fmla="*/ 62 w 90"/>
                    <a:gd name="T3" fmla="*/ 128 h 168"/>
                    <a:gd name="T4" fmla="*/ 64 w 90"/>
                    <a:gd name="T5" fmla="*/ 132 h 168"/>
                    <a:gd name="T6" fmla="*/ 50 w 90"/>
                    <a:gd name="T7" fmla="*/ 154 h 168"/>
                    <a:gd name="T8" fmla="*/ 42 w 90"/>
                    <a:gd name="T9" fmla="*/ 158 h 168"/>
                    <a:gd name="T10" fmla="*/ 46 w 90"/>
                    <a:gd name="T11" fmla="*/ 166 h 168"/>
                    <a:gd name="T12" fmla="*/ 64 w 90"/>
                    <a:gd name="T13" fmla="*/ 164 h 168"/>
                    <a:gd name="T14" fmla="*/ 78 w 90"/>
                    <a:gd name="T15" fmla="*/ 150 h 168"/>
                    <a:gd name="T16" fmla="*/ 88 w 90"/>
                    <a:gd name="T17" fmla="*/ 134 h 168"/>
                    <a:gd name="T18" fmla="*/ 90 w 90"/>
                    <a:gd name="T19" fmla="*/ 126 h 168"/>
                    <a:gd name="T20" fmla="*/ 84 w 90"/>
                    <a:gd name="T21" fmla="*/ 102 h 168"/>
                    <a:gd name="T22" fmla="*/ 84 w 90"/>
                    <a:gd name="T23" fmla="*/ 98 h 168"/>
                    <a:gd name="T24" fmla="*/ 82 w 90"/>
                    <a:gd name="T25" fmla="*/ 90 h 168"/>
                    <a:gd name="T26" fmla="*/ 76 w 90"/>
                    <a:gd name="T27" fmla="*/ 82 h 168"/>
                    <a:gd name="T28" fmla="*/ 60 w 90"/>
                    <a:gd name="T29" fmla="*/ 74 h 168"/>
                    <a:gd name="T30" fmla="*/ 46 w 90"/>
                    <a:gd name="T31" fmla="*/ 46 h 168"/>
                    <a:gd name="T32" fmla="*/ 48 w 90"/>
                    <a:gd name="T33" fmla="*/ 42 h 168"/>
                    <a:gd name="T34" fmla="*/ 52 w 90"/>
                    <a:gd name="T35" fmla="*/ 36 h 168"/>
                    <a:gd name="T36" fmla="*/ 60 w 90"/>
                    <a:gd name="T37" fmla="*/ 32 h 168"/>
                    <a:gd name="T38" fmla="*/ 64 w 90"/>
                    <a:gd name="T39" fmla="*/ 30 h 168"/>
                    <a:gd name="T40" fmla="*/ 72 w 90"/>
                    <a:gd name="T41" fmla="*/ 26 h 168"/>
                    <a:gd name="T42" fmla="*/ 70 w 90"/>
                    <a:gd name="T43" fmla="*/ 22 h 168"/>
                    <a:gd name="T44" fmla="*/ 68 w 90"/>
                    <a:gd name="T45" fmla="*/ 16 h 168"/>
                    <a:gd name="T46" fmla="*/ 64 w 90"/>
                    <a:gd name="T47" fmla="*/ 12 h 168"/>
                    <a:gd name="T48" fmla="*/ 60 w 90"/>
                    <a:gd name="T49" fmla="*/ 6 h 168"/>
                    <a:gd name="T50" fmla="*/ 50 w 90"/>
                    <a:gd name="T51" fmla="*/ 2 h 168"/>
                    <a:gd name="T52" fmla="*/ 48 w 90"/>
                    <a:gd name="T53" fmla="*/ 4 h 168"/>
                    <a:gd name="T54" fmla="*/ 40 w 90"/>
                    <a:gd name="T55" fmla="*/ 4 h 168"/>
                    <a:gd name="T56" fmla="*/ 28 w 90"/>
                    <a:gd name="T57" fmla="*/ 2 h 168"/>
                    <a:gd name="T58" fmla="*/ 20 w 90"/>
                    <a:gd name="T59" fmla="*/ 0 h 168"/>
                    <a:gd name="T60" fmla="*/ 14 w 90"/>
                    <a:gd name="T61" fmla="*/ 2 h 168"/>
                    <a:gd name="T62" fmla="*/ 8 w 90"/>
                    <a:gd name="T63" fmla="*/ 2 h 168"/>
                    <a:gd name="T64" fmla="*/ 2 w 90"/>
                    <a:gd name="T65" fmla="*/ 4 h 168"/>
                    <a:gd name="T66" fmla="*/ 0 w 90"/>
                    <a:gd name="T67" fmla="*/ 10 h 168"/>
                    <a:gd name="T68" fmla="*/ 4 w 90"/>
                    <a:gd name="T69" fmla="*/ 10 h 168"/>
                    <a:gd name="T70" fmla="*/ 8 w 90"/>
                    <a:gd name="T71" fmla="*/ 14 h 168"/>
                    <a:gd name="T72" fmla="*/ 20 w 90"/>
                    <a:gd name="T73" fmla="*/ 30 h 168"/>
                    <a:gd name="T74" fmla="*/ 24 w 90"/>
                    <a:gd name="T75" fmla="*/ 36 h 168"/>
                    <a:gd name="T76" fmla="*/ 22 w 90"/>
                    <a:gd name="T77" fmla="*/ 44 h 168"/>
                    <a:gd name="T78" fmla="*/ 20 w 90"/>
                    <a:gd name="T79" fmla="*/ 48 h 168"/>
                    <a:gd name="T80" fmla="*/ 18 w 90"/>
                    <a:gd name="T81" fmla="*/ 50 h 168"/>
                    <a:gd name="T82" fmla="*/ 18 w 90"/>
                    <a:gd name="T83" fmla="*/ 58 h 168"/>
                    <a:gd name="T84" fmla="*/ 24 w 90"/>
                    <a:gd name="T85" fmla="*/ 64 h 168"/>
                    <a:gd name="T86" fmla="*/ 30 w 90"/>
                    <a:gd name="T87" fmla="*/ 68 h 168"/>
                    <a:gd name="T88" fmla="*/ 32 w 90"/>
                    <a:gd name="T89" fmla="*/ 70 h 168"/>
                    <a:gd name="T90" fmla="*/ 38 w 90"/>
                    <a:gd name="T91" fmla="*/ 76 h 168"/>
                    <a:gd name="T92" fmla="*/ 46 w 90"/>
                    <a:gd name="T93" fmla="*/ 84 h 168"/>
                    <a:gd name="T94" fmla="*/ 52 w 90"/>
                    <a:gd name="T95" fmla="*/ 94 h 168"/>
                    <a:gd name="T96" fmla="*/ 56 w 90"/>
                    <a:gd name="T97" fmla="*/ 106 h 168"/>
                    <a:gd name="T98" fmla="*/ 56 w 90"/>
                    <a:gd name="T99" fmla="*/ 116 h 168"/>
                    <a:gd name="T100" fmla="*/ 56 w 90"/>
                    <a:gd name="T101" fmla="*/ 1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0" h="168">
                      <a:moveTo>
                        <a:pt x="56" y="124"/>
                      </a:moveTo>
                      <a:lnTo>
                        <a:pt x="58" y="124"/>
                      </a:lnTo>
                      <a:lnTo>
                        <a:pt x="60" y="126"/>
                      </a:lnTo>
                      <a:lnTo>
                        <a:pt x="62" y="128"/>
                      </a:lnTo>
                      <a:lnTo>
                        <a:pt x="64" y="132"/>
                      </a:lnTo>
                      <a:lnTo>
                        <a:pt x="64" y="132"/>
                      </a:lnTo>
                      <a:lnTo>
                        <a:pt x="60" y="150"/>
                      </a:lnTo>
                      <a:lnTo>
                        <a:pt x="50" y="154"/>
                      </a:lnTo>
                      <a:lnTo>
                        <a:pt x="46" y="158"/>
                      </a:lnTo>
                      <a:lnTo>
                        <a:pt x="42" y="158"/>
                      </a:lnTo>
                      <a:lnTo>
                        <a:pt x="38" y="168"/>
                      </a:lnTo>
                      <a:lnTo>
                        <a:pt x="46" y="166"/>
                      </a:lnTo>
                      <a:lnTo>
                        <a:pt x="62" y="168"/>
                      </a:lnTo>
                      <a:lnTo>
                        <a:pt x="64" y="164"/>
                      </a:lnTo>
                      <a:lnTo>
                        <a:pt x="70" y="158"/>
                      </a:lnTo>
                      <a:lnTo>
                        <a:pt x="78" y="150"/>
                      </a:lnTo>
                      <a:lnTo>
                        <a:pt x="86" y="140"/>
                      </a:lnTo>
                      <a:lnTo>
                        <a:pt x="88" y="134"/>
                      </a:lnTo>
                      <a:lnTo>
                        <a:pt x="90" y="130"/>
                      </a:lnTo>
                      <a:lnTo>
                        <a:pt x="90" y="126"/>
                      </a:lnTo>
                      <a:lnTo>
                        <a:pt x="88" y="124"/>
                      </a:lnTo>
                      <a:lnTo>
                        <a:pt x="84" y="102"/>
                      </a:lnTo>
                      <a:lnTo>
                        <a:pt x="84" y="100"/>
                      </a:lnTo>
                      <a:lnTo>
                        <a:pt x="84" y="98"/>
                      </a:lnTo>
                      <a:lnTo>
                        <a:pt x="84" y="94"/>
                      </a:lnTo>
                      <a:lnTo>
                        <a:pt x="82" y="90"/>
                      </a:lnTo>
                      <a:lnTo>
                        <a:pt x="80" y="86"/>
                      </a:lnTo>
                      <a:lnTo>
                        <a:pt x="76" y="82"/>
                      </a:lnTo>
                      <a:lnTo>
                        <a:pt x="70" y="78"/>
                      </a:lnTo>
                      <a:lnTo>
                        <a:pt x="60" y="74"/>
                      </a:lnTo>
                      <a:lnTo>
                        <a:pt x="46" y="54"/>
                      </a:lnTo>
                      <a:lnTo>
                        <a:pt x="46" y="46"/>
                      </a:lnTo>
                      <a:lnTo>
                        <a:pt x="48" y="44"/>
                      </a:lnTo>
                      <a:lnTo>
                        <a:pt x="48" y="42"/>
                      </a:lnTo>
                      <a:lnTo>
                        <a:pt x="50" y="40"/>
                      </a:lnTo>
                      <a:lnTo>
                        <a:pt x="52" y="36"/>
                      </a:lnTo>
                      <a:lnTo>
                        <a:pt x="56" y="34"/>
                      </a:lnTo>
                      <a:lnTo>
                        <a:pt x="60" y="32"/>
                      </a:lnTo>
                      <a:lnTo>
                        <a:pt x="60" y="32"/>
                      </a:lnTo>
                      <a:lnTo>
                        <a:pt x="64" y="30"/>
                      </a:lnTo>
                      <a:lnTo>
                        <a:pt x="68" y="28"/>
                      </a:lnTo>
                      <a:lnTo>
                        <a:pt x="72" y="26"/>
                      </a:lnTo>
                      <a:lnTo>
                        <a:pt x="70" y="24"/>
                      </a:lnTo>
                      <a:lnTo>
                        <a:pt x="70" y="22"/>
                      </a:lnTo>
                      <a:lnTo>
                        <a:pt x="68" y="18"/>
                      </a:lnTo>
                      <a:lnTo>
                        <a:pt x="68" y="16"/>
                      </a:lnTo>
                      <a:lnTo>
                        <a:pt x="64" y="12"/>
                      </a:lnTo>
                      <a:lnTo>
                        <a:pt x="64" y="12"/>
                      </a:lnTo>
                      <a:lnTo>
                        <a:pt x="62" y="10"/>
                      </a:lnTo>
                      <a:lnTo>
                        <a:pt x="60" y="6"/>
                      </a:lnTo>
                      <a:lnTo>
                        <a:pt x="56" y="4"/>
                      </a:lnTo>
                      <a:lnTo>
                        <a:pt x="50" y="2"/>
                      </a:lnTo>
                      <a:lnTo>
                        <a:pt x="50" y="2"/>
                      </a:lnTo>
                      <a:lnTo>
                        <a:pt x="48" y="4"/>
                      </a:lnTo>
                      <a:lnTo>
                        <a:pt x="46" y="4"/>
                      </a:lnTo>
                      <a:lnTo>
                        <a:pt x="40" y="4"/>
                      </a:lnTo>
                      <a:lnTo>
                        <a:pt x="34" y="4"/>
                      </a:lnTo>
                      <a:lnTo>
                        <a:pt x="28" y="2"/>
                      </a:lnTo>
                      <a:lnTo>
                        <a:pt x="22" y="2"/>
                      </a:lnTo>
                      <a:lnTo>
                        <a:pt x="20" y="0"/>
                      </a:lnTo>
                      <a:lnTo>
                        <a:pt x="16" y="2"/>
                      </a:lnTo>
                      <a:lnTo>
                        <a:pt x="14" y="2"/>
                      </a:lnTo>
                      <a:lnTo>
                        <a:pt x="10" y="2"/>
                      </a:lnTo>
                      <a:lnTo>
                        <a:pt x="8" y="2"/>
                      </a:lnTo>
                      <a:lnTo>
                        <a:pt x="4" y="4"/>
                      </a:lnTo>
                      <a:lnTo>
                        <a:pt x="2" y="4"/>
                      </a:lnTo>
                      <a:lnTo>
                        <a:pt x="0" y="6"/>
                      </a:lnTo>
                      <a:lnTo>
                        <a:pt x="0" y="10"/>
                      </a:lnTo>
                      <a:lnTo>
                        <a:pt x="2" y="10"/>
                      </a:lnTo>
                      <a:lnTo>
                        <a:pt x="4" y="10"/>
                      </a:lnTo>
                      <a:lnTo>
                        <a:pt x="6" y="12"/>
                      </a:lnTo>
                      <a:lnTo>
                        <a:pt x="8" y="14"/>
                      </a:lnTo>
                      <a:lnTo>
                        <a:pt x="10" y="26"/>
                      </a:lnTo>
                      <a:lnTo>
                        <a:pt x="20" y="30"/>
                      </a:lnTo>
                      <a:lnTo>
                        <a:pt x="22" y="34"/>
                      </a:lnTo>
                      <a:lnTo>
                        <a:pt x="24" y="36"/>
                      </a:lnTo>
                      <a:lnTo>
                        <a:pt x="24" y="40"/>
                      </a:lnTo>
                      <a:lnTo>
                        <a:pt x="22" y="44"/>
                      </a:lnTo>
                      <a:lnTo>
                        <a:pt x="22" y="46"/>
                      </a:lnTo>
                      <a:lnTo>
                        <a:pt x="20" y="48"/>
                      </a:lnTo>
                      <a:lnTo>
                        <a:pt x="20" y="48"/>
                      </a:lnTo>
                      <a:lnTo>
                        <a:pt x="18" y="50"/>
                      </a:lnTo>
                      <a:lnTo>
                        <a:pt x="16" y="54"/>
                      </a:lnTo>
                      <a:lnTo>
                        <a:pt x="18" y="58"/>
                      </a:lnTo>
                      <a:lnTo>
                        <a:pt x="22" y="60"/>
                      </a:lnTo>
                      <a:lnTo>
                        <a:pt x="24" y="64"/>
                      </a:lnTo>
                      <a:lnTo>
                        <a:pt x="28" y="66"/>
                      </a:lnTo>
                      <a:lnTo>
                        <a:pt x="30" y="68"/>
                      </a:lnTo>
                      <a:lnTo>
                        <a:pt x="30" y="68"/>
                      </a:lnTo>
                      <a:lnTo>
                        <a:pt x="32" y="70"/>
                      </a:lnTo>
                      <a:lnTo>
                        <a:pt x="34" y="72"/>
                      </a:lnTo>
                      <a:lnTo>
                        <a:pt x="38" y="76"/>
                      </a:lnTo>
                      <a:lnTo>
                        <a:pt x="42" y="80"/>
                      </a:lnTo>
                      <a:lnTo>
                        <a:pt x="46" y="84"/>
                      </a:lnTo>
                      <a:lnTo>
                        <a:pt x="50" y="88"/>
                      </a:lnTo>
                      <a:lnTo>
                        <a:pt x="52" y="94"/>
                      </a:lnTo>
                      <a:lnTo>
                        <a:pt x="54" y="100"/>
                      </a:lnTo>
                      <a:lnTo>
                        <a:pt x="56" y="106"/>
                      </a:lnTo>
                      <a:lnTo>
                        <a:pt x="56" y="112"/>
                      </a:lnTo>
                      <a:lnTo>
                        <a:pt x="56" y="116"/>
                      </a:lnTo>
                      <a:lnTo>
                        <a:pt x="56" y="118"/>
                      </a:lnTo>
                      <a:lnTo>
                        <a:pt x="56" y="124"/>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6" name="Freeform 388">
                  <a:extLst>
                    <a:ext uri="{FF2B5EF4-FFF2-40B4-BE49-F238E27FC236}">
                      <a16:creationId xmlns:a16="http://schemas.microsoft.com/office/drawing/2014/main" id="{1F11BEDA-F2CC-43EC-ED6A-8135F1AEF8DE}"/>
                    </a:ext>
                  </a:extLst>
                </p:cNvPr>
                <p:cNvSpPr/>
                <p:nvPr/>
              </p:nvSpPr>
              <p:spPr bwMode="gray">
                <a:xfrm>
                  <a:off x="3075348" y="4202739"/>
                  <a:ext cx="151815" cy="384831"/>
                </a:xfrm>
                <a:custGeom>
                  <a:avLst/>
                  <a:gdLst>
                    <a:gd name="T0" fmla="*/ 18 w 82"/>
                    <a:gd name="T1" fmla="*/ 2 h 208"/>
                    <a:gd name="T2" fmla="*/ 10 w 82"/>
                    <a:gd name="T3" fmla="*/ 6 h 208"/>
                    <a:gd name="T4" fmla="*/ 4 w 82"/>
                    <a:gd name="T5" fmla="*/ 24 h 208"/>
                    <a:gd name="T6" fmla="*/ 6 w 82"/>
                    <a:gd name="T7" fmla="*/ 40 h 208"/>
                    <a:gd name="T8" fmla="*/ 4 w 82"/>
                    <a:gd name="T9" fmla="*/ 42 h 208"/>
                    <a:gd name="T10" fmla="*/ 2 w 82"/>
                    <a:gd name="T11" fmla="*/ 48 h 208"/>
                    <a:gd name="T12" fmla="*/ 4 w 82"/>
                    <a:gd name="T13" fmla="*/ 58 h 208"/>
                    <a:gd name="T14" fmla="*/ 4 w 82"/>
                    <a:gd name="T15" fmla="*/ 64 h 208"/>
                    <a:gd name="T16" fmla="*/ 6 w 82"/>
                    <a:gd name="T17" fmla="*/ 76 h 208"/>
                    <a:gd name="T18" fmla="*/ 12 w 82"/>
                    <a:gd name="T19" fmla="*/ 90 h 208"/>
                    <a:gd name="T20" fmla="*/ 8 w 82"/>
                    <a:gd name="T21" fmla="*/ 120 h 208"/>
                    <a:gd name="T22" fmla="*/ 8 w 82"/>
                    <a:gd name="T23" fmla="*/ 132 h 208"/>
                    <a:gd name="T24" fmla="*/ 4 w 82"/>
                    <a:gd name="T25" fmla="*/ 162 h 208"/>
                    <a:gd name="T26" fmla="*/ 0 w 82"/>
                    <a:gd name="T27" fmla="*/ 174 h 208"/>
                    <a:gd name="T28" fmla="*/ 0 w 82"/>
                    <a:gd name="T29" fmla="*/ 176 h 208"/>
                    <a:gd name="T30" fmla="*/ 2 w 82"/>
                    <a:gd name="T31" fmla="*/ 178 h 208"/>
                    <a:gd name="T32" fmla="*/ 8 w 82"/>
                    <a:gd name="T33" fmla="*/ 186 h 208"/>
                    <a:gd name="T34" fmla="*/ 24 w 82"/>
                    <a:gd name="T35" fmla="*/ 200 h 208"/>
                    <a:gd name="T36" fmla="*/ 50 w 82"/>
                    <a:gd name="T37" fmla="*/ 208 h 208"/>
                    <a:gd name="T38" fmla="*/ 46 w 82"/>
                    <a:gd name="T39" fmla="*/ 192 h 208"/>
                    <a:gd name="T40" fmla="*/ 20 w 82"/>
                    <a:gd name="T41" fmla="*/ 166 h 208"/>
                    <a:gd name="T42" fmla="*/ 14 w 82"/>
                    <a:gd name="T43" fmla="*/ 148 h 208"/>
                    <a:gd name="T44" fmla="*/ 18 w 82"/>
                    <a:gd name="T45" fmla="*/ 128 h 208"/>
                    <a:gd name="T46" fmla="*/ 22 w 82"/>
                    <a:gd name="T47" fmla="*/ 108 h 208"/>
                    <a:gd name="T48" fmla="*/ 24 w 82"/>
                    <a:gd name="T49" fmla="*/ 90 h 208"/>
                    <a:gd name="T50" fmla="*/ 26 w 82"/>
                    <a:gd name="T51" fmla="*/ 86 h 208"/>
                    <a:gd name="T52" fmla="*/ 28 w 82"/>
                    <a:gd name="T53" fmla="*/ 82 h 208"/>
                    <a:gd name="T54" fmla="*/ 32 w 82"/>
                    <a:gd name="T55" fmla="*/ 84 h 208"/>
                    <a:gd name="T56" fmla="*/ 34 w 82"/>
                    <a:gd name="T57" fmla="*/ 90 h 208"/>
                    <a:gd name="T58" fmla="*/ 42 w 82"/>
                    <a:gd name="T59" fmla="*/ 110 h 208"/>
                    <a:gd name="T60" fmla="*/ 48 w 82"/>
                    <a:gd name="T61" fmla="*/ 112 h 208"/>
                    <a:gd name="T62" fmla="*/ 48 w 82"/>
                    <a:gd name="T63" fmla="*/ 92 h 208"/>
                    <a:gd name="T64" fmla="*/ 56 w 82"/>
                    <a:gd name="T65" fmla="*/ 82 h 208"/>
                    <a:gd name="T66" fmla="*/ 64 w 82"/>
                    <a:gd name="T67" fmla="*/ 80 h 208"/>
                    <a:gd name="T68" fmla="*/ 74 w 82"/>
                    <a:gd name="T69" fmla="*/ 82 h 208"/>
                    <a:gd name="T70" fmla="*/ 82 w 82"/>
                    <a:gd name="T71" fmla="*/ 82 h 208"/>
                    <a:gd name="T72" fmla="*/ 82 w 82"/>
                    <a:gd name="T73" fmla="*/ 74 h 208"/>
                    <a:gd name="T74" fmla="*/ 80 w 82"/>
                    <a:gd name="T75" fmla="*/ 62 h 208"/>
                    <a:gd name="T76" fmla="*/ 80 w 82"/>
                    <a:gd name="T77" fmla="*/ 58 h 208"/>
                    <a:gd name="T78" fmla="*/ 74 w 82"/>
                    <a:gd name="T79" fmla="*/ 46 h 208"/>
                    <a:gd name="T80" fmla="*/ 64 w 82"/>
                    <a:gd name="T81" fmla="*/ 34 h 208"/>
                    <a:gd name="T82" fmla="*/ 60 w 82"/>
                    <a:gd name="T83" fmla="*/ 32 h 208"/>
                    <a:gd name="T84" fmla="*/ 54 w 82"/>
                    <a:gd name="T85" fmla="*/ 30 h 208"/>
                    <a:gd name="T86" fmla="*/ 50 w 82"/>
                    <a:gd name="T87" fmla="*/ 32 h 208"/>
                    <a:gd name="T88" fmla="*/ 44 w 82"/>
                    <a:gd name="T89" fmla="*/ 36 h 208"/>
                    <a:gd name="T90" fmla="*/ 38 w 82"/>
                    <a:gd name="T91" fmla="*/ 36 h 208"/>
                    <a:gd name="T92" fmla="*/ 38 w 82"/>
                    <a:gd name="T93" fmla="*/ 34 h 208"/>
                    <a:gd name="T94" fmla="*/ 40 w 82"/>
                    <a:gd name="T95" fmla="*/ 28 h 208"/>
                    <a:gd name="T96" fmla="*/ 42 w 82"/>
                    <a:gd name="T97" fmla="*/ 18 h 208"/>
                    <a:gd name="T98" fmla="*/ 40 w 82"/>
                    <a:gd name="T99" fmla="*/ 10 h 208"/>
                    <a:gd name="T100" fmla="*/ 30 w 82"/>
                    <a:gd name="T101" fmla="*/ 10 h 208"/>
                    <a:gd name="T102" fmla="*/ 28 w 82"/>
                    <a:gd name="T103" fmla="*/ 4 h 208"/>
                    <a:gd name="T104" fmla="*/ 24 w 82"/>
                    <a:gd name="T105" fmla="*/ 0 h 208"/>
                    <a:gd name="T106" fmla="*/ 20 w 82"/>
                    <a:gd name="T107"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2" h="208">
                      <a:moveTo>
                        <a:pt x="20" y="0"/>
                      </a:moveTo>
                      <a:lnTo>
                        <a:pt x="18" y="2"/>
                      </a:lnTo>
                      <a:lnTo>
                        <a:pt x="14" y="4"/>
                      </a:lnTo>
                      <a:lnTo>
                        <a:pt x="10" y="6"/>
                      </a:lnTo>
                      <a:lnTo>
                        <a:pt x="6" y="14"/>
                      </a:lnTo>
                      <a:lnTo>
                        <a:pt x="4" y="24"/>
                      </a:lnTo>
                      <a:lnTo>
                        <a:pt x="8" y="40"/>
                      </a:lnTo>
                      <a:lnTo>
                        <a:pt x="6" y="40"/>
                      </a:lnTo>
                      <a:lnTo>
                        <a:pt x="6" y="40"/>
                      </a:lnTo>
                      <a:lnTo>
                        <a:pt x="4" y="42"/>
                      </a:lnTo>
                      <a:lnTo>
                        <a:pt x="4" y="44"/>
                      </a:lnTo>
                      <a:lnTo>
                        <a:pt x="2" y="48"/>
                      </a:lnTo>
                      <a:lnTo>
                        <a:pt x="4" y="52"/>
                      </a:lnTo>
                      <a:lnTo>
                        <a:pt x="4" y="58"/>
                      </a:lnTo>
                      <a:lnTo>
                        <a:pt x="4" y="60"/>
                      </a:lnTo>
                      <a:lnTo>
                        <a:pt x="4" y="64"/>
                      </a:lnTo>
                      <a:lnTo>
                        <a:pt x="4" y="70"/>
                      </a:lnTo>
                      <a:lnTo>
                        <a:pt x="6" y="76"/>
                      </a:lnTo>
                      <a:lnTo>
                        <a:pt x="8" y="84"/>
                      </a:lnTo>
                      <a:lnTo>
                        <a:pt x="12" y="90"/>
                      </a:lnTo>
                      <a:lnTo>
                        <a:pt x="8" y="112"/>
                      </a:lnTo>
                      <a:lnTo>
                        <a:pt x="8" y="120"/>
                      </a:lnTo>
                      <a:lnTo>
                        <a:pt x="8" y="126"/>
                      </a:lnTo>
                      <a:lnTo>
                        <a:pt x="8" y="132"/>
                      </a:lnTo>
                      <a:lnTo>
                        <a:pt x="6" y="146"/>
                      </a:lnTo>
                      <a:lnTo>
                        <a:pt x="4" y="162"/>
                      </a:lnTo>
                      <a:lnTo>
                        <a:pt x="0" y="174"/>
                      </a:lnTo>
                      <a:lnTo>
                        <a:pt x="0" y="174"/>
                      </a:lnTo>
                      <a:lnTo>
                        <a:pt x="0" y="174"/>
                      </a:lnTo>
                      <a:lnTo>
                        <a:pt x="0" y="176"/>
                      </a:lnTo>
                      <a:lnTo>
                        <a:pt x="0" y="176"/>
                      </a:lnTo>
                      <a:lnTo>
                        <a:pt x="2" y="178"/>
                      </a:lnTo>
                      <a:lnTo>
                        <a:pt x="4" y="182"/>
                      </a:lnTo>
                      <a:lnTo>
                        <a:pt x="8" y="186"/>
                      </a:lnTo>
                      <a:lnTo>
                        <a:pt x="12" y="192"/>
                      </a:lnTo>
                      <a:lnTo>
                        <a:pt x="24" y="200"/>
                      </a:lnTo>
                      <a:lnTo>
                        <a:pt x="42" y="198"/>
                      </a:lnTo>
                      <a:lnTo>
                        <a:pt x="50" y="208"/>
                      </a:lnTo>
                      <a:lnTo>
                        <a:pt x="58" y="206"/>
                      </a:lnTo>
                      <a:lnTo>
                        <a:pt x="46" y="192"/>
                      </a:lnTo>
                      <a:lnTo>
                        <a:pt x="22" y="168"/>
                      </a:lnTo>
                      <a:lnTo>
                        <a:pt x="20" y="166"/>
                      </a:lnTo>
                      <a:lnTo>
                        <a:pt x="16" y="158"/>
                      </a:lnTo>
                      <a:lnTo>
                        <a:pt x="14" y="148"/>
                      </a:lnTo>
                      <a:lnTo>
                        <a:pt x="16" y="132"/>
                      </a:lnTo>
                      <a:lnTo>
                        <a:pt x="18" y="128"/>
                      </a:lnTo>
                      <a:lnTo>
                        <a:pt x="20" y="120"/>
                      </a:lnTo>
                      <a:lnTo>
                        <a:pt x="22" y="108"/>
                      </a:lnTo>
                      <a:lnTo>
                        <a:pt x="24" y="98"/>
                      </a:lnTo>
                      <a:lnTo>
                        <a:pt x="24" y="90"/>
                      </a:lnTo>
                      <a:lnTo>
                        <a:pt x="26" y="88"/>
                      </a:lnTo>
                      <a:lnTo>
                        <a:pt x="26" y="86"/>
                      </a:lnTo>
                      <a:lnTo>
                        <a:pt x="26" y="84"/>
                      </a:lnTo>
                      <a:lnTo>
                        <a:pt x="28" y="82"/>
                      </a:lnTo>
                      <a:lnTo>
                        <a:pt x="32" y="82"/>
                      </a:lnTo>
                      <a:lnTo>
                        <a:pt x="32" y="84"/>
                      </a:lnTo>
                      <a:lnTo>
                        <a:pt x="32" y="86"/>
                      </a:lnTo>
                      <a:lnTo>
                        <a:pt x="34" y="90"/>
                      </a:lnTo>
                      <a:lnTo>
                        <a:pt x="34" y="94"/>
                      </a:lnTo>
                      <a:lnTo>
                        <a:pt x="42" y="110"/>
                      </a:lnTo>
                      <a:lnTo>
                        <a:pt x="48" y="116"/>
                      </a:lnTo>
                      <a:lnTo>
                        <a:pt x="48" y="112"/>
                      </a:lnTo>
                      <a:lnTo>
                        <a:pt x="46" y="102"/>
                      </a:lnTo>
                      <a:lnTo>
                        <a:pt x="48" y="92"/>
                      </a:lnTo>
                      <a:lnTo>
                        <a:pt x="56" y="84"/>
                      </a:lnTo>
                      <a:lnTo>
                        <a:pt x="56" y="82"/>
                      </a:lnTo>
                      <a:lnTo>
                        <a:pt x="60" y="82"/>
                      </a:lnTo>
                      <a:lnTo>
                        <a:pt x="64" y="80"/>
                      </a:lnTo>
                      <a:lnTo>
                        <a:pt x="68" y="80"/>
                      </a:lnTo>
                      <a:lnTo>
                        <a:pt x="74" y="82"/>
                      </a:lnTo>
                      <a:lnTo>
                        <a:pt x="80" y="84"/>
                      </a:lnTo>
                      <a:lnTo>
                        <a:pt x="82" y="82"/>
                      </a:lnTo>
                      <a:lnTo>
                        <a:pt x="82" y="78"/>
                      </a:lnTo>
                      <a:lnTo>
                        <a:pt x="82" y="74"/>
                      </a:lnTo>
                      <a:lnTo>
                        <a:pt x="82" y="68"/>
                      </a:lnTo>
                      <a:lnTo>
                        <a:pt x="80" y="62"/>
                      </a:lnTo>
                      <a:lnTo>
                        <a:pt x="80" y="60"/>
                      </a:lnTo>
                      <a:lnTo>
                        <a:pt x="80" y="58"/>
                      </a:lnTo>
                      <a:lnTo>
                        <a:pt x="78" y="52"/>
                      </a:lnTo>
                      <a:lnTo>
                        <a:pt x="74" y="46"/>
                      </a:lnTo>
                      <a:lnTo>
                        <a:pt x="70" y="40"/>
                      </a:lnTo>
                      <a:lnTo>
                        <a:pt x="64" y="34"/>
                      </a:lnTo>
                      <a:lnTo>
                        <a:pt x="62" y="32"/>
                      </a:lnTo>
                      <a:lnTo>
                        <a:pt x="60" y="32"/>
                      </a:lnTo>
                      <a:lnTo>
                        <a:pt x="58" y="30"/>
                      </a:lnTo>
                      <a:lnTo>
                        <a:pt x="54" y="30"/>
                      </a:lnTo>
                      <a:lnTo>
                        <a:pt x="52" y="30"/>
                      </a:lnTo>
                      <a:lnTo>
                        <a:pt x="50" y="32"/>
                      </a:lnTo>
                      <a:lnTo>
                        <a:pt x="46" y="34"/>
                      </a:lnTo>
                      <a:lnTo>
                        <a:pt x="44" y="36"/>
                      </a:lnTo>
                      <a:lnTo>
                        <a:pt x="40" y="36"/>
                      </a:lnTo>
                      <a:lnTo>
                        <a:pt x="38" y="36"/>
                      </a:lnTo>
                      <a:lnTo>
                        <a:pt x="38" y="34"/>
                      </a:lnTo>
                      <a:lnTo>
                        <a:pt x="38" y="34"/>
                      </a:lnTo>
                      <a:lnTo>
                        <a:pt x="40" y="32"/>
                      </a:lnTo>
                      <a:lnTo>
                        <a:pt x="40" y="28"/>
                      </a:lnTo>
                      <a:lnTo>
                        <a:pt x="42" y="22"/>
                      </a:lnTo>
                      <a:lnTo>
                        <a:pt x="42" y="18"/>
                      </a:lnTo>
                      <a:lnTo>
                        <a:pt x="42" y="14"/>
                      </a:lnTo>
                      <a:lnTo>
                        <a:pt x="40" y="10"/>
                      </a:lnTo>
                      <a:lnTo>
                        <a:pt x="30" y="10"/>
                      </a:lnTo>
                      <a:lnTo>
                        <a:pt x="30" y="10"/>
                      </a:lnTo>
                      <a:lnTo>
                        <a:pt x="30" y="6"/>
                      </a:lnTo>
                      <a:lnTo>
                        <a:pt x="28" y="4"/>
                      </a:lnTo>
                      <a:lnTo>
                        <a:pt x="28" y="2"/>
                      </a:lnTo>
                      <a:lnTo>
                        <a:pt x="24" y="0"/>
                      </a:lnTo>
                      <a:lnTo>
                        <a:pt x="22" y="0"/>
                      </a:lnTo>
                      <a:lnTo>
                        <a:pt x="20" y="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7" name="Freeform 389">
                  <a:extLst>
                    <a:ext uri="{FF2B5EF4-FFF2-40B4-BE49-F238E27FC236}">
                      <a16:creationId xmlns:a16="http://schemas.microsoft.com/office/drawing/2014/main" id="{C037938B-8D24-06B0-F52B-191B0392C97E}"/>
                    </a:ext>
                  </a:extLst>
                </p:cNvPr>
                <p:cNvSpPr/>
                <p:nvPr/>
              </p:nvSpPr>
              <p:spPr bwMode="gray">
                <a:xfrm>
                  <a:off x="2834666" y="3999222"/>
                  <a:ext cx="129598" cy="70306"/>
                </a:xfrm>
                <a:custGeom>
                  <a:avLst/>
                  <a:gdLst>
                    <a:gd name="T0" fmla="*/ 58 w 70"/>
                    <a:gd name="T1" fmla="*/ 38 h 38"/>
                    <a:gd name="T2" fmla="*/ 34 w 70"/>
                    <a:gd name="T3" fmla="*/ 36 h 38"/>
                    <a:gd name="T4" fmla="*/ 34 w 70"/>
                    <a:gd name="T5" fmla="*/ 36 h 38"/>
                    <a:gd name="T6" fmla="*/ 30 w 70"/>
                    <a:gd name="T7" fmla="*/ 36 h 38"/>
                    <a:gd name="T8" fmla="*/ 26 w 70"/>
                    <a:gd name="T9" fmla="*/ 36 h 38"/>
                    <a:gd name="T10" fmla="*/ 18 w 70"/>
                    <a:gd name="T11" fmla="*/ 36 h 38"/>
                    <a:gd name="T12" fmla="*/ 10 w 70"/>
                    <a:gd name="T13" fmla="*/ 38 h 38"/>
                    <a:gd name="T14" fmla="*/ 8 w 70"/>
                    <a:gd name="T15" fmla="*/ 38 h 38"/>
                    <a:gd name="T16" fmla="*/ 8 w 70"/>
                    <a:gd name="T17" fmla="*/ 38 h 38"/>
                    <a:gd name="T18" fmla="*/ 4 w 70"/>
                    <a:gd name="T19" fmla="*/ 38 h 38"/>
                    <a:gd name="T20" fmla="*/ 2 w 70"/>
                    <a:gd name="T21" fmla="*/ 38 h 38"/>
                    <a:gd name="T22" fmla="*/ 0 w 70"/>
                    <a:gd name="T23" fmla="*/ 36 h 38"/>
                    <a:gd name="T24" fmla="*/ 0 w 70"/>
                    <a:gd name="T25" fmla="*/ 34 h 38"/>
                    <a:gd name="T26" fmla="*/ 0 w 70"/>
                    <a:gd name="T27" fmla="*/ 32 h 38"/>
                    <a:gd name="T28" fmla="*/ 4 w 70"/>
                    <a:gd name="T29" fmla="*/ 16 h 38"/>
                    <a:gd name="T30" fmla="*/ 4 w 70"/>
                    <a:gd name="T31" fmla="*/ 16 h 38"/>
                    <a:gd name="T32" fmla="*/ 8 w 70"/>
                    <a:gd name="T33" fmla="*/ 14 h 38"/>
                    <a:gd name="T34" fmla="*/ 10 w 70"/>
                    <a:gd name="T35" fmla="*/ 10 h 38"/>
                    <a:gd name="T36" fmla="*/ 16 w 70"/>
                    <a:gd name="T37" fmla="*/ 6 h 38"/>
                    <a:gd name="T38" fmla="*/ 20 w 70"/>
                    <a:gd name="T39" fmla="*/ 4 h 38"/>
                    <a:gd name="T40" fmla="*/ 26 w 70"/>
                    <a:gd name="T41" fmla="*/ 2 h 38"/>
                    <a:gd name="T42" fmla="*/ 32 w 70"/>
                    <a:gd name="T43" fmla="*/ 0 h 38"/>
                    <a:gd name="T44" fmla="*/ 50 w 70"/>
                    <a:gd name="T45" fmla="*/ 2 h 38"/>
                    <a:gd name="T46" fmla="*/ 64 w 70"/>
                    <a:gd name="T47" fmla="*/ 4 h 38"/>
                    <a:gd name="T48" fmla="*/ 70 w 70"/>
                    <a:gd name="T49" fmla="*/ 12 h 38"/>
                    <a:gd name="T50" fmla="*/ 58 w 70"/>
                    <a:gd name="T51"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38">
                      <a:moveTo>
                        <a:pt x="58" y="38"/>
                      </a:moveTo>
                      <a:lnTo>
                        <a:pt x="34" y="36"/>
                      </a:lnTo>
                      <a:lnTo>
                        <a:pt x="34" y="36"/>
                      </a:lnTo>
                      <a:lnTo>
                        <a:pt x="30" y="36"/>
                      </a:lnTo>
                      <a:lnTo>
                        <a:pt x="26" y="36"/>
                      </a:lnTo>
                      <a:lnTo>
                        <a:pt x="18" y="36"/>
                      </a:lnTo>
                      <a:lnTo>
                        <a:pt x="10" y="38"/>
                      </a:lnTo>
                      <a:lnTo>
                        <a:pt x="8" y="38"/>
                      </a:lnTo>
                      <a:lnTo>
                        <a:pt x="8" y="38"/>
                      </a:lnTo>
                      <a:lnTo>
                        <a:pt x="4" y="38"/>
                      </a:lnTo>
                      <a:lnTo>
                        <a:pt x="2" y="38"/>
                      </a:lnTo>
                      <a:lnTo>
                        <a:pt x="0" y="36"/>
                      </a:lnTo>
                      <a:lnTo>
                        <a:pt x="0" y="34"/>
                      </a:lnTo>
                      <a:lnTo>
                        <a:pt x="0" y="32"/>
                      </a:lnTo>
                      <a:lnTo>
                        <a:pt x="4" y="16"/>
                      </a:lnTo>
                      <a:lnTo>
                        <a:pt x="4" y="16"/>
                      </a:lnTo>
                      <a:lnTo>
                        <a:pt x="8" y="14"/>
                      </a:lnTo>
                      <a:lnTo>
                        <a:pt x="10" y="10"/>
                      </a:lnTo>
                      <a:lnTo>
                        <a:pt x="16" y="6"/>
                      </a:lnTo>
                      <a:lnTo>
                        <a:pt x="20" y="4"/>
                      </a:lnTo>
                      <a:lnTo>
                        <a:pt x="26" y="2"/>
                      </a:lnTo>
                      <a:lnTo>
                        <a:pt x="32" y="0"/>
                      </a:lnTo>
                      <a:lnTo>
                        <a:pt x="50" y="2"/>
                      </a:lnTo>
                      <a:lnTo>
                        <a:pt x="64" y="4"/>
                      </a:lnTo>
                      <a:lnTo>
                        <a:pt x="70" y="12"/>
                      </a:lnTo>
                      <a:lnTo>
                        <a:pt x="58" y="3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8" name="Freeform 390">
                  <a:extLst>
                    <a:ext uri="{FF2B5EF4-FFF2-40B4-BE49-F238E27FC236}">
                      <a16:creationId xmlns:a16="http://schemas.microsoft.com/office/drawing/2014/main" id="{D41D5DCA-CAA5-A507-4857-7BDEF906C59E}"/>
                    </a:ext>
                  </a:extLst>
                </p:cNvPr>
                <p:cNvSpPr/>
                <p:nvPr/>
              </p:nvSpPr>
              <p:spPr bwMode="gray">
                <a:xfrm>
                  <a:off x="2645824" y="3958519"/>
                  <a:ext cx="181437" cy="96208"/>
                </a:xfrm>
                <a:custGeom>
                  <a:avLst/>
                  <a:gdLst>
                    <a:gd name="T0" fmla="*/ 8 w 98"/>
                    <a:gd name="T1" fmla="*/ 0 h 52"/>
                    <a:gd name="T2" fmla="*/ 8 w 98"/>
                    <a:gd name="T3" fmla="*/ 0 h 52"/>
                    <a:gd name="T4" fmla="*/ 6 w 98"/>
                    <a:gd name="T5" fmla="*/ 2 h 52"/>
                    <a:gd name="T6" fmla="*/ 4 w 98"/>
                    <a:gd name="T7" fmla="*/ 4 h 52"/>
                    <a:gd name="T8" fmla="*/ 2 w 98"/>
                    <a:gd name="T9" fmla="*/ 6 h 52"/>
                    <a:gd name="T10" fmla="*/ 0 w 98"/>
                    <a:gd name="T11" fmla="*/ 10 h 52"/>
                    <a:gd name="T12" fmla="*/ 0 w 98"/>
                    <a:gd name="T13" fmla="*/ 12 h 52"/>
                    <a:gd name="T14" fmla="*/ 2 w 98"/>
                    <a:gd name="T15" fmla="*/ 16 h 52"/>
                    <a:gd name="T16" fmla="*/ 8 w 98"/>
                    <a:gd name="T17" fmla="*/ 20 h 52"/>
                    <a:gd name="T18" fmla="*/ 8 w 98"/>
                    <a:gd name="T19" fmla="*/ 20 h 52"/>
                    <a:gd name="T20" fmla="*/ 8 w 98"/>
                    <a:gd name="T21" fmla="*/ 22 h 52"/>
                    <a:gd name="T22" fmla="*/ 10 w 98"/>
                    <a:gd name="T23" fmla="*/ 22 h 52"/>
                    <a:gd name="T24" fmla="*/ 10 w 98"/>
                    <a:gd name="T25" fmla="*/ 24 h 52"/>
                    <a:gd name="T26" fmla="*/ 14 w 98"/>
                    <a:gd name="T27" fmla="*/ 28 h 52"/>
                    <a:gd name="T28" fmla="*/ 18 w 98"/>
                    <a:gd name="T29" fmla="*/ 32 h 52"/>
                    <a:gd name="T30" fmla="*/ 26 w 98"/>
                    <a:gd name="T31" fmla="*/ 36 h 52"/>
                    <a:gd name="T32" fmla="*/ 42 w 98"/>
                    <a:gd name="T33" fmla="*/ 42 h 52"/>
                    <a:gd name="T34" fmla="*/ 64 w 98"/>
                    <a:gd name="T35" fmla="*/ 48 h 52"/>
                    <a:gd name="T36" fmla="*/ 96 w 98"/>
                    <a:gd name="T37" fmla="*/ 52 h 52"/>
                    <a:gd name="T38" fmla="*/ 98 w 98"/>
                    <a:gd name="T39" fmla="*/ 34 h 52"/>
                    <a:gd name="T40" fmla="*/ 82 w 98"/>
                    <a:gd name="T41" fmla="*/ 32 h 52"/>
                    <a:gd name="T42" fmla="*/ 36 w 98"/>
                    <a:gd name="T43" fmla="*/ 22 h 52"/>
                    <a:gd name="T44" fmla="*/ 24 w 98"/>
                    <a:gd name="T45" fmla="*/ 12 h 52"/>
                    <a:gd name="T46" fmla="*/ 8 w 98"/>
                    <a:gd name="T4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8" h="52">
                      <a:moveTo>
                        <a:pt x="8" y="0"/>
                      </a:moveTo>
                      <a:lnTo>
                        <a:pt x="8" y="0"/>
                      </a:lnTo>
                      <a:lnTo>
                        <a:pt x="6" y="2"/>
                      </a:lnTo>
                      <a:lnTo>
                        <a:pt x="4" y="4"/>
                      </a:lnTo>
                      <a:lnTo>
                        <a:pt x="2" y="6"/>
                      </a:lnTo>
                      <a:lnTo>
                        <a:pt x="0" y="10"/>
                      </a:lnTo>
                      <a:lnTo>
                        <a:pt x="0" y="12"/>
                      </a:lnTo>
                      <a:lnTo>
                        <a:pt x="2" y="16"/>
                      </a:lnTo>
                      <a:lnTo>
                        <a:pt x="8" y="20"/>
                      </a:lnTo>
                      <a:lnTo>
                        <a:pt x="8" y="20"/>
                      </a:lnTo>
                      <a:lnTo>
                        <a:pt x="8" y="22"/>
                      </a:lnTo>
                      <a:lnTo>
                        <a:pt x="10" y="22"/>
                      </a:lnTo>
                      <a:lnTo>
                        <a:pt x="10" y="24"/>
                      </a:lnTo>
                      <a:lnTo>
                        <a:pt x="14" y="28"/>
                      </a:lnTo>
                      <a:lnTo>
                        <a:pt x="18" y="32"/>
                      </a:lnTo>
                      <a:lnTo>
                        <a:pt x="26" y="36"/>
                      </a:lnTo>
                      <a:lnTo>
                        <a:pt x="42" y="42"/>
                      </a:lnTo>
                      <a:lnTo>
                        <a:pt x="64" y="48"/>
                      </a:lnTo>
                      <a:lnTo>
                        <a:pt x="96" y="52"/>
                      </a:lnTo>
                      <a:lnTo>
                        <a:pt x="98" y="34"/>
                      </a:lnTo>
                      <a:lnTo>
                        <a:pt x="82" y="32"/>
                      </a:lnTo>
                      <a:lnTo>
                        <a:pt x="36" y="22"/>
                      </a:lnTo>
                      <a:lnTo>
                        <a:pt x="24" y="12"/>
                      </a:lnTo>
                      <a:lnTo>
                        <a:pt x="8"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19" name="Freeform 391">
                  <a:extLst>
                    <a:ext uri="{FF2B5EF4-FFF2-40B4-BE49-F238E27FC236}">
                      <a16:creationId xmlns:a16="http://schemas.microsoft.com/office/drawing/2014/main" id="{AFD2C39B-8C16-C29C-2CCB-1D7EE5FA614C}"/>
                    </a:ext>
                  </a:extLst>
                </p:cNvPr>
                <p:cNvSpPr/>
                <p:nvPr/>
              </p:nvSpPr>
              <p:spPr bwMode="gray">
                <a:xfrm>
                  <a:off x="2353303" y="3814207"/>
                  <a:ext cx="699828" cy="688256"/>
                </a:xfrm>
                <a:custGeom>
                  <a:avLst/>
                  <a:gdLst>
                    <a:gd name="T0" fmla="*/ 262 w 378"/>
                    <a:gd name="T1" fmla="*/ 126 h 372"/>
                    <a:gd name="T2" fmla="*/ 264 w 378"/>
                    <a:gd name="T3" fmla="*/ 110 h 372"/>
                    <a:gd name="T4" fmla="*/ 256 w 378"/>
                    <a:gd name="T5" fmla="*/ 114 h 372"/>
                    <a:gd name="T6" fmla="*/ 254 w 378"/>
                    <a:gd name="T7" fmla="*/ 130 h 372"/>
                    <a:gd name="T8" fmla="*/ 192 w 378"/>
                    <a:gd name="T9" fmla="*/ 116 h 372"/>
                    <a:gd name="T10" fmla="*/ 168 w 378"/>
                    <a:gd name="T11" fmla="*/ 98 h 372"/>
                    <a:gd name="T12" fmla="*/ 162 w 378"/>
                    <a:gd name="T13" fmla="*/ 82 h 372"/>
                    <a:gd name="T14" fmla="*/ 160 w 378"/>
                    <a:gd name="T15" fmla="*/ 58 h 372"/>
                    <a:gd name="T16" fmla="*/ 174 w 378"/>
                    <a:gd name="T17" fmla="*/ 40 h 372"/>
                    <a:gd name="T18" fmla="*/ 170 w 378"/>
                    <a:gd name="T19" fmla="*/ 6 h 372"/>
                    <a:gd name="T20" fmla="*/ 152 w 378"/>
                    <a:gd name="T21" fmla="*/ 0 h 372"/>
                    <a:gd name="T22" fmla="*/ 140 w 378"/>
                    <a:gd name="T23" fmla="*/ 8 h 372"/>
                    <a:gd name="T24" fmla="*/ 110 w 378"/>
                    <a:gd name="T25" fmla="*/ 18 h 372"/>
                    <a:gd name="T26" fmla="*/ 112 w 378"/>
                    <a:gd name="T27" fmla="*/ 28 h 372"/>
                    <a:gd name="T28" fmla="*/ 124 w 378"/>
                    <a:gd name="T29" fmla="*/ 34 h 372"/>
                    <a:gd name="T30" fmla="*/ 108 w 378"/>
                    <a:gd name="T31" fmla="*/ 36 h 372"/>
                    <a:gd name="T32" fmla="*/ 96 w 378"/>
                    <a:gd name="T33" fmla="*/ 48 h 372"/>
                    <a:gd name="T34" fmla="*/ 88 w 378"/>
                    <a:gd name="T35" fmla="*/ 60 h 372"/>
                    <a:gd name="T36" fmla="*/ 58 w 378"/>
                    <a:gd name="T37" fmla="*/ 84 h 372"/>
                    <a:gd name="T38" fmla="*/ 48 w 378"/>
                    <a:gd name="T39" fmla="*/ 126 h 372"/>
                    <a:gd name="T40" fmla="*/ 18 w 378"/>
                    <a:gd name="T41" fmla="*/ 148 h 372"/>
                    <a:gd name="T42" fmla="*/ 12 w 378"/>
                    <a:gd name="T43" fmla="*/ 170 h 372"/>
                    <a:gd name="T44" fmla="*/ 32 w 378"/>
                    <a:gd name="T45" fmla="*/ 166 h 372"/>
                    <a:gd name="T46" fmla="*/ 32 w 378"/>
                    <a:gd name="T47" fmla="*/ 176 h 372"/>
                    <a:gd name="T48" fmla="*/ 16 w 378"/>
                    <a:gd name="T49" fmla="*/ 192 h 372"/>
                    <a:gd name="T50" fmla="*/ 38 w 378"/>
                    <a:gd name="T51" fmla="*/ 214 h 372"/>
                    <a:gd name="T52" fmla="*/ 50 w 378"/>
                    <a:gd name="T53" fmla="*/ 206 h 372"/>
                    <a:gd name="T54" fmla="*/ 58 w 378"/>
                    <a:gd name="T55" fmla="*/ 194 h 372"/>
                    <a:gd name="T56" fmla="*/ 56 w 378"/>
                    <a:gd name="T57" fmla="*/ 210 h 372"/>
                    <a:gd name="T58" fmla="*/ 76 w 378"/>
                    <a:gd name="T59" fmla="*/ 308 h 372"/>
                    <a:gd name="T60" fmla="*/ 102 w 378"/>
                    <a:gd name="T61" fmla="*/ 352 h 372"/>
                    <a:gd name="T62" fmla="*/ 114 w 378"/>
                    <a:gd name="T63" fmla="*/ 370 h 372"/>
                    <a:gd name="T64" fmla="*/ 132 w 378"/>
                    <a:gd name="T65" fmla="*/ 370 h 372"/>
                    <a:gd name="T66" fmla="*/ 134 w 378"/>
                    <a:gd name="T67" fmla="*/ 362 h 372"/>
                    <a:gd name="T68" fmla="*/ 146 w 378"/>
                    <a:gd name="T69" fmla="*/ 348 h 372"/>
                    <a:gd name="T70" fmla="*/ 160 w 378"/>
                    <a:gd name="T71" fmla="*/ 318 h 372"/>
                    <a:gd name="T72" fmla="*/ 162 w 378"/>
                    <a:gd name="T73" fmla="*/ 280 h 372"/>
                    <a:gd name="T74" fmla="*/ 182 w 378"/>
                    <a:gd name="T75" fmla="*/ 268 h 372"/>
                    <a:gd name="T76" fmla="*/ 224 w 378"/>
                    <a:gd name="T77" fmla="*/ 232 h 372"/>
                    <a:gd name="T78" fmla="*/ 248 w 378"/>
                    <a:gd name="T79" fmla="*/ 202 h 372"/>
                    <a:gd name="T80" fmla="*/ 262 w 378"/>
                    <a:gd name="T81" fmla="*/ 194 h 372"/>
                    <a:gd name="T82" fmla="*/ 266 w 378"/>
                    <a:gd name="T83" fmla="*/ 176 h 372"/>
                    <a:gd name="T84" fmla="*/ 266 w 378"/>
                    <a:gd name="T85" fmla="*/ 160 h 372"/>
                    <a:gd name="T86" fmla="*/ 282 w 378"/>
                    <a:gd name="T87" fmla="*/ 150 h 372"/>
                    <a:gd name="T88" fmla="*/ 294 w 378"/>
                    <a:gd name="T89" fmla="*/ 156 h 372"/>
                    <a:gd name="T90" fmla="*/ 304 w 378"/>
                    <a:gd name="T91" fmla="*/ 170 h 372"/>
                    <a:gd name="T92" fmla="*/ 312 w 378"/>
                    <a:gd name="T93" fmla="*/ 164 h 372"/>
                    <a:gd name="T94" fmla="*/ 318 w 378"/>
                    <a:gd name="T95" fmla="*/ 182 h 372"/>
                    <a:gd name="T96" fmla="*/ 324 w 378"/>
                    <a:gd name="T97" fmla="*/ 184 h 372"/>
                    <a:gd name="T98" fmla="*/ 322 w 378"/>
                    <a:gd name="T99" fmla="*/ 168 h 372"/>
                    <a:gd name="T100" fmla="*/ 336 w 378"/>
                    <a:gd name="T101" fmla="*/ 168 h 372"/>
                    <a:gd name="T102" fmla="*/ 346 w 378"/>
                    <a:gd name="T103" fmla="*/ 152 h 372"/>
                    <a:gd name="T104" fmla="*/ 370 w 378"/>
                    <a:gd name="T105" fmla="*/ 130 h 372"/>
                    <a:gd name="T106" fmla="*/ 378 w 378"/>
                    <a:gd name="T107" fmla="*/ 114 h 372"/>
                    <a:gd name="T108" fmla="*/ 344 w 378"/>
                    <a:gd name="T109" fmla="*/ 114 h 372"/>
                    <a:gd name="T110" fmla="*/ 322 w 378"/>
                    <a:gd name="T111" fmla="*/ 130 h 372"/>
                    <a:gd name="T112" fmla="*/ 306 w 378"/>
                    <a:gd name="T113" fmla="*/ 136 h 372"/>
                    <a:gd name="T114" fmla="*/ 282 w 378"/>
                    <a:gd name="T115" fmla="*/ 13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8" h="372">
                      <a:moveTo>
                        <a:pt x="264" y="138"/>
                      </a:moveTo>
                      <a:lnTo>
                        <a:pt x="262" y="136"/>
                      </a:lnTo>
                      <a:lnTo>
                        <a:pt x="260" y="134"/>
                      </a:lnTo>
                      <a:lnTo>
                        <a:pt x="260" y="130"/>
                      </a:lnTo>
                      <a:lnTo>
                        <a:pt x="262" y="128"/>
                      </a:lnTo>
                      <a:lnTo>
                        <a:pt x="262" y="126"/>
                      </a:lnTo>
                      <a:lnTo>
                        <a:pt x="262" y="126"/>
                      </a:lnTo>
                      <a:lnTo>
                        <a:pt x="262" y="122"/>
                      </a:lnTo>
                      <a:lnTo>
                        <a:pt x="264" y="118"/>
                      </a:lnTo>
                      <a:lnTo>
                        <a:pt x="264" y="114"/>
                      </a:lnTo>
                      <a:lnTo>
                        <a:pt x="264" y="114"/>
                      </a:lnTo>
                      <a:lnTo>
                        <a:pt x="264" y="110"/>
                      </a:lnTo>
                      <a:lnTo>
                        <a:pt x="262" y="110"/>
                      </a:lnTo>
                      <a:lnTo>
                        <a:pt x="260" y="110"/>
                      </a:lnTo>
                      <a:lnTo>
                        <a:pt x="258" y="110"/>
                      </a:lnTo>
                      <a:lnTo>
                        <a:pt x="258" y="112"/>
                      </a:lnTo>
                      <a:lnTo>
                        <a:pt x="256" y="112"/>
                      </a:lnTo>
                      <a:lnTo>
                        <a:pt x="256" y="114"/>
                      </a:lnTo>
                      <a:lnTo>
                        <a:pt x="256" y="116"/>
                      </a:lnTo>
                      <a:lnTo>
                        <a:pt x="256" y="120"/>
                      </a:lnTo>
                      <a:lnTo>
                        <a:pt x="254" y="122"/>
                      </a:lnTo>
                      <a:lnTo>
                        <a:pt x="254" y="126"/>
                      </a:lnTo>
                      <a:lnTo>
                        <a:pt x="254" y="128"/>
                      </a:lnTo>
                      <a:lnTo>
                        <a:pt x="254" y="130"/>
                      </a:lnTo>
                      <a:lnTo>
                        <a:pt x="254" y="130"/>
                      </a:lnTo>
                      <a:lnTo>
                        <a:pt x="226" y="126"/>
                      </a:lnTo>
                      <a:lnTo>
                        <a:pt x="218" y="122"/>
                      </a:lnTo>
                      <a:lnTo>
                        <a:pt x="206" y="120"/>
                      </a:lnTo>
                      <a:lnTo>
                        <a:pt x="196" y="118"/>
                      </a:lnTo>
                      <a:lnTo>
                        <a:pt x="192" y="116"/>
                      </a:lnTo>
                      <a:lnTo>
                        <a:pt x="186" y="114"/>
                      </a:lnTo>
                      <a:lnTo>
                        <a:pt x="180" y="112"/>
                      </a:lnTo>
                      <a:lnTo>
                        <a:pt x="176" y="108"/>
                      </a:lnTo>
                      <a:lnTo>
                        <a:pt x="172" y="104"/>
                      </a:lnTo>
                      <a:lnTo>
                        <a:pt x="168" y="102"/>
                      </a:lnTo>
                      <a:lnTo>
                        <a:pt x="168" y="98"/>
                      </a:lnTo>
                      <a:lnTo>
                        <a:pt x="166" y="98"/>
                      </a:lnTo>
                      <a:lnTo>
                        <a:pt x="162" y="94"/>
                      </a:lnTo>
                      <a:lnTo>
                        <a:pt x="160" y="90"/>
                      </a:lnTo>
                      <a:lnTo>
                        <a:pt x="158" y="88"/>
                      </a:lnTo>
                      <a:lnTo>
                        <a:pt x="160" y="84"/>
                      </a:lnTo>
                      <a:lnTo>
                        <a:pt x="162" y="82"/>
                      </a:lnTo>
                      <a:lnTo>
                        <a:pt x="164" y="80"/>
                      </a:lnTo>
                      <a:lnTo>
                        <a:pt x="166" y="78"/>
                      </a:lnTo>
                      <a:lnTo>
                        <a:pt x="166" y="78"/>
                      </a:lnTo>
                      <a:lnTo>
                        <a:pt x="162" y="72"/>
                      </a:lnTo>
                      <a:lnTo>
                        <a:pt x="160" y="64"/>
                      </a:lnTo>
                      <a:lnTo>
                        <a:pt x="160" y="58"/>
                      </a:lnTo>
                      <a:lnTo>
                        <a:pt x="162" y="52"/>
                      </a:lnTo>
                      <a:lnTo>
                        <a:pt x="164" y="48"/>
                      </a:lnTo>
                      <a:lnTo>
                        <a:pt x="166" y="44"/>
                      </a:lnTo>
                      <a:lnTo>
                        <a:pt x="170" y="42"/>
                      </a:lnTo>
                      <a:lnTo>
                        <a:pt x="172" y="40"/>
                      </a:lnTo>
                      <a:lnTo>
                        <a:pt x="174" y="40"/>
                      </a:lnTo>
                      <a:lnTo>
                        <a:pt x="168" y="28"/>
                      </a:lnTo>
                      <a:lnTo>
                        <a:pt x="174" y="22"/>
                      </a:lnTo>
                      <a:lnTo>
                        <a:pt x="172" y="20"/>
                      </a:lnTo>
                      <a:lnTo>
                        <a:pt x="170" y="14"/>
                      </a:lnTo>
                      <a:lnTo>
                        <a:pt x="170" y="10"/>
                      </a:lnTo>
                      <a:lnTo>
                        <a:pt x="170" y="6"/>
                      </a:lnTo>
                      <a:lnTo>
                        <a:pt x="168" y="6"/>
                      </a:lnTo>
                      <a:lnTo>
                        <a:pt x="168" y="2"/>
                      </a:lnTo>
                      <a:lnTo>
                        <a:pt x="164" y="0"/>
                      </a:lnTo>
                      <a:lnTo>
                        <a:pt x="160" y="0"/>
                      </a:lnTo>
                      <a:lnTo>
                        <a:pt x="156" y="0"/>
                      </a:lnTo>
                      <a:lnTo>
                        <a:pt x="152" y="0"/>
                      </a:lnTo>
                      <a:lnTo>
                        <a:pt x="150" y="0"/>
                      </a:lnTo>
                      <a:lnTo>
                        <a:pt x="146" y="2"/>
                      </a:lnTo>
                      <a:lnTo>
                        <a:pt x="146" y="2"/>
                      </a:lnTo>
                      <a:lnTo>
                        <a:pt x="144" y="2"/>
                      </a:lnTo>
                      <a:lnTo>
                        <a:pt x="140" y="6"/>
                      </a:lnTo>
                      <a:lnTo>
                        <a:pt x="140" y="8"/>
                      </a:lnTo>
                      <a:lnTo>
                        <a:pt x="138" y="12"/>
                      </a:lnTo>
                      <a:lnTo>
                        <a:pt x="138" y="12"/>
                      </a:lnTo>
                      <a:lnTo>
                        <a:pt x="126" y="14"/>
                      </a:lnTo>
                      <a:lnTo>
                        <a:pt x="120" y="14"/>
                      </a:lnTo>
                      <a:lnTo>
                        <a:pt x="114" y="16"/>
                      </a:lnTo>
                      <a:lnTo>
                        <a:pt x="110" y="18"/>
                      </a:lnTo>
                      <a:lnTo>
                        <a:pt x="108" y="20"/>
                      </a:lnTo>
                      <a:lnTo>
                        <a:pt x="106" y="22"/>
                      </a:lnTo>
                      <a:lnTo>
                        <a:pt x="106" y="24"/>
                      </a:lnTo>
                      <a:lnTo>
                        <a:pt x="106" y="26"/>
                      </a:lnTo>
                      <a:lnTo>
                        <a:pt x="108" y="26"/>
                      </a:lnTo>
                      <a:lnTo>
                        <a:pt x="112" y="28"/>
                      </a:lnTo>
                      <a:lnTo>
                        <a:pt x="114" y="28"/>
                      </a:lnTo>
                      <a:lnTo>
                        <a:pt x="116" y="28"/>
                      </a:lnTo>
                      <a:lnTo>
                        <a:pt x="118" y="28"/>
                      </a:lnTo>
                      <a:lnTo>
                        <a:pt x="120" y="30"/>
                      </a:lnTo>
                      <a:lnTo>
                        <a:pt x="124" y="32"/>
                      </a:lnTo>
                      <a:lnTo>
                        <a:pt x="124" y="34"/>
                      </a:lnTo>
                      <a:lnTo>
                        <a:pt x="124" y="36"/>
                      </a:lnTo>
                      <a:lnTo>
                        <a:pt x="124" y="38"/>
                      </a:lnTo>
                      <a:lnTo>
                        <a:pt x="122" y="36"/>
                      </a:lnTo>
                      <a:lnTo>
                        <a:pt x="118" y="36"/>
                      </a:lnTo>
                      <a:lnTo>
                        <a:pt x="114" y="36"/>
                      </a:lnTo>
                      <a:lnTo>
                        <a:pt x="108" y="36"/>
                      </a:lnTo>
                      <a:lnTo>
                        <a:pt x="106" y="38"/>
                      </a:lnTo>
                      <a:lnTo>
                        <a:pt x="102" y="38"/>
                      </a:lnTo>
                      <a:lnTo>
                        <a:pt x="102" y="38"/>
                      </a:lnTo>
                      <a:lnTo>
                        <a:pt x="98" y="40"/>
                      </a:lnTo>
                      <a:lnTo>
                        <a:pt x="96" y="44"/>
                      </a:lnTo>
                      <a:lnTo>
                        <a:pt x="96" y="48"/>
                      </a:lnTo>
                      <a:lnTo>
                        <a:pt x="96" y="50"/>
                      </a:lnTo>
                      <a:lnTo>
                        <a:pt x="96" y="52"/>
                      </a:lnTo>
                      <a:lnTo>
                        <a:pt x="96" y="54"/>
                      </a:lnTo>
                      <a:lnTo>
                        <a:pt x="90" y="54"/>
                      </a:lnTo>
                      <a:lnTo>
                        <a:pt x="90" y="58"/>
                      </a:lnTo>
                      <a:lnTo>
                        <a:pt x="88" y="60"/>
                      </a:lnTo>
                      <a:lnTo>
                        <a:pt x="84" y="64"/>
                      </a:lnTo>
                      <a:lnTo>
                        <a:pt x="82" y="68"/>
                      </a:lnTo>
                      <a:lnTo>
                        <a:pt x="78" y="70"/>
                      </a:lnTo>
                      <a:lnTo>
                        <a:pt x="76" y="72"/>
                      </a:lnTo>
                      <a:lnTo>
                        <a:pt x="76" y="74"/>
                      </a:lnTo>
                      <a:lnTo>
                        <a:pt x="58" y="84"/>
                      </a:lnTo>
                      <a:lnTo>
                        <a:pt x="46" y="94"/>
                      </a:lnTo>
                      <a:lnTo>
                        <a:pt x="40" y="104"/>
                      </a:lnTo>
                      <a:lnTo>
                        <a:pt x="38" y="112"/>
                      </a:lnTo>
                      <a:lnTo>
                        <a:pt x="38" y="118"/>
                      </a:lnTo>
                      <a:lnTo>
                        <a:pt x="40" y="122"/>
                      </a:lnTo>
                      <a:lnTo>
                        <a:pt x="48" y="126"/>
                      </a:lnTo>
                      <a:lnTo>
                        <a:pt x="44" y="146"/>
                      </a:lnTo>
                      <a:lnTo>
                        <a:pt x="38" y="146"/>
                      </a:lnTo>
                      <a:lnTo>
                        <a:pt x="24" y="146"/>
                      </a:lnTo>
                      <a:lnTo>
                        <a:pt x="22" y="146"/>
                      </a:lnTo>
                      <a:lnTo>
                        <a:pt x="20" y="146"/>
                      </a:lnTo>
                      <a:lnTo>
                        <a:pt x="18" y="148"/>
                      </a:lnTo>
                      <a:lnTo>
                        <a:pt x="16" y="148"/>
                      </a:lnTo>
                      <a:lnTo>
                        <a:pt x="0" y="166"/>
                      </a:lnTo>
                      <a:lnTo>
                        <a:pt x="2" y="168"/>
                      </a:lnTo>
                      <a:lnTo>
                        <a:pt x="2" y="168"/>
                      </a:lnTo>
                      <a:lnTo>
                        <a:pt x="6" y="170"/>
                      </a:lnTo>
                      <a:lnTo>
                        <a:pt x="12" y="170"/>
                      </a:lnTo>
                      <a:lnTo>
                        <a:pt x="18" y="170"/>
                      </a:lnTo>
                      <a:lnTo>
                        <a:pt x="24" y="168"/>
                      </a:lnTo>
                      <a:lnTo>
                        <a:pt x="26" y="168"/>
                      </a:lnTo>
                      <a:lnTo>
                        <a:pt x="28" y="166"/>
                      </a:lnTo>
                      <a:lnTo>
                        <a:pt x="30" y="166"/>
                      </a:lnTo>
                      <a:lnTo>
                        <a:pt x="32" y="166"/>
                      </a:lnTo>
                      <a:lnTo>
                        <a:pt x="36" y="166"/>
                      </a:lnTo>
                      <a:lnTo>
                        <a:pt x="36" y="166"/>
                      </a:lnTo>
                      <a:lnTo>
                        <a:pt x="36" y="166"/>
                      </a:lnTo>
                      <a:lnTo>
                        <a:pt x="36" y="168"/>
                      </a:lnTo>
                      <a:lnTo>
                        <a:pt x="34" y="170"/>
                      </a:lnTo>
                      <a:lnTo>
                        <a:pt x="32" y="176"/>
                      </a:lnTo>
                      <a:lnTo>
                        <a:pt x="28" y="180"/>
                      </a:lnTo>
                      <a:lnTo>
                        <a:pt x="24" y="184"/>
                      </a:lnTo>
                      <a:lnTo>
                        <a:pt x="20" y="188"/>
                      </a:lnTo>
                      <a:lnTo>
                        <a:pt x="16" y="190"/>
                      </a:lnTo>
                      <a:lnTo>
                        <a:pt x="16" y="190"/>
                      </a:lnTo>
                      <a:lnTo>
                        <a:pt x="16" y="192"/>
                      </a:lnTo>
                      <a:lnTo>
                        <a:pt x="16" y="194"/>
                      </a:lnTo>
                      <a:lnTo>
                        <a:pt x="18" y="198"/>
                      </a:lnTo>
                      <a:lnTo>
                        <a:pt x="20" y="202"/>
                      </a:lnTo>
                      <a:lnTo>
                        <a:pt x="24" y="206"/>
                      </a:lnTo>
                      <a:lnTo>
                        <a:pt x="30" y="210"/>
                      </a:lnTo>
                      <a:lnTo>
                        <a:pt x="38" y="214"/>
                      </a:lnTo>
                      <a:lnTo>
                        <a:pt x="40" y="214"/>
                      </a:lnTo>
                      <a:lnTo>
                        <a:pt x="42" y="214"/>
                      </a:lnTo>
                      <a:lnTo>
                        <a:pt x="44" y="214"/>
                      </a:lnTo>
                      <a:lnTo>
                        <a:pt x="46" y="210"/>
                      </a:lnTo>
                      <a:lnTo>
                        <a:pt x="50" y="206"/>
                      </a:lnTo>
                      <a:lnTo>
                        <a:pt x="50" y="206"/>
                      </a:lnTo>
                      <a:lnTo>
                        <a:pt x="50" y="204"/>
                      </a:lnTo>
                      <a:lnTo>
                        <a:pt x="50" y="200"/>
                      </a:lnTo>
                      <a:lnTo>
                        <a:pt x="52" y="196"/>
                      </a:lnTo>
                      <a:lnTo>
                        <a:pt x="54" y="194"/>
                      </a:lnTo>
                      <a:lnTo>
                        <a:pt x="58" y="192"/>
                      </a:lnTo>
                      <a:lnTo>
                        <a:pt x="58" y="194"/>
                      </a:lnTo>
                      <a:lnTo>
                        <a:pt x="56" y="196"/>
                      </a:lnTo>
                      <a:lnTo>
                        <a:pt x="56" y="200"/>
                      </a:lnTo>
                      <a:lnTo>
                        <a:pt x="56" y="204"/>
                      </a:lnTo>
                      <a:lnTo>
                        <a:pt x="58" y="206"/>
                      </a:lnTo>
                      <a:lnTo>
                        <a:pt x="58" y="208"/>
                      </a:lnTo>
                      <a:lnTo>
                        <a:pt x="56" y="210"/>
                      </a:lnTo>
                      <a:lnTo>
                        <a:pt x="56" y="212"/>
                      </a:lnTo>
                      <a:lnTo>
                        <a:pt x="56" y="216"/>
                      </a:lnTo>
                      <a:lnTo>
                        <a:pt x="56" y="220"/>
                      </a:lnTo>
                      <a:lnTo>
                        <a:pt x="56" y="228"/>
                      </a:lnTo>
                      <a:lnTo>
                        <a:pt x="60" y="258"/>
                      </a:lnTo>
                      <a:lnTo>
                        <a:pt x="76" y="308"/>
                      </a:lnTo>
                      <a:lnTo>
                        <a:pt x="92" y="336"/>
                      </a:lnTo>
                      <a:lnTo>
                        <a:pt x="94" y="336"/>
                      </a:lnTo>
                      <a:lnTo>
                        <a:pt x="96" y="340"/>
                      </a:lnTo>
                      <a:lnTo>
                        <a:pt x="98" y="344"/>
                      </a:lnTo>
                      <a:lnTo>
                        <a:pt x="102" y="352"/>
                      </a:lnTo>
                      <a:lnTo>
                        <a:pt x="102" y="352"/>
                      </a:lnTo>
                      <a:lnTo>
                        <a:pt x="104" y="354"/>
                      </a:lnTo>
                      <a:lnTo>
                        <a:pt x="108" y="358"/>
                      </a:lnTo>
                      <a:lnTo>
                        <a:pt x="110" y="362"/>
                      </a:lnTo>
                      <a:lnTo>
                        <a:pt x="112" y="366"/>
                      </a:lnTo>
                      <a:lnTo>
                        <a:pt x="114" y="370"/>
                      </a:lnTo>
                      <a:lnTo>
                        <a:pt x="114" y="370"/>
                      </a:lnTo>
                      <a:lnTo>
                        <a:pt x="116" y="372"/>
                      </a:lnTo>
                      <a:lnTo>
                        <a:pt x="120" y="372"/>
                      </a:lnTo>
                      <a:lnTo>
                        <a:pt x="126" y="372"/>
                      </a:lnTo>
                      <a:lnTo>
                        <a:pt x="130" y="372"/>
                      </a:lnTo>
                      <a:lnTo>
                        <a:pt x="132" y="372"/>
                      </a:lnTo>
                      <a:lnTo>
                        <a:pt x="132" y="370"/>
                      </a:lnTo>
                      <a:lnTo>
                        <a:pt x="132" y="370"/>
                      </a:lnTo>
                      <a:lnTo>
                        <a:pt x="132" y="368"/>
                      </a:lnTo>
                      <a:lnTo>
                        <a:pt x="132" y="368"/>
                      </a:lnTo>
                      <a:lnTo>
                        <a:pt x="132" y="368"/>
                      </a:lnTo>
                      <a:lnTo>
                        <a:pt x="134" y="364"/>
                      </a:lnTo>
                      <a:lnTo>
                        <a:pt x="134" y="362"/>
                      </a:lnTo>
                      <a:lnTo>
                        <a:pt x="138" y="358"/>
                      </a:lnTo>
                      <a:lnTo>
                        <a:pt x="140" y="356"/>
                      </a:lnTo>
                      <a:lnTo>
                        <a:pt x="144" y="354"/>
                      </a:lnTo>
                      <a:lnTo>
                        <a:pt x="144" y="354"/>
                      </a:lnTo>
                      <a:lnTo>
                        <a:pt x="146" y="352"/>
                      </a:lnTo>
                      <a:lnTo>
                        <a:pt x="146" y="348"/>
                      </a:lnTo>
                      <a:lnTo>
                        <a:pt x="150" y="346"/>
                      </a:lnTo>
                      <a:lnTo>
                        <a:pt x="152" y="344"/>
                      </a:lnTo>
                      <a:lnTo>
                        <a:pt x="154" y="342"/>
                      </a:lnTo>
                      <a:lnTo>
                        <a:pt x="156" y="338"/>
                      </a:lnTo>
                      <a:lnTo>
                        <a:pt x="158" y="330"/>
                      </a:lnTo>
                      <a:lnTo>
                        <a:pt x="160" y="318"/>
                      </a:lnTo>
                      <a:lnTo>
                        <a:pt x="158" y="308"/>
                      </a:lnTo>
                      <a:lnTo>
                        <a:pt x="156" y="302"/>
                      </a:lnTo>
                      <a:lnTo>
                        <a:pt x="156" y="296"/>
                      </a:lnTo>
                      <a:lnTo>
                        <a:pt x="156" y="290"/>
                      </a:lnTo>
                      <a:lnTo>
                        <a:pt x="158" y="284"/>
                      </a:lnTo>
                      <a:lnTo>
                        <a:pt x="162" y="280"/>
                      </a:lnTo>
                      <a:lnTo>
                        <a:pt x="166" y="278"/>
                      </a:lnTo>
                      <a:lnTo>
                        <a:pt x="168" y="276"/>
                      </a:lnTo>
                      <a:lnTo>
                        <a:pt x="170" y="276"/>
                      </a:lnTo>
                      <a:lnTo>
                        <a:pt x="174" y="274"/>
                      </a:lnTo>
                      <a:lnTo>
                        <a:pt x="178" y="270"/>
                      </a:lnTo>
                      <a:lnTo>
                        <a:pt x="182" y="268"/>
                      </a:lnTo>
                      <a:lnTo>
                        <a:pt x="184" y="266"/>
                      </a:lnTo>
                      <a:lnTo>
                        <a:pt x="190" y="260"/>
                      </a:lnTo>
                      <a:lnTo>
                        <a:pt x="198" y="252"/>
                      </a:lnTo>
                      <a:lnTo>
                        <a:pt x="208" y="244"/>
                      </a:lnTo>
                      <a:lnTo>
                        <a:pt x="218" y="236"/>
                      </a:lnTo>
                      <a:lnTo>
                        <a:pt x="224" y="232"/>
                      </a:lnTo>
                      <a:lnTo>
                        <a:pt x="226" y="230"/>
                      </a:lnTo>
                      <a:lnTo>
                        <a:pt x="232" y="228"/>
                      </a:lnTo>
                      <a:lnTo>
                        <a:pt x="236" y="222"/>
                      </a:lnTo>
                      <a:lnTo>
                        <a:pt x="242" y="216"/>
                      </a:lnTo>
                      <a:lnTo>
                        <a:pt x="246" y="210"/>
                      </a:lnTo>
                      <a:lnTo>
                        <a:pt x="248" y="202"/>
                      </a:lnTo>
                      <a:lnTo>
                        <a:pt x="248" y="202"/>
                      </a:lnTo>
                      <a:lnTo>
                        <a:pt x="250" y="200"/>
                      </a:lnTo>
                      <a:lnTo>
                        <a:pt x="250" y="198"/>
                      </a:lnTo>
                      <a:lnTo>
                        <a:pt x="254" y="196"/>
                      </a:lnTo>
                      <a:lnTo>
                        <a:pt x="258" y="194"/>
                      </a:lnTo>
                      <a:lnTo>
                        <a:pt x="262" y="194"/>
                      </a:lnTo>
                      <a:lnTo>
                        <a:pt x="270" y="196"/>
                      </a:lnTo>
                      <a:lnTo>
                        <a:pt x="270" y="182"/>
                      </a:lnTo>
                      <a:lnTo>
                        <a:pt x="270" y="182"/>
                      </a:lnTo>
                      <a:lnTo>
                        <a:pt x="270" y="180"/>
                      </a:lnTo>
                      <a:lnTo>
                        <a:pt x="268" y="176"/>
                      </a:lnTo>
                      <a:lnTo>
                        <a:pt x="266" y="176"/>
                      </a:lnTo>
                      <a:lnTo>
                        <a:pt x="266" y="174"/>
                      </a:lnTo>
                      <a:lnTo>
                        <a:pt x="264" y="172"/>
                      </a:lnTo>
                      <a:lnTo>
                        <a:pt x="264" y="168"/>
                      </a:lnTo>
                      <a:lnTo>
                        <a:pt x="264" y="164"/>
                      </a:lnTo>
                      <a:lnTo>
                        <a:pt x="266" y="162"/>
                      </a:lnTo>
                      <a:lnTo>
                        <a:pt x="266" y="160"/>
                      </a:lnTo>
                      <a:lnTo>
                        <a:pt x="266" y="158"/>
                      </a:lnTo>
                      <a:lnTo>
                        <a:pt x="268" y="154"/>
                      </a:lnTo>
                      <a:lnTo>
                        <a:pt x="268" y="152"/>
                      </a:lnTo>
                      <a:lnTo>
                        <a:pt x="270" y="150"/>
                      </a:lnTo>
                      <a:lnTo>
                        <a:pt x="274" y="150"/>
                      </a:lnTo>
                      <a:lnTo>
                        <a:pt x="282" y="150"/>
                      </a:lnTo>
                      <a:lnTo>
                        <a:pt x="288" y="150"/>
                      </a:lnTo>
                      <a:lnTo>
                        <a:pt x="288" y="150"/>
                      </a:lnTo>
                      <a:lnTo>
                        <a:pt x="290" y="150"/>
                      </a:lnTo>
                      <a:lnTo>
                        <a:pt x="290" y="150"/>
                      </a:lnTo>
                      <a:lnTo>
                        <a:pt x="292" y="152"/>
                      </a:lnTo>
                      <a:lnTo>
                        <a:pt x="294" y="156"/>
                      </a:lnTo>
                      <a:lnTo>
                        <a:pt x="294" y="164"/>
                      </a:lnTo>
                      <a:lnTo>
                        <a:pt x="298" y="178"/>
                      </a:lnTo>
                      <a:lnTo>
                        <a:pt x="300" y="176"/>
                      </a:lnTo>
                      <a:lnTo>
                        <a:pt x="300" y="176"/>
                      </a:lnTo>
                      <a:lnTo>
                        <a:pt x="302" y="174"/>
                      </a:lnTo>
                      <a:lnTo>
                        <a:pt x="304" y="170"/>
                      </a:lnTo>
                      <a:lnTo>
                        <a:pt x="304" y="168"/>
                      </a:lnTo>
                      <a:lnTo>
                        <a:pt x="306" y="164"/>
                      </a:lnTo>
                      <a:lnTo>
                        <a:pt x="308" y="162"/>
                      </a:lnTo>
                      <a:lnTo>
                        <a:pt x="308" y="162"/>
                      </a:lnTo>
                      <a:lnTo>
                        <a:pt x="310" y="162"/>
                      </a:lnTo>
                      <a:lnTo>
                        <a:pt x="312" y="164"/>
                      </a:lnTo>
                      <a:lnTo>
                        <a:pt x="312" y="168"/>
                      </a:lnTo>
                      <a:lnTo>
                        <a:pt x="314" y="176"/>
                      </a:lnTo>
                      <a:lnTo>
                        <a:pt x="316" y="184"/>
                      </a:lnTo>
                      <a:lnTo>
                        <a:pt x="316" y="184"/>
                      </a:lnTo>
                      <a:lnTo>
                        <a:pt x="316" y="182"/>
                      </a:lnTo>
                      <a:lnTo>
                        <a:pt x="318" y="182"/>
                      </a:lnTo>
                      <a:lnTo>
                        <a:pt x="320" y="182"/>
                      </a:lnTo>
                      <a:lnTo>
                        <a:pt x="320" y="184"/>
                      </a:lnTo>
                      <a:lnTo>
                        <a:pt x="320" y="184"/>
                      </a:lnTo>
                      <a:lnTo>
                        <a:pt x="322" y="184"/>
                      </a:lnTo>
                      <a:lnTo>
                        <a:pt x="324" y="184"/>
                      </a:lnTo>
                      <a:lnTo>
                        <a:pt x="324" y="184"/>
                      </a:lnTo>
                      <a:lnTo>
                        <a:pt x="324" y="182"/>
                      </a:lnTo>
                      <a:lnTo>
                        <a:pt x="324" y="178"/>
                      </a:lnTo>
                      <a:lnTo>
                        <a:pt x="322" y="174"/>
                      </a:lnTo>
                      <a:lnTo>
                        <a:pt x="322" y="170"/>
                      </a:lnTo>
                      <a:lnTo>
                        <a:pt x="322" y="168"/>
                      </a:lnTo>
                      <a:lnTo>
                        <a:pt x="322" y="168"/>
                      </a:lnTo>
                      <a:lnTo>
                        <a:pt x="324" y="168"/>
                      </a:lnTo>
                      <a:lnTo>
                        <a:pt x="328" y="170"/>
                      </a:lnTo>
                      <a:lnTo>
                        <a:pt x="330" y="172"/>
                      </a:lnTo>
                      <a:lnTo>
                        <a:pt x="332" y="172"/>
                      </a:lnTo>
                      <a:lnTo>
                        <a:pt x="334" y="170"/>
                      </a:lnTo>
                      <a:lnTo>
                        <a:pt x="336" y="168"/>
                      </a:lnTo>
                      <a:lnTo>
                        <a:pt x="338" y="166"/>
                      </a:lnTo>
                      <a:lnTo>
                        <a:pt x="340" y="164"/>
                      </a:lnTo>
                      <a:lnTo>
                        <a:pt x="342" y="164"/>
                      </a:lnTo>
                      <a:lnTo>
                        <a:pt x="344" y="160"/>
                      </a:lnTo>
                      <a:lnTo>
                        <a:pt x="344" y="156"/>
                      </a:lnTo>
                      <a:lnTo>
                        <a:pt x="346" y="152"/>
                      </a:lnTo>
                      <a:lnTo>
                        <a:pt x="348" y="146"/>
                      </a:lnTo>
                      <a:lnTo>
                        <a:pt x="350" y="142"/>
                      </a:lnTo>
                      <a:lnTo>
                        <a:pt x="354" y="140"/>
                      </a:lnTo>
                      <a:lnTo>
                        <a:pt x="358" y="138"/>
                      </a:lnTo>
                      <a:lnTo>
                        <a:pt x="368" y="134"/>
                      </a:lnTo>
                      <a:lnTo>
                        <a:pt x="370" y="130"/>
                      </a:lnTo>
                      <a:lnTo>
                        <a:pt x="370" y="128"/>
                      </a:lnTo>
                      <a:lnTo>
                        <a:pt x="372" y="126"/>
                      </a:lnTo>
                      <a:lnTo>
                        <a:pt x="374" y="124"/>
                      </a:lnTo>
                      <a:lnTo>
                        <a:pt x="374" y="120"/>
                      </a:lnTo>
                      <a:lnTo>
                        <a:pt x="376" y="116"/>
                      </a:lnTo>
                      <a:lnTo>
                        <a:pt x="378" y="114"/>
                      </a:lnTo>
                      <a:lnTo>
                        <a:pt x="378" y="110"/>
                      </a:lnTo>
                      <a:lnTo>
                        <a:pt x="378" y="108"/>
                      </a:lnTo>
                      <a:lnTo>
                        <a:pt x="376" y="108"/>
                      </a:lnTo>
                      <a:lnTo>
                        <a:pt x="366" y="110"/>
                      </a:lnTo>
                      <a:lnTo>
                        <a:pt x="354" y="112"/>
                      </a:lnTo>
                      <a:lnTo>
                        <a:pt x="344" y="114"/>
                      </a:lnTo>
                      <a:lnTo>
                        <a:pt x="330" y="112"/>
                      </a:lnTo>
                      <a:lnTo>
                        <a:pt x="330" y="112"/>
                      </a:lnTo>
                      <a:lnTo>
                        <a:pt x="328" y="116"/>
                      </a:lnTo>
                      <a:lnTo>
                        <a:pt x="326" y="120"/>
                      </a:lnTo>
                      <a:lnTo>
                        <a:pt x="324" y="124"/>
                      </a:lnTo>
                      <a:lnTo>
                        <a:pt x="322" y="130"/>
                      </a:lnTo>
                      <a:lnTo>
                        <a:pt x="320" y="134"/>
                      </a:lnTo>
                      <a:lnTo>
                        <a:pt x="318" y="136"/>
                      </a:lnTo>
                      <a:lnTo>
                        <a:pt x="316" y="138"/>
                      </a:lnTo>
                      <a:lnTo>
                        <a:pt x="314" y="138"/>
                      </a:lnTo>
                      <a:lnTo>
                        <a:pt x="310" y="138"/>
                      </a:lnTo>
                      <a:lnTo>
                        <a:pt x="306" y="136"/>
                      </a:lnTo>
                      <a:lnTo>
                        <a:pt x="302" y="136"/>
                      </a:lnTo>
                      <a:lnTo>
                        <a:pt x="298" y="136"/>
                      </a:lnTo>
                      <a:lnTo>
                        <a:pt x="294" y="138"/>
                      </a:lnTo>
                      <a:lnTo>
                        <a:pt x="290" y="136"/>
                      </a:lnTo>
                      <a:lnTo>
                        <a:pt x="284" y="136"/>
                      </a:lnTo>
                      <a:lnTo>
                        <a:pt x="282" y="136"/>
                      </a:lnTo>
                      <a:lnTo>
                        <a:pt x="280" y="136"/>
                      </a:lnTo>
                      <a:lnTo>
                        <a:pt x="264" y="13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0" name="Freeform 392">
                  <a:extLst>
                    <a:ext uri="{FF2B5EF4-FFF2-40B4-BE49-F238E27FC236}">
                      <a16:creationId xmlns:a16="http://schemas.microsoft.com/office/drawing/2014/main" id="{A4B946E1-BD23-4CE7-B7A1-01483678961C}"/>
                    </a:ext>
                  </a:extLst>
                </p:cNvPr>
                <p:cNvSpPr/>
                <p:nvPr/>
              </p:nvSpPr>
              <p:spPr bwMode="gray">
                <a:xfrm>
                  <a:off x="2190380" y="3732801"/>
                  <a:ext cx="362874" cy="251620"/>
                </a:xfrm>
                <a:custGeom>
                  <a:avLst/>
                  <a:gdLst>
                    <a:gd name="T0" fmla="*/ 194 w 196"/>
                    <a:gd name="T1" fmla="*/ 36 h 136"/>
                    <a:gd name="T2" fmla="*/ 184 w 196"/>
                    <a:gd name="T3" fmla="*/ 36 h 136"/>
                    <a:gd name="T4" fmla="*/ 166 w 196"/>
                    <a:gd name="T5" fmla="*/ 38 h 136"/>
                    <a:gd name="T6" fmla="*/ 162 w 196"/>
                    <a:gd name="T7" fmla="*/ 40 h 136"/>
                    <a:gd name="T8" fmla="*/ 156 w 196"/>
                    <a:gd name="T9" fmla="*/ 44 h 136"/>
                    <a:gd name="T10" fmla="*/ 154 w 196"/>
                    <a:gd name="T11" fmla="*/ 50 h 136"/>
                    <a:gd name="T12" fmla="*/ 134 w 196"/>
                    <a:gd name="T13" fmla="*/ 66 h 136"/>
                    <a:gd name="T14" fmla="*/ 132 w 196"/>
                    <a:gd name="T15" fmla="*/ 66 h 136"/>
                    <a:gd name="T16" fmla="*/ 128 w 196"/>
                    <a:gd name="T17" fmla="*/ 66 h 136"/>
                    <a:gd name="T18" fmla="*/ 122 w 196"/>
                    <a:gd name="T19" fmla="*/ 72 h 136"/>
                    <a:gd name="T20" fmla="*/ 122 w 196"/>
                    <a:gd name="T21" fmla="*/ 84 h 136"/>
                    <a:gd name="T22" fmla="*/ 102 w 196"/>
                    <a:gd name="T23" fmla="*/ 102 h 136"/>
                    <a:gd name="T24" fmla="*/ 94 w 196"/>
                    <a:gd name="T25" fmla="*/ 102 h 136"/>
                    <a:gd name="T26" fmla="*/ 84 w 196"/>
                    <a:gd name="T27" fmla="*/ 104 h 136"/>
                    <a:gd name="T28" fmla="*/ 74 w 196"/>
                    <a:gd name="T29" fmla="*/ 110 h 136"/>
                    <a:gd name="T30" fmla="*/ 68 w 196"/>
                    <a:gd name="T31" fmla="*/ 118 h 136"/>
                    <a:gd name="T32" fmla="*/ 60 w 196"/>
                    <a:gd name="T33" fmla="*/ 124 h 136"/>
                    <a:gd name="T34" fmla="*/ 56 w 196"/>
                    <a:gd name="T35" fmla="*/ 128 h 136"/>
                    <a:gd name="T36" fmla="*/ 52 w 196"/>
                    <a:gd name="T37" fmla="*/ 130 h 136"/>
                    <a:gd name="T38" fmla="*/ 32 w 196"/>
                    <a:gd name="T39" fmla="*/ 136 h 136"/>
                    <a:gd name="T40" fmla="*/ 12 w 196"/>
                    <a:gd name="T41" fmla="*/ 132 h 136"/>
                    <a:gd name="T42" fmla="*/ 0 w 196"/>
                    <a:gd name="T43" fmla="*/ 80 h 136"/>
                    <a:gd name="T44" fmla="*/ 12 w 196"/>
                    <a:gd name="T45" fmla="*/ 42 h 136"/>
                    <a:gd name="T46" fmla="*/ 32 w 196"/>
                    <a:gd name="T47" fmla="*/ 32 h 136"/>
                    <a:gd name="T48" fmla="*/ 38 w 196"/>
                    <a:gd name="T49" fmla="*/ 30 h 136"/>
                    <a:gd name="T50" fmla="*/ 48 w 196"/>
                    <a:gd name="T51" fmla="*/ 24 h 136"/>
                    <a:gd name="T52" fmla="*/ 56 w 196"/>
                    <a:gd name="T53" fmla="*/ 14 h 136"/>
                    <a:gd name="T54" fmla="*/ 60 w 196"/>
                    <a:gd name="T55" fmla="*/ 8 h 136"/>
                    <a:gd name="T56" fmla="*/ 66 w 196"/>
                    <a:gd name="T57" fmla="*/ 10 h 136"/>
                    <a:gd name="T58" fmla="*/ 74 w 196"/>
                    <a:gd name="T59" fmla="*/ 10 h 136"/>
                    <a:gd name="T60" fmla="*/ 92 w 196"/>
                    <a:gd name="T61" fmla="*/ 12 h 136"/>
                    <a:gd name="T62" fmla="*/ 122 w 196"/>
                    <a:gd name="T63" fmla="*/ 2 h 136"/>
                    <a:gd name="T64" fmla="*/ 140 w 196"/>
                    <a:gd name="T65" fmla="*/ 8 h 136"/>
                    <a:gd name="T66" fmla="*/ 142 w 196"/>
                    <a:gd name="T67" fmla="*/ 12 h 136"/>
                    <a:gd name="T68" fmla="*/ 150 w 196"/>
                    <a:gd name="T69" fmla="*/ 16 h 136"/>
                    <a:gd name="T70" fmla="*/ 158 w 196"/>
                    <a:gd name="T71" fmla="*/ 20 h 136"/>
                    <a:gd name="T72" fmla="*/ 194 w 196"/>
                    <a:gd name="T73" fmla="*/ 20 h 136"/>
                    <a:gd name="T74" fmla="*/ 194 w 196"/>
                    <a:gd name="T75" fmla="*/ 24 h 136"/>
                    <a:gd name="T76" fmla="*/ 196 w 196"/>
                    <a:gd name="T77" fmla="*/ 3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6" h="136">
                      <a:moveTo>
                        <a:pt x="196" y="36"/>
                      </a:moveTo>
                      <a:lnTo>
                        <a:pt x="194" y="36"/>
                      </a:lnTo>
                      <a:lnTo>
                        <a:pt x="190" y="36"/>
                      </a:lnTo>
                      <a:lnTo>
                        <a:pt x="184" y="36"/>
                      </a:lnTo>
                      <a:lnTo>
                        <a:pt x="176" y="36"/>
                      </a:lnTo>
                      <a:lnTo>
                        <a:pt x="166" y="38"/>
                      </a:lnTo>
                      <a:lnTo>
                        <a:pt x="166" y="38"/>
                      </a:lnTo>
                      <a:lnTo>
                        <a:pt x="162" y="40"/>
                      </a:lnTo>
                      <a:lnTo>
                        <a:pt x="160" y="42"/>
                      </a:lnTo>
                      <a:lnTo>
                        <a:pt x="156" y="44"/>
                      </a:lnTo>
                      <a:lnTo>
                        <a:pt x="154" y="46"/>
                      </a:lnTo>
                      <a:lnTo>
                        <a:pt x="154" y="50"/>
                      </a:lnTo>
                      <a:lnTo>
                        <a:pt x="138" y="56"/>
                      </a:lnTo>
                      <a:lnTo>
                        <a:pt x="134" y="66"/>
                      </a:lnTo>
                      <a:lnTo>
                        <a:pt x="134" y="66"/>
                      </a:lnTo>
                      <a:lnTo>
                        <a:pt x="132" y="66"/>
                      </a:lnTo>
                      <a:lnTo>
                        <a:pt x="130" y="66"/>
                      </a:lnTo>
                      <a:lnTo>
                        <a:pt x="128" y="66"/>
                      </a:lnTo>
                      <a:lnTo>
                        <a:pt x="124" y="68"/>
                      </a:lnTo>
                      <a:lnTo>
                        <a:pt x="122" y="72"/>
                      </a:lnTo>
                      <a:lnTo>
                        <a:pt x="122" y="76"/>
                      </a:lnTo>
                      <a:lnTo>
                        <a:pt x="122" y="84"/>
                      </a:lnTo>
                      <a:lnTo>
                        <a:pt x="104" y="102"/>
                      </a:lnTo>
                      <a:lnTo>
                        <a:pt x="102" y="102"/>
                      </a:lnTo>
                      <a:lnTo>
                        <a:pt x="98" y="102"/>
                      </a:lnTo>
                      <a:lnTo>
                        <a:pt x="94" y="102"/>
                      </a:lnTo>
                      <a:lnTo>
                        <a:pt x="88" y="104"/>
                      </a:lnTo>
                      <a:lnTo>
                        <a:pt x="84" y="104"/>
                      </a:lnTo>
                      <a:lnTo>
                        <a:pt x="78" y="108"/>
                      </a:lnTo>
                      <a:lnTo>
                        <a:pt x="74" y="110"/>
                      </a:lnTo>
                      <a:lnTo>
                        <a:pt x="72" y="114"/>
                      </a:lnTo>
                      <a:lnTo>
                        <a:pt x="68" y="118"/>
                      </a:lnTo>
                      <a:lnTo>
                        <a:pt x="64" y="122"/>
                      </a:lnTo>
                      <a:lnTo>
                        <a:pt x="60" y="124"/>
                      </a:lnTo>
                      <a:lnTo>
                        <a:pt x="58" y="128"/>
                      </a:lnTo>
                      <a:lnTo>
                        <a:pt x="56" y="128"/>
                      </a:lnTo>
                      <a:lnTo>
                        <a:pt x="54" y="130"/>
                      </a:lnTo>
                      <a:lnTo>
                        <a:pt x="52" y="130"/>
                      </a:lnTo>
                      <a:lnTo>
                        <a:pt x="44" y="134"/>
                      </a:lnTo>
                      <a:lnTo>
                        <a:pt x="32" y="136"/>
                      </a:lnTo>
                      <a:lnTo>
                        <a:pt x="20" y="134"/>
                      </a:lnTo>
                      <a:lnTo>
                        <a:pt x="12" y="132"/>
                      </a:lnTo>
                      <a:lnTo>
                        <a:pt x="2" y="110"/>
                      </a:lnTo>
                      <a:lnTo>
                        <a:pt x="0" y="80"/>
                      </a:lnTo>
                      <a:lnTo>
                        <a:pt x="10" y="64"/>
                      </a:lnTo>
                      <a:lnTo>
                        <a:pt x="12" y="42"/>
                      </a:lnTo>
                      <a:lnTo>
                        <a:pt x="28" y="42"/>
                      </a:lnTo>
                      <a:lnTo>
                        <a:pt x="32" y="32"/>
                      </a:lnTo>
                      <a:lnTo>
                        <a:pt x="34" y="32"/>
                      </a:lnTo>
                      <a:lnTo>
                        <a:pt x="38" y="30"/>
                      </a:lnTo>
                      <a:lnTo>
                        <a:pt x="42" y="28"/>
                      </a:lnTo>
                      <a:lnTo>
                        <a:pt x="48" y="24"/>
                      </a:lnTo>
                      <a:lnTo>
                        <a:pt x="52" y="20"/>
                      </a:lnTo>
                      <a:lnTo>
                        <a:pt x="56" y="14"/>
                      </a:lnTo>
                      <a:lnTo>
                        <a:pt x="58" y="8"/>
                      </a:lnTo>
                      <a:lnTo>
                        <a:pt x="60" y="8"/>
                      </a:lnTo>
                      <a:lnTo>
                        <a:pt x="62" y="10"/>
                      </a:lnTo>
                      <a:lnTo>
                        <a:pt x="66" y="10"/>
                      </a:lnTo>
                      <a:lnTo>
                        <a:pt x="70" y="10"/>
                      </a:lnTo>
                      <a:lnTo>
                        <a:pt x="74" y="10"/>
                      </a:lnTo>
                      <a:lnTo>
                        <a:pt x="80" y="10"/>
                      </a:lnTo>
                      <a:lnTo>
                        <a:pt x="92" y="12"/>
                      </a:lnTo>
                      <a:lnTo>
                        <a:pt x="108" y="10"/>
                      </a:lnTo>
                      <a:lnTo>
                        <a:pt x="122" y="2"/>
                      </a:lnTo>
                      <a:lnTo>
                        <a:pt x="132" y="0"/>
                      </a:lnTo>
                      <a:lnTo>
                        <a:pt x="140" y="8"/>
                      </a:lnTo>
                      <a:lnTo>
                        <a:pt x="140" y="10"/>
                      </a:lnTo>
                      <a:lnTo>
                        <a:pt x="142" y="12"/>
                      </a:lnTo>
                      <a:lnTo>
                        <a:pt x="146" y="14"/>
                      </a:lnTo>
                      <a:lnTo>
                        <a:pt x="150" y="16"/>
                      </a:lnTo>
                      <a:lnTo>
                        <a:pt x="154" y="18"/>
                      </a:lnTo>
                      <a:lnTo>
                        <a:pt x="158" y="20"/>
                      </a:lnTo>
                      <a:lnTo>
                        <a:pt x="162" y="20"/>
                      </a:lnTo>
                      <a:lnTo>
                        <a:pt x="194" y="20"/>
                      </a:lnTo>
                      <a:lnTo>
                        <a:pt x="194" y="22"/>
                      </a:lnTo>
                      <a:lnTo>
                        <a:pt x="194" y="24"/>
                      </a:lnTo>
                      <a:lnTo>
                        <a:pt x="194" y="30"/>
                      </a:lnTo>
                      <a:lnTo>
                        <a:pt x="196" y="34"/>
                      </a:lnTo>
                      <a:lnTo>
                        <a:pt x="196" y="3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1" name="Freeform 393">
                  <a:extLst>
                    <a:ext uri="{FF2B5EF4-FFF2-40B4-BE49-F238E27FC236}">
                      <a16:creationId xmlns:a16="http://schemas.microsoft.com/office/drawing/2014/main" id="{CDF402D1-C3DF-D86E-966F-16E14466B7BF}"/>
                    </a:ext>
                  </a:extLst>
                </p:cNvPr>
                <p:cNvSpPr/>
                <p:nvPr/>
              </p:nvSpPr>
              <p:spPr bwMode="gray">
                <a:xfrm>
                  <a:off x="3656686" y="3499682"/>
                  <a:ext cx="214762" cy="318226"/>
                </a:xfrm>
                <a:custGeom>
                  <a:avLst/>
                  <a:gdLst>
                    <a:gd name="T0" fmla="*/ 112 w 116"/>
                    <a:gd name="T1" fmla="*/ 4 h 172"/>
                    <a:gd name="T2" fmla="*/ 94 w 116"/>
                    <a:gd name="T3" fmla="*/ 20 h 172"/>
                    <a:gd name="T4" fmla="*/ 76 w 116"/>
                    <a:gd name="T5" fmla="*/ 34 h 172"/>
                    <a:gd name="T6" fmla="*/ 66 w 116"/>
                    <a:gd name="T7" fmla="*/ 42 h 172"/>
                    <a:gd name="T8" fmla="*/ 58 w 116"/>
                    <a:gd name="T9" fmla="*/ 48 h 172"/>
                    <a:gd name="T10" fmla="*/ 54 w 116"/>
                    <a:gd name="T11" fmla="*/ 50 h 172"/>
                    <a:gd name="T12" fmla="*/ 18 w 116"/>
                    <a:gd name="T13" fmla="*/ 46 h 172"/>
                    <a:gd name="T14" fmla="*/ 16 w 116"/>
                    <a:gd name="T15" fmla="*/ 52 h 172"/>
                    <a:gd name="T16" fmla="*/ 18 w 116"/>
                    <a:gd name="T17" fmla="*/ 60 h 172"/>
                    <a:gd name="T18" fmla="*/ 18 w 116"/>
                    <a:gd name="T19" fmla="*/ 64 h 172"/>
                    <a:gd name="T20" fmla="*/ 18 w 116"/>
                    <a:gd name="T21" fmla="*/ 70 h 172"/>
                    <a:gd name="T22" fmla="*/ 10 w 116"/>
                    <a:gd name="T23" fmla="*/ 72 h 172"/>
                    <a:gd name="T24" fmla="*/ 4 w 116"/>
                    <a:gd name="T25" fmla="*/ 70 h 172"/>
                    <a:gd name="T26" fmla="*/ 0 w 116"/>
                    <a:gd name="T27" fmla="*/ 70 h 172"/>
                    <a:gd name="T28" fmla="*/ 12 w 116"/>
                    <a:gd name="T29" fmla="*/ 90 h 172"/>
                    <a:gd name="T30" fmla="*/ 16 w 116"/>
                    <a:gd name="T31" fmla="*/ 112 h 172"/>
                    <a:gd name="T32" fmla="*/ 20 w 116"/>
                    <a:gd name="T33" fmla="*/ 114 h 172"/>
                    <a:gd name="T34" fmla="*/ 26 w 116"/>
                    <a:gd name="T35" fmla="*/ 120 h 172"/>
                    <a:gd name="T36" fmla="*/ 34 w 116"/>
                    <a:gd name="T37" fmla="*/ 124 h 172"/>
                    <a:gd name="T38" fmla="*/ 40 w 116"/>
                    <a:gd name="T39" fmla="*/ 128 h 172"/>
                    <a:gd name="T40" fmla="*/ 42 w 116"/>
                    <a:gd name="T41" fmla="*/ 132 h 172"/>
                    <a:gd name="T42" fmla="*/ 42 w 116"/>
                    <a:gd name="T43" fmla="*/ 134 h 172"/>
                    <a:gd name="T44" fmla="*/ 42 w 116"/>
                    <a:gd name="T45" fmla="*/ 140 h 172"/>
                    <a:gd name="T46" fmla="*/ 40 w 116"/>
                    <a:gd name="T47" fmla="*/ 156 h 172"/>
                    <a:gd name="T48" fmla="*/ 42 w 116"/>
                    <a:gd name="T49" fmla="*/ 164 h 172"/>
                    <a:gd name="T50" fmla="*/ 48 w 116"/>
                    <a:gd name="T51" fmla="*/ 170 h 172"/>
                    <a:gd name="T52" fmla="*/ 56 w 116"/>
                    <a:gd name="T53" fmla="*/ 172 h 172"/>
                    <a:gd name="T54" fmla="*/ 64 w 116"/>
                    <a:gd name="T55" fmla="*/ 172 h 172"/>
                    <a:gd name="T56" fmla="*/ 72 w 116"/>
                    <a:gd name="T57" fmla="*/ 166 h 172"/>
                    <a:gd name="T58" fmla="*/ 76 w 116"/>
                    <a:gd name="T59" fmla="*/ 160 h 172"/>
                    <a:gd name="T60" fmla="*/ 78 w 116"/>
                    <a:gd name="T61" fmla="*/ 136 h 172"/>
                    <a:gd name="T62" fmla="*/ 76 w 116"/>
                    <a:gd name="T63" fmla="*/ 120 h 172"/>
                    <a:gd name="T64" fmla="*/ 70 w 116"/>
                    <a:gd name="T65" fmla="*/ 112 h 172"/>
                    <a:gd name="T66" fmla="*/ 66 w 116"/>
                    <a:gd name="T67" fmla="*/ 108 h 172"/>
                    <a:gd name="T68" fmla="*/ 62 w 116"/>
                    <a:gd name="T69" fmla="*/ 106 h 172"/>
                    <a:gd name="T70" fmla="*/ 54 w 116"/>
                    <a:gd name="T71" fmla="*/ 96 h 172"/>
                    <a:gd name="T72" fmla="*/ 54 w 116"/>
                    <a:gd name="T73" fmla="*/ 90 h 172"/>
                    <a:gd name="T74" fmla="*/ 56 w 116"/>
                    <a:gd name="T75" fmla="*/ 86 h 172"/>
                    <a:gd name="T76" fmla="*/ 58 w 116"/>
                    <a:gd name="T77" fmla="*/ 84 h 172"/>
                    <a:gd name="T78" fmla="*/ 60 w 116"/>
                    <a:gd name="T79" fmla="*/ 84 h 172"/>
                    <a:gd name="T80" fmla="*/ 86 w 116"/>
                    <a:gd name="T81" fmla="*/ 56 h 172"/>
                    <a:gd name="T82" fmla="*/ 98 w 116"/>
                    <a:gd name="T83" fmla="*/ 42 h 172"/>
                    <a:gd name="T84" fmla="*/ 110 w 116"/>
                    <a:gd name="T85" fmla="*/ 20 h 172"/>
                    <a:gd name="T86" fmla="*/ 114 w 116"/>
                    <a:gd name="T87" fmla="*/ 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6" h="172">
                      <a:moveTo>
                        <a:pt x="116" y="0"/>
                      </a:moveTo>
                      <a:lnTo>
                        <a:pt x="112" y="4"/>
                      </a:lnTo>
                      <a:lnTo>
                        <a:pt x="104" y="10"/>
                      </a:lnTo>
                      <a:lnTo>
                        <a:pt x="94" y="20"/>
                      </a:lnTo>
                      <a:lnTo>
                        <a:pt x="84" y="28"/>
                      </a:lnTo>
                      <a:lnTo>
                        <a:pt x="76" y="34"/>
                      </a:lnTo>
                      <a:lnTo>
                        <a:pt x="70" y="38"/>
                      </a:lnTo>
                      <a:lnTo>
                        <a:pt x="66" y="42"/>
                      </a:lnTo>
                      <a:lnTo>
                        <a:pt x="62" y="46"/>
                      </a:lnTo>
                      <a:lnTo>
                        <a:pt x="58" y="48"/>
                      </a:lnTo>
                      <a:lnTo>
                        <a:pt x="54" y="48"/>
                      </a:lnTo>
                      <a:lnTo>
                        <a:pt x="54" y="50"/>
                      </a:lnTo>
                      <a:lnTo>
                        <a:pt x="22" y="46"/>
                      </a:lnTo>
                      <a:lnTo>
                        <a:pt x="18" y="46"/>
                      </a:lnTo>
                      <a:lnTo>
                        <a:pt x="18" y="48"/>
                      </a:lnTo>
                      <a:lnTo>
                        <a:pt x="16" y="52"/>
                      </a:lnTo>
                      <a:lnTo>
                        <a:pt x="16" y="56"/>
                      </a:lnTo>
                      <a:lnTo>
                        <a:pt x="18" y="60"/>
                      </a:lnTo>
                      <a:lnTo>
                        <a:pt x="18" y="62"/>
                      </a:lnTo>
                      <a:lnTo>
                        <a:pt x="18" y="64"/>
                      </a:lnTo>
                      <a:lnTo>
                        <a:pt x="20" y="66"/>
                      </a:lnTo>
                      <a:lnTo>
                        <a:pt x="18" y="70"/>
                      </a:lnTo>
                      <a:lnTo>
                        <a:pt x="14" y="72"/>
                      </a:lnTo>
                      <a:lnTo>
                        <a:pt x="10" y="72"/>
                      </a:lnTo>
                      <a:lnTo>
                        <a:pt x="8" y="72"/>
                      </a:lnTo>
                      <a:lnTo>
                        <a:pt x="4" y="70"/>
                      </a:lnTo>
                      <a:lnTo>
                        <a:pt x="2" y="70"/>
                      </a:lnTo>
                      <a:lnTo>
                        <a:pt x="0" y="70"/>
                      </a:lnTo>
                      <a:lnTo>
                        <a:pt x="0" y="92"/>
                      </a:lnTo>
                      <a:lnTo>
                        <a:pt x="12" y="90"/>
                      </a:lnTo>
                      <a:lnTo>
                        <a:pt x="22" y="98"/>
                      </a:lnTo>
                      <a:lnTo>
                        <a:pt x="16" y="112"/>
                      </a:lnTo>
                      <a:lnTo>
                        <a:pt x="18" y="112"/>
                      </a:lnTo>
                      <a:lnTo>
                        <a:pt x="20" y="114"/>
                      </a:lnTo>
                      <a:lnTo>
                        <a:pt x="22" y="116"/>
                      </a:lnTo>
                      <a:lnTo>
                        <a:pt x="26" y="120"/>
                      </a:lnTo>
                      <a:lnTo>
                        <a:pt x="30" y="122"/>
                      </a:lnTo>
                      <a:lnTo>
                        <a:pt x="34" y="124"/>
                      </a:lnTo>
                      <a:lnTo>
                        <a:pt x="36" y="126"/>
                      </a:lnTo>
                      <a:lnTo>
                        <a:pt x="40" y="128"/>
                      </a:lnTo>
                      <a:lnTo>
                        <a:pt x="42" y="130"/>
                      </a:lnTo>
                      <a:lnTo>
                        <a:pt x="42" y="132"/>
                      </a:lnTo>
                      <a:lnTo>
                        <a:pt x="42" y="134"/>
                      </a:lnTo>
                      <a:lnTo>
                        <a:pt x="42" y="134"/>
                      </a:lnTo>
                      <a:lnTo>
                        <a:pt x="42" y="136"/>
                      </a:lnTo>
                      <a:lnTo>
                        <a:pt x="42" y="140"/>
                      </a:lnTo>
                      <a:lnTo>
                        <a:pt x="42" y="148"/>
                      </a:lnTo>
                      <a:lnTo>
                        <a:pt x="40" y="156"/>
                      </a:lnTo>
                      <a:lnTo>
                        <a:pt x="40" y="160"/>
                      </a:lnTo>
                      <a:lnTo>
                        <a:pt x="42" y="164"/>
                      </a:lnTo>
                      <a:lnTo>
                        <a:pt x="46" y="168"/>
                      </a:lnTo>
                      <a:lnTo>
                        <a:pt x="48" y="170"/>
                      </a:lnTo>
                      <a:lnTo>
                        <a:pt x="52" y="170"/>
                      </a:lnTo>
                      <a:lnTo>
                        <a:pt x="56" y="172"/>
                      </a:lnTo>
                      <a:lnTo>
                        <a:pt x="60" y="172"/>
                      </a:lnTo>
                      <a:lnTo>
                        <a:pt x="64" y="172"/>
                      </a:lnTo>
                      <a:lnTo>
                        <a:pt x="68" y="168"/>
                      </a:lnTo>
                      <a:lnTo>
                        <a:pt x="72" y="166"/>
                      </a:lnTo>
                      <a:lnTo>
                        <a:pt x="74" y="162"/>
                      </a:lnTo>
                      <a:lnTo>
                        <a:pt x="76" y="160"/>
                      </a:lnTo>
                      <a:lnTo>
                        <a:pt x="76" y="160"/>
                      </a:lnTo>
                      <a:lnTo>
                        <a:pt x="78" y="136"/>
                      </a:lnTo>
                      <a:lnTo>
                        <a:pt x="78" y="128"/>
                      </a:lnTo>
                      <a:lnTo>
                        <a:pt x="76" y="120"/>
                      </a:lnTo>
                      <a:lnTo>
                        <a:pt x="74" y="116"/>
                      </a:lnTo>
                      <a:lnTo>
                        <a:pt x="70" y="112"/>
                      </a:lnTo>
                      <a:lnTo>
                        <a:pt x="68" y="108"/>
                      </a:lnTo>
                      <a:lnTo>
                        <a:pt x="66" y="108"/>
                      </a:lnTo>
                      <a:lnTo>
                        <a:pt x="64" y="106"/>
                      </a:lnTo>
                      <a:lnTo>
                        <a:pt x="62" y="106"/>
                      </a:lnTo>
                      <a:lnTo>
                        <a:pt x="58" y="100"/>
                      </a:lnTo>
                      <a:lnTo>
                        <a:pt x="54" y="96"/>
                      </a:lnTo>
                      <a:lnTo>
                        <a:pt x="54" y="92"/>
                      </a:lnTo>
                      <a:lnTo>
                        <a:pt x="54" y="90"/>
                      </a:lnTo>
                      <a:lnTo>
                        <a:pt x="54" y="88"/>
                      </a:lnTo>
                      <a:lnTo>
                        <a:pt x="56" y="86"/>
                      </a:lnTo>
                      <a:lnTo>
                        <a:pt x="58" y="86"/>
                      </a:lnTo>
                      <a:lnTo>
                        <a:pt x="58" y="84"/>
                      </a:lnTo>
                      <a:lnTo>
                        <a:pt x="60" y="84"/>
                      </a:lnTo>
                      <a:lnTo>
                        <a:pt x="60" y="84"/>
                      </a:lnTo>
                      <a:lnTo>
                        <a:pt x="74" y="70"/>
                      </a:lnTo>
                      <a:lnTo>
                        <a:pt x="86" y="56"/>
                      </a:lnTo>
                      <a:lnTo>
                        <a:pt x="94" y="46"/>
                      </a:lnTo>
                      <a:lnTo>
                        <a:pt x="98" y="42"/>
                      </a:lnTo>
                      <a:lnTo>
                        <a:pt x="104" y="32"/>
                      </a:lnTo>
                      <a:lnTo>
                        <a:pt x="110" y="20"/>
                      </a:lnTo>
                      <a:lnTo>
                        <a:pt x="114" y="12"/>
                      </a:lnTo>
                      <a:lnTo>
                        <a:pt x="114" y="8"/>
                      </a:lnTo>
                      <a:lnTo>
                        <a:pt x="116"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2" name="Freeform 394">
                  <a:extLst>
                    <a:ext uri="{FF2B5EF4-FFF2-40B4-BE49-F238E27FC236}">
                      <a16:creationId xmlns:a16="http://schemas.microsoft.com/office/drawing/2014/main" id="{53C5739F-EF18-6C5F-F387-FECA90823CB7}"/>
                    </a:ext>
                  </a:extLst>
                </p:cNvPr>
                <p:cNvSpPr/>
                <p:nvPr/>
              </p:nvSpPr>
              <p:spPr bwMode="gray">
                <a:xfrm>
                  <a:off x="2853180" y="3288765"/>
                  <a:ext cx="777586" cy="321926"/>
                </a:xfrm>
                <a:custGeom>
                  <a:avLst/>
                  <a:gdLst>
                    <a:gd name="T0" fmla="*/ 26 w 420"/>
                    <a:gd name="T1" fmla="*/ 20 h 174"/>
                    <a:gd name="T2" fmla="*/ 26 w 420"/>
                    <a:gd name="T3" fmla="*/ 18 h 174"/>
                    <a:gd name="T4" fmla="*/ 30 w 420"/>
                    <a:gd name="T5" fmla="*/ 14 h 174"/>
                    <a:gd name="T6" fmla="*/ 36 w 420"/>
                    <a:gd name="T7" fmla="*/ 10 h 174"/>
                    <a:gd name="T8" fmla="*/ 48 w 420"/>
                    <a:gd name="T9" fmla="*/ 12 h 174"/>
                    <a:gd name="T10" fmla="*/ 58 w 420"/>
                    <a:gd name="T11" fmla="*/ 14 h 174"/>
                    <a:gd name="T12" fmla="*/ 78 w 420"/>
                    <a:gd name="T13" fmla="*/ 18 h 174"/>
                    <a:gd name="T14" fmla="*/ 106 w 420"/>
                    <a:gd name="T15" fmla="*/ 42 h 174"/>
                    <a:gd name="T16" fmla="*/ 108 w 420"/>
                    <a:gd name="T17" fmla="*/ 40 h 174"/>
                    <a:gd name="T18" fmla="*/ 114 w 420"/>
                    <a:gd name="T19" fmla="*/ 36 h 174"/>
                    <a:gd name="T20" fmla="*/ 120 w 420"/>
                    <a:gd name="T21" fmla="*/ 28 h 174"/>
                    <a:gd name="T22" fmla="*/ 122 w 420"/>
                    <a:gd name="T23" fmla="*/ 20 h 174"/>
                    <a:gd name="T24" fmla="*/ 128 w 420"/>
                    <a:gd name="T25" fmla="*/ 18 h 174"/>
                    <a:gd name="T26" fmla="*/ 136 w 420"/>
                    <a:gd name="T27" fmla="*/ 14 h 174"/>
                    <a:gd name="T28" fmla="*/ 154 w 420"/>
                    <a:gd name="T29" fmla="*/ 0 h 174"/>
                    <a:gd name="T30" fmla="*/ 178 w 420"/>
                    <a:gd name="T31" fmla="*/ 4 h 174"/>
                    <a:gd name="T32" fmla="*/ 200 w 420"/>
                    <a:gd name="T33" fmla="*/ 2 h 174"/>
                    <a:gd name="T34" fmla="*/ 234 w 420"/>
                    <a:gd name="T35" fmla="*/ 12 h 174"/>
                    <a:gd name="T36" fmla="*/ 256 w 420"/>
                    <a:gd name="T37" fmla="*/ 24 h 174"/>
                    <a:gd name="T38" fmla="*/ 274 w 420"/>
                    <a:gd name="T39" fmla="*/ 26 h 174"/>
                    <a:gd name="T40" fmla="*/ 304 w 420"/>
                    <a:gd name="T41" fmla="*/ 18 h 174"/>
                    <a:gd name="T42" fmla="*/ 318 w 420"/>
                    <a:gd name="T43" fmla="*/ 10 h 174"/>
                    <a:gd name="T44" fmla="*/ 322 w 420"/>
                    <a:gd name="T45" fmla="*/ 4 h 174"/>
                    <a:gd name="T46" fmla="*/ 322 w 420"/>
                    <a:gd name="T47" fmla="*/ 2 h 174"/>
                    <a:gd name="T48" fmla="*/ 342 w 420"/>
                    <a:gd name="T49" fmla="*/ 6 h 174"/>
                    <a:gd name="T50" fmla="*/ 378 w 420"/>
                    <a:gd name="T51" fmla="*/ 22 h 174"/>
                    <a:gd name="T52" fmla="*/ 372 w 420"/>
                    <a:gd name="T53" fmla="*/ 60 h 174"/>
                    <a:gd name="T54" fmla="*/ 382 w 420"/>
                    <a:gd name="T55" fmla="*/ 60 h 174"/>
                    <a:gd name="T56" fmla="*/ 394 w 420"/>
                    <a:gd name="T57" fmla="*/ 60 h 174"/>
                    <a:gd name="T58" fmla="*/ 404 w 420"/>
                    <a:gd name="T59" fmla="*/ 60 h 174"/>
                    <a:gd name="T60" fmla="*/ 412 w 420"/>
                    <a:gd name="T61" fmla="*/ 64 h 174"/>
                    <a:gd name="T62" fmla="*/ 418 w 420"/>
                    <a:gd name="T63" fmla="*/ 68 h 174"/>
                    <a:gd name="T64" fmla="*/ 420 w 420"/>
                    <a:gd name="T65" fmla="*/ 74 h 174"/>
                    <a:gd name="T66" fmla="*/ 414 w 420"/>
                    <a:gd name="T67" fmla="*/ 78 h 174"/>
                    <a:gd name="T68" fmla="*/ 404 w 420"/>
                    <a:gd name="T69" fmla="*/ 84 h 174"/>
                    <a:gd name="T70" fmla="*/ 390 w 420"/>
                    <a:gd name="T71" fmla="*/ 88 h 174"/>
                    <a:gd name="T72" fmla="*/ 374 w 420"/>
                    <a:gd name="T73" fmla="*/ 92 h 174"/>
                    <a:gd name="T74" fmla="*/ 360 w 420"/>
                    <a:gd name="T75" fmla="*/ 100 h 174"/>
                    <a:gd name="T76" fmla="*/ 360 w 420"/>
                    <a:gd name="T77" fmla="*/ 104 h 174"/>
                    <a:gd name="T78" fmla="*/ 358 w 420"/>
                    <a:gd name="T79" fmla="*/ 112 h 174"/>
                    <a:gd name="T80" fmla="*/ 354 w 420"/>
                    <a:gd name="T81" fmla="*/ 120 h 174"/>
                    <a:gd name="T82" fmla="*/ 344 w 420"/>
                    <a:gd name="T83" fmla="*/ 128 h 174"/>
                    <a:gd name="T84" fmla="*/ 322 w 420"/>
                    <a:gd name="T85" fmla="*/ 136 h 174"/>
                    <a:gd name="T86" fmla="*/ 280 w 420"/>
                    <a:gd name="T87" fmla="*/ 144 h 174"/>
                    <a:gd name="T88" fmla="*/ 246 w 420"/>
                    <a:gd name="T89" fmla="*/ 152 h 174"/>
                    <a:gd name="T90" fmla="*/ 232 w 420"/>
                    <a:gd name="T91" fmla="*/ 158 h 174"/>
                    <a:gd name="T92" fmla="*/ 204 w 420"/>
                    <a:gd name="T93" fmla="*/ 172 h 174"/>
                    <a:gd name="T94" fmla="*/ 176 w 420"/>
                    <a:gd name="T95" fmla="*/ 172 h 174"/>
                    <a:gd name="T96" fmla="*/ 162 w 420"/>
                    <a:gd name="T97" fmla="*/ 162 h 174"/>
                    <a:gd name="T98" fmla="*/ 144 w 420"/>
                    <a:gd name="T99" fmla="*/ 160 h 174"/>
                    <a:gd name="T100" fmla="*/ 116 w 420"/>
                    <a:gd name="T101" fmla="*/ 162 h 174"/>
                    <a:gd name="T102" fmla="*/ 88 w 420"/>
                    <a:gd name="T103" fmla="*/ 160 h 174"/>
                    <a:gd name="T104" fmla="*/ 76 w 420"/>
                    <a:gd name="T105" fmla="*/ 148 h 174"/>
                    <a:gd name="T106" fmla="*/ 76 w 420"/>
                    <a:gd name="T107" fmla="*/ 134 h 174"/>
                    <a:gd name="T108" fmla="*/ 66 w 420"/>
                    <a:gd name="T109" fmla="*/ 108 h 174"/>
                    <a:gd name="T110" fmla="*/ 44 w 420"/>
                    <a:gd name="T111" fmla="*/ 94 h 174"/>
                    <a:gd name="T112" fmla="*/ 16 w 420"/>
                    <a:gd name="T113" fmla="*/ 78 h 174"/>
                    <a:gd name="T114" fmla="*/ 0 w 420"/>
                    <a:gd name="T115" fmla="*/ 5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20" h="174">
                      <a:moveTo>
                        <a:pt x="4" y="32"/>
                      </a:moveTo>
                      <a:lnTo>
                        <a:pt x="26" y="20"/>
                      </a:lnTo>
                      <a:lnTo>
                        <a:pt x="26" y="20"/>
                      </a:lnTo>
                      <a:lnTo>
                        <a:pt x="26" y="18"/>
                      </a:lnTo>
                      <a:lnTo>
                        <a:pt x="28" y="16"/>
                      </a:lnTo>
                      <a:lnTo>
                        <a:pt x="30" y="14"/>
                      </a:lnTo>
                      <a:lnTo>
                        <a:pt x="32" y="12"/>
                      </a:lnTo>
                      <a:lnTo>
                        <a:pt x="36" y="10"/>
                      </a:lnTo>
                      <a:lnTo>
                        <a:pt x="40" y="10"/>
                      </a:lnTo>
                      <a:lnTo>
                        <a:pt x="48" y="12"/>
                      </a:lnTo>
                      <a:lnTo>
                        <a:pt x="56" y="14"/>
                      </a:lnTo>
                      <a:lnTo>
                        <a:pt x="58" y="14"/>
                      </a:lnTo>
                      <a:lnTo>
                        <a:pt x="68" y="14"/>
                      </a:lnTo>
                      <a:lnTo>
                        <a:pt x="78" y="18"/>
                      </a:lnTo>
                      <a:lnTo>
                        <a:pt x="88" y="24"/>
                      </a:lnTo>
                      <a:lnTo>
                        <a:pt x="106" y="42"/>
                      </a:lnTo>
                      <a:lnTo>
                        <a:pt x="106" y="42"/>
                      </a:lnTo>
                      <a:lnTo>
                        <a:pt x="108" y="40"/>
                      </a:lnTo>
                      <a:lnTo>
                        <a:pt x="112" y="40"/>
                      </a:lnTo>
                      <a:lnTo>
                        <a:pt x="114" y="36"/>
                      </a:lnTo>
                      <a:lnTo>
                        <a:pt x="118" y="34"/>
                      </a:lnTo>
                      <a:lnTo>
                        <a:pt x="120" y="28"/>
                      </a:lnTo>
                      <a:lnTo>
                        <a:pt x="120" y="22"/>
                      </a:lnTo>
                      <a:lnTo>
                        <a:pt x="122" y="20"/>
                      </a:lnTo>
                      <a:lnTo>
                        <a:pt x="126" y="18"/>
                      </a:lnTo>
                      <a:lnTo>
                        <a:pt x="128" y="18"/>
                      </a:lnTo>
                      <a:lnTo>
                        <a:pt x="132" y="18"/>
                      </a:lnTo>
                      <a:lnTo>
                        <a:pt x="136" y="14"/>
                      </a:lnTo>
                      <a:lnTo>
                        <a:pt x="144" y="6"/>
                      </a:lnTo>
                      <a:lnTo>
                        <a:pt x="154" y="0"/>
                      </a:lnTo>
                      <a:lnTo>
                        <a:pt x="166" y="0"/>
                      </a:lnTo>
                      <a:lnTo>
                        <a:pt x="178" y="4"/>
                      </a:lnTo>
                      <a:lnTo>
                        <a:pt x="190" y="4"/>
                      </a:lnTo>
                      <a:lnTo>
                        <a:pt x="200" y="2"/>
                      </a:lnTo>
                      <a:lnTo>
                        <a:pt x="216" y="4"/>
                      </a:lnTo>
                      <a:lnTo>
                        <a:pt x="234" y="12"/>
                      </a:lnTo>
                      <a:lnTo>
                        <a:pt x="254" y="24"/>
                      </a:lnTo>
                      <a:lnTo>
                        <a:pt x="256" y="24"/>
                      </a:lnTo>
                      <a:lnTo>
                        <a:pt x="262" y="26"/>
                      </a:lnTo>
                      <a:lnTo>
                        <a:pt x="274" y="26"/>
                      </a:lnTo>
                      <a:lnTo>
                        <a:pt x="292" y="22"/>
                      </a:lnTo>
                      <a:lnTo>
                        <a:pt x="304" y="18"/>
                      </a:lnTo>
                      <a:lnTo>
                        <a:pt x="312" y="14"/>
                      </a:lnTo>
                      <a:lnTo>
                        <a:pt x="318" y="10"/>
                      </a:lnTo>
                      <a:lnTo>
                        <a:pt x="320" y="6"/>
                      </a:lnTo>
                      <a:lnTo>
                        <a:pt x="322" y="4"/>
                      </a:lnTo>
                      <a:lnTo>
                        <a:pt x="322" y="2"/>
                      </a:lnTo>
                      <a:lnTo>
                        <a:pt x="322" y="2"/>
                      </a:lnTo>
                      <a:lnTo>
                        <a:pt x="330" y="2"/>
                      </a:lnTo>
                      <a:lnTo>
                        <a:pt x="342" y="6"/>
                      </a:lnTo>
                      <a:lnTo>
                        <a:pt x="356" y="14"/>
                      </a:lnTo>
                      <a:lnTo>
                        <a:pt x="378" y="22"/>
                      </a:lnTo>
                      <a:lnTo>
                        <a:pt x="372" y="60"/>
                      </a:lnTo>
                      <a:lnTo>
                        <a:pt x="372" y="60"/>
                      </a:lnTo>
                      <a:lnTo>
                        <a:pt x="376" y="60"/>
                      </a:lnTo>
                      <a:lnTo>
                        <a:pt x="382" y="60"/>
                      </a:lnTo>
                      <a:lnTo>
                        <a:pt x="388" y="60"/>
                      </a:lnTo>
                      <a:lnTo>
                        <a:pt x="394" y="60"/>
                      </a:lnTo>
                      <a:lnTo>
                        <a:pt x="398" y="60"/>
                      </a:lnTo>
                      <a:lnTo>
                        <a:pt x="404" y="60"/>
                      </a:lnTo>
                      <a:lnTo>
                        <a:pt x="408" y="62"/>
                      </a:lnTo>
                      <a:lnTo>
                        <a:pt x="412" y="64"/>
                      </a:lnTo>
                      <a:lnTo>
                        <a:pt x="416" y="66"/>
                      </a:lnTo>
                      <a:lnTo>
                        <a:pt x="418" y="68"/>
                      </a:lnTo>
                      <a:lnTo>
                        <a:pt x="420" y="72"/>
                      </a:lnTo>
                      <a:lnTo>
                        <a:pt x="420" y="74"/>
                      </a:lnTo>
                      <a:lnTo>
                        <a:pt x="420" y="76"/>
                      </a:lnTo>
                      <a:lnTo>
                        <a:pt x="414" y="78"/>
                      </a:lnTo>
                      <a:lnTo>
                        <a:pt x="410" y="82"/>
                      </a:lnTo>
                      <a:lnTo>
                        <a:pt x="404" y="84"/>
                      </a:lnTo>
                      <a:lnTo>
                        <a:pt x="398" y="86"/>
                      </a:lnTo>
                      <a:lnTo>
                        <a:pt x="390" y="88"/>
                      </a:lnTo>
                      <a:lnTo>
                        <a:pt x="382" y="88"/>
                      </a:lnTo>
                      <a:lnTo>
                        <a:pt x="374" y="92"/>
                      </a:lnTo>
                      <a:lnTo>
                        <a:pt x="366" y="96"/>
                      </a:lnTo>
                      <a:lnTo>
                        <a:pt x="360" y="100"/>
                      </a:lnTo>
                      <a:lnTo>
                        <a:pt x="360" y="100"/>
                      </a:lnTo>
                      <a:lnTo>
                        <a:pt x="360" y="104"/>
                      </a:lnTo>
                      <a:lnTo>
                        <a:pt x="360" y="106"/>
                      </a:lnTo>
                      <a:lnTo>
                        <a:pt x="358" y="112"/>
                      </a:lnTo>
                      <a:lnTo>
                        <a:pt x="358" y="116"/>
                      </a:lnTo>
                      <a:lnTo>
                        <a:pt x="354" y="120"/>
                      </a:lnTo>
                      <a:lnTo>
                        <a:pt x="350" y="126"/>
                      </a:lnTo>
                      <a:lnTo>
                        <a:pt x="344" y="128"/>
                      </a:lnTo>
                      <a:lnTo>
                        <a:pt x="338" y="132"/>
                      </a:lnTo>
                      <a:lnTo>
                        <a:pt x="322" y="136"/>
                      </a:lnTo>
                      <a:lnTo>
                        <a:pt x="302" y="140"/>
                      </a:lnTo>
                      <a:lnTo>
                        <a:pt x="280" y="144"/>
                      </a:lnTo>
                      <a:lnTo>
                        <a:pt x="262" y="148"/>
                      </a:lnTo>
                      <a:lnTo>
                        <a:pt x="246" y="152"/>
                      </a:lnTo>
                      <a:lnTo>
                        <a:pt x="238" y="154"/>
                      </a:lnTo>
                      <a:lnTo>
                        <a:pt x="232" y="158"/>
                      </a:lnTo>
                      <a:lnTo>
                        <a:pt x="218" y="166"/>
                      </a:lnTo>
                      <a:lnTo>
                        <a:pt x="204" y="172"/>
                      </a:lnTo>
                      <a:lnTo>
                        <a:pt x="186" y="174"/>
                      </a:lnTo>
                      <a:lnTo>
                        <a:pt x="176" y="172"/>
                      </a:lnTo>
                      <a:lnTo>
                        <a:pt x="170" y="166"/>
                      </a:lnTo>
                      <a:lnTo>
                        <a:pt x="162" y="162"/>
                      </a:lnTo>
                      <a:lnTo>
                        <a:pt x="156" y="160"/>
                      </a:lnTo>
                      <a:lnTo>
                        <a:pt x="144" y="160"/>
                      </a:lnTo>
                      <a:lnTo>
                        <a:pt x="132" y="162"/>
                      </a:lnTo>
                      <a:lnTo>
                        <a:pt x="116" y="162"/>
                      </a:lnTo>
                      <a:lnTo>
                        <a:pt x="102" y="162"/>
                      </a:lnTo>
                      <a:lnTo>
                        <a:pt x="88" y="160"/>
                      </a:lnTo>
                      <a:lnTo>
                        <a:pt x="80" y="156"/>
                      </a:lnTo>
                      <a:lnTo>
                        <a:pt x="76" y="148"/>
                      </a:lnTo>
                      <a:lnTo>
                        <a:pt x="76" y="144"/>
                      </a:lnTo>
                      <a:lnTo>
                        <a:pt x="76" y="134"/>
                      </a:lnTo>
                      <a:lnTo>
                        <a:pt x="72" y="120"/>
                      </a:lnTo>
                      <a:lnTo>
                        <a:pt x="66" y="108"/>
                      </a:lnTo>
                      <a:lnTo>
                        <a:pt x="56" y="100"/>
                      </a:lnTo>
                      <a:lnTo>
                        <a:pt x="44" y="94"/>
                      </a:lnTo>
                      <a:lnTo>
                        <a:pt x="30" y="88"/>
                      </a:lnTo>
                      <a:lnTo>
                        <a:pt x="16" y="78"/>
                      </a:lnTo>
                      <a:lnTo>
                        <a:pt x="6" y="66"/>
                      </a:lnTo>
                      <a:lnTo>
                        <a:pt x="0" y="50"/>
                      </a:lnTo>
                      <a:lnTo>
                        <a:pt x="4" y="3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 name="Freeform 395">
                  <a:extLst>
                    <a:ext uri="{FF2B5EF4-FFF2-40B4-BE49-F238E27FC236}">
                      <a16:creationId xmlns:a16="http://schemas.microsoft.com/office/drawing/2014/main" id="{5C7F8EE3-298F-E284-55D2-6652FFA086D4}"/>
                    </a:ext>
                  </a:extLst>
                </p:cNvPr>
                <p:cNvSpPr/>
                <p:nvPr/>
              </p:nvSpPr>
              <p:spPr bwMode="gray">
                <a:xfrm>
                  <a:off x="2497712" y="3188857"/>
                  <a:ext cx="1462603" cy="1061986"/>
                </a:xfrm>
                <a:custGeom>
                  <a:avLst/>
                  <a:gdLst>
                    <a:gd name="T0" fmla="*/ 258 w 790"/>
                    <a:gd name="T1" fmla="*/ 162 h 574"/>
                    <a:gd name="T2" fmla="*/ 310 w 790"/>
                    <a:gd name="T3" fmla="*/ 218 h 574"/>
                    <a:gd name="T4" fmla="*/ 396 w 790"/>
                    <a:gd name="T5" fmla="*/ 226 h 574"/>
                    <a:gd name="T6" fmla="*/ 514 w 790"/>
                    <a:gd name="T7" fmla="*/ 190 h 574"/>
                    <a:gd name="T8" fmla="*/ 584 w 790"/>
                    <a:gd name="T9" fmla="*/ 142 h 574"/>
                    <a:gd name="T10" fmla="*/ 606 w 790"/>
                    <a:gd name="T11" fmla="*/ 118 h 574"/>
                    <a:gd name="T12" fmla="*/ 588 w 790"/>
                    <a:gd name="T13" fmla="*/ 56 h 574"/>
                    <a:gd name="T14" fmla="*/ 658 w 790"/>
                    <a:gd name="T15" fmla="*/ 8 h 574"/>
                    <a:gd name="T16" fmla="*/ 678 w 790"/>
                    <a:gd name="T17" fmla="*/ 52 h 574"/>
                    <a:gd name="T18" fmla="*/ 712 w 790"/>
                    <a:gd name="T19" fmla="*/ 90 h 574"/>
                    <a:gd name="T20" fmla="*/ 734 w 790"/>
                    <a:gd name="T21" fmla="*/ 108 h 574"/>
                    <a:gd name="T22" fmla="*/ 762 w 790"/>
                    <a:gd name="T23" fmla="*/ 104 h 574"/>
                    <a:gd name="T24" fmla="*/ 790 w 790"/>
                    <a:gd name="T25" fmla="*/ 78 h 574"/>
                    <a:gd name="T26" fmla="*/ 778 w 790"/>
                    <a:gd name="T27" fmla="*/ 120 h 574"/>
                    <a:gd name="T28" fmla="*/ 698 w 790"/>
                    <a:gd name="T29" fmla="*/ 208 h 574"/>
                    <a:gd name="T30" fmla="*/ 660 w 790"/>
                    <a:gd name="T31" fmla="*/ 216 h 574"/>
                    <a:gd name="T32" fmla="*/ 644 w 790"/>
                    <a:gd name="T33" fmla="*/ 224 h 574"/>
                    <a:gd name="T34" fmla="*/ 636 w 790"/>
                    <a:gd name="T35" fmla="*/ 242 h 574"/>
                    <a:gd name="T36" fmla="*/ 618 w 790"/>
                    <a:gd name="T37" fmla="*/ 270 h 574"/>
                    <a:gd name="T38" fmla="*/ 600 w 790"/>
                    <a:gd name="T39" fmla="*/ 268 h 574"/>
                    <a:gd name="T40" fmla="*/ 596 w 790"/>
                    <a:gd name="T41" fmla="*/ 254 h 574"/>
                    <a:gd name="T42" fmla="*/ 556 w 790"/>
                    <a:gd name="T43" fmla="*/ 264 h 574"/>
                    <a:gd name="T44" fmla="*/ 560 w 790"/>
                    <a:gd name="T45" fmla="*/ 282 h 574"/>
                    <a:gd name="T46" fmla="*/ 590 w 790"/>
                    <a:gd name="T47" fmla="*/ 294 h 574"/>
                    <a:gd name="T48" fmla="*/ 624 w 790"/>
                    <a:gd name="T49" fmla="*/ 298 h 574"/>
                    <a:gd name="T50" fmla="*/ 592 w 790"/>
                    <a:gd name="T51" fmla="*/ 316 h 574"/>
                    <a:gd name="T52" fmla="*/ 582 w 790"/>
                    <a:gd name="T53" fmla="*/ 336 h 574"/>
                    <a:gd name="T54" fmla="*/ 608 w 790"/>
                    <a:gd name="T55" fmla="*/ 390 h 574"/>
                    <a:gd name="T56" fmla="*/ 614 w 790"/>
                    <a:gd name="T57" fmla="*/ 422 h 574"/>
                    <a:gd name="T58" fmla="*/ 560 w 790"/>
                    <a:gd name="T59" fmla="*/ 502 h 574"/>
                    <a:gd name="T60" fmla="*/ 482 w 790"/>
                    <a:gd name="T61" fmla="*/ 534 h 574"/>
                    <a:gd name="T62" fmla="*/ 468 w 790"/>
                    <a:gd name="T63" fmla="*/ 546 h 574"/>
                    <a:gd name="T64" fmla="*/ 454 w 790"/>
                    <a:gd name="T65" fmla="*/ 574 h 574"/>
                    <a:gd name="T66" fmla="*/ 460 w 790"/>
                    <a:gd name="T67" fmla="*/ 548 h 574"/>
                    <a:gd name="T68" fmla="*/ 442 w 790"/>
                    <a:gd name="T69" fmla="*/ 532 h 574"/>
                    <a:gd name="T70" fmla="*/ 408 w 790"/>
                    <a:gd name="T71" fmla="*/ 516 h 574"/>
                    <a:gd name="T72" fmla="*/ 372 w 790"/>
                    <a:gd name="T73" fmla="*/ 514 h 574"/>
                    <a:gd name="T74" fmla="*/ 358 w 790"/>
                    <a:gd name="T75" fmla="*/ 524 h 574"/>
                    <a:gd name="T76" fmla="*/ 356 w 790"/>
                    <a:gd name="T77" fmla="*/ 542 h 574"/>
                    <a:gd name="T78" fmla="*/ 338 w 790"/>
                    <a:gd name="T79" fmla="*/ 548 h 574"/>
                    <a:gd name="T80" fmla="*/ 334 w 790"/>
                    <a:gd name="T81" fmla="*/ 534 h 574"/>
                    <a:gd name="T82" fmla="*/ 308 w 790"/>
                    <a:gd name="T83" fmla="*/ 520 h 574"/>
                    <a:gd name="T84" fmla="*/ 304 w 790"/>
                    <a:gd name="T85" fmla="*/ 452 h 574"/>
                    <a:gd name="T86" fmla="*/ 232 w 790"/>
                    <a:gd name="T87" fmla="*/ 440 h 574"/>
                    <a:gd name="T88" fmla="*/ 186 w 790"/>
                    <a:gd name="T89" fmla="*/ 454 h 574"/>
                    <a:gd name="T90" fmla="*/ 180 w 790"/>
                    <a:gd name="T91" fmla="*/ 450 h 574"/>
                    <a:gd name="T92" fmla="*/ 92 w 790"/>
                    <a:gd name="T93" fmla="*/ 380 h 574"/>
                    <a:gd name="T94" fmla="*/ 90 w 790"/>
                    <a:gd name="T95" fmla="*/ 346 h 574"/>
                    <a:gd name="T96" fmla="*/ 60 w 790"/>
                    <a:gd name="T97" fmla="*/ 330 h 574"/>
                    <a:gd name="T98" fmla="*/ 22 w 790"/>
                    <a:gd name="T99" fmla="*/ 308 h 574"/>
                    <a:gd name="T100" fmla="*/ 10 w 790"/>
                    <a:gd name="T101" fmla="*/ 282 h 574"/>
                    <a:gd name="T102" fmla="*/ 0 w 790"/>
                    <a:gd name="T103" fmla="*/ 266 h 574"/>
                    <a:gd name="T104" fmla="*/ 40 w 790"/>
                    <a:gd name="T105" fmla="*/ 246 h 574"/>
                    <a:gd name="T106" fmla="*/ 60 w 790"/>
                    <a:gd name="T107" fmla="*/ 240 h 574"/>
                    <a:gd name="T108" fmla="*/ 84 w 790"/>
                    <a:gd name="T109" fmla="*/ 212 h 574"/>
                    <a:gd name="T110" fmla="*/ 74 w 790"/>
                    <a:gd name="T111" fmla="*/ 188 h 574"/>
                    <a:gd name="T112" fmla="*/ 90 w 790"/>
                    <a:gd name="T113" fmla="*/ 176 h 574"/>
                    <a:gd name="T114" fmla="*/ 110 w 790"/>
                    <a:gd name="T115" fmla="*/ 164 h 574"/>
                    <a:gd name="T116" fmla="*/ 134 w 790"/>
                    <a:gd name="T117" fmla="*/ 130 h 574"/>
                    <a:gd name="T118" fmla="*/ 164 w 790"/>
                    <a:gd name="T119" fmla="*/ 102 h 574"/>
                    <a:gd name="T120" fmla="*/ 180 w 790"/>
                    <a:gd name="T121" fmla="*/ 86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90" h="574">
                      <a:moveTo>
                        <a:pt x="194" y="86"/>
                      </a:moveTo>
                      <a:lnTo>
                        <a:pt x="192" y="104"/>
                      </a:lnTo>
                      <a:lnTo>
                        <a:pt x="198" y="120"/>
                      </a:lnTo>
                      <a:lnTo>
                        <a:pt x="208" y="132"/>
                      </a:lnTo>
                      <a:lnTo>
                        <a:pt x="222" y="142"/>
                      </a:lnTo>
                      <a:lnTo>
                        <a:pt x="236" y="148"/>
                      </a:lnTo>
                      <a:lnTo>
                        <a:pt x="248" y="154"/>
                      </a:lnTo>
                      <a:lnTo>
                        <a:pt x="258" y="162"/>
                      </a:lnTo>
                      <a:lnTo>
                        <a:pt x="264" y="174"/>
                      </a:lnTo>
                      <a:lnTo>
                        <a:pt x="268" y="188"/>
                      </a:lnTo>
                      <a:lnTo>
                        <a:pt x="270" y="198"/>
                      </a:lnTo>
                      <a:lnTo>
                        <a:pt x="270" y="202"/>
                      </a:lnTo>
                      <a:lnTo>
                        <a:pt x="272" y="210"/>
                      </a:lnTo>
                      <a:lnTo>
                        <a:pt x="280" y="214"/>
                      </a:lnTo>
                      <a:lnTo>
                        <a:pt x="294" y="216"/>
                      </a:lnTo>
                      <a:lnTo>
                        <a:pt x="310" y="218"/>
                      </a:lnTo>
                      <a:lnTo>
                        <a:pt x="324" y="216"/>
                      </a:lnTo>
                      <a:lnTo>
                        <a:pt x="338" y="214"/>
                      </a:lnTo>
                      <a:lnTo>
                        <a:pt x="348" y="214"/>
                      </a:lnTo>
                      <a:lnTo>
                        <a:pt x="356" y="216"/>
                      </a:lnTo>
                      <a:lnTo>
                        <a:pt x="362" y="222"/>
                      </a:lnTo>
                      <a:lnTo>
                        <a:pt x="368" y="226"/>
                      </a:lnTo>
                      <a:lnTo>
                        <a:pt x="380" y="228"/>
                      </a:lnTo>
                      <a:lnTo>
                        <a:pt x="396" y="226"/>
                      </a:lnTo>
                      <a:lnTo>
                        <a:pt x="412" y="220"/>
                      </a:lnTo>
                      <a:lnTo>
                        <a:pt x="424" y="212"/>
                      </a:lnTo>
                      <a:lnTo>
                        <a:pt x="432" y="208"/>
                      </a:lnTo>
                      <a:lnTo>
                        <a:pt x="440" y="206"/>
                      </a:lnTo>
                      <a:lnTo>
                        <a:pt x="454" y="202"/>
                      </a:lnTo>
                      <a:lnTo>
                        <a:pt x="474" y="198"/>
                      </a:lnTo>
                      <a:lnTo>
                        <a:pt x="494" y="194"/>
                      </a:lnTo>
                      <a:lnTo>
                        <a:pt x="514" y="190"/>
                      </a:lnTo>
                      <a:lnTo>
                        <a:pt x="530" y="186"/>
                      </a:lnTo>
                      <a:lnTo>
                        <a:pt x="542" y="180"/>
                      </a:lnTo>
                      <a:lnTo>
                        <a:pt x="548" y="172"/>
                      </a:lnTo>
                      <a:lnTo>
                        <a:pt x="552" y="164"/>
                      </a:lnTo>
                      <a:lnTo>
                        <a:pt x="552" y="156"/>
                      </a:lnTo>
                      <a:lnTo>
                        <a:pt x="552" y="154"/>
                      </a:lnTo>
                      <a:lnTo>
                        <a:pt x="568" y="146"/>
                      </a:lnTo>
                      <a:lnTo>
                        <a:pt x="584" y="142"/>
                      </a:lnTo>
                      <a:lnTo>
                        <a:pt x="590" y="142"/>
                      </a:lnTo>
                      <a:lnTo>
                        <a:pt x="596" y="140"/>
                      </a:lnTo>
                      <a:lnTo>
                        <a:pt x="604" y="138"/>
                      </a:lnTo>
                      <a:lnTo>
                        <a:pt x="608" y="134"/>
                      </a:lnTo>
                      <a:lnTo>
                        <a:pt x="612" y="130"/>
                      </a:lnTo>
                      <a:lnTo>
                        <a:pt x="612" y="126"/>
                      </a:lnTo>
                      <a:lnTo>
                        <a:pt x="610" y="122"/>
                      </a:lnTo>
                      <a:lnTo>
                        <a:pt x="606" y="118"/>
                      </a:lnTo>
                      <a:lnTo>
                        <a:pt x="600" y="116"/>
                      </a:lnTo>
                      <a:lnTo>
                        <a:pt x="596" y="114"/>
                      </a:lnTo>
                      <a:lnTo>
                        <a:pt x="592" y="114"/>
                      </a:lnTo>
                      <a:lnTo>
                        <a:pt x="590" y="114"/>
                      </a:lnTo>
                      <a:lnTo>
                        <a:pt x="562" y="114"/>
                      </a:lnTo>
                      <a:lnTo>
                        <a:pt x="570" y="76"/>
                      </a:lnTo>
                      <a:lnTo>
                        <a:pt x="588" y="60"/>
                      </a:lnTo>
                      <a:lnTo>
                        <a:pt x="588" y="56"/>
                      </a:lnTo>
                      <a:lnTo>
                        <a:pt x="588" y="46"/>
                      </a:lnTo>
                      <a:lnTo>
                        <a:pt x="590" y="34"/>
                      </a:lnTo>
                      <a:lnTo>
                        <a:pt x="594" y="20"/>
                      </a:lnTo>
                      <a:lnTo>
                        <a:pt x="602" y="8"/>
                      </a:lnTo>
                      <a:lnTo>
                        <a:pt x="614" y="2"/>
                      </a:lnTo>
                      <a:lnTo>
                        <a:pt x="634" y="0"/>
                      </a:lnTo>
                      <a:lnTo>
                        <a:pt x="648" y="2"/>
                      </a:lnTo>
                      <a:lnTo>
                        <a:pt x="658" y="8"/>
                      </a:lnTo>
                      <a:lnTo>
                        <a:pt x="664" y="20"/>
                      </a:lnTo>
                      <a:lnTo>
                        <a:pt x="666" y="22"/>
                      </a:lnTo>
                      <a:lnTo>
                        <a:pt x="666" y="24"/>
                      </a:lnTo>
                      <a:lnTo>
                        <a:pt x="668" y="30"/>
                      </a:lnTo>
                      <a:lnTo>
                        <a:pt x="672" y="36"/>
                      </a:lnTo>
                      <a:lnTo>
                        <a:pt x="674" y="42"/>
                      </a:lnTo>
                      <a:lnTo>
                        <a:pt x="676" y="50"/>
                      </a:lnTo>
                      <a:lnTo>
                        <a:pt x="678" y="52"/>
                      </a:lnTo>
                      <a:lnTo>
                        <a:pt x="686" y="60"/>
                      </a:lnTo>
                      <a:lnTo>
                        <a:pt x="694" y="70"/>
                      </a:lnTo>
                      <a:lnTo>
                        <a:pt x="700" y="80"/>
                      </a:lnTo>
                      <a:lnTo>
                        <a:pt x="702" y="92"/>
                      </a:lnTo>
                      <a:lnTo>
                        <a:pt x="704" y="92"/>
                      </a:lnTo>
                      <a:lnTo>
                        <a:pt x="706" y="92"/>
                      </a:lnTo>
                      <a:lnTo>
                        <a:pt x="708" y="90"/>
                      </a:lnTo>
                      <a:lnTo>
                        <a:pt x="712" y="90"/>
                      </a:lnTo>
                      <a:lnTo>
                        <a:pt x="716" y="90"/>
                      </a:lnTo>
                      <a:lnTo>
                        <a:pt x="722" y="92"/>
                      </a:lnTo>
                      <a:lnTo>
                        <a:pt x="726" y="94"/>
                      </a:lnTo>
                      <a:lnTo>
                        <a:pt x="730" y="98"/>
                      </a:lnTo>
                      <a:lnTo>
                        <a:pt x="732" y="104"/>
                      </a:lnTo>
                      <a:lnTo>
                        <a:pt x="732" y="104"/>
                      </a:lnTo>
                      <a:lnTo>
                        <a:pt x="734" y="106"/>
                      </a:lnTo>
                      <a:lnTo>
                        <a:pt x="734" y="108"/>
                      </a:lnTo>
                      <a:lnTo>
                        <a:pt x="736" y="112"/>
                      </a:lnTo>
                      <a:lnTo>
                        <a:pt x="738" y="114"/>
                      </a:lnTo>
                      <a:lnTo>
                        <a:pt x="742" y="114"/>
                      </a:lnTo>
                      <a:lnTo>
                        <a:pt x="746" y="114"/>
                      </a:lnTo>
                      <a:lnTo>
                        <a:pt x="752" y="112"/>
                      </a:lnTo>
                      <a:lnTo>
                        <a:pt x="758" y="108"/>
                      </a:lnTo>
                      <a:lnTo>
                        <a:pt x="760" y="108"/>
                      </a:lnTo>
                      <a:lnTo>
                        <a:pt x="762" y="104"/>
                      </a:lnTo>
                      <a:lnTo>
                        <a:pt x="764" y="100"/>
                      </a:lnTo>
                      <a:lnTo>
                        <a:pt x="768" y="94"/>
                      </a:lnTo>
                      <a:lnTo>
                        <a:pt x="774" y="90"/>
                      </a:lnTo>
                      <a:lnTo>
                        <a:pt x="778" y="84"/>
                      </a:lnTo>
                      <a:lnTo>
                        <a:pt x="784" y="80"/>
                      </a:lnTo>
                      <a:lnTo>
                        <a:pt x="790" y="78"/>
                      </a:lnTo>
                      <a:lnTo>
                        <a:pt x="790" y="78"/>
                      </a:lnTo>
                      <a:lnTo>
                        <a:pt x="790" y="78"/>
                      </a:lnTo>
                      <a:lnTo>
                        <a:pt x="790" y="80"/>
                      </a:lnTo>
                      <a:lnTo>
                        <a:pt x="790" y="82"/>
                      </a:lnTo>
                      <a:lnTo>
                        <a:pt x="790" y="86"/>
                      </a:lnTo>
                      <a:lnTo>
                        <a:pt x="790" y="90"/>
                      </a:lnTo>
                      <a:lnTo>
                        <a:pt x="788" y="96"/>
                      </a:lnTo>
                      <a:lnTo>
                        <a:pt x="786" y="104"/>
                      </a:lnTo>
                      <a:lnTo>
                        <a:pt x="784" y="108"/>
                      </a:lnTo>
                      <a:lnTo>
                        <a:pt x="778" y="120"/>
                      </a:lnTo>
                      <a:lnTo>
                        <a:pt x="772" y="132"/>
                      </a:lnTo>
                      <a:lnTo>
                        <a:pt x="762" y="144"/>
                      </a:lnTo>
                      <a:lnTo>
                        <a:pt x="752" y="156"/>
                      </a:lnTo>
                      <a:lnTo>
                        <a:pt x="744" y="164"/>
                      </a:lnTo>
                      <a:lnTo>
                        <a:pt x="740" y="174"/>
                      </a:lnTo>
                      <a:lnTo>
                        <a:pt x="720" y="190"/>
                      </a:lnTo>
                      <a:lnTo>
                        <a:pt x="698" y="208"/>
                      </a:lnTo>
                      <a:lnTo>
                        <a:pt x="698" y="208"/>
                      </a:lnTo>
                      <a:lnTo>
                        <a:pt x="696" y="210"/>
                      </a:lnTo>
                      <a:lnTo>
                        <a:pt x="694" y="212"/>
                      </a:lnTo>
                      <a:lnTo>
                        <a:pt x="690" y="214"/>
                      </a:lnTo>
                      <a:lnTo>
                        <a:pt x="686" y="216"/>
                      </a:lnTo>
                      <a:lnTo>
                        <a:pt x="680" y="218"/>
                      </a:lnTo>
                      <a:lnTo>
                        <a:pt x="672" y="218"/>
                      </a:lnTo>
                      <a:lnTo>
                        <a:pt x="666" y="218"/>
                      </a:lnTo>
                      <a:lnTo>
                        <a:pt x="660" y="216"/>
                      </a:lnTo>
                      <a:lnTo>
                        <a:pt x="656" y="216"/>
                      </a:lnTo>
                      <a:lnTo>
                        <a:pt x="654" y="216"/>
                      </a:lnTo>
                      <a:lnTo>
                        <a:pt x="652" y="216"/>
                      </a:lnTo>
                      <a:lnTo>
                        <a:pt x="652" y="216"/>
                      </a:lnTo>
                      <a:lnTo>
                        <a:pt x="648" y="216"/>
                      </a:lnTo>
                      <a:lnTo>
                        <a:pt x="646" y="218"/>
                      </a:lnTo>
                      <a:lnTo>
                        <a:pt x="644" y="220"/>
                      </a:lnTo>
                      <a:lnTo>
                        <a:pt x="644" y="224"/>
                      </a:lnTo>
                      <a:lnTo>
                        <a:pt x="646" y="228"/>
                      </a:lnTo>
                      <a:lnTo>
                        <a:pt x="646" y="232"/>
                      </a:lnTo>
                      <a:lnTo>
                        <a:pt x="646" y="236"/>
                      </a:lnTo>
                      <a:lnTo>
                        <a:pt x="646" y="238"/>
                      </a:lnTo>
                      <a:lnTo>
                        <a:pt x="644" y="240"/>
                      </a:lnTo>
                      <a:lnTo>
                        <a:pt x="642" y="242"/>
                      </a:lnTo>
                      <a:lnTo>
                        <a:pt x="638" y="242"/>
                      </a:lnTo>
                      <a:lnTo>
                        <a:pt x="636" y="242"/>
                      </a:lnTo>
                      <a:lnTo>
                        <a:pt x="632" y="240"/>
                      </a:lnTo>
                      <a:lnTo>
                        <a:pt x="630" y="240"/>
                      </a:lnTo>
                      <a:lnTo>
                        <a:pt x="628" y="240"/>
                      </a:lnTo>
                      <a:lnTo>
                        <a:pt x="628" y="262"/>
                      </a:lnTo>
                      <a:lnTo>
                        <a:pt x="628" y="262"/>
                      </a:lnTo>
                      <a:lnTo>
                        <a:pt x="626" y="264"/>
                      </a:lnTo>
                      <a:lnTo>
                        <a:pt x="622" y="268"/>
                      </a:lnTo>
                      <a:lnTo>
                        <a:pt x="618" y="270"/>
                      </a:lnTo>
                      <a:lnTo>
                        <a:pt x="612" y="274"/>
                      </a:lnTo>
                      <a:lnTo>
                        <a:pt x="608" y="276"/>
                      </a:lnTo>
                      <a:lnTo>
                        <a:pt x="606" y="276"/>
                      </a:lnTo>
                      <a:lnTo>
                        <a:pt x="604" y="276"/>
                      </a:lnTo>
                      <a:lnTo>
                        <a:pt x="602" y="274"/>
                      </a:lnTo>
                      <a:lnTo>
                        <a:pt x="600" y="274"/>
                      </a:lnTo>
                      <a:lnTo>
                        <a:pt x="600" y="272"/>
                      </a:lnTo>
                      <a:lnTo>
                        <a:pt x="600" y="268"/>
                      </a:lnTo>
                      <a:lnTo>
                        <a:pt x="602" y="264"/>
                      </a:lnTo>
                      <a:lnTo>
                        <a:pt x="606" y="262"/>
                      </a:lnTo>
                      <a:lnTo>
                        <a:pt x="608" y="258"/>
                      </a:lnTo>
                      <a:lnTo>
                        <a:pt x="608" y="256"/>
                      </a:lnTo>
                      <a:lnTo>
                        <a:pt x="608" y="254"/>
                      </a:lnTo>
                      <a:lnTo>
                        <a:pt x="604" y="252"/>
                      </a:lnTo>
                      <a:lnTo>
                        <a:pt x="600" y="252"/>
                      </a:lnTo>
                      <a:lnTo>
                        <a:pt x="596" y="254"/>
                      </a:lnTo>
                      <a:lnTo>
                        <a:pt x="592" y="256"/>
                      </a:lnTo>
                      <a:lnTo>
                        <a:pt x="586" y="260"/>
                      </a:lnTo>
                      <a:lnTo>
                        <a:pt x="582" y="264"/>
                      </a:lnTo>
                      <a:lnTo>
                        <a:pt x="574" y="266"/>
                      </a:lnTo>
                      <a:lnTo>
                        <a:pt x="568" y="266"/>
                      </a:lnTo>
                      <a:lnTo>
                        <a:pt x="562" y="266"/>
                      </a:lnTo>
                      <a:lnTo>
                        <a:pt x="558" y="266"/>
                      </a:lnTo>
                      <a:lnTo>
                        <a:pt x="556" y="264"/>
                      </a:lnTo>
                      <a:lnTo>
                        <a:pt x="554" y="264"/>
                      </a:lnTo>
                      <a:lnTo>
                        <a:pt x="554" y="264"/>
                      </a:lnTo>
                      <a:lnTo>
                        <a:pt x="552" y="266"/>
                      </a:lnTo>
                      <a:lnTo>
                        <a:pt x="550" y="268"/>
                      </a:lnTo>
                      <a:lnTo>
                        <a:pt x="550" y="270"/>
                      </a:lnTo>
                      <a:lnTo>
                        <a:pt x="552" y="274"/>
                      </a:lnTo>
                      <a:lnTo>
                        <a:pt x="554" y="278"/>
                      </a:lnTo>
                      <a:lnTo>
                        <a:pt x="560" y="282"/>
                      </a:lnTo>
                      <a:lnTo>
                        <a:pt x="566" y="286"/>
                      </a:lnTo>
                      <a:lnTo>
                        <a:pt x="570" y="290"/>
                      </a:lnTo>
                      <a:lnTo>
                        <a:pt x="574" y="294"/>
                      </a:lnTo>
                      <a:lnTo>
                        <a:pt x="578" y="296"/>
                      </a:lnTo>
                      <a:lnTo>
                        <a:pt x="578" y="296"/>
                      </a:lnTo>
                      <a:lnTo>
                        <a:pt x="580" y="296"/>
                      </a:lnTo>
                      <a:lnTo>
                        <a:pt x="584" y="294"/>
                      </a:lnTo>
                      <a:lnTo>
                        <a:pt x="590" y="294"/>
                      </a:lnTo>
                      <a:lnTo>
                        <a:pt x="594" y="292"/>
                      </a:lnTo>
                      <a:lnTo>
                        <a:pt x="600" y="292"/>
                      </a:lnTo>
                      <a:lnTo>
                        <a:pt x="604" y="290"/>
                      </a:lnTo>
                      <a:lnTo>
                        <a:pt x="610" y="290"/>
                      </a:lnTo>
                      <a:lnTo>
                        <a:pt x="616" y="292"/>
                      </a:lnTo>
                      <a:lnTo>
                        <a:pt x="620" y="294"/>
                      </a:lnTo>
                      <a:lnTo>
                        <a:pt x="622" y="296"/>
                      </a:lnTo>
                      <a:lnTo>
                        <a:pt x="624" y="298"/>
                      </a:lnTo>
                      <a:lnTo>
                        <a:pt x="624" y="300"/>
                      </a:lnTo>
                      <a:lnTo>
                        <a:pt x="620" y="302"/>
                      </a:lnTo>
                      <a:lnTo>
                        <a:pt x="616" y="304"/>
                      </a:lnTo>
                      <a:lnTo>
                        <a:pt x="610" y="306"/>
                      </a:lnTo>
                      <a:lnTo>
                        <a:pt x="604" y="308"/>
                      </a:lnTo>
                      <a:lnTo>
                        <a:pt x="600" y="312"/>
                      </a:lnTo>
                      <a:lnTo>
                        <a:pt x="596" y="314"/>
                      </a:lnTo>
                      <a:lnTo>
                        <a:pt x="592" y="316"/>
                      </a:lnTo>
                      <a:lnTo>
                        <a:pt x="590" y="316"/>
                      </a:lnTo>
                      <a:lnTo>
                        <a:pt x="590" y="316"/>
                      </a:lnTo>
                      <a:lnTo>
                        <a:pt x="588" y="318"/>
                      </a:lnTo>
                      <a:lnTo>
                        <a:pt x="584" y="320"/>
                      </a:lnTo>
                      <a:lnTo>
                        <a:pt x="582" y="324"/>
                      </a:lnTo>
                      <a:lnTo>
                        <a:pt x="580" y="326"/>
                      </a:lnTo>
                      <a:lnTo>
                        <a:pt x="580" y="332"/>
                      </a:lnTo>
                      <a:lnTo>
                        <a:pt x="582" y="336"/>
                      </a:lnTo>
                      <a:lnTo>
                        <a:pt x="586" y="342"/>
                      </a:lnTo>
                      <a:lnTo>
                        <a:pt x="590" y="348"/>
                      </a:lnTo>
                      <a:lnTo>
                        <a:pt x="594" y="352"/>
                      </a:lnTo>
                      <a:lnTo>
                        <a:pt x="596" y="358"/>
                      </a:lnTo>
                      <a:lnTo>
                        <a:pt x="598" y="362"/>
                      </a:lnTo>
                      <a:lnTo>
                        <a:pt x="600" y="364"/>
                      </a:lnTo>
                      <a:lnTo>
                        <a:pt x="600" y="366"/>
                      </a:lnTo>
                      <a:lnTo>
                        <a:pt x="608" y="390"/>
                      </a:lnTo>
                      <a:lnTo>
                        <a:pt x="610" y="390"/>
                      </a:lnTo>
                      <a:lnTo>
                        <a:pt x="610" y="394"/>
                      </a:lnTo>
                      <a:lnTo>
                        <a:pt x="612" y="398"/>
                      </a:lnTo>
                      <a:lnTo>
                        <a:pt x="614" y="402"/>
                      </a:lnTo>
                      <a:lnTo>
                        <a:pt x="614" y="406"/>
                      </a:lnTo>
                      <a:lnTo>
                        <a:pt x="614" y="412"/>
                      </a:lnTo>
                      <a:lnTo>
                        <a:pt x="614" y="416"/>
                      </a:lnTo>
                      <a:lnTo>
                        <a:pt x="614" y="422"/>
                      </a:lnTo>
                      <a:lnTo>
                        <a:pt x="612" y="426"/>
                      </a:lnTo>
                      <a:lnTo>
                        <a:pt x="610" y="430"/>
                      </a:lnTo>
                      <a:lnTo>
                        <a:pt x="606" y="434"/>
                      </a:lnTo>
                      <a:lnTo>
                        <a:pt x="606" y="436"/>
                      </a:lnTo>
                      <a:lnTo>
                        <a:pt x="604" y="438"/>
                      </a:lnTo>
                      <a:lnTo>
                        <a:pt x="592" y="458"/>
                      </a:lnTo>
                      <a:lnTo>
                        <a:pt x="582" y="482"/>
                      </a:lnTo>
                      <a:lnTo>
                        <a:pt x="560" y="502"/>
                      </a:lnTo>
                      <a:lnTo>
                        <a:pt x="544" y="512"/>
                      </a:lnTo>
                      <a:lnTo>
                        <a:pt x="540" y="520"/>
                      </a:lnTo>
                      <a:lnTo>
                        <a:pt x="536" y="520"/>
                      </a:lnTo>
                      <a:lnTo>
                        <a:pt x="526" y="522"/>
                      </a:lnTo>
                      <a:lnTo>
                        <a:pt x="514" y="522"/>
                      </a:lnTo>
                      <a:lnTo>
                        <a:pt x="502" y="520"/>
                      </a:lnTo>
                      <a:lnTo>
                        <a:pt x="494" y="532"/>
                      </a:lnTo>
                      <a:lnTo>
                        <a:pt x="482" y="534"/>
                      </a:lnTo>
                      <a:lnTo>
                        <a:pt x="482" y="534"/>
                      </a:lnTo>
                      <a:lnTo>
                        <a:pt x="480" y="534"/>
                      </a:lnTo>
                      <a:lnTo>
                        <a:pt x="478" y="534"/>
                      </a:lnTo>
                      <a:lnTo>
                        <a:pt x="474" y="536"/>
                      </a:lnTo>
                      <a:lnTo>
                        <a:pt x="472" y="536"/>
                      </a:lnTo>
                      <a:lnTo>
                        <a:pt x="470" y="540"/>
                      </a:lnTo>
                      <a:lnTo>
                        <a:pt x="468" y="542"/>
                      </a:lnTo>
                      <a:lnTo>
                        <a:pt x="468" y="546"/>
                      </a:lnTo>
                      <a:lnTo>
                        <a:pt x="470" y="552"/>
                      </a:lnTo>
                      <a:lnTo>
                        <a:pt x="470" y="558"/>
                      </a:lnTo>
                      <a:lnTo>
                        <a:pt x="470" y="564"/>
                      </a:lnTo>
                      <a:lnTo>
                        <a:pt x="470" y="568"/>
                      </a:lnTo>
                      <a:lnTo>
                        <a:pt x="470" y="570"/>
                      </a:lnTo>
                      <a:lnTo>
                        <a:pt x="468" y="572"/>
                      </a:lnTo>
                      <a:lnTo>
                        <a:pt x="456" y="574"/>
                      </a:lnTo>
                      <a:lnTo>
                        <a:pt x="454" y="574"/>
                      </a:lnTo>
                      <a:lnTo>
                        <a:pt x="452" y="572"/>
                      </a:lnTo>
                      <a:lnTo>
                        <a:pt x="450" y="570"/>
                      </a:lnTo>
                      <a:lnTo>
                        <a:pt x="450" y="566"/>
                      </a:lnTo>
                      <a:lnTo>
                        <a:pt x="450" y="564"/>
                      </a:lnTo>
                      <a:lnTo>
                        <a:pt x="452" y="560"/>
                      </a:lnTo>
                      <a:lnTo>
                        <a:pt x="456" y="556"/>
                      </a:lnTo>
                      <a:lnTo>
                        <a:pt x="458" y="552"/>
                      </a:lnTo>
                      <a:lnTo>
                        <a:pt x="460" y="548"/>
                      </a:lnTo>
                      <a:lnTo>
                        <a:pt x="460" y="544"/>
                      </a:lnTo>
                      <a:lnTo>
                        <a:pt x="458" y="540"/>
                      </a:lnTo>
                      <a:lnTo>
                        <a:pt x="456" y="538"/>
                      </a:lnTo>
                      <a:lnTo>
                        <a:pt x="452" y="536"/>
                      </a:lnTo>
                      <a:lnTo>
                        <a:pt x="448" y="536"/>
                      </a:lnTo>
                      <a:lnTo>
                        <a:pt x="444" y="534"/>
                      </a:lnTo>
                      <a:lnTo>
                        <a:pt x="442" y="532"/>
                      </a:lnTo>
                      <a:lnTo>
                        <a:pt x="442" y="532"/>
                      </a:lnTo>
                      <a:lnTo>
                        <a:pt x="438" y="534"/>
                      </a:lnTo>
                      <a:lnTo>
                        <a:pt x="434" y="536"/>
                      </a:lnTo>
                      <a:lnTo>
                        <a:pt x="434" y="538"/>
                      </a:lnTo>
                      <a:lnTo>
                        <a:pt x="432" y="538"/>
                      </a:lnTo>
                      <a:lnTo>
                        <a:pt x="430" y="528"/>
                      </a:lnTo>
                      <a:lnTo>
                        <a:pt x="418" y="516"/>
                      </a:lnTo>
                      <a:lnTo>
                        <a:pt x="412" y="514"/>
                      </a:lnTo>
                      <a:lnTo>
                        <a:pt x="408" y="516"/>
                      </a:lnTo>
                      <a:lnTo>
                        <a:pt x="402" y="516"/>
                      </a:lnTo>
                      <a:lnTo>
                        <a:pt x="396" y="516"/>
                      </a:lnTo>
                      <a:lnTo>
                        <a:pt x="390" y="516"/>
                      </a:lnTo>
                      <a:lnTo>
                        <a:pt x="386" y="514"/>
                      </a:lnTo>
                      <a:lnTo>
                        <a:pt x="382" y="514"/>
                      </a:lnTo>
                      <a:lnTo>
                        <a:pt x="382" y="514"/>
                      </a:lnTo>
                      <a:lnTo>
                        <a:pt x="378" y="514"/>
                      </a:lnTo>
                      <a:lnTo>
                        <a:pt x="372" y="514"/>
                      </a:lnTo>
                      <a:lnTo>
                        <a:pt x="370" y="516"/>
                      </a:lnTo>
                      <a:lnTo>
                        <a:pt x="368" y="516"/>
                      </a:lnTo>
                      <a:lnTo>
                        <a:pt x="364" y="516"/>
                      </a:lnTo>
                      <a:lnTo>
                        <a:pt x="362" y="518"/>
                      </a:lnTo>
                      <a:lnTo>
                        <a:pt x="362" y="520"/>
                      </a:lnTo>
                      <a:lnTo>
                        <a:pt x="362" y="520"/>
                      </a:lnTo>
                      <a:lnTo>
                        <a:pt x="362" y="522"/>
                      </a:lnTo>
                      <a:lnTo>
                        <a:pt x="358" y="524"/>
                      </a:lnTo>
                      <a:lnTo>
                        <a:pt x="356" y="526"/>
                      </a:lnTo>
                      <a:lnTo>
                        <a:pt x="356" y="526"/>
                      </a:lnTo>
                      <a:lnTo>
                        <a:pt x="356" y="528"/>
                      </a:lnTo>
                      <a:lnTo>
                        <a:pt x="356" y="528"/>
                      </a:lnTo>
                      <a:lnTo>
                        <a:pt x="356" y="528"/>
                      </a:lnTo>
                      <a:lnTo>
                        <a:pt x="356" y="532"/>
                      </a:lnTo>
                      <a:lnTo>
                        <a:pt x="358" y="538"/>
                      </a:lnTo>
                      <a:lnTo>
                        <a:pt x="356" y="542"/>
                      </a:lnTo>
                      <a:lnTo>
                        <a:pt x="356" y="544"/>
                      </a:lnTo>
                      <a:lnTo>
                        <a:pt x="354" y="544"/>
                      </a:lnTo>
                      <a:lnTo>
                        <a:pt x="352" y="544"/>
                      </a:lnTo>
                      <a:lnTo>
                        <a:pt x="352" y="544"/>
                      </a:lnTo>
                      <a:lnTo>
                        <a:pt x="350" y="544"/>
                      </a:lnTo>
                      <a:lnTo>
                        <a:pt x="348" y="544"/>
                      </a:lnTo>
                      <a:lnTo>
                        <a:pt x="342" y="546"/>
                      </a:lnTo>
                      <a:lnTo>
                        <a:pt x="338" y="548"/>
                      </a:lnTo>
                      <a:lnTo>
                        <a:pt x="334" y="548"/>
                      </a:lnTo>
                      <a:lnTo>
                        <a:pt x="332" y="548"/>
                      </a:lnTo>
                      <a:lnTo>
                        <a:pt x="332" y="548"/>
                      </a:lnTo>
                      <a:lnTo>
                        <a:pt x="332" y="546"/>
                      </a:lnTo>
                      <a:lnTo>
                        <a:pt x="332" y="542"/>
                      </a:lnTo>
                      <a:lnTo>
                        <a:pt x="334" y="538"/>
                      </a:lnTo>
                      <a:lnTo>
                        <a:pt x="334" y="536"/>
                      </a:lnTo>
                      <a:lnTo>
                        <a:pt x="334" y="534"/>
                      </a:lnTo>
                      <a:lnTo>
                        <a:pt x="326" y="528"/>
                      </a:lnTo>
                      <a:lnTo>
                        <a:pt x="320" y="530"/>
                      </a:lnTo>
                      <a:lnTo>
                        <a:pt x="316" y="530"/>
                      </a:lnTo>
                      <a:lnTo>
                        <a:pt x="312" y="528"/>
                      </a:lnTo>
                      <a:lnTo>
                        <a:pt x="310" y="526"/>
                      </a:lnTo>
                      <a:lnTo>
                        <a:pt x="308" y="524"/>
                      </a:lnTo>
                      <a:lnTo>
                        <a:pt x="308" y="522"/>
                      </a:lnTo>
                      <a:lnTo>
                        <a:pt x="308" y="520"/>
                      </a:lnTo>
                      <a:lnTo>
                        <a:pt x="308" y="520"/>
                      </a:lnTo>
                      <a:lnTo>
                        <a:pt x="312" y="498"/>
                      </a:lnTo>
                      <a:lnTo>
                        <a:pt x="316" y="488"/>
                      </a:lnTo>
                      <a:lnTo>
                        <a:pt x="320" y="484"/>
                      </a:lnTo>
                      <a:lnTo>
                        <a:pt x="320" y="484"/>
                      </a:lnTo>
                      <a:lnTo>
                        <a:pt x="316" y="470"/>
                      </a:lnTo>
                      <a:lnTo>
                        <a:pt x="310" y="458"/>
                      </a:lnTo>
                      <a:lnTo>
                        <a:pt x="304" y="452"/>
                      </a:lnTo>
                      <a:lnTo>
                        <a:pt x="300" y="450"/>
                      </a:lnTo>
                      <a:lnTo>
                        <a:pt x="300" y="448"/>
                      </a:lnTo>
                      <a:lnTo>
                        <a:pt x="298" y="448"/>
                      </a:lnTo>
                      <a:lnTo>
                        <a:pt x="264" y="452"/>
                      </a:lnTo>
                      <a:lnTo>
                        <a:pt x="252" y="450"/>
                      </a:lnTo>
                      <a:lnTo>
                        <a:pt x="248" y="446"/>
                      </a:lnTo>
                      <a:lnTo>
                        <a:pt x="242" y="442"/>
                      </a:lnTo>
                      <a:lnTo>
                        <a:pt x="232" y="440"/>
                      </a:lnTo>
                      <a:lnTo>
                        <a:pt x="222" y="440"/>
                      </a:lnTo>
                      <a:lnTo>
                        <a:pt x="216" y="438"/>
                      </a:lnTo>
                      <a:lnTo>
                        <a:pt x="208" y="440"/>
                      </a:lnTo>
                      <a:lnTo>
                        <a:pt x="200" y="444"/>
                      </a:lnTo>
                      <a:lnTo>
                        <a:pt x="196" y="446"/>
                      </a:lnTo>
                      <a:lnTo>
                        <a:pt x="192" y="450"/>
                      </a:lnTo>
                      <a:lnTo>
                        <a:pt x="188" y="452"/>
                      </a:lnTo>
                      <a:lnTo>
                        <a:pt x="186" y="454"/>
                      </a:lnTo>
                      <a:lnTo>
                        <a:pt x="186" y="454"/>
                      </a:lnTo>
                      <a:lnTo>
                        <a:pt x="186" y="454"/>
                      </a:lnTo>
                      <a:lnTo>
                        <a:pt x="186" y="452"/>
                      </a:lnTo>
                      <a:lnTo>
                        <a:pt x="186" y="452"/>
                      </a:lnTo>
                      <a:lnTo>
                        <a:pt x="184" y="450"/>
                      </a:lnTo>
                      <a:lnTo>
                        <a:pt x="184" y="448"/>
                      </a:lnTo>
                      <a:lnTo>
                        <a:pt x="182" y="450"/>
                      </a:lnTo>
                      <a:lnTo>
                        <a:pt x="180" y="450"/>
                      </a:lnTo>
                      <a:lnTo>
                        <a:pt x="178" y="450"/>
                      </a:lnTo>
                      <a:lnTo>
                        <a:pt x="178" y="452"/>
                      </a:lnTo>
                      <a:lnTo>
                        <a:pt x="114" y="438"/>
                      </a:lnTo>
                      <a:lnTo>
                        <a:pt x="88" y="416"/>
                      </a:lnTo>
                      <a:lnTo>
                        <a:pt x="82" y="402"/>
                      </a:lnTo>
                      <a:lnTo>
                        <a:pt x="82" y="392"/>
                      </a:lnTo>
                      <a:lnTo>
                        <a:pt x="88" y="384"/>
                      </a:lnTo>
                      <a:lnTo>
                        <a:pt x="92" y="380"/>
                      </a:lnTo>
                      <a:lnTo>
                        <a:pt x="94" y="380"/>
                      </a:lnTo>
                      <a:lnTo>
                        <a:pt x="88" y="366"/>
                      </a:lnTo>
                      <a:lnTo>
                        <a:pt x="96" y="362"/>
                      </a:lnTo>
                      <a:lnTo>
                        <a:pt x="94" y="358"/>
                      </a:lnTo>
                      <a:lnTo>
                        <a:pt x="92" y="354"/>
                      </a:lnTo>
                      <a:lnTo>
                        <a:pt x="92" y="350"/>
                      </a:lnTo>
                      <a:lnTo>
                        <a:pt x="90" y="348"/>
                      </a:lnTo>
                      <a:lnTo>
                        <a:pt x="90" y="346"/>
                      </a:lnTo>
                      <a:lnTo>
                        <a:pt x="88" y="342"/>
                      </a:lnTo>
                      <a:lnTo>
                        <a:pt x="86" y="340"/>
                      </a:lnTo>
                      <a:lnTo>
                        <a:pt x="82" y="338"/>
                      </a:lnTo>
                      <a:lnTo>
                        <a:pt x="76" y="336"/>
                      </a:lnTo>
                      <a:lnTo>
                        <a:pt x="72" y="336"/>
                      </a:lnTo>
                      <a:lnTo>
                        <a:pt x="66" y="334"/>
                      </a:lnTo>
                      <a:lnTo>
                        <a:pt x="62" y="332"/>
                      </a:lnTo>
                      <a:lnTo>
                        <a:pt x="60" y="330"/>
                      </a:lnTo>
                      <a:lnTo>
                        <a:pt x="58" y="328"/>
                      </a:lnTo>
                      <a:lnTo>
                        <a:pt x="50" y="330"/>
                      </a:lnTo>
                      <a:lnTo>
                        <a:pt x="30" y="332"/>
                      </a:lnTo>
                      <a:lnTo>
                        <a:pt x="28" y="314"/>
                      </a:lnTo>
                      <a:lnTo>
                        <a:pt x="26" y="312"/>
                      </a:lnTo>
                      <a:lnTo>
                        <a:pt x="26" y="312"/>
                      </a:lnTo>
                      <a:lnTo>
                        <a:pt x="24" y="310"/>
                      </a:lnTo>
                      <a:lnTo>
                        <a:pt x="22" y="308"/>
                      </a:lnTo>
                      <a:lnTo>
                        <a:pt x="20" y="304"/>
                      </a:lnTo>
                      <a:lnTo>
                        <a:pt x="18" y="300"/>
                      </a:lnTo>
                      <a:lnTo>
                        <a:pt x="16" y="294"/>
                      </a:lnTo>
                      <a:lnTo>
                        <a:pt x="16" y="290"/>
                      </a:lnTo>
                      <a:lnTo>
                        <a:pt x="16" y="290"/>
                      </a:lnTo>
                      <a:lnTo>
                        <a:pt x="14" y="286"/>
                      </a:lnTo>
                      <a:lnTo>
                        <a:pt x="12" y="284"/>
                      </a:lnTo>
                      <a:lnTo>
                        <a:pt x="10" y="282"/>
                      </a:lnTo>
                      <a:lnTo>
                        <a:pt x="6" y="282"/>
                      </a:lnTo>
                      <a:lnTo>
                        <a:pt x="4" y="280"/>
                      </a:lnTo>
                      <a:lnTo>
                        <a:pt x="2" y="280"/>
                      </a:lnTo>
                      <a:lnTo>
                        <a:pt x="0" y="276"/>
                      </a:lnTo>
                      <a:lnTo>
                        <a:pt x="0" y="272"/>
                      </a:lnTo>
                      <a:lnTo>
                        <a:pt x="0" y="272"/>
                      </a:lnTo>
                      <a:lnTo>
                        <a:pt x="0" y="270"/>
                      </a:lnTo>
                      <a:lnTo>
                        <a:pt x="0" y="266"/>
                      </a:lnTo>
                      <a:lnTo>
                        <a:pt x="0" y="264"/>
                      </a:lnTo>
                      <a:lnTo>
                        <a:pt x="2" y="260"/>
                      </a:lnTo>
                      <a:lnTo>
                        <a:pt x="4" y="256"/>
                      </a:lnTo>
                      <a:lnTo>
                        <a:pt x="8" y="254"/>
                      </a:lnTo>
                      <a:lnTo>
                        <a:pt x="12" y="252"/>
                      </a:lnTo>
                      <a:lnTo>
                        <a:pt x="18" y="252"/>
                      </a:lnTo>
                      <a:lnTo>
                        <a:pt x="28" y="254"/>
                      </a:lnTo>
                      <a:lnTo>
                        <a:pt x="40" y="246"/>
                      </a:lnTo>
                      <a:lnTo>
                        <a:pt x="40" y="246"/>
                      </a:lnTo>
                      <a:lnTo>
                        <a:pt x="42" y="244"/>
                      </a:lnTo>
                      <a:lnTo>
                        <a:pt x="44" y="242"/>
                      </a:lnTo>
                      <a:lnTo>
                        <a:pt x="48" y="242"/>
                      </a:lnTo>
                      <a:lnTo>
                        <a:pt x="54" y="240"/>
                      </a:lnTo>
                      <a:lnTo>
                        <a:pt x="54" y="240"/>
                      </a:lnTo>
                      <a:lnTo>
                        <a:pt x="56" y="240"/>
                      </a:lnTo>
                      <a:lnTo>
                        <a:pt x="60" y="240"/>
                      </a:lnTo>
                      <a:lnTo>
                        <a:pt x="64" y="238"/>
                      </a:lnTo>
                      <a:lnTo>
                        <a:pt x="70" y="236"/>
                      </a:lnTo>
                      <a:lnTo>
                        <a:pt x="74" y="232"/>
                      </a:lnTo>
                      <a:lnTo>
                        <a:pt x="78" y="226"/>
                      </a:lnTo>
                      <a:lnTo>
                        <a:pt x="80" y="220"/>
                      </a:lnTo>
                      <a:lnTo>
                        <a:pt x="82" y="218"/>
                      </a:lnTo>
                      <a:lnTo>
                        <a:pt x="82" y="216"/>
                      </a:lnTo>
                      <a:lnTo>
                        <a:pt x="84" y="212"/>
                      </a:lnTo>
                      <a:lnTo>
                        <a:pt x="84" y="208"/>
                      </a:lnTo>
                      <a:lnTo>
                        <a:pt x="84" y="206"/>
                      </a:lnTo>
                      <a:lnTo>
                        <a:pt x="84" y="202"/>
                      </a:lnTo>
                      <a:lnTo>
                        <a:pt x="80" y="202"/>
                      </a:lnTo>
                      <a:lnTo>
                        <a:pt x="78" y="198"/>
                      </a:lnTo>
                      <a:lnTo>
                        <a:pt x="76" y="196"/>
                      </a:lnTo>
                      <a:lnTo>
                        <a:pt x="74" y="192"/>
                      </a:lnTo>
                      <a:lnTo>
                        <a:pt x="74" y="188"/>
                      </a:lnTo>
                      <a:lnTo>
                        <a:pt x="74" y="186"/>
                      </a:lnTo>
                      <a:lnTo>
                        <a:pt x="80" y="184"/>
                      </a:lnTo>
                      <a:lnTo>
                        <a:pt x="84" y="182"/>
                      </a:lnTo>
                      <a:lnTo>
                        <a:pt x="86" y="182"/>
                      </a:lnTo>
                      <a:lnTo>
                        <a:pt x="88" y="180"/>
                      </a:lnTo>
                      <a:lnTo>
                        <a:pt x="88" y="180"/>
                      </a:lnTo>
                      <a:lnTo>
                        <a:pt x="90" y="178"/>
                      </a:lnTo>
                      <a:lnTo>
                        <a:pt x="90" y="176"/>
                      </a:lnTo>
                      <a:lnTo>
                        <a:pt x="90" y="174"/>
                      </a:lnTo>
                      <a:lnTo>
                        <a:pt x="90" y="172"/>
                      </a:lnTo>
                      <a:lnTo>
                        <a:pt x="90" y="172"/>
                      </a:lnTo>
                      <a:lnTo>
                        <a:pt x="94" y="172"/>
                      </a:lnTo>
                      <a:lnTo>
                        <a:pt x="98" y="170"/>
                      </a:lnTo>
                      <a:lnTo>
                        <a:pt x="102" y="170"/>
                      </a:lnTo>
                      <a:lnTo>
                        <a:pt x="106" y="168"/>
                      </a:lnTo>
                      <a:lnTo>
                        <a:pt x="110" y="164"/>
                      </a:lnTo>
                      <a:lnTo>
                        <a:pt x="112" y="158"/>
                      </a:lnTo>
                      <a:lnTo>
                        <a:pt x="116" y="152"/>
                      </a:lnTo>
                      <a:lnTo>
                        <a:pt x="116" y="146"/>
                      </a:lnTo>
                      <a:lnTo>
                        <a:pt x="116" y="142"/>
                      </a:lnTo>
                      <a:lnTo>
                        <a:pt x="120" y="136"/>
                      </a:lnTo>
                      <a:lnTo>
                        <a:pt x="124" y="134"/>
                      </a:lnTo>
                      <a:lnTo>
                        <a:pt x="128" y="132"/>
                      </a:lnTo>
                      <a:lnTo>
                        <a:pt x="134" y="130"/>
                      </a:lnTo>
                      <a:lnTo>
                        <a:pt x="140" y="130"/>
                      </a:lnTo>
                      <a:lnTo>
                        <a:pt x="144" y="128"/>
                      </a:lnTo>
                      <a:lnTo>
                        <a:pt x="146" y="124"/>
                      </a:lnTo>
                      <a:lnTo>
                        <a:pt x="148" y="120"/>
                      </a:lnTo>
                      <a:lnTo>
                        <a:pt x="150" y="114"/>
                      </a:lnTo>
                      <a:lnTo>
                        <a:pt x="154" y="110"/>
                      </a:lnTo>
                      <a:lnTo>
                        <a:pt x="158" y="104"/>
                      </a:lnTo>
                      <a:lnTo>
                        <a:pt x="164" y="102"/>
                      </a:lnTo>
                      <a:lnTo>
                        <a:pt x="172" y="100"/>
                      </a:lnTo>
                      <a:lnTo>
                        <a:pt x="176" y="100"/>
                      </a:lnTo>
                      <a:lnTo>
                        <a:pt x="178" y="98"/>
                      </a:lnTo>
                      <a:lnTo>
                        <a:pt x="180" y="96"/>
                      </a:lnTo>
                      <a:lnTo>
                        <a:pt x="180" y="94"/>
                      </a:lnTo>
                      <a:lnTo>
                        <a:pt x="180" y="92"/>
                      </a:lnTo>
                      <a:lnTo>
                        <a:pt x="180" y="90"/>
                      </a:lnTo>
                      <a:lnTo>
                        <a:pt x="180" y="86"/>
                      </a:lnTo>
                      <a:lnTo>
                        <a:pt x="182" y="82"/>
                      </a:lnTo>
                      <a:lnTo>
                        <a:pt x="186" y="80"/>
                      </a:lnTo>
                      <a:lnTo>
                        <a:pt x="190" y="76"/>
                      </a:lnTo>
                      <a:lnTo>
                        <a:pt x="194" y="74"/>
                      </a:lnTo>
                      <a:lnTo>
                        <a:pt x="216" y="74"/>
                      </a:lnTo>
                      <a:lnTo>
                        <a:pt x="194" y="86"/>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 name="Freeform 396">
                  <a:extLst>
                    <a:ext uri="{FF2B5EF4-FFF2-40B4-BE49-F238E27FC236}">
                      <a16:creationId xmlns:a16="http://schemas.microsoft.com/office/drawing/2014/main" id="{B50176DC-FA84-9A2E-CB79-6F772BF2B139}"/>
                    </a:ext>
                  </a:extLst>
                </p:cNvPr>
                <p:cNvSpPr/>
                <p:nvPr/>
              </p:nvSpPr>
              <p:spPr bwMode="gray">
                <a:xfrm>
                  <a:off x="3160512" y="4350751"/>
                  <a:ext cx="125895" cy="103608"/>
                </a:xfrm>
                <a:custGeom>
                  <a:avLst/>
                  <a:gdLst>
                    <a:gd name="T0" fmla="*/ 2 w 68"/>
                    <a:gd name="T1" fmla="*/ 36 h 56"/>
                    <a:gd name="T2" fmla="*/ 2 w 68"/>
                    <a:gd name="T3" fmla="*/ 32 h 56"/>
                    <a:gd name="T4" fmla="*/ 0 w 68"/>
                    <a:gd name="T5" fmla="*/ 22 h 56"/>
                    <a:gd name="T6" fmla="*/ 2 w 68"/>
                    <a:gd name="T7" fmla="*/ 10 h 56"/>
                    <a:gd name="T8" fmla="*/ 10 w 68"/>
                    <a:gd name="T9" fmla="*/ 4 h 56"/>
                    <a:gd name="T10" fmla="*/ 10 w 68"/>
                    <a:gd name="T11" fmla="*/ 2 h 56"/>
                    <a:gd name="T12" fmla="*/ 12 w 68"/>
                    <a:gd name="T13" fmla="*/ 2 h 56"/>
                    <a:gd name="T14" fmla="*/ 14 w 68"/>
                    <a:gd name="T15" fmla="*/ 2 h 56"/>
                    <a:gd name="T16" fmla="*/ 16 w 68"/>
                    <a:gd name="T17" fmla="*/ 0 h 56"/>
                    <a:gd name="T18" fmla="*/ 22 w 68"/>
                    <a:gd name="T19" fmla="*/ 0 h 56"/>
                    <a:gd name="T20" fmla="*/ 28 w 68"/>
                    <a:gd name="T21" fmla="*/ 2 h 56"/>
                    <a:gd name="T22" fmla="*/ 34 w 68"/>
                    <a:gd name="T23" fmla="*/ 4 h 56"/>
                    <a:gd name="T24" fmla="*/ 42 w 68"/>
                    <a:gd name="T25" fmla="*/ 10 h 56"/>
                    <a:gd name="T26" fmla="*/ 44 w 68"/>
                    <a:gd name="T27" fmla="*/ 8 h 56"/>
                    <a:gd name="T28" fmla="*/ 46 w 68"/>
                    <a:gd name="T29" fmla="*/ 8 h 56"/>
                    <a:gd name="T30" fmla="*/ 50 w 68"/>
                    <a:gd name="T31" fmla="*/ 8 h 56"/>
                    <a:gd name="T32" fmla="*/ 54 w 68"/>
                    <a:gd name="T33" fmla="*/ 8 h 56"/>
                    <a:gd name="T34" fmla="*/ 58 w 68"/>
                    <a:gd name="T35" fmla="*/ 8 h 56"/>
                    <a:gd name="T36" fmla="*/ 60 w 68"/>
                    <a:gd name="T37" fmla="*/ 8 h 56"/>
                    <a:gd name="T38" fmla="*/ 64 w 68"/>
                    <a:gd name="T39" fmla="*/ 10 h 56"/>
                    <a:gd name="T40" fmla="*/ 66 w 68"/>
                    <a:gd name="T41" fmla="*/ 12 h 56"/>
                    <a:gd name="T42" fmla="*/ 68 w 68"/>
                    <a:gd name="T43" fmla="*/ 16 h 56"/>
                    <a:gd name="T44" fmla="*/ 68 w 68"/>
                    <a:gd name="T45" fmla="*/ 18 h 56"/>
                    <a:gd name="T46" fmla="*/ 66 w 68"/>
                    <a:gd name="T47" fmla="*/ 22 h 56"/>
                    <a:gd name="T48" fmla="*/ 66 w 68"/>
                    <a:gd name="T49" fmla="*/ 26 h 56"/>
                    <a:gd name="T50" fmla="*/ 64 w 68"/>
                    <a:gd name="T51" fmla="*/ 30 h 56"/>
                    <a:gd name="T52" fmla="*/ 64 w 68"/>
                    <a:gd name="T53" fmla="*/ 32 h 56"/>
                    <a:gd name="T54" fmla="*/ 64 w 68"/>
                    <a:gd name="T55" fmla="*/ 34 h 56"/>
                    <a:gd name="T56" fmla="*/ 54 w 68"/>
                    <a:gd name="T57" fmla="*/ 38 h 56"/>
                    <a:gd name="T58" fmla="*/ 50 w 68"/>
                    <a:gd name="T59" fmla="*/ 42 h 56"/>
                    <a:gd name="T60" fmla="*/ 46 w 68"/>
                    <a:gd name="T61" fmla="*/ 42 h 56"/>
                    <a:gd name="T62" fmla="*/ 42 w 68"/>
                    <a:gd name="T63" fmla="*/ 52 h 56"/>
                    <a:gd name="T64" fmla="*/ 24 w 68"/>
                    <a:gd name="T65" fmla="*/ 56 h 56"/>
                    <a:gd name="T66" fmla="*/ 2 w 68"/>
                    <a:gd name="T67" fmla="*/ 3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8" h="56">
                      <a:moveTo>
                        <a:pt x="2" y="36"/>
                      </a:moveTo>
                      <a:lnTo>
                        <a:pt x="2" y="32"/>
                      </a:lnTo>
                      <a:lnTo>
                        <a:pt x="0" y="22"/>
                      </a:lnTo>
                      <a:lnTo>
                        <a:pt x="2" y="10"/>
                      </a:lnTo>
                      <a:lnTo>
                        <a:pt x="10" y="4"/>
                      </a:lnTo>
                      <a:lnTo>
                        <a:pt x="10" y="2"/>
                      </a:lnTo>
                      <a:lnTo>
                        <a:pt x="12" y="2"/>
                      </a:lnTo>
                      <a:lnTo>
                        <a:pt x="14" y="2"/>
                      </a:lnTo>
                      <a:lnTo>
                        <a:pt x="16" y="0"/>
                      </a:lnTo>
                      <a:lnTo>
                        <a:pt x="22" y="0"/>
                      </a:lnTo>
                      <a:lnTo>
                        <a:pt x="28" y="2"/>
                      </a:lnTo>
                      <a:lnTo>
                        <a:pt x="34" y="4"/>
                      </a:lnTo>
                      <a:lnTo>
                        <a:pt x="42" y="10"/>
                      </a:lnTo>
                      <a:lnTo>
                        <a:pt x="44" y="8"/>
                      </a:lnTo>
                      <a:lnTo>
                        <a:pt x="46" y="8"/>
                      </a:lnTo>
                      <a:lnTo>
                        <a:pt x="50" y="8"/>
                      </a:lnTo>
                      <a:lnTo>
                        <a:pt x="54" y="8"/>
                      </a:lnTo>
                      <a:lnTo>
                        <a:pt x="58" y="8"/>
                      </a:lnTo>
                      <a:lnTo>
                        <a:pt x="60" y="8"/>
                      </a:lnTo>
                      <a:lnTo>
                        <a:pt x="64" y="10"/>
                      </a:lnTo>
                      <a:lnTo>
                        <a:pt x="66" y="12"/>
                      </a:lnTo>
                      <a:lnTo>
                        <a:pt x="68" y="16"/>
                      </a:lnTo>
                      <a:lnTo>
                        <a:pt x="68" y="18"/>
                      </a:lnTo>
                      <a:lnTo>
                        <a:pt x="66" y="22"/>
                      </a:lnTo>
                      <a:lnTo>
                        <a:pt x="66" y="26"/>
                      </a:lnTo>
                      <a:lnTo>
                        <a:pt x="64" y="30"/>
                      </a:lnTo>
                      <a:lnTo>
                        <a:pt x="64" y="32"/>
                      </a:lnTo>
                      <a:lnTo>
                        <a:pt x="64" y="34"/>
                      </a:lnTo>
                      <a:lnTo>
                        <a:pt x="54" y="38"/>
                      </a:lnTo>
                      <a:lnTo>
                        <a:pt x="50" y="42"/>
                      </a:lnTo>
                      <a:lnTo>
                        <a:pt x="46" y="42"/>
                      </a:lnTo>
                      <a:lnTo>
                        <a:pt x="42" y="52"/>
                      </a:lnTo>
                      <a:lnTo>
                        <a:pt x="24" y="56"/>
                      </a:lnTo>
                      <a:lnTo>
                        <a:pt x="2" y="3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 name="Freeform 397">
                  <a:extLst>
                    <a:ext uri="{FF2B5EF4-FFF2-40B4-BE49-F238E27FC236}">
                      <a16:creationId xmlns:a16="http://schemas.microsoft.com/office/drawing/2014/main" id="{786243D2-E54D-38E5-A999-769F8478D8C3}"/>
                    </a:ext>
                  </a:extLst>
                </p:cNvPr>
                <p:cNvSpPr/>
                <p:nvPr/>
              </p:nvSpPr>
              <p:spPr bwMode="gray">
                <a:xfrm>
                  <a:off x="3815906" y="3843810"/>
                  <a:ext cx="66650" cy="81407"/>
                </a:xfrm>
                <a:custGeom>
                  <a:avLst/>
                  <a:gdLst>
                    <a:gd name="T0" fmla="*/ 6 w 36"/>
                    <a:gd name="T1" fmla="*/ 0 h 44"/>
                    <a:gd name="T2" fmla="*/ 6 w 36"/>
                    <a:gd name="T3" fmla="*/ 2 h 44"/>
                    <a:gd name="T4" fmla="*/ 2 w 36"/>
                    <a:gd name="T5" fmla="*/ 4 h 44"/>
                    <a:gd name="T6" fmla="*/ 0 w 36"/>
                    <a:gd name="T7" fmla="*/ 6 h 44"/>
                    <a:gd name="T8" fmla="*/ 0 w 36"/>
                    <a:gd name="T9" fmla="*/ 10 h 44"/>
                    <a:gd name="T10" fmla="*/ 2 w 36"/>
                    <a:gd name="T11" fmla="*/ 12 h 44"/>
                    <a:gd name="T12" fmla="*/ 4 w 36"/>
                    <a:gd name="T13" fmla="*/ 16 h 44"/>
                    <a:gd name="T14" fmla="*/ 8 w 36"/>
                    <a:gd name="T15" fmla="*/ 20 h 44"/>
                    <a:gd name="T16" fmla="*/ 10 w 36"/>
                    <a:gd name="T17" fmla="*/ 24 h 44"/>
                    <a:gd name="T18" fmla="*/ 14 w 36"/>
                    <a:gd name="T19" fmla="*/ 28 h 44"/>
                    <a:gd name="T20" fmla="*/ 16 w 36"/>
                    <a:gd name="T21" fmla="*/ 32 h 44"/>
                    <a:gd name="T22" fmla="*/ 16 w 36"/>
                    <a:gd name="T23" fmla="*/ 32 h 44"/>
                    <a:gd name="T24" fmla="*/ 16 w 36"/>
                    <a:gd name="T25" fmla="*/ 34 h 44"/>
                    <a:gd name="T26" fmla="*/ 16 w 36"/>
                    <a:gd name="T27" fmla="*/ 36 h 44"/>
                    <a:gd name="T28" fmla="*/ 16 w 36"/>
                    <a:gd name="T29" fmla="*/ 38 h 44"/>
                    <a:gd name="T30" fmla="*/ 18 w 36"/>
                    <a:gd name="T31" fmla="*/ 40 h 44"/>
                    <a:gd name="T32" fmla="*/ 18 w 36"/>
                    <a:gd name="T33" fmla="*/ 42 h 44"/>
                    <a:gd name="T34" fmla="*/ 22 w 36"/>
                    <a:gd name="T35" fmla="*/ 44 h 44"/>
                    <a:gd name="T36" fmla="*/ 26 w 36"/>
                    <a:gd name="T37" fmla="*/ 44 h 44"/>
                    <a:gd name="T38" fmla="*/ 30 w 36"/>
                    <a:gd name="T39" fmla="*/ 42 h 44"/>
                    <a:gd name="T40" fmla="*/ 34 w 36"/>
                    <a:gd name="T41" fmla="*/ 38 h 44"/>
                    <a:gd name="T42" fmla="*/ 34 w 36"/>
                    <a:gd name="T43" fmla="*/ 34 h 44"/>
                    <a:gd name="T44" fmla="*/ 34 w 36"/>
                    <a:gd name="T45" fmla="*/ 30 h 44"/>
                    <a:gd name="T46" fmla="*/ 34 w 36"/>
                    <a:gd name="T47" fmla="*/ 26 h 44"/>
                    <a:gd name="T48" fmla="*/ 34 w 36"/>
                    <a:gd name="T49" fmla="*/ 22 h 44"/>
                    <a:gd name="T50" fmla="*/ 34 w 36"/>
                    <a:gd name="T51" fmla="*/ 18 h 44"/>
                    <a:gd name="T52" fmla="*/ 34 w 36"/>
                    <a:gd name="T53" fmla="*/ 16 h 44"/>
                    <a:gd name="T54" fmla="*/ 36 w 36"/>
                    <a:gd name="T55" fmla="*/ 14 h 44"/>
                    <a:gd name="T56" fmla="*/ 34 w 36"/>
                    <a:gd name="T57" fmla="*/ 14 h 44"/>
                    <a:gd name="T58" fmla="*/ 32 w 36"/>
                    <a:gd name="T59" fmla="*/ 12 h 44"/>
                    <a:gd name="T60" fmla="*/ 28 w 36"/>
                    <a:gd name="T61" fmla="*/ 10 h 44"/>
                    <a:gd name="T62" fmla="*/ 24 w 36"/>
                    <a:gd name="T63" fmla="*/ 6 h 44"/>
                    <a:gd name="T64" fmla="*/ 20 w 36"/>
                    <a:gd name="T65" fmla="*/ 4 h 44"/>
                    <a:gd name="T66" fmla="*/ 18 w 36"/>
                    <a:gd name="T67" fmla="*/ 4 h 44"/>
                    <a:gd name="T68" fmla="*/ 12 w 36"/>
                    <a:gd name="T69" fmla="*/ 4 h 44"/>
                    <a:gd name="T70" fmla="*/ 10 w 36"/>
                    <a:gd name="T71" fmla="*/ 2 h 44"/>
                    <a:gd name="T72" fmla="*/ 8 w 36"/>
                    <a:gd name="T73" fmla="*/ 2 h 44"/>
                    <a:gd name="T74" fmla="*/ 6 w 36"/>
                    <a:gd name="T7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 h="44">
                      <a:moveTo>
                        <a:pt x="6" y="0"/>
                      </a:moveTo>
                      <a:lnTo>
                        <a:pt x="6" y="2"/>
                      </a:lnTo>
                      <a:lnTo>
                        <a:pt x="2" y="4"/>
                      </a:lnTo>
                      <a:lnTo>
                        <a:pt x="0" y="6"/>
                      </a:lnTo>
                      <a:lnTo>
                        <a:pt x="0" y="10"/>
                      </a:lnTo>
                      <a:lnTo>
                        <a:pt x="2" y="12"/>
                      </a:lnTo>
                      <a:lnTo>
                        <a:pt x="4" y="16"/>
                      </a:lnTo>
                      <a:lnTo>
                        <a:pt x="8" y="20"/>
                      </a:lnTo>
                      <a:lnTo>
                        <a:pt x="10" y="24"/>
                      </a:lnTo>
                      <a:lnTo>
                        <a:pt x="14" y="28"/>
                      </a:lnTo>
                      <a:lnTo>
                        <a:pt x="16" y="32"/>
                      </a:lnTo>
                      <a:lnTo>
                        <a:pt x="16" y="32"/>
                      </a:lnTo>
                      <a:lnTo>
                        <a:pt x="16" y="34"/>
                      </a:lnTo>
                      <a:lnTo>
                        <a:pt x="16" y="36"/>
                      </a:lnTo>
                      <a:lnTo>
                        <a:pt x="16" y="38"/>
                      </a:lnTo>
                      <a:lnTo>
                        <a:pt x="18" y="40"/>
                      </a:lnTo>
                      <a:lnTo>
                        <a:pt x="18" y="42"/>
                      </a:lnTo>
                      <a:lnTo>
                        <a:pt x="22" y="44"/>
                      </a:lnTo>
                      <a:lnTo>
                        <a:pt x="26" y="44"/>
                      </a:lnTo>
                      <a:lnTo>
                        <a:pt x="30" y="42"/>
                      </a:lnTo>
                      <a:lnTo>
                        <a:pt x="34" y="38"/>
                      </a:lnTo>
                      <a:lnTo>
                        <a:pt x="34" y="34"/>
                      </a:lnTo>
                      <a:lnTo>
                        <a:pt x="34" y="30"/>
                      </a:lnTo>
                      <a:lnTo>
                        <a:pt x="34" y="26"/>
                      </a:lnTo>
                      <a:lnTo>
                        <a:pt x="34" y="22"/>
                      </a:lnTo>
                      <a:lnTo>
                        <a:pt x="34" y="18"/>
                      </a:lnTo>
                      <a:lnTo>
                        <a:pt x="34" y="16"/>
                      </a:lnTo>
                      <a:lnTo>
                        <a:pt x="36" y="14"/>
                      </a:lnTo>
                      <a:lnTo>
                        <a:pt x="34" y="14"/>
                      </a:lnTo>
                      <a:lnTo>
                        <a:pt x="32" y="12"/>
                      </a:lnTo>
                      <a:lnTo>
                        <a:pt x="28" y="10"/>
                      </a:lnTo>
                      <a:lnTo>
                        <a:pt x="24" y="6"/>
                      </a:lnTo>
                      <a:lnTo>
                        <a:pt x="20" y="4"/>
                      </a:lnTo>
                      <a:lnTo>
                        <a:pt x="18" y="4"/>
                      </a:lnTo>
                      <a:lnTo>
                        <a:pt x="12" y="4"/>
                      </a:lnTo>
                      <a:lnTo>
                        <a:pt x="10" y="2"/>
                      </a:lnTo>
                      <a:lnTo>
                        <a:pt x="8" y="2"/>
                      </a:lnTo>
                      <a:lnTo>
                        <a:pt x="6" y="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 name="Freeform 398">
                  <a:extLst>
                    <a:ext uri="{FF2B5EF4-FFF2-40B4-BE49-F238E27FC236}">
                      <a16:creationId xmlns:a16="http://schemas.microsoft.com/office/drawing/2014/main" id="{6854928B-1B98-A53B-3CDE-DA994D466BCF}"/>
                    </a:ext>
                  </a:extLst>
                </p:cNvPr>
                <p:cNvSpPr/>
                <p:nvPr/>
              </p:nvSpPr>
              <p:spPr bwMode="gray">
                <a:xfrm>
                  <a:off x="3838123" y="3618091"/>
                  <a:ext cx="266601" cy="225718"/>
                </a:xfrm>
                <a:custGeom>
                  <a:avLst/>
                  <a:gdLst>
                    <a:gd name="T0" fmla="*/ 0 w 144"/>
                    <a:gd name="T1" fmla="*/ 114 h 122"/>
                    <a:gd name="T2" fmla="*/ 22 w 144"/>
                    <a:gd name="T3" fmla="*/ 114 h 122"/>
                    <a:gd name="T4" fmla="*/ 58 w 144"/>
                    <a:gd name="T5" fmla="*/ 106 h 122"/>
                    <a:gd name="T6" fmla="*/ 62 w 144"/>
                    <a:gd name="T7" fmla="*/ 118 h 122"/>
                    <a:gd name="T8" fmla="*/ 66 w 144"/>
                    <a:gd name="T9" fmla="*/ 120 h 122"/>
                    <a:gd name="T10" fmla="*/ 74 w 144"/>
                    <a:gd name="T11" fmla="*/ 120 h 122"/>
                    <a:gd name="T12" fmla="*/ 82 w 144"/>
                    <a:gd name="T13" fmla="*/ 114 h 122"/>
                    <a:gd name="T14" fmla="*/ 86 w 144"/>
                    <a:gd name="T15" fmla="*/ 110 h 122"/>
                    <a:gd name="T16" fmla="*/ 102 w 144"/>
                    <a:gd name="T17" fmla="*/ 104 h 122"/>
                    <a:gd name="T18" fmla="*/ 106 w 144"/>
                    <a:gd name="T19" fmla="*/ 100 h 122"/>
                    <a:gd name="T20" fmla="*/ 116 w 144"/>
                    <a:gd name="T21" fmla="*/ 94 h 122"/>
                    <a:gd name="T22" fmla="*/ 124 w 144"/>
                    <a:gd name="T23" fmla="*/ 88 h 122"/>
                    <a:gd name="T24" fmla="*/ 128 w 144"/>
                    <a:gd name="T25" fmla="*/ 82 h 122"/>
                    <a:gd name="T26" fmla="*/ 132 w 144"/>
                    <a:gd name="T27" fmla="*/ 76 h 122"/>
                    <a:gd name="T28" fmla="*/ 136 w 144"/>
                    <a:gd name="T29" fmla="*/ 68 h 122"/>
                    <a:gd name="T30" fmla="*/ 138 w 144"/>
                    <a:gd name="T31" fmla="*/ 60 h 122"/>
                    <a:gd name="T32" fmla="*/ 138 w 144"/>
                    <a:gd name="T33" fmla="*/ 52 h 122"/>
                    <a:gd name="T34" fmla="*/ 136 w 144"/>
                    <a:gd name="T35" fmla="*/ 44 h 122"/>
                    <a:gd name="T36" fmla="*/ 136 w 144"/>
                    <a:gd name="T37" fmla="*/ 42 h 122"/>
                    <a:gd name="T38" fmla="*/ 140 w 144"/>
                    <a:gd name="T39" fmla="*/ 38 h 122"/>
                    <a:gd name="T40" fmla="*/ 144 w 144"/>
                    <a:gd name="T41" fmla="*/ 30 h 122"/>
                    <a:gd name="T42" fmla="*/ 144 w 144"/>
                    <a:gd name="T43" fmla="*/ 20 h 122"/>
                    <a:gd name="T44" fmla="*/ 142 w 144"/>
                    <a:gd name="T45" fmla="*/ 8 h 122"/>
                    <a:gd name="T46" fmla="*/ 140 w 144"/>
                    <a:gd name="T47" fmla="*/ 0 h 122"/>
                    <a:gd name="T48" fmla="*/ 138 w 144"/>
                    <a:gd name="T49" fmla="*/ 0 h 122"/>
                    <a:gd name="T50" fmla="*/ 132 w 144"/>
                    <a:gd name="T51" fmla="*/ 2 h 122"/>
                    <a:gd name="T52" fmla="*/ 122 w 144"/>
                    <a:gd name="T53" fmla="*/ 8 h 122"/>
                    <a:gd name="T54" fmla="*/ 116 w 144"/>
                    <a:gd name="T55" fmla="*/ 18 h 122"/>
                    <a:gd name="T56" fmla="*/ 114 w 144"/>
                    <a:gd name="T57" fmla="*/ 32 h 122"/>
                    <a:gd name="T58" fmla="*/ 112 w 144"/>
                    <a:gd name="T59" fmla="*/ 44 h 122"/>
                    <a:gd name="T60" fmla="*/ 108 w 144"/>
                    <a:gd name="T61" fmla="*/ 48 h 122"/>
                    <a:gd name="T62" fmla="*/ 102 w 144"/>
                    <a:gd name="T63" fmla="*/ 58 h 122"/>
                    <a:gd name="T64" fmla="*/ 94 w 144"/>
                    <a:gd name="T65" fmla="*/ 68 h 122"/>
                    <a:gd name="T66" fmla="*/ 82 w 144"/>
                    <a:gd name="T67" fmla="*/ 76 h 122"/>
                    <a:gd name="T68" fmla="*/ 72 w 144"/>
                    <a:gd name="T69" fmla="*/ 84 h 122"/>
                    <a:gd name="T70" fmla="*/ 64 w 144"/>
                    <a:gd name="T71" fmla="*/ 90 h 122"/>
                    <a:gd name="T72" fmla="*/ 40 w 144"/>
                    <a:gd name="T73" fmla="*/ 90 h 122"/>
                    <a:gd name="T74" fmla="*/ 6 w 144"/>
                    <a:gd name="T75" fmla="*/ 10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4" h="122">
                      <a:moveTo>
                        <a:pt x="6" y="106"/>
                      </a:moveTo>
                      <a:lnTo>
                        <a:pt x="0" y="114"/>
                      </a:lnTo>
                      <a:lnTo>
                        <a:pt x="14" y="118"/>
                      </a:lnTo>
                      <a:lnTo>
                        <a:pt x="22" y="114"/>
                      </a:lnTo>
                      <a:lnTo>
                        <a:pt x="38" y="110"/>
                      </a:lnTo>
                      <a:lnTo>
                        <a:pt x="58" y="106"/>
                      </a:lnTo>
                      <a:lnTo>
                        <a:pt x="62" y="118"/>
                      </a:lnTo>
                      <a:lnTo>
                        <a:pt x="62" y="118"/>
                      </a:lnTo>
                      <a:lnTo>
                        <a:pt x="62" y="120"/>
                      </a:lnTo>
                      <a:lnTo>
                        <a:pt x="66" y="120"/>
                      </a:lnTo>
                      <a:lnTo>
                        <a:pt x="68" y="122"/>
                      </a:lnTo>
                      <a:lnTo>
                        <a:pt x="74" y="120"/>
                      </a:lnTo>
                      <a:lnTo>
                        <a:pt x="78" y="116"/>
                      </a:lnTo>
                      <a:lnTo>
                        <a:pt x="82" y="114"/>
                      </a:lnTo>
                      <a:lnTo>
                        <a:pt x="84" y="110"/>
                      </a:lnTo>
                      <a:lnTo>
                        <a:pt x="86" y="110"/>
                      </a:lnTo>
                      <a:lnTo>
                        <a:pt x="100" y="106"/>
                      </a:lnTo>
                      <a:lnTo>
                        <a:pt x="102" y="104"/>
                      </a:lnTo>
                      <a:lnTo>
                        <a:pt x="104" y="104"/>
                      </a:lnTo>
                      <a:lnTo>
                        <a:pt x="106" y="100"/>
                      </a:lnTo>
                      <a:lnTo>
                        <a:pt x="112" y="98"/>
                      </a:lnTo>
                      <a:lnTo>
                        <a:pt x="116" y="94"/>
                      </a:lnTo>
                      <a:lnTo>
                        <a:pt x="120" y="90"/>
                      </a:lnTo>
                      <a:lnTo>
                        <a:pt x="124" y="88"/>
                      </a:lnTo>
                      <a:lnTo>
                        <a:pt x="126" y="84"/>
                      </a:lnTo>
                      <a:lnTo>
                        <a:pt x="128" y="82"/>
                      </a:lnTo>
                      <a:lnTo>
                        <a:pt x="130" y="80"/>
                      </a:lnTo>
                      <a:lnTo>
                        <a:pt x="132" y="76"/>
                      </a:lnTo>
                      <a:lnTo>
                        <a:pt x="134" y="72"/>
                      </a:lnTo>
                      <a:lnTo>
                        <a:pt x="136" y="68"/>
                      </a:lnTo>
                      <a:lnTo>
                        <a:pt x="138" y="64"/>
                      </a:lnTo>
                      <a:lnTo>
                        <a:pt x="138" y="60"/>
                      </a:lnTo>
                      <a:lnTo>
                        <a:pt x="138" y="58"/>
                      </a:lnTo>
                      <a:lnTo>
                        <a:pt x="138" y="52"/>
                      </a:lnTo>
                      <a:lnTo>
                        <a:pt x="136" y="48"/>
                      </a:lnTo>
                      <a:lnTo>
                        <a:pt x="136" y="44"/>
                      </a:lnTo>
                      <a:lnTo>
                        <a:pt x="136" y="42"/>
                      </a:lnTo>
                      <a:lnTo>
                        <a:pt x="136" y="42"/>
                      </a:lnTo>
                      <a:lnTo>
                        <a:pt x="138" y="40"/>
                      </a:lnTo>
                      <a:lnTo>
                        <a:pt x="140" y="38"/>
                      </a:lnTo>
                      <a:lnTo>
                        <a:pt x="142" y="34"/>
                      </a:lnTo>
                      <a:lnTo>
                        <a:pt x="144" y="30"/>
                      </a:lnTo>
                      <a:lnTo>
                        <a:pt x="144" y="26"/>
                      </a:lnTo>
                      <a:lnTo>
                        <a:pt x="144" y="20"/>
                      </a:lnTo>
                      <a:lnTo>
                        <a:pt x="142" y="14"/>
                      </a:lnTo>
                      <a:lnTo>
                        <a:pt x="142" y="8"/>
                      </a:lnTo>
                      <a:lnTo>
                        <a:pt x="140" y="4"/>
                      </a:lnTo>
                      <a:lnTo>
                        <a:pt x="140" y="0"/>
                      </a:lnTo>
                      <a:lnTo>
                        <a:pt x="140" y="0"/>
                      </a:lnTo>
                      <a:lnTo>
                        <a:pt x="138" y="0"/>
                      </a:lnTo>
                      <a:lnTo>
                        <a:pt x="136" y="0"/>
                      </a:lnTo>
                      <a:lnTo>
                        <a:pt x="132" y="2"/>
                      </a:lnTo>
                      <a:lnTo>
                        <a:pt x="126" y="4"/>
                      </a:lnTo>
                      <a:lnTo>
                        <a:pt x="122" y="8"/>
                      </a:lnTo>
                      <a:lnTo>
                        <a:pt x="118" y="12"/>
                      </a:lnTo>
                      <a:lnTo>
                        <a:pt x="116" y="18"/>
                      </a:lnTo>
                      <a:lnTo>
                        <a:pt x="114" y="26"/>
                      </a:lnTo>
                      <a:lnTo>
                        <a:pt x="114" y="32"/>
                      </a:lnTo>
                      <a:lnTo>
                        <a:pt x="112" y="38"/>
                      </a:lnTo>
                      <a:lnTo>
                        <a:pt x="112" y="44"/>
                      </a:lnTo>
                      <a:lnTo>
                        <a:pt x="110" y="46"/>
                      </a:lnTo>
                      <a:lnTo>
                        <a:pt x="108" y="48"/>
                      </a:lnTo>
                      <a:lnTo>
                        <a:pt x="106" y="52"/>
                      </a:lnTo>
                      <a:lnTo>
                        <a:pt x="102" y="58"/>
                      </a:lnTo>
                      <a:lnTo>
                        <a:pt x="98" y="62"/>
                      </a:lnTo>
                      <a:lnTo>
                        <a:pt x="94" y="68"/>
                      </a:lnTo>
                      <a:lnTo>
                        <a:pt x="88" y="72"/>
                      </a:lnTo>
                      <a:lnTo>
                        <a:pt x="82" y="76"/>
                      </a:lnTo>
                      <a:lnTo>
                        <a:pt x="76" y="80"/>
                      </a:lnTo>
                      <a:lnTo>
                        <a:pt x="72" y="84"/>
                      </a:lnTo>
                      <a:lnTo>
                        <a:pt x="68" y="88"/>
                      </a:lnTo>
                      <a:lnTo>
                        <a:pt x="64" y="90"/>
                      </a:lnTo>
                      <a:lnTo>
                        <a:pt x="64" y="90"/>
                      </a:lnTo>
                      <a:lnTo>
                        <a:pt x="40" y="90"/>
                      </a:lnTo>
                      <a:lnTo>
                        <a:pt x="22" y="96"/>
                      </a:lnTo>
                      <a:lnTo>
                        <a:pt x="6" y="106"/>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 name="Freeform 399">
                  <a:extLst>
                    <a:ext uri="{FF2B5EF4-FFF2-40B4-BE49-F238E27FC236}">
                      <a16:creationId xmlns:a16="http://schemas.microsoft.com/office/drawing/2014/main" id="{29A5F85C-369D-4336-556B-F0FAB215A09E}"/>
                    </a:ext>
                  </a:extLst>
                </p:cNvPr>
                <p:cNvSpPr/>
                <p:nvPr/>
              </p:nvSpPr>
              <p:spPr bwMode="gray">
                <a:xfrm>
                  <a:off x="3875151" y="3832709"/>
                  <a:ext cx="44434" cy="29602"/>
                </a:xfrm>
                <a:custGeom>
                  <a:avLst/>
                  <a:gdLst>
                    <a:gd name="T0" fmla="*/ 8 w 24"/>
                    <a:gd name="T1" fmla="*/ 0 h 16"/>
                    <a:gd name="T2" fmla="*/ 0 w 24"/>
                    <a:gd name="T3" fmla="*/ 10 h 16"/>
                    <a:gd name="T4" fmla="*/ 8 w 24"/>
                    <a:gd name="T5" fmla="*/ 16 h 16"/>
                    <a:gd name="T6" fmla="*/ 18 w 24"/>
                    <a:gd name="T7" fmla="*/ 8 h 16"/>
                    <a:gd name="T8" fmla="*/ 24 w 24"/>
                    <a:gd name="T9" fmla="*/ 2 h 16"/>
                    <a:gd name="T10" fmla="*/ 8 w 24"/>
                    <a:gd name="T11" fmla="*/ 0 h 16"/>
                  </a:gdLst>
                  <a:ahLst/>
                  <a:cxnLst>
                    <a:cxn ang="0">
                      <a:pos x="T0" y="T1"/>
                    </a:cxn>
                    <a:cxn ang="0">
                      <a:pos x="T2" y="T3"/>
                    </a:cxn>
                    <a:cxn ang="0">
                      <a:pos x="T4" y="T5"/>
                    </a:cxn>
                    <a:cxn ang="0">
                      <a:pos x="T6" y="T7"/>
                    </a:cxn>
                    <a:cxn ang="0">
                      <a:pos x="T8" y="T9"/>
                    </a:cxn>
                    <a:cxn ang="0">
                      <a:pos x="T10" y="T11"/>
                    </a:cxn>
                  </a:cxnLst>
                  <a:rect l="0" t="0" r="r" b="b"/>
                  <a:pathLst>
                    <a:path w="24" h="16">
                      <a:moveTo>
                        <a:pt x="8" y="0"/>
                      </a:moveTo>
                      <a:lnTo>
                        <a:pt x="0" y="10"/>
                      </a:lnTo>
                      <a:lnTo>
                        <a:pt x="8" y="16"/>
                      </a:lnTo>
                      <a:lnTo>
                        <a:pt x="18" y="8"/>
                      </a:lnTo>
                      <a:lnTo>
                        <a:pt x="24" y="2"/>
                      </a:lnTo>
                      <a:lnTo>
                        <a:pt x="8" y="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 name="Freeform 400">
                  <a:extLst>
                    <a:ext uri="{FF2B5EF4-FFF2-40B4-BE49-F238E27FC236}">
                      <a16:creationId xmlns:a16="http://schemas.microsoft.com/office/drawing/2014/main" id="{4038AD2A-FBCD-CB94-D20E-59F2B1E57679}"/>
                    </a:ext>
                  </a:extLst>
                </p:cNvPr>
                <p:cNvSpPr/>
                <p:nvPr/>
              </p:nvSpPr>
              <p:spPr bwMode="gray">
                <a:xfrm>
                  <a:off x="4056588" y="3481180"/>
                  <a:ext cx="144409" cy="111009"/>
                </a:xfrm>
                <a:custGeom>
                  <a:avLst/>
                  <a:gdLst>
                    <a:gd name="T0" fmla="*/ 36 w 78"/>
                    <a:gd name="T1" fmla="*/ 6 h 60"/>
                    <a:gd name="T2" fmla="*/ 36 w 78"/>
                    <a:gd name="T3" fmla="*/ 6 h 60"/>
                    <a:gd name="T4" fmla="*/ 34 w 78"/>
                    <a:gd name="T5" fmla="*/ 4 h 60"/>
                    <a:gd name="T6" fmla="*/ 32 w 78"/>
                    <a:gd name="T7" fmla="*/ 2 h 60"/>
                    <a:gd name="T8" fmla="*/ 30 w 78"/>
                    <a:gd name="T9" fmla="*/ 0 h 60"/>
                    <a:gd name="T10" fmla="*/ 28 w 78"/>
                    <a:gd name="T11" fmla="*/ 0 h 60"/>
                    <a:gd name="T12" fmla="*/ 26 w 78"/>
                    <a:gd name="T13" fmla="*/ 2 h 60"/>
                    <a:gd name="T14" fmla="*/ 24 w 78"/>
                    <a:gd name="T15" fmla="*/ 4 h 60"/>
                    <a:gd name="T16" fmla="*/ 22 w 78"/>
                    <a:gd name="T17" fmla="*/ 12 h 60"/>
                    <a:gd name="T18" fmla="*/ 20 w 78"/>
                    <a:gd name="T19" fmla="*/ 18 h 60"/>
                    <a:gd name="T20" fmla="*/ 20 w 78"/>
                    <a:gd name="T21" fmla="*/ 22 h 60"/>
                    <a:gd name="T22" fmla="*/ 20 w 78"/>
                    <a:gd name="T23" fmla="*/ 26 h 60"/>
                    <a:gd name="T24" fmla="*/ 18 w 78"/>
                    <a:gd name="T25" fmla="*/ 28 h 60"/>
                    <a:gd name="T26" fmla="*/ 16 w 78"/>
                    <a:gd name="T27" fmla="*/ 32 h 60"/>
                    <a:gd name="T28" fmla="*/ 12 w 78"/>
                    <a:gd name="T29" fmla="*/ 36 h 60"/>
                    <a:gd name="T30" fmla="*/ 10 w 78"/>
                    <a:gd name="T31" fmla="*/ 42 h 60"/>
                    <a:gd name="T32" fmla="*/ 6 w 78"/>
                    <a:gd name="T33" fmla="*/ 46 h 60"/>
                    <a:gd name="T34" fmla="*/ 4 w 78"/>
                    <a:gd name="T35" fmla="*/ 48 h 60"/>
                    <a:gd name="T36" fmla="*/ 2 w 78"/>
                    <a:gd name="T37" fmla="*/ 50 h 60"/>
                    <a:gd name="T38" fmla="*/ 0 w 78"/>
                    <a:gd name="T39" fmla="*/ 52 h 60"/>
                    <a:gd name="T40" fmla="*/ 0 w 78"/>
                    <a:gd name="T41" fmla="*/ 54 h 60"/>
                    <a:gd name="T42" fmla="*/ 0 w 78"/>
                    <a:gd name="T43" fmla="*/ 56 h 60"/>
                    <a:gd name="T44" fmla="*/ 4 w 78"/>
                    <a:gd name="T45" fmla="*/ 56 h 60"/>
                    <a:gd name="T46" fmla="*/ 8 w 78"/>
                    <a:gd name="T47" fmla="*/ 58 h 60"/>
                    <a:gd name="T48" fmla="*/ 14 w 78"/>
                    <a:gd name="T49" fmla="*/ 58 h 60"/>
                    <a:gd name="T50" fmla="*/ 20 w 78"/>
                    <a:gd name="T51" fmla="*/ 58 h 60"/>
                    <a:gd name="T52" fmla="*/ 26 w 78"/>
                    <a:gd name="T53" fmla="*/ 58 h 60"/>
                    <a:gd name="T54" fmla="*/ 30 w 78"/>
                    <a:gd name="T55" fmla="*/ 56 h 60"/>
                    <a:gd name="T56" fmla="*/ 32 w 78"/>
                    <a:gd name="T57" fmla="*/ 56 h 60"/>
                    <a:gd name="T58" fmla="*/ 38 w 78"/>
                    <a:gd name="T59" fmla="*/ 60 h 60"/>
                    <a:gd name="T60" fmla="*/ 48 w 78"/>
                    <a:gd name="T61" fmla="*/ 58 h 60"/>
                    <a:gd name="T62" fmla="*/ 48 w 78"/>
                    <a:gd name="T63" fmla="*/ 58 h 60"/>
                    <a:gd name="T64" fmla="*/ 50 w 78"/>
                    <a:gd name="T65" fmla="*/ 56 h 60"/>
                    <a:gd name="T66" fmla="*/ 52 w 78"/>
                    <a:gd name="T67" fmla="*/ 52 h 60"/>
                    <a:gd name="T68" fmla="*/ 54 w 78"/>
                    <a:gd name="T69" fmla="*/ 50 h 60"/>
                    <a:gd name="T70" fmla="*/ 56 w 78"/>
                    <a:gd name="T71" fmla="*/ 46 h 60"/>
                    <a:gd name="T72" fmla="*/ 60 w 78"/>
                    <a:gd name="T73" fmla="*/ 44 h 60"/>
                    <a:gd name="T74" fmla="*/ 62 w 78"/>
                    <a:gd name="T75" fmla="*/ 44 h 60"/>
                    <a:gd name="T76" fmla="*/ 64 w 78"/>
                    <a:gd name="T77" fmla="*/ 44 h 60"/>
                    <a:gd name="T78" fmla="*/ 66 w 78"/>
                    <a:gd name="T79" fmla="*/ 42 h 60"/>
                    <a:gd name="T80" fmla="*/ 70 w 78"/>
                    <a:gd name="T81" fmla="*/ 40 h 60"/>
                    <a:gd name="T82" fmla="*/ 72 w 78"/>
                    <a:gd name="T83" fmla="*/ 38 h 60"/>
                    <a:gd name="T84" fmla="*/ 74 w 78"/>
                    <a:gd name="T85" fmla="*/ 36 h 60"/>
                    <a:gd name="T86" fmla="*/ 76 w 78"/>
                    <a:gd name="T87" fmla="*/ 34 h 60"/>
                    <a:gd name="T88" fmla="*/ 78 w 78"/>
                    <a:gd name="T89" fmla="*/ 32 h 60"/>
                    <a:gd name="T90" fmla="*/ 78 w 78"/>
                    <a:gd name="T91" fmla="*/ 32 h 60"/>
                    <a:gd name="T92" fmla="*/ 78 w 78"/>
                    <a:gd name="T93" fmla="*/ 30 h 60"/>
                    <a:gd name="T94" fmla="*/ 78 w 78"/>
                    <a:gd name="T95" fmla="*/ 26 h 60"/>
                    <a:gd name="T96" fmla="*/ 78 w 78"/>
                    <a:gd name="T97" fmla="*/ 24 h 60"/>
                    <a:gd name="T98" fmla="*/ 76 w 78"/>
                    <a:gd name="T99" fmla="*/ 22 h 60"/>
                    <a:gd name="T100" fmla="*/ 74 w 78"/>
                    <a:gd name="T101" fmla="*/ 20 h 60"/>
                    <a:gd name="T102" fmla="*/ 72 w 78"/>
                    <a:gd name="T103" fmla="*/ 22 h 60"/>
                    <a:gd name="T104" fmla="*/ 70 w 78"/>
                    <a:gd name="T105" fmla="*/ 24 h 60"/>
                    <a:gd name="T106" fmla="*/ 66 w 78"/>
                    <a:gd name="T107" fmla="*/ 26 h 60"/>
                    <a:gd name="T108" fmla="*/ 64 w 78"/>
                    <a:gd name="T109" fmla="*/ 26 h 60"/>
                    <a:gd name="T110" fmla="*/ 62 w 78"/>
                    <a:gd name="T111" fmla="*/ 26 h 60"/>
                    <a:gd name="T112" fmla="*/ 58 w 78"/>
                    <a:gd name="T113" fmla="*/ 24 h 60"/>
                    <a:gd name="T114" fmla="*/ 52 w 78"/>
                    <a:gd name="T115" fmla="*/ 22 h 60"/>
                    <a:gd name="T116" fmla="*/ 46 w 78"/>
                    <a:gd name="T117" fmla="*/ 20 h 60"/>
                    <a:gd name="T118" fmla="*/ 42 w 78"/>
                    <a:gd name="T119" fmla="*/ 16 h 60"/>
                    <a:gd name="T120" fmla="*/ 38 w 78"/>
                    <a:gd name="T121" fmla="*/ 12 h 60"/>
                    <a:gd name="T122" fmla="*/ 36 w 78"/>
                    <a:gd name="T123"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8" h="60">
                      <a:moveTo>
                        <a:pt x="36" y="6"/>
                      </a:moveTo>
                      <a:lnTo>
                        <a:pt x="36" y="6"/>
                      </a:lnTo>
                      <a:lnTo>
                        <a:pt x="34" y="4"/>
                      </a:lnTo>
                      <a:lnTo>
                        <a:pt x="32" y="2"/>
                      </a:lnTo>
                      <a:lnTo>
                        <a:pt x="30" y="0"/>
                      </a:lnTo>
                      <a:lnTo>
                        <a:pt x="28" y="0"/>
                      </a:lnTo>
                      <a:lnTo>
                        <a:pt x="26" y="2"/>
                      </a:lnTo>
                      <a:lnTo>
                        <a:pt x="24" y="4"/>
                      </a:lnTo>
                      <a:lnTo>
                        <a:pt x="22" y="12"/>
                      </a:lnTo>
                      <a:lnTo>
                        <a:pt x="20" y="18"/>
                      </a:lnTo>
                      <a:lnTo>
                        <a:pt x="20" y="22"/>
                      </a:lnTo>
                      <a:lnTo>
                        <a:pt x="20" y="26"/>
                      </a:lnTo>
                      <a:lnTo>
                        <a:pt x="18" y="28"/>
                      </a:lnTo>
                      <a:lnTo>
                        <a:pt x="16" y="32"/>
                      </a:lnTo>
                      <a:lnTo>
                        <a:pt x="12" y="36"/>
                      </a:lnTo>
                      <a:lnTo>
                        <a:pt x="10" y="42"/>
                      </a:lnTo>
                      <a:lnTo>
                        <a:pt x="6" y="46"/>
                      </a:lnTo>
                      <a:lnTo>
                        <a:pt x="4" y="48"/>
                      </a:lnTo>
                      <a:lnTo>
                        <a:pt x="2" y="50"/>
                      </a:lnTo>
                      <a:lnTo>
                        <a:pt x="0" y="52"/>
                      </a:lnTo>
                      <a:lnTo>
                        <a:pt x="0" y="54"/>
                      </a:lnTo>
                      <a:lnTo>
                        <a:pt x="0" y="56"/>
                      </a:lnTo>
                      <a:lnTo>
                        <a:pt x="4" y="56"/>
                      </a:lnTo>
                      <a:lnTo>
                        <a:pt x="8" y="58"/>
                      </a:lnTo>
                      <a:lnTo>
                        <a:pt x="14" y="58"/>
                      </a:lnTo>
                      <a:lnTo>
                        <a:pt x="20" y="58"/>
                      </a:lnTo>
                      <a:lnTo>
                        <a:pt x="26" y="58"/>
                      </a:lnTo>
                      <a:lnTo>
                        <a:pt x="30" y="56"/>
                      </a:lnTo>
                      <a:lnTo>
                        <a:pt x="32" y="56"/>
                      </a:lnTo>
                      <a:lnTo>
                        <a:pt x="38" y="60"/>
                      </a:lnTo>
                      <a:lnTo>
                        <a:pt x="48" y="58"/>
                      </a:lnTo>
                      <a:lnTo>
                        <a:pt x="48" y="58"/>
                      </a:lnTo>
                      <a:lnTo>
                        <a:pt x="50" y="56"/>
                      </a:lnTo>
                      <a:lnTo>
                        <a:pt x="52" y="52"/>
                      </a:lnTo>
                      <a:lnTo>
                        <a:pt x="54" y="50"/>
                      </a:lnTo>
                      <a:lnTo>
                        <a:pt x="56" y="46"/>
                      </a:lnTo>
                      <a:lnTo>
                        <a:pt x="60" y="44"/>
                      </a:lnTo>
                      <a:lnTo>
                        <a:pt x="62" y="44"/>
                      </a:lnTo>
                      <a:lnTo>
                        <a:pt x="64" y="44"/>
                      </a:lnTo>
                      <a:lnTo>
                        <a:pt x="66" y="42"/>
                      </a:lnTo>
                      <a:lnTo>
                        <a:pt x="70" y="40"/>
                      </a:lnTo>
                      <a:lnTo>
                        <a:pt x="72" y="38"/>
                      </a:lnTo>
                      <a:lnTo>
                        <a:pt x="74" y="36"/>
                      </a:lnTo>
                      <a:lnTo>
                        <a:pt x="76" y="34"/>
                      </a:lnTo>
                      <a:lnTo>
                        <a:pt x="78" y="32"/>
                      </a:lnTo>
                      <a:lnTo>
                        <a:pt x="78" y="32"/>
                      </a:lnTo>
                      <a:lnTo>
                        <a:pt x="78" y="30"/>
                      </a:lnTo>
                      <a:lnTo>
                        <a:pt x="78" y="26"/>
                      </a:lnTo>
                      <a:lnTo>
                        <a:pt x="78" y="24"/>
                      </a:lnTo>
                      <a:lnTo>
                        <a:pt x="76" y="22"/>
                      </a:lnTo>
                      <a:lnTo>
                        <a:pt x="74" y="20"/>
                      </a:lnTo>
                      <a:lnTo>
                        <a:pt x="72" y="22"/>
                      </a:lnTo>
                      <a:lnTo>
                        <a:pt x="70" y="24"/>
                      </a:lnTo>
                      <a:lnTo>
                        <a:pt x="66" y="26"/>
                      </a:lnTo>
                      <a:lnTo>
                        <a:pt x="64" y="26"/>
                      </a:lnTo>
                      <a:lnTo>
                        <a:pt x="62" y="26"/>
                      </a:lnTo>
                      <a:lnTo>
                        <a:pt x="58" y="24"/>
                      </a:lnTo>
                      <a:lnTo>
                        <a:pt x="52" y="22"/>
                      </a:lnTo>
                      <a:lnTo>
                        <a:pt x="46" y="20"/>
                      </a:lnTo>
                      <a:lnTo>
                        <a:pt x="42" y="16"/>
                      </a:lnTo>
                      <a:lnTo>
                        <a:pt x="38" y="12"/>
                      </a:lnTo>
                      <a:lnTo>
                        <a:pt x="36" y="6"/>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 name="Freeform 401">
                  <a:extLst>
                    <a:ext uri="{FF2B5EF4-FFF2-40B4-BE49-F238E27FC236}">
                      <a16:creationId xmlns:a16="http://schemas.microsoft.com/office/drawing/2014/main" id="{63F81812-959D-8FC7-F7AE-A6B9EFF4BC87}"/>
                    </a:ext>
                  </a:extLst>
                </p:cNvPr>
                <p:cNvSpPr/>
                <p:nvPr/>
              </p:nvSpPr>
              <p:spPr bwMode="gray">
                <a:xfrm>
                  <a:off x="2501415" y="3795706"/>
                  <a:ext cx="148112" cy="62905"/>
                </a:xfrm>
                <a:custGeom>
                  <a:avLst/>
                  <a:gdLst>
                    <a:gd name="T0" fmla="*/ 58 w 80"/>
                    <a:gd name="T1" fmla="*/ 0 h 34"/>
                    <a:gd name="T2" fmla="*/ 52 w 80"/>
                    <a:gd name="T3" fmla="*/ 2 h 34"/>
                    <a:gd name="T4" fmla="*/ 38 w 80"/>
                    <a:gd name="T5" fmla="*/ 2 h 34"/>
                    <a:gd name="T6" fmla="*/ 24 w 80"/>
                    <a:gd name="T7" fmla="*/ 2 h 34"/>
                    <a:gd name="T8" fmla="*/ 16 w 80"/>
                    <a:gd name="T9" fmla="*/ 2 h 34"/>
                    <a:gd name="T10" fmla="*/ 0 w 80"/>
                    <a:gd name="T11" fmla="*/ 16 h 34"/>
                    <a:gd name="T12" fmla="*/ 0 w 80"/>
                    <a:gd name="T13" fmla="*/ 22 h 34"/>
                    <a:gd name="T14" fmla="*/ 0 w 80"/>
                    <a:gd name="T15" fmla="*/ 22 h 34"/>
                    <a:gd name="T16" fmla="*/ 2 w 80"/>
                    <a:gd name="T17" fmla="*/ 24 h 34"/>
                    <a:gd name="T18" fmla="*/ 2 w 80"/>
                    <a:gd name="T19" fmla="*/ 28 h 34"/>
                    <a:gd name="T20" fmla="*/ 4 w 80"/>
                    <a:gd name="T21" fmla="*/ 30 h 34"/>
                    <a:gd name="T22" fmla="*/ 6 w 80"/>
                    <a:gd name="T23" fmla="*/ 30 h 34"/>
                    <a:gd name="T24" fmla="*/ 8 w 80"/>
                    <a:gd name="T25" fmla="*/ 30 h 34"/>
                    <a:gd name="T26" fmla="*/ 12 w 80"/>
                    <a:gd name="T27" fmla="*/ 28 h 34"/>
                    <a:gd name="T28" fmla="*/ 16 w 80"/>
                    <a:gd name="T29" fmla="*/ 28 h 34"/>
                    <a:gd name="T30" fmla="*/ 20 w 80"/>
                    <a:gd name="T31" fmla="*/ 30 h 34"/>
                    <a:gd name="T32" fmla="*/ 26 w 80"/>
                    <a:gd name="T33" fmla="*/ 34 h 34"/>
                    <a:gd name="T34" fmla="*/ 26 w 80"/>
                    <a:gd name="T35" fmla="*/ 32 h 34"/>
                    <a:gd name="T36" fmla="*/ 30 w 80"/>
                    <a:gd name="T37" fmla="*/ 28 h 34"/>
                    <a:gd name="T38" fmla="*/ 40 w 80"/>
                    <a:gd name="T39" fmla="*/ 26 h 34"/>
                    <a:gd name="T40" fmla="*/ 58 w 80"/>
                    <a:gd name="T41" fmla="*/ 24 h 34"/>
                    <a:gd name="T42" fmla="*/ 58 w 80"/>
                    <a:gd name="T43" fmla="*/ 24 h 34"/>
                    <a:gd name="T44" fmla="*/ 58 w 80"/>
                    <a:gd name="T45" fmla="*/ 22 h 34"/>
                    <a:gd name="T46" fmla="*/ 58 w 80"/>
                    <a:gd name="T47" fmla="*/ 20 h 34"/>
                    <a:gd name="T48" fmla="*/ 60 w 80"/>
                    <a:gd name="T49" fmla="*/ 16 h 34"/>
                    <a:gd name="T50" fmla="*/ 62 w 80"/>
                    <a:gd name="T51" fmla="*/ 14 h 34"/>
                    <a:gd name="T52" fmla="*/ 66 w 80"/>
                    <a:gd name="T53" fmla="*/ 12 h 34"/>
                    <a:gd name="T54" fmla="*/ 72 w 80"/>
                    <a:gd name="T55" fmla="*/ 10 h 34"/>
                    <a:gd name="T56" fmla="*/ 80 w 80"/>
                    <a:gd name="T57" fmla="*/ 10 h 34"/>
                    <a:gd name="T58" fmla="*/ 78 w 80"/>
                    <a:gd name="T59" fmla="*/ 8 h 34"/>
                    <a:gd name="T60" fmla="*/ 76 w 80"/>
                    <a:gd name="T61" fmla="*/ 8 h 34"/>
                    <a:gd name="T62" fmla="*/ 70 w 80"/>
                    <a:gd name="T63" fmla="*/ 8 h 34"/>
                    <a:gd name="T64" fmla="*/ 64 w 80"/>
                    <a:gd name="T65" fmla="*/ 6 h 34"/>
                    <a:gd name="T66" fmla="*/ 60 w 80"/>
                    <a:gd name="T67" fmla="*/ 4 h 34"/>
                    <a:gd name="T68" fmla="*/ 58 w 80"/>
                    <a:gd name="T6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 h="34">
                      <a:moveTo>
                        <a:pt x="58" y="0"/>
                      </a:moveTo>
                      <a:lnTo>
                        <a:pt x="52"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6" y="8"/>
                      </a:lnTo>
                      <a:lnTo>
                        <a:pt x="70" y="8"/>
                      </a:lnTo>
                      <a:lnTo>
                        <a:pt x="64" y="6"/>
                      </a:lnTo>
                      <a:lnTo>
                        <a:pt x="60" y="4"/>
                      </a:lnTo>
                      <a:lnTo>
                        <a:pt x="58"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 name="Freeform 402">
                  <a:extLst>
                    <a:ext uri="{FF2B5EF4-FFF2-40B4-BE49-F238E27FC236}">
                      <a16:creationId xmlns:a16="http://schemas.microsoft.com/office/drawing/2014/main" id="{805E977F-9146-74D5-587D-96C633FCF19E}"/>
                    </a:ext>
                  </a:extLst>
                </p:cNvPr>
                <p:cNvSpPr/>
                <p:nvPr/>
              </p:nvSpPr>
              <p:spPr bwMode="gray">
                <a:xfrm>
                  <a:off x="2501415" y="3795706"/>
                  <a:ext cx="148112" cy="62905"/>
                </a:xfrm>
                <a:custGeom>
                  <a:avLst/>
                  <a:gdLst>
                    <a:gd name="T0" fmla="*/ 56 w 80"/>
                    <a:gd name="T1" fmla="*/ 0 h 34"/>
                    <a:gd name="T2" fmla="*/ 50 w 80"/>
                    <a:gd name="T3" fmla="*/ 2 h 34"/>
                    <a:gd name="T4" fmla="*/ 38 w 80"/>
                    <a:gd name="T5" fmla="*/ 2 h 34"/>
                    <a:gd name="T6" fmla="*/ 24 w 80"/>
                    <a:gd name="T7" fmla="*/ 2 h 34"/>
                    <a:gd name="T8" fmla="*/ 16 w 80"/>
                    <a:gd name="T9" fmla="*/ 2 h 34"/>
                    <a:gd name="T10" fmla="*/ 0 w 80"/>
                    <a:gd name="T11" fmla="*/ 16 h 34"/>
                    <a:gd name="T12" fmla="*/ 0 w 80"/>
                    <a:gd name="T13" fmla="*/ 22 h 34"/>
                    <a:gd name="T14" fmla="*/ 0 w 80"/>
                    <a:gd name="T15" fmla="*/ 22 h 34"/>
                    <a:gd name="T16" fmla="*/ 2 w 80"/>
                    <a:gd name="T17" fmla="*/ 24 h 34"/>
                    <a:gd name="T18" fmla="*/ 2 w 80"/>
                    <a:gd name="T19" fmla="*/ 28 h 34"/>
                    <a:gd name="T20" fmla="*/ 4 w 80"/>
                    <a:gd name="T21" fmla="*/ 30 h 34"/>
                    <a:gd name="T22" fmla="*/ 6 w 80"/>
                    <a:gd name="T23" fmla="*/ 30 h 34"/>
                    <a:gd name="T24" fmla="*/ 8 w 80"/>
                    <a:gd name="T25" fmla="*/ 30 h 34"/>
                    <a:gd name="T26" fmla="*/ 12 w 80"/>
                    <a:gd name="T27" fmla="*/ 28 h 34"/>
                    <a:gd name="T28" fmla="*/ 16 w 80"/>
                    <a:gd name="T29" fmla="*/ 28 h 34"/>
                    <a:gd name="T30" fmla="*/ 20 w 80"/>
                    <a:gd name="T31" fmla="*/ 30 h 34"/>
                    <a:gd name="T32" fmla="*/ 26 w 80"/>
                    <a:gd name="T33" fmla="*/ 34 h 34"/>
                    <a:gd name="T34" fmla="*/ 26 w 80"/>
                    <a:gd name="T35" fmla="*/ 32 h 34"/>
                    <a:gd name="T36" fmla="*/ 30 w 80"/>
                    <a:gd name="T37" fmla="*/ 28 h 34"/>
                    <a:gd name="T38" fmla="*/ 40 w 80"/>
                    <a:gd name="T39" fmla="*/ 26 h 34"/>
                    <a:gd name="T40" fmla="*/ 58 w 80"/>
                    <a:gd name="T41" fmla="*/ 24 h 34"/>
                    <a:gd name="T42" fmla="*/ 58 w 80"/>
                    <a:gd name="T43" fmla="*/ 24 h 34"/>
                    <a:gd name="T44" fmla="*/ 58 w 80"/>
                    <a:gd name="T45" fmla="*/ 22 h 34"/>
                    <a:gd name="T46" fmla="*/ 58 w 80"/>
                    <a:gd name="T47" fmla="*/ 20 h 34"/>
                    <a:gd name="T48" fmla="*/ 60 w 80"/>
                    <a:gd name="T49" fmla="*/ 16 h 34"/>
                    <a:gd name="T50" fmla="*/ 62 w 80"/>
                    <a:gd name="T51" fmla="*/ 14 h 34"/>
                    <a:gd name="T52" fmla="*/ 66 w 80"/>
                    <a:gd name="T53" fmla="*/ 12 h 34"/>
                    <a:gd name="T54" fmla="*/ 72 w 80"/>
                    <a:gd name="T55" fmla="*/ 10 h 34"/>
                    <a:gd name="T56" fmla="*/ 80 w 80"/>
                    <a:gd name="T57" fmla="*/ 10 h 34"/>
                    <a:gd name="T58" fmla="*/ 78 w 80"/>
                    <a:gd name="T59" fmla="*/ 8 h 34"/>
                    <a:gd name="T60" fmla="*/ 74 w 80"/>
                    <a:gd name="T61" fmla="*/ 8 h 34"/>
                    <a:gd name="T62" fmla="*/ 70 w 80"/>
                    <a:gd name="T63" fmla="*/ 8 h 34"/>
                    <a:gd name="T64" fmla="*/ 64 w 80"/>
                    <a:gd name="T65" fmla="*/ 6 h 34"/>
                    <a:gd name="T66" fmla="*/ 60 w 80"/>
                    <a:gd name="T67" fmla="*/ 4 h 34"/>
                    <a:gd name="T68" fmla="*/ 56 w 80"/>
                    <a:gd name="T6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0" h="34">
                      <a:moveTo>
                        <a:pt x="56" y="0"/>
                      </a:moveTo>
                      <a:lnTo>
                        <a:pt x="50"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4" y="8"/>
                      </a:lnTo>
                      <a:lnTo>
                        <a:pt x="70" y="8"/>
                      </a:lnTo>
                      <a:lnTo>
                        <a:pt x="64" y="6"/>
                      </a:lnTo>
                      <a:lnTo>
                        <a:pt x="60" y="4"/>
                      </a:lnTo>
                      <a:lnTo>
                        <a:pt x="56"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1" name="Freeform 403">
                  <a:extLst>
                    <a:ext uri="{FF2B5EF4-FFF2-40B4-BE49-F238E27FC236}">
                      <a16:creationId xmlns:a16="http://schemas.microsoft.com/office/drawing/2014/main" id="{BBEFACB1-D5A1-70D0-68B8-A1B1101EF57B}"/>
                    </a:ext>
                  </a:extLst>
                </p:cNvPr>
                <p:cNvSpPr/>
                <p:nvPr/>
              </p:nvSpPr>
              <p:spPr bwMode="gray">
                <a:xfrm>
                  <a:off x="924025" y="2234179"/>
                  <a:ext cx="622069" cy="762262"/>
                </a:xfrm>
                <a:custGeom>
                  <a:avLst/>
                  <a:gdLst>
                    <a:gd name="T0" fmla="*/ 302 w 336"/>
                    <a:gd name="T1" fmla="*/ 44 h 412"/>
                    <a:gd name="T2" fmla="*/ 314 w 336"/>
                    <a:gd name="T3" fmla="*/ 42 h 412"/>
                    <a:gd name="T4" fmla="*/ 312 w 336"/>
                    <a:gd name="T5" fmla="*/ 42 h 412"/>
                    <a:gd name="T6" fmla="*/ 326 w 336"/>
                    <a:gd name="T7" fmla="*/ 38 h 412"/>
                    <a:gd name="T8" fmla="*/ 330 w 336"/>
                    <a:gd name="T9" fmla="*/ 22 h 412"/>
                    <a:gd name="T10" fmla="*/ 302 w 336"/>
                    <a:gd name="T11" fmla="*/ 4 h 412"/>
                    <a:gd name="T12" fmla="*/ 250 w 336"/>
                    <a:gd name="T13" fmla="*/ 8 h 412"/>
                    <a:gd name="T14" fmla="*/ 230 w 336"/>
                    <a:gd name="T15" fmla="*/ 14 h 412"/>
                    <a:gd name="T16" fmla="*/ 218 w 336"/>
                    <a:gd name="T17" fmla="*/ 20 h 412"/>
                    <a:gd name="T18" fmla="*/ 214 w 336"/>
                    <a:gd name="T19" fmla="*/ 26 h 412"/>
                    <a:gd name="T20" fmla="*/ 204 w 336"/>
                    <a:gd name="T21" fmla="*/ 36 h 412"/>
                    <a:gd name="T22" fmla="*/ 194 w 336"/>
                    <a:gd name="T23" fmla="*/ 34 h 412"/>
                    <a:gd name="T24" fmla="*/ 186 w 336"/>
                    <a:gd name="T25" fmla="*/ 34 h 412"/>
                    <a:gd name="T26" fmla="*/ 176 w 336"/>
                    <a:gd name="T27" fmla="*/ 48 h 412"/>
                    <a:gd name="T28" fmla="*/ 158 w 336"/>
                    <a:gd name="T29" fmla="*/ 58 h 412"/>
                    <a:gd name="T30" fmla="*/ 148 w 336"/>
                    <a:gd name="T31" fmla="*/ 76 h 412"/>
                    <a:gd name="T32" fmla="*/ 136 w 336"/>
                    <a:gd name="T33" fmla="*/ 114 h 412"/>
                    <a:gd name="T34" fmla="*/ 106 w 336"/>
                    <a:gd name="T35" fmla="*/ 170 h 412"/>
                    <a:gd name="T36" fmla="*/ 94 w 336"/>
                    <a:gd name="T37" fmla="*/ 200 h 412"/>
                    <a:gd name="T38" fmla="*/ 72 w 336"/>
                    <a:gd name="T39" fmla="*/ 230 h 412"/>
                    <a:gd name="T40" fmla="*/ 26 w 336"/>
                    <a:gd name="T41" fmla="*/ 278 h 412"/>
                    <a:gd name="T42" fmla="*/ 16 w 336"/>
                    <a:gd name="T43" fmla="*/ 284 h 412"/>
                    <a:gd name="T44" fmla="*/ 8 w 336"/>
                    <a:gd name="T45" fmla="*/ 300 h 412"/>
                    <a:gd name="T46" fmla="*/ 4 w 336"/>
                    <a:gd name="T47" fmla="*/ 334 h 412"/>
                    <a:gd name="T48" fmla="*/ 10 w 336"/>
                    <a:gd name="T49" fmla="*/ 344 h 412"/>
                    <a:gd name="T50" fmla="*/ 6 w 336"/>
                    <a:gd name="T51" fmla="*/ 352 h 412"/>
                    <a:gd name="T52" fmla="*/ 2 w 336"/>
                    <a:gd name="T53" fmla="*/ 364 h 412"/>
                    <a:gd name="T54" fmla="*/ 4 w 336"/>
                    <a:gd name="T55" fmla="*/ 384 h 412"/>
                    <a:gd name="T56" fmla="*/ 10 w 336"/>
                    <a:gd name="T57" fmla="*/ 400 h 412"/>
                    <a:gd name="T58" fmla="*/ 28 w 336"/>
                    <a:gd name="T59" fmla="*/ 412 h 412"/>
                    <a:gd name="T60" fmla="*/ 46 w 336"/>
                    <a:gd name="T61" fmla="*/ 402 h 412"/>
                    <a:gd name="T62" fmla="*/ 54 w 336"/>
                    <a:gd name="T63" fmla="*/ 390 h 412"/>
                    <a:gd name="T64" fmla="*/ 58 w 336"/>
                    <a:gd name="T65" fmla="*/ 376 h 412"/>
                    <a:gd name="T66" fmla="*/ 68 w 336"/>
                    <a:gd name="T67" fmla="*/ 370 h 412"/>
                    <a:gd name="T68" fmla="*/ 76 w 336"/>
                    <a:gd name="T69" fmla="*/ 358 h 412"/>
                    <a:gd name="T70" fmla="*/ 80 w 336"/>
                    <a:gd name="T71" fmla="*/ 342 h 412"/>
                    <a:gd name="T72" fmla="*/ 92 w 336"/>
                    <a:gd name="T73" fmla="*/ 354 h 412"/>
                    <a:gd name="T74" fmla="*/ 100 w 336"/>
                    <a:gd name="T75" fmla="*/ 318 h 412"/>
                    <a:gd name="T76" fmla="*/ 102 w 336"/>
                    <a:gd name="T77" fmla="*/ 260 h 412"/>
                    <a:gd name="T78" fmla="*/ 132 w 336"/>
                    <a:gd name="T79" fmla="*/ 198 h 412"/>
                    <a:gd name="T80" fmla="*/ 140 w 336"/>
                    <a:gd name="T81" fmla="*/ 178 h 412"/>
                    <a:gd name="T82" fmla="*/ 154 w 336"/>
                    <a:gd name="T83" fmla="*/ 162 h 412"/>
                    <a:gd name="T84" fmla="*/ 162 w 336"/>
                    <a:gd name="T85" fmla="*/ 134 h 412"/>
                    <a:gd name="T86" fmla="*/ 170 w 336"/>
                    <a:gd name="T87" fmla="*/ 112 h 412"/>
                    <a:gd name="T88" fmla="*/ 224 w 336"/>
                    <a:gd name="T89" fmla="*/ 64 h 412"/>
                    <a:gd name="T90" fmla="*/ 238 w 336"/>
                    <a:gd name="T91" fmla="*/ 66 h 412"/>
                    <a:gd name="T92" fmla="*/ 264 w 336"/>
                    <a:gd name="T93" fmla="*/ 70 h 412"/>
                    <a:gd name="T94" fmla="*/ 276 w 336"/>
                    <a:gd name="T95" fmla="*/ 64 h 412"/>
                    <a:gd name="T96" fmla="*/ 278 w 336"/>
                    <a:gd name="T97" fmla="*/ 56 h 412"/>
                    <a:gd name="T98" fmla="*/ 294 w 336"/>
                    <a:gd name="T99" fmla="*/ 50 h 412"/>
                    <a:gd name="T100" fmla="*/ 328 w 336"/>
                    <a:gd name="T101" fmla="*/ 64 h 412"/>
                    <a:gd name="T102" fmla="*/ 326 w 336"/>
                    <a:gd name="T103" fmla="*/ 52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6" h="412">
                      <a:moveTo>
                        <a:pt x="326" y="52"/>
                      </a:moveTo>
                      <a:lnTo>
                        <a:pt x="314" y="48"/>
                      </a:lnTo>
                      <a:lnTo>
                        <a:pt x="308" y="46"/>
                      </a:lnTo>
                      <a:lnTo>
                        <a:pt x="302" y="44"/>
                      </a:lnTo>
                      <a:lnTo>
                        <a:pt x="300" y="44"/>
                      </a:lnTo>
                      <a:lnTo>
                        <a:pt x="298" y="44"/>
                      </a:lnTo>
                      <a:lnTo>
                        <a:pt x="314" y="42"/>
                      </a:lnTo>
                      <a:lnTo>
                        <a:pt x="314" y="42"/>
                      </a:lnTo>
                      <a:lnTo>
                        <a:pt x="314" y="42"/>
                      </a:lnTo>
                      <a:lnTo>
                        <a:pt x="312" y="42"/>
                      </a:lnTo>
                      <a:lnTo>
                        <a:pt x="312" y="42"/>
                      </a:lnTo>
                      <a:lnTo>
                        <a:pt x="312" y="42"/>
                      </a:lnTo>
                      <a:lnTo>
                        <a:pt x="314" y="42"/>
                      </a:lnTo>
                      <a:lnTo>
                        <a:pt x="318" y="42"/>
                      </a:lnTo>
                      <a:lnTo>
                        <a:pt x="322" y="40"/>
                      </a:lnTo>
                      <a:lnTo>
                        <a:pt x="326" y="38"/>
                      </a:lnTo>
                      <a:lnTo>
                        <a:pt x="328" y="34"/>
                      </a:lnTo>
                      <a:lnTo>
                        <a:pt x="328" y="30"/>
                      </a:lnTo>
                      <a:lnTo>
                        <a:pt x="330" y="26"/>
                      </a:lnTo>
                      <a:lnTo>
                        <a:pt x="330" y="22"/>
                      </a:lnTo>
                      <a:lnTo>
                        <a:pt x="330" y="22"/>
                      </a:lnTo>
                      <a:lnTo>
                        <a:pt x="314" y="20"/>
                      </a:lnTo>
                      <a:lnTo>
                        <a:pt x="310" y="10"/>
                      </a:lnTo>
                      <a:lnTo>
                        <a:pt x="302" y="4"/>
                      </a:lnTo>
                      <a:lnTo>
                        <a:pt x="282" y="6"/>
                      </a:lnTo>
                      <a:lnTo>
                        <a:pt x="258" y="0"/>
                      </a:lnTo>
                      <a:lnTo>
                        <a:pt x="256" y="4"/>
                      </a:lnTo>
                      <a:lnTo>
                        <a:pt x="250" y="8"/>
                      </a:lnTo>
                      <a:lnTo>
                        <a:pt x="246" y="12"/>
                      </a:lnTo>
                      <a:lnTo>
                        <a:pt x="240" y="12"/>
                      </a:lnTo>
                      <a:lnTo>
                        <a:pt x="234" y="14"/>
                      </a:lnTo>
                      <a:lnTo>
                        <a:pt x="230" y="14"/>
                      </a:lnTo>
                      <a:lnTo>
                        <a:pt x="230" y="14"/>
                      </a:lnTo>
                      <a:lnTo>
                        <a:pt x="224" y="16"/>
                      </a:lnTo>
                      <a:lnTo>
                        <a:pt x="220" y="18"/>
                      </a:lnTo>
                      <a:lnTo>
                        <a:pt x="218" y="20"/>
                      </a:lnTo>
                      <a:lnTo>
                        <a:pt x="216" y="22"/>
                      </a:lnTo>
                      <a:lnTo>
                        <a:pt x="216" y="22"/>
                      </a:lnTo>
                      <a:lnTo>
                        <a:pt x="216" y="22"/>
                      </a:lnTo>
                      <a:lnTo>
                        <a:pt x="214" y="26"/>
                      </a:lnTo>
                      <a:lnTo>
                        <a:pt x="214" y="28"/>
                      </a:lnTo>
                      <a:lnTo>
                        <a:pt x="212" y="32"/>
                      </a:lnTo>
                      <a:lnTo>
                        <a:pt x="208" y="36"/>
                      </a:lnTo>
                      <a:lnTo>
                        <a:pt x="204" y="36"/>
                      </a:lnTo>
                      <a:lnTo>
                        <a:pt x="200" y="36"/>
                      </a:lnTo>
                      <a:lnTo>
                        <a:pt x="196" y="36"/>
                      </a:lnTo>
                      <a:lnTo>
                        <a:pt x="196" y="34"/>
                      </a:lnTo>
                      <a:lnTo>
                        <a:pt x="194" y="34"/>
                      </a:lnTo>
                      <a:lnTo>
                        <a:pt x="194" y="32"/>
                      </a:lnTo>
                      <a:lnTo>
                        <a:pt x="194" y="32"/>
                      </a:lnTo>
                      <a:lnTo>
                        <a:pt x="190" y="32"/>
                      </a:lnTo>
                      <a:lnTo>
                        <a:pt x="186" y="34"/>
                      </a:lnTo>
                      <a:lnTo>
                        <a:pt x="182" y="38"/>
                      </a:lnTo>
                      <a:lnTo>
                        <a:pt x="178" y="42"/>
                      </a:lnTo>
                      <a:lnTo>
                        <a:pt x="176" y="46"/>
                      </a:lnTo>
                      <a:lnTo>
                        <a:pt x="176" y="48"/>
                      </a:lnTo>
                      <a:lnTo>
                        <a:pt x="174" y="48"/>
                      </a:lnTo>
                      <a:lnTo>
                        <a:pt x="168" y="54"/>
                      </a:lnTo>
                      <a:lnTo>
                        <a:pt x="162" y="56"/>
                      </a:lnTo>
                      <a:lnTo>
                        <a:pt x="158" y="58"/>
                      </a:lnTo>
                      <a:lnTo>
                        <a:pt x="154" y="62"/>
                      </a:lnTo>
                      <a:lnTo>
                        <a:pt x="152" y="66"/>
                      </a:lnTo>
                      <a:lnTo>
                        <a:pt x="150" y="70"/>
                      </a:lnTo>
                      <a:lnTo>
                        <a:pt x="148" y="76"/>
                      </a:lnTo>
                      <a:lnTo>
                        <a:pt x="148" y="80"/>
                      </a:lnTo>
                      <a:lnTo>
                        <a:pt x="148" y="82"/>
                      </a:lnTo>
                      <a:lnTo>
                        <a:pt x="148" y="82"/>
                      </a:lnTo>
                      <a:lnTo>
                        <a:pt x="136" y="114"/>
                      </a:lnTo>
                      <a:lnTo>
                        <a:pt x="116" y="150"/>
                      </a:lnTo>
                      <a:lnTo>
                        <a:pt x="114" y="152"/>
                      </a:lnTo>
                      <a:lnTo>
                        <a:pt x="110" y="160"/>
                      </a:lnTo>
                      <a:lnTo>
                        <a:pt x="106" y="170"/>
                      </a:lnTo>
                      <a:lnTo>
                        <a:pt x="102" y="180"/>
                      </a:lnTo>
                      <a:lnTo>
                        <a:pt x="100" y="184"/>
                      </a:lnTo>
                      <a:lnTo>
                        <a:pt x="98" y="190"/>
                      </a:lnTo>
                      <a:lnTo>
                        <a:pt x="94" y="200"/>
                      </a:lnTo>
                      <a:lnTo>
                        <a:pt x="88" y="212"/>
                      </a:lnTo>
                      <a:lnTo>
                        <a:pt x="84" y="220"/>
                      </a:lnTo>
                      <a:lnTo>
                        <a:pt x="82" y="224"/>
                      </a:lnTo>
                      <a:lnTo>
                        <a:pt x="72" y="230"/>
                      </a:lnTo>
                      <a:lnTo>
                        <a:pt x="54" y="254"/>
                      </a:lnTo>
                      <a:lnTo>
                        <a:pt x="32" y="268"/>
                      </a:lnTo>
                      <a:lnTo>
                        <a:pt x="30" y="274"/>
                      </a:lnTo>
                      <a:lnTo>
                        <a:pt x="26" y="278"/>
                      </a:lnTo>
                      <a:lnTo>
                        <a:pt x="22" y="280"/>
                      </a:lnTo>
                      <a:lnTo>
                        <a:pt x="20" y="282"/>
                      </a:lnTo>
                      <a:lnTo>
                        <a:pt x="16" y="284"/>
                      </a:lnTo>
                      <a:lnTo>
                        <a:pt x="16" y="284"/>
                      </a:lnTo>
                      <a:lnTo>
                        <a:pt x="14" y="290"/>
                      </a:lnTo>
                      <a:lnTo>
                        <a:pt x="12" y="294"/>
                      </a:lnTo>
                      <a:lnTo>
                        <a:pt x="10" y="298"/>
                      </a:lnTo>
                      <a:lnTo>
                        <a:pt x="8" y="300"/>
                      </a:lnTo>
                      <a:lnTo>
                        <a:pt x="8" y="300"/>
                      </a:lnTo>
                      <a:lnTo>
                        <a:pt x="2" y="312"/>
                      </a:lnTo>
                      <a:lnTo>
                        <a:pt x="0" y="324"/>
                      </a:lnTo>
                      <a:lnTo>
                        <a:pt x="4" y="334"/>
                      </a:lnTo>
                      <a:lnTo>
                        <a:pt x="8" y="338"/>
                      </a:lnTo>
                      <a:lnTo>
                        <a:pt x="10" y="340"/>
                      </a:lnTo>
                      <a:lnTo>
                        <a:pt x="10" y="342"/>
                      </a:lnTo>
                      <a:lnTo>
                        <a:pt x="10" y="344"/>
                      </a:lnTo>
                      <a:lnTo>
                        <a:pt x="8" y="344"/>
                      </a:lnTo>
                      <a:lnTo>
                        <a:pt x="8" y="346"/>
                      </a:lnTo>
                      <a:lnTo>
                        <a:pt x="6" y="348"/>
                      </a:lnTo>
                      <a:lnTo>
                        <a:pt x="6" y="352"/>
                      </a:lnTo>
                      <a:lnTo>
                        <a:pt x="6" y="356"/>
                      </a:lnTo>
                      <a:lnTo>
                        <a:pt x="6" y="358"/>
                      </a:lnTo>
                      <a:lnTo>
                        <a:pt x="6" y="358"/>
                      </a:lnTo>
                      <a:lnTo>
                        <a:pt x="2" y="364"/>
                      </a:lnTo>
                      <a:lnTo>
                        <a:pt x="2" y="370"/>
                      </a:lnTo>
                      <a:lnTo>
                        <a:pt x="2" y="376"/>
                      </a:lnTo>
                      <a:lnTo>
                        <a:pt x="2" y="380"/>
                      </a:lnTo>
                      <a:lnTo>
                        <a:pt x="4" y="384"/>
                      </a:lnTo>
                      <a:lnTo>
                        <a:pt x="4" y="386"/>
                      </a:lnTo>
                      <a:lnTo>
                        <a:pt x="4" y="388"/>
                      </a:lnTo>
                      <a:lnTo>
                        <a:pt x="8" y="394"/>
                      </a:lnTo>
                      <a:lnTo>
                        <a:pt x="10" y="400"/>
                      </a:lnTo>
                      <a:lnTo>
                        <a:pt x="16" y="404"/>
                      </a:lnTo>
                      <a:lnTo>
                        <a:pt x="20" y="408"/>
                      </a:lnTo>
                      <a:lnTo>
                        <a:pt x="24" y="410"/>
                      </a:lnTo>
                      <a:lnTo>
                        <a:pt x="28" y="412"/>
                      </a:lnTo>
                      <a:lnTo>
                        <a:pt x="30" y="412"/>
                      </a:lnTo>
                      <a:lnTo>
                        <a:pt x="36" y="410"/>
                      </a:lnTo>
                      <a:lnTo>
                        <a:pt x="42" y="406"/>
                      </a:lnTo>
                      <a:lnTo>
                        <a:pt x="46" y="402"/>
                      </a:lnTo>
                      <a:lnTo>
                        <a:pt x="50" y="398"/>
                      </a:lnTo>
                      <a:lnTo>
                        <a:pt x="52" y="394"/>
                      </a:lnTo>
                      <a:lnTo>
                        <a:pt x="54" y="392"/>
                      </a:lnTo>
                      <a:lnTo>
                        <a:pt x="54" y="390"/>
                      </a:lnTo>
                      <a:lnTo>
                        <a:pt x="54" y="384"/>
                      </a:lnTo>
                      <a:lnTo>
                        <a:pt x="56" y="380"/>
                      </a:lnTo>
                      <a:lnTo>
                        <a:pt x="56" y="376"/>
                      </a:lnTo>
                      <a:lnTo>
                        <a:pt x="58" y="376"/>
                      </a:lnTo>
                      <a:lnTo>
                        <a:pt x="58" y="374"/>
                      </a:lnTo>
                      <a:lnTo>
                        <a:pt x="62" y="374"/>
                      </a:lnTo>
                      <a:lnTo>
                        <a:pt x="64" y="372"/>
                      </a:lnTo>
                      <a:lnTo>
                        <a:pt x="68" y="370"/>
                      </a:lnTo>
                      <a:lnTo>
                        <a:pt x="70" y="368"/>
                      </a:lnTo>
                      <a:lnTo>
                        <a:pt x="70" y="366"/>
                      </a:lnTo>
                      <a:lnTo>
                        <a:pt x="72" y="364"/>
                      </a:lnTo>
                      <a:lnTo>
                        <a:pt x="76" y="358"/>
                      </a:lnTo>
                      <a:lnTo>
                        <a:pt x="78" y="352"/>
                      </a:lnTo>
                      <a:lnTo>
                        <a:pt x="80" y="346"/>
                      </a:lnTo>
                      <a:lnTo>
                        <a:pt x="80" y="344"/>
                      </a:lnTo>
                      <a:lnTo>
                        <a:pt x="80" y="342"/>
                      </a:lnTo>
                      <a:lnTo>
                        <a:pt x="80" y="340"/>
                      </a:lnTo>
                      <a:lnTo>
                        <a:pt x="86" y="356"/>
                      </a:lnTo>
                      <a:lnTo>
                        <a:pt x="88" y="356"/>
                      </a:lnTo>
                      <a:lnTo>
                        <a:pt x="92" y="354"/>
                      </a:lnTo>
                      <a:lnTo>
                        <a:pt x="96" y="350"/>
                      </a:lnTo>
                      <a:lnTo>
                        <a:pt x="100" y="340"/>
                      </a:lnTo>
                      <a:lnTo>
                        <a:pt x="100" y="324"/>
                      </a:lnTo>
                      <a:lnTo>
                        <a:pt x="100" y="318"/>
                      </a:lnTo>
                      <a:lnTo>
                        <a:pt x="100" y="306"/>
                      </a:lnTo>
                      <a:lnTo>
                        <a:pt x="102" y="290"/>
                      </a:lnTo>
                      <a:lnTo>
                        <a:pt x="102" y="274"/>
                      </a:lnTo>
                      <a:lnTo>
                        <a:pt x="102" y="260"/>
                      </a:lnTo>
                      <a:lnTo>
                        <a:pt x="98" y="254"/>
                      </a:lnTo>
                      <a:lnTo>
                        <a:pt x="120" y="240"/>
                      </a:lnTo>
                      <a:lnTo>
                        <a:pt x="122" y="216"/>
                      </a:lnTo>
                      <a:lnTo>
                        <a:pt x="132" y="198"/>
                      </a:lnTo>
                      <a:lnTo>
                        <a:pt x="134" y="182"/>
                      </a:lnTo>
                      <a:lnTo>
                        <a:pt x="136" y="182"/>
                      </a:lnTo>
                      <a:lnTo>
                        <a:pt x="138" y="182"/>
                      </a:lnTo>
                      <a:lnTo>
                        <a:pt x="140" y="178"/>
                      </a:lnTo>
                      <a:lnTo>
                        <a:pt x="144" y="174"/>
                      </a:lnTo>
                      <a:lnTo>
                        <a:pt x="148" y="170"/>
                      </a:lnTo>
                      <a:lnTo>
                        <a:pt x="152" y="166"/>
                      </a:lnTo>
                      <a:lnTo>
                        <a:pt x="154" y="162"/>
                      </a:lnTo>
                      <a:lnTo>
                        <a:pt x="158" y="158"/>
                      </a:lnTo>
                      <a:lnTo>
                        <a:pt x="158" y="136"/>
                      </a:lnTo>
                      <a:lnTo>
                        <a:pt x="160" y="134"/>
                      </a:lnTo>
                      <a:lnTo>
                        <a:pt x="162" y="134"/>
                      </a:lnTo>
                      <a:lnTo>
                        <a:pt x="164" y="130"/>
                      </a:lnTo>
                      <a:lnTo>
                        <a:pt x="166" y="124"/>
                      </a:lnTo>
                      <a:lnTo>
                        <a:pt x="166" y="122"/>
                      </a:lnTo>
                      <a:lnTo>
                        <a:pt x="170" y="112"/>
                      </a:lnTo>
                      <a:lnTo>
                        <a:pt x="178" y="98"/>
                      </a:lnTo>
                      <a:lnTo>
                        <a:pt x="196" y="82"/>
                      </a:lnTo>
                      <a:lnTo>
                        <a:pt x="224" y="64"/>
                      </a:lnTo>
                      <a:lnTo>
                        <a:pt x="224" y="64"/>
                      </a:lnTo>
                      <a:lnTo>
                        <a:pt x="226" y="64"/>
                      </a:lnTo>
                      <a:lnTo>
                        <a:pt x="230" y="64"/>
                      </a:lnTo>
                      <a:lnTo>
                        <a:pt x="234" y="64"/>
                      </a:lnTo>
                      <a:lnTo>
                        <a:pt x="238" y="66"/>
                      </a:lnTo>
                      <a:lnTo>
                        <a:pt x="242" y="70"/>
                      </a:lnTo>
                      <a:lnTo>
                        <a:pt x="260" y="72"/>
                      </a:lnTo>
                      <a:lnTo>
                        <a:pt x="260" y="72"/>
                      </a:lnTo>
                      <a:lnTo>
                        <a:pt x="264" y="70"/>
                      </a:lnTo>
                      <a:lnTo>
                        <a:pt x="266" y="70"/>
                      </a:lnTo>
                      <a:lnTo>
                        <a:pt x="270" y="68"/>
                      </a:lnTo>
                      <a:lnTo>
                        <a:pt x="272" y="66"/>
                      </a:lnTo>
                      <a:lnTo>
                        <a:pt x="276" y="64"/>
                      </a:lnTo>
                      <a:lnTo>
                        <a:pt x="276" y="60"/>
                      </a:lnTo>
                      <a:lnTo>
                        <a:pt x="276" y="60"/>
                      </a:lnTo>
                      <a:lnTo>
                        <a:pt x="276" y="58"/>
                      </a:lnTo>
                      <a:lnTo>
                        <a:pt x="278" y="56"/>
                      </a:lnTo>
                      <a:lnTo>
                        <a:pt x="280" y="52"/>
                      </a:lnTo>
                      <a:lnTo>
                        <a:pt x="284" y="50"/>
                      </a:lnTo>
                      <a:lnTo>
                        <a:pt x="288" y="50"/>
                      </a:lnTo>
                      <a:lnTo>
                        <a:pt x="294" y="50"/>
                      </a:lnTo>
                      <a:lnTo>
                        <a:pt x="326" y="66"/>
                      </a:lnTo>
                      <a:lnTo>
                        <a:pt x="326" y="66"/>
                      </a:lnTo>
                      <a:lnTo>
                        <a:pt x="326" y="66"/>
                      </a:lnTo>
                      <a:lnTo>
                        <a:pt x="328" y="64"/>
                      </a:lnTo>
                      <a:lnTo>
                        <a:pt x="328" y="62"/>
                      </a:lnTo>
                      <a:lnTo>
                        <a:pt x="328" y="56"/>
                      </a:lnTo>
                      <a:lnTo>
                        <a:pt x="336" y="56"/>
                      </a:lnTo>
                      <a:lnTo>
                        <a:pt x="326" y="52"/>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2" name="Freeform 404">
                  <a:extLst>
                    <a:ext uri="{FF2B5EF4-FFF2-40B4-BE49-F238E27FC236}">
                      <a16:creationId xmlns:a16="http://schemas.microsoft.com/office/drawing/2014/main" id="{78641282-A90E-2A95-8255-AF72A0059BB7}"/>
                    </a:ext>
                  </a:extLst>
                </p:cNvPr>
                <p:cNvSpPr/>
                <p:nvPr/>
              </p:nvSpPr>
              <p:spPr bwMode="gray">
                <a:xfrm>
                  <a:off x="579665" y="3525584"/>
                  <a:ext cx="292521" cy="244220"/>
                </a:xfrm>
                <a:custGeom>
                  <a:avLst/>
                  <a:gdLst>
                    <a:gd name="T0" fmla="*/ 154 w 158"/>
                    <a:gd name="T1" fmla="*/ 46 h 132"/>
                    <a:gd name="T2" fmla="*/ 146 w 158"/>
                    <a:gd name="T3" fmla="*/ 46 h 132"/>
                    <a:gd name="T4" fmla="*/ 136 w 158"/>
                    <a:gd name="T5" fmla="*/ 48 h 132"/>
                    <a:gd name="T6" fmla="*/ 132 w 158"/>
                    <a:gd name="T7" fmla="*/ 54 h 132"/>
                    <a:gd name="T8" fmla="*/ 126 w 158"/>
                    <a:gd name="T9" fmla="*/ 58 h 132"/>
                    <a:gd name="T10" fmla="*/ 120 w 158"/>
                    <a:gd name="T11" fmla="*/ 66 h 132"/>
                    <a:gd name="T12" fmla="*/ 120 w 158"/>
                    <a:gd name="T13" fmla="*/ 74 h 132"/>
                    <a:gd name="T14" fmla="*/ 120 w 158"/>
                    <a:gd name="T15" fmla="*/ 78 h 132"/>
                    <a:gd name="T16" fmla="*/ 116 w 158"/>
                    <a:gd name="T17" fmla="*/ 84 h 132"/>
                    <a:gd name="T18" fmla="*/ 110 w 158"/>
                    <a:gd name="T19" fmla="*/ 92 h 132"/>
                    <a:gd name="T20" fmla="*/ 96 w 158"/>
                    <a:gd name="T21" fmla="*/ 118 h 132"/>
                    <a:gd name="T22" fmla="*/ 92 w 158"/>
                    <a:gd name="T23" fmla="*/ 118 h 132"/>
                    <a:gd name="T24" fmla="*/ 78 w 158"/>
                    <a:gd name="T25" fmla="*/ 118 h 132"/>
                    <a:gd name="T26" fmla="*/ 68 w 158"/>
                    <a:gd name="T27" fmla="*/ 116 h 132"/>
                    <a:gd name="T28" fmla="*/ 60 w 158"/>
                    <a:gd name="T29" fmla="*/ 118 h 132"/>
                    <a:gd name="T30" fmla="*/ 52 w 158"/>
                    <a:gd name="T31" fmla="*/ 120 h 132"/>
                    <a:gd name="T32" fmla="*/ 50 w 158"/>
                    <a:gd name="T33" fmla="*/ 122 h 132"/>
                    <a:gd name="T34" fmla="*/ 44 w 158"/>
                    <a:gd name="T35" fmla="*/ 120 h 132"/>
                    <a:gd name="T36" fmla="*/ 38 w 158"/>
                    <a:gd name="T37" fmla="*/ 120 h 132"/>
                    <a:gd name="T38" fmla="*/ 32 w 158"/>
                    <a:gd name="T39" fmla="*/ 124 h 132"/>
                    <a:gd name="T40" fmla="*/ 30 w 158"/>
                    <a:gd name="T41" fmla="*/ 132 h 132"/>
                    <a:gd name="T42" fmla="*/ 26 w 158"/>
                    <a:gd name="T43" fmla="*/ 132 h 132"/>
                    <a:gd name="T44" fmla="*/ 20 w 158"/>
                    <a:gd name="T45" fmla="*/ 128 h 132"/>
                    <a:gd name="T46" fmla="*/ 18 w 158"/>
                    <a:gd name="T47" fmla="*/ 122 h 132"/>
                    <a:gd name="T48" fmla="*/ 16 w 158"/>
                    <a:gd name="T49" fmla="*/ 120 h 132"/>
                    <a:gd name="T50" fmla="*/ 16 w 158"/>
                    <a:gd name="T51" fmla="*/ 118 h 132"/>
                    <a:gd name="T52" fmla="*/ 16 w 158"/>
                    <a:gd name="T53" fmla="*/ 118 h 132"/>
                    <a:gd name="T54" fmla="*/ 16 w 158"/>
                    <a:gd name="T55" fmla="*/ 114 h 132"/>
                    <a:gd name="T56" fmla="*/ 20 w 158"/>
                    <a:gd name="T57" fmla="*/ 104 h 132"/>
                    <a:gd name="T58" fmla="*/ 24 w 158"/>
                    <a:gd name="T59" fmla="*/ 102 h 132"/>
                    <a:gd name="T60" fmla="*/ 30 w 158"/>
                    <a:gd name="T61" fmla="*/ 98 h 132"/>
                    <a:gd name="T62" fmla="*/ 28 w 158"/>
                    <a:gd name="T63" fmla="*/ 88 h 132"/>
                    <a:gd name="T64" fmla="*/ 30 w 158"/>
                    <a:gd name="T65" fmla="*/ 70 h 132"/>
                    <a:gd name="T66" fmla="*/ 30 w 158"/>
                    <a:gd name="T67" fmla="*/ 50 h 132"/>
                    <a:gd name="T68" fmla="*/ 32 w 158"/>
                    <a:gd name="T69" fmla="*/ 42 h 132"/>
                    <a:gd name="T70" fmla="*/ 38 w 158"/>
                    <a:gd name="T71" fmla="*/ 38 h 132"/>
                    <a:gd name="T72" fmla="*/ 38 w 158"/>
                    <a:gd name="T73" fmla="*/ 34 h 132"/>
                    <a:gd name="T74" fmla="*/ 36 w 158"/>
                    <a:gd name="T75" fmla="*/ 32 h 132"/>
                    <a:gd name="T76" fmla="*/ 28 w 158"/>
                    <a:gd name="T77" fmla="*/ 28 h 132"/>
                    <a:gd name="T78" fmla="*/ 26 w 158"/>
                    <a:gd name="T79" fmla="*/ 28 h 132"/>
                    <a:gd name="T80" fmla="*/ 24 w 158"/>
                    <a:gd name="T81" fmla="*/ 28 h 132"/>
                    <a:gd name="T82" fmla="*/ 10 w 158"/>
                    <a:gd name="T83" fmla="*/ 30 h 132"/>
                    <a:gd name="T84" fmla="*/ 4 w 158"/>
                    <a:gd name="T85" fmla="*/ 24 h 132"/>
                    <a:gd name="T86" fmla="*/ 4 w 158"/>
                    <a:gd name="T87" fmla="*/ 20 h 132"/>
                    <a:gd name="T88" fmla="*/ 0 w 158"/>
                    <a:gd name="T89" fmla="*/ 14 h 132"/>
                    <a:gd name="T90" fmla="*/ 2 w 158"/>
                    <a:gd name="T91" fmla="*/ 12 h 132"/>
                    <a:gd name="T92" fmla="*/ 4 w 158"/>
                    <a:gd name="T93" fmla="*/ 10 h 132"/>
                    <a:gd name="T94" fmla="*/ 18 w 158"/>
                    <a:gd name="T95" fmla="*/ 0 h 132"/>
                    <a:gd name="T96" fmla="*/ 22 w 158"/>
                    <a:gd name="T97" fmla="*/ 0 h 132"/>
                    <a:gd name="T98" fmla="*/ 26 w 158"/>
                    <a:gd name="T99" fmla="*/ 2 h 132"/>
                    <a:gd name="T100" fmla="*/ 58 w 158"/>
                    <a:gd name="T101" fmla="*/ 6 h 132"/>
                    <a:gd name="T102" fmla="*/ 84 w 158"/>
                    <a:gd name="T103" fmla="*/ 8 h 132"/>
                    <a:gd name="T104" fmla="*/ 98 w 158"/>
                    <a:gd name="T105" fmla="*/ 6 h 132"/>
                    <a:gd name="T106" fmla="*/ 102 w 158"/>
                    <a:gd name="T107" fmla="*/ 8 h 132"/>
                    <a:gd name="T108" fmla="*/ 102 w 158"/>
                    <a:gd name="T109" fmla="*/ 12 h 132"/>
                    <a:gd name="T110" fmla="*/ 106 w 158"/>
                    <a:gd name="T111" fmla="*/ 14 h 132"/>
                    <a:gd name="T112" fmla="*/ 112 w 158"/>
                    <a:gd name="T113" fmla="*/ 18 h 132"/>
                    <a:gd name="T114" fmla="*/ 114 w 158"/>
                    <a:gd name="T115" fmla="*/ 18 h 132"/>
                    <a:gd name="T116" fmla="*/ 120 w 158"/>
                    <a:gd name="T117" fmla="*/ 22 h 132"/>
                    <a:gd name="T118" fmla="*/ 126 w 158"/>
                    <a:gd name="T119" fmla="*/ 28 h 132"/>
                    <a:gd name="T120" fmla="*/ 134 w 158"/>
                    <a:gd name="T121" fmla="*/ 36 h 132"/>
                    <a:gd name="T122" fmla="*/ 152 w 158"/>
                    <a:gd name="T123" fmla="*/ 42 h 132"/>
                    <a:gd name="T124" fmla="*/ 154 w 158"/>
                    <a:gd name="T125" fmla="*/ 4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8" h="132">
                      <a:moveTo>
                        <a:pt x="154" y="46"/>
                      </a:moveTo>
                      <a:lnTo>
                        <a:pt x="154" y="46"/>
                      </a:lnTo>
                      <a:lnTo>
                        <a:pt x="150" y="46"/>
                      </a:lnTo>
                      <a:lnTo>
                        <a:pt x="146" y="46"/>
                      </a:lnTo>
                      <a:lnTo>
                        <a:pt x="142" y="46"/>
                      </a:lnTo>
                      <a:lnTo>
                        <a:pt x="136" y="48"/>
                      </a:lnTo>
                      <a:lnTo>
                        <a:pt x="132" y="52"/>
                      </a:lnTo>
                      <a:lnTo>
                        <a:pt x="132" y="54"/>
                      </a:lnTo>
                      <a:lnTo>
                        <a:pt x="130" y="54"/>
                      </a:lnTo>
                      <a:lnTo>
                        <a:pt x="126" y="58"/>
                      </a:lnTo>
                      <a:lnTo>
                        <a:pt x="122" y="62"/>
                      </a:lnTo>
                      <a:lnTo>
                        <a:pt x="120" y="66"/>
                      </a:lnTo>
                      <a:lnTo>
                        <a:pt x="118" y="70"/>
                      </a:lnTo>
                      <a:lnTo>
                        <a:pt x="120" y="74"/>
                      </a:lnTo>
                      <a:lnTo>
                        <a:pt x="122" y="78"/>
                      </a:lnTo>
                      <a:lnTo>
                        <a:pt x="120" y="78"/>
                      </a:lnTo>
                      <a:lnTo>
                        <a:pt x="118" y="80"/>
                      </a:lnTo>
                      <a:lnTo>
                        <a:pt x="116" y="84"/>
                      </a:lnTo>
                      <a:lnTo>
                        <a:pt x="112" y="88"/>
                      </a:lnTo>
                      <a:lnTo>
                        <a:pt x="110" y="92"/>
                      </a:lnTo>
                      <a:lnTo>
                        <a:pt x="106" y="96"/>
                      </a:lnTo>
                      <a:lnTo>
                        <a:pt x="96" y="118"/>
                      </a:lnTo>
                      <a:lnTo>
                        <a:pt x="94" y="118"/>
                      </a:lnTo>
                      <a:lnTo>
                        <a:pt x="92" y="118"/>
                      </a:lnTo>
                      <a:lnTo>
                        <a:pt x="86" y="118"/>
                      </a:lnTo>
                      <a:lnTo>
                        <a:pt x="78" y="118"/>
                      </a:lnTo>
                      <a:lnTo>
                        <a:pt x="68" y="116"/>
                      </a:lnTo>
                      <a:lnTo>
                        <a:pt x="68" y="116"/>
                      </a:lnTo>
                      <a:lnTo>
                        <a:pt x="64" y="116"/>
                      </a:lnTo>
                      <a:lnTo>
                        <a:pt x="60" y="118"/>
                      </a:lnTo>
                      <a:lnTo>
                        <a:pt x="56" y="118"/>
                      </a:lnTo>
                      <a:lnTo>
                        <a:pt x="52" y="120"/>
                      </a:lnTo>
                      <a:lnTo>
                        <a:pt x="50" y="122"/>
                      </a:lnTo>
                      <a:lnTo>
                        <a:pt x="50" y="122"/>
                      </a:lnTo>
                      <a:lnTo>
                        <a:pt x="48" y="120"/>
                      </a:lnTo>
                      <a:lnTo>
                        <a:pt x="44" y="120"/>
                      </a:lnTo>
                      <a:lnTo>
                        <a:pt x="40" y="120"/>
                      </a:lnTo>
                      <a:lnTo>
                        <a:pt x="38" y="120"/>
                      </a:lnTo>
                      <a:lnTo>
                        <a:pt x="34" y="122"/>
                      </a:lnTo>
                      <a:lnTo>
                        <a:pt x="32" y="124"/>
                      </a:lnTo>
                      <a:lnTo>
                        <a:pt x="30" y="128"/>
                      </a:lnTo>
                      <a:lnTo>
                        <a:pt x="30" y="132"/>
                      </a:lnTo>
                      <a:lnTo>
                        <a:pt x="28" y="132"/>
                      </a:lnTo>
                      <a:lnTo>
                        <a:pt x="26" y="132"/>
                      </a:lnTo>
                      <a:lnTo>
                        <a:pt x="24" y="130"/>
                      </a:lnTo>
                      <a:lnTo>
                        <a:pt x="20" y="128"/>
                      </a:lnTo>
                      <a:lnTo>
                        <a:pt x="18" y="126"/>
                      </a:lnTo>
                      <a:lnTo>
                        <a:pt x="18" y="122"/>
                      </a:lnTo>
                      <a:lnTo>
                        <a:pt x="16" y="122"/>
                      </a:lnTo>
                      <a:lnTo>
                        <a:pt x="16" y="120"/>
                      </a:lnTo>
                      <a:lnTo>
                        <a:pt x="16" y="118"/>
                      </a:lnTo>
                      <a:lnTo>
                        <a:pt x="16" y="118"/>
                      </a:lnTo>
                      <a:lnTo>
                        <a:pt x="16" y="118"/>
                      </a:lnTo>
                      <a:lnTo>
                        <a:pt x="16" y="118"/>
                      </a:lnTo>
                      <a:lnTo>
                        <a:pt x="16" y="116"/>
                      </a:lnTo>
                      <a:lnTo>
                        <a:pt x="16" y="114"/>
                      </a:lnTo>
                      <a:lnTo>
                        <a:pt x="18" y="108"/>
                      </a:lnTo>
                      <a:lnTo>
                        <a:pt x="20" y="104"/>
                      </a:lnTo>
                      <a:lnTo>
                        <a:pt x="22" y="102"/>
                      </a:lnTo>
                      <a:lnTo>
                        <a:pt x="24" y="102"/>
                      </a:lnTo>
                      <a:lnTo>
                        <a:pt x="26" y="102"/>
                      </a:lnTo>
                      <a:lnTo>
                        <a:pt x="30" y="98"/>
                      </a:lnTo>
                      <a:lnTo>
                        <a:pt x="24" y="92"/>
                      </a:lnTo>
                      <a:lnTo>
                        <a:pt x="28" y="88"/>
                      </a:lnTo>
                      <a:lnTo>
                        <a:pt x="30" y="80"/>
                      </a:lnTo>
                      <a:lnTo>
                        <a:pt x="30" y="70"/>
                      </a:lnTo>
                      <a:lnTo>
                        <a:pt x="26" y="60"/>
                      </a:lnTo>
                      <a:lnTo>
                        <a:pt x="30" y="50"/>
                      </a:lnTo>
                      <a:lnTo>
                        <a:pt x="32" y="42"/>
                      </a:lnTo>
                      <a:lnTo>
                        <a:pt x="32" y="42"/>
                      </a:lnTo>
                      <a:lnTo>
                        <a:pt x="36" y="40"/>
                      </a:lnTo>
                      <a:lnTo>
                        <a:pt x="38" y="38"/>
                      </a:lnTo>
                      <a:lnTo>
                        <a:pt x="38" y="36"/>
                      </a:lnTo>
                      <a:lnTo>
                        <a:pt x="38" y="34"/>
                      </a:lnTo>
                      <a:lnTo>
                        <a:pt x="38" y="34"/>
                      </a:lnTo>
                      <a:lnTo>
                        <a:pt x="36" y="32"/>
                      </a:lnTo>
                      <a:lnTo>
                        <a:pt x="28" y="28"/>
                      </a:lnTo>
                      <a:lnTo>
                        <a:pt x="28" y="28"/>
                      </a:lnTo>
                      <a:lnTo>
                        <a:pt x="26" y="28"/>
                      </a:lnTo>
                      <a:lnTo>
                        <a:pt x="26" y="28"/>
                      </a:lnTo>
                      <a:lnTo>
                        <a:pt x="24" y="28"/>
                      </a:lnTo>
                      <a:lnTo>
                        <a:pt x="24" y="28"/>
                      </a:lnTo>
                      <a:lnTo>
                        <a:pt x="26" y="28"/>
                      </a:lnTo>
                      <a:lnTo>
                        <a:pt x="10" y="30"/>
                      </a:lnTo>
                      <a:lnTo>
                        <a:pt x="4" y="28"/>
                      </a:lnTo>
                      <a:lnTo>
                        <a:pt x="4" y="24"/>
                      </a:lnTo>
                      <a:lnTo>
                        <a:pt x="4" y="22"/>
                      </a:lnTo>
                      <a:lnTo>
                        <a:pt x="4" y="20"/>
                      </a:lnTo>
                      <a:lnTo>
                        <a:pt x="2" y="16"/>
                      </a:lnTo>
                      <a:lnTo>
                        <a:pt x="0" y="14"/>
                      </a:lnTo>
                      <a:lnTo>
                        <a:pt x="2" y="14"/>
                      </a:lnTo>
                      <a:lnTo>
                        <a:pt x="2" y="12"/>
                      </a:lnTo>
                      <a:lnTo>
                        <a:pt x="2" y="10"/>
                      </a:lnTo>
                      <a:lnTo>
                        <a:pt x="4" y="10"/>
                      </a:lnTo>
                      <a:lnTo>
                        <a:pt x="8" y="10"/>
                      </a:lnTo>
                      <a:lnTo>
                        <a:pt x="18" y="0"/>
                      </a:lnTo>
                      <a:lnTo>
                        <a:pt x="20" y="0"/>
                      </a:lnTo>
                      <a:lnTo>
                        <a:pt x="22" y="0"/>
                      </a:lnTo>
                      <a:lnTo>
                        <a:pt x="24" y="0"/>
                      </a:lnTo>
                      <a:lnTo>
                        <a:pt x="26" y="2"/>
                      </a:lnTo>
                      <a:lnTo>
                        <a:pt x="54" y="6"/>
                      </a:lnTo>
                      <a:lnTo>
                        <a:pt x="58" y="6"/>
                      </a:lnTo>
                      <a:lnTo>
                        <a:pt x="72" y="6"/>
                      </a:lnTo>
                      <a:lnTo>
                        <a:pt x="84" y="8"/>
                      </a:lnTo>
                      <a:lnTo>
                        <a:pt x="98" y="4"/>
                      </a:lnTo>
                      <a:lnTo>
                        <a:pt x="98" y="6"/>
                      </a:lnTo>
                      <a:lnTo>
                        <a:pt x="100" y="6"/>
                      </a:lnTo>
                      <a:lnTo>
                        <a:pt x="102" y="8"/>
                      </a:lnTo>
                      <a:lnTo>
                        <a:pt x="102" y="10"/>
                      </a:lnTo>
                      <a:lnTo>
                        <a:pt x="102" y="12"/>
                      </a:lnTo>
                      <a:lnTo>
                        <a:pt x="104" y="12"/>
                      </a:lnTo>
                      <a:lnTo>
                        <a:pt x="106" y="14"/>
                      </a:lnTo>
                      <a:lnTo>
                        <a:pt x="108" y="16"/>
                      </a:lnTo>
                      <a:lnTo>
                        <a:pt x="112" y="18"/>
                      </a:lnTo>
                      <a:lnTo>
                        <a:pt x="114" y="18"/>
                      </a:lnTo>
                      <a:lnTo>
                        <a:pt x="114" y="18"/>
                      </a:lnTo>
                      <a:lnTo>
                        <a:pt x="116" y="20"/>
                      </a:lnTo>
                      <a:lnTo>
                        <a:pt x="120" y="22"/>
                      </a:lnTo>
                      <a:lnTo>
                        <a:pt x="122" y="24"/>
                      </a:lnTo>
                      <a:lnTo>
                        <a:pt x="126" y="28"/>
                      </a:lnTo>
                      <a:lnTo>
                        <a:pt x="126" y="26"/>
                      </a:lnTo>
                      <a:lnTo>
                        <a:pt x="134" y="36"/>
                      </a:lnTo>
                      <a:lnTo>
                        <a:pt x="134" y="36"/>
                      </a:lnTo>
                      <a:lnTo>
                        <a:pt x="152" y="42"/>
                      </a:lnTo>
                      <a:lnTo>
                        <a:pt x="158" y="44"/>
                      </a:lnTo>
                      <a:lnTo>
                        <a:pt x="154" y="46"/>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3" name="Freeform 405">
                  <a:extLst>
                    <a:ext uri="{FF2B5EF4-FFF2-40B4-BE49-F238E27FC236}">
                      <a16:creationId xmlns:a16="http://schemas.microsoft.com/office/drawing/2014/main" id="{44F1C1AC-45A6-6B43-0947-8486D63D47D3}"/>
                    </a:ext>
                  </a:extLst>
                </p:cNvPr>
                <p:cNvSpPr/>
                <p:nvPr/>
              </p:nvSpPr>
              <p:spPr bwMode="gray">
                <a:xfrm>
                  <a:off x="949945" y="3455278"/>
                  <a:ext cx="288818" cy="270122"/>
                </a:xfrm>
                <a:custGeom>
                  <a:avLst/>
                  <a:gdLst>
                    <a:gd name="T0" fmla="*/ 94 w 156"/>
                    <a:gd name="T1" fmla="*/ 14 h 146"/>
                    <a:gd name="T2" fmla="*/ 92 w 156"/>
                    <a:gd name="T3" fmla="*/ 16 h 146"/>
                    <a:gd name="T4" fmla="*/ 92 w 156"/>
                    <a:gd name="T5" fmla="*/ 16 h 146"/>
                    <a:gd name="T6" fmla="*/ 94 w 156"/>
                    <a:gd name="T7" fmla="*/ 18 h 146"/>
                    <a:gd name="T8" fmla="*/ 94 w 156"/>
                    <a:gd name="T9" fmla="*/ 20 h 146"/>
                    <a:gd name="T10" fmla="*/ 76 w 156"/>
                    <a:gd name="T11" fmla="*/ 28 h 146"/>
                    <a:gd name="T12" fmla="*/ 78 w 156"/>
                    <a:gd name="T13" fmla="*/ 32 h 146"/>
                    <a:gd name="T14" fmla="*/ 84 w 156"/>
                    <a:gd name="T15" fmla="*/ 38 h 146"/>
                    <a:gd name="T16" fmla="*/ 94 w 156"/>
                    <a:gd name="T17" fmla="*/ 46 h 146"/>
                    <a:gd name="T18" fmla="*/ 104 w 156"/>
                    <a:gd name="T19" fmla="*/ 52 h 146"/>
                    <a:gd name="T20" fmla="*/ 102 w 156"/>
                    <a:gd name="T21" fmla="*/ 56 h 146"/>
                    <a:gd name="T22" fmla="*/ 104 w 156"/>
                    <a:gd name="T23" fmla="*/ 62 h 146"/>
                    <a:gd name="T24" fmla="*/ 138 w 156"/>
                    <a:gd name="T25" fmla="*/ 90 h 146"/>
                    <a:gd name="T26" fmla="*/ 156 w 156"/>
                    <a:gd name="T27" fmla="*/ 120 h 146"/>
                    <a:gd name="T28" fmla="*/ 144 w 156"/>
                    <a:gd name="T29" fmla="*/ 118 h 146"/>
                    <a:gd name="T30" fmla="*/ 134 w 156"/>
                    <a:gd name="T31" fmla="*/ 122 h 146"/>
                    <a:gd name="T32" fmla="*/ 130 w 156"/>
                    <a:gd name="T33" fmla="*/ 134 h 146"/>
                    <a:gd name="T34" fmla="*/ 124 w 156"/>
                    <a:gd name="T35" fmla="*/ 146 h 146"/>
                    <a:gd name="T36" fmla="*/ 120 w 156"/>
                    <a:gd name="T37" fmla="*/ 134 h 146"/>
                    <a:gd name="T38" fmla="*/ 118 w 156"/>
                    <a:gd name="T39" fmla="*/ 132 h 146"/>
                    <a:gd name="T40" fmla="*/ 116 w 156"/>
                    <a:gd name="T41" fmla="*/ 130 h 146"/>
                    <a:gd name="T42" fmla="*/ 118 w 156"/>
                    <a:gd name="T43" fmla="*/ 128 h 146"/>
                    <a:gd name="T44" fmla="*/ 122 w 156"/>
                    <a:gd name="T45" fmla="*/ 112 h 146"/>
                    <a:gd name="T46" fmla="*/ 110 w 156"/>
                    <a:gd name="T47" fmla="*/ 106 h 146"/>
                    <a:gd name="T48" fmla="*/ 80 w 156"/>
                    <a:gd name="T49" fmla="*/ 84 h 146"/>
                    <a:gd name="T50" fmla="*/ 50 w 156"/>
                    <a:gd name="T51" fmla="*/ 54 h 146"/>
                    <a:gd name="T52" fmla="*/ 50 w 156"/>
                    <a:gd name="T53" fmla="*/ 50 h 146"/>
                    <a:gd name="T54" fmla="*/ 48 w 156"/>
                    <a:gd name="T55" fmla="*/ 44 h 146"/>
                    <a:gd name="T56" fmla="*/ 44 w 156"/>
                    <a:gd name="T57" fmla="*/ 40 h 146"/>
                    <a:gd name="T58" fmla="*/ 18 w 156"/>
                    <a:gd name="T59" fmla="*/ 48 h 146"/>
                    <a:gd name="T60" fmla="*/ 12 w 156"/>
                    <a:gd name="T61" fmla="*/ 48 h 146"/>
                    <a:gd name="T62" fmla="*/ 4 w 156"/>
                    <a:gd name="T63" fmla="*/ 34 h 146"/>
                    <a:gd name="T64" fmla="*/ 2 w 156"/>
                    <a:gd name="T65" fmla="*/ 32 h 146"/>
                    <a:gd name="T66" fmla="*/ 0 w 156"/>
                    <a:gd name="T67" fmla="*/ 22 h 146"/>
                    <a:gd name="T68" fmla="*/ 12 w 156"/>
                    <a:gd name="T69" fmla="*/ 22 h 146"/>
                    <a:gd name="T70" fmla="*/ 16 w 156"/>
                    <a:gd name="T71" fmla="*/ 24 h 146"/>
                    <a:gd name="T72" fmla="*/ 24 w 156"/>
                    <a:gd name="T73" fmla="*/ 12 h 146"/>
                    <a:gd name="T74" fmla="*/ 30 w 156"/>
                    <a:gd name="T75" fmla="*/ 10 h 146"/>
                    <a:gd name="T76" fmla="*/ 30 w 156"/>
                    <a:gd name="T77" fmla="*/ 14 h 146"/>
                    <a:gd name="T78" fmla="*/ 32 w 156"/>
                    <a:gd name="T79" fmla="*/ 16 h 146"/>
                    <a:gd name="T80" fmla="*/ 36 w 156"/>
                    <a:gd name="T81" fmla="*/ 14 h 146"/>
                    <a:gd name="T82" fmla="*/ 40 w 156"/>
                    <a:gd name="T83" fmla="*/ 12 h 146"/>
                    <a:gd name="T84" fmla="*/ 42 w 156"/>
                    <a:gd name="T85" fmla="*/ 10 h 146"/>
                    <a:gd name="T86" fmla="*/ 44 w 156"/>
                    <a:gd name="T87" fmla="*/ 8 h 146"/>
                    <a:gd name="T88" fmla="*/ 44 w 156"/>
                    <a:gd name="T89" fmla="*/ 10 h 146"/>
                    <a:gd name="T90" fmla="*/ 46 w 156"/>
                    <a:gd name="T91" fmla="*/ 12 h 146"/>
                    <a:gd name="T92" fmla="*/ 48 w 156"/>
                    <a:gd name="T93" fmla="*/ 10 h 146"/>
                    <a:gd name="T94" fmla="*/ 48 w 156"/>
                    <a:gd name="T95" fmla="*/ 8 h 146"/>
                    <a:gd name="T96" fmla="*/ 46 w 156"/>
                    <a:gd name="T97" fmla="*/ 4 h 146"/>
                    <a:gd name="T98" fmla="*/ 48 w 156"/>
                    <a:gd name="T99" fmla="*/ 4 h 146"/>
                    <a:gd name="T100" fmla="*/ 50 w 156"/>
                    <a:gd name="T101" fmla="*/ 2 h 146"/>
                    <a:gd name="T102" fmla="*/ 54 w 156"/>
                    <a:gd name="T103" fmla="*/ 0 h 146"/>
                    <a:gd name="T104" fmla="*/ 58 w 156"/>
                    <a:gd name="T105" fmla="*/ 0 h 146"/>
                    <a:gd name="T106" fmla="*/ 62 w 156"/>
                    <a:gd name="T107" fmla="*/ 0 h 146"/>
                    <a:gd name="T108" fmla="*/ 66 w 156"/>
                    <a:gd name="T109" fmla="*/ 0 h 146"/>
                    <a:gd name="T110" fmla="*/ 72 w 156"/>
                    <a:gd name="T111" fmla="*/ 0 h 146"/>
                    <a:gd name="T112" fmla="*/ 74 w 156"/>
                    <a:gd name="T113" fmla="*/ 4 h 146"/>
                    <a:gd name="T114" fmla="*/ 80 w 156"/>
                    <a:gd name="T115" fmla="*/ 8 h 146"/>
                    <a:gd name="T116" fmla="*/ 88 w 156"/>
                    <a:gd name="T117" fmla="*/ 12 h 146"/>
                    <a:gd name="T118" fmla="*/ 94 w 156"/>
                    <a:gd name="T119" fmla="*/ 14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6" h="146">
                      <a:moveTo>
                        <a:pt x="94" y="14"/>
                      </a:moveTo>
                      <a:lnTo>
                        <a:pt x="94" y="14"/>
                      </a:lnTo>
                      <a:lnTo>
                        <a:pt x="92" y="16"/>
                      </a:lnTo>
                      <a:lnTo>
                        <a:pt x="92" y="16"/>
                      </a:lnTo>
                      <a:lnTo>
                        <a:pt x="92" y="16"/>
                      </a:lnTo>
                      <a:lnTo>
                        <a:pt x="92" y="16"/>
                      </a:lnTo>
                      <a:lnTo>
                        <a:pt x="94" y="18"/>
                      </a:lnTo>
                      <a:lnTo>
                        <a:pt x="94" y="18"/>
                      </a:lnTo>
                      <a:lnTo>
                        <a:pt x="94" y="20"/>
                      </a:lnTo>
                      <a:lnTo>
                        <a:pt x="94" y="20"/>
                      </a:lnTo>
                      <a:lnTo>
                        <a:pt x="84" y="24"/>
                      </a:lnTo>
                      <a:lnTo>
                        <a:pt x="76" y="28"/>
                      </a:lnTo>
                      <a:lnTo>
                        <a:pt x="76" y="28"/>
                      </a:lnTo>
                      <a:lnTo>
                        <a:pt x="78" y="32"/>
                      </a:lnTo>
                      <a:lnTo>
                        <a:pt x="82" y="34"/>
                      </a:lnTo>
                      <a:lnTo>
                        <a:pt x="84" y="38"/>
                      </a:lnTo>
                      <a:lnTo>
                        <a:pt x="88" y="42"/>
                      </a:lnTo>
                      <a:lnTo>
                        <a:pt x="94" y="46"/>
                      </a:lnTo>
                      <a:lnTo>
                        <a:pt x="98" y="50"/>
                      </a:lnTo>
                      <a:lnTo>
                        <a:pt x="104" y="52"/>
                      </a:lnTo>
                      <a:lnTo>
                        <a:pt x="104" y="52"/>
                      </a:lnTo>
                      <a:lnTo>
                        <a:pt x="102" y="56"/>
                      </a:lnTo>
                      <a:lnTo>
                        <a:pt x="104" y="58"/>
                      </a:lnTo>
                      <a:lnTo>
                        <a:pt x="104" y="62"/>
                      </a:lnTo>
                      <a:lnTo>
                        <a:pt x="108" y="64"/>
                      </a:lnTo>
                      <a:lnTo>
                        <a:pt x="138" y="90"/>
                      </a:lnTo>
                      <a:lnTo>
                        <a:pt x="148" y="102"/>
                      </a:lnTo>
                      <a:lnTo>
                        <a:pt x="156" y="120"/>
                      </a:lnTo>
                      <a:lnTo>
                        <a:pt x="152" y="126"/>
                      </a:lnTo>
                      <a:lnTo>
                        <a:pt x="144" y="118"/>
                      </a:lnTo>
                      <a:lnTo>
                        <a:pt x="138" y="118"/>
                      </a:lnTo>
                      <a:lnTo>
                        <a:pt x="134" y="122"/>
                      </a:lnTo>
                      <a:lnTo>
                        <a:pt x="138" y="132"/>
                      </a:lnTo>
                      <a:lnTo>
                        <a:pt x="130" y="134"/>
                      </a:lnTo>
                      <a:lnTo>
                        <a:pt x="130" y="142"/>
                      </a:lnTo>
                      <a:lnTo>
                        <a:pt x="124" y="146"/>
                      </a:lnTo>
                      <a:lnTo>
                        <a:pt x="118" y="142"/>
                      </a:lnTo>
                      <a:lnTo>
                        <a:pt x="120" y="134"/>
                      </a:lnTo>
                      <a:lnTo>
                        <a:pt x="120" y="134"/>
                      </a:lnTo>
                      <a:lnTo>
                        <a:pt x="118" y="132"/>
                      </a:lnTo>
                      <a:lnTo>
                        <a:pt x="118" y="132"/>
                      </a:lnTo>
                      <a:lnTo>
                        <a:pt x="116" y="130"/>
                      </a:lnTo>
                      <a:lnTo>
                        <a:pt x="116" y="128"/>
                      </a:lnTo>
                      <a:lnTo>
                        <a:pt x="118" y="128"/>
                      </a:lnTo>
                      <a:lnTo>
                        <a:pt x="122" y="128"/>
                      </a:lnTo>
                      <a:lnTo>
                        <a:pt x="122" y="112"/>
                      </a:lnTo>
                      <a:lnTo>
                        <a:pt x="114" y="110"/>
                      </a:lnTo>
                      <a:lnTo>
                        <a:pt x="110" y="106"/>
                      </a:lnTo>
                      <a:lnTo>
                        <a:pt x="88" y="92"/>
                      </a:lnTo>
                      <a:lnTo>
                        <a:pt x="80" y="84"/>
                      </a:lnTo>
                      <a:lnTo>
                        <a:pt x="74" y="74"/>
                      </a:lnTo>
                      <a:lnTo>
                        <a:pt x="50" y="54"/>
                      </a:lnTo>
                      <a:lnTo>
                        <a:pt x="50" y="52"/>
                      </a:lnTo>
                      <a:lnTo>
                        <a:pt x="50" y="50"/>
                      </a:lnTo>
                      <a:lnTo>
                        <a:pt x="50" y="48"/>
                      </a:lnTo>
                      <a:lnTo>
                        <a:pt x="48" y="44"/>
                      </a:lnTo>
                      <a:lnTo>
                        <a:pt x="46" y="42"/>
                      </a:lnTo>
                      <a:lnTo>
                        <a:pt x="44" y="40"/>
                      </a:lnTo>
                      <a:lnTo>
                        <a:pt x="38" y="38"/>
                      </a:lnTo>
                      <a:lnTo>
                        <a:pt x="18" y="48"/>
                      </a:lnTo>
                      <a:lnTo>
                        <a:pt x="12" y="48"/>
                      </a:lnTo>
                      <a:lnTo>
                        <a:pt x="12" y="48"/>
                      </a:lnTo>
                      <a:lnTo>
                        <a:pt x="12" y="42"/>
                      </a:lnTo>
                      <a:lnTo>
                        <a:pt x="4" y="34"/>
                      </a:lnTo>
                      <a:lnTo>
                        <a:pt x="4" y="34"/>
                      </a:lnTo>
                      <a:lnTo>
                        <a:pt x="2" y="32"/>
                      </a:lnTo>
                      <a:lnTo>
                        <a:pt x="0" y="28"/>
                      </a:lnTo>
                      <a:lnTo>
                        <a:pt x="0" y="22"/>
                      </a:lnTo>
                      <a:lnTo>
                        <a:pt x="10" y="22"/>
                      </a:lnTo>
                      <a:lnTo>
                        <a:pt x="12" y="22"/>
                      </a:lnTo>
                      <a:lnTo>
                        <a:pt x="14" y="24"/>
                      </a:lnTo>
                      <a:lnTo>
                        <a:pt x="16" y="24"/>
                      </a:lnTo>
                      <a:lnTo>
                        <a:pt x="28" y="16"/>
                      </a:lnTo>
                      <a:lnTo>
                        <a:pt x="24" y="12"/>
                      </a:lnTo>
                      <a:lnTo>
                        <a:pt x="30" y="10"/>
                      </a:lnTo>
                      <a:lnTo>
                        <a:pt x="30" y="10"/>
                      </a:lnTo>
                      <a:lnTo>
                        <a:pt x="30" y="12"/>
                      </a:lnTo>
                      <a:lnTo>
                        <a:pt x="30" y="14"/>
                      </a:lnTo>
                      <a:lnTo>
                        <a:pt x="30" y="14"/>
                      </a:lnTo>
                      <a:lnTo>
                        <a:pt x="32" y="16"/>
                      </a:lnTo>
                      <a:lnTo>
                        <a:pt x="34" y="14"/>
                      </a:lnTo>
                      <a:lnTo>
                        <a:pt x="36" y="14"/>
                      </a:lnTo>
                      <a:lnTo>
                        <a:pt x="40" y="12"/>
                      </a:lnTo>
                      <a:lnTo>
                        <a:pt x="40" y="12"/>
                      </a:lnTo>
                      <a:lnTo>
                        <a:pt x="40" y="10"/>
                      </a:lnTo>
                      <a:lnTo>
                        <a:pt x="42" y="10"/>
                      </a:lnTo>
                      <a:lnTo>
                        <a:pt x="46" y="6"/>
                      </a:lnTo>
                      <a:lnTo>
                        <a:pt x="44" y="8"/>
                      </a:lnTo>
                      <a:lnTo>
                        <a:pt x="44" y="8"/>
                      </a:lnTo>
                      <a:lnTo>
                        <a:pt x="44" y="10"/>
                      </a:lnTo>
                      <a:lnTo>
                        <a:pt x="46" y="12"/>
                      </a:lnTo>
                      <a:lnTo>
                        <a:pt x="46" y="12"/>
                      </a:lnTo>
                      <a:lnTo>
                        <a:pt x="48" y="12"/>
                      </a:lnTo>
                      <a:lnTo>
                        <a:pt x="48" y="10"/>
                      </a:lnTo>
                      <a:lnTo>
                        <a:pt x="48" y="8"/>
                      </a:lnTo>
                      <a:lnTo>
                        <a:pt x="48" y="8"/>
                      </a:lnTo>
                      <a:lnTo>
                        <a:pt x="48" y="6"/>
                      </a:lnTo>
                      <a:lnTo>
                        <a:pt x="46" y="4"/>
                      </a:lnTo>
                      <a:lnTo>
                        <a:pt x="46" y="4"/>
                      </a:lnTo>
                      <a:lnTo>
                        <a:pt x="48" y="4"/>
                      </a:lnTo>
                      <a:lnTo>
                        <a:pt x="50" y="4"/>
                      </a:lnTo>
                      <a:lnTo>
                        <a:pt x="50" y="2"/>
                      </a:lnTo>
                      <a:lnTo>
                        <a:pt x="52" y="2"/>
                      </a:lnTo>
                      <a:lnTo>
                        <a:pt x="54" y="0"/>
                      </a:lnTo>
                      <a:lnTo>
                        <a:pt x="54" y="0"/>
                      </a:lnTo>
                      <a:lnTo>
                        <a:pt x="58" y="0"/>
                      </a:lnTo>
                      <a:lnTo>
                        <a:pt x="62" y="0"/>
                      </a:lnTo>
                      <a:lnTo>
                        <a:pt x="62" y="0"/>
                      </a:lnTo>
                      <a:lnTo>
                        <a:pt x="64" y="0"/>
                      </a:lnTo>
                      <a:lnTo>
                        <a:pt x="66" y="0"/>
                      </a:lnTo>
                      <a:lnTo>
                        <a:pt x="70" y="0"/>
                      </a:lnTo>
                      <a:lnTo>
                        <a:pt x="72" y="0"/>
                      </a:lnTo>
                      <a:lnTo>
                        <a:pt x="74" y="4"/>
                      </a:lnTo>
                      <a:lnTo>
                        <a:pt x="74" y="4"/>
                      </a:lnTo>
                      <a:lnTo>
                        <a:pt x="76" y="6"/>
                      </a:lnTo>
                      <a:lnTo>
                        <a:pt x="80" y="8"/>
                      </a:lnTo>
                      <a:lnTo>
                        <a:pt x="84" y="10"/>
                      </a:lnTo>
                      <a:lnTo>
                        <a:pt x="88" y="12"/>
                      </a:lnTo>
                      <a:lnTo>
                        <a:pt x="92" y="12"/>
                      </a:lnTo>
                      <a:lnTo>
                        <a:pt x="94" y="14"/>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4" name="Freeform 406">
                  <a:extLst>
                    <a:ext uri="{FF2B5EF4-FFF2-40B4-BE49-F238E27FC236}">
                      <a16:creationId xmlns:a16="http://schemas.microsoft.com/office/drawing/2014/main" id="{B2DEAA29-39EC-A187-C8B2-EE820BCDC893}"/>
                    </a:ext>
                  </a:extLst>
                </p:cNvPr>
                <p:cNvSpPr/>
                <p:nvPr/>
              </p:nvSpPr>
              <p:spPr bwMode="gray">
                <a:xfrm>
                  <a:off x="1086948" y="3706898"/>
                  <a:ext cx="77759" cy="44404"/>
                </a:xfrm>
                <a:custGeom>
                  <a:avLst/>
                  <a:gdLst>
                    <a:gd name="T0" fmla="*/ 6 w 42"/>
                    <a:gd name="T1" fmla="*/ 4 h 24"/>
                    <a:gd name="T2" fmla="*/ 0 w 42"/>
                    <a:gd name="T3" fmla="*/ 6 h 24"/>
                    <a:gd name="T4" fmla="*/ 0 w 42"/>
                    <a:gd name="T5" fmla="*/ 6 h 24"/>
                    <a:gd name="T6" fmla="*/ 0 w 42"/>
                    <a:gd name="T7" fmla="*/ 6 h 24"/>
                    <a:gd name="T8" fmla="*/ 0 w 42"/>
                    <a:gd name="T9" fmla="*/ 8 h 24"/>
                    <a:gd name="T10" fmla="*/ 2 w 42"/>
                    <a:gd name="T11" fmla="*/ 10 h 24"/>
                    <a:gd name="T12" fmla="*/ 22 w 42"/>
                    <a:gd name="T13" fmla="*/ 16 h 24"/>
                    <a:gd name="T14" fmla="*/ 22 w 42"/>
                    <a:gd name="T15" fmla="*/ 16 h 24"/>
                    <a:gd name="T16" fmla="*/ 24 w 42"/>
                    <a:gd name="T17" fmla="*/ 20 h 24"/>
                    <a:gd name="T18" fmla="*/ 26 w 42"/>
                    <a:gd name="T19" fmla="*/ 22 h 24"/>
                    <a:gd name="T20" fmla="*/ 28 w 42"/>
                    <a:gd name="T21" fmla="*/ 24 h 24"/>
                    <a:gd name="T22" fmla="*/ 30 w 42"/>
                    <a:gd name="T23" fmla="*/ 22 h 24"/>
                    <a:gd name="T24" fmla="*/ 34 w 42"/>
                    <a:gd name="T25" fmla="*/ 20 h 24"/>
                    <a:gd name="T26" fmla="*/ 38 w 42"/>
                    <a:gd name="T27" fmla="*/ 18 h 24"/>
                    <a:gd name="T28" fmla="*/ 38 w 42"/>
                    <a:gd name="T29" fmla="*/ 18 h 24"/>
                    <a:gd name="T30" fmla="*/ 38 w 42"/>
                    <a:gd name="T31" fmla="*/ 16 h 24"/>
                    <a:gd name="T32" fmla="*/ 38 w 42"/>
                    <a:gd name="T33" fmla="*/ 14 h 24"/>
                    <a:gd name="T34" fmla="*/ 38 w 42"/>
                    <a:gd name="T35" fmla="*/ 12 h 24"/>
                    <a:gd name="T36" fmla="*/ 36 w 42"/>
                    <a:gd name="T37" fmla="*/ 12 h 24"/>
                    <a:gd name="T38" fmla="*/ 40 w 42"/>
                    <a:gd name="T39" fmla="*/ 4 h 24"/>
                    <a:gd name="T40" fmla="*/ 40 w 42"/>
                    <a:gd name="T41" fmla="*/ 4 h 24"/>
                    <a:gd name="T42" fmla="*/ 42 w 42"/>
                    <a:gd name="T43" fmla="*/ 2 h 24"/>
                    <a:gd name="T44" fmla="*/ 42 w 42"/>
                    <a:gd name="T45" fmla="*/ 2 h 24"/>
                    <a:gd name="T46" fmla="*/ 40 w 42"/>
                    <a:gd name="T47" fmla="*/ 0 h 24"/>
                    <a:gd name="T48" fmla="*/ 38 w 42"/>
                    <a:gd name="T49" fmla="*/ 0 h 24"/>
                    <a:gd name="T50" fmla="*/ 36 w 42"/>
                    <a:gd name="T51" fmla="*/ 0 h 24"/>
                    <a:gd name="T52" fmla="*/ 34 w 42"/>
                    <a:gd name="T53" fmla="*/ 2 h 24"/>
                    <a:gd name="T54" fmla="*/ 32 w 42"/>
                    <a:gd name="T55" fmla="*/ 2 h 24"/>
                    <a:gd name="T56" fmla="*/ 28 w 42"/>
                    <a:gd name="T57" fmla="*/ 4 h 24"/>
                    <a:gd name="T58" fmla="*/ 26 w 42"/>
                    <a:gd name="T59" fmla="*/ 4 h 24"/>
                    <a:gd name="T60" fmla="*/ 22 w 42"/>
                    <a:gd name="T61" fmla="*/ 4 h 24"/>
                    <a:gd name="T62" fmla="*/ 18 w 42"/>
                    <a:gd name="T63" fmla="*/ 4 h 24"/>
                    <a:gd name="T64" fmla="*/ 12 w 42"/>
                    <a:gd name="T65" fmla="*/ 4 h 24"/>
                    <a:gd name="T66" fmla="*/ 8 w 42"/>
                    <a:gd name="T67" fmla="*/ 4 h 24"/>
                    <a:gd name="T68" fmla="*/ 6 w 42"/>
                    <a:gd name="T6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 h="24">
                      <a:moveTo>
                        <a:pt x="6" y="4"/>
                      </a:moveTo>
                      <a:lnTo>
                        <a:pt x="0" y="6"/>
                      </a:lnTo>
                      <a:lnTo>
                        <a:pt x="0" y="6"/>
                      </a:lnTo>
                      <a:lnTo>
                        <a:pt x="0" y="6"/>
                      </a:lnTo>
                      <a:lnTo>
                        <a:pt x="0" y="8"/>
                      </a:lnTo>
                      <a:lnTo>
                        <a:pt x="2" y="10"/>
                      </a:lnTo>
                      <a:lnTo>
                        <a:pt x="22" y="16"/>
                      </a:lnTo>
                      <a:lnTo>
                        <a:pt x="22" y="16"/>
                      </a:lnTo>
                      <a:lnTo>
                        <a:pt x="24" y="20"/>
                      </a:lnTo>
                      <a:lnTo>
                        <a:pt x="26" y="22"/>
                      </a:lnTo>
                      <a:lnTo>
                        <a:pt x="28" y="24"/>
                      </a:lnTo>
                      <a:lnTo>
                        <a:pt x="30" y="22"/>
                      </a:lnTo>
                      <a:lnTo>
                        <a:pt x="34" y="20"/>
                      </a:lnTo>
                      <a:lnTo>
                        <a:pt x="38" y="18"/>
                      </a:lnTo>
                      <a:lnTo>
                        <a:pt x="38" y="18"/>
                      </a:lnTo>
                      <a:lnTo>
                        <a:pt x="38" y="16"/>
                      </a:lnTo>
                      <a:lnTo>
                        <a:pt x="38" y="14"/>
                      </a:lnTo>
                      <a:lnTo>
                        <a:pt x="38" y="12"/>
                      </a:lnTo>
                      <a:lnTo>
                        <a:pt x="36" y="12"/>
                      </a:lnTo>
                      <a:lnTo>
                        <a:pt x="40" y="4"/>
                      </a:lnTo>
                      <a:lnTo>
                        <a:pt x="40" y="4"/>
                      </a:lnTo>
                      <a:lnTo>
                        <a:pt x="42" y="2"/>
                      </a:lnTo>
                      <a:lnTo>
                        <a:pt x="42" y="2"/>
                      </a:lnTo>
                      <a:lnTo>
                        <a:pt x="40" y="0"/>
                      </a:lnTo>
                      <a:lnTo>
                        <a:pt x="38" y="0"/>
                      </a:lnTo>
                      <a:lnTo>
                        <a:pt x="36" y="0"/>
                      </a:lnTo>
                      <a:lnTo>
                        <a:pt x="34" y="2"/>
                      </a:lnTo>
                      <a:lnTo>
                        <a:pt x="32" y="2"/>
                      </a:lnTo>
                      <a:lnTo>
                        <a:pt x="28" y="4"/>
                      </a:lnTo>
                      <a:lnTo>
                        <a:pt x="26" y="4"/>
                      </a:lnTo>
                      <a:lnTo>
                        <a:pt x="22" y="4"/>
                      </a:lnTo>
                      <a:lnTo>
                        <a:pt x="18" y="4"/>
                      </a:lnTo>
                      <a:lnTo>
                        <a:pt x="12" y="4"/>
                      </a:lnTo>
                      <a:lnTo>
                        <a:pt x="8" y="4"/>
                      </a:lnTo>
                      <a:lnTo>
                        <a:pt x="6" y="4"/>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5" name="Freeform 407">
                  <a:extLst>
                    <a:ext uri="{FF2B5EF4-FFF2-40B4-BE49-F238E27FC236}">
                      <a16:creationId xmlns:a16="http://schemas.microsoft.com/office/drawing/2014/main" id="{BAF6B69D-4B7F-3878-9D28-10A7C4B91CE9}"/>
                    </a:ext>
                  </a:extLst>
                </p:cNvPr>
                <p:cNvSpPr/>
                <p:nvPr/>
              </p:nvSpPr>
              <p:spPr bwMode="gray">
                <a:xfrm>
                  <a:off x="994378" y="3610691"/>
                  <a:ext cx="37028" cy="77706"/>
                </a:xfrm>
                <a:custGeom>
                  <a:avLst/>
                  <a:gdLst>
                    <a:gd name="T0" fmla="*/ 14 w 20"/>
                    <a:gd name="T1" fmla="*/ 0 h 42"/>
                    <a:gd name="T2" fmla="*/ 14 w 20"/>
                    <a:gd name="T3" fmla="*/ 2 h 42"/>
                    <a:gd name="T4" fmla="*/ 12 w 20"/>
                    <a:gd name="T5" fmla="*/ 2 h 42"/>
                    <a:gd name="T6" fmla="*/ 10 w 20"/>
                    <a:gd name="T7" fmla="*/ 4 h 42"/>
                    <a:gd name="T8" fmla="*/ 8 w 20"/>
                    <a:gd name="T9" fmla="*/ 6 h 42"/>
                    <a:gd name="T10" fmla="*/ 4 w 20"/>
                    <a:gd name="T11" fmla="*/ 6 h 42"/>
                    <a:gd name="T12" fmla="*/ 2 w 20"/>
                    <a:gd name="T13" fmla="*/ 6 h 42"/>
                    <a:gd name="T14" fmla="*/ 2 w 20"/>
                    <a:gd name="T15" fmla="*/ 4 h 42"/>
                    <a:gd name="T16" fmla="*/ 0 w 20"/>
                    <a:gd name="T17" fmla="*/ 4 h 42"/>
                    <a:gd name="T18" fmla="*/ 0 w 20"/>
                    <a:gd name="T19" fmla="*/ 4 h 42"/>
                    <a:gd name="T20" fmla="*/ 2 w 20"/>
                    <a:gd name="T21" fmla="*/ 8 h 42"/>
                    <a:gd name="T22" fmla="*/ 2 w 20"/>
                    <a:gd name="T23" fmla="*/ 12 h 42"/>
                    <a:gd name="T24" fmla="*/ 2 w 20"/>
                    <a:gd name="T25" fmla="*/ 16 h 42"/>
                    <a:gd name="T26" fmla="*/ 0 w 20"/>
                    <a:gd name="T27" fmla="*/ 20 h 42"/>
                    <a:gd name="T28" fmla="*/ 0 w 20"/>
                    <a:gd name="T29" fmla="*/ 38 h 42"/>
                    <a:gd name="T30" fmla="*/ 0 w 20"/>
                    <a:gd name="T31" fmla="*/ 38 h 42"/>
                    <a:gd name="T32" fmla="*/ 4 w 20"/>
                    <a:gd name="T33" fmla="*/ 40 h 42"/>
                    <a:gd name="T34" fmla="*/ 8 w 20"/>
                    <a:gd name="T35" fmla="*/ 40 h 42"/>
                    <a:gd name="T36" fmla="*/ 12 w 20"/>
                    <a:gd name="T37" fmla="*/ 42 h 42"/>
                    <a:gd name="T38" fmla="*/ 12 w 20"/>
                    <a:gd name="T39" fmla="*/ 38 h 42"/>
                    <a:gd name="T40" fmla="*/ 12 w 20"/>
                    <a:gd name="T41" fmla="*/ 36 h 42"/>
                    <a:gd name="T42" fmla="*/ 14 w 20"/>
                    <a:gd name="T43" fmla="*/ 36 h 42"/>
                    <a:gd name="T44" fmla="*/ 16 w 20"/>
                    <a:gd name="T45" fmla="*/ 34 h 42"/>
                    <a:gd name="T46" fmla="*/ 18 w 20"/>
                    <a:gd name="T47" fmla="*/ 34 h 42"/>
                    <a:gd name="T48" fmla="*/ 18 w 20"/>
                    <a:gd name="T49" fmla="*/ 20 h 42"/>
                    <a:gd name="T50" fmla="*/ 18 w 20"/>
                    <a:gd name="T51" fmla="*/ 18 h 42"/>
                    <a:gd name="T52" fmla="*/ 20 w 20"/>
                    <a:gd name="T53" fmla="*/ 16 h 42"/>
                    <a:gd name="T54" fmla="*/ 20 w 20"/>
                    <a:gd name="T55" fmla="*/ 16 h 42"/>
                    <a:gd name="T56" fmla="*/ 20 w 20"/>
                    <a:gd name="T57" fmla="*/ 14 h 42"/>
                    <a:gd name="T58" fmla="*/ 20 w 20"/>
                    <a:gd name="T59" fmla="*/ 10 h 42"/>
                    <a:gd name="T60" fmla="*/ 20 w 20"/>
                    <a:gd name="T61" fmla="*/ 6 h 42"/>
                    <a:gd name="T62" fmla="*/ 18 w 20"/>
                    <a:gd name="T63" fmla="*/ 4 h 42"/>
                    <a:gd name="T64" fmla="*/ 14 w 20"/>
                    <a:gd name="T65"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42">
                      <a:moveTo>
                        <a:pt x="14" y="0"/>
                      </a:moveTo>
                      <a:lnTo>
                        <a:pt x="14" y="2"/>
                      </a:lnTo>
                      <a:lnTo>
                        <a:pt x="12" y="2"/>
                      </a:lnTo>
                      <a:lnTo>
                        <a:pt x="10" y="4"/>
                      </a:lnTo>
                      <a:lnTo>
                        <a:pt x="8" y="6"/>
                      </a:lnTo>
                      <a:lnTo>
                        <a:pt x="4" y="6"/>
                      </a:lnTo>
                      <a:lnTo>
                        <a:pt x="2" y="6"/>
                      </a:lnTo>
                      <a:lnTo>
                        <a:pt x="2" y="4"/>
                      </a:lnTo>
                      <a:lnTo>
                        <a:pt x="0" y="4"/>
                      </a:lnTo>
                      <a:lnTo>
                        <a:pt x="0" y="4"/>
                      </a:lnTo>
                      <a:lnTo>
                        <a:pt x="2" y="8"/>
                      </a:lnTo>
                      <a:lnTo>
                        <a:pt x="2" y="12"/>
                      </a:lnTo>
                      <a:lnTo>
                        <a:pt x="2" y="16"/>
                      </a:lnTo>
                      <a:lnTo>
                        <a:pt x="0" y="20"/>
                      </a:lnTo>
                      <a:lnTo>
                        <a:pt x="0" y="38"/>
                      </a:lnTo>
                      <a:lnTo>
                        <a:pt x="0" y="38"/>
                      </a:lnTo>
                      <a:lnTo>
                        <a:pt x="4" y="40"/>
                      </a:lnTo>
                      <a:lnTo>
                        <a:pt x="8" y="40"/>
                      </a:lnTo>
                      <a:lnTo>
                        <a:pt x="12" y="42"/>
                      </a:lnTo>
                      <a:lnTo>
                        <a:pt x="12" y="38"/>
                      </a:lnTo>
                      <a:lnTo>
                        <a:pt x="12" y="36"/>
                      </a:lnTo>
                      <a:lnTo>
                        <a:pt x="14" y="36"/>
                      </a:lnTo>
                      <a:lnTo>
                        <a:pt x="16" y="34"/>
                      </a:lnTo>
                      <a:lnTo>
                        <a:pt x="18" y="34"/>
                      </a:lnTo>
                      <a:lnTo>
                        <a:pt x="18" y="20"/>
                      </a:lnTo>
                      <a:lnTo>
                        <a:pt x="18" y="18"/>
                      </a:lnTo>
                      <a:lnTo>
                        <a:pt x="20" y="16"/>
                      </a:lnTo>
                      <a:lnTo>
                        <a:pt x="20" y="16"/>
                      </a:lnTo>
                      <a:lnTo>
                        <a:pt x="20" y="14"/>
                      </a:lnTo>
                      <a:lnTo>
                        <a:pt x="20" y="10"/>
                      </a:lnTo>
                      <a:lnTo>
                        <a:pt x="20" y="6"/>
                      </a:lnTo>
                      <a:lnTo>
                        <a:pt x="18" y="4"/>
                      </a:lnTo>
                      <a:lnTo>
                        <a:pt x="14" y="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6" name="Freeform 408">
                  <a:extLst>
                    <a:ext uri="{FF2B5EF4-FFF2-40B4-BE49-F238E27FC236}">
                      <a16:creationId xmlns:a16="http://schemas.microsoft.com/office/drawing/2014/main" id="{5B9B15AA-F9FE-907E-F68D-8C640C1B4FC1}"/>
                    </a:ext>
                  </a:extLst>
                </p:cNvPr>
                <p:cNvSpPr/>
                <p:nvPr/>
              </p:nvSpPr>
              <p:spPr bwMode="gray">
                <a:xfrm>
                  <a:off x="1001784" y="3551486"/>
                  <a:ext cx="33325" cy="51804"/>
                </a:xfrm>
                <a:custGeom>
                  <a:avLst/>
                  <a:gdLst>
                    <a:gd name="T0" fmla="*/ 8 w 18"/>
                    <a:gd name="T1" fmla="*/ 4 h 28"/>
                    <a:gd name="T2" fmla="*/ 6 w 18"/>
                    <a:gd name="T3" fmla="*/ 4 h 28"/>
                    <a:gd name="T4" fmla="*/ 6 w 18"/>
                    <a:gd name="T5" fmla="*/ 4 h 28"/>
                    <a:gd name="T6" fmla="*/ 4 w 18"/>
                    <a:gd name="T7" fmla="*/ 4 h 28"/>
                    <a:gd name="T8" fmla="*/ 2 w 18"/>
                    <a:gd name="T9" fmla="*/ 6 h 28"/>
                    <a:gd name="T10" fmla="*/ 0 w 18"/>
                    <a:gd name="T11" fmla="*/ 8 h 28"/>
                    <a:gd name="T12" fmla="*/ 2 w 18"/>
                    <a:gd name="T13" fmla="*/ 10 h 28"/>
                    <a:gd name="T14" fmla="*/ 2 w 18"/>
                    <a:gd name="T15" fmla="*/ 12 h 28"/>
                    <a:gd name="T16" fmla="*/ 2 w 18"/>
                    <a:gd name="T17" fmla="*/ 16 h 28"/>
                    <a:gd name="T18" fmla="*/ 4 w 18"/>
                    <a:gd name="T19" fmla="*/ 20 h 28"/>
                    <a:gd name="T20" fmla="*/ 6 w 18"/>
                    <a:gd name="T21" fmla="*/ 22 h 28"/>
                    <a:gd name="T22" fmla="*/ 12 w 18"/>
                    <a:gd name="T23" fmla="*/ 28 h 28"/>
                    <a:gd name="T24" fmla="*/ 12 w 18"/>
                    <a:gd name="T25" fmla="*/ 28 h 28"/>
                    <a:gd name="T26" fmla="*/ 14 w 18"/>
                    <a:gd name="T27" fmla="*/ 24 h 28"/>
                    <a:gd name="T28" fmla="*/ 14 w 18"/>
                    <a:gd name="T29" fmla="*/ 22 h 28"/>
                    <a:gd name="T30" fmla="*/ 16 w 18"/>
                    <a:gd name="T31" fmla="*/ 18 h 28"/>
                    <a:gd name="T32" fmla="*/ 18 w 18"/>
                    <a:gd name="T33" fmla="*/ 18 h 28"/>
                    <a:gd name="T34" fmla="*/ 18 w 18"/>
                    <a:gd name="T35" fmla="*/ 16 h 28"/>
                    <a:gd name="T36" fmla="*/ 18 w 18"/>
                    <a:gd name="T37" fmla="*/ 14 h 28"/>
                    <a:gd name="T38" fmla="*/ 16 w 18"/>
                    <a:gd name="T39" fmla="*/ 10 h 28"/>
                    <a:gd name="T40" fmla="*/ 16 w 18"/>
                    <a:gd name="T41" fmla="*/ 6 h 28"/>
                    <a:gd name="T42" fmla="*/ 14 w 18"/>
                    <a:gd name="T43" fmla="*/ 4 h 28"/>
                    <a:gd name="T44" fmla="*/ 10 w 18"/>
                    <a:gd name="T45" fmla="*/ 0 h 28"/>
                    <a:gd name="T46" fmla="*/ 8 w 18"/>
                    <a:gd name="T47"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 h="28">
                      <a:moveTo>
                        <a:pt x="8" y="4"/>
                      </a:moveTo>
                      <a:lnTo>
                        <a:pt x="6" y="4"/>
                      </a:lnTo>
                      <a:lnTo>
                        <a:pt x="6" y="4"/>
                      </a:lnTo>
                      <a:lnTo>
                        <a:pt x="4" y="4"/>
                      </a:lnTo>
                      <a:lnTo>
                        <a:pt x="2" y="6"/>
                      </a:lnTo>
                      <a:lnTo>
                        <a:pt x="0" y="8"/>
                      </a:lnTo>
                      <a:lnTo>
                        <a:pt x="2" y="10"/>
                      </a:lnTo>
                      <a:lnTo>
                        <a:pt x="2" y="12"/>
                      </a:lnTo>
                      <a:lnTo>
                        <a:pt x="2" y="16"/>
                      </a:lnTo>
                      <a:lnTo>
                        <a:pt x="4" y="20"/>
                      </a:lnTo>
                      <a:lnTo>
                        <a:pt x="6" y="22"/>
                      </a:lnTo>
                      <a:lnTo>
                        <a:pt x="12" y="28"/>
                      </a:lnTo>
                      <a:lnTo>
                        <a:pt x="12" y="28"/>
                      </a:lnTo>
                      <a:lnTo>
                        <a:pt x="14" y="24"/>
                      </a:lnTo>
                      <a:lnTo>
                        <a:pt x="14" y="22"/>
                      </a:lnTo>
                      <a:lnTo>
                        <a:pt x="16" y="18"/>
                      </a:lnTo>
                      <a:lnTo>
                        <a:pt x="18" y="18"/>
                      </a:lnTo>
                      <a:lnTo>
                        <a:pt x="18" y="16"/>
                      </a:lnTo>
                      <a:lnTo>
                        <a:pt x="18" y="14"/>
                      </a:lnTo>
                      <a:lnTo>
                        <a:pt x="16" y="10"/>
                      </a:lnTo>
                      <a:lnTo>
                        <a:pt x="16" y="6"/>
                      </a:lnTo>
                      <a:lnTo>
                        <a:pt x="14" y="4"/>
                      </a:lnTo>
                      <a:lnTo>
                        <a:pt x="10" y="0"/>
                      </a:lnTo>
                      <a:lnTo>
                        <a:pt x="8" y="4"/>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7" name="Freeform 409">
                  <a:extLst>
                    <a:ext uri="{FF2B5EF4-FFF2-40B4-BE49-F238E27FC236}">
                      <a16:creationId xmlns:a16="http://schemas.microsoft.com/office/drawing/2014/main" id="{8B821A8A-6137-DA41-E523-36EF0C3346D4}"/>
                    </a:ext>
                  </a:extLst>
                </p:cNvPr>
                <p:cNvSpPr/>
                <p:nvPr/>
              </p:nvSpPr>
              <p:spPr bwMode="gray">
                <a:xfrm>
                  <a:off x="1020298" y="3351670"/>
                  <a:ext cx="188842" cy="111009"/>
                </a:xfrm>
                <a:custGeom>
                  <a:avLst/>
                  <a:gdLst>
                    <a:gd name="T0" fmla="*/ 34 w 102"/>
                    <a:gd name="T1" fmla="*/ 58 h 60"/>
                    <a:gd name="T2" fmla="*/ 32 w 102"/>
                    <a:gd name="T3" fmla="*/ 56 h 60"/>
                    <a:gd name="T4" fmla="*/ 28 w 102"/>
                    <a:gd name="T5" fmla="*/ 56 h 60"/>
                    <a:gd name="T6" fmla="*/ 20 w 102"/>
                    <a:gd name="T7" fmla="*/ 56 h 60"/>
                    <a:gd name="T8" fmla="*/ 16 w 102"/>
                    <a:gd name="T9" fmla="*/ 56 h 60"/>
                    <a:gd name="T10" fmla="*/ 12 w 102"/>
                    <a:gd name="T11" fmla="*/ 58 h 60"/>
                    <a:gd name="T12" fmla="*/ 10 w 102"/>
                    <a:gd name="T13" fmla="*/ 60 h 60"/>
                    <a:gd name="T14" fmla="*/ 10 w 102"/>
                    <a:gd name="T15" fmla="*/ 56 h 60"/>
                    <a:gd name="T16" fmla="*/ 8 w 102"/>
                    <a:gd name="T17" fmla="*/ 56 h 60"/>
                    <a:gd name="T18" fmla="*/ 8 w 102"/>
                    <a:gd name="T19" fmla="*/ 52 h 60"/>
                    <a:gd name="T20" fmla="*/ 8 w 102"/>
                    <a:gd name="T21" fmla="*/ 38 h 60"/>
                    <a:gd name="T22" fmla="*/ 28 w 102"/>
                    <a:gd name="T23" fmla="*/ 34 h 60"/>
                    <a:gd name="T24" fmla="*/ 28 w 102"/>
                    <a:gd name="T25" fmla="*/ 26 h 60"/>
                    <a:gd name="T26" fmla="*/ 38 w 102"/>
                    <a:gd name="T27" fmla="*/ 12 h 60"/>
                    <a:gd name="T28" fmla="*/ 50 w 102"/>
                    <a:gd name="T29" fmla="*/ 4 h 60"/>
                    <a:gd name="T30" fmla="*/ 52 w 102"/>
                    <a:gd name="T31" fmla="*/ 0 h 60"/>
                    <a:gd name="T32" fmla="*/ 54 w 102"/>
                    <a:gd name="T33" fmla="*/ 0 h 60"/>
                    <a:gd name="T34" fmla="*/ 58 w 102"/>
                    <a:gd name="T35" fmla="*/ 4 h 60"/>
                    <a:gd name="T36" fmla="*/ 60 w 102"/>
                    <a:gd name="T37" fmla="*/ 4 h 60"/>
                    <a:gd name="T38" fmla="*/ 68 w 102"/>
                    <a:gd name="T39" fmla="*/ 4 h 60"/>
                    <a:gd name="T40" fmla="*/ 72 w 102"/>
                    <a:gd name="T41" fmla="*/ 0 h 60"/>
                    <a:gd name="T42" fmla="*/ 80 w 102"/>
                    <a:gd name="T43" fmla="*/ 2 h 60"/>
                    <a:gd name="T44" fmla="*/ 80 w 102"/>
                    <a:gd name="T45" fmla="*/ 4 h 60"/>
                    <a:gd name="T46" fmla="*/ 86 w 102"/>
                    <a:gd name="T47" fmla="*/ 8 h 60"/>
                    <a:gd name="T48" fmla="*/ 92 w 102"/>
                    <a:gd name="T49" fmla="*/ 8 h 60"/>
                    <a:gd name="T50" fmla="*/ 96 w 102"/>
                    <a:gd name="T51" fmla="*/ 8 h 60"/>
                    <a:gd name="T52" fmla="*/ 102 w 102"/>
                    <a:gd name="T53" fmla="*/ 18 h 60"/>
                    <a:gd name="T54" fmla="*/ 98 w 102"/>
                    <a:gd name="T55" fmla="*/ 20 h 60"/>
                    <a:gd name="T56" fmla="*/ 96 w 102"/>
                    <a:gd name="T57" fmla="*/ 28 h 60"/>
                    <a:gd name="T58" fmla="*/ 96 w 102"/>
                    <a:gd name="T59" fmla="*/ 34 h 60"/>
                    <a:gd name="T60" fmla="*/ 92 w 102"/>
                    <a:gd name="T61" fmla="*/ 38 h 60"/>
                    <a:gd name="T62" fmla="*/ 92 w 102"/>
                    <a:gd name="T63" fmla="*/ 44 h 60"/>
                    <a:gd name="T64" fmla="*/ 44 w 102"/>
                    <a:gd name="T65" fmla="*/ 56 h 60"/>
                    <a:gd name="T66" fmla="*/ 36 w 102"/>
                    <a:gd name="T6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2" h="60">
                      <a:moveTo>
                        <a:pt x="36" y="60"/>
                      </a:moveTo>
                      <a:lnTo>
                        <a:pt x="34" y="58"/>
                      </a:lnTo>
                      <a:lnTo>
                        <a:pt x="34" y="56"/>
                      </a:lnTo>
                      <a:lnTo>
                        <a:pt x="32" y="56"/>
                      </a:lnTo>
                      <a:lnTo>
                        <a:pt x="32" y="56"/>
                      </a:lnTo>
                      <a:lnTo>
                        <a:pt x="28" y="56"/>
                      </a:lnTo>
                      <a:lnTo>
                        <a:pt x="24" y="56"/>
                      </a:lnTo>
                      <a:lnTo>
                        <a:pt x="20" y="56"/>
                      </a:lnTo>
                      <a:lnTo>
                        <a:pt x="16" y="56"/>
                      </a:lnTo>
                      <a:lnTo>
                        <a:pt x="16" y="56"/>
                      </a:lnTo>
                      <a:lnTo>
                        <a:pt x="14" y="58"/>
                      </a:lnTo>
                      <a:lnTo>
                        <a:pt x="12" y="58"/>
                      </a:lnTo>
                      <a:lnTo>
                        <a:pt x="12" y="60"/>
                      </a:lnTo>
                      <a:lnTo>
                        <a:pt x="10" y="60"/>
                      </a:lnTo>
                      <a:lnTo>
                        <a:pt x="10" y="58"/>
                      </a:lnTo>
                      <a:lnTo>
                        <a:pt x="10" y="56"/>
                      </a:lnTo>
                      <a:lnTo>
                        <a:pt x="8" y="56"/>
                      </a:lnTo>
                      <a:lnTo>
                        <a:pt x="8" y="56"/>
                      </a:lnTo>
                      <a:lnTo>
                        <a:pt x="6" y="56"/>
                      </a:lnTo>
                      <a:lnTo>
                        <a:pt x="8" y="52"/>
                      </a:lnTo>
                      <a:lnTo>
                        <a:pt x="0" y="38"/>
                      </a:lnTo>
                      <a:lnTo>
                        <a:pt x="8" y="38"/>
                      </a:lnTo>
                      <a:lnTo>
                        <a:pt x="20" y="30"/>
                      </a:lnTo>
                      <a:lnTo>
                        <a:pt x="28" y="34"/>
                      </a:lnTo>
                      <a:lnTo>
                        <a:pt x="30" y="30"/>
                      </a:lnTo>
                      <a:lnTo>
                        <a:pt x="28" y="26"/>
                      </a:lnTo>
                      <a:lnTo>
                        <a:pt x="28" y="16"/>
                      </a:lnTo>
                      <a:lnTo>
                        <a:pt x="38" y="12"/>
                      </a:lnTo>
                      <a:lnTo>
                        <a:pt x="44" y="8"/>
                      </a:lnTo>
                      <a:lnTo>
                        <a:pt x="50" y="4"/>
                      </a:lnTo>
                      <a:lnTo>
                        <a:pt x="52" y="2"/>
                      </a:lnTo>
                      <a:lnTo>
                        <a:pt x="52" y="0"/>
                      </a:lnTo>
                      <a:lnTo>
                        <a:pt x="54" y="0"/>
                      </a:lnTo>
                      <a:lnTo>
                        <a:pt x="54" y="0"/>
                      </a:lnTo>
                      <a:lnTo>
                        <a:pt x="56" y="0"/>
                      </a:lnTo>
                      <a:lnTo>
                        <a:pt x="58" y="4"/>
                      </a:lnTo>
                      <a:lnTo>
                        <a:pt x="58" y="4"/>
                      </a:lnTo>
                      <a:lnTo>
                        <a:pt x="60" y="4"/>
                      </a:lnTo>
                      <a:lnTo>
                        <a:pt x="64" y="4"/>
                      </a:lnTo>
                      <a:lnTo>
                        <a:pt x="68" y="4"/>
                      </a:lnTo>
                      <a:lnTo>
                        <a:pt x="70" y="4"/>
                      </a:lnTo>
                      <a:lnTo>
                        <a:pt x="72" y="0"/>
                      </a:lnTo>
                      <a:lnTo>
                        <a:pt x="80" y="0"/>
                      </a:lnTo>
                      <a:lnTo>
                        <a:pt x="80" y="2"/>
                      </a:lnTo>
                      <a:lnTo>
                        <a:pt x="80" y="2"/>
                      </a:lnTo>
                      <a:lnTo>
                        <a:pt x="80" y="4"/>
                      </a:lnTo>
                      <a:lnTo>
                        <a:pt x="82" y="6"/>
                      </a:lnTo>
                      <a:lnTo>
                        <a:pt x="86" y="8"/>
                      </a:lnTo>
                      <a:lnTo>
                        <a:pt x="88" y="8"/>
                      </a:lnTo>
                      <a:lnTo>
                        <a:pt x="92" y="8"/>
                      </a:lnTo>
                      <a:lnTo>
                        <a:pt x="96" y="8"/>
                      </a:lnTo>
                      <a:lnTo>
                        <a:pt x="96" y="8"/>
                      </a:lnTo>
                      <a:lnTo>
                        <a:pt x="102" y="16"/>
                      </a:lnTo>
                      <a:lnTo>
                        <a:pt x="102" y="18"/>
                      </a:lnTo>
                      <a:lnTo>
                        <a:pt x="100" y="18"/>
                      </a:lnTo>
                      <a:lnTo>
                        <a:pt x="98" y="20"/>
                      </a:lnTo>
                      <a:lnTo>
                        <a:pt x="96" y="24"/>
                      </a:lnTo>
                      <a:lnTo>
                        <a:pt x="96" y="28"/>
                      </a:lnTo>
                      <a:lnTo>
                        <a:pt x="96" y="32"/>
                      </a:lnTo>
                      <a:lnTo>
                        <a:pt x="96" y="34"/>
                      </a:lnTo>
                      <a:lnTo>
                        <a:pt x="94" y="36"/>
                      </a:lnTo>
                      <a:lnTo>
                        <a:pt x="92" y="38"/>
                      </a:lnTo>
                      <a:lnTo>
                        <a:pt x="90" y="40"/>
                      </a:lnTo>
                      <a:lnTo>
                        <a:pt x="92" y="44"/>
                      </a:lnTo>
                      <a:lnTo>
                        <a:pt x="68" y="46"/>
                      </a:lnTo>
                      <a:lnTo>
                        <a:pt x="44" y="56"/>
                      </a:lnTo>
                      <a:lnTo>
                        <a:pt x="40" y="58"/>
                      </a:lnTo>
                      <a:lnTo>
                        <a:pt x="36" y="6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8" name="Freeform 410">
                  <a:extLst>
                    <a:ext uri="{FF2B5EF4-FFF2-40B4-BE49-F238E27FC236}">
                      <a16:creationId xmlns:a16="http://schemas.microsoft.com/office/drawing/2014/main" id="{F732CEB4-1DCD-725B-032F-71B14BE51A79}"/>
                    </a:ext>
                  </a:extLst>
                </p:cNvPr>
                <p:cNvSpPr/>
                <p:nvPr/>
              </p:nvSpPr>
              <p:spPr bwMode="gray">
                <a:xfrm>
                  <a:off x="938836" y="3421975"/>
                  <a:ext cx="99975" cy="77706"/>
                </a:xfrm>
                <a:custGeom>
                  <a:avLst/>
                  <a:gdLst>
                    <a:gd name="T0" fmla="*/ 30 w 54"/>
                    <a:gd name="T1" fmla="*/ 6 h 42"/>
                    <a:gd name="T2" fmla="*/ 20 w 54"/>
                    <a:gd name="T3" fmla="*/ 8 h 42"/>
                    <a:gd name="T4" fmla="*/ 8 w 54"/>
                    <a:gd name="T5" fmla="*/ 16 h 42"/>
                    <a:gd name="T6" fmla="*/ 0 w 54"/>
                    <a:gd name="T7" fmla="*/ 30 h 42"/>
                    <a:gd name="T8" fmla="*/ 2 w 54"/>
                    <a:gd name="T9" fmla="*/ 30 h 42"/>
                    <a:gd name="T10" fmla="*/ 2 w 54"/>
                    <a:gd name="T11" fmla="*/ 28 h 42"/>
                    <a:gd name="T12" fmla="*/ 4 w 54"/>
                    <a:gd name="T13" fmla="*/ 28 h 42"/>
                    <a:gd name="T14" fmla="*/ 6 w 54"/>
                    <a:gd name="T15" fmla="*/ 28 h 42"/>
                    <a:gd name="T16" fmla="*/ 6 w 54"/>
                    <a:gd name="T17" fmla="*/ 28 h 42"/>
                    <a:gd name="T18" fmla="*/ 8 w 54"/>
                    <a:gd name="T19" fmla="*/ 30 h 42"/>
                    <a:gd name="T20" fmla="*/ 8 w 54"/>
                    <a:gd name="T21" fmla="*/ 34 h 42"/>
                    <a:gd name="T22" fmla="*/ 6 w 54"/>
                    <a:gd name="T23" fmla="*/ 40 h 42"/>
                    <a:gd name="T24" fmla="*/ 8 w 54"/>
                    <a:gd name="T25" fmla="*/ 40 h 42"/>
                    <a:gd name="T26" fmla="*/ 12 w 54"/>
                    <a:gd name="T27" fmla="*/ 40 h 42"/>
                    <a:gd name="T28" fmla="*/ 16 w 54"/>
                    <a:gd name="T29" fmla="*/ 40 h 42"/>
                    <a:gd name="T30" fmla="*/ 20 w 54"/>
                    <a:gd name="T31" fmla="*/ 42 h 42"/>
                    <a:gd name="T32" fmla="*/ 22 w 54"/>
                    <a:gd name="T33" fmla="*/ 42 h 42"/>
                    <a:gd name="T34" fmla="*/ 34 w 54"/>
                    <a:gd name="T35" fmla="*/ 34 h 42"/>
                    <a:gd name="T36" fmla="*/ 30 w 54"/>
                    <a:gd name="T37" fmla="*/ 30 h 42"/>
                    <a:gd name="T38" fmla="*/ 36 w 54"/>
                    <a:gd name="T39" fmla="*/ 28 h 42"/>
                    <a:gd name="T40" fmla="*/ 36 w 54"/>
                    <a:gd name="T41" fmla="*/ 28 h 42"/>
                    <a:gd name="T42" fmla="*/ 36 w 54"/>
                    <a:gd name="T43" fmla="*/ 30 h 42"/>
                    <a:gd name="T44" fmla="*/ 36 w 54"/>
                    <a:gd name="T45" fmla="*/ 32 h 42"/>
                    <a:gd name="T46" fmla="*/ 36 w 54"/>
                    <a:gd name="T47" fmla="*/ 32 h 42"/>
                    <a:gd name="T48" fmla="*/ 38 w 54"/>
                    <a:gd name="T49" fmla="*/ 34 h 42"/>
                    <a:gd name="T50" fmla="*/ 40 w 54"/>
                    <a:gd name="T51" fmla="*/ 32 h 42"/>
                    <a:gd name="T52" fmla="*/ 42 w 54"/>
                    <a:gd name="T53" fmla="*/ 32 h 42"/>
                    <a:gd name="T54" fmla="*/ 44 w 54"/>
                    <a:gd name="T55" fmla="*/ 32 h 42"/>
                    <a:gd name="T56" fmla="*/ 46 w 54"/>
                    <a:gd name="T57" fmla="*/ 30 h 42"/>
                    <a:gd name="T58" fmla="*/ 48 w 54"/>
                    <a:gd name="T59" fmla="*/ 28 h 42"/>
                    <a:gd name="T60" fmla="*/ 52 w 54"/>
                    <a:gd name="T61" fmla="*/ 24 h 42"/>
                    <a:gd name="T62" fmla="*/ 50 w 54"/>
                    <a:gd name="T63" fmla="*/ 26 h 42"/>
                    <a:gd name="T64" fmla="*/ 50 w 54"/>
                    <a:gd name="T65" fmla="*/ 26 h 42"/>
                    <a:gd name="T66" fmla="*/ 50 w 54"/>
                    <a:gd name="T67" fmla="*/ 28 h 42"/>
                    <a:gd name="T68" fmla="*/ 52 w 54"/>
                    <a:gd name="T69" fmla="*/ 30 h 42"/>
                    <a:gd name="T70" fmla="*/ 52 w 54"/>
                    <a:gd name="T71" fmla="*/ 30 h 42"/>
                    <a:gd name="T72" fmla="*/ 54 w 54"/>
                    <a:gd name="T73" fmla="*/ 30 h 42"/>
                    <a:gd name="T74" fmla="*/ 54 w 54"/>
                    <a:gd name="T75" fmla="*/ 26 h 42"/>
                    <a:gd name="T76" fmla="*/ 54 w 54"/>
                    <a:gd name="T77" fmla="*/ 26 h 42"/>
                    <a:gd name="T78" fmla="*/ 54 w 54"/>
                    <a:gd name="T79" fmla="*/ 24 h 42"/>
                    <a:gd name="T80" fmla="*/ 52 w 54"/>
                    <a:gd name="T81" fmla="*/ 24 h 42"/>
                    <a:gd name="T82" fmla="*/ 54 w 54"/>
                    <a:gd name="T83" fmla="*/ 22 h 42"/>
                    <a:gd name="T84" fmla="*/ 54 w 54"/>
                    <a:gd name="T85" fmla="*/ 22 h 42"/>
                    <a:gd name="T86" fmla="*/ 54 w 54"/>
                    <a:gd name="T87" fmla="*/ 20 h 42"/>
                    <a:gd name="T88" fmla="*/ 54 w 54"/>
                    <a:gd name="T89" fmla="*/ 20 h 42"/>
                    <a:gd name="T90" fmla="*/ 54 w 54"/>
                    <a:gd name="T91" fmla="*/ 18 h 42"/>
                    <a:gd name="T92" fmla="*/ 52 w 54"/>
                    <a:gd name="T93" fmla="*/ 18 h 42"/>
                    <a:gd name="T94" fmla="*/ 50 w 54"/>
                    <a:gd name="T95" fmla="*/ 18 h 42"/>
                    <a:gd name="T96" fmla="*/ 50 w 54"/>
                    <a:gd name="T97" fmla="*/ 18 h 42"/>
                    <a:gd name="T98" fmla="*/ 50 w 54"/>
                    <a:gd name="T99" fmla="*/ 18 h 42"/>
                    <a:gd name="T100" fmla="*/ 50 w 54"/>
                    <a:gd name="T101" fmla="*/ 18 h 42"/>
                    <a:gd name="T102" fmla="*/ 52 w 54"/>
                    <a:gd name="T103" fmla="*/ 14 h 42"/>
                    <a:gd name="T104" fmla="*/ 44 w 54"/>
                    <a:gd name="T105" fmla="*/ 0 h 42"/>
                    <a:gd name="T106" fmla="*/ 38 w 54"/>
                    <a:gd name="T107" fmla="*/ 4 h 42"/>
                    <a:gd name="T108" fmla="*/ 30 w 54"/>
                    <a:gd name="T109" fmla="*/ 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4" h="42">
                      <a:moveTo>
                        <a:pt x="30" y="6"/>
                      </a:moveTo>
                      <a:lnTo>
                        <a:pt x="20" y="8"/>
                      </a:lnTo>
                      <a:lnTo>
                        <a:pt x="8" y="16"/>
                      </a:lnTo>
                      <a:lnTo>
                        <a:pt x="0" y="30"/>
                      </a:lnTo>
                      <a:lnTo>
                        <a:pt x="2" y="30"/>
                      </a:lnTo>
                      <a:lnTo>
                        <a:pt x="2" y="28"/>
                      </a:lnTo>
                      <a:lnTo>
                        <a:pt x="4" y="28"/>
                      </a:lnTo>
                      <a:lnTo>
                        <a:pt x="6" y="28"/>
                      </a:lnTo>
                      <a:lnTo>
                        <a:pt x="6" y="28"/>
                      </a:lnTo>
                      <a:lnTo>
                        <a:pt x="8" y="30"/>
                      </a:lnTo>
                      <a:lnTo>
                        <a:pt x="8" y="34"/>
                      </a:lnTo>
                      <a:lnTo>
                        <a:pt x="6" y="40"/>
                      </a:lnTo>
                      <a:lnTo>
                        <a:pt x="8" y="40"/>
                      </a:lnTo>
                      <a:lnTo>
                        <a:pt x="12" y="40"/>
                      </a:lnTo>
                      <a:lnTo>
                        <a:pt x="16" y="40"/>
                      </a:lnTo>
                      <a:lnTo>
                        <a:pt x="20" y="42"/>
                      </a:lnTo>
                      <a:lnTo>
                        <a:pt x="22" y="42"/>
                      </a:lnTo>
                      <a:lnTo>
                        <a:pt x="34" y="34"/>
                      </a:lnTo>
                      <a:lnTo>
                        <a:pt x="30" y="30"/>
                      </a:lnTo>
                      <a:lnTo>
                        <a:pt x="36" y="28"/>
                      </a:lnTo>
                      <a:lnTo>
                        <a:pt x="36" y="28"/>
                      </a:lnTo>
                      <a:lnTo>
                        <a:pt x="36" y="30"/>
                      </a:lnTo>
                      <a:lnTo>
                        <a:pt x="36" y="32"/>
                      </a:lnTo>
                      <a:lnTo>
                        <a:pt x="36" y="32"/>
                      </a:lnTo>
                      <a:lnTo>
                        <a:pt x="38" y="34"/>
                      </a:lnTo>
                      <a:lnTo>
                        <a:pt x="40" y="32"/>
                      </a:lnTo>
                      <a:lnTo>
                        <a:pt x="42" y="32"/>
                      </a:lnTo>
                      <a:lnTo>
                        <a:pt x="44" y="32"/>
                      </a:lnTo>
                      <a:lnTo>
                        <a:pt x="46" y="30"/>
                      </a:lnTo>
                      <a:lnTo>
                        <a:pt x="48" y="28"/>
                      </a:lnTo>
                      <a:lnTo>
                        <a:pt x="52" y="24"/>
                      </a:lnTo>
                      <a:lnTo>
                        <a:pt x="50" y="26"/>
                      </a:lnTo>
                      <a:lnTo>
                        <a:pt x="50" y="26"/>
                      </a:lnTo>
                      <a:lnTo>
                        <a:pt x="50" y="28"/>
                      </a:lnTo>
                      <a:lnTo>
                        <a:pt x="52" y="30"/>
                      </a:lnTo>
                      <a:lnTo>
                        <a:pt x="52" y="30"/>
                      </a:lnTo>
                      <a:lnTo>
                        <a:pt x="54" y="30"/>
                      </a:lnTo>
                      <a:lnTo>
                        <a:pt x="54" y="26"/>
                      </a:lnTo>
                      <a:lnTo>
                        <a:pt x="54" y="26"/>
                      </a:lnTo>
                      <a:lnTo>
                        <a:pt x="54" y="24"/>
                      </a:lnTo>
                      <a:lnTo>
                        <a:pt x="52" y="24"/>
                      </a:lnTo>
                      <a:lnTo>
                        <a:pt x="54" y="22"/>
                      </a:lnTo>
                      <a:lnTo>
                        <a:pt x="54" y="22"/>
                      </a:lnTo>
                      <a:lnTo>
                        <a:pt x="54" y="20"/>
                      </a:lnTo>
                      <a:lnTo>
                        <a:pt x="54" y="20"/>
                      </a:lnTo>
                      <a:lnTo>
                        <a:pt x="54" y="18"/>
                      </a:lnTo>
                      <a:lnTo>
                        <a:pt x="52" y="18"/>
                      </a:lnTo>
                      <a:lnTo>
                        <a:pt x="50" y="18"/>
                      </a:lnTo>
                      <a:lnTo>
                        <a:pt x="50" y="18"/>
                      </a:lnTo>
                      <a:lnTo>
                        <a:pt x="50" y="18"/>
                      </a:lnTo>
                      <a:lnTo>
                        <a:pt x="50" y="18"/>
                      </a:lnTo>
                      <a:lnTo>
                        <a:pt x="52" y="14"/>
                      </a:lnTo>
                      <a:lnTo>
                        <a:pt x="44" y="0"/>
                      </a:lnTo>
                      <a:lnTo>
                        <a:pt x="38" y="4"/>
                      </a:lnTo>
                      <a:lnTo>
                        <a:pt x="30" y="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9" name="Freeform 411">
                  <a:extLst>
                    <a:ext uri="{FF2B5EF4-FFF2-40B4-BE49-F238E27FC236}">
                      <a16:creationId xmlns:a16="http://schemas.microsoft.com/office/drawing/2014/main" id="{25572611-BE6D-8444-AE38-3D0794B968DF}"/>
                    </a:ext>
                  </a:extLst>
                </p:cNvPr>
                <p:cNvSpPr/>
                <p:nvPr/>
              </p:nvSpPr>
              <p:spPr bwMode="gray">
                <a:xfrm>
                  <a:off x="694452" y="3270263"/>
                  <a:ext cx="292521" cy="336727"/>
                </a:xfrm>
                <a:custGeom>
                  <a:avLst/>
                  <a:gdLst>
                    <a:gd name="T0" fmla="*/ 138 w 158"/>
                    <a:gd name="T1" fmla="*/ 120 h 182"/>
                    <a:gd name="T2" fmla="*/ 140 w 158"/>
                    <a:gd name="T3" fmla="*/ 130 h 182"/>
                    <a:gd name="T4" fmla="*/ 150 w 158"/>
                    <a:gd name="T5" fmla="*/ 144 h 182"/>
                    <a:gd name="T6" fmla="*/ 138 w 158"/>
                    <a:gd name="T7" fmla="*/ 156 h 182"/>
                    <a:gd name="T8" fmla="*/ 122 w 158"/>
                    <a:gd name="T9" fmla="*/ 156 h 182"/>
                    <a:gd name="T10" fmla="*/ 102 w 158"/>
                    <a:gd name="T11" fmla="*/ 158 h 182"/>
                    <a:gd name="T12" fmla="*/ 100 w 158"/>
                    <a:gd name="T13" fmla="*/ 170 h 182"/>
                    <a:gd name="T14" fmla="*/ 90 w 158"/>
                    <a:gd name="T15" fmla="*/ 180 h 182"/>
                    <a:gd name="T16" fmla="*/ 64 w 158"/>
                    <a:gd name="T17" fmla="*/ 164 h 182"/>
                    <a:gd name="T18" fmla="*/ 58 w 158"/>
                    <a:gd name="T19" fmla="*/ 160 h 182"/>
                    <a:gd name="T20" fmla="*/ 52 w 158"/>
                    <a:gd name="T21" fmla="*/ 158 h 182"/>
                    <a:gd name="T22" fmla="*/ 44 w 158"/>
                    <a:gd name="T23" fmla="*/ 152 h 182"/>
                    <a:gd name="T24" fmla="*/ 40 w 158"/>
                    <a:gd name="T25" fmla="*/ 148 h 182"/>
                    <a:gd name="T26" fmla="*/ 36 w 158"/>
                    <a:gd name="T27" fmla="*/ 144 h 182"/>
                    <a:gd name="T28" fmla="*/ 40 w 158"/>
                    <a:gd name="T29" fmla="*/ 94 h 182"/>
                    <a:gd name="T30" fmla="*/ 38 w 158"/>
                    <a:gd name="T31" fmla="*/ 86 h 182"/>
                    <a:gd name="T32" fmla="*/ 32 w 158"/>
                    <a:gd name="T33" fmla="*/ 78 h 182"/>
                    <a:gd name="T34" fmla="*/ 2 w 158"/>
                    <a:gd name="T35" fmla="*/ 60 h 182"/>
                    <a:gd name="T36" fmla="*/ 0 w 158"/>
                    <a:gd name="T37" fmla="*/ 56 h 182"/>
                    <a:gd name="T38" fmla="*/ 4 w 158"/>
                    <a:gd name="T39" fmla="*/ 48 h 182"/>
                    <a:gd name="T40" fmla="*/ 22 w 158"/>
                    <a:gd name="T41" fmla="*/ 36 h 182"/>
                    <a:gd name="T42" fmla="*/ 30 w 158"/>
                    <a:gd name="T43" fmla="*/ 36 h 182"/>
                    <a:gd name="T44" fmla="*/ 44 w 158"/>
                    <a:gd name="T45" fmla="*/ 32 h 182"/>
                    <a:gd name="T46" fmla="*/ 54 w 158"/>
                    <a:gd name="T47" fmla="*/ 28 h 182"/>
                    <a:gd name="T48" fmla="*/ 70 w 158"/>
                    <a:gd name="T49" fmla="*/ 16 h 182"/>
                    <a:gd name="T50" fmla="*/ 80 w 158"/>
                    <a:gd name="T51" fmla="*/ 12 h 182"/>
                    <a:gd name="T52" fmla="*/ 92 w 158"/>
                    <a:gd name="T53" fmla="*/ 4 h 182"/>
                    <a:gd name="T54" fmla="*/ 98 w 158"/>
                    <a:gd name="T55" fmla="*/ 4 h 182"/>
                    <a:gd name="T56" fmla="*/ 106 w 158"/>
                    <a:gd name="T57" fmla="*/ 14 h 182"/>
                    <a:gd name="T58" fmla="*/ 110 w 158"/>
                    <a:gd name="T59" fmla="*/ 18 h 182"/>
                    <a:gd name="T60" fmla="*/ 110 w 158"/>
                    <a:gd name="T61" fmla="*/ 26 h 182"/>
                    <a:gd name="T62" fmla="*/ 118 w 158"/>
                    <a:gd name="T63" fmla="*/ 32 h 182"/>
                    <a:gd name="T64" fmla="*/ 122 w 158"/>
                    <a:gd name="T65" fmla="*/ 40 h 182"/>
                    <a:gd name="T66" fmla="*/ 126 w 158"/>
                    <a:gd name="T67" fmla="*/ 46 h 182"/>
                    <a:gd name="T68" fmla="*/ 134 w 158"/>
                    <a:gd name="T69" fmla="*/ 52 h 182"/>
                    <a:gd name="T70" fmla="*/ 142 w 158"/>
                    <a:gd name="T71" fmla="*/ 56 h 182"/>
                    <a:gd name="T72" fmla="*/ 156 w 158"/>
                    <a:gd name="T73" fmla="*/ 62 h 182"/>
                    <a:gd name="T74" fmla="*/ 158 w 158"/>
                    <a:gd name="T75" fmla="*/ 64 h 182"/>
                    <a:gd name="T76" fmla="*/ 154 w 158"/>
                    <a:gd name="T77" fmla="*/ 78 h 182"/>
                    <a:gd name="T78" fmla="*/ 140 w 158"/>
                    <a:gd name="T79" fmla="*/ 100 h 182"/>
                    <a:gd name="T80" fmla="*/ 134 w 158"/>
                    <a:gd name="T81" fmla="*/ 112 h 182"/>
                    <a:gd name="T82" fmla="*/ 138 w 158"/>
                    <a:gd name="T83" fmla="*/ 11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8" h="182">
                      <a:moveTo>
                        <a:pt x="140" y="116"/>
                      </a:moveTo>
                      <a:lnTo>
                        <a:pt x="138" y="118"/>
                      </a:lnTo>
                      <a:lnTo>
                        <a:pt x="138" y="120"/>
                      </a:lnTo>
                      <a:lnTo>
                        <a:pt x="138" y="124"/>
                      </a:lnTo>
                      <a:lnTo>
                        <a:pt x="138" y="130"/>
                      </a:lnTo>
                      <a:lnTo>
                        <a:pt x="140" y="130"/>
                      </a:lnTo>
                      <a:lnTo>
                        <a:pt x="140" y="134"/>
                      </a:lnTo>
                      <a:lnTo>
                        <a:pt x="142" y="136"/>
                      </a:lnTo>
                      <a:lnTo>
                        <a:pt x="150" y="144"/>
                      </a:lnTo>
                      <a:lnTo>
                        <a:pt x="150" y="150"/>
                      </a:lnTo>
                      <a:lnTo>
                        <a:pt x="140" y="156"/>
                      </a:lnTo>
                      <a:lnTo>
                        <a:pt x="138" y="156"/>
                      </a:lnTo>
                      <a:lnTo>
                        <a:pt x="134" y="156"/>
                      </a:lnTo>
                      <a:lnTo>
                        <a:pt x="128" y="156"/>
                      </a:lnTo>
                      <a:lnTo>
                        <a:pt x="122" y="156"/>
                      </a:lnTo>
                      <a:lnTo>
                        <a:pt x="114" y="154"/>
                      </a:lnTo>
                      <a:lnTo>
                        <a:pt x="110" y="154"/>
                      </a:lnTo>
                      <a:lnTo>
                        <a:pt x="102" y="158"/>
                      </a:lnTo>
                      <a:lnTo>
                        <a:pt x="100" y="166"/>
                      </a:lnTo>
                      <a:lnTo>
                        <a:pt x="100" y="168"/>
                      </a:lnTo>
                      <a:lnTo>
                        <a:pt x="100" y="170"/>
                      </a:lnTo>
                      <a:lnTo>
                        <a:pt x="102" y="174"/>
                      </a:lnTo>
                      <a:lnTo>
                        <a:pt x="96" y="182"/>
                      </a:lnTo>
                      <a:lnTo>
                        <a:pt x="90" y="180"/>
                      </a:lnTo>
                      <a:lnTo>
                        <a:pt x="72" y="174"/>
                      </a:lnTo>
                      <a:lnTo>
                        <a:pt x="72" y="174"/>
                      </a:lnTo>
                      <a:lnTo>
                        <a:pt x="64" y="164"/>
                      </a:lnTo>
                      <a:lnTo>
                        <a:pt x="64" y="166"/>
                      </a:lnTo>
                      <a:lnTo>
                        <a:pt x="60" y="162"/>
                      </a:lnTo>
                      <a:lnTo>
                        <a:pt x="58" y="160"/>
                      </a:lnTo>
                      <a:lnTo>
                        <a:pt x="54" y="158"/>
                      </a:lnTo>
                      <a:lnTo>
                        <a:pt x="52" y="158"/>
                      </a:lnTo>
                      <a:lnTo>
                        <a:pt x="52" y="158"/>
                      </a:lnTo>
                      <a:lnTo>
                        <a:pt x="50" y="156"/>
                      </a:lnTo>
                      <a:lnTo>
                        <a:pt x="46" y="154"/>
                      </a:lnTo>
                      <a:lnTo>
                        <a:pt x="44" y="152"/>
                      </a:lnTo>
                      <a:lnTo>
                        <a:pt x="42" y="150"/>
                      </a:lnTo>
                      <a:lnTo>
                        <a:pt x="40" y="150"/>
                      </a:lnTo>
                      <a:lnTo>
                        <a:pt x="40" y="148"/>
                      </a:lnTo>
                      <a:lnTo>
                        <a:pt x="40" y="146"/>
                      </a:lnTo>
                      <a:lnTo>
                        <a:pt x="38" y="144"/>
                      </a:lnTo>
                      <a:lnTo>
                        <a:pt x="36" y="144"/>
                      </a:lnTo>
                      <a:lnTo>
                        <a:pt x="36" y="144"/>
                      </a:lnTo>
                      <a:lnTo>
                        <a:pt x="40" y="140"/>
                      </a:lnTo>
                      <a:lnTo>
                        <a:pt x="40" y="94"/>
                      </a:lnTo>
                      <a:lnTo>
                        <a:pt x="40" y="92"/>
                      </a:lnTo>
                      <a:lnTo>
                        <a:pt x="38" y="90"/>
                      </a:lnTo>
                      <a:lnTo>
                        <a:pt x="38" y="86"/>
                      </a:lnTo>
                      <a:lnTo>
                        <a:pt x="36" y="82"/>
                      </a:lnTo>
                      <a:lnTo>
                        <a:pt x="34" y="80"/>
                      </a:lnTo>
                      <a:lnTo>
                        <a:pt x="32" y="78"/>
                      </a:lnTo>
                      <a:lnTo>
                        <a:pt x="22" y="72"/>
                      </a:lnTo>
                      <a:lnTo>
                        <a:pt x="22" y="68"/>
                      </a:lnTo>
                      <a:lnTo>
                        <a:pt x="2" y="60"/>
                      </a:lnTo>
                      <a:lnTo>
                        <a:pt x="2" y="58"/>
                      </a:lnTo>
                      <a:lnTo>
                        <a:pt x="2" y="58"/>
                      </a:lnTo>
                      <a:lnTo>
                        <a:pt x="0" y="56"/>
                      </a:lnTo>
                      <a:lnTo>
                        <a:pt x="0" y="54"/>
                      </a:lnTo>
                      <a:lnTo>
                        <a:pt x="2" y="50"/>
                      </a:lnTo>
                      <a:lnTo>
                        <a:pt x="4" y="48"/>
                      </a:lnTo>
                      <a:lnTo>
                        <a:pt x="14" y="50"/>
                      </a:lnTo>
                      <a:lnTo>
                        <a:pt x="14" y="38"/>
                      </a:lnTo>
                      <a:lnTo>
                        <a:pt x="22" y="36"/>
                      </a:lnTo>
                      <a:lnTo>
                        <a:pt x="22" y="36"/>
                      </a:lnTo>
                      <a:lnTo>
                        <a:pt x="26" y="36"/>
                      </a:lnTo>
                      <a:lnTo>
                        <a:pt x="30" y="36"/>
                      </a:lnTo>
                      <a:lnTo>
                        <a:pt x="36" y="34"/>
                      </a:lnTo>
                      <a:lnTo>
                        <a:pt x="44" y="32"/>
                      </a:lnTo>
                      <a:lnTo>
                        <a:pt x="44" y="32"/>
                      </a:lnTo>
                      <a:lnTo>
                        <a:pt x="46" y="30"/>
                      </a:lnTo>
                      <a:lnTo>
                        <a:pt x="50" y="28"/>
                      </a:lnTo>
                      <a:lnTo>
                        <a:pt x="54" y="28"/>
                      </a:lnTo>
                      <a:lnTo>
                        <a:pt x="58" y="26"/>
                      </a:lnTo>
                      <a:lnTo>
                        <a:pt x="64" y="28"/>
                      </a:lnTo>
                      <a:lnTo>
                        <a:pt x="70" y="16"/>
                      </a:lnTo>
                      <a:lnTo>
                        <a:pt x="78" y="14"/>
                      </a:lnTo>
                      <a:lnTo>
                        <a:pt x="78" y="12"/>
                      </a:lnTo>
                      <a:lnTo>
                        <a:pt x="80" y="12"/>
                      </a:lnTo>
                      <a:lnTo>
                        <a:pt x="84" y="8"/>
                      </a:lnTo>
                      <a:lnTo>
                        <a:pt x="88" y="6"/>
                      </a:lnTo>
                      <a:lnTo>
                        <a:pt x="92" y="4"/>
                      </a:lnTo>
                      <a:lnTo>
                        <a:pt x="94" y="0"/>
                      </a:lnTo>
                      <a:lnTo>
                        <a:pt x="96" y="2"/>
                      </a:lnTo>
                      <a:lnTo>
                        <a:pt x="98" y="4"/>
                      </a:lnTo>
                      <a:lnTo>
                        <a:pt x="100" y="8"/>
                      </a:lnTo>
                      <a:lnTo>
                        <a:pt x="104" y="10"/>
                      </a:lnTo>
                      <a:lnTo>
                        <a:pt x="106" y="14"/>
                      </a:lnTo>
                      <a:lnTo>
                        <a:pt x="108" y="16"/>
                      </a:lnTo>
                      <a:lnTo>
                        <a:pt x="110" y="16"/>
                      </a:lnTo>
                      <a:lnTo>
                        <a:pt x="110" y="18"/>
                      </a:lnTo>
                      <a:lnTo>
                        <a:pt x="108" y="20"/>
                      </a:lnTo>
                      <a:lnTo>
                        <a:pt x="108" y="24"/>
                      </a:lnTo>
                      <a:lnTo>
                        <a:pt x="110" y="26"/>
                      </a:lnTo>
                      <a:lnTo>
                        <a:pt x="110" y="30"/>
                      </a:lnTo>
                      <a:lnTo>
                        <a:pt x="114" y="32"/>
                      </a:lnTo>
                      <a:lnTo>
                        <a:pt x="118" y="32"/>
                      </a:lnTo>
                      <a:lnTo>
                        <a:pt x="120" y="34"/>
                      </a:lnTo>
                      <a:lnTo>
                        <a:pt x="122" y="38"/>
                      </a:lnTo>
                      <a:lnTo>
                        <a:pt x="122" y="40"/>
                      </a:lnTo>
                      <a:lnTo>
                        <a:pt x="124" y="44"/>
                      </a:lnTo>
                      <a:lnTo>
                        <a:pt x="124" y="44"/>
                      </a:lnTo>
                      <a:lnTo>
                        <a:pt x="126" y="46"/>
                      </a:lnTo>
                      <a:lnTo>
                        <a:pt x="128" y="50"/>
                      </a:lnTo>
                      <a:lnTo>
                        <a:pt x="132" y="52"/>
                      </a:lnTo>
                      <a:lnTo>
                        <a:pt x="134" y="52"/>
                      </a:lnTo>
                      <a:lnTo>
                        <a:pt x="136" y="54"/>
                      </a:lnTo>
                      <a:lnTo>
                        <a:pt x="138" y="54"/>
                      </a:lnTo>
                      <a:lnTo>
                        <a:pt x="142" y="56"/>
                      </a:lnTo>
                      <a:lnTo>
                        <a:pt x="146" y="58"/>
                      </a:lnTo>
                      <a:lnTo>
                        <a:pt x="152" y="60"/>
                      </a:lnTo>
                      <a:lnTo>
                        <a:pt x="156" y="62"/>
                      </a:lnTo>
                      <a:lnTo>
                        <a:pt x="158" y="62"/>
                      </a:lnTo>
                      <a:lnTo>
                        <a:pt x="158" y="62"/>
                      </a:lnTo>
                      <a:lnTo>
                        <a:pt x="158" y="64"/>
                      </a:lnTo>
                      <a:lnTo>
                        <a:pt x="156" y="68"/>
                      </a:lnTo>
                      <a:lnTo>
                        <a:pt x="156" y="72"/>
                      </a:lnTo>
                      <a:lnTo>
                        <a:pt x="154" y="78"/>
                      </a:lnTo>
                      <a:lnTo>
                        <a:pt x="152" y="90"/>
                      </a:lnTo>
                      <a:lnTo>
                        <a:pt x="152" y="90"/>
                      </a:lnTo>
                      <a:lnTo>
                        <a:pt x="140" y="100"/>
                      </a:lnTo>
                      <a:lnTo>
                        <a:pt x="132" y="112"/>
                      </a:lnTo>
                      <a:lnTo>
                        <a:pt x="134" y="112"/>
                      </a:lnTo>
                      <a:lnTo>
                        <a:pt x="134" y="112"/>
                      </a:lnTo>
                      <a:lnTo>
                        <a:pt x="136" y="110"/>
                      </a:lnTo>
                      <a:lnTo>
                        <a:pt x="138" y="110"/>
                      </a:lnTo>
                      <a:lnTo>
                        <a:pt x="138" y="110"/>
                      </a:lnTo>
                      <a:lnTo>
                        <a:pt x="140" y="112"/>
                      </a:lnTo>
                      <a:lnTo>
                        <a:pt x="140" y="116"/>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0" name="Freeform 412">
                  <a:extLst>
                    <a:ext uri="{FF2B5EF4-FFF2-40B4-BE49-F238E27FC236}">
                      <a16:creationId xmlns:a16="http://schemas.microsoft.com/office/drawing/2014/main" id="{C704B231-85EC-D76D-989A-852FEE6FDFD3}"/>
                    </a:ext>
                  </a:extLst>
                </p:cNvPr>
                <p:cNvSpPr/>
                <p:nvPr/>
              </p:nvSpPr>
              <p:spPr bwMode="gray">
                <a:xfrm>
                  <a:off x="575963" y="3577388"/>
                  <a:ext cx="74056" cy="166513"/>
                </a:xfrm>
                <a:custGeom>
                  <a:avLst/>
                  <a:gdLst>
                    <a:gd name="T0" fmla="*/ 6 w 40"/>
                    <a:gd name="T1" fmla="*/ 0 h 90"/>
                    <a:gd name="T2" fmla="*/ 6 w 40"/>
                    <a:gd name="T3" fmla="*/ 32 h 90"/>
                    <a:gd name="T4" fmla="*/ 4 w 40"/>
                    <a:gd name="T5" fmla="*/ 40 h 90"/>
                    <a:gd name="T6" fmla="*/ 4 w 40"/>
                    <a:gd name="T7" fmla="*/ 46 h 90"/>
                    <a:gd name="T8" fmla="*/ 2 w 40"/>
                    <a:gd name="T9" fmla="*/ 52 h 90"/>
                    <a:gd name="T10" fmla="*/ 0 w 40"/>
                    <a:gd name="T11" fmla="*/ 54 h 90"/>
                    <a:gd name="T12" fmla="*/ 0 w 40"/>
                    <a:gd name="T13" fmla="*/ 56 h 90"/>
                    <a:gd name="T14" fmla="*/ 0 w 40"/>
                    <a:gd name="T15" fmla="*/ 60 h 90"/>
                    <a:gd name="T16" fmla="*/ 0 w 40"/>
                    <a:gd name="T17" fmla="*/ 64 h 90"/>
                    <a:gd name="T18" fmla="*/ 2 w 40"/>
                    <a:gd name="T19" fmla="*/ 66 h 90"/>
                    <a:gd name="T20" fmla="*/ 4 w 40"/>
                    <a:gd name="T21" fmla="*/ 68 h 90"/>
                    <a:gd name="T22" fmla="*/ 4 w 40"/>
                    <a:gd name="T23" fmla="*/ 68 h 90"/>
                    <a:gd name="T24" fmla="*/ 4 w 40"/>
                    <a:gd name="T25" fmla="*/ 84 h 90"/>
                    <a:gd name="T26" fmla="*/ 10 w 40"/>
                    <a:gd name="T27" fmla="*/ 88 h 90"/>
                    <a:gd name="T28" fmla="*/ 12 w 40"/>
                    <a:gd name="T29" fmla="*/ 88 h 90"/>
                    <a:gd name="T30" fmla="*/ 14 w 40"/>
                    <a:gd name="T31" fmla="*/ 86 h 90"/>
                    <a:gd name="T32" fmla="*/ 14 w 40"/>
                    <a:gd name="T33" fmla="*/ 86 h 90"/>
                    <a:gd name="T34" fmla="*/ 16 w 40"/>
                    <a:gd name="T35" fmla="*/ 86 h 90"/>
                    <a:gd name="T36" fmla="*/ 16 w 40"/>
                    <a:gd name="T37" fmla="*/ 88 h 90"/>
                    <a:gd name="T38" fmla="*/ 18 w 40"/>
                    <a:gd name="T39" fmla="*/ 90 h 90"/>
                    <a:gd name="T40" fmla="*/ 18 w 40"/>
                    <a:gd name="T41" fmla="*/ 88 h 90"/>
                    <a:gd name="T42" fmla="*/ 18 w 40"/>
                    <a:gd name="T43" fmla="*/ 86 h 90"/>
                    <a:gd name="T44" fmla="*/ 20 w 40"/>
                    <a:gd name="T45" fmla="*/ 82 h 90"/>
                    <a:gd name="T46" fmla="*/ 22 w 40"/>
                    <a:gd name="T47" fmla="*/ 78 h 90"/>
                    <a:gd name="T48" fmla="*/ 24 w 40"/>
                    <a:gd name="T49" fmla="*/ 74 h 90"/>
                    <a:gd name="T50" fmla="*/ 28 w 40"/>
                    <a:gd name="T51" fmla="*/ 74 h 90"/>
                    <a:gd name="T52" fmla="*/ 32 w 40"/>
                    <a:gd name="T53" fmla="*/ 70 h 90"/>
                    <a:gd name="T54" fmla="*/ 26 w 40"/>
                    <a:gd name="T55" fmla="*/ 64 h 90"/>
                    <a:gd name="T56" fmla="*/ 30 w 40"/>
                    <a:gd name="T57" fmla="*/ 60 h 90"/>
                    <a:gd name="T58" fmla="*/ 32 w 40"/>
                    <a:gd name="T59" fmla="*/ 52 h 90"/>
                    <a:gd name="T60" fmla="*/ 32 w 40"/>
                    <a:gd name="T61" fmla="*/ 42 h 90"/>
                    <a:gd name="T62" fmla="*/ 28 w 40"/>
                    <a:gd name="T63" fmla="*/ 32 h 90"/>
                    <a:gd name="T64" fmla="*/ 32 w 40"/>
                    <a:gd name="T65" fmla="*/ 22 h 90"/>
                    <a:gd name="T66" fmla="*/ 34 w 40"/>
                    <a:gd name="T67" fmla="*/ 14 h 90"/>
                    <a:gd name="T68" fmla="*/ 34 w 40"/>
                    <a:gd name="T69" fmla="*/ 14 h 90"/>
                    <a:gd name="T70" fmla="*/ 36 w 40"/>
                    <a:gd name="T71" fmla="*/ 12 h 90"/>
                    <a:gd name="T72" fmla="*/ 38 w 40"/>
                    <a:gd name="T73" fmla="*/ 10 h 90"/>
                    <a:gd name="T74" fmla="*/ 40 w 40"/>
                    <a:gd name="T75" fmla="*/ 8 h 90"/>
                    <a:gd name="T76" fmla="*/ 40 w 40"/>
                    <a:gd name="T77" fmla="*/ 6 h 90"/>
                    <a:gd name="T78" fmla="*/ 40 w 40"/>
                    <a:gd name="T79" fmla="*/ 4 h 90"/>
                    <a:gd name="T80" fmla="*/ 34 w 40"/>
                    <a:gd name="T81" fmla="*/ 2 h 90"/>
                    <a:gd name="T82" fmla="*/ 30 w 40"/>
                    <a:gd name="T83" fmla="*/ 0 h 90"/>
                    <a:gd name="T84" fmla="*/ 28 w 40"/>
                    <a:gd name="T85" fmla="*/ 0 h 90"/>
                    <a:gd name="T86" fmla="*/ 12 w 40"/>
                    <a:gd name="T87" fmla="*/ 2 h 90"/>
                    <a:gd name="T88" fmla="*/ 6 w 40"/>
                    <a:gd name="T8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0" h="90">
                      <a:moveTo>
                        <a:pt x="6" y="0"/>
                      </a:moveTo>
                      <a:lnTo>
                        <a:pt x="6" y="32"/>
                      </a:lnTo>
                      <a:lnTo>
                        <a:pt x="4" y="40"/>
                      </a:lnTo>
                      <a:lnTo>
                        <a:pt x="4" y="46"/>
                      </a:lnTo>
                      <a:lnTo>
                        <a:pt x="2" y="52"/>
                      </a:lnTo>
                      <a:lnTo>
                        <a:pt x="0" y="54"/>
                      </a:lnTo>
                      <a:lnTo>
                        <a:pt x="0" y="56"/>
                      </a:lnTo>
                      <a:lnTo>
                        <a:pt x="0" y="60"/>
                      </a:lnTo>
                      <a:lnTo>
                        <a:pt x="0" y="64"/>
                      </a:lnTo>
                      <a:lnTo>
                        <a:pt x="2" y="66"/>
                      </a:lnTo>
                      <a:lnTo>
                        <a:pt x="4" y="68"/>
                      </a:lnTo>
                      <a:lnTo>
                        <a:pt x="4" y="68"/>
                      </a:lnTo>
                      <a:lnTo>
                        <a:pt x="4" y="84"/>
                      </a:lnTo>
                      <a:lnTo>
                        <a:pt x="10" y="88"/>
                      </a:lnTo>
                      <a:lnTo>
                        <a:pt x="12" y="88"/>
                      </a:lnTo>
                      <a:lnTo>
                        <a:pt x="14" y="86"/>
                      </a:lnTo>
                      <a:lnTo>
                        <a:pt x="14" y="86"/>
                      </a:lnTo>
                      <a:lnTo>
                        <a:pt x="16" y="86"/>
                      </a:lnTo>
                      <a:lnTo>
                        <a:pt x="16" y="88"/>
                      </a:lnTo>
                      <a:lnTo>
                        <a:pt x="18" y="90"/>
                      </a:lnTo>
                      <a:lnTo>
                        <a:pt x="18" y="88"/>
                      </a:lnTo>
                      <a:lnTo>
                        <a:pt x="18" y="86"/>
                      </a:lnTo>
                      <a:lnTo>
                        <a:pt x="20" y="82"/>
                      </a:lnTo>
                      <a:lnTo>
                        <a:pt x="22" y="78"/>
                      </a:lnTo>
                      <a:lnTo>
                        <a:pt x="24" y="74"/>
                      </a:lnTo>
                      <a:lnTo>
                        <a:pt x="28" y="74"/>
                      </a:lnTo>
                      <a:lnTo>
                        <a:pt x="32" y="70"/>
                      </a:lnTo>
                      <a:lnTo>
                        <a:pt x="26" y="64"/>
                      </a:lnTo>
                      <a:lnTo>
                        <a:pt x="30" y="60"/>
                      </a:lnTo>
                      <a:lnTo>
                        <a:pt x="32" y="52"/>
                      </a:lnTo>
                      <a:lnTo>
                        <a:pt x="32" y="42"/>
                      </a:lnTo>
                      <a:lnTo>
                        <a:pt x="28" y="32"/>
                      </a:lnTo>
                      <a:lnTo>
                        <a:pt x="32" y="22"/>
                      </a:lnTo>
                      <a:lnTo>
                        <a:pt x="34" y="14"/>
                      </a:lnTo>
                      <a:lnTo>
                        <a:pt x="34" y="14"/>
                      </a:lnTo>
                      <a:lnTo>
                        <a:pt x="36" y="12"/>
                      </a:lnTo>
                      <a:lnTo>
                        <a:pt x="38" y="10"/>
                      </a:lnTo>
                      <a:lnTo>
                        <a:pt x="40" y="8"/>
                      </a:lnTo>
                      <a:lnTo>
                        <a:pt x="40" y="6"/>
                      </a:lnTo>
                      <a:lnTo>
                        <a:pt x="40" y="4"/>
                      </a:lnTo>
                      <a:lnTo>
                        <a:pt x="34" y="2"/>
                      </a:lnTo>
                      <a:lnTo>
                        <a:pt x="30" y="0"/>
                      </a:lnTo>
                      <a:lnTo>
                        <a:pt x="28" y="0"/>
                      </a:lnTo>
                      <a:lnTo>
                        <a:pt x="12" y="2"/>
                      </a:lnTo>
                      <a:lnTo>
                        <a:pt x="6" y="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1" name="Freeform 413">
                  <a:extLst>
                    <a:ext uri="{FF2B5EF4-FFF2-40B4-BE49-F238E27FC236}">
                      <a16:creationId xmlns:a16="http://schemas.microsoft.com/office/drawing/2014/main" id="{BEBB69C7-85AF-3528-47B9-B697AFD0F5FA}"/>
                    </a:ext>
                  </a:extLst>
                </p:cNvPr>
                <p:cNvSpPr/>
                <p:nvPr/>
              </p:nvSpPr>
              <p:spPr bwMode="gray">
                <a:xfrm>
                  <a:off x="927728" y="3107450"/>
                  <a:ext cx="192545" cy="329327"/>
                </a:xfrm>
                <a:custGeom>
                  <a:avLst/>
                  <a:gdLst>
                    <a:gd name="T0" fmla="*/ 28 w 104"/>
                    <a:gd name="T1" fmla="*/ 148 h 178"/>
                    <a:gd name="T2" fmla="*/ 16 w 104"/>
                    <a:gd name="T3" fmla="*/ 144 h 178"/>
                    <a:gd name="T4" fmla="*/ 6 w 104"/>
                    <a:gd name="T5" fmla="*/ 116 h 178"/>
                    <a:gd name="T6" fmla="*/ 6 w 104"/>
                    <a:gd name="T7" fmla="*/ 112 h 178"/>
                    <a:gd name="T8" fmla="*/ 2 w 104"/>
                    <a:gd name="T9" fmla="*/ 106 h 178"/>
                    <a:gd name="T10" fmla="*/ 10 w 104"/>
                    <a:gd name="T11" fmla="*/ 88 h 178"/>
                    <a:gd name="T12" fmla="*/ 6 w 104"/>
                    <a:gd name="T13" fmla="*/ 86 h 178"/>
                    <a:gd name="T14" fmla="*/ 12 w 104"/>
                    <a:gd name="T15" fmla="*/ 76 h 178"/>
                    <a:gd name="T16" fmla="*/ 18 w 104"/>
                    <a:gd name="T17" fmla="*/ 74 h 178"/>
                    <a:gd name="T18" fmla="*/ 18 w 104"/>
                    <a:gd name="T19" fmla="*/ 66 h 178"/>
                    <a:gd name="T20" fmla="*/ 16 w 104"/>
                    <a:gd name="T21" fmla="*/ 60 h 178"/>
                    <a:gd name="T22" fmla="*/ 18 w 104"/>
                    <a:gd name="T23" fmla="*/ 58 h 178"/>
                    <a:gd name="T24" fmla="*/ 20 w 104"/>
                    <a:gd name="T25" fmla="*/ 54 h 178"/>
                    <a:gd name="T26" fmla="*/ 20 w 104"/>
                    <a:gd name="T27" fmla="*/ 44 h 178"/>
                    <a:gd name="T28" fmla="*/ 30 w 104"/>
                    <a:gd name="T29" fmla="*/ 32 h 178"/>
                    <a:gd name="T30" fmla="*/ 44 w 104"/>
                    <a:gd name="T31" fmla="*/ 26 h 178"/>
                    <a:gd name="T32" fmla="*/ 62 w 104"/>
                    <a:gd name="T33" fmla="*/ 6 h 178"/>
                    <a:gd name="T34" fmla="*/ 76 w 104"/>
                    <a:gd name="T35" fmla="*/ 20 h 178"/>
                    <a:gd name="T36" fmla="*/ 72 w 104"/>
                    <a:gd name="T37" fmla="*/ 24 h 178"/>
                    <a:gd name="T38" fmla="*/ 72 w 104"/>
                    <a:gd name="T39" fmla="*/ 30 h 178"/>
                    <a:gd name="T40" fmla="*/ 72 w 104"/>
                    <a:gd name="T41" fmla="*/ 40 h 178"/>
                    <a:gd name="T42" fmla="*/ 78 w 104"/>
                    <a:gd name="T43" fmla="*/ 40 h 178"/>
                    <a:gd name="T44" fmla="*/ 82 w 104"/>
                    <a:gd name="T45" fmla="*/ 42 h 178"/>
                    <a:gd name="T46" fmla="*/ 74 w 104"/>
                    <a:gd name="T47" fmla="*/ 42 h 178"/>
                    <a:gd name="T48" fmla="*/ 78 w 104"/>
                    <a:gd name="T49" fmla="*/ 50 h 178"/>
                    <a:gd name="T50" fmla="*/ 76 w 104"/>
                    <a:gd name="T51" fmla="*/ 56 h 178"/>
                    <a:gd name="T52" fmla="*/ 72 w 104"/>
                    <a:gd name="T53" fmla="*/ 60 h 178"/>
                    <a:gd name="T54" fmla="*/ 72 w 104"/>
                    <a:gd name="T55" fmla="*/ 66 h 178"/>
                    <a:gd name="T56" fmla="*/ 72 w 104"/>
                    <a:gd name="T57" fmla="*/ 70 h 178"/>
                    <a:gd name="T58" fmla="*/ 66 w 104"/>
                    <a:gd name="T59" fmla="*/ 78 h 178"/>
                    <a:gd name="T60" fmla="*/ 64 w 104"/>
                    <a:gd name="T61" fmla="*/ 88 h 178"/>
                    <a:gd name="T62" fmla="*/ 64 w 104"/>
                    <a:gd name="T63" fmla="*/ 94 h 178"/>
                    <a:gd name="T64" fmla="*/ 80 w 104"/>
                    <a:gd name="T65" fmla="*/ 94 h 178"/>
                    <a:gd name="T66" fmla="*/ 96 w 104"/>
                    <a:gd name="T67" fmla="*/ 110 h 178"/>
                    <a:gd name="T68" fmla="*/ 102 w 104"/>
                    <a:gd name="T69" fmla="*/ 132 h 178"/>
                    <a:gd name="T70" fmla="*/ 96 w 104"/>
                    <a:gd name="T71" fmla="*/ 138 h 178"/>
                    <a:gd name="T72" fmla="*/ 78 w 104"/>
                    <a:gd name="T73" fmla="*/ 158 h 178"/>
                    <a:gd name="T74" fmla="*/ 80 w 104"/>
                    <a:gd name="T75" fmla="*/ 160 h 178"/>
                    <a:gd name="T76" fmla="*/ 78 w 104"/>
                    <a:gd name="T77" fmla="*/ 164 h 178"/>
                    <a:gd name="T78" fmla="*/ 58 w 104"/>
                    <a:gd name="T79" fmla="*/ 170 h 178"/>
                    <a:gd name="T80" fmla="*/ 26 w 104"/>
                    <a:gd name="T81" fmla="*/ 178 h 178"/>
                    <a:gd name="T82" fmla="*/ 28 w 104"/>
                    <a:gd name="T83" fmla="*/ 168 h 178"/>
                    <a:gd name="T84" fmla="*/ 32 w 104"/>
                    <a:gd name="T85" fmla="*/ 15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4" h="178">
                      <a:moveTo>
                        <a:pt x="32" y="150"/>
                      </a:moveTo>
                      <a:lnTo>
                        <a:pt x="30" y="150"/>
                      </a:lnTo>
                      <a:lnTo>
                        <a:pt x="28" y="148"/>
                      </a:lnTo>
                      <a:lnTo>
                        <a:pt x="24" y="148"/>
                      </a:lnTo>
                      <a:lnTo>
                        <a:pt x="20" y="146"/>
                      </a:lnTo>
                      <a:lnTo>
                        <a:pt x="16" y="144"/>
                      </a:lnTo>
                      <a:lnTo>
                        <a:pt x="12" y="144"/>
                      </a:lnTo>
                      <a:lnTo>
                        <a:pt x="12" y="142"/>
                      </a:lnTo>
                      <a:lnTo>
                        <a:pt x="6" y="116"/>
                      </a:lnTo>
                      <a:lnTo>
                        <a:pt x="6" y="116"/>
                      </a:lnTo>
                      <a:lnTo>
                        <a:pt x="8" y="114"/>
                      </a:lnTo>
                      <a:lnTo>
                        <a:pt x="6" y="112"/>
                      </a:lnTo>
                      <a:lnTo>
                        <a:pt x="6" y="112"/>
                      </a:lnTo>
                      <a:lnTo>
                        <a:pt x="4" y="108"/>
                      </a:lnTo>
                      <a:lnTo>
                        <a:pt x="2" y="106"/>
                      </a:lnTo>
                      <a:lnTo>
                        <a:pt x="0" y="102"/>
                      </a:lnTo>
                      <a:lnTo>
                        <a:pt x="0" y="98"/>
                      </a:lnTo>
                      <a:lnTo>
                        <a:pt x="10" y="88"/>
                      </a:lnTo>
                      <a:lnTo>
                        <a:pt x="8" y="88"/>
                      </a:lnTo>
                      <a:lnTo>
                        <a:pt x="8" y="86"/>
                      </a:lnTo>
                      <a:lnTo>
                        <a:pt x="6" y="86"/>
                      </a:lnTo>
                      <a:lnTo>
                        <a:pt x="6" y="84"/>
                      </a:lnTo>
                      <a:lnTo>
                        <a:pt x="12" y="76"/>
                      </a:lnTo>
                      <a:lnTo>
                        <a:pt x="12" y="76"/>
                      </a:lnTo>
                      <a:lnTo>
                        <a:pt x="16" y="76"/>
                      </a:lnTo>
                      <a:lnTo>
                        <a:pt x="18" y="76"/>
                      </a:lnTo>
                      <a:lnTo>
                        <a:pt x="18" y="74"/>
                      </a:lnTo>
                      <a:lnTo>
                        <a:pt x="18" y="74"/>
                      </a:lnTo>
                      <a:lnTo>
                        <a:pt x="18" y="70"/>
                      </a:lnTo>
                      <a:lnTo>
                        <a:pt x="18" y="66"/>
                      </a:lnTo>
                      <a:lnTo>
                        <a:pt x="18" y="62"/>
                      </a:lnTo>
                      <a:lnTo>
                        <a:pt x="16" y="62"/>
                      </a:lnTo>
                      <a:lnTo>
                        <a:pt x="16" y="60"/>
                      </a:lnTo>
                      <a:lnTo>
                        <a:pt x="16" y="60"/>
                      </a:lnTo>
                      <a:lnTo>
                        <a:pt x="16" y="58"/>
                      </a:lnTo>
                      <a:lnTo>
                        <a:pt x="18" y="58"/>
                      </a:lnTo>
                      <a:lnTo>
                        <a:pt x="18" y="56"/>
                      </a:lnTo>
                      <a:lnTo>
                        <a:pt x="20" y="56"/>
                      </a:lnTo>
                      <a:lnTo>
                        <a:pt x="20" y="54"/>
                      </a:lnTo>
                      <a:lnTo>
                        <a:pt x="22" y="52"/>
                      </a:lnTo>
                      <a:lnTo>
                        <a:pt x="22" y="48"/>
                      </a:lnTo>
                      <a:lnTo>
                        <a:pt x="20" y="44"/>
                      </a:lnTo>
                      <a:lnTo>
                        <a:pt x="18" y="38"/>
                      </a:lnTo>
                      <a:lnTo>
                        <a:pt x="24" y="34"/>
                      </a:lnTo>
                      <a:lnTo>
                        <a:pt x="30" y="32"/>
                      </a:lnTo>
                      <a:lnTo>
                        <a:pt x="36" y="28"/>
                      </a:lnTo>
                      <a:lnTo>
                        <a:pt x="40" y="32"/>
                      </a:lnTo>
                      <a:lnTo>
                        <a:pt x="44" y="26"/>
                      </a:lnTo>
                      <a:lnTo>
                        <a:pt x="44" y="4"/>
                      </a:lnTo>
                      <a:lnTo>
                        <a:pt x="64" y="0"/>
                      </a:lnTo>
                      <a:lnTo>
                        <a:pt x="62" y="6"/>
                      </a:lnTo>
                      <a:lnTo>
                        <a:pt x="66" y="12"/>
                      </a:lnTo>
                      <a:lnTo>
                        <a:pt x="74" y="14"/>
                      </a:lnTo>
                      <a:lnTo>
                        <a:pt x="76" y="20"/>
                      </a:lnTo>
                      <a:lnTo>
                        <a:pt x="76" y="20"/>
                      </a:lnTo>
                      <a:lnTo>
                        <a:pt x="74" y="22"/>
                      </a:lnTo>
                      <a:lnTo>
                        <a:pt x="72" y="24"/>
                      </a:lnTo>
                      <a:lnTo>
                        <a:pt x="72" y="26"/>
                      </a:lnTo>
                      <a:lnTo>
                        <a:pt x="72" y="28"/>
                      </a:lnTo>
                      <a:lnTo>
                        <a:pt x="72" y="30"/>
                      </a:lnTo>
                      <a:lnTo>
                        <a:pt x="72" y="32"/>
                      </a:lnTo>
                      <a:lnTo>
                        <a:pt x="72" y="36"/>
                      </a:lnTo>
                      <a:lnTo>
                        <a:pt x="72" y="40"/>
                      </a:lnTo>
                      <a:lnTo>
                        <a:pt x="74" y="40"/>
                      </a:lnTo>
                      <a:lnTo>
                        <a:pt x="76" y="40"/>
                      </a:lnTo>
                      <a:lnTo>
                        <a:pt x="78" y="40"/>
                      </a:lnTo>
                      <a:lnTo>
                        <a:pt x="82" y="42"/>
                      </a:lnTo>
                      <a:lnTo>
                        <a:pt x="84" y="42"/>
                      </a:lnTo>
                      <a:lnTo>
                        <a:pt x="82" y="42"/>
                      </a:lnTo>
                      <a:lnTo>
                        <a:pt x="80" y="42"/>
                      </a:lnTo>
                      <a:lnTo>
                        <a:pt x="78" y="42"/>
                      </a:lnTo>
                      <a:lnTo>
                        <a:pt x="74" y="42"/>
                      </a:lnTo>
                      <a:lnTo>
                        <a:pt x="74" y="44"/>
                      </a:lnTo>
                      <a:lnTo>
                        <a:pt x="78" y="50"/>
                      </a:lnTo>
                      <a:lnTo>
                        <a:pt x="78" y="50"/>
                      </a:lnTo>
                      <a:lnTo>
                        <a:pt x="78" y="52"/>
                      </a:lnTo>
                      <a:lnTo>
                        <a:pt x="78" y="54"/>
                      </a:lnTo>
                      <a:lnTo>
                        <a:pt x="76" y="56"/>
                      </a:lnTo>
                      <a:lnTo>
                        <a:pt x="74" y="58"/>
                      </a:lnTo>
                      <a:lnTo>
                        <a:pt x="72" y="58"/>
                      </a:lnTo>
                      <a:lnTo>
                        <a:pt x="72" y="60"/>
                      </a:lnTo>
                      <a:lnTo>
                        <a:pt x="72" y="60"/>
                      </a:lnTo>
                      <a:lnTo>
                        <a:pt x="72" y="62"/>
                      </a:lnTo>
                      <a:lnTo>
                        <a:pt x="72" y="66"/>
                      </a:lnTo>
                      <a:lnTo>
                        <a:pt x="76" y="68"/>
                      </a:lnTo>
                      <a:lnTo>
                        <a:pt x="74" y="68"/>
                      </a:lnTo>
                      <a:lnTo>
                        <a:pt x="72" y="70"/>
                      </a:lnTo>
                      <a:lnTo>
                        <a:pt x="70" y="72"/>
                      </a:lnTo>
                      <a:lnTo>
                        <a:pt x="66" y="76"/>
                      </a:lnTo>
                      <a:lnTo>
                        <a:pt x="66" y="78"/>
                      </a:lnTo>
                      <a:lnTo>
                        <a:pt x="66" y="86"/>
                      </a:lnTo>
                      <a:lnTo>
                        <a:pt x="66" y="86"/>
                      </a:lnTo>
                      <a:lnTo>
                        <a:pt x="64" y="88"/>
                      </a:lnTo>
                      <a:lnTo>
                        <a:pt x="64" y="90"/>
                      </a:lnTo>
                      <a:lnTo>
                        <a:pt x="62" y="92"/>
                      </a:lnTo>
                      <a:lnTo>
                        <a:pt x="64" y="94"/>
                      </a:lnTo>
                      <a:lnTo>
                        <a:pt x="66" y="96"/>
                      </a:lnTo>
                      <a:lnTo>
                        <a:pt x="74" y="94"/>
                      </a:lnTo>
                      <a:lnTo>
                        <a:pt x="80" y="94"/>
                      </a:lnTo>
                      <a:lnTo>
                        <a:pt x="88" y="98"/>
                      </a:lnTo>
                      <a:lnTo>
                        <a:pt x="88" y="108"/>
                      </a:lnTo>
                      <a:lnTo>
                        <a:pt x="96" y="110"/>
                      </a:lnTo>
                      <a:lnTo>
                        <a:pt x="100" y="116"/>
                      </a:lnTo>
                      <a:lnTo>
                        <a:pt x="104" y="132"/>
                      </a:lnTo>
                      <a:lnTo>
                        <a:pt x="102" y="132"/>
                      </a:lnTo>
                      <a:lnTo>
                        <a:pt x="102" y="134"/>
                      </a:lnTo>
                      <a:lnTo>
                        <a:pt x="100" y="138"/>
                      </a:lnTo>
                      <a:lnTo>
                        <a:pt x="96" y="138"/>
                      </a:lnTo>
                      <a:lnTo>
                        <a:pt x="88" y="144"/>
                      </a:lnTo>
                      <a:lnTo>
                        <a:pt x="78" y="148"/>
                      </a:lnTo>
                      <a:lnTo>
                        <a:pt x="78" y="158"/>
                      </a:lnTo>
                      <a:lnTo>
                        <a:pt x="80" y="158"/>
                      </a:lnTo>
                      <a:lnTo>
                        <a:pt x="80" y="160"/>
                      </a:lnTo>
                      <a:lnTo>
                        <a:pt x="80" y="160"/>
                      </a:lnTo>
                      <a:lnTo>
                        <a:pt x="80" y="162"/>
                      </a:lnTo>
                      <a:lnTo>
                        <a:pt x="80" y="164"/>
                      </a:lnTo>
                      <a:lnTo>
                        <a:pt x="78" y="164"/>
                      </a:lnTo>
                      <a:lnTo>
                        <a:pt x="76" y="164"/>
                      </a:lnTo>
                      <a:lnTo>
                        <a:pt x="70" y="162"/>
                      </a:lnTo>
                      <a:lnTo>
                        <a:pt x="58" y="170"/>
                      </a:lnTo>
                      <a:lnTo>
                        <a:pt x="48" y="172"/>
                      </a:lnTo>
                      <a:lnTo>
                        <a:pt x="36" y="176"/>
                      </a:lnTo>
                      <a:lnTo>
                        <a:pt x="26" y="178"/>
                      </a:lnTo>
                      <a:lnTo>
                        <a:pt x="26" y="176"/>
                      </a:lnTo>
                      <a:lnTo>
                        <a:pt x="26" y="174"/>
                      </a:lnTo>
                      <a:lnTo>
                        <a:pt x="28" y="168"/>
                      </a:lnTo>
                      <a:lnTo>
                        <a:pt x="30" y="162"/>
                      </a:lnTo>
                      <a:lnTo>
                        <a:pt x="30" y="156"/>
                      </a:lnTo>
                      <a:lnTo>
                        <a:pt x="32" y="15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2" name="Freeform 414">
                  <a:extLst>
                    <a:ext uri="{FF2B5EF4-FFF2-40B4-BE49-F238E27FC236}">
                      <a16:creationId xmlns:a16="http://schemas.microsoft.com/office/drawing/2014/main" id="{863269BC-E69C-5756-E7E7-AA56994428DE}"/>
                    </a:ext>
                  </a:extLst>
                </p:cNvPr>
                <p:cNvSpPr/>
                <p:nvPr/>
              </p:nvSpPr>
              <p:spPr bwMode="gray">
                <a:xfrm>
                  <a:off x="883294" y="3174055"/>
                  <a:ext cx="85164" cy="114709"/>
                </a:xfrm>
                <a:custGeom>
                  <a:avLst/>
                  <a:gdLst>
                    <a:gd name="T0" fmla="*/ 24 w 46"/>
                    <a:gd name="T1" fmla="*/ 62 h 62"/>
                    <a:gd name="T2" fmla="*/ 22 w 46"/>
                    <a:gd name="T3" fmla="*/ 60 h 62"/>
                    <a:gd name="T4" fmla="*/ 20 w 46"/>
                    <a:gd name="T5" fmla="*/ 60 h 62"/>
                    <a:gd name="T6" fmla="*/ 16 w 46"/>
                    <a:gd name="T7" fmla="*/ 58 h 62"/>
                    <a:gd name="T8" fmla="*/ 14 w 46"/>
                    <a:gd name="T9" fmla="*/ 56 h 62"/>
                    <a:gd name="T10" fmla="*/ 14 w 46"/>
                    <a:gd name="T11" fmla="*/ 54 h 62"/>
                    <a:gd name="T12" fmla="*/ 0 w 46"/>
                    <a:gd name="T13" fmla="*/ 46 h 62"/>
                    <a:gd name="T14" fmla="*/ 6 w 46"/>
                    <a:gd name="T15" fmla="*/ 40 h 62"/>
                    <a:gd name="T16" fmla="*/ 6 w 46"/>
                    <a:gd name="T17" fmla="*/ 38 h 62"/>
                    <a:gd name="T18" fmla="*/ 8 w 46"/>
                    <a:gd name="T19" fmla="*/ 36 h 62"/>
                    <a:gd name="T20" fmla="*/ 8 w 46"/>
                    <a:gd name="T21" fmla="*/ 34 h 62"/>
                    <a:gd name="T22" fmla="*/ 10 w 46"/>
                    <a:gd name="T23" fmla="*/ 30 h 62"/>
                    <a:gd name="T24" fmla="*/ 12 w 46"/>
                    <a:gd name="T25" fmla="*/ 28 h 62"/>
                    <a:gd name="T26" fmla="*/ 12 w 46"/>
                    <a:gd name="T27" fmla="*/ 24 h 62"/>
                    <a:gd name="T28" fmla="*/ 12 w 46"/>
                    <a:gd name="T29" fmla="*/ 22 h 62"/>
                    <a:gd name="T30" fmla="*/ 14 w 46"/>
                    <a:gd name="T31" fmla="*/ 20 h 62"/>
                    <a:gd name="T32" fmla="*/ 16 w 46"/>
                    <a:gd name="T33" fmla="*/ 16 h 62"/>
                    <a:gd name="T34" fmla="*/ 20 w 46"/>
                    <a:gd name="T35" fmla="*/ 10 h 62"/>
                    <a:gd name="T36" fmla="*/ 22 w 46"/>
                    <a:gd name="T37" fmla="*/ 6 h 62"/>
                    <a:gd name="T38" fmla="*/ 28 w 46"/>
                    <a:gd name="T39" fmla="*/ 2 h 62"/>
                    <a:gd name="T40" fmla="*/ 32 w 46"/>
                    <a:gd name="T41" fmla="*/ 0 h 62"/>
                    <a:gd name="T42" fmla="*/ 34 w 46"/>
                    <a:gd name="T43" fmla="*/ 0 h 62"/>
                    <a:gd name="T44" fmla="*/ 36 w 46"/>
                    <a:gd name="T45" fmla="*/ 0 h 62"/>
                    <a:gd name="T46" fmla="*/ 40 w 46"/>
                    <a:gd name="T47" fmla="*/ 0 h 62"/>
                    <a:gd name="T48" fmla="*/ 42 w 46"/>
                    <a:gd name="T49" fmla="*/ 2 h 62"/>
                    <a:gd name="T50" fmla="*/ 42 w 46"/>
                    <a:gd name="T51" fmla="*/ 2 h 62"/>
                    <a:gd name="T52" fmla="*/ 44 w 46"/>
                    <a:gd name="T53" fmla="*/ 6 h 62"/>
                    <a:gd name="T54" fmla="*/ 44 w 46"/>
                    <a:gd name="T55" fmla="*/ 8 h 62"/>
                    <a:gd name="T56" fmla="*/ 46 w 46"/>
                    <a:gd name="T57" fmla="*/ 12 h 62"/>
                    <a:gd name="T58" fmla="*/ 44 w 46"/>
                    <a:gd name="T59" fmla="*/ 18 h 62"/>
                    <a:gd name="T60" fmla="*/ 42 w 46"/>
                    <a:gd name="T61" fmla="*/ 22 h 62"/>
                    <a:gd name="T62" fmla="*/ 42 w 46"/>
                    <a:gd name="T63" fmla="*/ 22 h 62"/>
                    <a:gd name="T64" fmla="*/ 40 w 46"/>
                    <a:gd name="T65" fmla="*/ 22 h 62"/>
                    <a:gd name="T66" fmla="*/ 40 w 46"/>
                    <a:gd name="T67" fmla="*/ 24 h 62"/>
                    <a:gd name="T68" fmla="*/ 40 w 46"/>
                    <a:gd name="T69" fmla="*/ 24 h 62"/>
                    <a:gd name="T70" fmla="*/ 42 w 46"/>
                    <a:gd name="T71" fmla="*/ 26 h 62"/>
                    <a:gd name="T72" fmla="*/ 42 w 46"/>
                    <a:gd name="T73" fmla="*/ 28 h 62"/>
                    <a:gd name="T74" fmla="*/ 42 w 46"/>
                    <a:gd name="T75" fmla="*/ 30 h 62"/>
                    <a:gd name="T76" fmla="*/ 42 w 46"/>
                    <a:gd name="T77" fmla="*/ 34 h 62"/>
                    <a:gd name="T78" fmla="*/ 42 w 46"/>
                    <a:gd name="T79" fmla="*/ 38 h 62"/>
                    <a:gd name="T80" fmla="*/ 42 w 46"/>
                    <a:gd name="T81" fmla="*/ 40 h 62"/>
                    <a:gd name="T82" fmla="*/ 36 w 46"/>
                    <a:gd name="T83" fmla="*/ 40 h 62"/>
                    <a:gd name="T84" fmla="*/ 32 w 46"/>
                    <a:gd name="T85" fmla="*/ 46 h 62"/>
                    <a:gd name="T86" fmla="*/ 32 w 46"/>
                    <a:gd name="T87" fmla="*/ 46 h 62"/>
                    <a:gd name="T88" fmla="*/ 30 w 46"/>
                    <a:gd name="T89" fmla="*/ 48 h 62"/>
                    <a:gd name="T90" fmla="*/ 30 w 46"/>
                    <a:gd name="T91" fmla="*/ 50 h 62"/>
                    <a:gd name="T92" fmla="*/ 34 w 46"/>
                    <a:gd name="T93" fmla="*/ 52 h 62"/>
                    <a:gd name="T94" fmla="*/ 24 w 46"/>
                    <a:gd name="T9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6" h="62">
                      <a:moveTo>
                        <a:pt x="24" y="62"/>
                      </a:moveTo>
                      <a:lnTo>
                        <a:pt x="22" y="60"/>
                      </a:lnTo>
                      <a:lnTo>
                        <a:pt x="20" y="60"/>
                      </a:lnTo>
                      <a:lnTo>
                        <a:pt x="16" y="58"/>
                      </a:lnTo>
                      <a:lnTo>
                        <a:pt x="14" y="56"/>
                      </a:lnTo>
                      <a:lnTo>
                        <a:pt x="14" y="54"/>
                      </a:lnTo>
                      <a:lnTo>
                        <a:pt x="0" y="46"/>
                      </a:lnTo>
                      <a:lnTo>
                        <a:pt x="6" y="40"/>
                      </a:lnTo>
                      <a:lnTo>
                        <a:pt x="6" y="38"/>
                      </a:lnTo>
                      <a:lnTo>
                        <a:pt x="8" y="36"/>
                      </a:lnTo>
                      <a:lnTo>
                        <a:pt x="8" y="34"/>
                      </a:lnTo>
                      <a:lnTo>
                        <a:pt x="10" y="30"/>
                      </a:lnTo>
                      <a:lnTo>
                        <a:pt x="12" y="28"/>
                      </a:lnTo>
                      <a:lnTo>
                        <a:pt x="12" y="24"/>
                      </a:lnTo>
                      <a:lnTo>
                        <a:pt x="12" y="22"/>
                      </a:lnTo>
                      <a:lnTo>
                        <a:pt x="14" y="20"/>
                      </a:lnTo>
                      <a:lnTo>
                        <a:pt x="16" y="16"/>
                      </a:lnTo>
                      <a:lnTo>
                        <a:pt x="20" y="10"/>
                      </a:lnTo>
                      <a:lnTo>
                        <a:pt x="22" y="6"/>
                      </a:lnTo>
                      <a:lnTo>
                        <a:pt x="28" y="2"/>
                      </a:lnTo>
                      <a:lnTo>
                        <a:pt x="32" y="0"/>
                      </a:lnTo>
                      <a:lnTo>
                        <a:pt x="34" y="0"/>
                      </a:lnTo>
                      <a:lnTo>
                        <a:pt x="36" y="0"/>
                      </a:lnTo>
                      <a:lnTo>
                        <a:pt x="40" y="0"/>
                      </a:lnTo>
                      <a:lnTo>
                        <a:pt x="42" y="2"/>
                      </a:lnTo>
                      <a:lnTo>
                        <a:pt x="42" y="2"/>
                      </a:lnTo>
                      <a:lnTo>
                        <a:pt x="44" y="6"/>
                      </a:lnTo>
                      <a:lnTo>
                        <a:pt x="44" y="8"/>
                      </a:lnTo>
                      <a:lnTo>
                        <a:pt x="46" y="12"/>
                      </a:lnTo>
                      <a:lnTo>
                        <a:pt x="44" y="18"/>
                      </a:lnTo>
                      <a:lnTo>
                        <a:pt x="42" y="22"/>
                      </a:lnTo>
                      <a:lnTo>
                        <a:pt x="42" y="22"/>
                      </a:lnTo>
                      <a:lnTo>
                        <a:pt x="40" y="22"/>
                      </a:lnTo>
                      <a:lnTo>
                        <a:pt x="40" y="24"/>
                      </a:lnTo>
                      <a:lnTo>
                        <a:pt x="40" y="24"/>
                      </a:lnTo>
                      <a:lnTo>
                        <a:pt x="42" y="26"/>
                      </a:lnTo>
                      <a:lnTo>
                        <a:pt x="42" y="28"/>
                      </a:lnTo>
                      <a:lnTo>
                        <a:pt x="42" y="30"/>
                      </a:lnTo>
                      <a:lnTo>
                        <a:pt x="42" y="34"/>
                      </a:lnTo>
                      <a:lnTo>
                        <a:pt x="42" y="38"/>
                      </a:lnTo>
                      <a:lnTo>
                        <a:pt x="42" y="40"/>
                      </a:lnTo>
                      <a:lnTo>
                        <a:pt x="36" y="40"/>
                      </a:lnTo>
                      <a:lnTo>
                        <a:pt x="32" y="46"/>
                      </a:lnTo>
                      <a:lnTo>
                        <a:pt x="32" y="46"/>
                      </a:lnTo>
                      <a:lnTo>
                        <a:pt x="30" y="48"/>
                      </a:lnTo>
                      <a:lnTo>
                        <a:pt x="30" y="50"/>
                      </a:lnTo>
                      <a:lnTo>
                        <a:pt x="34" y="52"/>
                      </a:lnTo>
                      <a:lnTo>
                        <a:pt x="24" y="6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3" name="Freeform 415">
                  <a:extLst>
                    <a:ext uri="{FF2B5EF4-FFF2-40B4-BE49-F238E27FC236}">
                      <a16:creationId xmlns:a16="http://schemas.microsoft.com/office/drawing/2014/main" id="{A25B5D92-2AE2-BB86-2C8F-90A49FB8CFCC}"/>
                    </a:ext>
                  </a:extLst>
                </p:cNvPr>
                <p:cNvSpPr/>
                <p:nvPr/>
              </p:nvSpPr>
              <p:spPr bwMode="gray">
                <a:xfrm>
                  <a:off x="868483" y="3259162"/>
                  <a:ext cx="74056" cy="85107"/>
                </a:xfrm>
                <a:custGeom>
                  <a:avLst/>
                  <a:gdLst>
                    <a:gd name="T0" fmla="*/ 8 w 40"/>
                    <a:gd name="T1" fmla="*/ 0 h 46"/>
                    <a:gd name="T2" fmla="*/ 22 w 40"/>
                    <a:gd name="T3" fmla="*/ 8 h 46"/>
                    <a:gd name="T4" fmla="*/ 22 w 40"/>
                    <a:gd name="T5" fmla="*/ 10 h 46"/>
                    <a:gd name="T6" fmla="*/ 24 w 40"/>
                    <a:gd name="T7" fmla="*/ 12 h 46"/>
                    <a:gd name="T8" fmla="*/ 28 w 40"/>
                    <a:gd name="T9" fmla="*/ 14 h 46"/>
                    <a:gd name="T10" fmla="*/ 30 w 40"/>
                    <a:gd name="T11" fmla="*/ 14 h 46"/>
                    <a:gd name="T12" fmla="*/ 32 w 40"/>
                    <a:gd name="T13" fmla="*/ 16 h 46"/>
                    <a:gd name="T14" fmla="*/ 32 w 40"/>
                    <a:gd name="T15" fmla="*/ 18 h 46"/>
                    <a:gd name="T16" fmla="*/ 32 w 40"/>
                    <a:gd name="T17" fmla="*/ 22 h 46"/>
                    <a:gd name="T18" fmla="*/ 34 w 40"/>
                    <a:gd name="T19" fmla="*/ 24 h 46"/>
                    <a:gd name="T20" fmla="*/ 36 w 40"/>
                    <a:gd name="T21" fmla="*/ 28 h 46"/>
                    <a:gd name="T22" fmla="*/ 38 w 40"/>
                    <a:gd name="T23" fmla="*/ 30 h 46"/>
                    <a:gd name="T24" fmla="*/ 38 w 40"/>
                    <a:gd name="T25" fmla="*/ 30 h 46"/>
                    <a:gd name="T26" fmla="*/ 40 w 40"/>
                    <a:gd name="T27" fmla="*/ 32 h 46"/>
                    <a:gd name="T28" fmla="*/ 38 w 40"/>
                    <a:gd name="T29" fmla="*/ 34 h 46"/>
                    <a:gd name="T30" fmla="*/ 38 w 40"/>
                    <a:gd name="T31" fmla="*/ 34 h 46"/>
                    <a:gd name="T32" fmla="*/ 36 w 40"/>
                    <a:gd name="T33" fmla="*/ 36 h 46"/>
                    <a:gd name="T34" fmla="*/ 36 w 40"/>
                    <a:gd name="T35" fmla="*/ 36 h 46"/>
                    <a:gd name="T36" fmla="*/ 32 w 40"/>
                    <a:gd name="T37" fmla="*/ 38 h 46"/>
                    <a:gd name="T38" fmla="*/ 30 w 40"/>
                    <a:gd name="T39" fmla="*/ 40 h 46"/>
                    <a:gd name="T40" fmla="*/ 30 w 40"/>
                    <a:gd name="T41" fmla="*/ 42 h 46"/>
                    <a:gd name="T42" fmla="*/ 28 w 40"/>
                    <a:gd name="T43" fmla="*/ 44 h 46"/>
                    <a:gd name="T44" fmla="*/ 28 w 40"/>
                    <a:gd name="T45" fmla="*/ 46 h 46"/>
                    <a:gd name="T46" fmla="*/ 26 w 40"/>
                    <a:gd name="T47" fmla="*/ 42 h 46"/>
                    <a:gd name="T48" fmla="*/ 24 w 40"/>
                    <a:gd name="T49" fmla="*/ 38 h 46"/>
                    <a:gd name="T50" fmla="*/ 22 w 40"/>
                    <a:gd name="T51" fmla="*/ 38 h 46"/>
                    <a:gd name="T52" fmla="*/ 20 w 40"/>
                    <a:gd name="T53" fmla="*/ 38 h 46"/>
                    <a:gd name="T54" fmla="*/ 20 w 40"/>
                    <a:gd name="T55" fmla="*/ 36 h 46"/>
                    <a:gd name="T56" fmla="*/ 18 w 40"/>
                    <a:gd name="T57" fmla="*/ 36 h 46"/>
                    <a:gd name="T58" fmla="*/ 16 w 40"/>
                    <a:gd name="T59" fmla="*/ 32 h 46"/>
                    <a:gd name="T60" fmla="*/ 14 w 40"/>
                    <a:gd name="T61" fmla="*/ 28 h 46"/>
                    <a:gd name="T62" fmla="*/ 14 w 40"/>
                    <a:gd name="T63" fmla="*/ 26 h 46"/>
                    <a:gd name="T64" fmla="*/ 16 w 40"/>
                    <a:gd name="T65" fmla="*/ 24 h 46"/>
                    <a:gd name="T66" fmla="*/ 16 w 40"/>
                    <a:gd name="T67" fmla="*/ 22 h 46"/>
                    <a:gd name="T68" fmla="*/ 0 w 40"/>
                    <a:gd name="T69" fmla="*/ 6 h 46"/>
                    <a:gd name="T70" fmla="*/ 2 w 40"/>
                    <a:gd name="T71" fmla="*/ 6 h 46"/>
                    <a:gd name="T72" fmla="*/ 4 w 40"/>
                    <a:gd name="T73" fmla="*/ 4 h 46"/>
                    <a:gd name="T74" fmla="*/ 6 w 40"/>
                    <a:gd name="T75" fmla="*/ 2 h 46"/>
                    <a:gd name="T76" fmla="*/ 8 w 40"/>
                    <a:gd name="T7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 h="46">
                      <a:moveTo>
                        <a:pt x="8" y="0"/>
                      </a:moveTo>
                      <a:lnTo>
                        <a:pt x="22" y="8"/>
                      </a:lnTo>
                      <a:lnTo>
                        <a:pt x="22" y="10"/>
                      </a:lnTo>
                      <a:lnTo>
                        <a:pt x="24" y="12"/>
                      </a:lnTo>
                      <a:lnTo>
                        <a:pt x="28" y="14"/>
                      </a:lnTo>
                      <a:lnTo>
                        <a:pt x="30" y="14"/>
                      </a:lnTo>
                      <a:lnTo>
                        <a:pt x="32" y="16"/>
                      </a:lnTo>
                      <a:lnTo>
                        <a:pt x="32" y="18"/>
                      </a:lnTo>
                      <a:lnTo>
                        <a:pt x="32" y="22"/>
                      </a:lnTo>
                      <a:lnTo>
                        <a:pt x="34" y="24"/>
                      </a:lnTo>
                      <a:lnTo>
                        <a:pt x="36" y="28"/>
                      </a:lnTo>
                      <a:lnTo>
                        <a:pt x="38" y="30"/>
                      </a:lnTo>
                      <a:lnTo>
                        <a:pt x="38" y="30"/>
                      </a:lnTo>
                      <a:lnTo>
                        <a:pt x="40" y="32"/>
                      </a:lnTo>
                      <a:lnTo>
                        <a:pt x="38" y="34"/>
                      </a:lnTo>
                      <a:lnTo>
                        <a:pt x="38" y="34"/>
                      </a:lnTo>
                      <a:lnTo>
                        <a:pt x="36" y="36"/>
                      </a:lnTo>
                      <a:lnTo>
                        <a:pt x="36" y="36"/>
                      </a:lnTo>
                      <a:lnTo>
                        <a:pt x="32" y="38"/>
                      </a:lnTo>
                      <a:lnTo>
                        <a:pt x="30" y="40"/>
                      </a:lnTo>
                      <a:lnTo>
                        <a:pt x="30" y="42"/>
                      </a:lnTo>
                      <a:lnTo>
                        <a:pt x="28" y="44"/>
                      </a:lnTo>
                      <a:lnTo>
                        <a:pt x="28" y="46"/>
                      </a:lnTo>
                      <a:lnTo>
                        <a:pt x="26" y="42"/>
                      </a:lnTo>
                      <a:lnTo>
                        <a:pt x="24" y="38"/>
                      </a:lnTo>
                      <a:lnTo>
                        <a:pt x="22" y="38"/>
                      </a:lnTo>
                      <a:lnTo>
                        <a:pt x="20" y="38"/>
                      </a:lnTo>
                      <a:lnTo>
                        <a:pt x="20" y="36"/>
                      </a:lnTo>
                      <a:lnTo>
                        <a:pt x="18" y="36"/>
                      </a:lnTo>
                      <a:lnTo>
                        <a:pt x="16" y="32"/>
                      </a:lnTo>
                      <a:lnTo>
                        <a:pt x="14" y="28"/>
                      </a:lnTo>
                      <a:lnTo>
                        <a:pt x="14" y="26"/>
                      </a:lnTo>
                      <a:lnTo>
                        <a:pt x="16" y="24"/>
                      </a:lnTo>
                      <a:lnTo>
                        <a:pt x="16" y="22"/>
                      </a:lnTo>
                      <a:lnTo>
                        <a:pt x="0" y="6"/>
                      </a:lnTo>
                      <a:lnTo>
                        <a:pt x="2" y="6"/>
                      </a:lnTo>
                      <a:lnTo>
                        <a:pt x="4" y="4"/>
                      </a:lnTo>
                      <a:lnTo>
                        <a:pt x="6" y="2"/>
                      </a:lnTo>
                      <a:lnTo>
                        <a:pt x="8" y="0"/>
                      </a:lnTo>
                    </a:path>
                  </a:pathLst>
                </a:custGeom>
                <a:solidFill>
                  <a:schemeClr val="bg2">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4" name="Freeform 416">
                  <a:extLst>
                    <a:ext uri="{FF2B5EF4-FFF2-40B4-BE49-F238E27FC236}">
                      <a16:creationId xmlns:a16="http://schemas.microsoft.com/office/drawing/2014/main" id="{BC5FED37-CD7A-C188-9311-06921EEB5E04}"/>
                    </a:ext>
                  </a:extLst>
                </p:cNvPr>
                <p:cNvSpPr/>
                <p:nvPr/>
              </p:nvSpPr>
              <p:spPr bwMode="gray">
                <a:xfrm>
                  <a:off x="920322" y="3322067"/>
                  <a:ext cx="29622" cy="48104"/>
                </a:xfrm>
                <a:custGeom>
                  <a:avLst/>
                  <a:gdLst>
                    <a:gd name="T0" fmla="*/ 10 w 16"/>
                    <a:gd name="T1" fmla="*/ 0 h 26"/>
                    <a:gd name="T2" fmla="*/ 10 w 16"/>
                    <a:gd name="T3" fmla="*/ 0 h 26"/>
                    <a:gd name="T4" fmla="*/ 8 w 16"/>
                    <a:gd name="T5" fmla="*/ 0 h 26"/>
                    <a:gd name="T6" fmla="*/ 6 w 16"/>
                    <a:gd name="T7" fmla="*/ 2 h 26"/>
                    <a:gd name="T8" fmla="*/ 4 w 16"/>
                    <a:gd name="T9" fmla="*/ 4 h 26"/>
                    <a:gd name="T10" fmla="*/ 2 w 16"/>
                    <a:gd name="T11" fmla="*/ 6 h 26"/>
                    <a:gd name="T12" fmla="*/ 0 w 16"/>
                    <a:gd name="T13" fmla="*/ 12 h 26"/>
                    <a:gd name="T14" fmla="*/ 0 w 16"/>
                    <a:gd name="T15" fmla="*/ 12 h 26"/>
                    <a:gd name="T16" fmla="*/ 2 w 16"/>
                    <a:gd name="T17" fmla="*/ 14 h 26"/>
                    <a:gd name="T18" fmla="*/ 2 w 16"/>
                    <a:gd name="T19" fmla="*/ 16 h 26"/>
                    <a:gd name="T20" fmla="*/ 6 w 16"/>
                    <a:gd name="T21" fmla="*/ 20 h 26"/>
                    <a:gd name="T22" fmla="*/ 10 w 16"/>
                    <a:gd name="T23" fmla="*/ 24 h 26"/>
                    <a:gd name="T24" fmla="*/ 16 w 16"/>
                    <a:gd name="T25" fmla="*/ 26 h 26"/>
                    <a:gd name="T26" fmla="*/ 10 w 16"/>
                    <a:gd name="T27"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26">
                      <a:moveTo>
                        <a:pt x="10" y="0"/>
                      </a:moveTo>
                      <a:lnTo>
                        <a:pt x="10" y="0"/>
                      </a:lnTo>
                      <a:lnTo>
                        <a:pt x="8" y="0"/>
                      </a:lnTo>
                      <a:lnTo>
                        <a:pt x="6" y="2"/>
                      </a:lnTo>
                      <a:lnTo>
                        <a:pt x="4" y="4"/>
                      </a:lnTo>
                      <a:lnTo>
                        <a:pt x="2" y="6"/>
                      </a:lnTo>
                      <a:lnTo>
                        <a:pt x="0" y="12"/>
                      </a:lnTo>
                      <a:lnTo>
                        <a:pt x="0" y="12"/>
                      </a:lnTo>
                      <a:lnTo>
                        <a:pt x="2" y="14"/>
                      </a:lnTo>
                      <a:lnTo>
                        <a:pt x="2" y="16"/>
                      </a:lnTo>
                      <a:lnTo>
                        <a:pt x="6" y="20"/>
                      </a:lnTo>
                      <a:lnTo>
                        <a:pt x="10" y="24"/>
                      </a:lnTo>
                      <a:lnTo>
                        <a:pt x="16" y="26"/>
                      </a:lnTo>
                      <a:lnTo>
                        <a:pt x="10"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5" name="Freeform 417">
                  <a:extLst>
                    <a:ext uri="{FF2B5EF4-FFF2-40B4-BE49-F238E27FC236}">
                      <a16:creationId xmlns:a16="http://schemas.microsoft.com/office/drawing/2014/main" id="{5E9D04BB-7F5A-52CD-F9C3-2827EE3F0445}"/>
                    </a:ext>
                  </a:extLst>
                </p:cNvPr>
                <p:cNvSpPr/>
                <p:nvPr/>
              </p:nvSpPr>
              <p:spPr bwMode="gray">
                <a:xfrm>
                  <a:off x="542637" y="3096349"/>
                  <a:ext cx="129598" cy="155413"/>
                </a:xfrm>
                <a:custGeom>
                  <a:avLst/>
                  <a:gdLst>
                    <a:gd name="T0" fmla="*/ 58 w 70"/>
                    <a:gd name="T1" fmla="*/ 30 h 84"/>
                    <a:gd name="T2" fmla="*/ 54 w 70"/>
                    <a:gd name="T3" fmla="*/ 26 h 84"/>
                    <a:gd name="T4" fmla="*/ 54 w 70"/>
                    <a:gd name="T5" fmla="*/ 20 h 84"/>
                    <a:gd name="T6" fmla="*/ 52 w 70"/>
                    <a:gd name="T7" fmla="*/ 18 h 84"/>
                    <a:gd name="T8" fmla="*/ 50 w 70"/>
                    <a:gd name="T9" fmla="*/ 20 h 84"/>
                    <a:gd name="T10" fmla="*/ 46 w 70"/>
                    <a:gd name="T11" fmla="*/ 22 h 84"/>
                    <a:gd name="T12" fmla="*/ 42 w 70"/>
                    <a:gd name="T13" fmla="*/ 18 h 84"/>
                    <a:gd name="T14" fmla="*/ 38 w 70"/>
                    <a:gd name="T15" fmla="*/ 14 h 84"/>
                    <a:gd name="T16" fmla="*/ 40 w 70"/>
                    <a:gd name="T17" fmla="*/ 8 h 84"/>
                    <a:gd name="T18" fmla="*/ 38 w 70"/>
                    <a:gd name="T19" fmla="*/ 0 h 84"/>
                    <a:gd name="T20" fmla="*/ 30 w 70"/>
                    <a:gd name="T21" fmla="*/ 14 h 84"/>
                    <a:gd name="T22" fmla="*/ 32 w 70"/>
                    <a:gd name="T23" fmla="*/ 16 h 84"/>
                    <a:gd name="T24" fmla="*/ 28 w 70"/>
                    <a:gd name="T25" fmla="*/ 22 h 84"/>
                    <a:gd name="T26" fmla="*/ 20 w 70"/>
                    <a:gd name="T27" fmla="*/ 26 h 84"/>
                    <a:gd name="T28" fmla="*/ 2 w 70"/>
                    <a:gd name="T29" fmla="*/ 24 h 84"/>
                    <a:gd name="T30" fmla="*/ 0 w 70"/>
                    <a:gd name="T31" fmla="*/ 26 h 84"/>
                    <a:gd name="T32" fmla="*/ 0 w 70"/>
                    <a:gd name="T33" fmla="*/ 32 h 84"/>
                    <a:gd name="T34" fmla="*/ 4 w 70"/>
                    <a:gd name="T35" fmla="*/ 36 h 84"/>
                    <a:gd name="T36" fmla="*/ 6 w 70"/>
                    <a:gd name="T37" fmla="*/ 36 h 84"/>
                    <a:gd name="T38" fmla="*/ 12 w 70"/>
                    <a:gd name="T39" fmla="*/ 42 h 84"/>
                    <a:gd name="T40" fmla="*/ 16 w 70"/>
                    <a:gd name="T41" fmla="*/ 54 h 84"/>
                    <a:gd name="T42" fmla="*/ 16 w 70"/>
                    <a:gd name="T43" fmla="*/ 58 h 84"/>
                    <a:gd name="T44" fmla="*/ 16 w 70"/>
                    <a:gd name="T45" fmla="*/ 66 h 84"/>
                    <a:gd name="T46" fmla="*/ 16 w 70"/>
                    <a:gd name="T47" fmla="*/ 72 h 84"/>
                    <a:gd name="T48" fmla="*/ 14 w 70"/>
                    <a:gd name="T49" fmla="*/ 74 h 84"/>
                    <a:gd name="T50" fmla="*/ 14 w 70"/>
                    <a:gd name="T51" fmla="*/ 78 h 84"/>
                    <a:gd name="T52" fmla="*/ 16 w 70"/>
                    <a:gd name="T53" fmla="*/ 82 h 84"/>
                    <a:gd name="T54" fmla="*/ 26 w 70"/>
                    <a:gd name="T55" fmla="*/ 84 h 84"/>
                    <a:gd name="T56" fmla="*/ 42 w 70"/>
                    <a:gd name="T57" fmla="*/ 78 h 84"/>
                    <a:gd name="T58" fmla="*/ 62 w 70"/>
                    <a:gd name="T59" fmla="*/ 66 h 84"/>
                    <a:gd name="T60" fmla="*/ 68 w 70"/>
                    <a:gd name="T61" fmla="*/ 56 h 84"/>
                    <a:gd name="T62" fmla="*/ 70 w 70"/>
                    <a:gd name="T63" fmla="*/ 50 h 84"/>
                    <a:gd name="T64" fmla="*/ 68 w 70"/>
                    <a:gd name="T65" fmla="*/ 46 h 84"/>
                    <a:gd name="T66" fmla="*/ 64 w 70"/>
                    <a:gd name="T67" fmla="*/ 38 h 84"/>
                    <a:gd name="T68" fmla="*/ 62 w 70"/>
                    <a:gd name="T69"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0" h="84">
                      <a:moveTo>
                        <a:pt x="62" y="30"/>
                      </a:moveTo>
                      <a:lnTo>
                        <a:pt x="58" y="30"/>
                      </a:lnTo>
                      <a:lnTo>
                        <a:pt x="56" y="28"/>
                      </a:lnTo>
                      <a:lnTo>
                        <a:pt x="54" y="26"/>
                      </a:lnTo>
                      <a:lnTo>
                        <a:pt x="54" y="24"/>
                      </a:lnTo>
                      <a:lnTo>
                        <a:pt x="54" y="20"/>
                      </a:lnTo>
                      <a:lnTo>
                        <a:pt x="52" y="18"/>
                      </a:lnTo>
                      <a:lnTo>
                        <a:pt x="52" y="18"/>
                      </a:lnTo>
                      <a:lnTo>
                        <a:pt x="52" y="18"/>
                      </a:lnTo>
                      <a:lnTo>
                        <a:pt x="50" y="20"/>
                      </a:lnTo>
                      <a:lnTo>
                        <a:pt x="48" y="22"/>
                      </a:lnTo>
                      <a:lnTo>
                        <a:pt x="46" y="22"/>
                      </a:lnTo>
                      <a:lnTo>
                        <a:pt x="44" y="20"/>
                      </a:lnTo>
                      <a:lnTo>
                        <a:pt x="42" y="18"/>
                      </a:lnTo>
                      <a:lnTo>
                        <a:pt x="40" y="18"/>
                      </a:lnTo>
                      <a:lnTo>
                        <a:pt x="38" y="14"/>
                      </a:lnTo>
                      <a:lnTo>
                        <a:pt x="38" y="12"/>
                      </a:lnTo>
                      <a:lnTo>
                        <a:pt x="40" y="8"/>
                      </a:lnTo>
                      <a:lnTo>
                        <a:pt x="50" y="2"/>
                      </a:lnTo>
                      <a:lnTo>
                        <a:pt x="38" y="0"/>
                      </a:lnTo>
                      <a:lnTo>
                        <a:pt x="30" y="6"/>
                      </a:lnTo>
                      <a:lnTo>
                        <a:pt x="30" y="14"/>
                      </a:lnTo>
                      <a:lnTo>
                        <a:pt x="32" y="14"/>
                      </a:lnTo>
                      <a:lnTo>
                        <a:pt x="32" y="16"/>
                      </a:lnTo>
                      <a:lnTo>
                        <a:pt x="30" y="18"/>
                      </a:lnTo>
                      <a:lnTo>
                        <a:pt x="28" y="22"/>
                      </a:lnTo>
                      <a:lnTo>
                        <a:pt x="24" y="24"/>
                      </a:lnTo>
                      <a:lnTo>
                        <a:pt x="20" y="26"/>
                      </a:lnTo>
                      <a:lnTo>
                        <a:pt x="8" y="22"/>
                      </a:lnTo>
                      <a:lnTo>
                        <a:pt x="2" y="24"/>
                      </a:lnTo>
                      <a:lnTo>
                        <a:pt x="2" y="24"/>
                      </a:lnTo>
                      <a:lnTo>
                        <a:pt x="0" y="26"/>
                      </a:lnTo>
                      <a:lnTo>
                        <a:pt x="0" y="30"/>
                      </a:lnTo>
                      <a:lnTo>
                        <a:pt x="0" y="32"/>
                      </a:lnTo>
                      <a:lnTo>
                        <a:pt x="2" y="36"/>
                      </a:lnTo>
                      <a:lnTo>
                        <a:pt x="4" y="36"/>
                      </a:lnTo>
                      <a:lnTo>
                        <a:pt x="4" y="36"/>
                      </a:lnTo>
                      <a:lnTo>
                        <a:pt x="6" y="36"/>
                      </a:lnTo>
                      <a:lnTo>
                        <a:pt x="10" y="38"/>
                      </a:lnTo>
                      <a:lnTo>
                        <a:pt x="12" y="42"/>
                      </a:lnTo>
                      <a:lnTo>
                        <a:pt x="14" y="46"/>
                      </a:lnTo>
                      <a:lnTo>
                        <a:pt x="16" y="54"/>
                      </a:lnTo>
                      <a:lnTo>
                        <a:pt x="16" y="54"/>
                      </a:lnTo>
                      <a:lnTo>
                        <a:pt x="16" y="58"/>
                      </a:lnTo>
                      <a:lnTo>
                        <a:pt x="16" y="62"/>
                      </a:lnTo>
                      <a:lnTo>
                        <a:pt x="16" y="66"/>
                      </a:lnTo>
                      <a:lnTo>
                        <a:pt x="16" y="70"/>
                      </a:lnTo>
                      <a:lnTo>
                        <a:pt x="16" y="72"/>
                      </a:lnTo>
                      <a:lnTo>
                        <a:pt x="14" y="74"/>
                      </a:lnTo>
                      <a:lnTo>
                        <a:pt x="14" y="74"/>
                      </a:lnTo>
                      <a:lnTo>
                        <a:pt x="14" y="76"/>
                      </a:lnTo>
                      <a:lnTo>
                        <a:pt x="14" y="78"/>
                      </a:lnTo>
                      <a:lnTo>
                        <a:pt x="14" y="80"/>
                      </a:lnTo>
                      <a:lnTo>
                        <a:pt x="16" y="82"/>
                      </a:lnTo>
                      <a:lnTo>
                        <a:pt x="20" y="84"/>
                      </a:lnTo>
                      <a:lnTo>
                        <a:pt x="26" y="84"/>
                      </a:lnTo>
                      <a:lnTo>
                        <a:pt x="30" y="82"/>
                      </a:lnTo>
                      <a:lnTo>
                        <a:pt x="42" y="78"/>
                      </a:lnTo>
                      <a:lnTo>
                        <a:pt x="54" y="72"/>
                      </a:lnTo>
                      <a:lnTo>
                        <a:pt x="62" y="66"/>
                      </a:lnTo>
                      <a:lnTo>
                        <a:pt x="66" y="62"/>
                      </a:lnTo>
                      <a:lnTo>
                        <a:pt x="68" y="56"/>
                      </a:lnTo>
                      <a:lnTo>
                        <a:pt x="70" y="52"/>
                      </a:lnTo>
                      <a:lnTo>
                        <a:pt x="70" y="50"/>
                      </a:lnTo>
                      <a:lnTo>
                        <a:pt x="68" y="48"/>
                      </a:lnTo>
                      <a:lnTo>
                        <a:pt x="68" y="46"/>
                      </a:lnTo>
                      <a:lnTo>
                        <a:pt x="66" y="42"/>
                      </a:lnTo>
                      <a:lnTo>
                        <a:pt x="64" y="38"/>
                      </a:lnTo>
                      <a:lnTo>
                        <a:pt x="64" y="34"/>
                      </a:lnTo>
                      <a:lnTo>
                        <a:pt x="62" y="32"/>
                      </a:lnTo>
                      <a:lnTo>
                        <a:pt x="62" y="3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6" name="Freeform 418">
                  <a:extLst>
                    <a:ext uri="{FF2B5EF4-FFF2-40B4-BE49-F238E27FC236}">
                      <a16:creationId xmlns:a16="http://schemas.microsoft.com/office/drawing/2014/main" id="{775235E7-9E6E-5027-7976-E92D77DA130C}"/>
                    </a:ext>
                  </a:extLst>
                </p:cNvPr>
                <p:cNvSpPr/>
                <p:nvPr/>
              </p:nvSpPr>
              <p:spPr bwMode="gray">
                <a:xfrm>
                  <a:off x="653721" y="2944637"/>
                  <a:ext cx="199951" cy="370030"/>
                </a:xfrm>
                <a:custGeom>
                  <a:avLst/>
                  <a:gdLst>
                    <a:gd name="T0" fmla="*/ 38 w 108"/>
                    <a:gd name="T1" fmla="*/ 2 h 200"/>
                    <a:gd name="T2" fmla="*/ 32 w 108"/>
                    <a:gd name="T3" fmla="*/ 0 h 200"/>
                    <a:gd name="T4" fmla="*/ 24 w 108"/>
                    <a:gd name="T5" fmla="*/ 2 h 200"/>
                    <a:gd name="T6" fmla="*/ 14 w 108"/>
                    <a:gd name="T7" fmla="*/ 16 h 200"/>
                    <a:gd name="T8" fmla="*/ 16 w 108"/>
                    <a:gd name="T9" fmla="*/ 22 h 200"/>
                    <a:gd name="T10" fmla="*/ 14 w 108"/>
                    <a:gd name="T11" fmla="*/ 32 h 200"/>
                    <a:gd name="T12" fmla="*/ 10 w 108"/>
                    <a:gd name="T13" fmla="*/ 36 h 200"/>
                    <a:gd name="T14" fmla="*/ 6 w 108"/>
                    <a:gd name="T15" fmla="*/ 44 h 200"/>
                    <a:gd name="T16" fmla="*/ 4 w 108"/>
                    <a:gd name="T17" fmla="*/ 52 h 200"/>
                    <a:gd name="T18" fmla="*/ 14 w 108"/>
                    <a:gd name="T19" fmla="*/ 54 h 200"/>
                    <a:gd name="T20" fmla="*/ 12 w 108"/>
                    <a:gd name="T21" fmla="*/ 58 h 200"/>
                    <a:gd name="T22" fmla="*/ 12 w 108"/>
                    <a:gd name="T23" fmla="*/ 64 h 200"/>
                    <a:gd name="T24" fmla="*/ 14 w 108"/>
                    <a:gd name="T25" fmla="*/ 70 h 200"/>
                    <a:gd name="T26" fmla="*/ 24 w 108"/>
                    <a:gd name="T27" fmla="*/ 76 h 200"/>
                    <a:gd name="T28" fmla="*/ 24 w 108"/>
                    <a:gd name="T29" fmla="*/ 82 h 200"/>
                    <a:gd name="T30" fmla="*/ 22 w 108"/>
                    <a:gd name="T31" fmla="*/ 86 h 200"/>
                    <a:gd name="T32" fmla="*/ 18 w 108"/>
                    <a:gd name="T33" fmla="*/ 94 h 200"/>
                    <a:gd name="T34" fmla="*/ 20 w 108"/>
                    <a:gd name="T35" fmla="*/ 98 h 200"/>
                    <a:gd name="T36" fmla="*/ 32 w 108"/>
                    <a:gd name="T37" fmla="*/ 92 h 200"/>
                    <a:gd name="T38" fmla="*/ 36 w 108"/>
                    <a:gd name="T39" fmla="*/ 102 h 200"/>
                    <a:gd name="T40" fmla="*/ 40 w 108"/>
                    <a:gd name="T41" fmla="*/ 114 h 200"/>
                    <a:gd name="T42" fmla="*/ 22 w 108"/>
                    <a:gd name="T43" fmla="*/ 128 h 200"/>
                    <a:gd name="T44" fmla="*/ 28 w 108"/>
                    <a:gd name="T45" fmla="*/ 140 h 200"/>
                    <a:gd name="T46" fmla="*/ 20 w 108"/>
                    <a:gd name="T47" fmla="*/ 154 h 200"/>
                    <a:gd name="T48" fmla="*/ 18 w 108"/>
                    <a:gd name="T49" fmla="*/ 156 h 200"/>
                    <a:gd name="T50" fmla="*/ 18 w 108"/>
                    <a:gd name="T51" fmla="*/ 160 h 200"/>
                    <a:gd name="T52" fmla="*/ 38 w 108"/>
                    <a:gd name="T53" fmla="*/ 164 h 200"/>
                    <a:gd name="T54" fmla="*/ 52 w 108"/>
                    <a:gd name="T55" fmla="*/ 158 h 200"/>
                    <a:gd name="T56" fmla="*/ 52 w 108"/>
                    <a:gd name="T57" fmla="*/ 162 h 200"/>
                    <a:gd name="T58" fmla="*/ 44 w 108"/>
                    <a:gd name="T59" fmla="*/ 166 h 200"/>
                    <a:gd name="T60" fmla="*/ 0 w 108"/>
                    <a:gd name="T61" fmla="*/ 196 h 200"/>
                    <a:gd name="T62" fmla="*/ 28 w 108"/>
                    <a:gd name="T63" fmla="*/ 190 h 200"/>
                    <a:gd name="T64" fmla="*/ 58 w 108"/>
                    <a:gd name="T65" fmla="*/ 188 h 200"/>
                    <a:gd name="T66" fmla="*/ 108 w 108"/>
                    <a:gd name="T67" fmla="*/ 174 h 200"/>
                    <a:gd name="T68" fmla="*/ 98 w 108"/>
                    <a:gd name="T69" fmla="*/ 164 h 200"/>
                    <a:gd name="T70" fmla="*/ 102 w 108"/>
                    <a:gd name="T71" fmla="*/ 158 h 200"/>
                    <a:gd name="T72" fmla="*/ 102 w 108"/>
                    <a:gd name="T73" fmla="*/ 150 h 200"/>
                    <a:gd name="T74" fmla="*/ 100 w 108"/>
                    <a:gd name="T75" fmla="*/ 146 h 200"/>
                    <a:gd name="T76" fmla="*/ 94 w 108"/>
                    <a:gd name="T77" fmla="*/ 140 h 200"/>
                    <a:gd name="T78" fmla="*/ 88 w 108"/>
                    <a:gd name="T79" fmla="*/ 136 h 200"/>
                    <a:gd name="T80" fmla="*/ 84 w 108"/>
                    <a:gd name="T81" fmla="*/ 120 h 200"/>
                    <a:gd name="T82" fmla="*/ 66 w 108"/>
                    <a:gd name="T83" fmla="*/ 100 h 200"/>
                    <a:gd name="T84" fmla="*/ 64 w 108"/>
                    <a:gd name="T85" fmla="*/ 84 h 200"/>
                    <a:gd name="T86" fmla="*/ 56 w 108"/>
                    <a:gd name="T87" fmla="*/ 68 h 200"/>
                    <a:gd name="T88" fmla="*/ 56 w 108"/>
                    <a:gd name="T89" fmla="*/ 44 h 200"/>
                    <a:gd name="T90" fmla="*/ 56 w 108"/>
                    <a:gd name="T91" fmla="*/ 42 h 200"/>
                    <a:gd name="T92" fmla="*/ 52 w 108"/>
                    <a:gd name="T93" fmla="*/ 36 h 200"/>
                    <a:gd name="T94" fmla="*/ 48 w 108"/>
                    <a:gd name="T95" fmla="*/ 34 h 200"/>
                    <a:gd name="T96" fmla="*/ 44 w 108"/>
                    <a:gd name="T97" fmla="*/ 32 h 200"/>
                    <a:gd name="T98" fmla="*/ 36 w 108"/>
                    <a:gd name="T99" fmla="*/ 28 h 200"/>
                    <a:gd name="T100" fmla="*/ 34 w 108"/>
                    <a:gd name="T101" fmla="*/ 26 h 200"/>
                    <a:gd name="T102" fmla="*/ 34 w 108"/>
                    <a:gd name="T103" fmla="*/ 20 h 200"/>
                    <a:gd name="T104" fmla="*/ 38 w 108"/>
                    <a:gd name="T105" fmla="*/ 14 h 200"/>
                    <a:gd name="T106" fmla="*/ 40 w 108"/>
                    <a:gd name="T107" fmla="*/ 8 h 200"/>
                    <a:gd name="T108" fmla="*/ 40 w 108"/>
                    <a:gd name="T109" fmla="*/ 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8" h="200">
                      <a:moveTo>
                        <a:pt x="40" y="2"/>
                      </a:moveTo>
                      <a:lnTo>
                        <a:pt x="38" y="2"/>
                      </a:lnTo>
                      <a:lnTo>
                        <a:pt x="36" y="2"/>
                      </a:lnTo>
                      <a:lnTo>
                        <a:pt x="32" y="0"/>
                      </a:lnTo>
                      <a:lnTo>
                        <a:pt x="28" y="0"/>
                      </a:lnTo>
                      <a:lnTo>
                        <a:pt x="24" y="2"/>
                      </a:lnTo>
                      <a:lnTo>
                        <a:pt x="14" y="16"/>
                      </a:lnTo>
                      <a:lnTo>
                        <a:pt x="14" y="16"/>
                      </a:lnTo>
                      <a:lnTo>
                        <a:pt x="16" y="18"/>
                      </a:lnTo>
                      <a:lnTo>
                        <a:pt x="16" y="22"/>
                      </a:lnTo>
                      <a:lnTo>
                        <a:pt x="16" y="26"/>
                      </a:lnTo>
                      <a:lnTo>
                        <a:pt x="14" y="32"/>
                      </a:lnTo>
                      <a:lnTo>
                        <a:pt x="14" y="32"/>
                      </a:lnTo>
                      <a:lnTo>
                        <a:pt x="10" y="36"/>
                      </a:lnTo>
                      <a:lnTo>
                        <a:pt x="8" y="38"/>
                      </a:lnTo>
                      <a:lnTo>
                        <a:pt x="6" y="44"/>
                      </a:lnTo>
                      <a:lnTo>
                        <a:pt x="4" y="48"/>
                      </a:lnTo>
                      <a:lnTo>
                        <a:pt x="4" y="52"/>
                      </a:lnTo>
                      <a:lnTo>
                        <a:pt x="6" y="56"/>
                      </a:lnTo>
                      <a:lnTo>
                        <a:pt x="14" y="54"/>
                      </a:lnTo>
                      <a:lnTo>
                        <a:pt x="14" y="56"/>
                      </a:lnTo>
                      <a:lnTo>
                        <a:pt x="12" y="58"/>
                      </a:lnTo>
                      <a:lnTo>
                        <a:pt x="12" y="60"/>
                      </a:lnTo>
                      <a:lnTo>
                        <a:pt x="12" y="64"/>
                      </a:lnTo>
                      <a:lnTo>
                        <a:pt x="12" y="66"/>
                      </a:lnTo>
                      <a:lnTo>
                        <a:pt x="14" y="70"/>
                      </a:lnTo>
                      <a:lnTo>
                        <a:pt x="16" y="72"/>
                      </a:lnTo>
                      <a:lnTo>
                        <a:pt x="24" y="76"/>
                      </a:lnTo>
                      <a:lnTo>
                        <a:pt x="24" y="80"/>
                      </a:lnTo>
                      <a:lnTo>
                        <a:pt x="24" y="82"/>
                      </a:lnTo>
                      <a:lnTo>
                        <a:pt x="22" y="84"/>
                      </a:lnTo>
                      <a:lnTo>
                        <a:pt x="22" y="86"/>
                      </a:lnTo>
                      <a:lnTo>
                        <a:pt x="20" y="90"/>
                      </a:lnTo>
                      <a:lnTo>
                        <a:pt x="18" y="94"/>
                      </a:lnTo>
                      <a:lnTo>
                        <a:pt x="18" y="96"/>
                      </a:lnTo>
                      <a:lnTo>
                        <a:pt x="20" y="98"/>
                      </a:lnTo>
                      <a:lnTo>
                        <a:pt x="22" y="100"/>
                      </a:lnTo>
                      <a:lnTo>
                        <a:pt x="32" y="92"/>
                      </a:lnTo>
                      <a:lnTo>
                        <a:pt x="44" y="94"/>
                      </a:lnTo>
                      <a:lnTo>
                        <a:pt x="36" y="102"/>
                      </a:lnTo>
                      <a:lnTo>
                        <a:pt x="34" y="114"/>
                      </a:lnTo>
                      <a:lnTo>
                        <a:pt x="40" y="114"/>
                      </a:lnTo>
                      <a:lnTo>
                        <a:pt x="40" y="128"/>
                      </a:lnTo>
                      <a:lnTo>
                        <a:pt x="22" y="128"/>
                      </a:lnTo>
                      <a:lnTo>
                        <a:pt x="22" y="138"/>
                      </a:lnTo>
                      <a:lnTo>
                        <a:pt x="28" y="140"/>
                      </a:lnTo>
                      <a:lnTo>
                        <a:pt x="20" y="152"/>
                      </a:lnTo>
                      <a:lnTo>
                        <a:pt x="20" y="154"/>
                      </a:lnTo>
                      <a:lnTo>
                        <a:pt x="18" y="154"/>
                      </a:lnTo>
                      <a:lnTo>
                        <a:pt x="18" y="156"/>
                      </a:lnTo>
                      <a:lnTo>
                        <a:pt x="18" y="158"/>
                      </a:lnTo>
                      <a:lnTo>
                        <a:pt x="18" y="160"/>
                      </a:lnTo>
                      <a:lnTo>
                        <a:pt x="20" y="160"/>
                      </a:lnTo>
                      <a:lnTo>
                        <a:pt x="38" y="164"/>
                      </a:lnTo>
                      <a:lnTo>
                        <a:pt x="48" y="160"/>
                      </a:lnTo>
                      <a:lnTo>
                        <a:pt x="52" y="158"/>
                      </a:lnTo>
                      <a:lnTo>
                        <a:pt x="52" y="160"/>
                      </a:lnTo>
                      <a:lnTo>
                        <a:pt x="52" y="162"/>
                      </a:lnTo>
                      <a:lnTo>
                        <a:pt x="48" y="164"/>
                      </a:lnTo>
                      <a:lnTo>
                        <a:pt x="44" y="166"/>
                      </a:lnTo>
                      <a:lnTo>
                        <a:pt x="20" y="176"/>
                      </a:lnTo>
                      <a:lnTo>
                        <a:pt x="0" y="196"/>
                      </a:lnTo>
                      <a:lnTo>
                        <a:pt x="10" y="200"/>
                      </a:lnTo>
                      <a:lnTo>
                        <a:pt x="28" y="190"/>
                      </a:lnTo>
                      <a:lnTo>
                        <a:pt x="36" y="188"/>
                      </a:lnTo>
                      <a:lnTo>
                        <a:pt x="58" y="188"/>
                      </a:lnTo>
                      <a:lnTo>
                        <a:pt x="84" y="182"/>
                      </a:lnTo>
                      <a:lnTo>
                        <a:pt x="108" y="174"/>
                      </a:lnTo>
                      <a:lnTo>
                        <a:pt x="96" y="164"/>
                      </a:lnTo>
                      <a:lnTo>
                        <a:pt x="98" y="164"/>
                      </a:lnTo>
                      <a:lnTo>
                        <a:pt x="100" y="162"/>
                      </a:lnTo>
                      <a:lnTo>
                        <a:pt x="102" y="158"/>
                      </a:lnTo>
                      <a:lnTo>
                        <a:pt x="102" y="154"/>
                      </a:lnTo>
                      <a:lnTo>
                        <a:pt x="102" y="150"/>
                      </a:lnTo>
                      <a:lnTo>
                        <a:pt x="102" y="148"/>
                      </a:lnTo>
                      <a:lnTo>
                        <a:pt x="100" y="146"/>
                      </a:lnTo>
                      <a:lnTo>
                        <a:pt x="98" y="142"/>
                      </a:lnTo>
                      <a:lnTo>
                        <a:pt x="94" y="140"/>
                      </a:lnTo>
                      <a:lnTo>
                        <a:pt x="90" y="138"/>
                      </a:lnTo>
                      <a:lnTo>
                        <a:pt x="88" y="136"/>
                      </a:lnTo>
                      <a:lnTo>
                        <a:pt x="86" y="132"/>
                      </a:lnTo>
                      <a:lnTo>
                        <a:pt x="84" y="120"/>
                      </a:lnTo>
                      <a:lnTo>
                        <a:pt x="78" y="108"/>
                      </a:lnTo>
                      <a:lnTo>
                        <a:pt x="66" y="100"/>
                      </a:lnTo>
                      <a:lnTo>
                        <a:pt x="66" y="94"/>
                      </a:lnTo>
                      <a:lnTo>
                        <a:pt x="64" y="84"/>
                      </a:lnTo>
                      <a:lnTo>
                        <a:pt x="60" y="72"/>
                      </a:lnTo>
                      <a:lnTo>
                        <a:pt x="56" y="68"/>
                      </a:lnTo>
                      <a:lnTo>
                        <a:pt x="48" y="62"/>
                      </a:lnTo>
                      <a:lnTo>
                        <a:pt x="56" y="44"/>
                      </a:lnTo>
                      <a:lnTo>
                        <a:pt x="56" y="44"/>
                      </a:lnTo>
                      <a:lnTo>
                        <a:pt x="56" y="42"/>
                      </a:lnTo>
                      <a:lnTo>
                        <a:pt x="54" y="38"/>
                      </a:lnTo>
                      <a:lnTo>
                        <a:pt x="52" y="36"/>
                      </a:lnTo>
                      <a:lnTo>
                        <a:pt x="52" y="34"/>
                      </a:lnTo>
                      <a:lnTo>
                        <a:pt x="48" y="34"/>
                      </a:lnTo>
                      <a:lnTo>
                        <a:pt x="46" y="32"/>
                      </a:lnTo>
                      <a:lnTo>
                        <a:pt x="44" y="32"/>
                      </a:lnTo>
                      <a:lnTo>
                        <a:pt x="44" y="30"/>
                      </a:lnTo>
                      <a:lnTo>
                        <a:pt x="36" y="28"/>
                      </a:lnTo>
                      <a:lnTo>
                        <a:pt x="34" y="28"/>
                      </a:lnTo>
                      <a:lnTo>
                        <a:pt x="34" y="26"/>
                      </a:lnTo>
                      <a:lnTo>
                        <a:pt x="34" y="22"/>
                      </a:lnTo>
                      <a:lnTo>
                        <a:pt x="34" y="20"/>
                      </a:lnTo>
                      <a:lnTo>
                        <a:pt x="36" y="16"/>
                      </a:lnTo>
                      <a:lnTo>
                        <a:pt x="38" y="14"/>
                      </a:lnTo>
                      <a:lnTo>
                        <a:pt x="40" y="12"/>
                      </a:lnTo>
                      <a:lnTo>
                        <a:pt x="40" y="8"/>
                      </a:lnTo>
                      <a:lnTo>
                        <a:pt x="42" y="6"/>
                      </a:lnTo>
                      <a:lnTo>
                        <a:pt x="40" y="4"/>
                      </a:lnTo>
                      <a:lnTo>
                        <a:pt x="40" y="2"/>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7" name="Freeform 419">
                  <a:extLst>
                    <a:ext uri="{FF2B5EF4-FFF2-40B4-BE49-F238E27FC236}">
                      <a16:creationId xmlns:a16="http://schemas.microsoft.com/office/drawing/2014/main" id="{10FCF959-599C-993A-98C2-50DCC6C57464}"/>
                    </a:ext>
                  </a:extLst>
                </p:cNvPr>
                <p:cNvSpPr/>
                <p:nvPr/>
              </p:nvSpPr>
              <p:spPr bwMode="gray">
                <a:xfrm>
                  <a:off x="612990" y="3096349"/>
                  <a:ext cx="66650" cy="59205"/>
                </a:xfrm>
                <a:custGeom>
                  <a:avLst/>
                  <a:gdLst>
                    <a:gd name="T0" fmla="*/ 16 w 36"/>
                    <a:gd name="T1" fmla="*/ 0 h 32"/>
                    <a:gd name="T2" fmla="*/ 16 w 36"/>
                    <a:gd name="T3" fmla="*/ 0 h 32"/>
                    <a:gd name="T4" fmla="*/ 18 w 36"/>
                    <a:gd name="T5" fmla="*/ 0 h 32"/>
                    <a:gd name="T6" fmla="*/ 20 w 36"/>
                    <a:gd name="T7" fmla="*/ 0 h 32"/>
                    <a:gd name="T8" fmla="*/ 24 w 36"/>
                    <a:gd name="T9" fmla="*/ 0 h 32"/>
                    <a:gd name="T10" fmla="*/ 28 w 36"/>
                    <a:gd name="T11" fmla="*/ 0 h 32"/>
                    <a:gd name="T12" fmla="*/ 30 w 36"/>
                    <a:gd name="T13" fmla="*/ 2 h 32"/>
                    <a:gd name="T14" fmla="*/ 32 w 36"/>
                    <a:gd name="T15" fmla="*/ 6 h 32"/>
                    <a:gd name="T16" fmla="*/ 32 w 36"/>
                    <a:gd name="T17" fmla="*/ 6 h 32"/>
                    <a:gd name="T18" fmla="*/ 34 w 36"/>
                    <a:gd name="T19" fmla="*/ 8 h 32"/>
                    <a:gd name="T20" fmla="*/ 36 w 36"/>
                    <a:gd name="T21" fmla="*/ 12 h 32"/>
                    <a:gd name="T22" fmla="*/ 36 w 36"/>
                    <a:gd name="T23" fmla="*/ 16 h 32"/>
                    <a:gd name="T24" fmla="*/ 36 w 36"/>
                    <a:gd name="T25" fmla="*/ 22 h 32"/>
                    <a:gd name="T26" fmla="*/ 32 w 36"/>
                    <a:gd name="T27" fmla="*/ 28 h 32"/>
                    <a:gd name="T28" fmla="*/ 32 w 36"/>
                    <a:gd name="T29" fmla="*/ 28 h 32"/>
                    <a:gd name="T30" fmla="*/ 30 w 36"/>
                    <a:gd name="T31" fmla="*/ 30 h 32"/>
                    <a:gd name="T32" fmla="*/ 28 w 36"/>
                    <a:gd name="T33" fmla="*/ 32 h 32"/>
                    <a:gd name="T34" fmla="*/ 26 w 36"/>
                    <a:gd name="T35" fmla="*/ 30 h 32"/>
                    <a:gd name="T36" fmla="*/ 24 w 36"/>
                    <a:gd name="T37" fmla="*/ 30 h 32"/>
                    <a:gd name="T38" fmla="*/ 20 w 36"/>
                    <a:gd name="T39" fmla="*/ 30 h 32"/>
                    <a:gd name="T40" fmla="*/ 18 w 36"/>
                    <a:gd name="T41" fmla="*/ 28 h 32"/>
                    <a:gd name="T42" fmla="*/ 16 w 36"/>
                    <a:gd name="T43" fmla="*/ 26 h 32"/>
                    <a:gd name="T44" fmla="*/ 16 w 36"/>
                    <a:gd name="T45" fmla="*/ 24 h 32"/>
                    <a:gd name="T46" fmla="*/ 16 w 36"/>
                    <a:gd name="T47" fmla="*/ 20 h 32"/>
                    <a:gd name="T48" fmla="*/ 14 w 36"/>
                    <a:gd name="T49" fmla="*/ 18 h 32"/>
                    <a:gd name="T50" fmla="*/ 14 w 36"/>
                    <a:gd name="T51" fmla="*/ 18 h 32"/>
                    <a:gd name="T52" fmla="*/ 14 w 36"/>
                    <a:gd name="T53" fmla="*/ 18 h 32"/>
                    <a:gd name="T54" fmla="*/ 12 w 36"/>
                    <a:gd name="T55" fmla="*/ 20 h 32"/>
                    <a:gd name="T56" fmla="*/ 10 w 36"/>
                    <a:gd name="T57" fmla="*/ 22 h 32"/>
                    <a:gd name="T58" fmla="*/ 8 w 36"/>
                    <a:gd name="T59" fmla="*/ 22 h 32"/>
                    <a:gd name="T60" fmla="*/ 6 w 36"/>
                    <a:gd name="T61" fmla="*/ 20 h 32"/>
                    <a:gd name="T62" fmla="*/ 4 w 36"/>
                    <a:gd name="T63" fmla="*/ 18 h 32"/>
                    <a:gd name="T64" fmla="*/ 2 w 36"/>
                    <a:gd name="T65" fmla="*/ 18 h 32"/>
                    <a:gd name="T66" fmla="*/ 0 w 36"/>
                    <a:gd name="T67" fmla="*/ 14 h 32"/>
                    <a:gd name="T68" fmla="*/ 0 w 36"/>
                    <a:gd name="T69" fmla="*/ 12 h 32"/>
                    <a:gd name="T70" fmla="*/ 2 w 36"/>
                    <a:gd name="T71" fmla="*/ 8 h 32"/>
                    <a:gd name="T72" fmla="*/ 16 w 36"/>
                    <a:gd name="T7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 h="32">
                      <a:moveTo>
                        <a:pt x="16" y="0"/>
                      </a:moveTo>
                      <a:lnTo>
                        <a:pt x="16" y="0"/>
                      </a:lnTo>
                      <a:lnTo>
                        <a:pt x="18" y="0"/>
                      </a:lnTo>
                      <a:lnTo>
                        <a:pt x="20" y="0"/>
                      </a:lnTo>
                      <a:lnTo>
                        <a:pt x="24" y="0"/>
                      </a:lnTo>
                      <a:lnTo>
                        <a:pt x="28" y="0"/>
                      </a:lnTo>
                      <a:lnTo>
                        <a:pt x="30" y="2"/>
                      </a:lnTo>
                      <a:lnTo>
                        <a:pt x="32" y="6"/>
                      </a:lnTo>
                      <a:lnTo>
                        <a:pt x="32" y="6"/>
                      </a:lnTo>
                      <a:lnTo>
                        <a:pt x="34" y="8"/>
                      </a:lnTo>
                      <a:lnTo>
                        <a:pt x="36" y="12"/>
                      </a:lnTo>
                      <a:lnTo>
                        <a:pt x="36" y="16"/>
                      </a:lnTo>
                      <a:lnTo>
                        <a:pt x="36" y="22"/>
                      </a:lnTo>
                      <a:lnTo>
                        <a:pt x="32" y="28"/>
                      </a:lnTo>
                      <a:lnTo>
                        <a:pt x="32" y="28"/>
                      </a:lnTo>
                      <a:lnTo>
                        <a:pt x="30" y="30"/>
                      </a:lnTo>
                      <a:lnTo>
                        <a:pt x="28" y="32"/>
                      </a:lnTo>
                      <a:lnTo>
                        <a:pt x="26" y="30"/>
                      </a:lnTo>
                      <a:lnTo>
                        <a:pt x="24" y="30"/>
                      </a:lnTo>
                      <a:lnTo>
                        <a:pt x="20" y="30"/>
                      </a:lnTo>
                      <a:lnTo>
                        <a:pt x="18" y="28"/>
                      </a:lnTo>
                      <a:lnTo>
                        <a:pt x="16" y="26"/>
                      </a:lnTo>
                      <a:lnTo>
                        <a:pt x="16" y="24"/>
                      </a:lnTo>
                      <a:lnTo>
                        <a:pt x="16" y="20"/>
                      </a:lnTo>
                      <a:lnTo>
                        <a:pt x="14" y="18"/>
                      </a:lnTo>
                      <a:lnTo>
                        <a:pt x="14" y="18"/>
                      </a:lnTo>
                      <a:lnTo>
                        <a:pt x="14" y="18"/>
                      </a:lnTo>
                      <a:lnTo>
                        <a:pt x="12" y="20"/>
                      </a:lnTo>
                      <a:lnTo>
                        <a:pt x="10" y="22"/>
                      </a:lnTo>
                      <a:lnTo>
                        <a:pt x="8" y="22"/>
                      </a:lnTo>
                      <a:lnTo>
                        <a:pt x="6" y="20"/>
                      </a:lnTo>
                      <a:lnTo>
                        <a:pt x="4" y="18"/>
                      </a:lnTo>
                      <a:lnTo>
                        <a:pt x="2" y="18"/>
                      </a:lnTo>
                      <a:lnTo>
                        <a:pt x="0" y="14"/>
                      </a:lnTo>
                      <a:lnTo>
                        <a:pt x="0" y="12"/>
                      </a:lnTo>
                      <a:lnTo>
                        <a:pt x="2" y="8"/>
                      </a:lnTo>
                      <a:lnTo>
                        <a:pt x="16" y="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8" name="Freeform 420">
                  <a:extLst>
                    <a:ext uri="{FF2B5EF4-FFF2-40B4-BE49-F238E27FC236}">
                      <a16:creationId xmlns:a16="http://schemas.microsoft.com/office/drawing/2014/main" id="{DD529A0B-E992-3E10-B34C-9E74F2D5DC32}"/>
                    </a:ext>
                  </a:extLst>
                </p:cNvPr>
                <p:cNvSpPr/>
                <p:nvPr/>
              </p:nvSpPr>
              <p:spPr bwMode="gray">
                <a:xfrm>
                  <a:off x="990675" y="3000141"/>
                  <a:ext cx="66650" cy="114709"/>
                </a:xfrm>
                <a:custGeom>
                  <a:avLst/>
                  <a:gdLst>
                    <a:gd name="T0" fmla="*/ 30 w 36"/>
                    <a:gd name="T1" fmla="*/ 58 h 62"/>
                    <a:gd name="T2" fmla="*/ 30 w 36"/>
                    <a:gd name="T3" fmla="*/ 46 h 62"/>
                    <a:gd name="T4" fmla="*/ 30 w 36"/>
                    <a:gd name="T5" fmla="*/ 44 h 62"/>
                    <a:gd name="T6" fmla="*/ 30 w 36"/>
                    <a:gd name="T7" fmla="*/ 42 h 62"/>
                    <a:gd name="T8" fmla="*/ 28 w 36"/>
                    <a:gd name="T9" fmla="*/ 38 h 62"/>
                    <a:gd name="T10" fmla="*/ 30 w 36"/>
                    <a:gd name="T11" fmla="*/ 36 h 62"/>
                    <a:gd name="T12" fmla="*/ 30 w 36"/>
                    <a:gd name="T13" fmla="*/ 32 h 62"/>
                    <a:gd name="T14" fmla="*/ 32 w 36"/>
                    <a:gd name="T15" fmla="*/ 30 h 62"/>
                    <a:gd name="T16" fmla="*/ 36 w 36"/>
                    <a:gd name="T17" fmla="*/ 28 h 62"/>
                    <a:gd name="T18" fmla="*/ 36 w 36"/>
                    <a:gd name="T19" fmla="*/ 28 h 62"/>
                    <a:gd name="T20" fmla="*/ 36 w 36"/>
                    <a:gd name="T21" fmla="*/ 24 h 62"/>
                    <a:gd name="T22" fmla="*/ 34 w 36"/>
                    <a:gd name="T23" fmla="*/ 22 h 62"/>
                    <a:gd name="T24" fmla="*/ 34 w 36"/>
                    <a:gd name="T25" fmla="*/ 18 h 62"/>
                    <a:gd name="T26" fmla="*/ 32 w 36"/>
                    <a:gd name="T27" fmla="*/ 16 h 62"/>
                    <a:gd name="T28" fmla="*/ 32 w 36"/>
                    <a:gd name="T29" fmla="*/ 16 h 62"/>
                    <a:gd name="T30" fmla="*/ 30 w 36"/>
                    <a:gd name="T31" fmla="*/ 12 h 62"/>
                    <a:gd name="T32" fmla="*/ 30 w 36"/>
                    <a:gd name="T33" fmla="*/ 8 h 62"/>
                    <a:gd name="T34" fmla="*/ 30 w 36"/>
                    <a:gd name="T35" fmla="*/ 4 h 62"/>
                    <a:gd name="T36" fmla="*/ 28 w 36"/>
                    <a:gd name="T37" fmla="*/ 0 h 62"/>
                    <a:gd name="T38" fmla="*/ 28 w 36"/>
                    <a:gd name="T39" fmla="*/ 0 h 62"/>
                    <a:gd name="T40" fmla="*/ 24 w 36"/>
                    <a:gd name="T41" fmla="*/ 0 h 62"/>
                    <a:gd name="T42" fmla="*/ 2 w 36"/>
                    <a:gd name="T43" fmla="*/ 20 h 62"/>
                    <a:gd name="T44" fmla="*/ 2 w 36"/>
                    <a:gd name="T45" fmla="*/ 22 h 62"/>
                    <a:gd name="T46" fmla="*/ 0 w 36"/>
                    <a:gd name="T47" fmla="*/ 26 h 62"/>
                    <a:gd name="T48" fmla="*/ 0 w 36"/>
                    <a:gd name="T49" fmla="*/ 32 h 62"/>
                    <a:gd name="T50" fmla="*/ 0 w 36"/>
                    <a:gd name="T51" fmla="*/ 36 h 62"/>
                    <a:gd name="T52" fmla="*/ 2 w 36"/>
                    <a:gd name="T53" fmla="*/ 40 h 62"/>
                    <a:gd name="T54" fmla="*/ 2 w 36"/>
                    <a:gd name="T55" fmla="*/ 44 h 62"/>
                    <a:gd name="T56" fmla="*/ 2 w 36"/>
                    <a:gd name="T57" fmla="*/ 46 h 62"/>
                    <a:gd name="T58" fmla="*/ 10 w 36"/>
                    <a:gd name="T59" fmla="*/ 54 h 62"/>
                    <a:gd name="T60" fmla="*/ 10 w 36"/>
                    <a:gd name="T61" fmla="*/ 62 h 62"/>
                    <a:gd name="T62" fmla="*/ 30 w 36"/>
                    <a:gd name="T63" fmla="*/ 5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 h="62">
                      <a:moveTo>
                        <a:pt x="30" y="58"/>
                      </a:moveTo>
                      <a:lnTo>
                        <a:pt x="30" y="46"/>
                      </a:lnTo>
                      <a:lnTo>
                        <a:pt x="30" y="44"/>
                      </a:lnTo>
                      <a:lnTo>
                        <a:pt x="30" y="42"/>
                      </a:lnTo>
                      <a:lnTo>
                        <a:pt x="28" y="38"/>
                      </a:lnTo>
                      <a:lnTo>
                        <a:pt x="30" y="36"/>
                      </a:lnTo>
                      <a:lnTo>
                        <a:pt x="30" y="32"/>
                      </a:lnTo>
                      <a:lnTo>
                        <a:pt x="32" y="30"/>
                      </a:lnTo>
                      <a:lnTo>
                        <a:pt x="36" y="28"/>
                      </a:lnTo>
                      <a:lnTo>
                        <a:pt x="36" y="28"/>
                      </a:lnTo>
                      <a:lnTo>
                        <a:pt x="36" y="24"/>
                      </a:lnTo>
                      <a:lnTo>
                        <a:pt x="34" y="22"/>
                      </a:lnTo>
                      <a:lnTo>
                        <a:pt x="34" y="18"/>
                      </a:lnTo>
                      <a:lnTo>
                        <a:pt x="32" y="16"/>
                      </a:lnTo>
                      <a:lnTo>
                        <a:pt x="32" y="16"/>
                      </a:lnTo>
                      <a:lnTo>
                        <a:pt x="30" y="12"/>
                      </a:lnTo>
                      <a:lnTo>
                        <a:pt x="30" y="8"/>
                      </a:lnTo>
                      <a:lnTo>
                        <a:pt x="30" y="4"/>
                      </a:lnTo>
                      <a:lnTo>
                        <a:pt x="28" y="0"/>
                      </a:lnTo>
                      <a:lnTo>
                        <a:pt x="28" y="0"/>
                      </a:lnTo>
                      <a:lnTo>
                        <a:pt x="24" y="0"/>
                      </a:lnTo>
                      <a:lnTo>
                        <a:pt x="2" y="20"/>
                      </a:lnTo>
                      <a:lnTo>
                        <a:pt x="2" y="22"/>
                      </a:lnTo>
                      <a:lnTo>
                        <a:pt x="0" y="26"/>
                      </a:lnTo>
                      <a:lnTo>
                        <a:pt x="0" y="32"/>
                      </a:lnTo>
                      <a:lnTo>
                        <a:pt x="0" y="36"/>
                      </a:lnTo>
                      <a:lnTo>
                        <a:pt x="2" y="40"/>
                      </a:lnTo>
                      <a:lnTo>
                        <a:pt x="2" y="44"/>
                      </a:lnTo>
                      <a:lnTo>
                        <a:pt x="2" y="46"/>
                      </a:lnTo>
                      <a:lnTo>
                        <a:pt x="10" y="54"/>
                      </a:lnTo>
                      <a:lnTo>
                        <a:pt x="10" y="62"/>
                      </a:lnTo>
                      <a:lnTo>
                        <a:pt x="30" y="58"/>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9" name="Freeform 421">
                  <a:extLst>
                    <a:ext uri="{FF2B5EF4-FFF2-40B4-BE49-F238E27FC236}">
                      <a16:creationId xmlns:a16="http://schemas.microsoft.com/office/drawing/2014/main" id="{B1A5759F-8FAD-EA01-518D-75A62E4C0182}"/>
                    </a:ext>
                  </a:extLst>
                </p:cNvPr>
                <p:cNvSpPr/>
                <p:nvPr/>
              </p:nvSpPr>
              <p:spPr bwMode="gray">
                <a:xfrm>
                  <a:off x="1083245" y="2374791"/>
                  <a:ext cx="311035" cy="721558"/>
                </a:xfrm>
                <a:custGeom>
                  <a:avLst/>
                  <a:gdLst>
                    <a:gd name="T0" fmla="*/ 0 w 168"/>
                    <a:gd name="T1" fmla="*/ 286 h 390"/>
                    <a:gd name="T2" fmla="*/ 0 w 168"/>
                    <a:gd name="T3" fmla="*/ 300 h 390"/>
                    <a:gd name="T4" fmla="*/ 0 w 168"/>
                    <a:gd name="T5" fmla="*/ 312 h 390"/>
                    <a:gd name="T6" fmla="*/ 0 w 168"/>
                    <a:gd name="T7" fmla="*/ 322 h 390"/>
                    <a:gd name="T8" fmla="*/ 16 w 168"/>
                    <a:gd name="T9" fmla="*/ 388 h 390"/>
                    <a:gd name="T10" fmla="*/ 38 w 168"/>
                    <a:gd name="T11" fmla="*/ 382 h 390"/>
                    <a:gd name="T12" fmla="*/ 50 w 168"/>
                    <a:gd name="T13" fmla="*/ 372 h 390"/>
                    <a:gd name="T14" fmla="*/ 60 w 168"/>
                    <a:gd name="T15" fmla="*/ 360 h 390"/>
                    <a:gd name="T16" fmla="*/ 66 w 168"/>
                    <a:gd name="T17" fmla="*/ 328 h 390"/>
                    <a:gd name="T18" fmla="*/ 88 w 168"/>
                    <a:gd name="T19" fmla="*/ 296 h 390"/>
                    <a:gd name="T20" fmla="*/ 94 w 168"/>
                    <a:gd name="T21" fmla="*/ 282 h 390"/>
                    <a:gd name="T22" fmla="*/ 92 w 168"/>
                    <a:gd name="T23" fmla="*/ 272 h 390"/>
                    <a:gd name="T24" fmla="*/ 82 w 168"/>
                    <a:gd name="T25" fmla="*/ 264 h 390"/>
                    <a:gd name="T26" fmla="*/ 76 w 168"/>
                    <a:gd name="T27" fmla="*/ 262 h 390"/>
                    <a:gd name="T28" fmla="*/ 78 w 168"/>
                    <a:gd name="T29" fmla="*/ 230 h 390"/>
                    <a:gd name="T30" fmla="*/ 78 w 168"/>
                    <a:gd name="T31" fmla="*/ 232 h 390"/>
                    <a:gd name="T32" fmla="*/ 80 w 168"/>
                    <a:gd name="T33" fmla="*/ 218 h 390"/>
                    <a:gd name="T34" fmla="*/ 86 w 168"/>
                    <a:gd name="T35" fmla="*/ 204 h 390"/>
                    <a:gd name="T36" fmla="*/ 94 w 168"/>
                    <a:gd name="T37" fmla="*/ 194 h 390"/>
                    <a:gd name="T38" fmla="*/ 106 w 168"/>
                    <a:gd name="T39" fmla="*/ 184 h 390"/>
                    <a:gd name="T40" fmla="*/ 116 w 168"/>
                    <a:gd name="T41" fmla="*/ 176 h 390"/>
                    <a:gd name="T42" fmla="*/ 122 w 168"/>
                    <a:gd name="T43" fmla="*/ 158 h 390"/>
                    <a:gd name="T44" fmla="*/ 122 w 168"/>
                    <a:gd name="T45" fmla="*/ 140 h 390"/>
                    <a:gd name="T46" fmla="*/ 156 w 168"/>
                    <a:gd name="T47" fmla="*/ 118 h 390"/>
                    <a:gd name="T48" fmla="*/ 168 w 168"/>
                    <a:gd name="T49" fmla="*/ 118 h 390"/>
                    <a:gd name="T50" fmla="*/ 162 w 168"/>
                    <a:gd name="T51" fmla="*/ 106 h 390"/>
                    <a:gd name="T52" fmla="*/ 152 w 168"/>
                    <a:gd name="T53" fmla="*/ 80 h 390"/>
                    <a:gd name="T54" fmla="*/ 152 w 168"/>
                    <a:gd name="T55" fmla="*/ 72 h 390"/>
                    <a:gd name="T56" fmla="*/ 156 w 168"/>
                    <a:gd name="T57" fmla="*/ 68 h 390"/>
                    <a:gd name="T58" fmla="*/ 156 w 168"/>
                    <a:gd name="T59" fmla="*/ 56 h 390"/>
                    <a:gd name="T60" fmla="*/ 140 w 168"/>
                    <a:gd name="T61" fmla="*/ 38 h 390"/>
                    <a:gd name="T62" fmla="*/ 130 w 168"/>
                    <a:gd name="T63" fmla="*/ 24 h 390"/>
                    <a:gd name="T64" fmla="*/ 122 w 168"/>
                    <a:gd name="T65" fmla="*/ 20 h 390"/>
                    <a:gd name="T66" fmla="*/ 114 w 168"/>
                    <a:gd name="T67" fmla="*/ 4 h 390"/>
                    <a:gd name="T68" fmla="*/ 102 w 168"/>
                    <a:gd name="T69" fmla="*/ 14 h 390"/>
                    <a:gd name="T70" fmla="*/ 92 w 168"/>
                    <a:gd name="T71" fmla="*/ 24 h 390"/>
                    <a:gd name="T72" fmla="*/ 86 w 168"/>
                    <a:gd name="T73" fmla="*/ 32 h 390"/>
                    <a:gd name="T74" fmla="*/ 80 w 168"/>
                    <a:gd name="T75" fmla="*/ 44 h 390"/>
                    <a:gd name="T76" fmla="*/ 76 w 168"/>
                    <a:gd name="T77" fmla="*/ 56 h 390"/>
                    <a:gd name="T78" fmla="*/ 70 w 168"/>
                    <a:gd name="T79" fmla="*/ 82 h 390"/>
                    <a:gd name="T80" fmla="*/ 64 w 168"/>
                    <a:gd name="T81" fmla="*/ 92 h 390"/>
                    <a:gd name="T82" fmla="*/ 54 w 168"/>
                    <a:gd name="T83" fmla="*/ 104 h 390"/>
                    <a:gd name="T84" fmla="*/ 46 w 168"/>
                    <a:gd name="T85" fmla="*/ 122 h 390"/>
                    <a:gd name="T86" fmla="*/ 12 w 168"/>
                    <a:gd name="T87" fmla="*/ 178 h 390"/>
                    <a:gd name="T88" fmla="*/ 14 w 168"/>
                    <a:gd name="T89" fmla="*/ 260 h 390"/>
                    <a:gd name="T90" fmla="*/ 14 w 168"/>
                    <a:gd name="T91" fmla="*/ 266 h 390"/>
                    <a:gd name="T92" fmla="*/ 8 w 168"/>
                    <a:gd name="T93" fmla="*/ 278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8" h="390">
                      <a:moveTo>
                        <a:pt x="0" y="280"/>
                      </a:moveTo>
                      <a:lnTo>
                        <a:pt x="0" y="282"/>
                      </a:lnTo>
                      <a:lnTo>
                        <a:pt x="0" y="286"/>
                      </a:lnTo>
                      <a:lnTo>
                        <a:pt x="0" y="292"/>
                      </a:lnTo>
                      <a:lnTo>
                        <a:pt x="0" y="296"/>
                      </a:lnTo>
                      <a:lnTo>
                        <a:pt x="0" y="300"/>
                      </a:lnTo>
                      <a:lnTo>
                        <a:pt x="0" y="302"/>
                      </a:lnTo>
                      <a:lnTo>
                        <a:pt x="0" y="308"/>
                      </a:lnTo>
                      <a:lnTo>
                        <a:pt x="0" y="312"/>
                      </a:lnTo>
                      <a:lnTo>
                        <a:pt x="0" y="318"/>
                      </a:lnTo>
                      <a:lnTo>
                        <a:pt x="0" y="322"/>
                      </a:lnTo>
                      <a:lnTo>
                        <a:pt x="0" y="322"/>
                      </a:lnTo>
                      <a:lnTo>
                        <a:pt x="0" y="350"/>
                      </a:lnTo>
                      <a:lnTo>
                        <a:pt x="12" y="368"/>
                      </a:lnTo>
                      <a:lnTo>
                        <a:pt x="16" y="388"/>
                      </a:lnTo>
                      <a:lnTo>
                        <a:pt x="24" y="390"/>
                      </a:lnTo>
                      <a:lnTo>
                        <a:pt x="36" y="386"/>
                      </a:lnTo>
                      <a:lnTo>
                        <a:pt x="38" y="382"/>
                      </a:lnTo>
                      <a:lnTo>
                        <a:pt x="42" y="378"/>
                      </a:lnTo>
                      <a:lnTo>
                        <a:pt x="46" y="374"/>
                      </a:lnTo>
                      <a:lnTo>
                        <a:pt x="50" y="372"/>
                      </a:lnTo>
                      <a:lnTo>
                        <a:pt x="54" y="372"/>
                      </a:lnTo>
                      <a:lnTo>
                        <a:pt x="54" y="370"/>
                      </a:lnTo>
                      <a:lnTo>
                        <a:pt x="60" y="360"/>
                      </a:lnTo>
                      <a:lnTo>
                        <a:pt x="64" y="346"/>
                      </a:lnTo>
                      <a:lnTo>
                        <a:pt x="66" y="334"/>
                      </a:lnTo>
                      <a:lnTo>
                        <a:pt x="66" y="328"/>
                      </a:lnTo>
                      <a:lnTo>
                        <a:pt x="66" y="320"/>
                      </a:lnTo>
                      <a:lnTo>
                        <a:pt x="84" y="300"/>
                      </a:lnTo>
                      <a:lnTo>
                        <a:pt x="88" y="296"/>
                      </a:lnTo>
                      <a:lnTo>
                        <a:pt x="92" y="290"/>
                      </a:lnTo>
                      <a:lnTo>
                        <a:pt x="92" y="286"/>
                      </a:lnTo>
                      <a:lnTo>
                        <a:pt x="94" y="282"/>
                      </a:lnTo>
                      <a:lnTo>
                        <a:pt x="94" y="278"/>
                      </a:lnTo>
                      <a:lnTo>
                        <a:pt x="92" y="278"/>
                      </a:lnTo>
                      <a:lnTo>
                        <a:pt x="92" y="272"/>
                      </a:lnTo>
                      <a:lnTo>
                        <a:pt x="90" y="268"/>
                      </a:lnTo>
                      <a:lnTo>
                        <a:pt x="86" y="266"/>
                      </a:lnTo>
                      <a:lnTo>
                        <a:pt x="82" y="264"/>
                      </a:lnTo>
                      <a:lnTo>
                        <a:pt x="80" y="264"/>
                      </a:lnTo>
                      <a:lnTo>
                        <a:pt x="78" y="262"/>
                      </a:lnTo>
                      <a:lnTo>
                        <a:pt x="76" y="262"/>
                      </a:lnTo>
                      <a:lnTo>
                        <a:pt x="78" y="228"/>
                      </a:lnTo>
                      <a:lnTo>
                        <a:pt x="78" y="230"/>
                      </a:lnTo>
                      <a:lnTo>
                        <a:pt x="78" y="230"/>
                      </a:lnTo>
                      <a:lnTo>
                        <a:pt x="78" y="232"/>
                      </a:lnTo>
                      <a:lnTo>
                        <a:pt x="78" y="232"/>
                      </a:lnTo>
                      <a:lnTo>
                        <a:pt x="78" y="232"/>
                      </a:lnTo>
                      <a:lnTo>
                        <a:pt x="78" y="230"/>
                      </a:lnTo>
                      <a:lnTo>
                        <a:pt x="80" y="226"/>
                      </a:lnTo>
                      <a:lnTo>
                        <a:pt x="80" y="218"/>
                      </a:lnTo>
                      <a:lnTo>
                        <a:pt x="82" y="212"/>
                      </a:lnTo>
                      <a:lnTo>
                        <a:pt x="84" y="208"/>
                      </a:lnTo>
                      <a:lnTo>
                        <a:pt x="86" y="204"/>
                      </a:lnTo>
                      <a:lnTo>
                        <a:pt x="88" y="200"/>
                      </a:lnTo>
                      <a:lnTo>
                        <a:pt x="90" y="196"/>
                      </a:lnTo>
                      <a:lnTo>
                        <a:pt x="94" y="194"/>
                      </a:lnTo>
                      <a:lnTo>
                        <a:pt x="98" y="190"/>
                      </a:lnTo>
                      <a:lnTo>
                        <a:pt x="104" y="188"/>
                      </a:lnTo>
                      <a:lnTo>
                        <a:pt x="106" y="184"/>
                      </a:lnTo>
                      <a:lnTo>
                        <a:pt x="110" y="184"/>
                      </a:lnTo>
                      <a:lnTo>
                        <a:pt x="110" y="182"/>
                      </a:lnTo>
                      <a:lnTo>
                        <a:pt x="116" y="176"/>
                      </a:lnTo>
                      <a:lnTo>
                        <a:pt x="120" y="170"/>
                      </a:lnTo>
                      <a:lnTo>
                        <a:pt x="122" y="164"/>
                      </a:lnTo>
                      <a:lnTo>
                        <a:pt x="122" y="158"/>
                      </a:lnTo>
                      <a:lnTo>
                        <a:pt x="122" y="156"/>
                      </a:lnTo>
                      <a:lnTo>
                        <a:pt x="122" y="154"/>
                      </a:lnTo>
                      <a:lnTo>
                        <a:pt x="122" y="140"/>
                      </a:lnTo>
                      <a:lnTo>
                        <a:pt x="134" y="130"/>
                      </a:lnTo>
                      <a:lnTo>
                        <a:pt x="144" y="120"/>
                      </a:lnTo>
                      <a:lnTo>
                        <a:pt x="156" y="118"/>
                      </a:lnTo>
                      <a:lnTo>
                        <a:pt x="166" y="120"/>
                      </a:lnTo>
                      <a:lnTo>
                        <a:pt x="166" y="120"/>
                      </a:lnTo>
                      <a:lnTo>
                        <a:pt x="168" y="118"/>
                      </a:lnTo>
                      <a:lnTo>
                        <a:pt x="168" y="116"/>
                      </a:lnTo>
                      <a:lnTo>
                        <a:pt x="166" y="114"/>
                      </a:lnTo>
                      <a:lnTo>
                        <a:pt x="162" y="106"/>
                      </a:lnTo>
                      <a:lnTo>
                        <a:pt x="158" y="96"/>
                      </a:lnTo>
                      <a:lnTo>
                        <a:pt x="154" y="86"/>
                      </a:lnTo>
                      <a:lnTo>
                        <a:pt x="152" y="80"/>
                      </a:lnTo>
                      <a:lnTo>
                        <a:pt x="152" y="78"/>
                      </a:lnTo>
                      <a:lnTo>
                        <a:pt x="152" y="76"/>
                      </a:lnTo>
                      <a:lnTo>
                        <a:pt x="152" y="72"/>
                      </a:lnTo>
                      <a:lnTo>
                        <a:pt x="152" y="72"/>
                      </a:lnTo>
                      <a:lnTo>
                        <a:pt x="154" y="70"/>
                      </a:lnTo>
                      <a:lnTo>
                        <a:pt x="156" y="68"/>
                      </a:lnTo>
                      <a:lnTo>
                        <a:pt x="158" y="64"/>
                      </a:lnTo>
                      <a:lnTo>
                        <a:pt x="158" y="60"/>
                      </a:lnTo>
                      <a:lnTo>
                        <a:pt x="156" y="56"/>
                      </a:lnTo>
                      <a:lnTo>
                        <a:pt x="152" y="50"/>
                      </a:lnTo>
                      <a:lnTo>
                        <a:pt x="142" y="42"/>
                      </a:lnTo>
                      <a:lnTo>
                        <a:pt x="140" y="38"/>
                      </a:lnTo>
                      <a:lnTo>
                        <a:pt x="136" y="32"/>
                      </a:lnTo>
                      <a:lnTo>
                        <a:pt x="132" y="28"/>
                      </a:lnTo>
                      <a:lnTo>
                        <a:pt x="130" y="24"/>
                      </a:lnTo>
                      <a:lnTo>
                        <a:pt x="126" y="22"/>
                      </a:lnTo>
                      <a:lnTo>
                        <a:pt x="124" y="20"/>
                      </a:lnTo>
                      <a:lnTo>
                        <a:pt x="122" y="20"/>
                      </a:lnTo>
                      <a:lnTo>
                        <a:pt x="118" y="0"/>
                      </a:lnTo>
                      <a:lnTo>
                        <a:pt x="116" y="2"/>
                      </a:lnTo>
                      <a:lnTo>
                        <a:pt x="114" y="4"/>
                      </a:lnTo>
                      <a:lnTo>
                        <a:pt x="110" y="6"/>
                      </a:lnTo>
                      <a:lnTo>
                        <a:pt x="106" y="10"/>
                      </a:lnTo>
                      <a:lnTo>
                        <a:pt x="102" y="14"/>
                      </a:lnTo>
                      <a:lnTo>
                        <a:pt x="98" y="18"/>
                      </a:lnTo>
                      <a:lnTo>
                        <a:pt x="94" y="22"/>
                      </a:lnTo>
                      <a:lnTo>
                        <a:pt x="92" y="24"/>
                      </a:lnTo>
                      <a:lnTo>
                        <a:pt x="90" y="26"/>
                      </a:lnTo>
                      <a:lnTo>
                        <a:pt x="88" y="28"/>
                      </a:lnTo>
                      <a:lnTo>
                        <a:pt x="86" y="32"/>
                      </a:lnTo>
                      <a:lnTo>
                        <a:pt x="84" y="36"/>
                      </a:lnTo>
                      <a:lnTo>
                        <a:pt x="82" y="40"/>
                      </a:lnTo>
                      <a:lnTo>
                        <a:pt x="80" y="44"/>
                      </a:lnTo>
                      <a:lnTo>
                        <a:pt x="78" y="48"/>
                      </a:lnTo>
                      <a:lnTo>
                        <a:pt x="78" y="52"/>
                      </a:lnTo>
                      <a:lnTo>
                        <a:pt x="76" y="56"/>
                      </a:lnTo>
                      <a:lnTo>
                        <a:pt x="72" y="60"/>
                      </a:lnTo>
                      <a:lnTo>
                        <a:pt x="72" y="82"/>
                      </a:lnTo>
                      <a:lnTo>
                        <a:pt x="70" y="82"/>
                      </a:lnTo>
                      <a:lnTo>
                        <a:pt x="70" y="84"/>
                      </a:lnTo>
                      <a:lnTo>
                        <a:pt x="66" y="88"/>
                      </a:lnTo>
                      <a:lnTo>
                        <a:pt x="64" y="92"/>
                      </a:lnTo>
                      <a:lnTo>
                        <a:pt x="60" y="96"/>
                      </a:lnTo>
                      <a:lnTo>
                        <a:pt x="56" y="100"/>
                      </a:lnTo>
                      <a:lnTo>
                        <a:pt x="54" y="104"/>
                      </a:lnTo>
                      <a:lnTo>
                        <a:pt x="50" y="106"/>
                      </a:lnTo>
                      <a:lnTo>
                        <a:pt x="48" y="106"/>
                      </a:lnTo>
                      <a:lnTo>
                        <a:pt x="46" y="122"/>
                      </a:lnTo>
                      <a:lnTo>
                        <a:pt x="36" y="140"/>
                      </a:lnTo>
                      <a:lnTo>
                        <a:pt x="34" y="164"/>
                      </a:lnTo>
                      <a:lnTo>
                        <a:pt x="12" y="178"/>
                      </a:lnTo>
                      <a:lnTo>
                        <a:pt x="16" y="184"/>
                      </a:lnTo>
                      <a:lnTo>
                        <a:pt x="16" y="234"/>
                      </a:lnTo>
                      <a:lnTo>
                        <a:pt x="14" y="260"/>
                      </a:lnTo>
                      <a:lnTo>
                        <a:pt x="14" y="262"/>
                      </a:lnTo>
                      <a:lnTo>
                        <a:pt x="14" y="264"/>
                      </a:lnTo>
                      <a:lnTo>
                        <a:pt x="14" y="266"/>
                      </a:lnTo>
                      <a:lnTo>
                        <a:pt x="12" y="270"/>
                      </a:lnTo>
                      <a:lnTo>
                        <a:pt x="12" y="274"/>
                      </a:lnTo>
                      <a:lnTo>
                        <a:pt x="8" y="278"/>
                      </a:lnTo>
                      <a:lnTo>
                        <a:pt x="4" y="280"/>
                      </a:lnTo>
                      <a:lnTo>
                        <a:pt x="0" y="28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0" name="Freeform 422">
                  <a:extLst>
                    <a:ext uri="{FF2B5EF4-FFF2-40B4-BE49-F238E27FC236}">
                      <a16:creationId xmlns:a16="http://schemas.microsoft.com/office/drawing/2014/main" id="{0D5EA8EB-56D9-D61B-2DF2-31C3B12B9AC6}"/>
                    </a:ext>
                  </a:extLst>
                </p:cNvPr>
                <p:cNvSpPr/>
                <p:nvPr/>
              </p:nvSpPr>
              <p:spPr bwMode="gray">
                <a:xfrm>
                  <a:off x="1301710" y="2322987"/>
                  <a:ext cx="229573" cy="573546"/>
                </a:xfrm>
                <a:custGeom>
                  <a:avLst/>
                  <a:gdLst>
                    <a:gd name="T0" fmla="*/ 102 w 124"/>
                    <a:gd name="T1" fmla="*/ 62 h 310"/>
                    <a:gd name="T2" fmla="*/ 122 w 124"/>
                    <a:gd name="T3" fmla="*/ 112 h 310"/>
                    <a:gd name="T4" fmla="*/ 112 w 124"/>
                    <a:gd name="T5" fmla="*/ 128 h 310"/>
                    <a:gd name="T6" fmla="*/ 114 w 124"/>
                    <a:gd name="T7" fmla="*/ 134 h 310"/>
                    <a:gd name="T8" fmla="*/ 118 w 124"/>
                    <a:gd name="T9" fmla="*/ 144 h 310"/>
                    <a:gd name="T10" fmla="*/ 118 w 124"/>
                    <a:gd name="T11" fmla="*/ 152 h 310"/>
                    <a:gd name="T12" fmla="*/ 114 w 124"/>
                    <a:gd name="T13" fmla="*/ 182 h 310"/>
                    <a:gd name="T14" fmla="*/ 114 w 124"/>
                    <a:gd name="T15" fmla="*/ 212 h 310"/>
                    <a:gd name="T16" fmla="*/ 122 w 124"/>
                    <a:gd name="T17" fmla="*/ 222 h 310"/>
                    <a:gd name="T18" fmla="*/ 124 w 124"/>
                    <a:gd name="T19" fmla="*/ 254 h 310"/>
                    <a:gd name="T20" fmla="*/ 124 w 124"/>
                    <a:gd name="T21" fmla="*/ 260 h 310"/>
                    <a:gd name="T22" fmla="*/ 90 w 124"/>
                    <a:gd name="T23" fmla="*/ 292 h 310"/>
                    <a:gd name="T24" fmla="*/ 92 w 124"/>
                    <a:gd name="T25" fmla="*/ 294 h 310"/>
                    <a:gd name="T26" fmla="*/ 88 w 124"/>
                    <a:gd name="T27" fmla="*/ 294 h 310"/>
                    <a:gd name="T28" fmla="*/ 80 w 124"/>
                    <a:gd name="T29" fmla="*/ 292 h 310"/>
                    <a:gd name="T30" fmla="*/ 72 w 124"/>
                    <a:gd name="T31" fmla="*/ 296 h 310"/>
                    <a:gd name="T32" fmla="*/ 54 w 124"/>
                    <a:gd name="T33" fmla="*/ 302 h 310"/>
                    <a:gd name="T34" fmla="*/ 48 w 124"/>
                    <a:gd name="T35" fmla="*/ 304 h 310"/>
                    <a:gd name="T36" fmla="*/ 38 w 124"/>
                    <a:gd name="T37" fmla="*/ 306 h 310"/>
                    <a:gd name="T38" fmla="*/ 24 w 124"/>
                    <a:gd name="T39" fmla="*/ 306 h 310"/>
                    <a:gd name="T40" fmla="*/ 20 w 124"/>
                    <a:gd name="T41" fmla="*/ 304 h 310"/>
                    <a:gd name="T42" fmla="*/ 12 w 124"/>
                    <a:gd name="T43" fmla="*/ 298 h 310"/>
                    <a:gd name="T44" fmla="*/ 6 w 124"/>
                    <a:gd name="T45" fmla="*/ 292 h 310"/>
                    <a:gd name="T46" fmla="*/ 4 w 124"/>
                    <a:gd name="T47" fmla="*/ 286 h 310"/>
                    <a:gd name="T48" fmla="*/ 4 w 124"/>
                    <a:gd name="T49" fmla="*/ 278 h 310"/>
                    <a:gd name="T50" fmla="*/ 4 w 124"/>
                    <a:gd name="T51" fmla="*/ 268 h 310"/>
                    <a:gd name="T52" fmla="*/ 4 w 124"/>
                    <a:gd name="T53" fmla="*/ 230 h 310"/>
                    <a:gd name="T54" fmla="*/ 6 w 124"/>
                    <a:gd name="T55" fmla="*/ 224 h 310"/>
                    <a:gd name="T56" fmla="*/ 12 w 124"/>
                    <a:gd name="T57" fmla="*/ 212 h 310"/>
                    <a:gd name="T58" fmla="*/ 42 w 124"/>
                    <a:gd name="T59" fmla="*/ 186 h 310"/>
                    <a:gd name="T60" fmla="*/ 50 w 124"/>
                    <a:gd name="T61" fmla="*/ 178 h 310"/>
                    <a:gd name="T62" fmla="*/ 56 w 124"/>
                    <a:gd name="T63" fmla="*/ 158 h 310"/>
                    <a:gd name="T64" fmla="*/ 48 w 124"/>
                    <a:gd name="T65" fmla="*/ 148 h 310"/>
                    <a:gd name="T66" fmla="*/ 50 w 124"/>
                    <a:gd name="T67" fmla="*/ 146 h 310"/>
                    <a:gd name="T68" fmla="*/ 48 w 124"/>
                    <a:gd name="T69" fmla="*/ 142 h 310"/>
                    <a:gd name="T70" fmla="*/ 38 w 124"/>
                    <a:gd name="T71" fmla="*/ 122 h 310"/>
                    <a:gd name="T72" fmla="*/ 34 w 124"/>
                    <a:gd name="T73" fmla="*/ 100 h 310"/>
                    <a:gd name="T74" fmla="*/ 36 w 124"/>
                    <a:gd name="T75" fmla="*/ 98 h 310"/>
                    <a:gd name="T76" fmla="*/ 40 w 124"/>
                    <a:gd name="T77" fmla="*/ 94 h 310"/>
                    <a:gd name="T78" fmla="*/ 38 w 124"/>
                    <a:gd name="T79" fmla="*/ 86 h 310"/>
                    <a:gd name="T80" fmla="*/ 32 w 124"/>
                    <a:gd name="T81" fmla="*/ 76 h 310"/>
                    <a:gd name="T82" fmla="*/ 22 w 124"/>
                    <a:gd name="T83" fmla="*/ 68 h 310"/>
                    <a:gd name="T84" fmla="*/ 18 w 124"/>
                    <a:gd name="T85" fmla="*/ 62 h 310"/>
                    <a:gd name="T86" fmla="*/ 10 w 124"/>
                    <a:gd name="T87" fmla="*/ 52 h 310"/>
                    <a:gd name="T88" fmla="*/ 0 w 124"/>
                    <a:gd name="T89" fmla="*/ 28 h 310"/>
                    <a:gd name="T90" fmla="*/ 10 w 124"/>
                    <a:gd name="T91" fmla="*/ 20 h 310"/>
                    <a:gd name="T92" fmla="*/ 28 w 124"/>
                    <a:gd name="T93" fmla="*/ 16 h 310"/>
                    <a:gd name="T94" fmla="*/ 40 w 124"/>
                    <a:gd name="T95" fmla="*/ 24 h 310"/>
                    <a:gd name="T96" fmla="*/ 58 w 124"/>
                    <a:gd name="T97" fmla="*/ 22 h 310"/>
                    <a:gd name="T98" fmla="*/ 72 w 124"/>
                    <a:gd name="T99" fmla="*/ 14 h 310"/>
                    <a:gd name="T100" fmla="*/ 72 w 124"/>
                    <a:gd name="T101" fmla="*/ 12 h 310"/>
                    <a:gd name="T102" fmla="*/ 76 w 124"/>
                    <a:gd name="T103" fmla="*/ 6 h 310"/>
                    <a:gd name="T104" fmla="*/ 82 w 124"/>
                    <a:gd name="T105" fmla="*/ 2 h 310"/>
                    <a:gd name="T106" fmla="*/ 92 w 124"/>
                    <a:gd name="T107" fmla="*/ 2 h 310"/>
                    <a:gd name="T108" fmla="*/ 120 w 124"/>
                    <a:gd name="T109" fmla="*/ 20 h 310"/>
                    <a:gd name="T110" fmla="*/ 116 w 124"/>
                    <a:gd name="T111" fmla="*/ 26 h 310"/>
                    <a:gd name="T112" fmla="*/ 102 w 124"/>
                    <a:gd name="T113" fmla="*/ 46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4" h="310">
                      <a:moveTo>
                        <a:pt x="102" y="46"/>
                      </a:moveTo>
                      <a:lnTo>
                        <a:pt x="102" y="62"/>
                      </a:lnTo>
                      <a:lnTo>
                        <a:pt x="122" y="82"/>
                      </a:lnTo>
                      <a:lnTo>
                        <a:pt x="122" y="112"/>
                      </a:lnTo>
                      <a:lnTo>
                        <a:pt x="110" y="126"/>
                      </a:lnTo>
                      <a:lnTo>
                        <a:pt x="112" y="128"/>
                      </a:lnTo>
                      <a:lnTo>
                        <a:pt x="112" y="130"/>
                      </a:lnTo>
                      <a:lnTo>
                        <a:pt x="114" y="134"/>
                      </a:lnTo>
                      <a:lnTo>
                        <a:pt x="116" y="140"/>
                      </a:lnTo>
                      <a:lnTo>
                        <a:pt x="118" y="144"/>
                      </a:lnTo>
                      <a:lnTo>
                        <a:pt x="118" y="146"/>
                      </a:lnTo>
                      <a:lnTo>
                        <a:pt x="118" y="152"/>
                      </a:lnTo>
                      <a:lnTo>
                        <a:pt x="116" y="164"/>
                      </a:lnTo>
                      <a:lnTo>
                        <a:pt x="114" y="182"/>
                      </a:lnTo>
                      <a:lnTo>
                        <a:pt x="114" y="200"/>
                      </a:lnTo>
                      <a:lnTo>
                        <a:pt x="114" y="212"/>
                      </a:lnTo>
                      <a:lnTo>
                        <a:pt x="118" y="218"/>
                      </a:lnTo>
                      <a:lnTo>
                        <a:pt x="122" y="222"/>
                      </a:lnTo>
                      <a:lnTo>
                        <a:pt x="124" y="234"/>
                      </a:lnTo>
                      <a:lnTo>
                        <a:pt x="124" y="254"/>
                      </a:lnTo>
                      <a:lnTo>
                        <a:pt x="124" y="258"/>
                      </a:lnTo>
                      <a:lnTo>
                        <a:pt x="124" y="260"/>
                      </a:lnTo>
                      <a:lnTo>
                        <a:pt x="122" y="260"/>
                      </a:lnTo>
                      <a:lnTo>
                        <a:pt x="90" y="292"/>
                      </a:lnTo>
                      <a:lnTo>
                        <a:pt x="90" y="294"/>
                      </a:lnTo>
                      <a:lnTo>
                        <a:pt x="92" y="294"/>
                      </a:lnTo>
                      <a:lnTo>
                        <a:pt x="90" y="294"/>
                      </a:lnTo>
                      <a:lnTo>
                        <a:pt x="88" y="294"/>
                      </a:lnTo>
                      <a:lnTo>
                        <a:pt x="84" y="292"/>
                      </a:lnTo>
                      <a:lnTo>
                        <a:pt x="80" y="292"/>
                      </a:lnTo>
                      <a:lnTo>
                        <a:pt x="76" y="294"/>
                      </a:lnTo>
                      <a:lnTo>
                        <a:pt x="72" y="296"/>
                      </a:lnTo>
                      <a:lnTo>
                        <a:pt x="68" y="298"/>
                      </a:lnTo>
                      <a:lnTo>
                        <a:pt x="54" y="302"/>
                      </a:lnTo>
                      <a:lnTo>
                        <a:pt x="52" y="302"/>
                      </a:lnTo>
                      <a:lnTo>
                        <a:pt x="48" y="304"/>
                      </a:lnTo>
                      <a:lnTo>
                        <a:pt x="44" y="304"/>
                      </a:lnTo>
                      <a:lnTo>
                        <a:pt x="38" y="306"/>
                      </a:lnTo>
                      <a:lnTo>
                        <a:pt x="34" y="310"/>
                      </a:lnTo>
                      <a:lnTo>
                        <a:pt x="24" y="306"/>
                      </a:lnTo>
                      <a:lnTo>
                        <a:pt x="22" y="304"/>
                      </a:lnTo>
                      <a:lnTo>
                        <a:pt x="20" y="304"/>
                      </a:lnTo>
                      <a:lnTo>
                        <a:pt x="16" y="300"/>
                      </a:lnTo>
                      <a:lnTo>
                        <a:pt x="12" y="298"/>
                      </a:lnTo>
                      <a:lnTo>
                        <a:pt x="8" y="294"/>
                      </a:lnTo>
                      <a:lnTo>
                        <a:pt x="6" y="292"/>
                      </a:lnTo>
                      <a:lnTo>
                        <a:pt x="4" y="288"/>
                      </a:lnTo>
                      <a:lnTo>
                        <a:pt x="4" y="286"/>
                      </a:lnTo>
                      <a:lnTo>
                        <a:pt x="4" y="284"/>
                      </a:lnTo>
                      <a:lnTo>
                        <a:pt x="4" y="278"/>
                      </a:lnTo>
                      <a:lnTo>
                        <a:pt x="4" y="272"/>
                      </a:lnTo>
                      <a:lnTo>
                        <a:pt x="4" y="268"/>
                      </a:lnTo>
                      <a:lnTo>
                        <a:pt x="4" y="262"/>
                      </a:lnTo>
                      <a:lnTo>
                        <a:pt x="4" y="230"/>
                      </a:lnTo>
                      <a:lnTo>
                        <a:pt x="4" y="228"/>
                      </a:lnTo>
                      <a:lnTo>
                        <a:pt x="6" y="224"/>
                      </a:lnTo>
                      <a:lnTo>
                        <a:pt x="8" y="218"/>
                      </a:lnTo>
                      <a:lnTo>
                        <a:pt x="12" y="212"/>
                      </a:lnTo>
                      <a:lnTo>
                        <a:pt x="20" y="206"/>
                      </a:lnTo>
                      <a:lnTo>
                        <a:pt x="42" y="186"/>
                      </a:lnTo>
                      <a:lnTo>
                        <a:pt x="46" y="184"/>
                      </a:lnTo>
                      <a:lnTo>
                        <a:pt x="50" y="178"/>
                      </a:lnTo>
                      <a:lnTo>
                        <a:pt x="56" y="170"/>
                      </a:lnTo>
                      <a:lnTo>
                        <a:pt x="56" y="158"/>
                      </a:lnTo>
                      <a:lnTo>
                        <a:pt x="48" y="148"/>
                      </a:lnTo>
                      <a:lnTo>
                        <a:pt x="48" y="148"/>
                      </a:lnTo>
                      <a:lnTo>
                        <a:pt x="50" y="146"/>
                      </a:lnTo>
                      <a:lnTo>
                        <a:pt x="50" y="146"/>
                      </a:lnTo>
                      <a:lnTo>
                        <a:pt x="50" y="144"/>
                      </a:lnTo>
                      <a:lnTo>
                        <a:pt x="48" y="142"/>
                      </a:lnTo>
                      <a:lnTo>
                        <a:pt x="42" y="132"/>
                      </a:lnTo>
                      <a:lnTo>
                        <a:pt x="38" y="122"/>
                      </a:lnTo>
                      <a:lnTo>
                        <a:pt x="34" y="110"/>
                      </a:lnTo>
                      <a:lnTo>
                        <a:pt x="34" y="100"/>
                      </a:lnTo>
                      <a:lnTo>
                        <a:pt x="34" y="100"/>
                      </a:lnTo>
                      <a:lnTo>
                        <a:pt x="36" y="98"/>
                      </a:lnTo>
                      <a:lnTo>
                        <a:pt x="38" y="96"/>
                      </a:lnTo>
                      <a:lnTo>
                        <a:pt x="40" y="94"/>
                      </a:lnTo>
                      <a:lnTo>
                        <a:pt x="40" y="90"/>
                      </a:lnTo>
                      <a:lnTo>
                        <a:pt x="38" y="86"/>
                      </a:lnTo>
                      <a:lnTo>
                        <a:pt x="36" y="82"/>
                      </a:lnTo>
                      <a:lnTo>
                        <a:pt x="32" y="76"/>
                      </a:lnTo>
                      <a:lnTo>
                        <a:pt x="24" y="70"/>
                      </a:lnTo>
                      <a:lnTo>
                        <a:pt x="22" y="68"/>
                      </a:lnTo>
                      <a:lnTo>
                        <a:pt x="22" y="66"/>
                      </a:lnTo>
                      <a:lnTo>
                        <a:pt x="18" y="62"/>
                      </a:lnTo>
                      <a:lnTo>
                        <a:pt x="16" y="56"/>
                      </a:lnTo>
                      <a:lnTo>
                        <a:pt x="10" y="52"/>
                      </a:lnTo>
                      <a:lnTo>
                        <a:pt x="4" y="48"/>
                      </a:lnTo>
                      <a:lnTo>
                        <a:pt x="0" y="28"/>
                      </a:lnTo>
                      <a:lnTo>
                        <a:pt x="2" y="26"/>
                      </a:lnTo>
                      <a:lnTo>
                        <a:pt x="10" y="20"/>
                      </a:lnTo>
                      <a:lnTo>
                        <a:pt x="18" y="16"/>
                      </a:lnTo>
                      <a:lnTo>
                        <a:pt x="28" y="16"/>
                      </a:lnTo>
                      <a:lnTo>
                        <a:pt x="38" y="22"/>
                      </a:lnTo>
                      <a:lnTo>
                        <a:pt x="40" y="24"/>
                      </a:lnTo>
                      <a:lnTo>
                        <a:pt x="48" y="24"/>
                      </a:lnTo>
                      <a:lnTo>
                        <a:pt x="58" y="22"/>
                      </a:lnTo>
                      <a:lnTo>
                        <a:pt x="66" y="20"/>
                      </a:lnTo>
                      <a:lnTo>
                        <a:pt x="72" y="14"/>
                      </a:lnTo>
                      <a:lnTo>
                        <a:pt x="72" y="14"/>
                      </a:lnTo>
                      <a:lnTo>
                        <a:pt x="72" y="12"/>
                      </a:lnTo>
                      <a:lnTo>
                        <a:pt x="74" y="8"/>
                      </a:lnTo>
                      <a:lnTo>
                        <a:pt x="76" y="6"/>
                      </a:lnTo>
                      <a:lnTo>
                        <a:pt x="78" y="2"/>
                      </a:lnTo>
                      <a:lnTo>
                        <a:pt x="82" y="2"/>
                      </a:lnTo>
                      <a:lnTo>
                        <a:pt x="86" y="0"/>
                      </a:lnTo>
                      <a:lnTo>
                        <a:pt x="92" y="2"/>
                      </a:lnTo>
                      <a:lnTo>
                        <a:pt x="122" y="18"/>
                      </a:lnTo>
                      <a:lnTo>
                        <a:pt x="120" y="20"/>
                      </a:lnTo>
                      <a:lnTo>
                        <a:pt x="120" y="22"/>
                      </a:lnTo>
                      <a:lnTo>
                        <a:pt x="116" y="26"/>
                      </a:lnTo>
                      <a:lnTo>
                        <a:pt x="110" y="28"/>
                      </a:lnTo>
                      <a:lnTo>
                        <a:pt x="102" y="4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1" name="Freeform 423">
                  <a:extLst>
                    <a:ext uri="{FF2B5EF4-FFF2-40B4-BE49-F238E27FC236}">
                      <a16:creationId xmlns:a16="http://schemas.microsoft.com/office/drawing/2014/main" id="{E8D869B0-E10B-02FE-0582-0FF108DF8158}"/>
                    </a:ext>
                  </a:extLst>
                </p:cNvPr>
                <p:cNvSpPr/>
                <p:nvPr/>
              </p:nvSpPr>
              <p:spPr bwMode="gray">
                <a:xfrm>
                  <a:off x="1042514" y="3133352"/>
                  <a:ext cx="99975" cy="155413"/>
                </a:xfrm>
                <a:custGeom>
                  <a:avLst/>
                  <a:gdLst>
                    <a:gd name="T0" fmla="*/ 18 w 54"/>
                    <a:gd name="T1" fmla="*/ 80 h 84"/>
                    <a:gd name="T2" fmla="*/ 4 w 54"/>
                    <a:gd name="T3" fmla="*/ 82 h 84"/>
                    <a:gd name="T4" fmla="*/ 0 w 54"/>
                    <a:gd name="T5" fmla="*/ 78 h 84"/>
                    <a:gd name="T6" fmla="*/ 2 w 54"/>
                    <a:gd name="T7" fmla="*/ 74 h 84"/>
                    <a:gd name="T8" fmla="*/ 4 w 54"/>
                    <a:gd name="T9" fmla="*/ 72 h 84"/>
                    <a:gd name="T10" fmla="*/ 4 w 54"/>
                    <a:gd name="T11" fmla="*/ 62 h 84"/>
                    <a:gd name="T12" fmla="*/ 10 w 54"/>
                    <a:gd name="T13" fmla="*/ 56 h 84"/>
                    <a:gd name="T14" fmla="*/ 14 w 54"/>
                    <a:gd name="T15" fmla="*/ 54 h 84"/>
                    <a:gd name="T16" fmla="*/ 10 w 54"/>
                    <a:gd name="T17" fmla="*/ 48 h 84"/>
                    <a:gd name="T18" fmla="*/ 10 w 54"/>
                    <a:gd name="T19" fmla="*/ 46 h 84"/>
                    <a:gd name="T20" fmla="*/ 12 w 54"/>
                    <a:gd name="T21" fmla="*/ 44 h 84"/>
                    <a:gd name="T22" fmla="*/ 16 w 54"/>
                    <a:gd name="T23" fmla="*/ 40 h 84"/>
                    <a:gd name="T24" fmla="*/ 16 w 54"/>
                    <a:gd name="T25" fmla="*/ 36 h 84"/>
                    <a:gd name="T26" fmla="*/ 12 w 54"/>
                    <a:gd name="T27" fmla="*/ 30 h 84"/>
                    <a:gd name="T28" fmla="*/ 16 w 54"/>
                    <a:gd name="T29" fmla="*/ 28 h 84"/>
                    <a:gd name="T30" fmla="*/ 20 w 54"/>
                    <a:gd name="T31" fmla="*/ 28 h 84"/>
                    <a:gd name="T32" fmla="*/ 20 w 54"/>
                    <a:gd name="T33" fmla="*/ 28 h 84"/>
                    <a:gd name="T34" fmla="*/ 14 w 54"/>
                    <a:gd name="T35" fmla="*/ 26 h 84"/>
                    <a:gd name="T36" fmla="*/ 10 w 54"/>
                    <a:gd name="T37" fmla="*/ 26 h 84"/>
                    <a:gd name="T38" fmla="*/ 10 w 54"/>
                    <a:gd name="T39" fmla="*/ 20 h 84"/>
                    <a:gd name="T40" fmla="*/ 10 w 54"/>
                    <a:gd name="T41" fmla="*/ 14 h 84"/>
                    <a:gd name="T42" fmla="*/ 14 w 54"/>
                    <a:gd name="T43" fmla="*/ 14 h 84"/>
                    <a:gd name="T44" fmla="*/ 20 w 54"/>
                    <a:gd name="T45" fmla="*/ 10 h 84"/>
                    <a:gd name="T46" fmla="*/ 38 w 54"/>
                    <a:gd name="T47" fmla="*/ 2 h 84"/>
                    <a:gd name="T48" fmla="*/ 46 w 54"/>
                    <a:gd name="T49" fmla="*/ 12 h 84"/>
                    <a:gd name="T50" fmla="*/ 46 w 54"/>
                    <a:gd name="T51" fmla="*/ 20 h 84"/>
                    <a:gd name="T52" fmla="*/ 46 w 54"/>
                    <a:gd name="T53" fmla="*/ 28 h 84"/>
                    <a:gd name="T54" fmla="*/ 46 w 54"/>
                    <a:gd name="T55" fmla="*/ 30 h 84"/>
                    <a:gd name="T56" fmla="*/ 46 w 54"/>
                    <a:gd name="T57" fmla="*/ 34 h 84"/>
                    <a:gd name="T58" fmla="*/ 42 w 54"/>
                    <a:gd name="T59" fmla="*/ 36 h 84"/>
                    <a:gd name="T60" fmla="*/ 46 w 54"/>
                    <a:gd name="T61" fmla="*/ 40 h 84"/>
                    <a:gd name="T62" fmla="*/ 50 w 54"/>
                    <a:gd name="T63" fmla="*/ 42 h 84"/>
                    <a:gd name="T64" fmla="*/ 52 w 54"/>
                    <a:gd name="T65" fmla="*/ 46 h 84"/>
                    <a:gd name="T66" fmla="*/ 54 w 54"/>
                    <a:gd name="T67" fmla="*/ 50 h 84"/>
                    <a:gd name="T68" fmla="*/ 52 w 54"/>
                    <a:gd name="T69" fmla="*/ 52 h 84"/>
                    <a:gd name="T70" fmla="*/ 48 w 54"/>
                    <a:gd name="T71" fmla="*/ 56 h 84"/>
                    <a:gd name="T72" fmla="*/ 48 w 54"/>
                    <a:gd name="T73" fmla="*/ 58 h 84"/>
                    <a:gd name="T74" fmla="*/ 50 w 54"/>
                    <a:gd name="T75" fmla="*/ 60 h 84"/>
                    <a:gd name="T76" fmla="*/ 50 w 54"/>
                    <a:gd name="T77" fmla="*/ 64 h 84"/>
                    <a:gd name="T78" fmla="*/ 48 w 54"/>
                    <a:gd name="T79" fmla="*/ 68 h 84"/>
                    <a:gd name="T80" fmla="*/ 48 w 54"/>
                    <a:gd name="T81" fmla="*/ 70 h 84"/>
                    <a:gd name="T82" fmla="*/ 50 w 54"/>
                    <a:gd name="T83" fmla="*/ 74 h 84"/>
                    <a:gd name="T84" fmla="*/ 50 w 54"/>
                    <a:gd name="T85" fmla="*/ 78 h 84"/>
                    <a:gd name="T86" fmla="*/ 48 w 54"/>
                    <a:gd name="T87" fmla="*/ 80 h 84"/>
                    <a:gd name="T88" fmla="*/ 44 w 54"/>
                    <a:gd name="T89" fmla="*/ 76 h 84"/>
                    <a:gd name="T90" fmla="*/ 46 w 54"/>
                    <a:gd name="T91" fmla="*/ 80 h 84"/>
                    <a:gd name="T92" fmla="*/ 42 w 54"/>
                    <a:gd name="T93" fmla="*/ 80 h 84"/>
                    <a:gd name="T94" fmla="*/ 38 w 54"/>
                    <a:gd name="T95" fmla="*/ 82 h 84"/>
                    <a:gd name="T96" fmla="*/ 34 w 54"/>
                    <a:gd name="T97" fmla="*/ 82 h 84"/>
                    <a:gd name="T98" fmla="*/ 32 w 54"/>
                    <a:gd name="T99" fmla="*/ 84 h 84"/>
                    <a:gd name="T100" fmla="*/ 28 w 54"/>
                    <a:gd name="T10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 h="84">
                      <a:moveTo>
                        <a:pt x="26" y="84"/>
                      </a:moveTo>
                      <a:lnTo>
                        <a:pt x="18" y="80"/>
                      </a:lnTo>
                      <a:lnTo>
                        <a:pt x="12" y="80"/>
                      </a:lnTo>
                      <a:lnTo>
                        <a:pt x="4" y="82"/>
                      </a:lnTo>
                      <a:lnTo>
                        <a:pt x="2" y="80"/>
                      </a:lnTo>
                      <a:lnTo>
                        <a:pt x="0" y="78"/>
                      </a:lnTo>
                      <a:lnTo>
                        <a:pt x="2" y="76"/>
                      </a:lnTo>
                      <a:lnTo>
                        <a:pt x="2" y="74"/>
                      </a:lnTo>
                      <a:lnTo>
                        <a:pt x="4" y="72"/>
                      </a:lnTo>
                      <a:lnTo>
                        <a:pt x="4" y="72"/>
                      </a:lnTo>
                      <a:lnTo>
                        <a:pt x="4" y="64"/>
                      </a:lnTo>
                      <a:lnTo>
                        <a:pt x="4" y="62"/>
                      </a:lnTo>
                      <a:lnTo>
                        <a:pt x="8" y="58"/>
                      </a:lnTo>
                      <a:lnTo>
                        <a:pt x="10" y="56"/>
                      </a:lnTo>
                      <a:lnTo>
                        <a:pt x="12" y="54"/>
                      </a:lnTo>
                      <a:lnTo>
                        <a:pt x="14" y="54"/>
                      </a:lnTo>
                      <a:lnTo>
                        <a:pt x="10" y="52"/>
                      </a:lnTo>
                      <a:lnTo>
                        <a:pt x="10" y="48"/>
                      </a:lnTo>
                      <a:lnTo>
                        <a:pt x="10" y="46"/>
                      </a:lnTo>
                      <a:lnTo>
                        <a:pt x="10" y="46"/>
                      </a:lnTo>
                      <a:lnTo>
                        <a:pt x="10" y="44"/>
                      </a:lnTo>
                      <a:lnTo>
                        <a:pt x="12" y="44"/>
                      </a:lnTo>
                      <a:lnTo>
                        <a:pt x="14" y="42"/>
                      </a:lnTo>
                      <a:lnTo>
                        <a:pt x="16" y="40"/>
                      </a:lnTo>
                      <a:lnTo>
                        <a:pt x="16" y="38"/>
                      </a:lnTo>
                      <a:lnTo>
                        <a:pt x="16" y="36"/>
                      </a:lnTo>
                      <a:lnTo>
                        <a:pt x="16" y="36"/>
                      </a:lnTo>
                      <a:lnTo>
                        <a:pt x="12" y="30"/>
                      </a:lnTo>
                      <a:lnTo>
                        <a:pt x="12" y="28"/>
                      </a:lnTo>
                      <a:lnTo>
                        <a:pt x="16" y="28"/>
                      </a:lnTo>
                      <a:lnTo>
                        <a:pt x="18" y="28"/>
                      </a:lnTo>
                      <a:lnTo>
                        <a:pt x="20" y="28"/>
                      </a:lnTo>
                      <a:lnTo>
                        <a:pt x="22" y="28"/>
                      </a:lnTo>
                      <a:lnTo>
                        <a:pt x="20" y="28"/>
                      </a:lnTo>
                      <a:lnTo>
                        <a:pt x="16" y="26"/>
                      </a:lnTo>
                      <a:lnTo>
                        <a:pt x="14" y="26"/>
                      </a:lnTo>
                      <a:lnTo>
                        <a:pt x="12" y="26"/>
                      </a:lnTo>
                      <a:lnTo>
                        <a:pt x="10" y="26"/>
                      </a:lnTo>
                      <a:lnTo>
                        <a:pt x="10" y="24"/>
                      </a:lnTo>
                      <a:lnTo>
                        <a:pt x="10" y="20"/>
                      </a:lnTo>
                      <a:lnTo>
                        <a:pt x="10" y="14"/>
                      </a:lnTo>
                      <a:lnTo>
                        <a:pt x="10" y="14"/>
                      </a:lnTo>
                      <a:lnTo>
                        <a:pt x="12" y="16"/>
                      </a:lnTo>
                      <a:lnTo>
                        <a:pt x="14" y="14"/>
                      </a:lnTo>
                      <a:lnTo>
                        <a:pt x="16" y="14"/>
                      </a:lnTo>
                      <a:lnTo>
                        <a:pt x="20" y="10"/>
                      </a:lnTo>
                      <a:lnTo>
                        <a:pt x="32" y="0"/>
                      </a:lnTo>
                      <a:lnTo>
                        <a:pt x="38" y="2"/>
                      </a:lnTo>
                      <a:lnTo>
                        <a:pt x="46" y="12"/>
                      </a:lnTo>
                      <a:lnTo>
                        <a:pt x="46" y="12"/>
                      </a:lnTo>
                      <a:lnTo>
                        <a:pt x="46" y="16"/>
                      </a:lnTo>
                      <a:lnTo>
                        <a:pt x="46" y="20"/>
                      </a:lnTo>
                      <a:lnTo>
                        <a:pt x="46" y="24"/>
                      </a:lnTo>
                      <a:lnTo>
                        <a:pt x="46" y="28"/>
                      </a:lnTo>
                      <a:lnTo>
                        <a:pt x="46" y="28"/>
                      </a:lnTo>
                      <a:lnTo>
                        <a:pt x="46" y="30"/>
                      </a:lnTo>
                      <a:lnTo>
                        <a:pt x="46" y="32"/>
                      </a:lnTo>
                      <a:lnTo>
                        <a:pt x="46" y="34"/>
                      </a:lnTo>
                      <a:lnTo>
                        <a:pt x="42" y="34"/>
                      </a:lnTo>
                      <a:lnTo>
                        <a:pt x="42" y="36"/>
                      </a:lnTo>
                      <a:lnTo>
                        <a:pt x="44" y="36"/>
                      </a:lnTo>
                      <a:lnTo>
                        <a:pt x="46" y="40"/>
                      </a:lnTo>
                      <a:lnTo>
                        <a:pt x="48" y="42"/>
                      </a:lnTo>
                      <a:lnTo>
                        <a:pt x="50" y="42"/>
                      </a:lnTo>
                      <a:lnTo>
                        <a:pt x="50" y="44"/>
                      </a:lnTo>
                      <a:lnTo>
                        <a:pt x="52" y="46"/>
                      </a:lnTo>
                      <a:lnTo>
                        <a:pt x="54" y="48"/>
                      </a:lnTo>
                      <a:lnTo>
                        <a:pt x="54" y="50"/>
                      </a:lnTo>
                      <a:lnTo>
                        <a:pt x="52" y="52"/>
                      </a:lnTo>
                      <a:lnTo>
                        <a:pt x="52" y="52"/>
                      </a:lnTo>
                      <a:lnTo>
                        <a:pt x="50" y="54"/>
                      </a:lnTo>
                      <a:lnTo>
                        <a:pt x="48" y="56"/>
                      </a:lnTo>
                      <a:lnTo>
                        <a:pt x="48" y="56"/>
                      </a:lnTo>
                      <a:lnTo>
                        <a:pt x="48" y="58"/>
                      </a:lnTo>
                      <a:lnTo>
                        <a:pt x="48" y="58"/>
                      </a:lnTo>
                      <a:lnTo>
                        <a:pt x="50" y="60"/>
                      </a:lnTo>
                      <a:lnTo>
                        <a:pt x="50" y="62"/>
                      </a:lnTo>
                      <a:lnTo>
                        <a:pt x="50" y="64"/>
                      </a:lnTo>
                      <a:lnTo>
                        <a:pt x="48" y="66"/>
                      </a:lnTo>
                      <a:lnTo>
                        <a:pt x="48" y="68"/>
                      </a:lnTo>
                      <a:lnTo>
                        <a:pt x="50" y="70"/>
                      </a:lnTo>
                      <a:lnTo>
                        <a:pt x="48" y="70"/>
                      </a:lnTo>
                      <a:lnTo>
                        <a:pt x="48" y="72"/>
                      </a:lnTo>
                      <a:lnTo>
                        <a:pt x="50" y="74"/>
                      </a:lnTo>
                      <a:lnTo>
                        <a:pt x="50" y="76"/>
                      </a:lnTo>
                      <a:lnTo>
                        <a:pt x="50" y="78"/>
                      </a:lnTo>
                      <a:lnTo>
                        <a:pt x="48" y="80"/>
                      </a:lnTo>
                      <a:lnTo>
                        <a:pt x="48" y="80"/>
                      </a:lnTo>
                      <a:lnTo>
                        <a:pt x="46" y="76"/>
                      </a:lnTo>
                      <a:lnTo>
                        <a:pt x="44" y="76"/>
                      </a:lnTo>
                      <a:lnTo>
                        <a:pt x="44" y="76"/>
                      </a:lnTo>
                      <a:lnTo>
                        <a:pt x="46" y="80"/>
                      </a:lnTo>
                      <a:lnTo>
                        <a:pt x="44" y="80"/>
                      </a:lnTo>
                      <a:lnTo>
                        <a:pt x="42" y="80"/>
                      </a:lnTo>
                      <a:lnTo>
                        <a:pt x="40" y="82"/>
                      </a:lnTo>
                      <a:lnTo>
                        <a:pt x="38" y="82"/>
                      </a:lnTo>
                      <a:lnTo>
                        <a:pt x="38" y="82"/>
                      </a:lnTo>
                      <a:lnTo>
                        <a:pt x="34" y="82"/>
                      </a:lnTo>
                      <a:lnTo>
                        <a:pt x="32" y="82"/>
                      </a:lnTo>
                      <a:lnTo>
                        <a:pt x="32" y="84"/>
                      </a:lnTo>
                      <a:lnTo>
                        <a:pt x="30" y="84"/>
                      </a:lnTo>
                      <a:lnTo>
                        <a:pt x="28" y="84"/>
                      </a:lnTo>
                      <a:lnTo>
                        <a:pt x="26" y="84"/>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2" name="Freeform 424">
                  <a:extLst>
                    <a:ext uri="{FF2B5EF4-FFF2-40B4-BE49-F238E27FC236}">
                      <a16:creationId xmlns:a16="http://schemas.microsoft.com/office/drawing/2014/main" id="{9850C939-6CBF-1BAD-F29E-8FB98A3342A9}"/>
                    </a:ext>
                  </a:extLst>
                </p:cNvPr>
                <p:cNvSpPr/>
                <p:nvPr/>
              </p:nvSpPr>
              <p:spPr bwMode="gray">
                <a:xfrm>
                  <a:off x="1416497" y="3581088"/>
                  <a:ext cx="414713" cy="203516"/>
                </a:xfrm>
                <a:custGeom>
                  <a:avLst/>
                  <a:gdLst>
                    <a:gd name="T0" fmla="*/ 194 w 224"/>
                    <a:gd name="T1" fmla="*/ 34 h 110"/>
                    <a:gd name="T2" fmla="*/ 204 w 224"/>
                    <a:gd name="T3" fmla="*/ 40 h 110"/>
                    <a:gd name="T4" fmla="*/ 216 w 224"/>
                    <a:gd name="T5" fmla="*/ 58 h 110"/>
                    <a:gd name="T6" fmla="*/ 224 w 224"/>
                    <a:gd name="T7" fmla="*/ 80 h 110"/>
                    <a:gd name="T8" fmla="*/ 220 w 224"/>
                    <a:gd name="T9" fmla="*/ 82 h 110"/>
                    <a:gd name="T10" fmla="*/ 208 w 224"/>
                    <a:gd name="T11" fmla="*/ 80 h 110"/>
                    <a:gd name="T12" fmla="*/ 194 w 224"/>
                    <a:gd name="T13" fmla="*/ 82 h 110"/>
                    <a:gd name="T14" fmla="*/ 182 w 224"/>
                    <a:gd name="T15" fmla="*/ 88 h 110"/>
                    <a:gd name="T16" fmla="*/ 174 w 224"/>
                    <a:gd name="T17" fmla="*/ 92 h 110"/>
                    <a:gd name="T18" fmla="*/ 168 w 224"/>
                    <a:gd name="T19" fmla="*/ 92 h 110"/>
                    <a:gd name="T20" fmla="*/ 162 w 224"/>
                    <a:gd name="T21" fmla="*/ 98 h 110"/>
                    <a:gd name="T22" fmla="*/ 152 w 224"/>
                    <a:gd name="T23" fmla="*/ 102 h 110"/>
                    <a:gd name="T24" fmla="*/ 136 w 224"/>
                    <a:gd name="T25" fmla="*/ 102 h 110"/>
                    <a:gd name="T26" fmla="*/ 128 w 224"/>
                    <a:gd name="T27" fmla="*/ 98 h 110"/>
                    <a:gd name="T28" fmla="*/ 124 w 224"/>
                    <a:gd name="T29" fmla="*/ 102 h 110"/>
                    <a:gd name="T30" fmla="*/ 118 w 224"/>
                    <a:gd name="T31" fmla="*/ 110 h 110"/>
                    <a:gd name="T32" fmla="*/ 114 w 224"/>
                    <a:gd name="T33" fmla="*/ 110 h 110"/>
                    <a:gd name="T34" fmla="*/ 114 w 224"/>
                    <a:gd name="T35" fmla="*/ 106 h 110"/>
                    <a:gd name="T36" fmla="*/ 116 w 224"/>
                    <a:gd name="T37" fmla="*/ 104 h 110"/>
                    <a:gd name="T38" fmla="*/ 116 w 224"/>
                    <a:gd name="T39" fmla="*/ 100 h 110"/>
                    <a:gd name="T40" fmla="*/ 98 w 224"/>
                    <a:gd name="T41" fmla="*/ 104 h 110"/>
                    <a:gd name="T42" fmla="*/ 92 w 224"/>
                    <a:gd name="T43" fmla="*/ 106 h 110"/>
                    <a:gd name="T44" fmla="*/ 82 w 224"/>
                    <a:gd name="T45" fmla="*/ 108 h 110"/>
                    <a:gd name="T46" fmla="*/ 70 w 224"/>
                    <a:gd name="T47" fmla="*/ 104 h 110"/>
                    <a:gd name="T48" fmla="*/ 58 w 224"/>
                    <a:gd name="T49" fmla="*/ 104 h 110"/>
                    <a:gd name="T50" fmla="*/ 52 w 224"/>
                    <a:gd name="T51" fmla="*/ 110 h 110"/>
                    <a:gd name="T52" fmla="*/ 46 w 224"/>
                    <a:gd name="T53" fmla="*/ 110 h 110"/>
                    <a:gd name="T54" fmla="*/ 34 w 224"/>
                    <a:gd name="T55" fmla="*/ 106 h 110"/>
                    <a:gd name="T56" fmla="*/ 26 w 224"/>
                    <a:gd name="T57" fmla="*/ 102 h 110"/>
                    <a:gd name="T58" fmla="*/ 14 w 224"/>
                    <a:gd name="T59" fmla="*/ 94 h 110"/>
                    <a:gd name="T60" fmla="*/ 12 w 224"/>
                    <a:gd name="T61" fmla="*/ 86 h 110"/>
                    <a:gd name="T62" fmla="*/ 8 w 224"/>
                    <a:gd name="T63" fmla="*/ 76 h 110"/>
                    <a:gd name="T64" fmla="*/ 2 w 224"/>
                    <a:gd name="T65" fmla="*/ 66 h 110"/>
                    <a:gd name="T66" fmla="*/ 0 w 224"/>
                    <a:gd name="T67" fmla="*/ 54 h 110"/>
                    <a:gd name="T68" fmla="*/ 4 w 224"/>
                    <a:gd name="T69" fmla="*/ 50 h 110"/>
                    <a:gd name="T70" fmla="*/ 14 w 224"/>
                    <a:gd name="T71" fmla="*/ 44 h 110"/>
                    <a:gd name="T72" fmla="*/ 20 w 224"/>
                    <a:gd name="T73" fmla="*/ 46 h 110"/>
                    <a:gd name="T74" fmla="*/ 30 w 224"/>
                    <a:gd name="T75" fmla="*/ 44 h 110"/>
                    <a:gd name="T76" fmla="*/ 38 w 224"/>
                    <a:gd name="T77" fmla="*/ 40 h 110"/>
                    <a:gd name="T78" fmla="*/ 50 w 224"/>
                    <a:gd name="T79" fmla="*/ 40 h 110"/>
                    <a:gd name="T80" fmla="*/ 40 w 224"/>
                    <a:gd name="T81" fmla="*/ 36 h 110"/>
                    <a:gd name="T82" fmla="*/ 38 w 224"/>
                    <a:gd name="T83" fmla="*/ 32 h 110"/>
                    <a:gd name="T84" fmla="*/ 42 w 224"/>
                    <a:gd name="T85" fmla="*/ 20 h 110"/>
                    <a:gd name="T86" fmla="*/ 52 w 224"/>
                    <a:gd name="T87" fmla="*/ 16 h 110"/>
                    <a:gd name="T88" fmla="*/ 62 w 224"/>
                    <a:gd name="T89" fmla="*/ 16 h 110"/>
                    <a:gd name="T90" fmla="*/ 72 w 224"/>
                    <a:gd name="T91" fmla="*/ 14 h 110"/>
                    <a:gd name="T92" fmla="*/ 86 w 224"/>
                    <a:gd name="T93" fmla="*/ 4 h 110"/>
                    <a:gd name="T94" fmla="*/ 88 w 224"/>
                    <a:gd name="T95" fmla="*/ 2 h 110"/>
                    <a:gd name="T96" fmla="*/ 98 w 224"/>
                    <a:gd name="T97" fmla="*/ 0 h 110"/>
                    <a:gd name="T98" fmla="*/ 112 w 224"/>
                    <a:gd name="T99" fmla="*/ 4 h 110"/>
                    <a:gd name="T100" fmla="*/ 122 w 224"/>
                    <a:gd name="T101" fmla="*/ 12 h 110"/>
                    <a:gd name="T102" fmla="*/ 132 w 224"/>
                    <a:gd name="T103" fmla="*/ 14 h 110"/>
                    <a:gd name="T104" fmla="*/ 140 w 224"/>
                    <a:gd name="T105" fmla="*/ 12 h 110"/>
                    <a:gd name="T106" fmla="*/ 152 w 224"/>
                    <a:gd name="T107" fmla="*/ 12 h 110"/>
                    <a:gd name="T108" fmla="*/ 158 w 224"/>
                    <a:gd name="T109" fmla="*/ 16 h 110"/>
                    <a:gd name="T110" fmla="*/ 170 w 224"/>
                    <a:gd name="T111" fmla="*/ 24 h 110"/>
                    <a:gd name="T112" fmla="*/ 182 w 224"/>
                    <a:gd name="T113" fmla="*/ 28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110">
                      <a:moveTo>
                        <a:pt x="188" y="30"/>
                      </a:moveTo>
                      <a:lnTo>
                        <a:pt x="192" y="32"/>
                      </a:lnTo>
                      <a:lnTo>
                        <a:pt x="194" y="34"/>
                      </a:lnTo>
                      <a:lnTo>
                        <a:pt x="198" y="36"/>
                      </a:lnTo>
                      <a:lnTo>
                        <a:pt x="202" y="38"/>
                      </a:lnTo>
                      <a:lnTo>
                        <a:pt x="204" y="40"/>
                      </a:lnTo>
                      <a:lnTo>
                        <a:pt x="204" y="40"/>
                      </a:lnTo>
                      <a:lnTo>
                        <a:pt x="210" y="46"/>
                      </a:lnTo>
                      <a:lnTo>
                        <a:pt x="216" y="58"/>
                      </a:lnTo>
                      <a:lnTo>
                        <a:pt x="220" y="70"/>
                      </a:lnTo>
                      <a:lnTo>
                        <a:pt x="224" y="78"/>
                      </a:lnTo>
                      <a:lnTo>
                        <a:pt x="224" y="80"/>
                      </a:lnTo>
                      <a:lnTo>
                        <a:pt x="222" y="82"/>
                      </a:lnTo>
                      <a:lnTo>
                        <a:pt x="222" y="82"/>
                      </a:lnTo>
                      <a:lnTo>
                        <a:pt x="220" y="82"/>
                      </a:lnTo>
                      <a:lnTo>
                        <a:pt x="220" y="82"/>
                      </a:lnTo>
                      <a:lnTo>
                        <a:pt x="218" y="78"/>
                      </a:lnTo>
                      <a:lnTo>
                        <a:pt x="208" y="80"/>
                      </a:lnTo>
                      <a:lnTo>
                        <a:pt x="204" y="80"/>
                      </a:lnTo>
                      <a:lnTo>
                        <a:pt x="200" y="80"/>
                      </a:lnTo>
                      <a:lnTo>
                        <a:pt x="194" y="82"/>
                      </a:lnTo>
                      <a:lnTo>
                        <a:pt x="190" y="84"/>
                      </a:lnTo>
                      <a:lnTo>
                        <a:pt x="184" y="86"/>
                      </a:lnTo>
                      <a:lnTo>
                        <a:pt x="182" y="88"/>
                      </a:lnTo>
                      <a:lnTo>
                        <a:pt x="180" y="88"/>
                      </a:lnTo>
                      <a:lnTo>
                        <a:pt x="178" y="90"/>
                      </a:lnTo>
                      <a:lnTo>
                        <a:pt x="174" y="92"/>
                      </a:lnTo>
                      <a:lnTo>
                        <a:pt x="172" y="92"/>
                      </a:lnTo>
                      <a:lnTo>
                        <a:pt x="170" y="92"/>
                      </a:lnTo>
                      <a:lnTo>
                        <a:pt x="168" y="92"/>
                      </a:lnTo>
                      <a:lnTo>
                        <a:pt x="166" y="94"/>
                      </a:lnTo>
                      <a:lnTo>
                        <a:pt x="164" y="96"/>
                      </a:lnTo>
                      <a:lnTo>
                        <a:pt x="162" y="98"/>
                      </a:lnTo>
                      <a:lnTo>
                        <a:pt x="162" y="98"/>
                      </a:lnTo>
                      <a:lnTo>
                        <a:pt x="158" y="100"/>
                      </a:lnTo>
                      <a:lnTo>
                        <a:pt x="152" y="102"/>
                      </a:lnTo>
                      <a:lnTo>
                        <a:pt x="146" y="102"/>
                      </a:lnTo>
                      <a:lnTo>
                        <a:pt x="140" y="102"/>
                      </a:lnTo>
                      <a:lnTo>
                        <a:pt x="136" y="102"/>
                      </a:lnTo>
                      <a:lnTo>
                        <a:pt x="132" y="100"/>
                      </a:lnTo>
                      <a:lnTo>
                        <a:pt x="132" y="100"/>
                      </a:lnTo>
                      <a:lnTo>
                        <a:pt x="128" y="98"/>
                      </a:lnTo>
                      <a:lnTo>
                        <a:pt x="126" y="98"/>
                      </a:lnTo>
                      <a:lnTo>
                        <a:pt x="124" y="100"/>
                      </a:lnTo>
                      <a:lnTo>
                        <a:pt x="124" y="102"/>
                      </a:lnTo>
                      <a:lnTo>
                        <a:pt x="124" y="102"/>
                      </a:lnTo>
                      <a:lnTo>
                        <a:pt x="120" y="108"/>
                      </a:lnTo>
                      <a:lnTo>
                        <a:pt x="118" y="110"/>
                      </a:lnTo>
                      <a:lnTo>
                        <a:pt x="116" y="110"/>
                      </a:lnTo>
                      <a:lnTo>
                        <a:pt x="114" y="110"/>
                      </a:lnTo>
                      <a:lnTo>
                        <a:pt x="114" y="110"/>
                      </a:lnTo>
                      <a:lnTo>
                        <a:pt x="112" y="108"/>
                      </a:lnTo>
                      <a:lnTo>
                        <a:pt x="112" y="108"/>
                      </a:lnTo>
                      <a:lnTo>
                        <a:pt x="114" y="106"/>
                      </a:lnTo>
                      <a:lnTo>
                        <a:pt x="114" y="106"/>
                      </a:lnTo>
                      <a:lnTo>
                        <a:pt x="116" y="104"/>
                      </a:lnTo>
                      <a:lnTo>
                        <a:pt x="116" y="104"/>
                      </a:lnTo>
                      <a:lnTo>
                        <a:pt x="116" y="102"/>
                      </a:lnTo>
                      <a:lnTo>
                        <a:pt x="116" y="100"/>
                      </a:lnTo>
                      <a:lnTo>
                        <a:pt x="116" y="100"/>
                      </a:lnTo>
                      <a:lnTo>
                        <a:pt x="108" y="102"/>
                      </a:lnTo>
                      <a:lnTo>
                        <a:pt x="102" y="106"/>
                      </a:lnTo>
                      <a:lnTo>
                        <a:pt x="98" y="104"/>
                      </a:lnTo>
                      <a:lnTo>
                        <a:pt x="96" y="104"/>
                      </a:lnTo>
                      <a:lnTo>
                        <a:pt x="94" y="104"/>
                      </a:lnTo>
                      <a:lnTo>
                        <a:pt x="92" y="106"/>
                      </a:lnTo>
                      <a:lnTo>
                        <a:pt x="88" y="108"/>
                      </a:lnTo>
                      <a:lnTo>
                        <a:pt x="84" y="108"/>
                      </a:lnTo>
                      <a:lnTo>
                        <a:pt x="82" y="108"/>
                      </a:lnTo>
                      <a:lnTo>
                        <a:pt x="80" y="106"/>
                      </a:lnTo>
                      <a:lnTo>
                        <a:pt x="76" y="104"/>
                      </a:lnTo>
                      <a:lnTo>
                        <a:pt x="70" y="104"/>
                      </a:lnTo>
                      <a:lnTo>
                        <a:pt x="64" y="102"/>
                      </a:lnTo>
                      <a:lnTo>
                        <a:pt x="60" y="102"/>
                      </a:lnTo>
                      <a:lnTo>
                        <a:pt x="58" y="104"/>
                      </a:lnTo>
                      <a:lnTo>
                        <a:pt x="58" y="106"/>
                      </a:lnTo>
                      <a:lnTo>
                        <a:pt x="54" y="108"/>
                      </a:lnTo>
                      <a:lnTo>
                        <a:pt x="52" y="110"/>
                      </a:lnTo>
                      <a:lnTo>
                        <a:pt x="48" y="110"/>
                      </a:lnTo>
                      <a:lnTo>
                        <a:pt x="48" y="110"/>
                      </a:lnTo>
                      <a:lnTo>
                        <a:pt x="46" y="110"/>
                      </a:lnTo>
                      <a:lnTo>
                        <a:pt x="42" y="108"/>
                      </a:lnTo>
                      <a:lnTo>
                        <a:pt x="38" y="106"/>
                      </a:lnTo>
                      <a:lnTo>
                        <a:pt x="34" y="106"/>
                      </a:lnTo>
                      <a:lnTo>
                        <a:pt x="32" y="106"/>
                      </a:lnTo>
                      <a:lnTo>
                        <a:pt x="30" y="104"/>
                      </a:lnTo>
                      <a:lnTo>
                        <a:pt x="26" y="102"/>
                      </a:lnTo>
                      <a:lnTo>
                        <a:pt x="22" y="100"/>
                      </a:lnTo>
                      <a:lnTo>
                        <a:pt x="18" y="96"/>
                      </a:lnTo>
                      <a:lnTo>
                        <a:pt x="14" y="94"/>
                      </a:lnTo>
                      <a:lnTo>
                        <a:pt x="12" y="90"/>
                      </a:lnTo>
                      <a:lnTo>
                        <a:pt x="12" y="90"/>
                      </a:lnTo>
                      <a:lnTo>
                        <a:pt x="12" y="86"/>
                      </a:lnTo>
                      <a:lnTo>
                        <a:pt x="10" y="82"/>
                      </a:lnTo>
                      <a:lnTo>
                        <a:pt x="10" y="78"/>
                      </a:lnTo>
                      <a:lnTo>
                        <a:pt x="8" y="76"/>
                      </a:lnTo>
                      <a:lnTo>
                        <a:pt x="2" y="70"/>
                      </a:lnTo>
                      <a:lnTo>
                        <a:pt x="2" y="68"/>
                      </a:lnTo>
                      <a:lnTo>
                        <a:pt x="2" y="66"/>
                      </a:lnTo>
                      <a:lnTo>
                        <a:pt x="0" y="62"/>
                      </a:lnTo>
                      <a:lnTo>
                        <a:pt x="0" y="58"/>
                      </a:lnTo>
                      <a:lnTo>
                        <a:pt x="0" y="54"/>
                      </a:lnTo>
                      <a:lnTo>
                        <a:pt x="2" y="54"/>
                      </a:lnTo>
                      <a:lnTo>
                        <a:pt x="2" y="52"/>
                      </a:lnTo>
                      <a:lnTo>
                        <a:pt x="4" y="50"/>
                      </a:lnTo>
                      <a:lnTo>
                        <a:pt x="6" y="48"/>
                      </a:lnTo>
                      <a:lnTo>
                        <a:pt x="8" y="44"/>
                      </a:lnTo>
                      <a:lnTo>
                        <a:pt x="14" y="44"/>
                      </a:lnTo>
                      <a:lnTo>
                        <a:pt x="14" y="44"/>
                      </a:lnTo>
                      <a:lnTo>
                        <a:pt x="18" y="44"/>
                      </a:lnTo>
                      <a:lnTo>
                        <a:pt x="20" y="46"/>
                      </a:lnTo>
                      <a:lnTo>
                        <a:pt x="26" y="46"/>
                      </a:lnTo>
                      <a:lnTo>
                        <a:pt x="30" y="44"/>
                      </a:lnTo>
                      <a:lnTo>
                        <a:pt x="30" y="44"/>
                      </a:lnTo>
                      <a:lnTo>
                        <a:pt x="32" y="42"/>
                      </a:lnTo>
                      <a:lnTo>
                        <a:pt x="36" y="40"/>
                      </a:lnTo>
                      <a:lnTo>
                        <a:pt x="38" y="40"/>
                      </a:lnTo>
                      <a:lnTo>
                        <a:pt x="42" y="40"/>
                      </a:lnTo>
                      <a:lnTo>
                        <a:pt x="50" y="40"/>
                      </a:lnTo>
                      <a:lnTo>
                        <a:pt x="50" y="40"/>
                      </a:lnTo>
                      <a:lnTo>
                        <a:pt x="46" y="38"/>
                      </a:lnTo>
                      <a:lnTo>
                        <a:pt x="42" y="38"/>
                      </a:lnTo>
                      <a:lnTo>
                        <a:pt x="40" y="36"/>
                      </a:lnTo>
                      <a:lnTo>
                        <a:pt x="40" y="36"/>
                      </a:lnTo>
                      <a:lnTo>
                        <a:pt x="38" y="34"/>
                      </a:lnTo>
                      <a:lnTo>
                        <a:pt x="38" y="32"/>
                      </a:lnTo>
                      <a:lnTo>
                        <a:pt x="38" y="28"/>
                      </a:lnTo>
                      <a:lnTo>
                        <a:pt x="40" y="24"/>
                      </a:lnTo>
                      <a:lnTo>
                        <a:pt x="42" y="20"/>
                      </a:lnTo>
                      <a:lnTo>
                        <a:pt x="48" y="16"/>
                      </a:lnTo>
                      <a:lnTo>
                        <a:pt x="50" y="16"/>
                      </a:lnTo>
                      <a:lnTo>
                        <a:pt x="52" y="16"/>
                      </a:lnTo>
                      <a:lnTo>
                        <a:pt x="56" y="16"/>
                      </a:lnTo>
                      <a:lnTo>
                        <a:pt x="60" y="16"/>
                      </a:lnTo>
                      <a:lnTo>
                        <a:pt x="62" y="16"/>
                      </a:lnTo>
                      <a:lnTo>
                        <a:pt x="64" y="16"/>
                      </a:lnTo>
                      <a:lnTo>
                        <a:pt x="66" y="16"/>
                      </a:lnTo>
                      <a:lnTo>
                        <a:pt x="72" y="14"/>
                      </a:lnTo>
                      <a:lnTo>
                        <a:pt x="76" y="10"/>
                      </a:lnTo>
                      <a:lnTo>
                        <a:pt x="82" y="8"/>
                      </a:lnTo>
                      <a:lnTo>
                        <a:pt x="86" y="4"/>
                      </a:lnTo>
                      <a:lnTo>
                        <a:pt x="86" y="4"/>
                      </a:lnTo>
                      <a:lnTo>
                        <a:pt x="88" y="4"/>
                      </a:lnTo>
                      <a:lnTo>
                        <a:pt x="88" y="2"/>
                      </a:lnTo>
                      <a:lnTo>
                        <a:pt x="90" y="0"/>
                      </a:lnTo>
                      <a:lnTo>
                        <a:pt x="94" y="0"/>
                      </a:lnTo>
                      <a:lnTo>
                        <a:pt x="98" y="0"/>
                      </a:lnTo>
                      <a:lnTo>
                        <a:pt x="104" y="2"/>
                      </a:lnTo>
                      <a:lnTo>
                        <a:pt x="112" y="4"/>
                      </a:lnTo>
                      <a:lnTo>
                        <a:pt x="112" y="4"/>
                      </a:lnTo>
                      <a:lnTo>
                        <a:pt x="114" y="6"/>
                      </a:lnTo>
                      <a:lnTo>
                        <a:pt x="118" y="8"/>
                      </a:lnTo>
                      <a:lnTo>
                        <a:pt x="122" y="12"/>
                      </a:lnTo>
                      <a:lnTo>
                        <a:pt x="128" y="16"/>
                      </a:lnTo>
                      <a:lnTo>
                        <a:pt x="128" y="14"/>
                      </a:lnTo>
                      <a:lnTo>
                        <a:pt x="132" y="14"/>
                      </a:lnTo>
                      <a:lnTo>
                        <a:pt x="136" y="14"/>
                      </a:lnTo>
                      <a:lnTo>
                        <a:pt x="138" y="12"/>
                      </a:lnTo>
                      <a:lnTo>
                        <a:pt x="140" y="12"/>
                      </a:lnTo>
                      <a:lnTo>
                        <a:pt x="142" y="12"/>
                      </a:lnTo>
                      <a:lnTo>
                        <a:pt x="146" y="12"/>
                      </a:lnTo>
                      <a:lnTo>
                        <a:pt x="152" y="12"/>
                      </a:lnTo>
                      <a:lnTo>
                        <a:pt x="156" y="14"/>
                      </a:lnTo>
                      <a:lnTo>
                        <a:pt x="158" y="16"/>
                      </a:lnTo>
                      <a:lnTo>
                        <a:pt x="158" y="16"/>
                      </a:lnTo>
                      <a:lnTo>
                        <a:pt x="162" y="18"/>
                      </a:lnTo>
                      <a:lnTo>
                        <a:pt x="166" y="22"/>
                      </a:lnTo>
                      <a:lnTo>
                        <a:pt x="170" y="24"/>
                      </a:lnTo>
                      <a:lnTo>
                        <a:pt x="180" y="26"/>
                      </a:lnTo>
                      <a:lnTo>
                        <a:pt x="180" y="26"/>
                      </a:lnTo>
                      <a:lnTo>
                        <a:pt x="182" y="28"/>
                      </a:lnTo>
                      <a:lnTo>
                        <a:pt x="186" y="28"/>
                      </a:lnTo>
                      <a:lnTo>
                        <a:pt x="188" y="3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3" name="Freeform 425">
                  <a:extLst>
                    <a:ext uri="{FF2B5EF4-FFF2-40B4-BE49-F238E27FC236}">
                      <a16:creationId xmlns:a16="http://schemas.microsoft.com/office/drawing/2014/main" id="{1EE4C8CE-9BE2-E766-7BD2-8AE7B17E1E82}"/>
                    </a:ext>
                  </a:extLst>
                </p:cNvPr>
                <p:cNvSpPr/>
                <p:nvPr/>
              </p:nvSpPr>
              <p:spPr bwMode="gray">
                <a:xfrm>
                  <a:off x="1283196" y="3451578"/>
                  <a:ext cx="203654" cy="166513"/>
                </a:xfrm>
                <a:custGeom>
                  <a:avLst/>
                  <a:gdLst>
                    <a:gd name="T0" fmla="*/ 28 w 110"/>
                    <a:gd name="T1" fmla="*/ 74 h 90"/>
                    <a:gd name="T2" fmla="*/ 30 w 110"/>
                    <a:gd name="T3" fmla="*/ 60 h 90"/>
                    <a:gd name="T4" fmla="*/ 32 w 110"/>
                    <a:gd name="T5" fmla="*/ 58 h 90"/>
                    <a:gd name="T6" fmla="*/ 32 w 110"/>
                    <a:gd name="T7" fmla="*/ 54 h 90"/>
                    <a:gd name="T8" fmla="*/ 30 w 110"/>
                    <a:gd name="T9" fmla="*/ 50 h 90"/>
                    <a:gd name="T10" fmla="*/ 26 w 110"/>
                    <a:gd name="T11" fmla="*/ 44 h 90"/>
                    <a:gd name="T12" fmla="*/ 22 w 110"/>
                    <a:gd name="T13" fmla="*/ 36 h 90"/>
                    <a:gd name="T14" fmla="*/ 18 w 110"/>
                    <a:gd name="T15" fmla="*/ 24 h 90"/>
                    <a:gd name="T16" fmla="*/ 14 w 110"/>
                    <a:gd name="T17" fmla="*/ 22 h 90"/>
                    <a:gd name="T18" fmla="*/ 4 w 110"/>
                    <a:gd name="T19" fmla="*/ 12 h 90"/>
                    <a:gd name="T20" fmla="*/ 4 w 110"/>
                    <a:gd name="T21" fmla="*/ 6 h 90"/>
                    <a:gd name="T22" fmla="*/ 0 w 110"/>
                    <a:gd name="T23" fmla="*/ 0 h 90"/>
                    <a:gd name="T24" fmla="*/ 2 w 110"/>
                    <a:gd name="T25" fmla="*/ 0 h 90"/>
                    <a:gd name="T26" fmla="*/ 10 w 110"/>
                    <a:gd name="T27" fmla="*/ 0 h 90"/>
                    <a:gd name="T28" fmla="*/ 18 w 110"/>
                    <a:gd name="T29" fmla="*/ 4 h 90"/>
                    <a:gd name="T30" fmla="*/ 24 w 110"/>
                    <a:gd name="T31" fmla="*/ 10 h 90"/>
                    <a:gd name="T32" fmla="*/ 32 w 110"/>
                    <a:gd name="T33" fmla="*/ 16 h 90"/>
                    <a:gd name="T34" fmla="*/ 44 w 110"/>
                    <a:gd name="T35" fmla="*/ 18 h 90"/>
                    <a:gd name="T36" fmla="*/ 58 w 110"/>
                    <a:gd name="T37" fmla="*/ 12 h 90"/>
                    <a:gd name="T38" fmla="*/ 84 w 110"/>
                    <a:gd name="T39" fmla="*/ 18 h 90"/>
                    <a:gd name="T40" fmla="*/ 100 w 110"/>
                    <a:gd name="T41" fmla="*/ 24 h 90"/>
                    <a:gd name="T42" fmla="*/ 104 w 110"/>
                    <a:gd name="T43" fmla="*/ 26 h 90"/>
                    <a:gd name="T44" fmla="*/ 110 w 110"/>
                    <a:gd name="T45" fmla="*/ 30 h 90"/>
                    <a:gd name="T46" fmla="*/ 110 w 110"/>
                    <a:gd name="T47" fmla="*/ 34 h 90"/>
                    <a:gd name="T48" fmla="*/ 108 w 110"/>
                    <a:gd name="T49" fmla="*/ 42 h 90"/>
                    <a:gd name="T50" fmla="*/ 106 w 110"/>
                    <a:gd name="T51" fmla="*/ 46 h 90"/>
                    <a:gd name="T52" fmla="*/ 104 w 110"/>
                    <a:gd name="T53" fmla="*/ 52 h 90"/>
                    <a:gd name="T54" fmla="*/ 100 w 110"/>
                    <a:gd name="T55" fmla="*/ 56 h 90"/>
                    <a:gd name="T56" fmla="*/ 98 w 110"/>
                    <a:gd name="T57" fmla="*/ 58 h 90"/>
                    <a:gd name="T58" fmla="*/ 94 w 110"/>
                    <a:gd name="T59" fmla="*/ 66 h 90"/>
                    <a:gd name="T60" fmla="*/ 94 w 110"/>
                    <a:gd name="T61" fmla="*/ 68 h 90"/>
                    <a:gd name="T62" fmla="*/ 90 w 110"/>
                    <a:gd name="T63" fmla="*/ 70 h 90"/>
                    <a:gd name="T64" fmla="*/ 82 w 110"/>
                    <a:gd name="T65" fmla="*/ 72 h 90"/>
                    <a:gd name="T66" fmla="*/ 74 w 110"/>
                    <a:gd name="T67" fmla="*/ 82 h 90"/>
                    <a:gd name="T68" fmla="*/ 70 w 110"/>
                    <a:gd name="T69" fmla="*/ 88 h 90"/>
                    <a:gd name="T70" fmla="*/ 62 w 110"/>
                    <a:gd name="T71" fmla="*/ 88 h 90"/>
                    <a:gd name="T72" fmla="*/ 56 w 110"/>
                    <a:gd name="T73" fmla="*/ 88 h 90"/>
                    <a:gd name="T74" fmla="*/ 36 w 110"/>
                    <a:gd name="T75"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 h="90">
                      <a:moveTo>
                        <a:pt x="36" y="90"/>
                      </a:moveTo>
                      <a:lnTo>
                        <a:pt x="28" y="74"/>
                      </a:lnTo>
                      <a:lnTo>
                        <a:pt x="24" y="66"/>
                      </a:lnTo>
                      <a:lnTo>
                        <a:pt x="30" y="60"/>
                      </a:lnTo>
                      <a:lnTo>
                        <a:pt x="30" y="60"/>
                      </a:lnTo>
                      <a:lnTo>
                        <a:pt x="32" y="58"/>
                      </a:lnTo>
                      <a:lnTo>
                        <a:pt x="32" y="56"/>
                      </a:lnTo>
                      <a:lnTo>
                        <a:pt x="32" y="54"/>
                      </a:lnTo>
                      <a:lnTo>
                        <a:pt x="30" y="50"/>
                      </a:lnTo>
                      <a:lnTo>
                        <a:pt x="30" y="50"/>
                      </a:lnTo>
                      <a:lnTo>
                        <a:pt x="28" y="48"/>
                      </a:lnTo>
                      <a:lnTo>
                        <a:pt x="26" y="44"/>
                      </a:lnTo>
                      <a:lnTo>
                        <a:pt x="24" y="40"/>
                      </a:lnTo>
                      <a:lnTo>
                        <a:pt x="22" y="36"/>
                      </a:lnTo>
                      <a:lnTo>
                        <a:pt x="22" y="30"/>
                      </a:lnTo>
                      <a:lnTo>
                        <a:pt x="18" y="24"/>
                      </a:lnTo>
                      <a:lnTo>
                        <a:pt x="18" y="20"/>
                      </a:lnTo>
                      <a:lnTo>
                        <a:pt x="14" y="22"/>
                      </a:lnTo>
                      <a:lnTo>
                        <a:pt x="4" y="14"/>
                      </a:lnTo>
                      <a:lnTo>
                        <a:pt x="4" y="12"/>
                      </a:lnTo>
                      <a:lnTo>
                        <a:pt x="4" y="10"/>
                      </a:lnTo>
                      <a:lnTo>
                        <a:pt x="4" y="6"/>
                      </a:lnTo>
                      <a:lnTo>
                        <a:pt x="2" y="2"/>
                      </a:lnTo>
                      <a:lnTo>
                        <a:pt x="0" y="0"/>
                      </a:lnTo>
                      <a:lnTo>
                        <a:pt x="0" y="0"/>
                      </a:lnTo>
                      <a:lnTo>
                        <a:pt x="2" y="0"/>
                      </a:lnTo>
                      <a:lnTo>
                        <a:pt x="4" y="0"/>
                      </a:lnTo>
                      <a:lnTo>
                        <a:pt x="10" y="0"/>
                      </a:lnTo>
                      <a:lnTo>
                        <a:pt x="18" y="2"/>
                      </a:lnTo>
                      <a:lnTo>
                        <a:pt x="18" y="4"/>
                      </a:lnTo>
                      <a:lnTo>
                        <a:pt x="20" y="6"/>
                      </a:lnTo>
                      <a:lnTo>
                        <a:pt x="24" y="10"/>
                      </a:lnTo>
                      <a:lnTo>
                        <a:pt x="28" y="12"/>
                      </a:lnTo>
                      <a:lnTo>
                        <a:pt x="32" y="16"/>
                      </a:lnTo>
                      <a:lnTo>
                        <a:pt x="38" y="18"/>
                      </a:lnTo>
                      <a:lnTo>
                        <a:pt x="44" y="18"/>
                      </a:lnTo>
                      <a:lnTo>
                        <a:pt x="48" y="16"/>
                      </a:lnTo>
                      <a:lnTo>
                        <a:pt x="58" y="12"/>
                      </a:lnTo>
                      <a:lnTo>
                        <a:pt x="70" y="12"/>
                      </a:lnTo>
                      <a:lnTo>
                        <a:pt x="84" y="18"/>
                      </a:lnTo>
                      <a:lnTo>
                        <a:pt x="98" y="22"/>
                      </a:lnTo>
                      <a:lnTo>
                        <a:pt x="100" y="24"/>
                      </a:lnTo>
                      <a:lnTo>
                        <a:pt x="102" y="24"/>
                      </a:lnTo>
                      <a:lnTo>
                        <a:pt x="104" y="26"/>
                      </a:lnTo>
                      <a:lnTo>
                        <a:pt x="108" y="28"/>
                      </a:lnTo>
                      <a:lnTo>
                        <a:pt x="110" y="30"/>
                      </a:lnTo>
                      <a:lnTo>
                        <a:pt x="110" y="32"/>
                      </a:lnTo>
                      <a:lnTo>
                        <a:pt x="110" y="34"/>
                      </a:lnTo>
                      <a:lnTo>
                        <a:pt x="108" y="36"/>
                      </a:lnTo>
                      <a:lnTo>
                        <a:pt x="108" y="42"/>
                      </a:lnTo>
                      <a:lnTo>
                        <a:pt x="106" y="46"/>
                      </a:lnTo>
                      <a:lnTo>
                        <a:pt x="106" y="46"/>
                      </a:lnTo>
                      <a:lnTo>
                        <a:pt x="104" y="48"/>
                      </a:lnTo>
                      <a:lnTo>
                        <a:pt x="104" y="52"/>
                      </a:lnTo>
                      <a:lnTo>
                        <a:pt x="102" y="54"/>
                      </a:lnTo>
                      <a:lnTo>
                        <a:pt x="100" y="56"/>
                      </a:lnTo>
                      <a:lnTo>
                        <a:pt x="98" y="56"/>
                      </a:lnTo>
                      <a:lnTo>
                        <a:pt x="98" y="58"/>
                      </a:lnTo>
                      <a:lnTo>
                        <a:pt x="96" y="62"/>
                      </a:lnTo>
                      <a:lnTo>
                        <a:pt x="94" y="66"/>
                      </a:lnTo>
                      <a:lnTo>
                        <a:pt x="96" y="68"/>
                      </a:lnTo>
                      <a:lnTo>
                        <a:pt x="94" y="68"/>
                      </a:lnTo>
                      <a:lnTo>
                        <a:pt x="92" y="68"/>
                      </a:lnTo>
                      <a:lnTo>
                        <a:pt x="90" y="70"/>
                      </a:lnTo>
                      <a:lnTo>
                        <a:pt x="86" y="70"/>
                      </a:lnTo>
                      <a:lnTo>
                        <a:pt x="82" y="72"/>
                      </a:lnTo>
                      <a:lnTo>
                        <a:pt x="78" y="76"/>
                      </a:lnTo>
                      <a:lnTo>
                        <a:pt x="74" y="82"/>
                      </a:lnTo>
                      <a:lnTo>
                        <a:pt x="72" y="88"/>
                      </a:lnTo>
                      <a:lnTo>
                        <a:pt x="70" y="88"/>
                      </a:lnTo>
                      <a:lnTo>
                        <a:pt x="68" y="88"/>
                      </a:lnTo>
                      <a:lnTo>
                        <a:pt x="62" y="88"/>
                      </a:lnTo>
                      <a:lnTo>
                        <a:pt x="58" y="88"/>
                      </a:lnTo>
                      <a:lnTo>
                        <a:pt x="56" y="88"/>
                      </a:lnTo>
                      <a:lnTo>
                        <a:pt x="54" y="86"/>
                      </a:lnTo>
                      <a:lnTo>
                        <a:pt x="36" y="9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4" name="Freeform 426">
                  <a:extLst>
                    <a:ext uri="{FF2B5EF4-FFF2-40B4-BE49-F238E27FC236}">
                      <a16:creationId xmlns:a16="http://schemas.microsoft.com/office/drawing/2014/main" id="{439474CE-0A06-2F74-E1A1-9E01FF7DF775}"/>
                    </a:ext>
                  </a:extLst>
                </p:cNvPr>
                <p:cNvSpPr/>
                <p:nvPr/>
              </p:nvSpPr>
              <p:spPr bwMode="gray">
                <a:xfrm>
                  <a:off x="1260979" y="3610691"/>
                  <a:ext cx="155517" cy="155413"/>
                </a:xfrm>
                <a:custGeom>
                  <a:avLst/>
                  <a:gdLst>
                    <a:gd name="T0" fmla="*/ 84 w 84"/>
                    <a:gd name="T1" fmla="*/ 2 h 84"/>
                    <a:gd name="T2" fmla="*/ 72 w 84"/>
                    <a:gd name="T3" fmla="*/ 4 h 84"/>
                    <a:gd name="T4" fmla="*/ 72 w 84"/>
                    <a:gd name="T5" fmla="*/ 4 h 84"/>
                    <a:gd name="T6" fmla="*/ 70 w 84"/>
                    <a:gd name="T7" fmla="*/ 4 h 84"/>
                    <a:gd name="T8" fmla="*/ 68 w 84"/>
                    <a:gd name="T9" fmla="*/ 2 h 84"/>
                    <a:gd name="T10" fmla="*/ 66 w 84"/>
                    <a:gd name="T11" fmla="*/ 0 h 84"/>
                    <a:gd name="T12" fmla="*/ 48 w 84"/>
                    <a:gd name="T13" fmla="*/ 4 h 84"/>
                    <a:gd name="T14" fmla="*/ 34 w 84"/>
                    <a:gd name="T15" fmla="*/ 6 h 84"/>
                    <a:gd name="T16" fmla="*/ 20 w 84"/>
                    <a:gd name="T17" fmla="*/ 8 h 84"/>
                    <a:gd name="T18" fmla="*/ 20 w 84"/>
                    <a:gd name="T19" fmla="*/ 10 h 84"/>
                    <a:gd name="T20" fmla="*/ 18 w 84"/>
                    <a:gd name="T21" fmla="*/ 12 h 84"/>
                    <a:gd name="T22" fmla="*/ 18 w 84"/>
                    <a:gd name="T23" fmla="*/ 16 h 84"/>
                    <a:gd name="T24" fmla="*/ 18 w 84"/>
                    <a:gd name="T25" fmla="*/ 16 h 84"/>
                    <a:gd name="T26" fmla="*/ 16 w 84"/>
                    <a:gd name="T27" fmla="*/ 18 h 84"/>
                    <a:gd name="T28" fmla="*/ 12 w 84"/>
                    <a:gd name="T29" fmla="*/ 20 h 84"/>
                    <a:gd name="T30" fmla="*/ 8 w 84"/>
                    <a:gd name="T31" fmla="*/ 22 h 84"/>
                    <a:gd name="T32" fmla="*/ 6 w 84"/>
                    <a:gd name="T33" fmla="*/ 26 h 84"/>
                    <a:gd name="T34" fmla="*/ 2 w 84"/>
                    <a:gd name="T35" fmla="*/ 30 h 84"/>
                    <a:gd name="T36" fmla="*/ 0 w 84"/>
                    <a:gd name="T37" fmla="*/ 36 h 84"/>
                    <a:gd name="T38" fmla="*/ 0 w 84"/>
                    <a:gd name="T39" fmla="*/ 36 h 84"/>
                    <a:gd name="T40" fmla="*/ 0 w 84"/>
                    <a:gd name="T41" fmla="*/ 38 h 84"/>
                    <a:gd name="T42" fmla="*/ 0 w 84"/>
                    <a:gd name="T43" fmla="*/ 40 h 84"/>
                    <a:gd name="T44" fmla="*/ 2 w 84"/>
                    <a:gd name="T45" fmla="*/ 44 h 84"/>
                    <a:gd name="T46" fmla="*/ 4 w 84"/>
                    <a:gd name="T47" fmla="*/ 48 h 84"/>
                    <a:gd name="T48" fmla="*/ 10 w 84"/>
                    <a:gd name="T49" fmla="*/ 56 h 84"/>
                    <a:gd name="T50" fmla="*/ 18 w 84"/>
                    <a:gd name="T51" fmla="*/ 66 h 84"/>
                    <a:gd name="T52" fmla="*/ 26 w 84"/>
                    <a:gd name="T53" fmla="*/ 76 h 84"/>
                    <a:gd name="T54" fmla="*/ 30 w 84"/>
                    <a:gd name="T55" fmla="*/ 84 h 84"/>
                    <a:gd name="T56" fmla="*/ 42 w 84"/>
                    <a:gd name="T57" fmla="*/ 84 h 84"/>
                    <a:gd name="T58" fmla="*/ 44 w 84"/>
                    <a:gd name="T59" fmla="*/ 66 h 84"/>
                    <a:gd name="T60" fmla="*/ 46 w 84"/>
                    <a:gd name="T61" fmla="*/ 66 h 84"/>
                    <a:gd name="T62" fmla="*/ 48 w 84"/>
                    <a:gd name="T63" fmla="*/ 64 h 84"/>
                    <a:gd name="T64" fmla="*/ 50 w 84"/>
                    <a:gd name="T65" fmla="*/ 62 h 84"/>
                    <a:gd name="T66" fmla="*/ 54 w 84"/>
                    <a:gd name="T67" fmla="*/ 56 h 84"/>
                    <a:gd name="T68" fmla="*/ 60 w 84"/>
                    <a:gd name="T69" fmla="*/ 48 h 84"/>
                    <a:gd name="T70" fmla="*/ 58 w 84"/>
                    <a:gd name="T71" fmla="*/ 48 h 84"/>
                    <a:gd name="T72" fmla="*/ 58 w 84"/>
                    <a:gd name="T73" fmla="*/ 46 h 84"/>
                    <a:gd name="T74" fmla="*/ 58 w 84"/>
                    <a:gd name="T75" fmla="*/ 42 h 84"/>
                    <a:gd name="T76" fmla="*/ 58 w 84"/>
                    <a:gd name="T77" fmla="*/ 38 h 84"/>
                    <a:gd name="T78" fmla="*/ 60 w 84"/>
                    <a:gd name="T79" fmla="*/ 32 h 84"/>
                    <a:gd name="T80" fmla="*/ 64 w 84"/>
                    <a:gd name="T81" fmla="*/ 26 h 84"/>
                    <a:gd name="T82" fmla="*/ 64 w 84"/>
                    <a:gd name="T83" fmla="*/ 24 h 84"/>
                    <a:gd name="T84" fmla="*/ 64 w 84"/>
                    <a:gd name="T85" fmla="*/ 22 h 84"/>
                    <a:gd name="T86" fmla="*/ 68 w 84"/>
                    <a:gd name="T87" fmla="*/ 20 h 84"/>
                    <a:gd name="T88" fmla="*/ 70 w 84"/>
                    <a:gd name="T89" fmla="*/ 18 h 84"/>
                    <a:gd name="T90" fmla="*/ 74 w 84"/>
                    <a:gd name="T91" fmla="*/ 16 h 84"/>
                    <a:gd name="T92" fmla="*/ 78 w 84"/>
                    <a:gd name="T93" fmla="*/ 16 h 84"/>
                    <a:gd name="T94" fmla="*/ 84 w 84"/>
                    <a:gd name="T95" fmla="*/ 18 h 84"/>
                    <a:gd name="T96" fmla="*/ 84 w 84"/>
                    <a:gd name="T97" fmla="*/ 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4" h="84">
                      <a:moveTo>
                        <a:pt x="84" y="2"/>
                      </a:moveTo>
                      <a:lnTo>
                        <a:pt x="72" y="4"/>
                      </a:lnTo>
                      <a:lnTo>
                        <a:pt x="72" y="4"/>
                      </a:lnTo>
                      <a:lnTo>
                        <a:pt x="70" y="4"/>
                      </a:lnTo>
                      <a:lnTo>
                        <a:pt x="68" y="2"/>
                      </a:lnTo>
                      <a:lnTo>
                        <a:pt x="66" y="0"/>
                      </a:lnTo>
                      <a:lnTo>
                        <a:pt x="48" y="4"/>
                      </a:lnTo>
                      <a:lnTo>
                        <a:pt x="34" y="6"/>
                      </a:lnTo>
                      <a:lnTo>
                        <a:pt x="20" y="8"/>
                      </a:lnTo>
                      <a:lnTo>
                        <a:pt x="20" y="10"/>
                      </a:lnTo>
                      <a:lnTo>
                        <a:pt x="18" y="12"/>
                      </a:lnTo>
                      <a:lnTo>
                        <a:pt x="18" y="16"/>
                      </a:lnTo>
                      <a:lnTo>
                        <a:pt x="18" y="16"/>
                      </a:lnTo>
                      <a:lnTo>
                        <a:pt x="16" y="18"/>
                      </a:lnTo>
                      <a:lnTo>
                        <a:pt x="12" y="20"/>
                      </a:lnTo>
                      <a:lnTo>
                        <a:pt x="8" y="22"/>
                      </a:lnTo>
                      <a:lnTo>
                        <a:pt x="6" y="26"/>
                      </a:lnTo>
                      <a:lnTo>
                        <a:pt x="2" y="30"/>
                      </a:lnTo>
                      <a:lnTo>
                        <a:pt x="0" y="36"/>
                      </a:lnTo>
                      <a:lnTo>
                        <a:pt x="0" y="36"/>
                      </a:lnTo>
                      <a:lnTo>
                        <a:pt x="0" y="38"/>
                      </a:lnTo>
                      <a:lnTo>
                        <a:pt x="0" y="40"/>
                      </a:lnTo>
                      <a:lnTo>
                        <a:pt x="2" y="44"/>
                      </a:lnTo>
                      <a:lnTo>
                        <a:pt x="4" y="48"/>
                      </a:lnTo>
                      <a:lnTo>
                        <a:pt x="10" y="56"/>
                      </a:lnTo>
                      <a:lnTo>
                        <a:pt x="18" y="66"/>
                      </a:lnTo>
                      <a:lnTo>
                        <a:pt x="26" y="76"/>
                      </a:lnTo>
                      <a:lnTo>
                        <a:pt x="30" y="84"/>
                      </a:lnTo>
                      <a:lnTo>
                        <a:pt x="42" y="84"/>
                      </a:lnTo>
                      <a:lnTo>
                        <a:pt x="44" y="66"/>
                      </a:lnTo>
                      <a:lnTo>
                        <a:pt x="46" y="66"/>
                      </a:lnTo>
                      <a:lnTo>
                        <a:pt x="48" y="64"/>
                      </a:lnTo>
                      <a:lnTo>
                        <a:pt x="50" y="62"/>
                      </a:lnTo>
                      <a:lnTo>
                        <a:pt x="54" y="56"/>
                      </a:lnTo>
                      <a:lnTo>
                        <a:pt x="60" y="48"/>
                      </a:lnTo>
                      <a:lnTo>
                        <a:pt x="58" y="48"/>
                      </a:lnTo>
                      <a:lnTo>
                        <a:pt x="58" y="46"/>
                      </a:lnTo>
                      <a:lnTo>
                        <a:pt x="58" y="42"/>
                      </a:lnTo>
                      <a:lnTo>
                        <a:pt x="58" y="38"/>
                      </a:lnTo>
                      <a:lnTo>
                        <a:pt x="60" y="32"/>
                      </a:lnTo>
                      <a:lnTo>
                        <a:pt x="64" y="26"/>
                      </a:lnTo>
                      <a:lnTo>
                        <a:pt x="64" y="24"/>
                      </a:lnTo>
                      <a:lnTo>
                        <a:pt x="64" y="22"/>
                      </a:lnTo>
                      <a:lnTo>
                        <a:pt x="68" y="20"/>
                      </a:lnTo>
                      <a:lnTo>
                        <a:pt x="70" y="18"/>
                      </a:lnTo>
                      <a:lnTo>
                        <a:pt x="74" y="16"/>
                      </a:lnTo>
                      <a:lnTo>
                        <a:pt x="78" y="16"/>
                      </a:lnTo>
                      <a:lnTo>
                        <a:pt x="84" y="18"/>
                      </a:lnTo>
                      <a:lnTo>
                        <a:pt x="84" y="2"/>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5" name="Freeform 427">
                  <a:extLst>
                    <a:ext uri="{FF2B5EF4-FFF2-40B4-BE49-F238E27FC236}">
                      <a16:creationId xmlns:a16="http://schemas.microsoft.com/office/drawing/2014/main" id="{476D0B56-E421-5967-A585-56E219CA100D}"/>
                    </a:ext>
                  </a:extLst>
                </p:cNvPr>
                <p:cNvSpPr/>
                <p:nvPr/>
              </p:nvSpPr>
              <p:spPr bwMode="gray">
                <a:xfrm>
                  <a:off x="1246168" y="3558886"/>
                  <a:ext cx="51839" cy="118410"/>
                </a:xfrm>
                <a:custGeom>
                  <a:avLst/>
                  <a:gdLst>
                    <a:gd name="T0" fmla="*/ 0 w 28"/>
                    <a:gd name="T1" fmla="*/ 20 h 64"/>
                    <a:gd name="T2" fmla="*/ 8 w 28"/>
                    <a:gd name="T3" fmla="*/ 28 h 64"/>
                    <a:gd name="T4" fmla="*/ 10 w 28"/>
                    <a:gd name="T5" fmla="*/ 28 h 64"/>
                    <a:gd name="T6" fmla="*/ 10 w 28"/>
                    <a:gd name="T7" fmla="*/ 32 h 64"/>
                    <a:gd name="T8" fmla="*/ 12 w 28"/>
                    <a:gd name="T9" fmla="*/ 36 h 64"/>
                    <a:gd name="T10" fmla="*/ 12 w 28"/>
                    <a:gd name="T11" fmla="*/ 40 h 64"/>
                    <a:gd name="T12" fmla="*/ 10 w 28"/>
                    <a:gd name="T13" fmla="*/ 40 h 64"/>
                    <a:gd name="T14" fmla="*/ 10 w 28"/>
                    <a:gd name="T15" fmla="*/ 40 h 64"/>
                    <a:gd name="T16" fmla="*/ 10 w 28"/>
                    <a:gd name="T17" fmla="*/ 44 h 64"/>
                    <a:gd name="T18" fmla="*/ 8 w 28"/>
                    <a:gd name="T19" fmla="*/ 48 h 64"/>
                    <a:gd name="T20" fmla="*/ 8 w 28"/>
                    <a:gd name="T21" fmla="*/ 54 h 64"/>
                    <a:gd name="T22" fmla="*/ 8 w 28"/>
                    <a:gd name="T23" fmla="*/ 54 h 64"/>
                    <a:gd name="T24" fmla="*/ 8 w 28"/>
                    <a:gd name="T25" fmla="*/ 58 h 64"/>
                    <a:gd name="T26" fmla="*/ 8 w 28"/>
                    <a:gd name="T27" fmla="*/ 60 h 64"/>
                    <a:gd name="T28" fmla="*/ 8 w 28"/>
                    <a:gd name="T29" fmla="*/ 64 h 64"/>
                    <a:gd name="T30" fmla="*/ 8 w 28"/>
                    <a:gd name="T31" fmla="*/ 62 h 64"/>
                    <a:gd name="T32" fmla="*/ 8 w 28"/>
                    <a:gd name="T33" fmla="*/ 60 h 64"/>
                    <a:gd name="T34" fmla="*/ 10 w 28"/>
                    <a:gd name="T35" fmla="*/ 58 h 64"/>
                    <a:gd name="T36" fmla="*/ 14 w 28"/>
                    <a:gd name="T37" fmla="*/ 54 h 64"/>
                    <a:gd name="T38" fmla="*/ 18 w 28"/>
                    <a:gd name="T39" fmla="*/ 50 h 64"/>
                    <a:gd name="T40" fmla="*/ 26 w 28"/>
                    <a:gd name="T41" fmla="*/ 44 h 64"/>
                    <a:gd name="T42" fmla="*/ 26 w 28"/>
                    <a:gd name="T43" fmla="*/ 42 h 64"/>
                    <a:gd name="T44" fmla="*/ 26 w 28"/>
                    <a:gd name="T45" fmla="*/ 40 h 64"/>
                    <a:gd name="T46" fmla="*/ 28 w 28"/>
                    <a:gd name="T47" fmla="*/ 38 h 64"/>
                    <a:gd name="T48" fmla="*/ 28 w 28"/>
                    <a:gd name="T49" fmla="*/ 36 h 64"/>
                    <a:gd name="T50" fmla="*/ 28 w 28"/>
                    <a:gd name="T51" fmla="*/ 36 h 64"/>
                    <a:gd name="T52" fmla="*/ 26 w 28"/>
                    <a:gd name="T53" fmla="*/ 34 h 64"/>
                    <a:gd name="T54" fmla="*/ 26 w 28"/>
                    <a:gd name="T55" fmla="*/ 32 h 64"/>
                    <a:gd name="T56" fmla="*/ 26 w 28"/>
                    <a:gd name="T57" fmla="*/ 28 h 64"/>
                    <a:gd name="T58" fmla="*/ 26 w 28"/>
                    <a:gd name="T59" fmla="*/ 24 h 64"/>
                    <a:gd name="T60" fmla="*/ 26 w 28"/>
                    <a:gd name="T61" fmla="*/ 22 h 64"/>
                    <a:gd name="T62" fmla="*/ 26 w 28"/>
                    <a:gd name="T63" fmla="*/ 18 h 64"/>
                    <a:gd name="T64" fmla="*/ 24 w 28"/>
                    <a:gd name="T65" fmla="*/ 14 h 64"/>
                    <a:gd name="T66" fmla="*/ 22 w 28"/>
                    <a:gd name="T67" fmla="*/ 8 h 64"/>
                    <a:gd name="T68" fmla="*/ 20 w 28"/>
                    <a:gd name="T69" fmla="*/ 4 h 64"/>
                    <a:gd name="T70" fmla="*/ 20 w 28"/>
                    <a:gd name="T71" fmla="*/ 4 h 64"/>
                    <a:gd name="T72" fmla="*/ 18 w 28"/>
                    <a:gd name="T73" fmla="*/ 2 h 64"/>
                    <a:gd name="T74" fmla="*/ 16 w 28"/>
                    <a:gd name="T75" fmla="*/ 0 h 64"/>
                    <a:gd name="T76" fmla="*/ 12 w 28"/>
                    <a:gd name="T77" fmla="*/ 0 h 64"/>
                    <a:gd name="T78" fmla="*/ 8 w 28"/>
                    <a:gd name="T79" fmla="*/ 0 h 64"/>
                    <a:gd name="T80" fmla="*/ 8 w 28"/>
                    <a:gd name="T81" fmla="*/ 0 h 64"/>
                    <a:gd name="T82" fmla="*/ 6 w 28"/>
                    <a:gd name="T83" fmla="*/ 2 h 64"/>
                    <a:gd name="T84" fmla="*/ 6 w 28"/>
                    <a:gd name="T85" fmla="*/ 2 h 64"/>
                    <a:gd name="T86" fmla="*/ 0 w 28"/>
                    <a:gd name="T87" fmla="*/ 2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 h="64">
                      <a:moveTo>
                        <a:pt x="0" y="20"/>
                      </a:moveTo>
                      <a:lnTo>
                        <a:pt x="8" y="28"/>
                      </a:lnTo>
                      <a:lnTo>
                        <a:pt x="10" y="28"/>
                      </a:lnTo>
                      <a:lnTo>
                        <a:pt x="10" y="32"/>
                      </a:lnTo>
                      <a:lnTo>
                        <a:pt x="12" y="36"/>
                      </a:lnTo>
                      <a:lnTo>
                        <a:pt x="12" y="40"/>
                      </a:lnTo>
                      <a:lnTo>
                        <a:pt x="10" y="40"/>
                      </a:lnTo>
                      <a:lnTo>
                        <a:pt x="10" y="40"/>
                      </a:lnTo>
                      <a:lnTo>
                        <a:pt x="10" y="44"/>
                      </a:lnTo>
                      <a:lnTo>
                        <a:pt x="8" y="48"/>
                      </a:lnTo>
                      <a:lnTo>
                        <a:pt x="8" y="54"/>
                      </a:lnTo>
                      <a:lnTo>
                        <a:pt x="8" y="54"/>
                      </a:lnTo>
                      <a:lnTo>
                        <a:pt x="8" y="58"/>
                      </a:lnTo>
                      <a:lnTo>
                        <a:pt x="8" y="60"/>
                      </a:lnTo>
                      <a:lnTo>
                        <a:pt x="8" y="64"/>
                      </a:lnTo>
                      <a:lnTo>
                        <a:pt x="8" y="62"/>
                      </a:lnTo>
                      <a:lnTo>
                        <a:pt x="8" y="60"/>
                      </a:lnTo>
                      <a:lnTo>
                        <a:pt x="10" y="58"/>
                      </a:lnTo>
                      <a:lnTo>
                        <a:pt x="14" y="54"/>
                      </a:lnTo>
                      <a:lnTo>
                        <a:pt x="18" y="50"/>
                      </a:lnTo>
                      <a:lnTo>
                        <a:pt x="26" y="44"/>
                      </a:lnTo>
                      <a:lnTo>
                        <a:pt x="26" y="42"/>
                      </a:lnTo>
                      <a:lnTo>
                        <a:pt x="26" y="40"/>
                      </a:lnTo>
                      <a:lnTo>
                        <a:pt x="28" y="38"/>
                      </a:lnTo>
                      <a:lnTo>
                        <a:pt x="28" y="36"/>
                      </a:lnTo>
                      <a:lnTo>
                        <a:pt x="28" y="36"/>
                      </a:lnTo>
                      <a:lnTo>
                        <a:pt x="26" y="34"/>
                      </a:lnTo>
                      <a:lnTo>
                        <a:pt x="26" y="32"/>
                      </a:lnTo>
                      <a:lnTo>
                        <a:pt x="26" y="28"/>
                      </a:lnTo>
                      <a:lnTo>
                        <a:pt x="26" y="24"/>
                      </a:lnTo>
                      <a:lnTo>
                        <a:pt x="26" y="22"/>
                      </a:lnTo>
                      <a:lnTo>
                        <a:pt x="26" y="18"/>
                      </a:lnTo>
                      <a:lnTo>
                        <a:pt x="24" y="14"/>
                      </a:lnTo>
                      <a:lnTo>
                        <a:pt x="22" y="8"/>
                      </a:lnTo>
                      <a:lnTo>
                        <a:pt x="20" y="4"/>
                      </a:lnTo>
                      <a:lnTo>
                        <a:pt x="20" y="4"/>
                      </a:lnTo>
                      <a:lnTo>
                        <a:pt x="18" y="2"/>
                      </a:lnTo>
                      <a:lnTo>
                        <a:pt x="16" y="0"/>
                      </a:lnTo>
                      <a:lnTo>
                        <a:pt x="12" y="0"/>
                      </a:lnTo>
                      <a:lnTo>
                        <a:pt x="8" y="0"/>
                      </a:lnTo>
                      <a:lnTo>
                        <a:pt x="8" y="0"/>
                      </a:lnTo>
                      <a:lnTo>
                        <a:pt x="6" y="2"/>
                      </a:lnTo>
                      <a:lnTo>
                        <a:pt x="6" y="2"/>
                      </a:lnTo>
                      <a:lnTo>
                        <a:pt x="0" y="2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6" name="Freeform 428">
                  <a:extLst>
                    <a:ext uri="{FF2B5EF4-FFF2-40B4-BE49-F238E27FC236}">
                      <a16:creationId xmlns:a16="http://schemas.microsoft.com/office/drawing/2014/main" id="{7FB58CE1-72A0-5AFD-7D7C-D59752BAB97C}"/>
                    </a:ext>
                  </a:extLst>
                </p:cNvPr>
                <p:cNvSpPr/>
                <p:nvPr/>
              </p:nvSpPr>
              <p:spPr bwMode="gray">
                <a:xfrm>
                  <a:off x="1086948" y="3414575"/>
                  <a:ext cx="262898" cy="210917"/>
                </a:xfrm>
                <a:custGeom>
                  <a:avLst/>
                  <a:gdLst>
                    <a:gd name="T0" fmla="*/ 20 w 142"/>
                    <a:gd name="T1" fmla="*/ 42 h 114"/>
                    <a:gd name="T2" fmla="*/ 20 w 142"/>
                    <a:gd name="T3" fmla="*/ 40 h 114"/>
                    <a:gd name="T4" fmla="*/ 18 w 142"/>
                    <a:gd name="T5" fmla="*/ 38 h 114"/>
                    <a:gd name="T6" fmla="*/ 20 w 142"/>
                    <a:gd name="T7" fmla="*/ 36 h 114"/>
                    <a:gd name="T8" fmla="*/ 14 w 142"/>
                    <a:gd name="T9" fmla="*/ 34 h 114"/>
                    <a:gd name="T10" fmla="*/ 6 w 142"/>
                    <a:gd name="T11" fmla="*/ 30 h 114"/>
                    <a:gd name="T12" fmla="*/ 0 w 142"/>
                    <a:gd name="T13" fmla="*/ 26 h 114"/>
                    <a:gd name="T14" fmla="*/ 2 w 142"/>
                    <a:gd name="T15" fmla="*/ 24 h 114"/>
                    <a:gd name="T16" fmla="*/ 20 w 142"/>
                    <a:gd name="T17" fmla="*/ 16 h 114"/>
                    <a:gd name="T18" fmla="*/ 32 w 142"/>
                    <a:gd name="T19" fmla="*/ 12 h 114"/>
                    <a:gd name="T20" fmla="*/ 54 w 142"/>
                    <a:gd name="T21" fmla="*/ 6 h 114"/>
                    <a:gd name="T22" fmla="*/ 58 w 142"/>
                    <a:gd name="T23" fmla="*/ 2 h 114"/>
                    <a:gd name="T24" fmla="*/ 60 w 142"/>
                    <a:gd name="T25" fmla="*/ 0 h 114"/>
                    <a:gd name="T26" fmla="*/ 68 w 142"/>
                    <a:gd name="T27" fmla="*/ 24 h 114"/>
                    <a:gd name="T28" fmla="*/ 86 w 142"/>
                    <a:gd name="T29" fmla="*/ 24 h 114"/>
                    <a:gd name="T30" fmla="*/ 92 w 142"/>
                    <a:gd name="T31" fmla="*/ 22 h 114"/>
                    <a:gd name="T32" fmla="*/ 102 w 142"/>
                    <a:gd name="T33" fmla="*/ 18 h 114"/>
                    <a:gd name="T34" fmla="*/ 108 w 142"/>
                    <a:gd name="T35" fmla="*/ 20 h 114"/>
                    <a:gd name="T36" fmla="*/ 110 w 142"/>
                    <a:gd name="T37" fmla="*/ 26 h 114"/>
                    <a:gd name="T38" fmla="*/ 110 w 142"/>
                    <a:gd name="T39" fmla="*/ 32 h 114"/>
                    <a:gd name="T40" fmla="*/ 120 w 142"/>
                    <a:gd name="T41" fmla="*/ 42 h 114"/>
                    <a:gd name="T42" fmla="*/ 124 w 142"/>
                    <a:gd name="T43" fmla="*/ 44 h 114"/>
                    <a:gd name="T44" fmla="*/ 128 w 142"/>
                    <a:gd name="T45" fmla="*/ 56 h 114"/>
                    <a:gd name="T46" fmla="*/ 132 w 142"/>
                    <a:gd name="T47" fmla="*/ 64 h 114"/>
                    <a:gd name="T48" fmla="*/ 136 w 142"/>
                    <a:gd name="T49" fmla="*/ 70 h 114"/>
                    <a:gd name="T50" fmla="*/ 138 w 142"/>
                    <a:gd name="T51" fmla="*/ 74 h 114"/>
                    <a:gd name="T52" fmla="*/ 138 w 142"/>
                    <a:gd name="T53" fmla="*/ 78 h 114"/>
                    <a:gd name="T54" fmla="*/ 136 w 142"/>
                    <a:gd name="T55" fmla="*/ 80 h 114"/>
                    <a:gd name="T56" fmla="*/ 134 w 142"/>
                    <a:gd name="T57" fmla="*/ 94 h 114"/>
                    <a:gd name="T58" fmla="*/ 128 w 142"/>
                    <a:gd name="T59" fmla="*/ 112 h 114"/>
                    <a:gd name="T60" fmla="*/ 112 w 142"/>
                    <a:gd name="T61" fmla="*/ 110 h 114"/>
                    <a:gd name="T62" fmla="*/ 112 w 142"/>
                    <a:gd name="T63" fmla="*/ 104 h 114"/>
                    <a:gd name="T64" fmla="*/ 112 w 142"/>
                    <a:gd name="T65" fmla="*/ 102 h 114"/>
                    <a:gd name="T66" fmla="*/ 110 w 142"/>
                    <a:gd name="T67" fmla="*/ 92 h 114"/>
                    <a:gd name="T68" fmla="*/ 108 w 142"/>
                    <a:gd name="T69" fmla="*/ 86 h 114"/>
                    <a:gd name="T70" fmla="*/ 106 w 142"/>
                    <a:gd name="T71" fmla="*/ 82 h 114"/>
                    <a:gd name="T72" fmla="*/ 98 w 142"/>
                    <a:gd name="T73" fmla="*/ 78 h 114"/>
                    <a:gd name="T74" fmla="*/ 94 w 142"/>
                    <a:gd name="T75" fmla="*/ 80 h 114"/>
                    <a:gd name="T76" fmla="*/ 92 w 142"/>
                    <a:gd name="T77" fmla="*/ 80 h 114"/>
                    <a:gd name="T78" fmla="*/ 64 w 142"/>
                    <a:gd name="T79" fmla="*/ 76 h 114"/>
                    <a:gd name="T80" fmla="*/ 58 w 142"/>
                    <a:gd name="T81" fmla="*/ 74 h 114"/>
                    <a:gd name="T82" fmla="*/ 52 w 142"/>
                    <a:gd name="T83" fmla="*/ 70 h 114"/>
                    <a:gd name="T84" fmla="*/ 46 w 142"/>
                    <a:gd name="T85" fmla="*/ 60 h 114"/>
                    <a:gd name="T86" fmla="*/ 38 w 142"/>
                    <a:gd name="T87" fmla="*/ 6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2" h="114">
                      <a:moveTo>
                        <a:pt x="26" y="52"/>
                      </a:moveTo>
                      <a:lnTo>
                        <a:pt x="20" y="42"/>
                      </a:lnTo>
                      <a:lnTo>
                        <a:pt x="20" y="40"/>
                      </a:lnTo>
                      <a:lnTo>
                        <a:pt x="20" y="40"/>
                      </a:lnTo>
                      <a:lnTo>
                        <a:pt x="18" y="38"/>
                      </a:lnTo>
                      <a:lnTo>
                        <a:pt x="18" y="38"/>
                      </a:lnTo>
                      <a:lnTo>
                        <a:pt x="18" y="38"/>
                      </a:lnTo>
                      <a:lnTo>
                        <a:pt x="20" y="36"/>
                      </a:lnTo>
                      <a:lnTo>
                        <a:pt x="18" y="34"/>
                      </a:lnTo>
                      <a:lnTo>
                        <a:pt x="14" y="34"/>
                      </a:lnTo>
                      <a:lnTo>
                        <a:pt x="10" y="32"/>
                      </a:lnTo>
                      <a:lnTo>
                        <a:pt x="6" y="30"/>
                      </a:lnTo>
                      <a:lnTo>
                        <a:pt x="2" y="28"/>
                      </a:lnTo>
                      <a:lnTo>
                        <a:pt x="0" y="26"/>
                      </a:lnTo>
                      <a:lnTo>
                        <a:pt x="0" y="26"/>
                      </a:lnTo>
                      <a:lnTo>
                        <a:pt x="2" y="24"/>
                      </a:lnTo>
                      <a:lnTo>
                        <a:pt x="10" y="20"/>
                      </a:lnTo>
                      <a:lnTo>
                        <a:pt x="20" y="16"/>
                      </a:lnTo>
                      <a:lnTo>
                        <a:pt x="28" y="14"/>
                      </a:lnTo>
                      <a:lnTo>
                        <a:pt x="32" y="12"/>
                      </a:lnTo>
                      <a:lnTo>
                        <a:pt x="56" y="10"/>
                      </a:lnTo>
                      <a:lnTo>
                        <a:pt x="54" y="6"/>
                      </a:lnTo>
                      <a:lnTo>
                        <a:pt x="56" y="4"/>
                      </a:lnTo>
                      <a:lnTo>
                        <a:pt x="58" y="2"/>
                      </a:lnTo>
                      <a:lnTo>
                        <a:pt x="58" y="0"/>
                      </a:lnTo>
                      <a:lnTo>
                        <a:pt x="60" y="0"/>
                      </a:lnTo>
                      <a:lnTo>
                        <a:pt x="62" y="10"/>
                      </a:lnTo>
                      <a:lnTo>
                        <a:pt x="68" y="24"/>
                      </a:lnTo>
                      <a:lnTo>
                        <a:pt x="84" y="24"/>
                      </a:lnTo>
                      <a:lnTo>
                        <a:pt x="86" y="24"/>
                      </a:lnTo>
                      <a:lnTo>
                        <a:pt x="88" y="22"/>
                      </a:lnTo>
                      <a:lnTo>
                        <a:pt x="92" y="22"/>
                      </a:lnTo>
                      <a:lnTo>
                        <a:pt x="96" y="20"/>
                      </a:lnTo>
                      <a:lnTo>
                        <a:pt x="102" y="18"/>
                      </a:lnTo>
                      <a:lnTo>
                        <a:pt x="106" y="18"/>
                      </a:lnTo>
                      <a:lnTo>
                        <a:pt x="108" y="20"/>
                      </a:lnTo>
                      <a:lnTo>
                        <a:pt x="110" y="24"/>
                      </a:lnTo>
                      <a:lnTo>
                        <a:pt x="110" y="26"/>
                      </a:lnTo>
                      <a:lnTo>
                        <a:pt x="110" y="30"/>
                      </a:lnTo>
                      <a:lnTo>
                        <a:pt x="110" y="32"/>
                      </a:lnTo>
                      <a:lnTo>
                        <a:pt x="110" y="34"/>
                      </a:lnTo>
                      <a:lnTo>
                        <a:pt x="120" y="42"/>
                      </a:lnTo>
                      <a:lnTo>
                        <a:pt x="124" y="40"/>
                      </a:lnTo>
                      <a:lnTo>
                        <a:pt x="124" y="44"/>
                      </a:lnTo>
                      <a:lnTo>
                        <a:pt x="128" y="50"/>
                      </a:lnTo>
                      <a:lnTo>
                        <a:pt x="128" y="56"/>
                      </a:lnTo>
                      <a:lnTo>
                        <a:pt x="130" y="60"/>
                      </a:lnTo>
                      <a:lnTo>
                        <a:pt x="132" y="64"/>
                      </a:lnTo>
                      <a:lnTo>
                        <a:pt x="134" y="68"/>
                      </a:lnTo>
                      <a:lnTo>
                        <a:pt x="136" y="70"/>
                      </a:lnTo>
                      <a:lnTo>
                        <a:pt x="136" y="70"/>
                      </a:lnTo>
                      <a:lnTo>
                        <a:pt x="138" y="74"/>
                      </a:lnTo>
                      <a:lnTo>
                        <a:pt x="138" y="76"/>
                      </a:lnTo>
                      <a:lnTo>
                        <a:pt x="138" y="78"/>
                      </a:lnTo>
                      <a:lnTo>
                        <a:pt x="136" y="80"/>
                      </a:lnTo>
                      <a:lnTo>
                        <a:pt x="136" y="80"/>
                      </a:lnTo>
                      <a:lnTo>
                        <a:pt x="130" y="86"/>
                      </a:lnTo>
                      <a:lnTo>
                        <a:pt x="134" y="94"/>
                      </a:lnTo>
                      <a:lnTo>
                        <a:pt x="142" y="110"/>
                      </a:lnTo>
                      <a:lnTo>
                        <a:pt x="128" y="112"/>
                      </a:lnTo>
                      <a:lnTo>
                        <a:pt x="114" y="114"/>
                      </a:lnTo>
                      <a:lnTo>
                        <a:pt x="112" y="110"/>
                      </a:lnTo>
                      <a:lnTo>
                        <a:pt x="112" y="108"/>
                      </a:lnTo>
                      <a:lnTo>
                        <a:pt x="112" y="104"/>
                      </a:lnTo>
                      <a:lnTo>
                        <a:pt x="112" y="102"/>
                      </a:lnTo>
                      <a:lnTo>
                        <a:pt x="112" y="102"/>
                      </a:lnTo>
                      <a:lnTo>
                        <a:pt x="112" y="98"/>
                      </a:lnTo>
                      <a:lnTo>
                        <a:pt x="110" y="92"/>
                      </a:lnTo>
                      <a:lnTo>
                        <a:pt x="110" y="88"/>
                      </a:lnTo>
                      <a:lnTo>
                        <a:pt x="108" y="86"/>
                      </a:lnTo>
                      <a:lnTo>
                        <a:pt x="106" y="82"/>
                      </a:lnTo>
                      <a:lnTo>
                        <a:pt x="106" y="82"/>
                      </a:lnTo>
                      <a:lnTo>
                        <a:pt x="102" y="78"/>
                      </a:lnTo>
                      <a:lnTo>
                        <a:pt x="98" y="78"/>
                      </a:lnTo>
                      <a:lnTo>
                        <a:pt x="96" y="78"/>
                      </a:lnTo>
                      <a:lnTo>
                        <a:pt x="94" y="80"/>
                      </a:lnTo>
                      <a:lnTo>
                        <a:pt x="92" y="80"/>
                      </a:lnTo>
                      <a:lnTo>
                        <a:pt x="92" y="80"/>
                      </a:lnTo>
                      <a:lnTo>
                        <a:pt x="86" y="98"/>
                      </a:lnTo>
                      <a:lnTo>
                        <a:pt x="64" y="76"/>
                      </a:lnTo>
                      <a:lnTo>
                        <a:pt x="58" y="76"/>
                      </a:lnTo>
                      <a:lnTo>
                        <a:pt x="58" y="74"/>
                      </a:lnTo>
                      <a:lnTo>
                        <a:pt x="54" y="72"/>
                      </a:lnTo>
                      <a:lnTo>
                        <a:pt x="52" y="70"/>
                      </a:lnTo>
                      <a:lnTo>
                        <a:pt x="48" y="66"/>
                      </a:lnTo>
                      <a:lnTo>
                        <a:pt x="46" y="60"/>
                      </a:lnTo>
                      <a:lnTo>
                        <a:pt x="44" y="56"/>
                      </a:lnTo>
                      <a:lnTo>
                        <a:pt x="38" y="60"/>
                      </a:lnTo>
                      <a:lnTo>
                        <a:pt x="26" y="5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7" name="Freeform 429">
                  <a:extLst>
                    <a:ext uri="{FF2B5EF4-FFF2-40B4-BE49-F238E27FC236}">
                      <a16:creationId xmlns:a16="http://schemas.microsoft.com/office/drawing/2014/main" id="{13D71E3A-DCA0-8D9B-43B1-8C0A4FAE4AE3}"/>
                    </a:ext>
                  </a:extLst>
                </p:cNvPr>
                <p:cNvSpPr/>
                <p:nvPr/>
              </p:nvSpPr>
              <p:spPr bwMode="gray">
                <a:xfrm>
                  <a:off x="1198032" y="3351670"/>
                  <a:ext cx="140706" cy="107309"/>
                </a:xfrm>
                <a:custGeom>
                  <a:avLst/>
                  <a:gdLst>
                    <a:gd name="T0" fmla="*/ 40 w 76"/>
                    <a:gd name="T1" fmla="*/ 18 h 58"/>
                    <a:gd name="T2" fmla="*/ 34 w 76"/>
                    <a:gd name="T3" fmla="*/ 20 h 58"/>
                    <a:gd name="T4" fmla="*/ 28 w 76"/>
                    <a:gd name="T5" fmla="*/ 22 h 58"/>
                    <a:gd name="T6" fmla="*/ 26 w 76"/>
                    <a:gd name="T7" fmla="*/ 22 h 58"/>
                    <a:gd name="T8" fmla="*/ 12 w 76"/>
                    <a:gd name="T9" fmla="*/ 22 h 58"/>
                    <a:gd name="T10" fmla="*/ 10 w 76"/>
                    <a:gd name="T11" fmla="*/ 20 h 58"/>
                    <a:gd name="T12" fmla="*/ 6 w 76"/>
                    <a:gd name="T13" fmla="*/ 16 h 58"/>
                    <a:gd name="T14" fmla="*/ 4 w 76"/>
                    <a:gd name="T15" fmla="*/ 18 h 58"/>
                    <a:gd name="T16" fmla="*/ 0 w 76"/>
                    <a:gd name="T17" fmla="*/ 24 h 58"/>
                    <a:gd name="T18" fmla="*/ 0 w 76"/>
                    <a:gd name="T19" fmla="*/ 32 h 58"/>
                    <a:gd name="T20" fmla="*/ 0 w 76"/>
                    <a:gd name="T21" fmla="*/ 34 h 58"/>
                    <a:gd name="T22" fmla="*/ 2 w 76"/>
                    <a:gd name="T23" fmla="*/ 42 h 58"/>
                    <a:gd name="T24" fmla="*/ 4 w 76"/>
                    <a:gd name="T25" fmla="*/ 52 h 58"/>
                    <a:gd name="T26" fmla="*/ 8 w 76"/>
                    <a:gd name="T27" fmla="*/ 58 h 58"/>
                    <a:gd name="T28" fmla="*/ 26 w 76"/>
                    <a:gd name="T29" fmla="*/ 58 h 58"/>
                    <a:gd name="T30" fmla="*/ 32 w 76"/>
                    <a:gd name="T31" fmla="*/ 56 h 58"/>
                    <a:gd name="T32" fmla="*/ 38 w 76"/>
                    <a:gd name="T33" fmla="*/ 54 h 58"/>
                    <a:gd name="T34" fmla="*/ 46 w 76"/>
                    <a:gd name="T35" fmla="*/ 52 h 58"/>
                    <a:gd name="T36" fmla="*/ 52 w 76"/>
                    <a:gd name="T37" fmla="*/ 54 h 58"/>
                    <a:gd name="T38" fmla="*/ 56 w 76"/>
                    <a:gd name="T39" fmla="*/ 54 h 58"/>
                    <a:gd name="T40" fmla="*/ 58 w 76"/>
                    <a:gd name="T41" fmla="*/ 52 h 58"/>
                    <a:gd name="T42" fmla="*/ 62 w 76"/>
                    <a:gd name="T43" fmla="*/ 48 h 58"/>
                    <a:gd name="T44" fmla="*/ 68 w 76"/>
                    <a:gd name="T45" fmla="*/ 42 h 58"/>
                    <a:gd name="T46" fmla="*/ 72 w 76"/>
                    <a:gd name="T47" fmla="*/ 30 h 58"/>
                    <a:gd name="T48" fmla="*/ 72 w 76"/>
                    <a:gd name="T49" fmla="*/ 24 h 58"/>
                    <a:gd name="T50" fmla="*/ 74 w 76"/>
                    <a:gd name="T51" fmla="*/ 16 h 58"/>
                    <a:gd name="T52" fmla="*/ 76 w 76"/>
                    <a:gd name="T53" fmla="*/ 10 h 58"/>
                    <a:gd name="T54" fmla="*/ 70 w 76"/>
                    <a:gd name="T55" fmla="*/ 0 h 58"/>
                    <a:gd name="T56" fmla="*/ 66 w 76"/>
                    <a:gd name="T57" fmla="*/ 2 h 58"/>
                    <a:gd name="T58" fmla="*/ 56 w 76"/>
                    <a:gd name="T59" fmla="*/ 2 h 58"/>
                    <a:gd name="T60" fmla="*/ 54 w 76"/>
                    <a:gd name="T61" fmla="*/ 4 h 58"/>
                    <a:gd name="T62" fmla="*/ 46 w 76"/>
                    <a:gd name="T63" fmla="*/ 8 h 58"/>
                    <a:gd name="T64" fmla="*/ 46 w 76"/>
                    <a:gd name="T65" fmla="*/ 12 h 58"/>
                    <a:gd name="T66" fmla="*/ 44 w 76"/>
                    <a:gd name="T67" fmla="*/ 16 h 58"/>
                    <a:gd name="T68" fmla="*/ 42 w 76"/>
                    <a:gd name="T69"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6" h="58">
                      <a:moveTo>
                        <a:pt x="42" y="18"/>
                      </a:moveTo>
                      <a:lnTo>
                        <a:pt x="40" y="18"/>
                      </a:lnTo>
                      <a:lnTo>
                        <a:pt x="36" y="18"/>
                      </a:lnTo>
                      <a:lnTo>
                        <a:pt x="34" y="20"/>
                      </a:lnTo>
                      <a:lnTo>
                        <a:pt x="30" y="22"/>
                      </a:lnTo>
                      <a:lnTo>
                        <a:pt x="28" y="22"/>
                      </a:lnTo>
                      <a:lnTo>
                        <a:pt x="28" y="22"/>
                      </a:lnTo>
                      <a:lnTo>
                        <a:pt x="26" y="22"/>
                      </a:lnTo>
                      <a:lnTo>
                        <a:pt x="20" y="24"/>
                      </a:lnTo>
                      <a:lnTo>
                        <a:pt x="12" y="22"/>
                      </a:lnTo>
                      <a:lnTo>
                        <a:pt x="12" y="22"/>
                      </a:lnTo>
                      <a:lnTo>
                        <a:pt x="10" y="20"/>
                      </a:lnTo>
                      <a:lnTo>
                        <a:pt x="8" y="18"/>
                      </a:lnTo>
                      <a:lnTo>
                        <a:pt x="6" y="16"/>
                      </a:lnTo>
                      <a:lnTo>
                        <a:pt x="6" y="18"/>
                      </a:lnTo>
                      <a:lnTo>
                        <a:pt x="4" y="18"/>
                      </a:lnTo>
                      <a:lnTo>
                        <a:pt x="2" y="20"/>
                      </a:lnTo>
                      <a:lnTo>
                        <a:pt x="0" y="24"/>
                      </a:lnTo>
                      <a:lnTo>
                        <a:pt x="0" y="28"/>
                      </a:lnTo>
                      <a:lnTo>
                        <a:pt x="0" y="32"/>
                      </a:lnTo>
                      <a:lnTo>
                        <a:pt x="0" y="34"/>
                      </a:lnTo>
                      <a:lnTo>
                        <a:pt x="0" y="34"/>
                      </a:lnTo>
                      <a:lnTo>
                        <a:pt x="0" y="38"/>
                      </a:lnTo>
                      <a:lnTo>
                        <a:pt x="2" y="42"/>
                      </a:lnTo>
                      <a:lnTo>
                        <a:pt x="4" y="48"/>
                      </a:lnTo>
                      <a:lnTo>
                        <a:pt x="4" y="52"/>
                      </a:lnTo>
                      <a:lnTo>
                        <a:pt x="6" y="56"/>
                      </a:lnTo>
                      <a:lnTo>
                        <a:pt x="8" y="58"/>
                      </a:lnTo>
                      <a:lnTo>
                        <a:pt x="24" y="58"/>
                      </a:lnTo>
                      <a:lnTo>
                        <a:pt x="26" y="58"/>
                      </a:lnTo>
                      <a:lnTo>
                        <a:pt x="28" y="58"/>
                      </a:lnTo>
                      <a:lnTo>
                        <a:pt x="32" y="56"/>
                      </a:lnTo>
                      <a:lnTo>
                        <a:pt x="36" y="54"/>
                      </a:lnTo>
                      <a:lnTo>
                        <a:pt x="38" y="54"/>
                      </a:lnTo>
                      <a:lnTo>
                        <a:pt x="46" y="52"/>
                      </a:lnTo>
                      <a:lnTo>
                        <a:pt x="46" y="52"/>
                      </a:lnTo>
                      <a:lnTo>
                        <a:pt x="48" y="54"/>
                      </a:lnTo>
                      <a:lnTo>
                        <a:pt x="52" y="54"/>
                      </a:lnTo>
                      <a:lnTo>
                        <a:pt x="54" y="54"/>
                      </a:lnTo>
                      <a:lnTo>
                        <a:pt x="56" y="54"/>
                      </a:lnTo>
                      <a:lnTo>
                        <a:pt x="56" y="52"/>
                      </a:lnTo>
                      <a:lnTo>
                        <a:pt x="58" y="52"/>
                      </a:lnTo>
                      <a:lnTo>
                        <a:pt x="60" y="52"/>
                      </a:lnTo>
                      <a:lnTo>
                        <a:pt x="62" y="48"/>
                      </a:lnTo>
                      <a:lnTo>
                        <a:pt x="66" y="46"/>
                      </a:lnTo>
                      <a:lnTo>
                        <a:pt x="68" y="42"/>
                      </a:lnTo>
                      <a:lnTo>
                        <a:pt x="70" y="36"/>
                      </a:lnTo>
                      <a:lnTo>
                        <a:pt x="72" y="30"/>
                      </a:lnTo>
                      <a:lnTo>
                        <a:pt x="72" y="28"/>
                      </a:lnTo>
                      <a:lnTo>
                        <a:pt x="72" y="24"/>
                      </a:lnTo>
                      <a:lnTo>
                        <a:pt x="72" y="20"/>
                      </a:lnTo>
                      <a:lnTo>
                        <a:pt x="74" y="16"/>
                      </a:lnTo>
                      <a:lnTo>
                        <a:pt x="74" y="12"/>
                      </a:lnTo>
                      <a:lnTo>
                        <a:pt x="76" y="10"/>
                      </a:lnTo>
                      <a:lnTo>
                        <a:pt x="70" y="0"/>
                      </a:lnTo>
                      <a:lnTo>
                        <a:pt x="70" y="0"/>
                      </a:lnTo>
                      <a:lnTo>
                        <a:pt x="68" y="2"/>
                      </a:lnTo>
                      <a:lnTo>
                        <a:pt x="66" y="2"/>
                      </a:lnTo>
                      <a:lnTo>
                        <a:pt x="62" y="2"/>
                      </a:lnTo>
                      <a:lnTo>
                        <a:pt x="56" y="2"/>
                      </a:lnTo>
                      <a:lnTo>
                        <a:pt x="56" y="2"/>
                      </a:lnTo>
                      <a:lnTo>
                        <a:pt x="54" y="4"/>
                      </a:lnTo>
                      <a:lnTo>
                        <a:pt x="52" y="4"/>
                      </a:lnTo>
                      <a:lnTo>
                        <a:pt x="46" y="8"/>
                      </a:lnTo>
                      <a:lnTo>
                        <a:pt x="46" y="10"/>
                      </a:lnTo>
                      <a:lnTo>
                        <a:pt x="46" y="12"/>
                      </a:lnTo>
                      <a:lnTo>
                        <a:pt x="46" y="14"/>
                      </a:lnTo>
                      <a:lnTo>
                        <a:pt x="44" y="16"/>
                      </a:lnTo>
                      <a:lnTo>
                        <a:pt x="44" y="18"/>
                      </a:lnTo>
                      <a:lnTo>
                        <a:pt x="42" y="1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8" name="Freeform 430">
                  <a:extLst>
                    <a:ext uri="{FF2B5EF4-FFF2-40B4-BE49-F238E27FC236}">
                      <a16:creationId xmlns:a16="http://schemas.microsoft.com/office/drawing/2014/main" id="{1958B006-954C-B8EB-A166-B40E05231891}"/>
                    </a:ext>
                  </a:extLst>
                </p:cNvPr>
                <p:cNvSpPr/>
                <p:nvPr/>
              </p:nvSpPr>
              <p:spPr bwMode="gray">
                <a:xfrm>
                  <a:off x="1090651" y="3273963"/>
                  <a:ext cx="255493" cy="122110"/>
                </a:xfrm>
                <a:custGeom>
                  <a:avLst/>
                  <a:gdLst>
                    <a:gd name="T0" fmla="*/ 134 w 138"/>
                    <a:gd name="T1" fmla="*/ 22 h 66"/>
                    <a:gd name="T2" fmla="*/ 130 w 138"/>
                    <a:gd name="T3" fmla="*/ 18 h 66"/>
                    <a:gd name="T4" fmla="*/ 126 w 138"/>
                    <a:gd name="T5" fmla="*/ 16 h 66"/>
                    <a:gd name="T6" fmla="*/ 118 w 138"/>
                    <a:gd name="T7" fmla="*/ 12 h 66"/>
                    <a:gd name="T8" fmla="*/ 110 w 138"/>
                    <a:gd name="T9" fmla="*/ 14 h 66"/>
                    <a:gd name="T10" fmla="*/ 106 w 138"/>
                    <a:gd name="T11" fmla="*/ 18 h 66"/>
                    <a:gd name="T12" fmla="*/ 104 w 138"/>
                    <a:gd name="T13" fmla="*/ 20 h 66"/>
                    <a:gd name="T14" fmla="*/ 104 w 138"/>
                    <a:gd name="T15" fmla="*/ 24 h 66"/>
                    <a:gd name="T16" fmla="*/ 100 w 138"/>
                    <a:gd name="T17" fmla="*/ 22 h 66"/>
                    <a:gd name="T18" fmla="*/ 94 w 138"/>
                    <a:gd name="T19" fmla="*/ 24 h 66"/>
                    <a:gd name="T20" fmla="*/ 90 w 138"/>
                    <a:gd name="T21" fmla="*/ 24 h 66"/>
                    <a:gd name="T22" fmla="*/ 84 w 138"/>
                    <a:gd name="T23" fmla="*/ 22 h 66"/>
                    <a:gd name="T24" fmla="*/ 76 w 138"/>
                    <a:gd name="T25" fmla="*/ 20 h 66"/>
                    <a:gd name="T26" fmla="*/ 60 w 138"/>
                    <a:gd name="T27" fmla="*/ 14 h 66"/>
                    <a:gd name="T28" fmla="*/ 46 w 138"/>
                    <a:gd name="T29" fmla="*/ 8 h 66"/>
                    <a:gd name="T30" fmla="*/ 36 w 138"/>
                    <a:gd name="T31" fmla="*/ 4 h 66"/>
                    <a:gd name="T32" fmla="*/ 30 w 138"/>
                    <a:gd name="T33" fmla="*/ 0 h 66"/>
                    <a:gd name="T34" fmla="*/ 28 w 138"/>
                    <a:gd name="T35" fmla="*/ 2 h 66"/>
                    <a:gd name="T36" fmla="*/ 28 w 138"/>
                    <a:gd name="T37" fmla="*/ 4 h 66"/>
                    <a:gd name="T38" fmla="*/ 26 w 138"/>
                    <a:gd name="T39" fmla="*/ 6 h 66"/>
                    <a:gd name="T40" fmla="*/ 24 w 138"/>
                    <a:gd name="T41" fmla="*/ 4 h 66"/>
                    <a:gd name="T42" fmla="*/ 22 w 138"/>
                    <a:gd name="T43" fmla="*/ 4 h 66"/>
                    <a:gd name="T44" fmla="*/ 20 w 138"/>
                    <a:gd name="T45" fmla="*/ 0 h 66"/>
                    <a:gd name="T46" fmla="*/ 18 w 138"/>
                    <a:gd name="T47" fmla="*/ 0 h 66"/>
                    <a:gd name="T48" fmla="*/ 18 w 138"/>
                    <a:gd name="T49" fmla="*/ 4 h 66"/>
                    <a:gd name="T50" fmla="*/ 14 w 138"/>
                    <a:gd name="T51" fmla="*/ 6 h 66"/>
                    <a:gd name="T52" fmla="*/ 12 w 138"/>
                    <a:gd name="T53" fmla="*/ 6 h 66"/>
                    <a:gd name="T54" fmla="*/ 6 w 138"/>
                    <a:gd name="T55" fmla="*/ 6 h 66"/>
                    <a:gd name="T56" fmla="*/ 4 w 138"/>
                    <a:gd name="T57" fmla="*/ 8 h 66"/>
                    <a:gd name="T58" fmla="*/ 0 w 138"/>
                    <a:gd name="T59" fmla="*/ 8 h 66"/>
                    <a:gd name="T60" fmla="*/ 8 w 138"/>
                    <a:gd name="T61" fmla="*/ 20 h 66"/>
                    <a:gd name="T62" fmla="*/ 16 w 138"/>
                    <a:gd name="T63" fmla="*/ 42 h 66"/>
                    <a:gd name="T64" fmla="*/ 18 w 138"/>
                    <a:gd name="T65" fmla="*/ 42 h 66"/>
                    <a:gd name="T66" fmla="*/ 18 w 138"/>
                    <a:gd name="T67" fmla="*/ 44 h 66"/>
                    <a:gd name="T68" fmla="*/ 20 w 138"/>
                    <a:gd name="T69" fmla="*/ 46 h 66"/>
                    <a:gd name="T70" fmla="*/ 24 w 138"/>
                    <a:gd name="T71" fmla="*/ 46 h 66"/>
                    <a:gd name="T72" fmla="*/ 30 w 138"/>
                    <a:gd name="T73" fmla="*/ 46 h 66"/>
                    <a:gd name="T74" fmla="*/ 34 w 138"/>
                    <a:gd name="T75" fmla="*/ 42 h 66"/>
                    <a:gd name="T76" fmla="*/ 42 w 138"/>
                    <a:gd name="T77" fmla="*/ 44 h 66"/>
                    <a:gd name="T78" fmla="*/ 42 w 138"/>
                    <a:gd name="T79" fmla="*/ 46 h 66"/>
                    <a:gd name="T80" fmla="*/ 44 w 138"/>
                    <a:gd name="T81" fmla="*/ 48 h 66"/>
                    <a:gd name="T82" fmla="*/ 52 w 138"/>
                    <a:gd name="T83" fmla="*/ 50 h 66"/>
                    <a:gd name="T84" fmla="*/ 60 w 138"/>
                    <a:gd name="T85" fmla="*/ 52 h 66"/>
                    <a:gd name="T86" fmla="*/ 62 w 138"/>
                    <a:gd name="T87" fmla="*/ 58 h 66"/>
                    <a:gd name="T88" fmla="*/ 68 w 138"/>
                    <a:gd name="T89" fmla="*/ 64 h 66"/>
                    <a:gd name="T90" fmla="*/ 72 w 138"/>
                    <a:gd name="T91" fmla="*/ 64 h 66"/>
                    <a:gd name="T92" fmla="*/ 78 w 138"/>
                    <a:gd name="T93" fmla="*/ 66 h 66"/>
                    <a:gd name="T94" fmla="*/ 86 w 138"/>
                    <a:gd name="T95" fmla="*/ 64 h 66"/>
                    <a:gd name="T96" fmla="*/ 90 w 138"/>
                    <a:gd name="T97" fmla="*/ 62 h 66"/>
                    <a:gd name="T98" fmla="*/ 98 w 138"/>
                    <a:gd name="T99" fmla="*/ 60 h 66"/>
                    <a:gd name="T100" fmla="*/ 102 w 138"/>
                    <a:gd name="T101" fmla="*/ 58 h 66"/>
                    <a:gd name="T102" fmla="*/ 104 w 138"/>
                    <a:gd name="T103" fmla="*/ 54 h 66"/>
                    <a:gd name="T104" fmla="*/ 104 w 138"/>
                    <a:gd name="T105" fmla="*/ 50 h 66"/>
                    <a:gd name="T106" fmla="*/ 108 w 138"/>
                    <a:gd name="T107" fmla="*/ 48 h 66"/>
                    <a:gd name="T108" fmla="*/ 112 w 138"/>
                    <a:gd name="T109" fmla="*/ 44 h 66"/>
                    <a:gd name="T110" fmla="*/ 118 w 138"/>
                    <a:gd name="T111" fmla="*/ 46 h 66"/>
                    <a:gd name="T112" fmla="*/ 126 w 138"/>
                    <a:gd name="T113" fmla="*/ 44 h 66"/>
                    <a:gd name="T114" fmla="*/ 130 w 138"/>
                    <a:gd name="T115" fmla="*/ 40 h 66"/>
                    <a:gd name="T116" fmla="*/ 136 w 138"/>
                    <a:gd name="T117" fmla="*/ 38 h 66"/>
                    <a:gd name="T118" fmla="*/ 138 w 138"/>
                    <a:gd name="T119" fmla="*/ 38 h 66"/>
                    <a:gd name="T120" fmla="*/ 136 w 138"/>
                    <a:gd name="T121" fmla="*/ 36 h 66"/>
                    <a:gd name="T122" fmla="*/ 136 w 138"/>
                    <a:gd name="T123" fmla="*/ 30 h 66"/>
                    <a:gd name="T124" fmla="*/ 138 w 138"/>
                    <a:gd name="T125" fmla="*/ 2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8" h="66">
                      <a:moveTo>
                        <a:pt x="138" y="24"/>
                      </a:moveTo>
                      <a:lnTo>
                        <a:pt x="134" y="22"/>
                      </a:lnTo>
                      <a:lnTo>
                        <a:pt x="132" y="20"/>
                      </a:lnTo>
                      <a:lnTo>
                        <a:pt x="130" y="18"/>
                      </a:lnTo>
                      <a:lnTo>
                        <a:pt x="128" y="16"/>
                      </a:lnTo>
                      <a:lnTo>
                        <a:pt x="126" y="16"/>
                      </a:lnTo>
                      <a:lnTo>
                        <a:pt x="122" y="12"/>
                      </a:lnTo>
                      <a:lnTo>
                        <a:pt x="118" y="12"/>
                      </a:lnTo>
                      <a:lnTo>
                        <a:pt x="114" y="14"/>
                      </a:lnTo>
                      <a:lnTo>
                        <a:pt x="110" y="14"/>
                      </a:lnTo>
                      <a:lnTo>
                        <a:pt x="108" y="16"/>
                      </a:lnTo>
                      <a:lnTo>
                        <a:pt x="106" y="18"/>
                      </a:lnTo>
                      <a:lnTo>
                        <a:pt x="104" y="18"/>
                      </a:lnTo>
                      <a:lnTo>
                        <a:pt x="104" y="20"/>
                      </a:lnTo>
                      <a:lnTo>
                        <a:pt x="104" y="22"/>
                      </a:lnTo>
                      <a:lnTo>
                        <a:pt x="104" y="24"/>
                      </a:lnTo>
                      <a:lnTo>
                        <a:pt x="102" y="24"/>
                      </a:lnTo>
                      <a:lnTo>
                        <a:pt x="100" y="22"/>
                      </a:lnTo>
                      <a:lnTo>
                        <a:pt x="96" y="22"/>
                      </a:lnTo>
                      <a:lnTo>
                        <a:pt x="94" y="24"/>
                      </a:lnTo>
                      <a:lnTo>
                        <a:pt x="92" y="24"/>
                      </a:lnTo>
                      <a:lnTo>
                        <a:pt x="90" y="24"/>
                      </a:lnTo>
                      <a:lnTo>
                        <a:pt x="84" y="26"/>
                      </a:lnTo>
                      <a:lnTo>
                        <a:pt x="84" y="22"/>
                      </a:lnTo>
                      <a:lnTo>
                        <a:pt x="80" y="22"/>
                      </a:lnTo>
                      <a:lnTo>
                        <a:pt x="76" y="20"/>
                      </a:lnTo>
                      <a:lnTo>
                        <a:pt x="68" y="14"/>
                      </a:lnTo>
                      <a:lnTo>
                        <a:pt x="60" y="14"/>
                      </a:lnTo>
                      <a:lnTo>
                        <a:pt x="58" y="8"/>
                      </a:lnTo>
                      <a:lnTo>
                        <a:pt x="46" y="8"/>
                      </a:lnTo>
                      <a:lnTo>
                        <a:pt x="42" y="4"/>
                      </a:lnTo>
                      <a:lnTo>
                        <a:pt x="36" y="4"/>
                      </a:lnTo>
                      <a:lnTo>
                        <a:pt x="34" y="0"/>
                      </a:lnTo>
                      <a:lnTo>
                        <a:pt x="30" y="0"/>
                      </a:lnTo>
                      <a:lnTo>
                        <a:pt x="30" y="2"/>
                      </a:lnTo>
                      <a:lnTo>
                        <a:pt x="28" y="2"/>
                      </a:lnTo>
                      <a:lnTo>
                        <a:pt x="28" y="4"/>
                      </a:lnTo>
                      <a:lnTo>
                        <a:pt x="28" y="4"/>
                      </a:lnTo>
                      <a:lnTo>
                        <a:pt x="28" y="6"/>
                      </a:lnTo>
                      <a:lnTo>
                        <a:pt x="26" y="6"/>
                      </a:lnTo>
                      <a:lnTo>
                        <a:pt x="24" y="6"/>
                      </a:lnTo>
                      <a:lnTo>
                        <a:pt x="24" y="4"/>
                      </a:lnTo>
                      <a:lnTo>
                        <a:pt x="22" y="4"/>
                      </a:lnTo>
                      <a:lnTo>
                        <a:pt x="22" y="4"/>
                      </a:lnTo>
                      <a:lnTo>
                        <a:pt x="22" y="2"/>
                      </a:lnTo>
                      <a:lnTo>
                        <a:pt x="20" y="0"/>
                      </a:lnTo>
                      <a:lnTo>
                        <a:pt x="18" y="0"/>
                      </a:lnTo>
                      <a:lnTo>
                        <a:pt x="18" y="0"/>
                      </a:lnTo>
                      <a:lnTo>
                        <a:pt x="20" y="4"/>
                      </a:lnTo>
                      <a:lnTo>
                        <a:pt x="18" y="4"/>
                      </a:lnTo>
                      <a:lnTo>
                        <a:pt x="16" y="4"/>
                      </a:lnTo>
                      <a:lnTo>
                        <a:pt x="14" y="6"/>
                      </a:lnTo>
                      <a:lnTo>
                        <a:pt x="12" y="6"/>
                      </a:lnTo>
                      <a:lnTo>
                        <a:pt x="12" y="6"/>
                      </a:lnTo>
                      <a:lnTo>
                        <a:pt x="8" y="6"/>
                      </a:lnTo>
                      <a:lnTo>
                        <a:pt x="6" y="6"/>
                      </a:lnTo>
                      <a:lnTo>
                        <a:pt x="6" y="8"/>
                      </a:lnTo>
                      <a:lnTo>
                        <a:pt x="4" y="8"/>
                      </a:lnTo>
                      <a:lnTo>
                        <a:pt x="2" y="8"/>
                      </a:lnTo>
                      <a:lnTo>
                        <a:pt x="0" y="8"/>
                      </a:lnTo>
                      <a:lnTo>
                        <a:pt x="0" y="18"/>
                      </a:lnTo>
                      <a:lnTo>
                        <a:pt x="8" y="20"/>
                      </a:lnTo>
                      <a:lnTo>
                        <a:pt x="12" y="26"/>
                      </a:lnTo>
                      <a:lnTo>
                        <a:pt x="16" y="42"/>
                      </a:lnTo>
                      <a:lnTo>
                        <a:pt x="16" y="42"/>
                      </a:lnTo>
                      <a:lnTo>
                        <a:pt x="18" y="42"/>
                      </a:lnTo>
                      <a:lnTo>
                        <a:pt x="18" y="44"/>
                      </a:lnTo>
                      <a:lnTo>
                        <a:pt x="18" y="44"/>
                      </a:lnTo>
                      <a:lnTo>
                        <a:pt x="18" y="46"/>
                      </a:lnTo>
                      <a:lnTo>
                        <a:pt x="20" y="46"/>
                      </a:lnTo>
                      <a:lnTo>
                        <a:pt x="22" y="46"/>
                      </a:lnTo>
                      <a:lnTo>
                        <a:pt x="24" y="46"/>
                      </a:lnTo>
                      <a:lnTo>
                        <a:pt x="26" y="48"/>
                      </a:lnTo>
                      <a:lnTo>
                        <a:pt x="30" y="46"/>
                      </a:lnTo>
                      <a:lnTo>
                        <a:pt x="32" y="46"/>
                      </a:lnTo>
                      <a:lnTo>
                        <a:pt x="34" y="42"/>
                      </a:lnTo>
                      <a:lnTo>
                        <a:pt x="42" y="42"/>
                      </a:lnTo>
                      <a:lnTo>
                        <a:pt x="42" y="44"/>
                      </a:lnTo>
                      <a:lnTo>
                        <a:pt x="42" y="44"/>
                      </a:lnTo>
                      <a:lnTo>
                        <a:pt x="42" y="46"/>
                      </a:lnTo>
                      <a:lnTo>
                        <a:pt x="42" y="48"/>
                      </a:lnTo>
                      <a:lnTo>
                        <a:pt x="44" y="48"/>
                      </a:lnTo>
                      <a:lnTo>
                        <a:pt x="46" y="50"/>
                      </a:lnTo>
                      <a:lnTo>
                        <a:pt x="52" y="50"/>
                      </a:lnTo>
                      <a:lnTo>
                        <a:pt x="58" y="50"/>
                      </a:lnTo>
                      <a:lnTo>
                        <a:pt x="60" y="52"/>
                      </a:lnTo>
                      <a:lnTo>
                        <a:pt x="60" y="54"/>
                      </a:lnTo>
                      <a:lnTo>
                        <a:pt x="62" y="58"/>
                      </a:lnTo>
                      <a:lnTo>
                        <a:pt x="66" y="60"/>
                      </a:lnTo>
                      <a:lnTo>
                        <a:pt x="68" y="64"/>
                      </a:lnTo>
                      <a:lnTo>
                        <a:pt x="70" y="64"/>
                      </a:lnTo>
                      <a:lnTo>
                        <a:pt x="72" y="64"/>
                      </a:lnTo>
                      <a:lnTo>
                        <a:pt x="74" y="66"/>
                      </a:lnTo>
                      <a:lnTo>
                        <a:pt x="78" y="66"/>
                      </a:lnTo>
                      <a:lnTo>
                        <a:pt x="82" y="66"/>
                      </a:lnTo>
                      <a:lnTo>
                        <a:pt x="86" y="64"/>
                      </a:lnTo>
                      <a:lnTo>
                        <a:pt x="86" y="64"/>
                      </a:lnTo>
                      <a:lnTo>
                        <a:pt x="90" y="62"/>
                      </a:lnTo>
                      <a:lnTo>
                        <a:pt x="94" y="60"/>
                      </a:lnTo>
                      <a:lnTo>
                        <a:pt x="98" y="60"/>
                      </a:lnTo>
                      <a:lnTo>
                        <a:pt x="102" y="60"/>
                      </a:lnTo>
                      <a:lnTo>
                        <a:pt x="102" y="58"/>
                      </a:lnTo>
                      <a:lnTo>
                        <a:pt x="104" y="56"/>
                      </a:lnTo>
                      <a:lnTo>
                        <a:pt x="104" y="54"/>
                      </a:lnTo>
                      <a:lnTo>
                        <a:pt x="104" y="52"/>
                      </a:lnTo>
                      <a:lnTo>
                        <a:pt x="104" y="50"/>
                      </a:lnTo>
                      <a:lnTo>
                        <a:pt x="106" y="50"/>
                      </a:lnTo>
                      <a:lnTo>
                        <a:pt x="108" y="48"/>
                      </a:lnTo>
                      <a:lnTo>
                        <a:pt x="110" y="46"/>
                      </a:lnTo>
                      <a:lnTo>
                        <a:pt x="112" y="44"/>
                      </a:lnTo>
                      <a:lnTo>
                        <a:pt x="114" y="44"/>
                      </a:lnTo>
                      <a:lnTo>
                        <a:pt x="118" y="46"/>
                      </a:lnTo>
                      <a:lnTo>
                        <a:pt x="122" y="44"/>
                      </a:lnTo>
                      <a:lnTo>
                        <a:pt x="126" y="44"/>
                      </a:lnTo>
                      <a:lnTo>
                        <a:pt x="128" y="42"/>
                      </a:lnTo>
                      <a:lnTo>
                        <a:pt x="130" y="40"/>
                      </a:lnTo>
                      <a:lnTo>
                        <a:pt x="132" y="38"/>
                      </a:lnTo>
                      <a:lnTo>
                        <a:pt x="136" y="38"/>
                      </a:lnTo>
                      <a:lnTo>
                        <a:pt x="138" y="38"/>
                      </a:lnTo>
                      <a:lnTo>
                        <a:pt x="138" y="38"/>
                      </a:lnTo>
                      <a:lnTo>
                        <a:pt x="138" y="38"/>
                      </a:lnTo>
                      <a:lnTo>
                        <a:pt x="136" y="36"/>
                      </a:lnTo>
                      <a:lnTo>
                        <a:pt x="136" y="34"/>
                      </a:lnTo>
                      <a:lnTo>
                        <a:pt x="136" y="30"/>
                      </a:lnTo>
                      <a:lnTo>
                        <a:pt x="138" y="26"/>
                      </a:lnTo>
                      <a:lnTo>
                        <a:pt x="138" y="2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9" name="Freeform 431">
                  <a:extLst>
                    <a:ext uri="{FF2B5EF4-FFF2-40B4-BE49-F238E27FC236}">
                      <a16:creationId xmlns:a16="http://schemas.microsoft.com/office/drawing/2014/main" id="{386841FF-4614-0369-2FA6-77025E27082E}"/>
                    </a:ext>
                  </a:extLst>
                </p:cNvPr>
                <p:cNvSpPr/>
                <p:nvPr/>
              </p:nvSpPr>
              <p:spPr bwMode="gray">
                <a:xfrm>
                  <a:off x="1120273" y="3096349"/>
                  <a:ext cx="281412" cy="225718"/>
                </a:xfrm>
                <a:custGeom>
                  <a:avLst/>
                  <a:gdLst>
                    <a:gd name="T0" fmla="*/ 84 w 152"/>
                    <a:gd name="T1" fmla="*/ 2 h 122"/>
                    <a:gd name="T2" fmla="*/ 80 w 152"/>
                    <a:gd name="T3" fmla="*/ 10 h 122"/>
                    <a:gd name="T4" fmla="*/ 60 w 152"/>
                    <a:gd name="T5" fmla="*/ 18 h 122"/>
                    <a:gd name="T6" fmla="*/ 52 w 152"/>
                    <a:gd name="T7" fmla="*/ 18 h 122"/>
                    <a:gd name="T8" fmla="*/ 46 w 152"/>
                    <a:gd name="T9" fmla="*/ 16 h 122"/>
                    <a:gd name="T10" fmla="*/ 36 w 152"/>
                    <a:gd name="T11" fmla="*/ 22 h 122"/>
                    <a:gd name="T12" fmla="*/ 30 w 152"/>
                    <a:gd name="T13" fmla="*/ 28 h 122"/>
                    <a:gd name="T14" fmla="*/ 4 w 152"/>
                    <a:gd name="T15" fmla="*/ 36 h 122"/>
                    <a:gd name="T16" fmla="*/ 4 w 152"/>
                    <a:gd name="T17" fmla="*/ 48 h 122"/>
                    <a:gd name="T18" fmla="*/ 4 w 152"/>
                    <a:gd name="T19" fmla="*/ 52 h 122"/>
                    <a:gd name="T20" fmla="*/ 0 w 152"/>
                    <a:gd name="T21" fmla="*/ 56 h 122"/>
                    <a:gd name="T22" fmla="*/ 6 w 152"/>
                    <a:gd name="T23" fmla="*/ 62 h 122"/>
                    <a:gd name="T24" fmla="*/ 10 w 152"/>
                    <a:gd name="T25" fmla="*/ 66 h 122"/>
                    <a:gd name="T26" fmla="*/ 10 w 152"/>
                    <a:gd name="T27" fmla="*/ 72 h 122"/>
                    <a:gd name="T28" fmla="*/ 6 w 152"/>
                    <a:gd name="T29" fmla="*/ 76 h 122"/>
                    <a:gd name="T30" fmla="*/ 6 w 152"/>
                    <a:gd name="T31" fmla="*/ 78 h 122"/>
                    <a:gd name="T32" fmla="*/ 8 w 152"/>
                    <a:gd name="T33" fmla="*/ 84 h 122"/>
                    <a:gd name="T34" fmla="*/ 8 w 152"/>
                    <a:gd name="T35" fmla="*/ 90 h 122"/>
                    <a:gd name="T36" fmla="*/ 8 w 152"/>
                    <a:gd name="T37" fmla="*/ 94 h 122"/>
                    <a:gd name="T38" fmla="*/ 6 w 152"/>
                    <a:gd name="T39" fmla="*/ 100 h 122"/>
                    <a:gd name="T40" fmla="*/ 8 w 152"/>
                    <a:gd name="T41" fmla="*/ 100 h 122"/>
                    <a:gd name="T42" fmla="*/ 12 w 152"/>
                    <a:gd name="T43" fmla="*/ 102 h 122"/>
                    <a:gd name="T44" fmla="*/ 12 w 152"/>
                    <a:gd name="T45" fmla="*/ 98 h 122"/>
                    <a:gd name="T46" fmla="*/ 18 w 152"/>
                    <a:gd name="T47" fmla="*/ 96 h 122"/>
                    <a:gd name="T48" fmla="*/ 30 w 152"/>
                    <a:gd name="T49" fmla="*/ 104 h 122"/>
                    <a:gd name="T50" fmla="*/ 52 w 152"/>
                    <a:gd name="T51" fmla="*/ 110 h 122"/>
                    <a:gd name="T52" fmla="*/ 68 w 152"/>
                    <a:gd name="T53" fmla="*/ 118 h 122"/>
                    <a:gd name="T54" fmla="*/ 76 w 152"/>
                    <a:gd name="T55" fmla="*/ 120 h 122"/>
                    <a:gd name="T56" fmla="*/ 84 w 152"/>
                    <a:gd name="T57" fmla="*/ 118 h 122"/>
                    <a:gd name="T58" fmla="*/ 88 w 152"/>
                    <a:gd name="T59" fmla="*/ 118 h 122"/>
                    <a:gd name="T60" fmla="*/ 90 w 152"/>
                    <a:gd name="T61" fmla="*/ 114 h 122"/>
                    <a:gd name="T62" fmla="*/ 98 w 152"/>
                    <a:gd name="T63" fmla="*/ 110 h 122"/>
                    <a:gd name="T64" fmla="*/ 110 w 152"/>
                    <a:gd name="T65" fmla="*/ 112 h 122"/>
                    <a:gd name="T66" fmla="*/ 116 w 152"/>
                    <a:gd name="T67" fmla="*/ 116 h 122"/>
                    <a:gd name="T68" fmla="*/ 124 w 152"/>
                    <a:gd name="T69" fmla="*/ 120 h 122"/>
                    <a:gd name="T70" fmla="*/ 128 w 152"/>
                    <a:gd name="T71" fmla="*/ 118 h 122"/>
                    <a:gd name="T72" fmla="*/ 150 w 152"/>
                    <a:gd name="T73" fmla="*/ 104 h 122"/>
                    <a:gd name="T74" fmla="*/ 152 w 152"/>
                    <a:gd name="T75" fmla="*/ 100 h 122"/>
                    <a:gd name="T76" fmla="*/ 146 w 152"/>
                    <a:gd name="T77" fmla="*/ 86 h 122"/>
                    <a:gd name="T78" fmla="*/ 142 w 152"/>
                    <a:gd name="T79" fmla="*/ 78 h 122"/>
                    <a:gd name="T80" fmla="*/ 132 w 152"/>
                    <a:gd name="T81" fmla="*/ 64 h 122"/>
                    <a:gd name="T82" fmla="*/ 126 w 152"/>
                    <a:gd name="T83" fmla="*/ 58 h 122"/>
                    <a:gd name="T84" fmla="*/ 132 w 152"/>
                    <a:gd name="T85" fmla="*/ 54 h 122"/>
                    <a:gd name="T86" fmla="*/ 134 w 152"/>
                    <a:gd name="T87" fmla="*/ 40 h 122"/>
                    <a:gd name="T88" fmla="*/ 130 w 152"/>
                    <a:gd name="T89" fmla="*/ 32 h 122"/>
                    <a:gd name="T90" fmla="*/ 124 w 152"/>
                    <a:gd name="T91" fmla="*/ 18 h 122"/>
                    <a:gd name="T92" fmla="*/ 116 w 152"/>
                    <a:gd name="T93" fmla="*/ 12 h 122"/>
                    <a:gd name="T94" fmla="*/ 112 w 152"/>
                    <a:gd name="T95" fmla="*/ 6 h 122"/>
                    <a:gd name="T96" fmla="*/ 104 w 152"/>
                    <a:gd name="T97" fmla="*/ 8 h 122"/>
                    <a:gd name="T98" fmla="*/ 94 w 152"/>
                    <a:gd name="T99" fmla="*/ 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2" h="122">
                      <a:moveTo>
                        <a:pt x="90" y="4"/>
                      </a:moveTo>
                      <a:lnTo>
                        <a:pt x="84" y="0"/>
                      </a:lnTo>
                      <a:lnTo>
                        <a:pt x="84" y="2"/>
                      </a:lnTo>
                      <a:lnTo>
                        <a:pt x="82" y="4"/>
                      </a:lnTo>
                      <a:lnTo>
                        <a:pt x="82" y="8"/>
                      </a:lnTo>
                      <a:lnTo>
                        <a:pt x="80" y="10"/>
                      </a:lnTo>
                      <a:lnTo>
                        <a:pt x="78" y="12"/>
                      </a:lnTo>
                      <a:lnTo>
                        <a:pt x="78" y="12"/>
                      </a:lnTo>
                      <a:lnTo>
                        <a:pt x="60" y="18"/>
                      </a:lnTo>
                      <a:lnTo>
                        <a:pt x="56" y="18"/>
                      </a:lnTo>
                      <a:lnTo>
                        <a:pt x="52" y="18"/>
                      </a:lnTo>
                      <a:lnTo>
                        <a:pt x="52" y="18"/>
                      </a:lnTo>
                      <a:lnTo>
                        <a:pt x="52" y="16"/>
                      </a:lnTo>
                      <a:lnTo>
                        <a:pt x="48" y="16"/>
                      </a:lnTo>
                      <a:lnTo>
                        <a:pt x="46" y="16"/>
                      </a:lnTo>
                      <a:lnTo>
                        <a:pt x="42" y="16"/>
                      </a:lnTo>
                      <a:lnTo>
                        <a:pt x="38" y="20"/>
                      </a:lnTo>
                      <a:lnTo>
                        <a:pt x="36" y="22"/>
                      </a:lnTo>
                      <a:lnTo>
                        <a:pt x="32" y="24"/>
                      </a:lnTo>
                      <a:lnTo>
                        <a:pt x="30" y="26"/>
                      </a:lnTo>
                      <a:lnTo>
                        <a:pt x="30" y="28"/>
                      </a:lnTo>
                      <a:lnTo>
                        <a:pt x="4" y="32"/>
                      </a:lnTo>
                      <a:lnTo>
                        <a:pt x="4" y="32"/>
                      </a:lnTo>
                      <a:lnTo>
                        <a:pt x="4" y="36"/>
                      </a:lnTo>
                      <a:lnTo>
                        <a:pt x="4" y="40"/>
                      </a:lnTo>
                      <a:lnTo>
                        <a:pt x="4" y="44"/>
                      </a:lnTo>
                      <a:lnTo>
                        <a:pt x="4" y="48"/>
                      </a:lnTo>
                      <a:lnTo>
                        <a:pt x="4" y="48"/>
                      </a:lnTo>
                      <a:lnTo>
                        <a:pt x="4" y="50"/>
                      </a:lnTo>
                      <a:lnTo>
                        <a:pt x="4" y="52"/>
                      </a:lnTo>
                      <a:lnTo>
                        <a:pt x="4" y="54"/>
                      </a:lnTo>
                      <a:lnTo>
                        <a:pt x="0" y="54"/>
                      </a:lnTo>
                      <a:lnTo>
                        <a:pt x="0" y="56"/>
                      </a:lnTo>
                      <a:lnTo>
                        <a:pt x="2" y="56"/>
                      </a:lnTo>
                      <a:lnTo>
                        <a:pt x="4" y="60"/>
                      </a:lnTo>
                      <a:lnTo>
                        <a:pt x="6" y="62"/>
                      </a:lnTo>
                      <a:lnTo>
                        <a:pt x="8" y="62"/>
                      </a:lnTo>
                      <a:lnTo>
                        <a:pt x="8" y="64"/>
                      </a:lnTo>
                      <a:lnTo>
                        <a:pt x="10" y="66"/>
                      </a:lnTo>
                      <a:lnTo>
                        <a:pt x="12" y="68"/>
                      </a:lnTo>
                      <a:lnTo>
                        <a:pt x="12" y="70"/>
                      </a:lnTo>
                      <a:lnTo>
                        <a:pt x="10" y="72"/>
                      </a:lnTo>
                      <a:lnTo>
                        <a:pt x="10" y="72"/>
                      </a:lnTo>
                      <a:lnTo>
                        <a:pt x="8" y="74"/>
                      </a:lnTo>
                      <a:lnTo>
                        <a:pt x="6" y="76"/>
                      </a:lnTo>
                      <a:lnTo>
                        <a:pt x="6" y="76"/>
                      </a:lnTo>
                      <a:lnTo>
                        <a:pt x="6" y="78"/>
                      </a:lnTo>
                      <a:lnTo>
                        <a:pt x="6" y="78"/>
                      </a:lnTo>
                      <a:lnTo>
                        <a:pt x="8" y="80"/>
                      </a:lnTo>
                      <a:lnTo>
                        <a:pt x="8" y="82"/>
                      </a:lnTo>
                      <a:lnTo>
                        <a:pt x="8" y="84"/>
                      </a:lnTo>
                      <a:lnTo>
                        <a:pt x="6" y="86"/>
                      </a:lnTo>
                      <a:lnTo>
                        <a:pt x="6" y="88"/>
                      </a:lnTo>
                      <a:lnTo>
                        <a:pt x="8" y="90"/>
                      </a:lnTo>
                      <a:lnTo>
                        <a:pt x="6" y="90"/>
                      </a:lnTo>
                      <a:lnTo>
                        <a:pt x="6" y="92"/>
                      </a:lnTo>
                      <a:lnTo>
                        <a:pt x="8" y="94"/>
                      </a:lnTo>
                      <a:lnTo>
                        <a:pt x="8" y="96"/>
                      </a:lnTo>
                      <a:lnTo>
                        <a:pt x="8" y="98"/>
                      </a:lnTo>
                      <a:lnTo>
                        <a:pt x="6" y="100"/>
                      </a:lnTo>
                      <a:lnTo>
                        <a:pt x="6" y="100"/>
                      </a:lnTo>
                      <a:lnTo>
                        <a:pt x="6" y="100"/>
                      </a:lnTo>
                      <a:lnTo>
                        <a:pt x="8" y="100"/>
                      </a:lnTo>
                      <a:lnTo>
                        <a:pt x="8" y="102"/>
                      </a:lnTo>
                      <a:lnTo>
                        <a:pt x="10" y="102"/>
                      </a:lnTo>
                      <a:lnTo>
                        <a:pt x="12" y="102"/>
                      </a:lnTo>
                      <a:lnTo>
                        <a:pt x="12" y="100"/>
                      </a:lnTo>
                      <a:lnTo>
                        <a:pt x="12" y="100"/>
                      </a:lnTo>
                      <a:lnTo>
                        <a:pt x="12" y="98"/>
                      </a:lnTo>
                      <a:lnTo>
                        <a:pt x="14" y="98"/>
                      </a:lnTo>
                      <a:lnTo>
                        <a:pt x="14" y="96"/>
                      </a:lnTo>
                      <a:lnTo>
                        <a:pt x="18" y="96"/>
                      </a:lnTo>
                      <a:lnTo>
                        <a:pt x="20" y="100"/>
                      </a:lnTo>
                      <a:lnTo>
                        <a:pt x="26" y="100"/>
                      </a:lnTo>
                      <a:lnTo>
                        <a:pt x="30" y="104"/>
                      </a:lnTo>
                      <a:lnTo>
                        <a:pt x="42" y="104"/>
                      </a:lnTo>
                      <a:lnTo>
                        <a:pt x="44" y="110"/>
                      </a:lnTo>
                      <a:lnTo>
                        <a:pt x="52" y="110"/>
                      </a:lnTo>
                      <a:lnTo>
                        <a:pt x="60" y="116"/>
                      </a:lnTo>
                      <a:lnTo>
                        <a:pt x="64" y="118"/>
                      </a:lnTo>
                      <a:lnTo>
                        <a:pt x="68" y="118"/>
                      </a:lnTo>
                      <a:lnTo>
                        <a:pt x="68" y="122"/>
                      </a:lnTo>
                      <a:lnTo>
                        <a:pt x="74" y="120"/>
                      </a:lnTo>
                      <a:lnTo>
                        <a:pt x="76" y="120"/>
                      </a:lnTo>
                      <a:lnTo>
                        <a:pt x="78" y="120"/>
                      </a:lnTo>
                      <a:lnTo>
                        <a:pt x="80" y="118"/>
                      </a:lnTo>
                      <a:lnTo>
                        <a:pt x="84" y="118"/>
                      </a:lnTo>
                      <a:lnTo>
                        <a:pt x="86" y="120"/>
                      </a:lnTo>
                      <a:lnTo>
                        <a:pt x="88" y="120"/>
                      </a:lnTo>
                      <a:lnTo>
                        <a:pt x="88" y="118"/>
                      </a:lnTo>
                      <a:lnTo>
                        <a:pt x="88" y="116"/>
                      </a:lnTo>
                      <a:lnTo>
                        <a:pt x="88" y="114"/>
                      </a:lnTo>
                      <a:lnTo>
                        <a:pt x="90" y="114"/>
                      </a:lnTo>
                      <a:lnTo>
                        <a:pt x="92" y="112"/>
                      </a:lnTo>
                      <a:lnTo>
                        <a:pt x="94" y="110"/>
                      </a:lnTo>
                      <a:lnTo>
                        <a:pt x="98" y="110"/>
                      </a:lnTo>
                      <a:lnTo>
                        <a:pt x="102" y="108"/>
                      </a:lnTo>
                      <a:lnTo>
                        <a:pt x="106" y="108"/>
                      </a:lnTo>
                      <a:lnTo>
                        <a:pt x="110" y="112"/>
                      </a:lnTo>
                      <a:lnTo>
                        <a:pt x="112" y="112"/>
                      </a:lnTo>
                      <a:lnTo>
                        <a:pt x="114" y="114"/>
                      </a:lnTo>
                      <a:lnTo>
                        <a:pt x="116" y="116"/>
                      </a:lnTo>
                      <a:lnTo>
                        <a:pt x="118" y="118"/>
                      </a:lnTo>
                      <a:lnTo>
                        <a:pt x="122" y="120"/>
                      </a:lnTo>
                      <a:lnTo>
                        <a:pt x="124" y="120"/>
                      </a:lnTo>
                      <a:lnTo>
                        <a:pt x="126" y="120"/>
                      </a:lnTo>
                      <a:lnTo>
                        <a:pt x="128" y="120"/>
                      </a:lnTo>
                      <a:lnTo>
                        <a:pt x="128" y="118"/>
                      </a:lnTo>
                      <a:lnTo>
                        <a:pt x="150" y="104"/>
                      </a:lnTo>
                      <a:lnTo>
                        <a:pt x="150" y="104"/>
                      </a:lnTo>
                      <a:lnTo>
                        <a:pt x="150" y="104"/>
                      </a:lnTo>
                      <a:lnTo>
                        <a:pt x="150" y="104"/>
                      </a:lnTo>
                      <a:lnTo>
                        <a:pt x="152" y="102"/>
                      </a:lnTo>
                      <a:lnTo>
                        <a:pt x="152" y="100"/>
                      </a:lnTo>
                      <a:lnTo>
                        <a:pt x="150" y="98"/>
                      </a:lnTo>
                      <a:lnTo>
                        <a:pt x="148" y="92"/>
                      </a:lnTo>
                      <a:lnTo>
                        <a:pt x="146" y="86"/>
                      </a:lnTo>
                      <a:lnTo>
                        <a:pt x="146" y="84"/>
                      </a:lnTo>
                      <a:lnTo>
                        <a:pt x="144" y="82"/>
                      </a:lnTo>
                      <a:lnTo>
                        <a:pt x="142" y="78"/>
                      </a:lnTo>
                      <a:lnTo>
                        <a:pt x="140" y="72"/>
                      </a:lnTo>
                      <a:lnTo>
                        <a:pt x="136" y="68"/>
                      </a:lnTo>
                      <a:lnTo>
                        <a:pt x="132" y="64"/>
                      </a:lnTo>
                      <a:lnTo>
                        <a:pt x="130" y="60"/>
                      </a:lnTo>
                      <a:lnTo>
                        <a:pt x="126" y="58"/>
                      </a:lnTo>
                      <a:lnTo>
                        <a:pt x="126" y="58"/>
                      </a:lnTo>
                      <a:lnTo>
                        <a:pt x="128" y="58"/>
                      </a:lnTo>
                      <a:lnTo>
                        <a:pt x="130" y="56"/>
                      </a:lnTo>
                      <a:lnTo>
                        <a:pt x="132" y="54"/>
                      </a:lnTo>
                      <a:lnTo>
                        <a:pt x="134" y="50"/>
                      </a:lnTo>
                      <a:lnTo>
                        <a:pt x="136" y="46"/>
                      </a:lnTo>
                      <a:lnTo>
                        <a:pt x="134" y="40"/>
                      </a:lnTo>
                      <a:lnTo>
                        <a:pt x="134" y="40"/>
                      </a:lnTo>
                      <a:lnTo>
                        <a:pt x="132" y="36"/>
                      </a:lnTo>
                      <a:lnTo>
                        <a:pt x="130" y="32"/>
                      </a:lnTo>
                      <a:lnTo>
                        <a:pt x="128" y="28"/>
                      </a:lnTo>
                      <a:lnTo>
                        <a:pt x="126" y="22"/>
                      </a:lnTo>
                      <a:lnTo>
                        <a:pt x="124" y="18"/>
                      </a:lnTo>
                      <a:lnTo>
                        <a:pt x="122" y="16"/>
                      </a:lnTo>
                      <a:lnTo>
                        <a:pt x="120" y="14"/>
                      </a:lnTo>
                      <a:lnTo>
                        <a:pt x="116" y="12"/>
                      </a:lnTo>
                      <a:lnTo>
                        <a:pt x="114" y="10"/>
                      </a:lnTo>
                      <a:lnTo>
                        <a:pt x="112" y="8"/>
                      </a:lnTo>
                      <a:lnTo>
                        <a:pt x="112" y="6"/>
                      </a:lnTo>
                      <a:lnTo>
                        <a:pt x="110" y="6"/>
                      </a:lnTo>
                      <a:lnTo>
                        <a:pt x="108" y="8"/>
                      </a:lnTo>
                      <a:lnTo>
                        <a:pt x="104" y="8"/>
                      </a:lnTo>
                      <a:lnTo>
                        <a:pt x="98" y="8"/>
                      </a:lnTo>
                      <a:lnTo>
                        <a:pt x="98" y="8"/>
                      </a:lnTo>
                      <a:lnTo>
                        <a:pt x="94" y="8"/>
                      </a:lnTo>
                      <a:lnTo>
                        <a:pt x="92" y="6"/>
                      </a:lnTo>
                      <a:lnTo>
                        <a:pt x="90" y="4"/>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0" name="Freeform 432">
                  <a:extLst>
                    <a:ext uri="{FF2B5EF4-FFF2-40B4-BE49-F238E27FC236}">
                      <a16:creationId xmlns:a16="http://schemas.microsoft.com/office/drawing/2014/main" id="{CFEF9480-F004-110A-5452-2B7D30951B94}"/>
                    </a:ext>
                  </a:extLst>
                </p:cNvPr>
                <p:cNvSpPr/>
                <p:nvPr/>
              </p:nvSpPr>
              <p:spPr bwMode="gray">
                <a:xfrm>
                  <a:off x="1301710" y="3351670"/>
                  <a:ext cx="188842" cy="155413"/>
                </a:xfrm>
                <a:custGeom>
                  <a:avLst/>
                  <a:gdLst>
                    <a:gd name="T0" fmla="*/ 20 w 102"/>
                    <a:gd name="T1" fmla="*/ 6 h 84"/>
                    <a:gd name="T2" fmla="*/ 26 w 102"/>
                    <a:gd name="T3" fmla="*/ 2 h 84"/>
                    <a:gd name="T4" fmla="*/ 38 w 102"/>
                    <a:gd name="T5" fmla="*/ 2 h 84"/>
                    <a:gd name="T6" fmla="*/ 48 w 102"/>
                    <a:gd name="T7" fmla="*/ 4 h 84"/>
                    <a:gd name="T8" fmla="*/ 52 w 102"/>
                    <a:gd name="T9" fmla="*/ 6 h 84"/>
                    <a:gd name="T10" fmla="*/ 60 w 102"/>
                    <a:gd name="T11" fmla="*/ 6 h 84"/>
                    <a:gd name="T12" fmla="*/ 68 w 102"/>
                    <a:gd name="T13" fmla="*/ 4 h 84"/>
                    <a:gd name="T14" fmla="*/ 72 w 102"/>
                    <a:gd name="T15" fmla="*/ 0 h 84"/>
                    <a:gd name="T16" fmla="*/ 76 w 102"/>
                    <a:gd name="T17" fmla="*/ 2 h 84"/>
                    <a:gd name="T18" fmla="*/ 84 w 102"/>
                    <a:gd name="T19" fmla="*/ 6 h 84"/>
                    <a:gd name="T20" fmla="*/ 92 w 102"/>
                    <a:gd name="T21" fmla="*/ 14 h 84"/>
                    <a:gd name="T22" fmla="*/ 94 w 102"/>
                    <a:gd name="T23" fmla="*/ 20 h 84"/>
                    <a:gd name="T24" fmla="*/ 96 w 102"/>
                    <a:gd name="T25" fmla="*/ 30 h 84"/>
                    <a:gd name="T26" fmla="*/ 98 w 102"/>
                    <a:gd name="T27" fmla="*/ 40 h 84"/>
                    <a:gd name="T28" fmla="*/ 96 w 102"/>
                    <a:gd name="T29" fmla="*/ 54 h 84"/>
                    <a:gd name="T30" fmla="*/ 98 w 102"/>
                    <a:gd name="T31" fmla="*/ 60 h 84"/>
                    <a:gd name="T32" fmla="*/ 102 w 102"/>
                    <a:gd name="T33" fmla="*/ 64 h 84"/>
                    <a:gd name="T34" fmla="*/ 100 w 102"/>
                    <a:gd name="T35" fmla="*/ 66 h 84"/>
                    <a:gd name="T36" fmla="*/ 100 w 102"/>
                    <a:gd name="T37" fmla="*/ 70 h 84"/>
                    <a:gd name="T38" fmla="*/ 100 w 102"/>
                    <a:gd name="T39" fmla="*/ 74 h 84"/>
                    <a:gd name="T40" fmla="*/ 100 w 102"/>
                    <a:gd name="T41" fmla="*/ 82 h 84"/>
                    <a:gd name="T42" fmla="*/ 100 w 102"/>
                    <a:gd name="T43" fmla="*/ 84 h 84"/>
                    <a:gd name="T44" fmla="*/ 94 w 102"/>
                    <a:gd name="T45" fmla="*/ 80 h 84"/>
                    <a:gd name="T46" fmla="*/ 88 w 102"/>
                    <a:gd name="T47" fmla="*/ 76 h 84"/>
                    <a:gd name="T48" fmla="*/ 74 w 102"/>
                    <a:gd name="T49" fmla="*/ 72 h 84"/>
                    <a:gd name="T50" fmla="*/ 72 w 102"/>
                    <a:gd name="T51" fmla="*/ 70 h 84"/>
                    <a:gd name="T52" fmla="*/ 64 w 102"/>
                    <a:gd name="T53" fmla="*/ 66 h 84"/>
                    <a:gd name="T54" fmla="*/ 60 w 102"/>
                    <a:gd name="T55" fmla="*/ 66 h 84"/>
                    <a:gd name="T56" fmla="*/ 48 w 102"/>
                    <a:gd name="T57" fmla="*/ 66 h 84"/>
                    <a:gd name="T58" fmla="*/ 34 w 102"/>
                    <a:gd name="T59" fmla="*/ 72 h 84"/>
                    <a:gd name="T60" fmla="*/ 32 w 102"/>
                    <a:gd name="T61" fmla="*/ 72 h 84"/>
                    <a:gd name="T62" fmla="*/ 26 w 102"/>
                    <a:gd name="T63" fmla="*/ 72 h 84"/>
                    <a:gd name="T64" fmla="*/ 16 w 102"/>
                    <a:gd name="T65" fmla="*/ 64 h 84"/>
                    <a:gd name="T66" fmla="*/ 8 w 102"/>
                    <a:gd name="T67" fmla="*/ 58 h 84"/>
                    <a:gd name="T68" fmla="*/ 0 w 102"/>
                    <a:gd name="T69" fmla="*/ 54 h 84"/>
                    <a:gd name="T70" fmla="*/ 4 w 102"/>
                    <a:gd name="T71" fmla="*/ 52 h 84"/>
                    <a:gd name="T72" fmla="*/ 10 w 102"/>
                    <a:gd name="T73" fmla="*/ 44 h 84"/>
                    <a:gd name="T74" fmla="*/ 16 w 102"/>
                    <a:gd name="T75" fmla="*/ 36 h 84"/>
                    <a:gd name="T76" fmla="*/ 16 w 102"/>
                    <a:gd name="T77" fmla="*/ 32 h 84"/>
                    <a:gd name="T78" fmla="*/ 18 w 102"/>
                    <a:gd name="T79" fmla="*/ 20 h 84"/>
                    <a:gd name="T80" fmla="*/ 18 w 102"/>
                    <a:gd name="T81" fmla="*/ 12 h 84"/>
                    <a:gd name="T82" fmla="*/ 20 w 102"/>
                    <a:gd name="T83"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2" h="84">
                      <a:moveTo>
                        <a:pt x="20" y="6"/>
                      </a:moveTo>
                      <a:lnTo>
                        <a:pt x="20" y="6"/>
                      </a:lnTo>
                      <a:lnTo>
                        <a:pt x="22" y="4"/>
                      </a:lnTo>
                      <a:lnTo>
                        <a:pt x="26" y="2"/>
                      </a:lnTo>
                      <a:lnTo>
                        <a:pt x="32" y="2"/>
                      </a:lnTo>
                      <a:lnTo>
                        <a:pt x="38" y="2"/>
                      </a:lnTo>
                      <a:lnTo>
                        <a:pt x="42" y="2"/>
                      </a:lnTo>
                      <a:lnTo>
                        <a:pt x="48" y="4"/>
                      </a:lnTo>
                      <a:lnTo>
                        <a:pt x="50" y="4"/>
                      </a:lnTo>
                      <a:lnTo>
                        <a:pt x="52" y="6"/>
                      </a:lnTo>
                      <a:lnTo>
                        <a:pt x="56" y="6"/>
                      </a:lnTo>
                      <a:lnTo>
                        <a:pt x="60" y="6"/>
                      </a:lnTo>
                      <a:lnTo>
                        <a:pt x="66" y="6"/>
                      </a:lnTo>
                      <a:lnTo>
                        <a:pt x="68" y="4"/>
                      </a:lnTo>
                      <a:lnTo>
                        <a:pt x="70" y="4"/>
                      </a:lnTo>
                      <a:lnTo>
                        <a:pt x="72" y="0"/>
                      </a:lnTo>
                      <a:lnTo>
                        <a:pt x="72" y="0"/>
                      </a:lnTo>
                      <a:lnTo>
                        <a:pt x="76" y="2"/>
                      </a:lnTo>
                      <a:lnTo>
                        <a:pt x="80" y="4"/>
                      </a:lnTo>
                      <a:lnTo>
                        <a:pt x="84" y="6"/>
                      </a:lnTo>
                      <a:lnTo>
                        <a:pt x="88" y="10"/>
                      </a:lnTo>
                      <a:lnTo>
                        <a:pt x="92" y="14"/>
                      </a:lnTo>
                      <a:lnTo>
                        <a:pt x="92" y="16"/>
                      </a:lnTo>
                      <a:lnTo>
                        <a:pt x="94" y="20"/>
                      </a:lnTo>
                      <a:lnTo>
                        <a:pt x="96" y="24"/>
                      </a:lnTo>
                      <a:lnTo>
                        <a:pt x="96" y="30"/>
                      </a:lnTo>
                      <a:lnTo>
                        <a:pt x="98" y="34"/>
                      </a:lnTo>
                      <a:lnTo>
                        <a:pt x="98" y="40"/>
                      </a:lnTo>
                      <a:lnTo>
                        <a:pt x="96" y="48"/>
                      </a:lnTo>
                      <a:lnTo>
                        <a:pt x="96" y="54"/>
                      </a:lnTo>
                      <a:lnTo>
                        <a:pt x="96" y="58"/>
                      </a:lnTo>
                      <a:lnTo>
                        <a:pt x="98" y="60"/>
                      </a:lnTo>
                      <a:lnTo>
                        <a:pt x="100" y="62"/>
                      </a:lnTo>
                      <a:lnTo>
                        <a:pt x="102" y="64"/>
                      </a:lnTo>
                      <a:lnTo>
                        <a:pt x="102" y="64"/>
                      </a:lnTo>
                      <a:lnTo>
                        <a:pt x="100" y="66"/>
                      </a:lnTo>
                      <a:lnTo>
                        <a:pt x="100" y="68"/>
                      </a:lnTo>
                      <a:lnTo>
                        <a:pt x="100" y="70"/>
                      </a:lnTo>
                      <a:lnTo>
                        <a:pt x="100" y="72"/>
                      </a:lnTo>
                      <a:lnTo>
                        <a:pt x="100" y="74"/>
                      </a:lnTo>
                      <a:lnTo>
                        <a:pt x="100" y="78"/>
                      </a:lnTo>
                      <a:lnTo>
                        <a:pt x="100" y="82"/>
                      </a:lnTo>
                      <a:lnTo>
                        <a:pt x="100" y="84"/>
                      </a:lnTo>
                      <a:lnTo>
                        <a:pt x="100" y="84"/>
                      </a:lnTo>
                      <a:lnTo>
                        <a:pt x="98" y="82"/>
                      </a:lnTo>
                      <a:lnTo>
                        <a:pt x="94" y="80"/>
                      </a:lnTo>
                      <a:lnTo>
                        <a:pt x="92" y="78"/>
                      </a:lnTo>
                      <a:lnTo>
                        <a:pt x="88" y="76"/>
                      </a:lnTo>
                      <a:lnTo>
                        <a:pt x="84" y="76"/>
                      </a:lnTo>
                      <a:lnTo>
                        <a:pt x="74" y="72"/>
                      </a:lnTo>
                      <a:lnTo>
                        <a:pt x="74" y="70"/>
                      </a:lnTo>
                      <a:lnTo>
                        <a:pt x="72" y="70"/>
                      </a:lnTo>
                      <a:lnTo>
                        <a:pt x="68" y="68"/>
                      </a:lnTo>
                      <a:lnTo>
                        <a:pt x="64" y="66"/>
                      </a:lnTo>
                      <a:lnTo>
                        <a:pt x="60" y="66"/>
                      </a:lnTo>
                      <a:lnTo>
                        <a:pt x="60" y="66"/>
                      </a:lnTo>
                      <a:lnTo>
                        <a:pt x="54" y="66"/>
                      </a:lnTo>
                      <a:lnTo>
                        <a:pt x="48" y="66"/>
                      </a:lnTo>
                      <a:lnTo>
                        <a:pt x="42" y="68"/>
                      </a:lnTo>
                      <a:lnTo>
                        <a:pt x="34" y="72"/>
                      </a:lnTo>
                      <a:lnTo>
                        <a:pt x="34" y="72"/>
                      </a:lnTo>
                      <a:lnTo>
                        <a:pt x="32" y="72"/>
                      </a:lnTo>
                      <a:lnTo>
                        <a:pt x="30" y="72"/>
                      </a:lnTo>
                      <a:lnTo>
                        <a:pt x="26" y="72"/>
                      </a:lnTo>
                      <a:lnTo>
                        <a:pt x="22" y="68"/>
                      </a:lnTo>
                      <a:lnTo>
                        <a:pt x="16" y="64"/>
                      </a:lnTo>
                      <a:lnTo>
                        <a:pt x="8" y="58"/>
                      </a:lnTo>
                      <a:lnTo>
                        <a:pt x="8" y="58"/>
                      </a:lnTo>
                      <a:lnTo>
                        <a:pt x="4" y="56"/>
                      </a:lnTo>
                      <a:lnTo>
                        <a:pt x="0" y="54"/>
                      </a:lnTo>
                      <a:lnTo>
                        <a:pt x="2" y="54"/>
                      </a:lnTo>
                      <a:lnTo>
                        <a:pt x="4" y="52"/>
                      </a:lnTo>
                      <a:lnTo>
                        <a:pt x="8" y="48"/>
                      </a:lnTo>
                      <a:lnTo>
                        <a:pt x="10" y="44"/>
                      </a:lnTo>
                      <a:lnTo>
                        <a:pt x="14" y="40"/>
                      </a:lnTo>
                      <a:lnTo>
                        <a:pt x="16" y="36"/>
                      </a:lnTo>
                      <a:lnTo>
                        <a:pt x="16" y="34"/>
                      </a:lnTo>
                      <a:lnTo>
                        <a:pt x="16" y="32"/>
                      </a:lnTo>
                      <a:lnTo>
                        <a:pt x="16" y="26"/>
                      </a:lnTo>
                      <a:lnTo>
                        <a:pt x="18" y="20"/>
                      </a:lnTo>
                      <a:lnTo>
                        <a:pt x="18" y="14"/>
                      </a:lnTo>
                      <a:lnTo>
                        <a:pt x="18" y="12"/>
                      </a:lnTo>
                      <a:lnTo>
                        <a:pt x="20" y="10"/>
                      </a:lnTo>
                      <a:lnTo>
                        <a:pt x="20" y="6"/>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1" name="Freeform 433">
                  <a:extLst>
                    <a:ext uri="{FF2B5EF4-FFF2-40B4-BE49-F238E27FC236}">
                      <a16:creationId xmlns:a16="http://schemas.microsoft.com/office/drawing/2014/main" id="{28F84520-F533-1941-1418-9BC12DB92708}"/>
                    </a:ext>
                  </a:extLst>
                </p:cNvPr>
                <p:cNvSpPr/>
                <p:nvPr/>
              </p:nvSpPr>
              <p:spPr bwMode="gray">
                <a:xfrm>
                  <a:off x="1412794" y="3577388"/>
                  <a:ext cx="77759" cy="81407"/>
                </a:xfrm>
                <a:custGeom>
                  <a:avLst/>
                  <a:gdLst>
                    <a:gd name="T0" fmla="*/ 26 w 42"/>
                    <a:gd name="T1" fmla="*/ 0 h 44"/>
                    <a:gd name="T2" fmla="*/ 26 w 42"/>
                    <a:gd name="T3" fmla="*/ 2 h 44"/>
                    <a:gd name="T4" fmla="*/ 26 w 42"/>
                    <a:gd name="T5" fmla="*/ 2 h 44"/>
                    <a:gd name="T6" fmla="*/ 26 w 42"/>
                    <a:gd name="T7" fmla="*/ 4 h 44"/>
                    <a:gd name="T8" fmla="*/ 28 w 42"/>
                    <a:gd name="T9" fmla="*/ 6 h 44"/>
                    <a:gd name="T10" fmla="*/ 32 w 42"/>
                    <a:gd name="T11" fmla="*/ 10 h 44"/>
                    <a:gd name="T12" fmla="*/ 36 w 42"/>
                    <a:gd name="T13" fmla="*/ 14 h 44"/>
                    <a:gd name="T14" fmla="*/ 42 w 42"/>
                    <a:gd name="T15" fmla="*/ 22 h 44"/>
                    <a:gd name="T16" fmla="*/ 40 w 42"/>
                    <a:gd name="T17" fmla="*/ 22 h 44"/>
                    <a:gd name="T18" fmla="*/ 40 w 42"/>
                    <a:gd name="T19" fmla="*/ 24 h 44"/>
                    <a:gd name="T20" fmla="*/ 38 w 42"/>
                    <a:gd name="T21" fmla="*/ 28 h 44"/>
                    <a:gd name="T22" fmla="*/ 36 w 42"/>
                    <a:gd name="T23" fmla="*/ 30 h 44"/>
                    <a:gd name="T24" fmla="*/ 34 w 42"/>
                    <a:gd name="T25" fmla="*/ 30 h 44"/>
                    <a:gd name="T26" fmla="*/ 34 w 42"/>
                    <a:gd name="T27" fmla="*/ 30 h 44"/>
                    <a:gd name="T28" fmla="*/ 30 w 42"/>
                    <a:gd name="T29" fmla="*/ 30 h 44"/>
                    <a:gd name="T30" fmla="*/ 28 w 42"/>
                    <a:gd name="T31" fmla="*/ 32 h 44"/>
                    <a:gd name="T32" fmla="*/ 24 w 42"/>
                    <a:gd name="T33" fmla="*/ 32 h 44"/>
                    <a:gd name="T34" fmla="*/ 22 w 42"/>
                    <a:gd name="T35" fmla="*/ 32 h 44"/>
                    <a:gd name="T36" fmla="*/ 22 w 42"/>
                    <a:gd name="T37" fmla="*/ 32 h 44"/>
                    <a:gd name="T38" fmla="*/ 20 w 42"/>
                    <a:gd name="T39" fmla="*/ 34 h 44"/>
                    <a:gd name="T40" fmla="*/ 18 w 42"/>
                    <a:gd name="T41" fmla="*/ 36 h 44"/>
                    <a:gd name="T42" fmla="*/ 16 w 42"/>
                    <a:gd name="T43" fmla="*/ 38 h 44"/>
                    <a:gd name="T44" fmla="*/ 16 w 42"/>
                    <a:gd name="T45" fmla="*/ 38 h 44"/>
                    <a:gd name="T46" fmla="*/ 14 w 42"/>
                    <a:gd name="T47" fmla="*/ 40 h 44"/>
                    <a:gd name="T48" fmla="*/ 12 w 42"/>
                    <a:gd name="T49" fmla="*/ 42 h 44"/>
                    <a:gd name="T50" fmla="*/ 10 w 42"/>
                    <a:gd name="T51" fmla="*/ 42 h 44"/>
                    <a:gd name="T52" fmla="*/ 10 w 42"/>
                    <a:gd name="T53" fmla="*/ 42 h 44"/>
                    <a:gd name="T54" fmla="*/ 8 w 42"/>
                    <a:gd name="T55" fmla="*/ 44 h 44"/>
                    <a:gd name="T56" fmla="*/ 4 w 42"/>
                    <a:gd name="T57" fmla="*/ 44 h 44"/>
                    <a:gd name="T58" fmla="*/ 2 w 42"/>
                    <a:gd name="T59" fmla="*/ 44 h 44"/>
                    <a:gd name="T60" fmla="*/ 0 w 42"/>
                    <a:gd name="T61" fmla="*/ 44 h 44"/>
                    <a:gd name="T62" fmla="*/ 2 w 42"/>
                    <a:gd name="T63" fmla="*/ 36 h 44"/>
                    <a:gd name="T64" fmla="*/ 2 w 42"/>
                    <a:gd name="T65" fmla="*/ 20 h 44"/>
                    <a:gd name="T66" fmla="*/ 2 w 42"/>
                    <a:gd name="T67" fmla="*/ 20 h 44"/>
                    <a:gd name="T68" fmla="*/ 4 w 42"/>
                    <a:gd name="T69" fmla="*/ 16 h 44"/>
                    <a:gd name="T70" fmla="*/ 4 w 42"/>
                    <a:gd name="T71" fmla="*/ 12 h 44"/>
                    <a:gd name="T72" fmla="*/ 8 w 42"/>
                    <a:gd name="T73" fmla="*/ 8 h 44"/>
                    <a:gd name="T74" fmla="*/ 12 w 42"/>
                    <a:gd name="T75" fmla="*/ 4 h 44"/>
                    <a:gd name="T76" fmla="*/ 14 w 42"/>
                    <a:gd name="T77" fmla="*/ 4 h 44"/>
                    <a:gd name="T78" fmla="*/ 16 w 42"/>
                    <a:gd name="T79" fmla="*/ 2 h 44"/>
                    <a:gd name="T80" fmla="*/ 20 w 42"/>
                    <a:gd name="T81" fmla="*/ 0 h 44"/>
                    <a:gd name="T82" fmla="*/ 26 w 42"/>
                    <a:gd name="T8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 h="44">
                      <a:moveTo>
                        <a:pt x="26" y="0"/>
                      </a:moveTo>
                      <a:lnTo>
                        <a:pt x="26" y="2"/>
                      </a:lnTo>
                      <a:lnTo>
                        <a:pt x="26" y="2"/>
                      </a:lnTo>
                      <a:lnTo>
                        <a:pt x="26" y="4"/>
                      </a:lnTo>
                      <a:lnTo>
                        <a:pt x="28" y="6"/>
                      </a:lnTo>
                      <a:lnTo>
                        <a:pt x="32" y="10"/>
                      </a:lnTo>
                      <a:lnTo>
                        <a:pt x="36" y="14"/>
                      </a:lnTo>
                      <a:lnTo>
                        <a:pt x="42" y="22"/>
                      </a:lnTo>
                      <a:lnTo>
                        <a:pt x="40" y="22"/>
                      </a:lnTo>
                      <a:lnTo>
                        <a:pt x="40" y="24"/>
                      </a:lnTo>
                      <a:lnTo>
                        <a:pt x="38" y="28"/>
                      </a:lnTo>
                      <a:lnTo>
                        <a:pt x="36" y="30"/>
                      </a:lnTo>
                      <a:lnTo>
                        <a:pt x="34" y="30"/>
                      </a:lnTo>
                      <a:lnTo>
                        <a:pt x="34" y="30"/>
                      </a:lnTo>
                      <a:lnTo>
                        <a:pt x="30" y="30"/>
                      </a:lnTo>
                      <a:lnTo>
                        <a:pt x="28" y="32"/>
                      </a:lnTo>
                      <a:lnTo>
                        <a:pt x="24" y="32"/>
                      </a:lnTo>
                      <a:lnTo>
                        <a:pt x="22" y="32"/>
                      </a:lnTo>
                      <a:lnTo>
                        <a:pt x="22" y="32"/>
                      </a:lnTo>
                      <a:lnTo>
                        <a:pt x="20" y="34"/>
                      </a:lnTo>
                      <a:lnTo>
                        <a:pt x="18" y="36"/>
                      </a:lnTo>
                      <a:lnTo>
                        <a:pt x="16" y="38"/>
                      </a:lnTo>
                      <a:lnTo>
                        <a:pt x="16" y="38"/>
                      </a:lnTo>
                      <a:lnTo>
                        <a:pt x="14" y="40"/>
                      </a:lnTo>
                      <a:lnTo>
                        <a:pt x="12" y="42"/>
                      </a:lnTo>
                      <a:lnTo>
                        <a:pt x="10" y="42"/>
                      </a:lnTo>
                      <a:lnTo>
                        <a:pt x="10" y="42"/>
                      </a:lnTo>
                      <a:lnTo>
                        <a:pt x="8" y="44"/>
                      </a:lnTo>
                      <a:lnTo>
                        <a:pt x="4" y="44"/>
                      </a:lnTo>
                      <a:lnTo>
                        <a:pt x="2" y="44"/>
                      </a:lnTo>
                      <a:lnTo>
                        <a:pt x="0" y="44"/>
                      </a:lnTo>
                      <a:lnTo>
                        <a:pt x="2" y="36"/>
                      </a:lnTo>
                      <a:lnTo>
                        <a:pt x="2" y="20"/>
                      </a:lnTo>
                      <a:lnTo>
                        <a:pt x="2" y="20"/>
                      </a:lnTo>
                      <a:lnTo>
                        <a:pt x="4" y="16"/>
                      </a:lnTo>
                      <a:lnTo>
                        <a:pt x="4" y="12"/>
                      </a:lnTo>
                      <a:lnTo>
                        <a:pt x="8" y="8"/>
                      </a:lnTo>
                      <a:lnTo>
                        <a:pt x="12" y="4"/>
                      </a:lnTo>
                      <a:lnTo>
                        <a:pt x="14" y="4"/>
                      </a:lnTo>
                      <a:lnTo>
                        <a:pt x="16" y="2"/>
                      </a:lnTo>
                      <a:lnTo>
                        <a:pt x="20" y="0"/>
                      </a:lnTo>
                      <a:lnTo>
                        <a:pt x="26" y="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2" name="Freeform 434">
                  <a:extLst>
                    <a:ext uri="{FF2B5EF4-FFF2-40B4-BE49-F238E27FC236}">
                      <a16:creationId xmlns:a16="http://schemas.microsoft.com/office/drawing/2014/main" id="{DCE1E304-23CB-12EF-C5B2-8896AC197993}"/>
                    </a:ext>
                  </a:extLst>
                </p:cNvPr>
                <p:cNvSpPr/>
                <p:nvPr/>
              </p:nvSpPr>
              <p:spPr bwMode="gray">
                <a:xfrm>
                  <a:off x="1609042" y="3906715"/>
                  <a:ext cx="499877" cy="429235"/>
                </a:xfrm>
                <a:custGeom>
                  <a:avLst/>
                  <a:gdLst>
                    <a:gd name="T0" fmla="*/ 34 w 270"/>
                    <a:gd name="T1" fmla="*/ 8 h 232"/>
                    <a:gd name="T2" fmla="*/ 42 w 270"/>
                    <a:gd name="T3" fmla="*/ 24 h 232"/>
                    <a:gd name="T4" fmla="*/ 36 w 270"/>
                    <a:gd name="T5" fmla="*/ 30 h 232"/>
                    <a:gd name="T6" fmla="*/ 30 w 270"/>
                    <a:gd name="T7" fmla="*/ 36 h 232"/>
                    <a:gd name="T8" fmla="*/ 26 w 270"/>
                    <a:gd name="T9" fmla="*/ 40 h 232"/>
                    <a:gd name="T10" fmla="*/ 0 w 270"/>
                    <a:gd name="T11" fmla="*/ 40 h 232"/>
                    <a:gd name="T12" fmla="*/ 6 w 270"/>
                    <a:gd name="T13" fmla="*/ 56 h 232"/>
                    <a:gd name="T14" fmla="*/ 8 w 270"/>
                    <a:gd name="T15" fmla="*/ 60 h 232"/>
                    <a:gd name="T16" fmla="*/ 12 w 270"/>
                    <a:gd name="T17" fmla="*/ 68 h 232"/>
                    <a:gd name="T18" fmla="*/ 18 w 270"/>
                    <a:gd name="T19" fmla="*/ 78 h 232"/>
                    <a:gd name="T20" fmla="*/ 26 w 270"/>
                    <a:gd name="T21" fmla="*/ 90 h 232"/>
                    <a:gd name="T22" fmla="*/ 38 w 270"/>
                    <a:gd name="T23" fmla="*/ 110 h 232"/>
                    <a:gd name="T24" fmla="*/ 42 w 270"/>
                    <a:gd name="T25" fmla="*/ 118 h 232"/>
                    <a:gd name="T26" fmla="*/ 52 w 270"/>
                    <a:gd name="T27" fmla="*/ 140 h 232"/>
                    <a:gd name="T28" fmla="*/ 68 w 270"/>
                    <a:gd name="T29" fmla="*/ 170 h 232"/>
                    <a:gd name="T30" fmla="*/ 80 w 270"/>
                    <a:gd name="T31" fmla="*/ 188 h 232"/>
                    <a:gd name="T32" fmla="*/ 92 w 270"/>
                    <a:gd name="T33" fmla="*/ 212 h 232"/>
                    <a:gd name="T34" fmla="*/ 96 w 270"/>
                    <a:gd name="T35" fmla="*/ 212 h 232"/>
                    <a:gd name="T36" fmla="*/ 100 w 270"/>
                    <a:gd name="T37" fmla="*/ 210 h 232"/>
                    <a:gd name="T38" fmla="*/ 104 w 270"/>
                    <a:gd name="T39" fmla="*/ 206 h 232"/>
                    <a:gd name="T40" fmla="*/ 104 w 270"/>
                    <a:gd name="T41" fmla="*/ 202 h 232"/>
                    <a:gd name="T42" fmla="*/ 106 w 270"/>
                    <a:gd name="T43" fmla="*/ 204 h 232"/>
                    <a:gd name="T44" fmla="*/ 110 w 270"/>
                    <a:gd name="T45" fmla="*/ 204 h 232"/>
                    <a:gd name="T46" fmla="*/ 136 w 270"/>
                    <a:gd name="T47" fmla="*/ 232 h 232"/>
                    <a:gd name="T48" fmla="*/ 140 w 270"/>
                    <a:gd name="T49" fmla="*/ 228 h 232"/>
                    <a:gd name="T50" fmla="*/ 146 w 270"/>
                    <a:gd name="T51" fmla="*/ 220 h 232"/>
                    <a:gd name="T52" fmla="*/ 152 w 270"/>
                    <a:gd name="T53" fmla="*/ 212 h 232"/>
                    <a:gd name="T54" fmla="*/ 158 w 270"/>
                    <a:gd name="T55" fmla="*/ 204 h 232"/>
                    <a:gd name="T56" fmla="*/ 166 w 270"/>
                    <a:gd name="T57" fmla="*/ 200 h 232"/>
                    <a:gd name="T58" fmla="*/ 194 w 270"/>
                    <a:gd name="T59" fmla="*/ 188 h 232"/>
                    <a:gd name="T60" fmla="*/ 220 w 270"/>
                    <a:gd name="T61" fmla="*/ 184 h 232"/>
                    <a:gd name="T62" fmla="*/ 224 w 270"/>
                    <a:gd name="T63" fmla="*/ 182 h 232"/>
                    <a:gd name="T64" fmla="*/ 248 w 270"/>
                    <a:gd name="T65" fmla="*/ 170 h 232"/>
                    <a:gd name="T66" fmla="*/ 268 w 270"/>
                    <a:gd name="T67" fmla="*/ 148 h 232"/>
                    <a:gd name="T68" fmla="*/ 268 w 270"/>
                    <a:gd name="T69" fmla="*/ 132 h 232"/>
                    <a:gd name="T70" fmla="*/ 268 w 270"/>
                    <a:gd name="T71" fmla="*/ 126 h 232"/>
                    <a:gd name="T72" fmla="*/ 270 w 270"/>
                    <a:gd name="T73" fmla="*/ 122 h 232"/>
                    <a:gd name="T74" fmla="*/ 234 w 270"/>
                    <a:gd name="T75" fmla="*/ 124 h 232"/>
                    <a:gd name="T76" fmla="*/ 232 w 270"/>
                    <a:gd name="T77" fmla="*/ 122 h 232"/>
                    <a:gd name="T78" fmla="*/ 228 w 270"/>
                    <a:gd name="T79" fmla="*/ 120 h 232"/>
                    <a:gd name="T80" fmla="*/ 228 w 270"/>
                    <a:gd name="T81" fmla="*/ 116 h 232"/>
                    <a:gd name="T82" fmla="*/ 220 w 270"/>
                    <a:gd name="T83" fmla="*/ 108 h 232"/>
                    <a:gd name="T84" fmla="*/ 216 w 270"/>
                    <a:gd name="T85" fmla="*/ 110 h 232"/>
                    <a:gd name="T86" fmla="*/ 210 w 270"/>
                    <a:gd name="T87" fmla="*/ 110 h 232"/>
                    <a:gd name="T88" fmla="*/ 206 w 270"/>
                    <a:gd name="T89" fmla="*/ 106 h 232"/>
                    <a:gd name="T90" fmla="*/ 202 w 270"/>
                    <a:gd name="T91" fmla="*/ 98 h 232"/>
                    <a:gd name="T92" fmla="*/ 196 w 270"/>
                    <a:gd name="T93" fmla="*/ 88 h 232"/>
                    <a:gd name="T94" fmla="*/ 192 w 270"/>
                    <a:gd name="T95" fmla="*/ 80 h 232"/>
                    <a:gd name="T96" fmla="*/ 172 w 270"/>
                    <a:gd name="T97" fmla="*/ 54 h 232"/>
                    <a:gd name="T98" fmla="*/ 154 w 270"/>
                    <a:gd name="T99" fmla="*/ 52 h 232"/>
                    <a:gd name="T100" fmla="*/ 150 w 270"/>
                    <a:gd name="T101" fmla="*/ 48 h 232"/>
                    <a:gd name="T102" fmla="*/ 144 w 270"/>
                    <a:gd name="T103" fmla="*/ 46 h 232"/>
                    <a:gd name="T104" fmla="*/ 138 w 270"/>
                    <a:gd name="T105" fmla="*/ 40 h 232"/>
                    <a:gd name="T106" fmla="*/ 130 w 270"/>
                    <a:gd name="T107" fmla="*/ 34 h 232"/>
                    <a:gd name="T108" fmla="*/ 120 w 270"/>
                    <a:gd name="T109" fmla="*/ 28 h 232"/>
                    <a:gd name="T110" fmla="*/ 102 w 270"/>
                    <a:gd name="T111" fmla="*/ 16 h 232"/>
                    <a:gd name="T112" fmla="*/ 68 w 270"/>
                    <a:gd name="T113" fmla="*/ 4 h 232"/>
                    <a:gd name="T114" fmla="*/ 62 w 270"/>
                    <a:gd name="T115" fmla="*/ 0 h 232"/>
                    <a:gd name="T116" fmla="*/ 58 w 270"/>
                    <a:gd name="T117" fmla="*/ 2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0" h="232">
                      <a:moveTo>
                        <a:pt x="54" y="4"/>
                      </a:moveTo>
                      <a:lnTo>
                        <a:pt x="34" y="8"/>
                      </a:lnTo>
                      <a:lnTo>
                        <a:pt x="42" y="22"/>
                      </a:lnTo>
                      <a:lnTo>
                        <a:pt x="42" y="24"/>
                      </a:lnTo>
                      <a:lnTo>
                        <a:pt x="40" y="26"/>
                      </a:lnTo>
                      <a:lnTo>
                        <a:pt x="36" y="30"/>
                      </a:lnTo>
                      <a:lnTo>
                        <a:pt x="34" y="34"/>
                      </a:lnTo>
                      <a:lnTo>
                        <a:pt x="30" y="36"/>
                      </a:lnTo>
                      <a:lnTo>
                        <a:pt x="28" y="38"/>
                      </a:lnTo>
                      <a:lnTo>
                        <a:pt x="26" y="40"/>
                      </a:lnTo>
                      <a:lnTo>
                        <a:pt x="24" y="42"/>
                      </a:lnTo>
                      <a:lnTo>
                        <a:pt x="0" y="40"/>
                      </a:lnTo>
                      <a:lnTo>
                        <a:pt x="2" y="46"/>
                      </a:lnTo>
                      <a:lnTo>
                        <a:pt x="6" y="56"/>
                      </a:lnTo>
                      <a:lnTo>
                        <a:pt x="6" y="58"/>
                      </a:lnTo>
                      <a:lnTo>
                        <a:pt x="8" y="60"/>
                      </a:lnTo>
                      <a:lnTo>
                        <a:pt x="10" y="64"/>
                      </a:lnTo>
                      <a:lnTo>
                        <a:pt x="12" y="68"/>
                      </a:lnTo>
                      <a:lnTo>
                        <a:pt x="16" y="74"/>
                      </a:lnTo>
                      <a:lnTo>
                        <a:pt x="18" y="78"/>
                      </a:lnTo>
                      <a:lnTo>
                        <a:pt x="22" y="82"/>
                      </a:lnTo>
                      <a:lnTo>
                        <a:pt x="26" y="90"/>
                      </a:lnTo>
                      <a:lnTo>
                        <a:pt x="34" y="100"/>
                      </a:lnTo>
                      <a:lnTo>
                        <a:pt x="38" y="110"/>
                      </a:lnTo>
                      <a:lnTo>
                        <a:pt x="42" y="114"/>
                      </a:lnTo>
                      <a:lnTo>
                        <a:pt x="42" y="118"/>
                      </a:lnTo>
                      <a:lnTo>
                        <a:pt x="46" y="128"/>
                      </a:lnTo>
                      <a:lnTo>
                        <a:pt x="52" y="140"/>
                      </a:lnTo>
                      <a:lnTo>
                        <a:pt x="58" y="152"/>
                      </a:lnTo>
                      <a:lnTo>
                        <a:pt x="68" y="170"/>
                      </a:lnTo>
                      <a:lnTo>
                        <a:pt x="72" y="176"/>
                      </a:lnTo>
                      <a:lnTo>
                        <a:pt x="80" y="188"/>
                      </a:lnTo>
                      <a:lnTo>
                        <a:pt x="86" y="202"/>
                      </a:lnTo>
                      <a:lnTo>
                        <a:pt x="92" y="212"/>
                      </a:lnTo>
                      <a:lnTo>
                        <a:pt x="94" y="216"/>
                      </a:lnTo>
                      <a:lnTo>
                        <a:pt x="96" y="212"/>
                      </a:lnTo>
                      <a:lnTo>
                        <a:pt x="98" y="212"/>
                      </a:lnTo>
                      <a:lnTo>
                        <a:pt x="100" y="210"/>
                      </a:lnTo>
                      <a:lnTo>
                        <a:pt x="102" y="210"/>
                      </a:lnTo>
                      <a:lnTo>
                        <a:pt x="104" y="206"/>
                      </a:lnTo>
                      <a:lnTo>
                        <a:pt x="104" y="202"/>
                      </a:lnTo>
                      <a:lnTo>
                        <a:pt x="104" y="202"/>
                      </a:lnTo>
                      <a:lnTo>
                        <a:pt x="104" y="202"/>
                      </a:lnTo>
                      <a:lnTo>
                        <a:pt x="106" y="204"/>
                      </a:lnTo>
                      <a:lnTo>
                        <a:pt x="108" y="204"/>
                      </a:lnTo>
                      <a:lnTo>
                        <a:pt x="110" y="204"/>
                      </a:lnTo>
                      <a:lnTo>
                        <a:pt x="114" y="204"/>
                      </a:lnTo>
                      <a:lnTo>
                        <a:pt x="136" y="232"/>
                      </a:lnTo>
                      <a:lnTo>
                        <a:pt x="140" y="228"/>
                      </a:lnTo>
                      <a:lnTo>
                        <a:pt x="140" y="228"/>
                      </a:lnTo>
                      <a:lnTo>
                        <a:pt x="142" y="224"/>
                      </a:lnTo>
                      <a:lnTo>
                        <a:pt x="146" y="220"/>
                      </a:lnTo>
                      <a:lnTo>
                        <a:pt x="148" y="216"/>
                      </a:lnTo>
                      <a:lnTo>
                        <a:pt x="152" y="212"/>
                      </a:lnTo>
                      <a:lnTo>
                        <a:pt x="156" y="206"/>
                      </a:lnTo>
                      <a:lnTo>
                        <a:pt x="158" y="204"/>
                      </a:lnTo>
                      <a:lnTo>
                        <a:pt x="160" y="202"/>
                      </a:lnTo>
                      <a:lnTo>
                        <a:pt x="166" y="200"/>
                      </a:lnTo>
                      <a:lnTo>
                        <a:pt x="178" y="194"/>
                      </a:lnTo>
                      <a:lnTo>
                        <a:pt x="194" y="188"/>
                      </a:lnTo>
                      <a:lnTo>
                        <a:pt x="208" y="184"/>
                      </a:lnTo>
                      <a:lnTo>
                        <a:pt x="220" y="184"/>
                      </a:lnTo>
                      <a:lnTo>
                        <a:pt x="220" y="182"/>
                      </a:lnTo>
                      <a:lnTo>
                        <a:pt x="224" y="182"/>
                      </a:lnTo>
                      <a:lnTo>
                        <a:pt x="236" y="178"/>
                      </a:lnTo>
                      <a:lnTo>
                        <a:pt x="248" y="170"/>
                      </a:lnTo>
                      <a:lnTo>
                        <a:pt x="260" y="160"/>
                      </a:lnTo>
                      <a:lnTo>
                        <a:pt x="268" y="148"/>
                      </a:lnTo>
                      <a:lnTo>
                        <a:pt x="270" y="132"/>
                      </a:lnTo>
                      <a:lnTo>
                        <a:pt x="268" y="132"/>
                      </a:lnTo>
                      <a:lnTo>
                        <a:pt x="268" y="130"/>
                      </a:lnTo>
                      <a:lnTo>
                        <a:pt x="268" y="126"/>
                      </a:lnTo>
                      <a:lnTo>
                        <a:pt x="268" y="124"/>
                      </a:lnTo>
                      <a:lnTo>
                        <a:pt x="270" y="122"/>
                      </a:lnTo>
                      <a:lnTo>
                        <a:pt x="254" y="124"/>
                      </a:lnTo>
                      <a:lnTo>
                        <a:pt x="234" y="124"/>
                      </a:lnTo>
                      <a:lnTo>
                        <a:pt x="234" y="124"/>
                      </a:lnTo>
                      <a:lnTo>
                        <a:pt x="232" y="122"/>
                      </a:lnTo>
                      <a:lnTo>
                        <a:pt x="230" y="122"/>
                      </a:lnTo>
                      <a:lnTo>
                        <a:pt x="228" y="120"/>
                      </a:lnTo>
                      <a:lnTo>
                        <a:pt x="228" y="118"/>
                      </a:lnTo>
                      <a:lnTo>
                        <a:pt x="228" y="116"/>
                      </a:lnTo>
                      <a:lnTo>
                        <a:pt x="230" y="110"/>
                      </a:lnTo>
                      <a:lnTo>
                        <a:pt x="220" y="108"/>
                      </a:lnTo>
                      <a:lnTo>
                        <a:pt x="218" y="108"/>
                      </a:lnTo>
                      <a:lnTo>
                        <a:pt x="216" y="110"/>
                      </a:lnTo>
                      <a:lnTo>
                        <a:pt x="214" y="110"/>
                      </a:lnTo>
                      <a:lnTo>
                        <a:pt x="210" y="110"/>
                      </a:lnTo>
                      <a:lnTo>
                        <a:pt x="206" y="108"/>
                      </a:lnTo>
                      <a:lnTo>
                        <a:pt x="206" y="106"/>
                      </a:lnTo>
                      <a:lnTo>
                        <a:pt x="204" y="102"/>
                      </a:lnTo>
                      <a:lnTo>
                        <a:pt x="202" y="98"/>
                      </a:lnTo>
                      <a:lnTo>
                        <a:pt x="200" y="92"/>
                      </a:lnTo>
                      <a:lnTo>
                        <a:pt x="196" y="88"/>
                      </a:lnTo>
                      <a:lnTo>
                        <a:pt x="194" y="84"/>
                      </a:lnTo>
                      <a:lnTo>
                        <a:pt x="192" y="80"/>
                      </a:lnTo>
                      <a:lnTo>
                        <a:pt x="192" y="80"/>
                      </a:lnTo>
                      <a:lnTo>
                        <a:pt x="172" y="54"/>
                      </a:lnTo>
                      <a:lnTo>
                        <a:pt x="154" y="54"/>
                      </a:lnTo>
                      <a:lnTo>
                        <a:pt x="154" y="52"/>
                      </a:lnTo>
                      <a:lnTo>
                        <a:pt x="152" y="50"/>
                      </a:lnTo>
                      <a:lnTo>
                        <a:pt x="150" y="48"/>
                      </a:lnTo>
                      <a:lnTo>
                        <a:pt x="144" y="46"/>
                      </a:lnTo>
                      <a:lnTo>
                        <a:pt x="144" y="46"/>
                      </a:lnTo>
                      <a:lnTo>
                        <a:pt x="142" y="44"/>
                      </a:lnTo>
                      <a:lnTo>
                        <a:pt x="138" y="40"/>
                      </a:lnTo>
                      <a:lnTo>
                        <a:pt x="134" y="38"/>
                      </a:lnTo>
                      <a:lnTo>
                        <a:pt x="130" y="34"/>
                      </a:lnTo>
                      <a:lnTo>
                        <a:pt x="124" y="30"/>
                      </a:lnTo>
                      <a:lnTo>
                        <a:pt x="120" y="28"/>
                      </a:lnTo>
                      <a:lnTo>
                        <a:pt x="114" y="26"/>
                      </a:lnTo>
                      <a:lnTo>
                        <a:pt x="102" y="16"/>
                      </a:lnTo>
                      <a:lnTo>
                        <a:pt x="94" y="16"/>
                      </a:lnTo>
                      <a:lnTo>
                        <a:pt x="68" y="4"/>
                      </a:lnTo>
                      <a:lnTo>
                        <a:pt x="62" y="0"/>
                      </a:lnTo>
                      <a:lnTo>
                        <a:pt x="62" y="0"/>
                      </a:lnTo>
                      <a:lnTo>
                        <a:pt x="60" y="2"/>
                      </a:lnTo>
                      <a:lnTo>
                        <a:pt x="58" y="2"/>
                      </a:lnTo>
                      <a:lnTo>
                        <a:pt x="54" y="4"/>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3" name="Freeform 435">
                  <a:extLst>
                    <a:ext uri="{FF2B5EF4-FFF2-40B4-BE49-F238E27FC236}">
                      <a16:creationId xmlns:a16="http://schemas.microsoft.com/office/drawing/2014/main" id="{33207E7B-9B8C-EE66-A57A-2CF4C03C150A}"/>
                    </a:ext>
                  </a:extLst>
                </p:cNvPr>
                <p:cNvSpPr/>
                <p:nvPr/>
              </p:nvSpPr>
              <p:spPr bwMode="gray">
                <a:xfrm>
                  <a:off x="1783073" y="4280445"/>
                  <a:ext cx="77759" cy="122110"/>
                </a:xfrm>
                <a:custGeom>
                  <a:avLst/>
                  <a:gdLst>
                    <a:gd name="T0" fmla="*/ 20 w 42"/>
                    <a:gd name="T1" fmla="*/ 66 h 66"/>
                    <a:gd name="T2" fmla="*/ 16 w 42"/>
                    <a:gd name="T3" fmla="*/ 64 h 66"/>
                    <a:gd name="T4" fmla="*/ 12 w 42"/>
                    <a:gd name="T5" fmla="*/ 62 h 66"/>
                    <a:gd name="T6" fmla="*/ 10 w 42"/>
                    <a:gd name="T7" fmla="*/ 62 h 66"/>
                    <a:gd name="T8" fmla="*/ 10 w 42"/>
                    <a:gd name="T9" fmla="*/ 60 h 66"/>
                    <a:gd name="T10" fmla="*/ 8 w 42"/>
                    <a:gd name="T11" fmla="*/ 46 h 66"/>
                    <a:gd name="T12" fmla="*/ 2 w 42"/>
                    <a:gd name="T13" fmla="*/ 38 h 66"/>
                    <a:gd name="T14" fmla="*/ 2 w 42"/>
                    <a:gd name="T15" fmla="*/ 36 h 66"/>
                    <a:gd name="T16" fmla="*/ 2 w 42"/>
                    <a:gd name="T17" fmla="*/ 32 h 66"/>
                    <a:gd name="T18" fmla="*/ 2 w 42"/>
                    <a:gd name="T19" fmla="*/ 26 h 66"/>
                    <a:gd name="T20" fmla="*/ 2 w 42"/>
                    <a:gd name="T21" fmla="*/ 20 h 66"/>
                    <a:gd name="T22" fmla="*/ 0 w 42"/>
                    <a:gd name="T23" fmla="*/ 14 h 66"/>
                    <a:gd name="T24" fmla="*/ 0 w 42"/>
                    <a:gd name="T25" fmla="*/ 14 h 66"/>
                    <a:gd name="T26" fmla="*/ 2 w 42"/>
                    <a:gd name="T27" fmla="*/ 12 h 66"/>
                    <a:gd name="T28" fmla="*/ 4 w 42"/>
                    <a:gd name="T29" fmla="*/ 10 h 66"/>
                    <a:gd name="T30" fmla="*/ 6 w 42"/>
                    <a:gd name="T31" fmla="*/ 8 h 66"/>
                    <a:gd name="T32" fmla="*/ 8 w 42"/>
                    <a:gd name="T33" fmla="*/ 8 h 66"/>
                    <a:gd name="T34" fmla="*/ 8 w 42"/>
                    <a:gd name="T35" fmla="*/ 8 h 66"/>
                    <a:gd name="T36" fmla="*/ 8 w 42"/>
                    <a:gd name="T37" fmla="*/ 6 h 66"/>
                    <a:gd name="T38" fmla="*/ 10 w 42"/>
                    <a:gd name="T39" fmla="*/ 4 h 66"/>
                    <a:gd name="T40" fmla="*/ 10 w 42"/>
                    <a:gd name="T41" fmla="*/ 2 h 66"/>
                    <a:gd name="T42" fmla="*/ 10 w 42"/>
                    <a:gd name="T43" fmla="*/ 2 h 66"/>
                    <a:gd name="T44" fmla="*/ 10 w 42"/>
                    <a:gd name="T45" fmla="*/ 0 h 66"/>
                    <a:gd name="T46" fmla="*/ 10 w 42"/>
                    <a:gd name="T47" fmla="*/ 0 h 66"/>
                    <a:gd name="T48" fmla="*/ 14 w 42"/>
                    <a:gd name="T49" fmla="*/ 2 h 66"/>
                    <a:gd name="T50" fmla="*/ 14 w 42"/>
                    <a:gd name="T51" fmla="*/ 2 h 66"/>
                    <a:gd name="T52" fmla="*/ 18 w 42"/>
                    <a:gd name="T53" fmla="*/ 2 h 66"/>
                    <a:gd name="T54" fmla="*/ 20 w 42"/>
                    <a:gd name="T55" fmla="*/ 2 h 66"/>
                    <a:gd name="T56" fmla="*/ 42 w 42"/>
                    <a:gd name="T57" fmla="*/ 30 h 66"/>
                    <a:gd name="T58" fmla="*/ 42 w 42"/>
                    <a:gd name="T59" fmla="*/ 30 h 66"/>
                    <a:gd name="T60" fmla="*/ 40 w 42"/>
                    <a:gd name="T61" fmla="*/ 32 h 66"/>
                    <a:gd name="T62" fmla="*/ 38 w 42"/>
                    <a:gd name="T63" fmla="*/ 34 h 66"/>
                    <a:gd name="T64" fmla="*/ 38 w 42"/>
                    <a:gd name="T65" fmla="*/ 36 h 66"/>
                    <a:gd name="T66" fmla="*/ 38 w 42"/>
                    <a:gd name="T67" fmla="*/ 40 h 66"/>
                    <a:gd name="T68" fmla="*/ 40 w 42"/>
                    <a:gd name="T69" fmla="*/ 40 h 66"/>
                    <a:gd name="T70" fmla="*/ 40 w 42"/>
                    <a:gd name="T71" fmla="*/ 42 h 66"/>
                    <a:gd name="T72" fmla="*/ 40 w 42"/>
                    <a:gd name="T73" fmla="*/ 44 h 66"/>
                    <a:gd name="T74" fmla="*/ 40 w 42"/>
                    <a:gd name="T75" fmla="*/ 46 h 66"/>
                    <a:gd name="T76" fmla="*/ 40 w 42"/>
                    <a:gd name="T77" fmla="*/ 48 h 66"/>
                    <a:gd name="T78" fmla="*/ 38 w 42"/>
                    <a:gd name="T79" fmla="*/ 48 h 66"/>
                    <a:gd name="T80" fmla="*/ 36 w 42"/>
                    <a:gd name="T81" fmla="*/ 48 h 66"/>
                    <a:gd name="T82" fmla="*/ 36 w 42"/>
                    <a:gd name="T83" fmla="*/ 48 h 66"/>
                    <a:gd name="T84" fmla="*/ 34 w 42"/>
                    <a:gd name="T85" fmla="*/ 48 h 66"/>
                    <a:gd name="T86" fmla="*/ 34 w 42"/>
                    <a:gd name="T87" fmla="*/ 50 h 66"/>
                    <a:gd name="T88" fmla="*/ 32 w 42"/>
                    <a:gd name="T89" fmla="*/ 52 h 66"/>
                    <a:gd name="T90" fmla="*/ 30 w 42"/>
                    <a:gd name="T91" fmla="*/ 54 h 66"/>
                    <a:gd name="T92" fmla="*/ 28 w 42"/>
                    <a:gd name="T93" fmla="*/ 56 h 66"/>
                    <a:gd name="T94" fmla="*/ 28 w 42"/>
                    <a:gd name="T95" fmla="*/ 56 h 66"/>
                    <a:gd name="T96" fmla="*/ 30 w 42"/>
                    <a:gd name="T97" fmla="*/ 60 h 66"/>
                    <a:gd name="T98" fmla="*/ 28 w 42"/>
                    <a:gd name="T99" fmla="*/ 62 h 66"/>
                    <a:gd name="T100" fmla="*/ 28 w 42"/>
                    <a:gd name="T101" fmla="*/ 62 h 66"/>
                    <a:gd name="T102" fmla="*/ 26 w 42"/>
                    <a:gd name="T103" fmla="*/ 60 h 66"/>
                    <a:gd name="T104" fmla="*/ 24 w 42"/>
                    <a:gd name="T105" fmla="*/ 60 h 66"/>
                    <a:gd name="T106" fmla="*/ 24 w 42"/>
                    <a:gd name="T107" fmla="*/ 62 h 66"/>
                    <a:gd name="T108" fmla="*/ 22 w 42"/>
                    <a:gd name="T109" fmla="*/ 64 h 66"/>
                    <a:gd name="T110" fmla="*/ 20 w 42"/>
                    <a:gd name="T111" fmla="*/ 66 h 66"/>
                    <a:gd name="T112" fmla="*/ 20 w 42"/>
                    <a:gd name="T113"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 h="66">
                      <a:moveTo>
                        <a:pt x="20" y="66"/>
                      </a:moveTo>
                      <a:lnTo>
                        <a:pt x="16" y="64"/>
                      </a:lnTo>
                      <a:lnTo>
                        <a:pt x="12" y="62"/>
                      </a:lnTo>
                      <a:lnTo>
                        <a:pt x="10" y="62"/>
                      </a:lnTo>
                      <a:lnTo>
                        <a:pt x="10" y="60"/>
                      </a:lnTo>
                      <a:lnTo>
                        <a:pt x="8" y="46"/>
                      </a:lnTo>
                      <a:lnTo>
                        <a:pt x="2" y="38"/>
                      </a:lnTo>
                      <a:lnTo>
                        <a:pt x="2" y="36"/>
                      </a:lnTo>
                      <a:lnTo>
                        <a:pt x="2" y="32"/>
                      </a:lnTo>
                      <a:lnTo>
                        <a:pt x="2" y="26"/>
                      </a:lnTo>
                      <a:lnTo>
                        <a:pt x="2" y="20"/>
                      </a:lnTo>
                      <a:lnTo>
                        <a:pt x="0" y="14"/>
                      </a:lnTo>
                      <a:lnTo>
                        <a:pt x="0" y="14"/>
                      </a:lnTo>
                      <a:lnTo>
                        <a:pt x="2" y="12"/>
                      </a:lnTo>
                      <a:lnTo>
                        <a:pt x="4" y="10"/>
                      </a:lnTo>
                      <a:lnTo>
                        <a:pt x="6" y="8"/>
                      </a:lnTo>
                      <a:lnTo>
                        <a:pt x="8" y="8"/>
                      </a:lnTo>
                      <a:lnTo>
                        <a:pt x="8" y="8"/>
                      </a:lnTo>
                      <a:lnTo>
                        <a:pt x="8" y="6"/>
                      </a:lnTo>
                      <a:lnTo>
                        <a:pt x="10" y="4"/>
                      </a:lnTo>
                      <a:lnTo>
                        <a:pt x="10" y="2"/>
                      </a:lnTo>
                      <a:lnTo>
                        <a:pt x="10" y="2"/>
                      </a:lnTo>
                      <a:lnTo>
                        <a:pt x="10" y="0"/>
                      </a:lnTo>
                      <a:lnTo>
                        <a:pt x="10" y="0"/>
                      </a:lnTo>
                      <a:lnTo>
                        <a:pt x="14" y="2"/>
                      </a:lnTo>
                      <a:lnTo>
                        <a:pt x="14" y="2"/>
                      </a:lnTo>
                      <a:lnTo>
                        <a:pt x="18" y="2"/>
                      </a:lnTo>
                      <a:lnTo>
                        <a:pt x="20" y="2"/>
                      </a:lnTo>
                      <a:lnTo>
                        <a:pt x="42" y="30"/>
                      </a:lnTo>
                      <a:lnTo>
                        <a:pt x="42" y="30"/>
                      </a:lnTo>
                      <a:lnTo>
                        <a:pt x="40" y="32"/>
                      </a:lnTo>
                      <a:lnTo>
                        <a:pt x="38" y="34"/>
                      </a:lnTo>
                      <a:lnTo>
                        <a:pt x="38" y="36"/>
                      </a:lnTo>
                      <a:lnTo>
                        <a:pt x="38" y="40"/>
                      </a:lnTo>
                      <a:lnTo>
                        <a:pt x="40" y="40"/>
                      </a:lnTo>
                      <a:lnTo>
                        <a:pt x="40" y="42"/>
                      </a:lnTo>
                      <a:lnTo>
                        <a:pt x="40" y="44"/>
                      </a:lnTo>
                      <a:lnTo>
                        <a:pt x="40" y="46"/>
                      </a:lnTo>
                      <a:lnTo>
                        <a:pt x="40" y="48"/>
                      </a:lnTo>
                      <a:lnTo>
                        <a:pt x="38" y="48"/>
                      </a:lnTo>
                      <a:lnTo>
                        <a:pt x="36" y="48"/>
                      </a:lnTo>
                      <a:lnTo>
                        <a:pt x="36" y="48"/>
                      </a:lnTo>
                      <a:lnTo>
                        <a:pt x="34" y="48"/>
                      </a:lnTo>
                      <a:lnTo>
                        <a:pt x="34" y="50"/>
                      </a:lnTo>
                      <a:lnTo>
                        <a:pt x="32" y="52"/>
                      </a:lnTo>
                      <a:lnTo>
                        <a:pt x="30" y="54"/>
                      </a:lnTo>
                      <a:lnTo>
                        <a:pt x="28" y="56"/>
                      </a:lnTo>
                      <a:lnTo>
                        <a:pt x="28" y="56"/>
                      </a:lnTo>
                      <a:lnTo>
                        <a:pt x="30" y="60"/>
                      </a:lnTo>
                      <a:lnTo>
                        <a:pt x="28" y="62"/>
                      </a:lnTo>
                      <a:lnTo>
                        <a:pt x="28" y="62"/>
                      </a:lnTo>
                      <a:lnTo>
                        <a:pt x="26" y="60"/>
                      </a:lnTo>
                      <a:lnTo>
                        <a:pt x="24" y="60"/>
                      </a:lnTo>
                      <a:lnTo>
                        <a:pt x="24" y="62"/>
                      </a:lnTo>
                      <a:lnTo>
                        <a:pt x="22" y="64"/>
                      </a:lnTo>
                      <a:lnTo>
                        <a:pt x="20" y="66"/>
                      </a:lnTo>
                      <a:lnTo>
                        <a:pt x="20" y="6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4" name="Freeform 436">
                  <a:extLst>
                    <a:ext uri="{FF2B5EF4-FFF2-40B4-BE49-F238E27FC236}">
                      <a16:creationId xmlns:a16="http://schemas.microsoft.com/office/drawing/2014/main" id="{B00FBD2F-BDF2-FC3C-6B94-AE0557A5F612}"/>
                    </a:ext>
                  </a:extLst>
                </p:cNvPr>
                <p:cNvSpPr/>
                <p:nvPr/>
              </p:nvSpPr>
              <p:spPr bwMode="gray">
                <a:xfrm>
                  <a:off x="1820101" y="4247142"/>
                  <a:ext cx="218465" cy="159113"/>
                </a:xfrm>
                <a:custGeom>
                  <a:avLst/>
                  <a:gdLst>
                    <a:gd name="T0" fmla="*/ 118 w 118"/>
                    <a:gd name="T1" fmla="*/ 28 h 86"/>
                    <a:gd name="T2" fmla="*/ 102 w 118"/>
                    <a:gd name="T3" fmla="*/ 32 h 86"/>
                    <a:gd name="T4" fmla="*/ 94 w 118"/>
                    <a:gd name="T5" fmla="*/ 38 h 86"/>
                    <a:gd name="T6" fmla="*/ 86 w 118"/>
                    <a:gd name="T7" fmla="*/ 46 h 86"/>
                    <a:gd name="T8" fmla="*/ 80 w 118"/>
                    <a:gd name="T9" fmla="*/ 54 h 86"/>
                    <a:gd name="T10" fmla="*/ 74 w 118"/>
                    <a:gd name="T11" fmla="*/ 58 h 86"/>
                    <a:gd name="T12" fmla="*/ 68 w 118"/>
                    <a:gd name="T13" fmla="*/ 60 h 86"/>
                    <a:gd name="T14" fmla="*/ 62 w 118"/>
                    <a:gd name="T15" fmla="*/ 62 h 86"/>
                    <a:gd name="T16" fmla="*/ 58 w 118"/>
                    <a:gd name="T17" fmla="*/ 64 h 86"/>
                    <a:gd name="T18" fmla="*/ 54 w 118"/>
                    <a:gd name="T19" fmla="*/ 64 h 86"/>
                    <a:gd name="T20" fmla="*/ 52 w 118"/>
                    <a:gd name="T21" fmla="*/ 64 h 86"/>
                    <a:gd name="T22" fmla="*/ 36 w 118"/>
                    <a:gd name="T23" fmla="*/ 78 h 86"/>
                    <a:gd name="T24" fmla="*/ 6 w 118"/>
                    <a:gd name="T25" fmla="*/ 86 h 86"/>
                    <a:gd name="T26" fmla="*/ 2 w 118"/>
                    <a:gd name="T27" fmla="*/ 84 h 86"/>
                    <a:gd name="T28" fmla="*/ 0 w 118"/>
                    <a:gd name="T29" fmla="*/ 84 h 86"/>
                    <a:gd name="T30" fmla="*/ 0 w 118"/>
                    <a:gd name="T31" fmla="*/ 84 h 86"/>
                    <a:gd name="T32" fmla="*/ 2 w 118"/>
                    <a:gd name="T33" fmla="*/ 84 h 86"/>
                    <a:gd name="T34" fmla="*/ 4 w 118"/>
                    <a:gd name="T35" fmla="*/ 80 h 86"/>
                    <a:gd name="T36" fmla="*/ 4 w 118"/>
                    <a:gd name="T37" fmla="*/ 80 h 86"/>
                    <a:gd name="T38" fmla="*/ 6 w 118"/>
                    <a:gd name="T39" fmla="*/ 80 h 86"/>
                    <a:gd name="T40" fmla="*/ 8 w 118"/>
                    <a:gd name="T41" fmla="*/ 80 h 86"/>
                    <a:gd name="T42" fmla="*/ 10 w 118"/>
                    <a:gd name="T43" fmla="*/ 78 h 86"/>
                    <a:gd name="T44" fmla="*/ 8 w 118"/>
                    <a:gd name="T45" fmla="*/ 74 h 86"/>
                    <a:gd name="T46" fmla="*/ 12 w 118"/>
                    <a:gd name="T47" fmla="*/ 68 h 86"/>
                    <a:gd name="T48" fmla="*/ 14 w 118"/>
                    <a:gd name="T49" fmla="*/ 68 h 86"/>
                    <a:gd name="T50" fmla="*/ 14 w 118"/>
                    <a:gd name="T51" fmla="*/ 66 h 86"/>
                    <a:gd name="T52" fmla="*/ 16 w 118"/>
                    <a:gd name="T53" fmla="*/ 66 h 86"/>
                    <a:gd name="T54" fmla="*/ 18 w 118"/>
                    <a:gd name="T55" fmla="*/ 66 h 86"/>
                    <a:gd name="T56" fmla="*/ 20 w 118"/>
                    <a:gd name="T57" fmla="*/ 66 h 86"/>
                    <a:gd name="T58" fmla="*/ 20 w 118"/>
                    <a:gd name="T59" fmla="*/ 66 h 86"/>
                    <a:gd name="T60" fmla="*/ 22 w 118"/>
                    <a:gd name="T61" fmla="*/ 64 h 86"/>
                    <a:gd name="T62" fmla="*/ 20 w 118"/>
                    <a:gd name="T63" fmla="*/ 62 h 86"/>
                    <a:gd name="T64" fmla="*/ 20 w 118"/>
                    <a:gd name="T65" fmla="*/ 60 h 86"/>
                    <a:gd name="T66" fmla="*/ 20 w 118"/>
                    <a:gd name="T67" fmla="*/ 58 h 86"/>
                    <a:gd name="T68" fmla="*/ 18 w 118"/>
                    <a:gd name="T69" fmla="*/ 56 h 86"/>
                    <a:gd name="T70" fmla="*/ 18 w 118"/>
                    <a:gd name="T71" fmla="*/ 54 h 86"/>
                    <a:gd name="T72" fmla="*/ 18 w 118"/>
                    <a:gd name="T73" fmla="*/ 50 h 86"/>
                    <a:gd name="T74" fmla="*/ 22 w 118"/>
                    <a:gd name="T75" fmla="*/ 48 h 86"/>
                    <a:gd name="T76" fmla="*/ 22 w 118"/>
                    <a:gd name="T77" fmla="*/ 48 h 86"/>
                    <a:gd name="T78" fmla="*/ 24 w 118"/>
                    <a:gd name="T79" fmla="*/ 46 h 86"/>
                    <a:gd name="T80" fmla="*/ 26 w 118"/>
                    <a:gd name="T81" fmla="*/ 44 h 86"/>
                    <a:gd name="T82" fmla="*/ 26 w 118"/>
                    <a:gd name="T83" fmla="*/ 44 h 86"/>
                    <a:gd name="T84" fmla="*/ 28 w 118"/>
                    <a:gd name="T85" fmla="*/ 42 h 86"/>
                    <a:gd name="T86" fmla="*/ 30 w 118"/>
                    <a:gd name="T87" fmla="*/ 38 h 86"/>
                    <a:gd name="T88" fmla="*/ 34 w 118"/>
                    <a:gd name="T89" fmla="*/ 34 h 86"/>
                    <a:gd name="T90" fmla="*/ 38 w 118"/>
                    <a:gd name="T91" fmla="*/ 30 h 86"/>
                    <a:gd name="T92" fmla="*/ 40 w 118"/>
                    <a:gd name="T93" fmla="*/ 24 h 86"/>
                    <a:gd name="T94" fmla="*/ 44 w 118"/>
                    <a:gd name="T95" fmla="*/ 20 h 86"/>
                    <a:gd name="T96" fmla="*/ 48 w 118"/>
                    <a:gd name="T97" fmla="*/ 18 h 86"/>
                    <a:gd name="T98" fmla="*/ 50 w 118"/>
                    <a:gd name="T99" fmla="*/ 16 h 86"/>
                    <a:gd name="T100" fmla="*/ 54 w 118"/>
                    <a:gd name="T101" fmla="*/ 14 h 86"/>
                    <a:gd name="T102" fmla="*/ 66 w 118"/>
                    <a:gd name="T103" fmla="*/ 10 h 86"/>
                    <a:gd name="T104" fmla="*/ 80 w 118"/>
                    <a:gd name="T105" fmla="*/ 6 h 86"/>
                    <a:gd name="T106" fmla="*/ 94 w 118"/>
                    <a:gd name="T107" fmla="*/ 0 h 86"/>
                    <a:gd name="T108" fmla="*/ 104 w 118"/>
                    <a:gd name="T109" fmla="*/ 0 h 86"/>
                    <a:gd name="T110" fmla="*/ 104 w 118"/>
                    <a:gd name="T111" fmla="*/ 0 h 86"/>
                    <a:gd name="T112" fmla="*/ 106 w 118"/>
                    <a:gd name="T113" fmla="*/ 0 h 86"/>
                    <a:gd name="T114" fmla="*/ 108 w 118"/>
                    <a:gd name="T115" fmla="*/ 2 h 86"/>
                    <a:gd name="T116" fmla="*/ 118 w 118"/>
                    <a:gd name="T117"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8" h="86">
                      <a:moveTo>
                        <a:pt x="118" y="28"/>
                      </a:moveTo>
                      <a:lnTo>
                        <a:pt x="102" y="32"/>
                      </a:lnTo>
                      <a:lnTo>
                        <a:pt x="94" y="38"/>
                      </a:lnTo>
                      <a:lnTo>
                        <a:pt x="86" y="46"/>
                      </a:lnTo>
                      <a:lnTo>
                        <a:pt x="80" y="54"/>
                      </a:lnTo>
                      <a:lnTo>
                        <a:pt x="74" y="58"/>
                      </a:lnTo>
                      <a:lnTo>
                        <a:pt x="68" y="60"/>
                      </a:lnTo>
                      <a:lnTo>
                        <a:pt x="62" y="62"/>
                      </a:lnTo>
                      <a:lnTo>
                        <a:pt x="58" y="64"/>
                      </a:lnTo>
                      <a:lnTo>
                        <a:pt x="54" y="64"/>
                      </a:lnTo>
                      <a:lnTo>
                        <a:pt x="52" y="64"/>
                      </a:lnTo>
                      <a:lnTo>
                        <a:pt x="36" y="78"/>
                      </a:lnTo>
                      <a:lnTo>
                        <a:pt x="6" y="86"/>
                      </a:lnTo>
                      <a:lnTo>
                        <a:pt x="2" y="84"/>
                      </a:lnTo>
                      <a:lnTo>
                        <a:pt x="0" y="84"/>
                      </a:lnTo>
                      <a:lnTo>
                        <a:pt x="0" y="84"/>
                      </a:lnTo>
                      <a:lnTo>
                        <a:pt x="2" y="84"/>
                      </a:lnTo>
                      <a:lnTo>
                        <a:pt x="4" y="80"/>
                      </a:lnTo>
                      <a:lnTo>
                        <a:pt x="4" y="80"/>
                      </a:lnTo>
                      <a:lnTo>
                        <a:pt x="6" y="80"/>
                      </a:lnTo>
                      <a:lnTo>
                        <a:pt x="8" y="80"/>
                      </a:lnTo>
                      <a:lnTo>
                        <a:pt x="10" y="78"/>
                      </a:lnTo>
                      <a:lnTo>
                        <a:pt x="8" y="74"/>
                      </a:lnTo>
                      <a:lnTo>
                        <a:pt x="12" y="68"/>
                      </a:lnTo>
                      <a:lnTo>
                        <a:pt x="14" y="68"/>
                      </a:lnTo>
                      <a:lnTo>
                        <a:pt x="14" y="66"/>
                      </a:lnTo>
                      <a:lnTo>
                        <a:pt x="16" y="66"/>
                      </a:lnTo>
                      <a:lnTo>
                        <a:pt x="18" y="66"/>
                      </a:lnTo>
                      <a:lnTo>
                        <a:pt x="20" y="66"/>
                      </a:lnTo>
                      <a:lnTo>
                        <a:pt x="20" y="66"/>
                      </a:lnTo>
                      <a:lnTo>
                        <a:pt x="22" y="64"/>
                      </a:lnTo>
                      <a:lnTo>
                        <a:pt x="20" y="62"/>
                      </a:lnTo>
                      <a:lnTo>
                        <a:pt x="20" y="60"/>
                      </a:lnTo>
                      <a:lnTo>
                        <a:pt x="20" y="58"/>
                      </a:lnTo>
                      <a:lnTo>
                        <a:pt x="18" y="56"/>
                      </a:lnTo>
                      <a:lnTo>
                        <a:pt x="18" y="54"/>
                      </a:lnTo>
                      <a:lnTo>
                        <a:pt x="18" y="50"/>
                      </a:lnTo>
                      <a:lnTo>
                        <a:pt x="22" y="48"/>
                      </a:lnTo>
                      <a:lnTo>
                        <a:pt x="22" y="48"/>
                      </a:lnTo>
                      <a:lnTo>
                        <a:pt x="24" y="46"/>
                      </a:lnTo>
                      <a:lnTo>
                        <a:pt x="26" y="44"/>
                      </a:lnTo>
                      <a:lnTo>
                        <a:pt x="26" y="44"/>
                      </a:lnTo>
                      <a:lnTo>
                        <a:pt x="28" y="42"/>
                      </a:lnTo>
                      <a:lnTo>
                        <a:pt x="30" y="38"/>
                      </a:lnTo>
                      <a:lnTo>
                        <a:pt x="34" y="34"/>
                      </a:lnTo>
                      <a:lnTo>
                        <a:pt x="38" y="30"/>
                      </a:lnTo>
                      <a:lnTo>
                        <a:pt x="40" y="24"/>
                      </a:lnTo>
                      <a:lnTo>
                        <a:pt x="44" y="20"/>
                      </a:lnTo>
                      <a:lnTo>
                        <a:pt x="48" y="18"/>
                      </a:lnTo>
                      <a:lnTo>
                        <a:pt x="50" y="16"/>
                      </a:lnTo>
                      <a:lnTo>
                        <a:pt x="54" y="14"/>
                      </a:lnTo>
                      <a:lnTo>
                        <a:pt x="66" y="10"/>
                      </a:lnTo>
                      <a:lnTo>
                        <a:pt x="80" y="6"/>
                      </a:lnTo>
                      <a:lnTo>
                        <a:pt x="94" y="0"/>
                      </a:lnTo>
                      <a:lnTo>
                        <a:pt x="104" y="0"/>
                      </a:lnTo>
                      <a:lnTo>
                        <a:pt x="104" y="0"/>
                      </a:lnTo>
                      <a:lnTo>
                        <a:pt x="106" y="0"/>
                      </a:lnTo>
                      <a:lnTo>
                        <a:pt x="108" y="2"/>
                      </a:lnTo>
                      <a:lnTo>
                        <a:pt x="118" y="2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5" name="Freeform 437">
                  <a:extLst>
                    <a:ext uri="{FF2B5EF4-FFF2-40B4-BE49-F238E27FC236}">
                      <a16:creationId xmlns:a16="http://schemas.microsoft.com/office/drawing/2014/main" id="{F2B95806-4895-498A-EF44-0DA037CF8D6E}"/>
                    </a:ext>
                  </a:extLst>
                </p:cNvPr>
                <p:cNvSpPr/>
                <p:nvPr/>
              </p:nvSpPr>
              <p:spPr bwMode="gray">
                <a:xfrm>
                  <a:off x="2016349" y="4110231"/>
                  <a:ext cx="170328" cy="188715"/>
                </a:xfrm>
                <a:custGeom>
                  <a:avLst/>
                  <a:gdLst>
                    <a:gd name="T0" fmla="*/ 72 w 92"/>
                    <a:gd name="T1" fmla="*/ 0 h 102"/>
                    <a:gd name="T2" fmla="*/ 72 w 92"/>
                    <a:gd name="T3" fmla="*/ 4 h 102"/>
                    <a:gd name="T4" fmla="*/ 72 w 92"/>
                    <a:gd name="T5" fmla="*/ 8 h 102"/>
                    <a:gd name="T6" fmla="*/ 72 w 92"/>
                    <a:gd name="T7" fmla="*/ 8 h 102"/>
                    <a:gd name="T8" fmla="*/ 76 w 92"/>
                    <a:gd name="T9" fmla="*/ 14 h 102"/>
                    <a:gd name="T10" fmla="*/ 80 w 92"/>
                    <a:gd name="T11" fmla="*/ 18 h 102"/>
                    <a:gd name="T12" fmla="*/ 84 w 92"/>
                    <a:gd name="T13" fmla="*/ 22 h 102"/>
                    <a:gd name="T14" fmla="*/ 88 w 92"/>
                    <a:gd name="T15" fmla="*/ 22 h 102"/>
                    <a:gd name="T16" fmla="*/ 90 w 92"/>
                    <a:gd name="T17" fmla="*/ 24 h 102"/>
                    <a:gd name="T18" fmla="*/ 90 w 92"/>
                    <a:gd name="T19" fmla="*/ 24 h 102"/>
                    <a:gd name="T20" fmla="*/ 92 w 92"/>
                    <a:gd name="T21" fmla="*/ 30 h 102"/>
                    <a:gd name="T22" fmla="*/ 92 w 92"/>
                    <a:gd name="T23" fmla="*/ 34 h 102"/>
                    <a:gd name="T24" fmla="*/ 90 w 92"/>
                    <a:gd name="T25" fmla="*/ 40 h 102"/>
                    <a:gd name="T26" fmla="*/ 86 w 92"/>
                    <a:gd name="T27" fmla="*/ 44 h 102"/>
                    <a:gd name="T28" fmla="*/ 82 w 92"/>
                    <a:gd name="T29" fmla="*/ 46 h 102"/>
                    <a:gd name="T30" fmla="*/ 78 w 92"/>
                    <a:gd name="T31" fmla="*/ 50 h 102"/>
                    <a:gd name="T32" fmla="*/ 76 w 92"/>
                    <a:gd name="T33" fmla="*/ 50 h 102"/>
                    <a:gd name="T34" fmla="*/ 74 w 92"/>
                    <a:gd name="T35" fmla="*/ 50 h 102"/>
                    <a:gd name="T36" fmla="*/ 74 w 92"/>
                    <a:gd name="T37" fmla="*/ 56 h 102"/>
                    <a:gd name="T38" fmla="*/ 72 w 92"/>
                    <a:gd name="T39" fmla="*/ 58 h 102"/>
                    <a:gd name="T40" fmla="*/ 70 w 92"/>
                    <a:gd name="T41" fmla="*/ 62 h 102"/>
                    <a:gd name="T42" fmla="*/ 66 w 92"/>
                    <a:gd name="T43" fmla="*/ 64 h 102"/>
                    <a:gd name="T44" fmla="*/ 64 w 92"/>
                    <a:gd name="T45" fmla="*/ 64 h 102"/>
                    <a:gd name="T46" fmla="*/ 64 w 92"/>
                    <a:gd name="T47" fmla="*/ 66 h 102"/>
                    <a:gd name="T48" fmla="*/ 58 w 92"/>
                    <a:gd name="T49" fmla="*/ 66 h 102"/>
                    <a:gd name="T50" fmla="*/ 54 w 92"/>
                    <a:gd name="T51" fmla="*/ 68 h 102"/>
                    <a:gd name="T52" fmla="*/ 52 w 92"/>
                    <a:gd name="T53" fmla="*/ 72 h 102"/>
                    <a:gd name="T54" fmla="*/ 50 w 92"/>
                    <a:gd name="T55" fmla="*/ 74 h 102"/>
                    <a:gd name="T56" fmla="*/ 50 w 92"/>
                    <a:gd name="T57" fmla="*/ 76 h 102"/>
                    <a:gd name="T58" fmla="*/ 50 w 92"/>
                    <a:gd name="T59" fmla="*/ 78 h 102"/>
                    <a:gd name="T60" fmla="*/ 50 w 92"/>
                    <a:gd name="T61" fmla="*/ 80 h 102"/>
                    <a:gd name="T62" fmla="*/ 48 w 92"/>
                    <a:gd name="T63" fmla="*/ 82 h 102"/>
                    <a:gd name="T64" fmla="*/ 42 w 92"/>
                    <a:gd name="T65" fmla="*/ 90 h 102"/>
                    <a:gd name="T66" fmla="*/ 30 w 92"/>
                    <a:gd name="T67" fmla="*/ 98 h 102"/>
                    <a:gd name="T68" fmla="*/ 12 w 92"/>
                    <a:gd name="T69" fmla="*/ 102 h 102"/>
                    <a:gd name="T70" fmla="*/ 2 w 92"/>
                    <a:gd name="T71" fmla="*/ 76 h 102"/>
                    <a:gd name="T72" fmla="*/ 0 w 92"/>
                    <a:gd name="T73" fmla="*/ 74 h 102"/>
                    <a:gd name="T74" fmla="*/ 0 w 92"/>
                    <a:gd name="T75" fmla="*/ 74 h 102"/>
                    <a:gd name="T76" fmla="*/ 0 w 92"/>
                    <a:gd name="T77" fmla="*/ 74 h 102"/>
                    <a:gd name="T78" fmla="*/ 2 w 92"/>
                    <a:gd name="T79" fmla="*/ 72 h 102"/>
                    <a:gd name="T80" fmla="*/ 12 w 92"/>
                    <a:gd name="T81" fmla="*/ 68 h 102"/>
                    <a:gd name="T82" fmla="*/ 26 w 92"/>
                    <a:gd name="T83" fmla="*/ 62 h 102"/>
                    <a:gd name="T84" fmla="*/ 38 w 92"/>
                    <a:gd name="T85" fmla="*/ 54 h 102"/>
                    <a:gd name="T86" fmla="*/ 46 w 92"/>
                    <a:gd name="T87" fmla="*/ 42 h 102"/>
                    <a:gd name="T88" fmla="*/ 50 w 92"/>
                    <a:gd name="T89" fmla="*/ 28 h 102"/>
                    <a:gd name="T90" fmla="*/ 50 w 92"/>
                    <a:gd name="T91" fmla="*/ 26 h 102"/>
                    <a:gd name="T92" fmla="*/ 50 w 92"/>
                    <a:gd name="T93" fmla="*/ 24 h 102"/>
                    <a:gd name="T94" fmla="*/ 48 w 92"/>
                    <a:gd name="T95" fmla="*/ 20 h 102"/>
                    <a:gd name="T96" fmla="*/ 48 w 92"/>
                    <a:gd name="T97" fmla="*/ 18 h 102"/>
                    <a:gd name="T98" fmla="*/ 48 w 92"/>
                    <a:gd name="T99" fmla="*/ 16 h 102"/>
                    <a:gd name="T100" fmla="*/ 48 w 92"/>
                    <a:gd name="T101" fmla="*/ 14 h 102"/>
                    <a:gd name="T102" fmla="*/ 48 w 92"/>
                    <a:gd name="T103" fmla="*/ 12 h 102"/>
                    <a:gd name="T104" fmla="*/ 50 w 92"/>
                    <a:gd name="T105" fmla="*/ 12 h 102"/>
                    <a:gd name="T106" fmla="*/ 52 w 92"/>
                    <a:gd name="T107" fmla="*/ 12 h 102"/>
                    <a:gd name="T108" fmla="*/ 54 w 92"/>
                    <a:gd name="T109" fmla="*/ 12 h 102"/>
                    <a:gd name="T110" fmla="*/ 58 w 92"/>
                    <a:gd name="T111" fmla="*/ 10 h 102"/>
                    <a:gd name="T112" fmla="*/ 60 w 92"/>
                    <a:gd name="T113" fmla="*/ 8 h 102"/>
                    <a:gd name="T114" fmla="*/ 60 w 92"/>
                    <a:gd name="T115" fmla="*/ 8 h 102"/>
                    <a:gd name="T116" fmla="*/ 60 w 92"/>
                    <a:gd name="T117" fmla="*/ 6 h 102"/>
                    <a:gd name="T118" fmla="*/ 62 w 92"/>
                    <a:gd name="T119" fmla="*/ 4 h 102"/>
                    <a:gd name="T120" fmla="*/ 64 w 92"/>
                    <a:gd name="T121" fmla="*/ 4 h 102"/>
                    <a:gd name="T122" fmla="*/ 64 w 92"/>
                    <a:gd name="T123" fmla="*/ 4 h 102"/>
                    <a:gd name="T124" fmla="*/ 72 w 92"/>
                    <a:gd name="T12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2" h="102">
                      <a:moveTo>
                        <a:pt x="72" y="0"/>
                      </a:moveTo>
                      <a:lnTo>
                        <a:pt x="72" y="4"/>
                      </a:lnTo>
                      <a:lnTo>
                        <a:pt x="72" y="8"/>
                      </a:lnTo>
                      <a:lnTo>
                        <a:pt x="72" y="8"/>
                      </a:lnTo>
                      <a:lnTo>
                        <a:pt x="76" y="14"/>
                      </a:lnTo>
                      <a:lnTo>
                        <a:pt x="80" y="18"/>
                      </a:lnTo>
                      <a:lnTo>
                        <a:pt x="84" y="22"/>
                      </a:lnTo>
                      <a:lnTo>
                        <a:pt x="88" y="22"/>
                      </a:lnTo>
                      <a:lnTo>
                        <a:pt x="90" y="24"/>
                      </a:lnTo>
                      <a:lnTo>
                        <a:pt x="90" y="24"/>
                      </a:lnTo>
                      <a:lnTo>
                        <a:pt x="92" y="30"/>
                      </a:lnTo>
                      <a:lnTo>
                        <a:pt x="92" y="34"/>
                      </a:lnTo>
                      <a:lnTo>
                        <a:pt x="90" y="40"/>
                      </a:lnTo>
                      <a:lnTo>
                        <a:pt x="86" y="44"/>
                      </a:lnTo>
                      <a:lnTo>
                        <a:pt x="82" y="46"/>
                      </a:lnTo>
                      <a:lnTo>
                        <a:pt x="78" y="50"/>
                      </a:lnTo>
                      <a:lnTo>
                        <a:pt x="76" y="50"/>
                      </a:lnTo>
                      <a:lnTo>
                        <a:pt x="74" y="50"/>
                      </a:lnTo>
                      <a:lnTo>
                        <a:pt x="74" y="56"/>
                      </a:lnTo>
                      <a:lnTo>
                        <a:pt x="72" y="58"/>
                      </a:lnTo>
                      <a:lnTo>
                        <a:pt x="70" y="62"/>
                      </a:lnTo>
                      <a:lnTo>
                        <a:pt x="66" y="64"/>
                      </a:lnTo>
                      <a:lnTo>
                        <a:pt x="64" y="64"/>
                      </a:lnTo>
                      <a:lnTo>
                        <a:pt x="64" y="66"/>
                      </a:lnTo>
                      <a:lnTo>
                        <a:pt x="58" y="66"/>
                      </a:lnTo>
                      <a:lnTo>
                        <a:pt x="54" y="68"/>
                      </a:lnTo>
                      <a:lnTo>
                        <a:pt x="52" y="72"/>
                      </a:lnTo>
                      <a:lnTo>
                        <a:pt x="50" y="74"/>
                      </a:lnTo>
                      <a:lnTo>
                        <a:pt x="50" y="76"/>
                      </a:lnTo>
                      <a:lnTo>
                        <a:pt x="50" y="78"/>
                      </a:lnTo>
                      <a:lnTo>
                        <a:pt x="50" y="80"/>
                      </a:lnTo>
                      <a:lnTo>
                        <a:pt x="48" y="82"/>
                      </a:lnTo>
                      <a:lnTo>
                        <a:pt x="42" y="90"/>
                      </a:lnTo>
                      <a:lnTo>
                        <a:pt x="30" y="98"/>
                      </a:lnTo>
                      <a:lnTo>
                        <a:pt x="12" y="102"/>
                      </a:lnTo>
                      <a:lnTo>
                        <a:pt x="2" y="76"/>
                      </a:lnTo>
                      <a:lnTo>
                        <a:pt x="0" y="74"/>
                      </a:lnTo>
                      <a:lnTo>
                        <a:pt x="0" y="74"/>
                      </a:lnTo>
                      <a:lnTo>
                        <a:pt x="0" y="74"/>
                      </a:lnTo>
                      <a:lnTo>
                        <a:pt x="2" y="72"/>
                      </a:lnTo>
                      <a:lnTo>
                        <a:pt x="12" y="68"/>
                      </a:lnTo>
                      <a:lnTo>
                        <a:pt x="26" y="62"/>
                      </a:lnTo>
                      <a:lnTo>
                        <a:pt x="38" y="54"/>
                      </a:lnTo>
                      <a:lnTo>
                        <a:pt x="46" y="42"/>
                      </a:lnTo>
                      <a:lnTo>
                        <a:pt x="50" y="28"/>
                      </a:lnTo>
                      <a:lnTo>
                        <a:pt x="50" y="26"/>
                      </a:lnTo>
                      <a:lnTo>
                        <a:pt x="50" y="24"/>
                      </a:lnTo>
                      <a:lnTo>
                        <a:pt x="48" y="20"/>
                      </a:lnTo>
                      <a:lnTo>
                        <a:pt x="48" y="18"/>
                      </a:lnTo>
                      <a:lnTo>
                        <a:pt x="48" y="16"/>
                      </a:lnTo>
                      <a:lnTo>
                        <a:pt x="48" y="14"/>
                      </a:lnTo>
                      <a:lnTo>
                        <a:pt x="48" y="12"/>
                      </a:lnTo>
                      <a:lnTo>
                        <a:pt x="50" y="12"/>
                      </a:lnTo>
                      <a:lnTo>
                        <a:pt x="52" y="12"/>
                      </a:lnTo>
                      <a:lnTo>
                        <a:pt x="54" y="12"/>
                      </a:lnTo>
                      <a:lnTo>
                        <a:pt x="58" y="10"/>
                      </a:lnTo>
                      <a:lnTo>
                        <a:pt x="60" y="8"/>
                      </a:lnTo>
                      <a:lnTo>
                        <a:pt x="60" y="8"/>
                      </a:lnTo>
                      <a:lnTo>
                        <a:pt x="60" y="6"/>
                      </a:lnTo>
                      <a:lnTo>
                        <a:pt x="62" y="4"/>
                      </a:lnTo>
                      <a:lnTo>
                        <a:pt x="64" y="4"/>
                      </a:lnTo>
                      <a:lnTo>
                        <a:pt x="64" y="4"/>
                      </a:lnTo>
                      <a:lnTo>
                        <a:pt x="72"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6" name="Freeform 438">
                  <a:extLst>
                    <a:ext uri="{FF2B5EF4-FFF2-40B4-BE49-F238E27FC236}">
                      <a16:creationId xmlns:a16="http://schemas.microsoft.com/office/drawing/2014/main" id="{32CC3F08-0CFB-12E6-71B5-828CFC287A48}"/>
                    </a:ext>
                  </a:extLst>
                </p:cNvPr>
                <p:cNvSpPr/>
                <p:nvPr/>
              </p:nvSpPr>
              <p:spPr bwMode="gray">
                <a:xfrm>
                  <a:off x="1690503" y="3725400"/>
                  <a:ext cx="214762" cy="247920"/>
                </a:xfrm>
                <a:custGeom>
                  <a:avLst/>
                  <a:gdLst>
                    <a:gd name="T0" fmla="*/ 86 w 116"/>
                    <a:gd name="T1" fmla="*/ 132 h 134"/>
                    <a:gd name="T2" fmla="*/ 80 w 116"/>
                    <a:gd name="T3" fmla="*/ 130 h 134"/>
                    <a:gd name="T4" fmla="*/ 70 w 116"/>
                    <a:gd name="T5" fmla="*/ 124 h 134"/>
                    <a:gd name="T6" fmla="*/ 50 w 116"/>
                    <a:gd name="T7" fmla="*/ 114 h 134"/>
                    <a:gd name="T8" fmla="*/ 18 w 116"/>
                    <a:gd name="T9" fmla="*/ 98 h 134"/>
                    <a:gd name="T10" fmla="*/ 16 w 116"/>
                    <a:gd name="T11" fmla="*/ 92 h 134"/>
                    <a:gd name="T12" fmla="*/ 0 w 116"/>
                    <a:gd name="T13" fmla="*/ 68 h 134"/>
                    <a:gd name="T14" fmla="*/ 26 w 116"/>
                    <a:gd name="T15" fmla="*/ 44 h 134"/>
                    <a:gd name="T16" fmla="*/ 26 w 116"/>
                    <a:gd name="T17" fmla="*/ 40 h 134"/>
                    <a:gd name="T18" fmla="*/ 26 w 116"/>
                    <a:gd name="T19" fmla="*/ 36 h 134"/>
                    <a:gd name="T20" fmla="*/ 26 w 116"/>
                    <a:gd name="T21" fmla="*/ 32 h 134"/>
                    <a:gd name="T22" fmla="*/ 28 w 116"/>
                    <a:gd name="T23" fmla="*/ 30 h 134"/>
                    <a:gd name="T24" fmla="*/ 30 w 116"/>
                    <a:gd name="T25" fmla="*/ 26 h 134"/>
                    <a:gd name="T26" fmla="*/ 34 w 116"/>
                    <a:gd name="T27" fmla="*/ 22 h 134"/>
                    <a:gd name="T28" fmla="*/ 36 w 116"/>
                    <a:gd name="T29" fmla="*/ 16 h 134"/>
                    <a:gd name="T30" fmla="*/ 38 w 116"/>
                    <a:gd name="T31" fmla="*/ 10 h 134"/>
                    <a:gd name="T32" fmla="*/ 40 w 116"/>
                    <a:gd name="T33" fmla="*/ 6 h 134"/>
                    <a:gd name="T34" fmla="*/ 46 w 116"/>
                    <a:gd name="T35" fmla="*/ 4 h 134"/>
                    <a:gd name="T36" fmla="*/ 54 w 116"/>
                    <a:gd name="T37" fmla="*/ 2 h 134"/>
                    <a:gd name="T38" fmla="*/ 70 w 116"/>
                    <a:gd name="T39" fmla="*/ 0 h 134"/>
                    <a:gd name="T40" fmla="*/ 70 w 116"/>
                    <a:gd name="T41" fmla="*/ 2 h 134"/>
                    <a:gd name="T42" fmla="*/ 74 w 116"/>
                    <a:gd name="T43" fmla="*/ 4 h 134"/>
                    <a:gd name="T44" fmla="*/ 78 w 116"/>
                    <a:gd name="T45" fmla="*/ 2 h 134"/>
                    <a:gd name="T46" fmla="*/ 82 w 116"/>
                    <a:gd name="T47" fmla="*/ 4 h 134"/>
                    <a:gd name="T48" fmla="*/ 84 w 116"/>
                    <a:gd name="T49" fmla="*/ 10 h 134"/>
                    <a:gd name="T50" fmla="*/ 82 w 116"/>
                    <a:gd name="T51" fmla="*/ 12 h 134"/>
                    <a:gd name="T52" fmla="*/ 80 w 116"/>
                    <a:gd name="T53" fmla="*/ 16 h 134"/>
                    <a:gd name="T54" fmla="*/ 84 w 116"/>
                    <a:gd name="T55" fmla="*/ 18 h 134"/>
                    <a:gd name="T56" fmla="*/ 88 w 116"/>
                    <a:gd name="T57" fmla="*/ 22 h 134"/>
                    <a:gd name="T58" fmla="*/ 90 w 116"/>
                    <a:gd name="T59" fmla="*/ 26 h 134"/>
                    <a:gd name="T60" fmla="*/ 96 w 116"/>
                    <a:gd name="T61" fmla="*/ 32 h 134"/>
                    <a:gd name="T62" fmla="*/ 98 w 116"/>
                    <a:gd name="T63" fmla="*/ 38 h 134"/>
                    <a:gd name="T64" fmla="*/ 96 w 116"/>
                    <a:gd name="T65" fmla="*/ 42 h 134"/>
                    <a:gd name="T66" fmla="*/ 92 w 116"/>
                    <a:gd name="T67" fmla="*/ 52 h 134"/>
                    <a:gd name="T68" fmla="*/ 90 w 116"/>
                    <a:gd name="T69" fmla="*/ 60 h 134"/>
                    <a:gd name="T70" fmla="*/ 92 w 116"/>
                    <a:gd name="T71" fmla="*/ 64 h 134"/>
                    <a:gd name="T72" fmla="*/ 96 w 116"/>
                    <a:gd name="T73" fmla="*/ 72 h 134"/>
                    <a:gd name="T74" fmla="*/ 100 w 116"/>
                    <a:gd name="T75" fmla="*/ 82 h 134"/>
                    <a:gd name="T76" fmla="*/ 106 w 116"/>
                    <a:gd name="T77" fmla="*/ 86 h 134"/>
                    <a:gd name="T78" fmla="*/ 106 w 116"/>
                    <a:gd name="T79" fmla="*/ 90 h 134"/>
                    <a:gd name="T80" fmla="*/ 108 w 116"/>
                    <a:gd name="T81" fmla="*/ 96 h 134"/>
                    <a:gd name="T82" fmla="*/ 108 w 116"/>
                    <a:gd name="T83" fmla="*/ 98 h 134"/>
                    <a:gd name="T84" fmla="*/ 112 w 116"/>
                    <a:gd name="T85" fmla="*/ 102 h 134"/>
                    <a:gd name="T86" fmla="*/ 114 w 116"/>
                    <a:gd name="T87" fmla="*/ 106 h 134"/>
                    <a:gd name="T88" fmla="*/ 116 w 116"/>
                    <a:gd name="T89" fmla="*/ 112 h 134"/>
                    <a:gd name="T90" fmla="*/ 114 w 116"/>
                    <a:gd name="T91" fmla="*/ 124 h 134"/>
                    <a:gd name="T92" fmla="*/ 112 w 116"/>
                    <a:gd name="T93" fmla="*/ 124 h 134"/>
                    <a:gd name="T94" fmla="*/ 108 w 116"/>
                    <a:gd name="T95"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6" h="134">
                      <a:moveTo>
                        <a:pt x="88" y="134"/>
                      </a:moveTo>
                      <a:lnTo>
                        <a:pt x="86" y="132"/>
                      </a:lnTo>
                      <a:lnTo>
                        <a:pt x="84" y="132"/>
                      </a:lnTo>
                      <a:lnTo>
                        <a:pt x="80" y="130"/>
                      </a:lnTo>
                      <a:lnTo>
                        <a:pt x="76" y="126"/>
                      </a:lnTo>
                      <a:lnTo>
                        <a:pt x="70" y="124"/>
                      </a:lnTo>
                      <a:lnTo>
                        <a:pt x="58" y="114"/>
                      </a:lnTo>
                      <a:lnTo>
                        <a:pt x="50" y="114"/>
                      </a:lnTo>
                      <a:lnTo>
                        <a:pt x="24" y="102"/>
                      </a:lnTo>
                      <a:lnTo>
                        <a:pt x="18" y="98"/>
                      </a:lnTo>
                      <a:lnTo>
                        <a:pt x="18" y="96"/>
                      </a:lnTo>
                      <a:lnTo>
                        <a:pt x="16" y="92"/>
                      </a:lnTo>
                      <a:lnTo>
                        <a:pt x="4" y="76"/>
                      </a:lnTo>
                      <a:lnTo>
                        <a:pt x="0" y="68"/>
                      </a:lnTo>
                      <a:lnTo>
                        <a:pt x="26" y="46"/>
                      </a:lnTo>
                      <a:lnTo>
                        <a:pt x="26" y="44"/>
                      </a:lnTo>
                      <a:lnTo>
                        <a:pt x="26" y="42"/>
                      </a:lnTo>
                      <a:lnTo>
                        <a:pt x="26" y="40"/>
                      </a:lnTo>
                      <a:lnTo>
                        <a:pt x="26" y="38"/>
                      </a:lnTo>
                      <a:lnTo>
                        <a:pt x="26" y="36"/>
                      </a:lnTo>
                      <a:lnTo>
                        <a:pt x="26" y="34"/>
                      </a:lnTo>
                      <a:lnTo>
                        <a:pt x="26" y="32"/>
                      </a:lnTo>
                      <a:lnTo>
                        <a:pt x="28" y="30"/>
                      </a:lnTo>
                      <a:lnTo>
                        <a:pt x="28" y="30"/>
                      </a:lnTo>
                      <a:lnTo>
                        <a:pt x="28" y="28"/>
                      </a:lnTo>
                      <a:lnTo>
                        <a:pt x="30" y="26"/>
                      </a:lnTo>
                      <a:lnTo>
                        <a:pt x="32" y="22"/>
                      </a:lnTo>
                      <a:lnTo>
                        <a:pt x="34" y="22"/>
                      </a:lnTo>
                      <a:lnTo>
                        <a:pt x="34" y="20"/>
                      </a:lnTo>
                      <a:lnTo>
                        <a:pt x="36" y="16"/>
                      </a:lnTo>
                      <a:lnTo>
                        <a:pt x="38" y="12"/>
                      </a:lnTo>
                      <a:lnTo>
                        <a:pt x="38" y="10"/>
                      </a:lnTo>
                      <a:lnTo>
                        <a:pt x="40" y="8"/>
                      </a:lnTo>
                      <a:lnTo>
                        <a:pt x="40" y="6"/>
                      </a:lnTo>
                      <a:lnTo>
                        <a:pt x="42" y="6"/>
                      </a:lnTo>
                      <a:lnTo>
                        <a:pt x="46" y="4"/>
                      </a:lnTo>
                      <a:lnTo>
                        <a:pt x="50" y="2"/>
                      </a:lnTo>
                      <a:lnTo>
                        <a:pt x="54" y="2"/>
                      </a:lnTo>
                      <a:lnTo>
                        <a:pt x="60" y="2"/>
                      </a:lnTo>
                      <a:lnTo>
                        <a:pt x="70" y="0"/>
                      </a:lnTo>
                      <a:lnTo>
                        <a:pt x="70" y="0"/>
                      </a:lnTo>
                      <a:lnTo>
                        <a:pt x="70" y="2"/>
                      </a:lnTo>
                      <a:lnTo>
                        <a:pt x="72" y="4"/>
                      </a:lnTo>
                      <a:lnTo>
                        <a:pt x="74" y="4"/>
                      </a:lnTo>
                      <a:lnTo>
                        <a:pt x="76" y="4"/>
                      </a:lnTo>
                      <a:lnTo>
                        <a:pt x="78" y="2"/>
                      </a:lnTo>
                      <a:lnTo>
                        <a:pt x="82" y="4"/>
                      </a:lnTo>
                      <a:lnTo>
                        <a:pt x="82" y="4"/>
                      </a:lnTo>
                      <a:lnTo>
                        <a:pt x="82" y="8"/>
                      </a:lnTo>
                      <a:lnTo>
                        <a:pt x="84" y="10"/>
                      </a:lnTo>
                      <a:lnTo>
                        <a:pt x="82" y="10"/>
                      </a:lnTo>
                      <a:lnTo>
                        <a:pt x="82" y="12"/>
                      </a:lnTo>
                      <a:lnTo>
                        <a:pt x="80" y="14"/>
                      </a:lnTo>
                      <a:lnTo>
                        <a:pt x="80" y="16"/>
                      </a:lnTo>
                      <a:lnTo>
                        <a:pt x="82" y="16"/>
                      </a:lnTo>
                      <a:lnTo>
                        <a:pt x="84" y="18"/>
                      </a:lnTo>
                      <a:lnTo>
                        <a:pt x="86" y="20"/>
                      </a:lnTo>
                      <a:lnTo>
                        <a:pt x="88" y="22"/>
                      </a:lnTo>
                      <a:lnTo>
                        <a:pt x="88" y="24"/>
                      </a:lnTo>
                      <a:lnTo>
                        <a:pt x="90" y="26"/>
                      </a:lnTo>
                      <a:lnTo>
                        <a:pt x="94" y="28"/>
                      </a:lnTo>
                      <a:lnTo>
                        <a:pt x="96" y="32"/>
                      </a:lnTo>
                      <a:lnTo>
                        <a:pt x="98" y="34"/>
                      </a:lnTo>
                      <a:lnTo>
                        <a:pt x="98" y="38"/>
                      </a:lnTo>
                      <a:lnTo>
                        <a:pt x="98" y="38"/>
                      </a:lnTo>
                      <a:lnTo>
                        <a:pt x="96" y="42"/>
                      </a:lnTo>
                      <a:lnTo>
                        <a:pt x="94" y="46"/>
                      </a:lnTo>
                      <a:lnTo>
                        <a:pt x="92" y="52"/>
                      </a:lnTo>
                      <a:lnTo>
                        <a:pt x="92" y="56"/>
                      </a:lnTo>
                      <a:lnTo>
                        <a:pt x="90" y="60"/>
                      </a:lnTo>
                      <a:lnTo>
                        <a:pt x="92" y="64"/>
                      </a:lnTo>
                      <a:lnTo>
                        <a:pt x="92" y="64"/>
                      </a:lnTo>
                      <a:lnTo>
                        <a:pt x="94" y="68"/>
                      </a:lnTo>
                      <a:lnTo>
                        <a:pt x="96" y="72"/>
                      </a:lnTo>
                      <a:lnTo>
                        <a:pt x="98" y="76"/>
                      </a:lnTo>
                      <a:lnTo>
                        <a:pt x="100" y="82"/>
                      </a:lnTo>
                      <a:lnTo>
                        <a:pt x="104" y="84"/>
                      </a:lnTo>
                      <a:lnTo>
                        <a:pt x="106" y="86"/>
                      </a:lnTo>
                      <a:lnTo>
                        <a:pt x="106" y="88"/>
                      </a:lnTo>
                      <a:lnTo>
                        <a:pt x="106" y="90"/>
                      </a:lnTo>
                      <a:lnTo>
                        <a:pt x="106" y="92"/>
                      </a:lnTo>
                      <a:lnTo>
                        <a:pt x="108" y="96"/>
                      </a:lnTo>
                      <a:lnTo>
                        <a:pt x="108" y="96"/>
                      </a:lnTo>
                      <a:lnTo>
                        <a:pt x="108" y="98"/>
                      </a:lnTo>
                      <a:lnTo>
                        <a:pt x="110" y="100"/>
                      </a:lnTo>
                      <a:lnTo>
                        <a:pt x="112" y="102"/>
                      </a:lnTo>
                      <a:lnTo>
                        <a:pt x="114" y="104"/>
                      </a:lnTo>
                      <a:lnTo>
                        <a:pt x="114" y="106"/>
                      </a:lnTo>
                      <a:lnTo>
                        <a:pt x="114" y="108"/>
                      </a:lnTo>
                      <a:lnTo>
                        <a:pt x="116" y="112"/>
                      </a:lnTo>
                      <a:lnTo>
                        <a:pt x="116" y="114"/>
                      </a:lnTo>
                      <a:lnTo>
                        <a:pt x="114" y="124"/>
                      </a:lnTo>
                      <a:lnTo>
                        <a:pt x="114" y="124"/>
                      </a:lnTo>
                      <a:lnTo>
                        <a:pt x="112" y="124"/>
                      </a:lnTo>
                      <a:lnTo>
                        <a:pt x="110" y="126"/>
                      </a:lnTo>
                      <a:lnTo>
                        <a:pt x="108" y="128"/>
                      </a:lnTo>
                      <a:lnTo>
                        <a:pt x="88" y="134"/>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7" name="Freeform 439">
                  <a:extLst>
                    <a:ext uri="{FF2B5EF4-FFF2-40B4-BE49-F238E27FC236}">
                      <a16:creationId xmlns:a16="http://schemas.microsoft.com/office/drawing/2014/main" id="{3B6965D0-B59F-BDE4-8EEC-2B47F3675DC2}"/>
                    </a:ext>
                  </a:extLst>
                </p:cNvPr>
                <p:cNvSpPr/>
                <p:nvPr/>
              </p:nvSpPr>
              <p:spPr bwMode="gray">
                <a:xfrm>
                  <a:off x="1609042" y="3851210"/>
                  <a:ext cx="114787" cy="133211"/>
                </a:xfrm>
                <a:custGeom>
                  <a:avLst/>
                  <a:gdLst>
                    <a:gd name="T0" fmla="*/ 4 w 62"/>
                    <a:gd name="T1" fmla="*/ 40 h 72"/>
                    <a:gd name="T2" fmla="*/ 4 w 62"/>
                    <a:gd name="T3" fmla="*/ 8 h 72"/>
                    <a:gd name="T4" fmla="*/ 4 w 62"/>
                    <a:gd name="T5" fmla="*/ 8 h 72"/>
                    <a:gd name="T6" fmla="*/ 6 w 62"/>
                    <a:gd name="T7" fmla="*/ 10 h 72"/>
                    <a:gd name="T8" fmla="*/ 8 w 62"/>
                    <a:gd name="T9" fmla="*/ 10 h 72"/>
                    <a:gd name="T10" fmla="*/ 8 w 62"/>
                    <a:gd name="T11" fmla="*/ 10 h 72"/>
                    <a:gd name="T12" fmla="*/ 8 w 62"/>
                    <a:gd name="T13" fmla="*/ 12 h 72"/>
                    <a:gd name="T14" fmla="*/ 10 w 62"/>
                    <a:gd name="T15" fmla="*/ 14 h 72"/>
                    <a:gd name="T16" fmla="*/ 12 w 62"/>
                    <a:gd name="T17" fmla="*/ 16 h 72"/>
                    <a:gd name="T18" fmla="*/ 16 w 62"/>
                    <a:gd name="T19" fmla="*/ 16 h 72"/>
                    <a:gd name="T20" fmla="*/ 20 w 62"/>
                    <a:gd name="T21" fmla="*/ 16 h 72"/>
                    <a:gd name="T22" fmla="*/ 26 w 62"/>
                    <a:gd name="T23" fmla="*/ 14 h 72"/>
                    <a:gd name="T24" fmla="*/ 44 w 62"/>
                    <a:gd name="T25" fmla="*/ 0 h 72"/>
                    <a:gd name="T26" fmla="*/ 44 w 62"/>
                    <a:gd name="T27" fmla="*/ 0 h 72"/>
                    <a:gd name="T28" fmla="*/ 44 w 62"/>
                    <a:gd name="T29" fmla="*/ 0 h 72"/>
                    <a:gd name="T30" fmla="*/ 46 w 62"/>
                    <a:gd name="T31" fmla="*/ 4 h 72"/>
                    <a:gd name="T32" fmla="*/ 48 w 62"/>
                    <a:gd name="T33" fmla="*/ 8 h 72"/>
                    <a:gd name="T34" fmla="*/ 48 w 62"/>
                    <a:gd name="T35" fmla="*/ 8 h 72"/>
                    <a:gd name="T36" fmla="*/ 50 w 62"/>
                    <a:gd name="T37" fmla="*/ 10 h 72"/>
                    <a:gd name="T38" fmla="*/ 54 w 62"/>
                    <a:gd name="T39" fmla="*/ 14 h 72"/>
                    <a:gd name="T40" fmla="*/ 56 w 62"/>
                    <a:gd name="T41" fmla="*/ 18 h 72"/>
                    <a:gd name="T42" fmla="*/ 58 w 62"/>
                    <a:gd name="T43" fmla="*/ 22 h 72"/>
                    <a:gd name="T44" fmla="*/ 60 w 62"/>
                    <a:gd name="T45" fmla="*/ 26 h 72"/>
                    <a:gd name="T46" fmla="*/ 62 w 62"/>
                    <a:gd name="T47" fmla="*/ 28 h 72"/>
                    <a:gd name="T48" fmla="*/ 62 w 62"/>
                    <a:gd name="T49" fmla="*/ 28 h 72"/>
                    <a:gd name="T50" fmla="*/ 62 w 62"/>
                    <a:gd name="T51" fmla="*/ 30 h 72"/>
                    <a:gd name="T52" fmla="*/ 62 w 62"/>
                    <a:gd name="T53" fmla="*/ 30 h 72"/>
                    <a:gd name="T54" fmla="*/ 60 w 62"/>
                    <a:gd name="T55" fmla="*/ 32 h 72"/>
                    <a:gd name="T56" fmla="*/ 56 w 62"/>
                    <a:gd name="T57" fmla="*/ 34 h 72"/>
                    <a:gd name="T58" fmla="*/ 48 w 62"/>
                    <a:gd name="T59" fmla="*/ 34 h 72"/>
                    <a:gd name="T60" fmla="*/ 40 w 62"/>
                    <a:gd name="T61" fmla="*/ 36 h 72"/>
                    <a:gd name="T62" fmla="*/ 34 w 62"/>
                    <a:gd name="T63" fmla="*/ 38 h 72"/>
                    <a:gd name="T64" fmla="*/ 34 w 62"/>
                    <a:gd name="T65" fmla="*/ 38 h 72"/>
                    <a:gd name="T66" fmla="*/ 36 w 62"/>
                    <a:gd name="T67" fmla="*/ 42 h 72"/>
                    <a:gd name="T68" fmla="*/ 38 w 62"/>
                    <a:gd name="T69" fmla="*/ 46 h 72"/>
                    <a:gd name="T70" fmla="*/ 40 w 62"/>
                    <a:gd name="T71" fmla="*/ 50 h 72"/>
                    <a:gd name="T72" fmla="*/ 42 w 62"/>
                    <a:gd name="T73" fmla="*/ 52 h 72"/>
                    <a:gd name="T74" fmla="*/ 42 w 62"/>
                    <a:gd name="T75" fmla="*/ 56 h 72"/>
                    <a:gd name="T76" fmla="*/ 40 w 62"/>
                    <a:gd name="T77" fmla="*/ 56 h 72"/>
                    <a:gd name="T78" fmla="*/ 38 w 62"/>
                    <a:gd name="T79" fmla="*/ 58 h 72"/>
                    <a:gd name="T80" fmla="*/ 36 w 62"/>
                    <a:gd name="T81" fmla="*/ 62 h 72"/>
                    <a:gd name="T82" fmla="*/ 32 w 62"/>
                    <a:gd name="T83" fmla="*/ 66 h 72"/>
                    <a:gd name="T84" fmla="*/ 30 w 62"/>
                    <a:gd name="T85" fmla="*/ 68 h 72"/>
                    <a:gd name="T86" fmla="*/ 28 w 62"/>
                    <a:gd name="T87" fmla="*/ 68 h 72"/>
                    <a:gd name="T88" fmla="*/ 26 w 62"/>
                    <a:gd name="T89" fmla="*/ 68 h 72"/>
                    <a:gd name="T90" fmla="*/ 26 w 62"/>
                    <a:gd name="T91" fmla="*/ 70 h 72"/>
                    <a:gd name="T92" fmla="*/ 26 w 62"/>
                    <a:gd name="T93" fmla="*/ 72 h 72"/>
                    <a:gd name="T94" fmla="*/ 24 w 62"/>
                    <a:gd name="T95" fmla="*/ 72 h 72"/>
                    <a:gd name="T96" fmla="*/ 20 w 62"/>
                    <a:gd name="T97" fmla="*/ 70 h 72"/>
                    <a:gd name="T98" fmla="*/ 14 w 62"/>
                    <a:gd name="T99" fmla="*/ 70 h 72"/>
                    <a:gd name="T100" fmla="*/ 8 w 62"/>
                    <a:gd name="T101" fmla="*/ 70 h 72"/>
                    <a:gd name="T102" fmla="*/ 2 w 62"/>
                    <a:gd name="T103" fmla="*/ 70 h 72"/>
                    <a:gd name="T104" fmla="*/ 0 w 62"/>
                    <a:gd name="T105" fmla="*/ 7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2" h="72">
                      <a:moveTo>
                        <a:pt x="4" y="40"/>
                      </a:moveTo>
                      <a:lnTo>
                        <a:pt x="4" y="8"/>
                      </a:lnTo>
                      <a:lnTo>
                        <a:pt x="4" y="8"/>
                      </a:lnTo>
                      <a:lnTo>
                        <a:pt x="6" y="10"/>
                      </a:lnTo>
                      <a:lnTo>
                        <a:pt x="8" y="10"/>
                      </a:lnTo>
                      <a:lnTo>
                        <a:pt x="8" y="10"/>
                      </a:lnTo>
                      <a:lnTo>
                        <a:pt x="8" y="12"/>
                      </a:lnTo>
                      <a:lnTo>
                        <a:pt x="10" y="14"/>
                      </a:lnTo>
                      <a:lnTo>
                        <a:pt x="12" y="16"/>
                      </a:lnTo>
                      <a:lnTo>
                        <a:pt x="16" y="16"/>
                      </a:lnTo>
                      <a:lnTo>
                        <a:pt x="20" y="16"/>
                      </a:lnTo>
                      <a:lnTo>
                        <a:pt x="26" y="14"/>
                      </a:lnTo>
                      <a:lnTo>
                        <a:pt x="44" y="0"/>
                      </a:lnTo>
                      <a:lnTo>
                        <a:pt x="44" y="0"/>
                      </a:lnTo>
                      <a:lnTo>
                        <a:pt x="44" y="0"/>
                      </a:lnTo>
                      <a:lnTo>
                        <a:pt x="46" y="4"/>
                      </a:lnTo>
                      <a:lnTo>
                        <a:pt x="48" y="8"/>
                      </a:lnTo>
                      <a:lnTo>
                        <a:pt x="48" y="8"/>
                      </a:lnTo>
                      <a:lnTo>
                        <a:pt x="50" y="10"/>
                      </a:lnTo>
                      <a:lnTo>
                        <a:pt x="54" y="14"/>
                      </a:lnTo>
                      <a:lnTo>
                        <a:pt x="56" y="18"/>
                      </a:lnTo>
                      <a:lnTo>
                        <a:pt x="58" y="22"/>
                      </a:lnTo>
                      <a:lnTo>
                        <a:pt x="60" y="26"/>
                      </a:lnTo>
                      <a:lnTo>
                        <a:pt x="62" y="28"/>
                      </a:lnTo>
                      <a:lnTo>
                        <a:pt x="62" y="28"/>
                      </a:lnTo>
                      <a:lnTo>
                        <a:pt x="62" y="30"/>
                      </a:lnTo>
                      <a:lnTo>
                        <a:pt x="62" y="30"/>
                      </a:lnTo>
                      <a:lnTo>
                        <a:pt x="60" y="32"/>
                      </a:lnTo>
                      <a:lnTo>
                        <a:pt x="56" y="34"/>
                      </a:lnTo>
                      <a:lnTo>
                        <a:pt x="48" y="34"/>
                      </a:lnTo>
                      <a:lnTo>
                        <a:pt x="40" y="36"/>
                      </a:lnTo>
                      <a:lnTo>
                        <a:pt x="34" y="38"/>
                      </a:lnTo>
                      <a:lnTo>
                        <a:pt x="34" y="38"/>
                      </a:lnTo>
                      <a:lnTo>
                        <a:pt x="36" y="42"/>
                      </a:lnTo>
                      <a:lnTo>
                        <a:pt x="38" y="46"/>
                      </a:lnTo>
                      <a:lnTo>
                        <a:pt x="40" y="50"/>
                      </a:lnTo>
                      <a:lnTo>
                        <a:pt x="42" y="52"/>
                      </a:lnTo>
                      <a:lnTo>
                        <a:pt x="42" y="56"/>
                      </a:lnTo>
                      <a:lnTo>
                        <a:pt x="40" y="56"/>
                      </a:lnTo>
                      <a:lnTo>
                        <a:pt x="38" y="58"/>
                      </a:lnTo>
                      <a:lnTo>
                        <a:pt x="36" y="62"/>
                      </a:lnTo>
                      <a:lnTo>
                        <a:pt x="32" y="66"/>
                      </a:lnTo>
                      <a:lnTo>
                        <a:pt x="30" y="68"/>
                      </a:lnTo>
                      <a:lnTo>
                        <a:pt x="28" y="68"/>
                      </a:lnTo>
                      <a:lnTo>
                        <a:pt x="26" y="68"/>
                      </a:lnTo>
                      <a:lnTo>
                        <a:pt x="26" y="70"/>
                      </a:lnTo>
                      <a:lnTo>
                        <a:pt x="26" y="72"/>
                      </a:lnTo>
                      <a:lnTo>
                        <a:pt x="24" y="72"/>
                      </a:lnTo>
                      <a:lnTo>
                        <a:pt x="20" y="70"/>
                      </a:lnTo>
                      <a:lnTo>
                        <a:pt x="14" y="70"/>
                      </a:lnTo>
                      <a:lnTo>
                        <a:pt x="8" y="70"/>
                      </a:lnTo>
                      <a:lnTo>
                        <a:pt x="2" y="70"/>
                      </a:lnTo>
                      <a:lnTo>
                        <a:pt x="0" y="7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8" name="Freeform 440">
                  <a:extLst>
                    <a:ext uri="{FF2B5EF4-FFF2-40B4-BE49-F238E27FC236}">
                      <a16:creationId xmlns:a16="http://schemas.microsoft.com/office/drawing/2014/main" id="{9A7667AE-388F-646B-CC77-C1862BAA5301}"/>
                    </a:ext>
                  </a:extLst>
                </p:cNvPr>
                <p:cNvSpPr/>
                <p:nvPr/>
              </p:nvSpPr>
              <p:spPr bwMode="gray">
                <a:xfrm>
                  <a:off x="1575717" y="3866011"/>
                  <a:ext cx="40731" cy="114709"/>
                </a:xfrm>
                <a:custGeom>
                  <a:avLst/>
                  <a:gdLst>
                    <a:gd name="T0" fmla="*/ 22 w 22"/>
                    <a:gd name="T1" fmla="*/ 0 h 62"/>
                    <a:gd name="T2" fmla="*/ 16 w 22"/>
                    <a:gd name="T3" fmla="*/ 2 h 62"/>
                    <a:gd name="T4" fmla="*/ 16 w 22"/>
                    <a:gd name="T5" fmla="*/ 2 h 62"/>
                    <a:gd name="T6" fmla="*/ 16 w 22"/>
                    <a:gd name="T7" fmla="*/ 6 h 62"/>
                    <a:gd name="T8" fmla="*/ 16 w 22"/>
                    <a:gd name="T9" fmla="*/ 8 h 62"/>
                    <a:gd name="T10" fmla="*/ 14 w 22"/>
                    <a:gd name="T11" fmla="*/ 12 h 62"/>
                    <a:gd name="T12" fmla="*/ 14 w 22"/>
                    <a:gd name="T13" fmla="*/ 14 h 62"/>
                    <a:gd name="T14" fmla="*/ 14 w 22"/>
                    <a:gd name="T15" fmla="*/ 14 h 62"/>
                    <a:gd name="T16" fmla="*/ 14 w 22"/>
                    <a:gd name="T17" fmla="*/ 16 h 62"/>
                    <a:gd name="T18" fmla="*/ 12 w 22"/>
                    <a:gd name="T19" fmla="*/ 20 h 62"/>
                    <a:gd name="T20" fmla="*/ 8 w 22"/>
                    <a:gd name="T21" fmla="*/ 24 h 62"/>
                    <a:gd name="T22" fmla="*/ 0 w 22"/>
                    <a:gd name="T23" fmla="*/ 30 h 62"/>
                    <a:gd name="T24" fmla="*/ 0 w 22"/>
                    <a:gd name="T25" fmla="*/ 30 h 62"/>
                    <a:gd name="T26" fmla="*/ 2 w 22"/>
                    <a:gd name="T27" fmla="*/ 32 h 62"/>
                    <a:gd name="T28" fmla="*/ 4 w 22"/>
                    <a:gd name="T29" fmla="*/ 38 h 62"/>
                    <a:gd name="T30" fmla="*/ 8 w 22"/>
                    <a:gd name="T31" fmla="*/ 48 h 62"/>
                    <a:gd name="T32" fmla="*/ 18 w 22"/>
                    <a:gd name="T33" fmla="*/ 62 h 62"/>
                    <a:gd name="T34" fmla="*/ 18 w 22"/>
                    <a:gd name="T35" fmla="*/ 60 h 62"/>
                    <a:gd name="T36" fmla="*/ 18 w 22"/>
                    <a:gd name="T37" fmla="*/ 56 h 62"/>
                    <a:gd name="T38" fmla="*/ 18 w 22"/>
                    <a:gd name="T39" fmla="*/ 52 h 62"/>
                    <a:gd name="T40" fmla="*/ 18 w 22"/>
                    <a:gd name="T41" fmla="*/ 44 h 62"/>
                    <a:gd name="T42" fmla="*/ 20 w 22"/>
                    <a:gd name="T43" fmla="*/ 40 h 62"/>
                    <a:gd name="T44" fmla="*/ 20 w 22"/>
                    <a:gd name="T45" fmla="*/ 34 h 62"/>
                    <a:gd name="T46" fmla="*/ 22 w 22"/>
                    <a:gd name="T47" fmla="*/ 32 h 62"/>
                    <a:gd name="T48" fmla="*/ 22 w 22"/>
                    <a:gd name="T49" fmla="*/ 26 h 62"/>
                    <a:gd name="T50" fmla="*/ 22 w 22"/>
                    <a:gd name="T51" fmla="*/ 14 h 62"/>
                    <a:gd name="T52" fmla="*/ 22 w 22"/>
                    <a:gd name="T53"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 h="62">
                      <a:moveTo>
                        <a:pt x="22" y="0"/>
                      </a:moveTo>
                      <a:lnTo>
                        <a:pt x="16" y="2"/>
                      </a:lnTo>
                      <a:lnTo>
                        <a:pt x="16" y="2"/>
                      </a:lnTo>
                      <a:lnTo>
                        <a:pt x="16" y="6"/>
                      </a:lnTo>
                      <a:lnTo>
                        <a:pt x="16" y="8"/>
                      </a:lnTo>
                      <a:lnTo>
                        <a:pt x="14" y="12"/>
                      </a:lnTo>
                      <a:lnTo>
                        <a:pt x="14" y="14"/>
                      </a:lnTo>
                      <a:lnTo>
                        <a:pt x="14" y="14"/>
                      </a:lnTo>
                      <a:lnTo>
                        <a:pt x="14" y="16"/>
                      </a:lnTo>
                      <a:lnTo>
                        <a:pt x="12" y="20"/>
                      </a:lnTo>
                      <a:lnTo>
                        <a:pt x="8" y="24"/>
                      </a:lnTo>
                      <a:lnTo>
                        <a:pt x="0" y="30"/>
                      </a:lnTo>
                      <a:lnTo>
                        <a:pt x="0" y="30"/>
                      </a:lnTo>
                      <a:lnTo>
                        <a:pt x="2" y="32"/>
                      </a:lnTo>
                      <a:lnTo>
                        <a:pt x="4" y="38"/>
                      </a:lnTo>
                      <a:lnTo>
                        <a:pt x="8" y="48"/>
                      </a:lnTo>
                      <a:lnTo>
                        <a:pt x="18" y="62"/>
                      </a:lnTo>
                      <a:lnTo>
                        <a:pt x="18" y="60"/>
                      </a:lnTo>
                      <a:lnTo>
                        <a:pt x="18" y="56"/>
                      </a:lnTo>
                      <a:lnTo>
                        <a:pt x="18" y="52"/>
                      </a:lnTo>
                      <a:lnTo>
                        <a:pt x="18" y="44"/>
                      </a:lnTo>
                      <a:lnTo>
                        <a:pt x="20" y="40"/>
                      </a:lnTo>
                      <a:lnTo>
                        <a:pt x="20" y="34"/>
                      </a:lnTo>
                      <a:lnTo>
                        <a:pt x="22" y="32"/>
                      </a:lnTo>
                      <a:lnTo>
                        <a:pt x="22" y="26"/>
                      </a:lnTo>
                      <a:lnTo>
                        <a:pt x="22" y="14"/>
                      </a:lnTo>
                      <a:lnTo>
                        <a:pt x="22"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9" name="Freeform 441">
                  <a:extLst>
                    <a:ext uri="{FF2B5EF4-FFF2-40B4-BE49-F238E27FC236}">
                      <a16:creationId xmlns:a16="http://schemas.microsoft.com/office/drawing/2014/main" id="{C3F37992-BA64-FBAE-FBF4-3AFE582C5F88}"/>
                    </a:ext>
                  </a:extLst>
                </p:cNvPr>
                <p:cNvSpPr/>
                <p:nvPr/>
              </p:nvSpPr>
              <p:spPr bwMode="gray">
                <a:xfrm>
                  <a:off x="1616447" y="3740201"/>
                  <a:ext cx="148112" cy="140611"/>
                </a:xfrm>
                <a:custGeom>
                  <a:avLst/>
                  <a:gdLst>
                    <a:gd name="T0" fmla="*/ 70 w 80"/>
                    <a:gd name="T1" fmla="*/ 4 h 76"/>
                    <a:gd name="T2" fmla="*/ 64 w 80"/>
                    <a:gd name="T3" fmla="*/ 6 h 76"/>
                    <a:gd name="T4" fmla="*/ 60 w 80"/>
                    <a:gd name="T5" fmla="*/ 6 h 76"/>
                    <a:gd name="T6" fmla="*/ 56 w 80"/>
                    <a:gd name="T7" fmla="*/ 10 h 76"/>
                    <a:gd name="T8" fmla="*/ 54 w 80"/>
                    <a:gd name="T9" fmla="*/ 12 h 76"/>
                    <a:gd name="T10" fmla="*/ 44 w 80"/>
                    <a:gd name="T11" fmla="*/ 16 h 76"/>
                    <a:gd name="T12" fmla="*/ 32 w 80"/>
                    <a:gd name="T13" fmla="*/ 16 h 76"/>
                    <a:gd name="T14" fmla="*/ 24 w 80"/>
                    <a:gd name="T15" fmla="*/ 14 h 76"/>
                    <a:gd name="T16" fmla="*/ 20 w 80"/>
                    <a:gd name="T17" fmla="*/ 12 h 76"/>
                    <a:gd name="T18" fmla="*/ 16 w 80"/>
                    <a:gd name="T19" fmla="*/ 14 h 76"/>
                    <a:gd name="T20" fmla="*/ 16 w 80"/>
                    <a:gd name="T21" fmla="*/ 16 h 76"/>
                    <a:gd name="T22" fmla="*/ 10 w 80"/>
                    <a:gd name="T23" fmla="*/ 24 h 76"/>
                    <a:gd name="T24" fmla="*/ 8 w 80"/>
                    <a:gd name="T25" fmla="*/ 24 h 76"/>
                    <a:gd name="T26" fmla="*/ 6 w 80"/>
                    <a:gd name="T27" fmla="*/ 24 h 76"/>
                    <a:gd name="T28" fmla="*/ 4 w 80"/>
                    <a:gd name="T29" fmla="*/ 24 h 76"/>
                    <a:gd name="T30" fmla="*/ 6 w 80"/>
                    <a:gd name="T31" fmla="*/ 26 h 76"/>
                    <a:gd name="T32" fmla="*/ 6 w 80"/>
                    <a:gd name="T33" fmla="*/ 30 h 76"/>
                    <a:gd name="T34" fmla="*/ 4 w 80"/>
                    <a:gd name="T35" fmla="*/ 34 h 76"/>
                    <a:gd name="T36" fmla="*/ 4 w 80"/>
                    <a:gd name="T37" fmla="*/ 36 h 76"/>
                    <a:gd name="T38" fmla="*/ 2 w 80"/>
                    <a:gd name="T39" fmla="*/ 42 h 76"/>
                    <a:gd name="T40" fmla="*/ 4 w 80"/>
                    <a:gd name="T41" fmla="*/ 42 h 76"/>
                    <a:gd name="T42" fmla="*/ 8 w 80"/>
                    <a:gd name="T43" fmla="*/ 42 h 76"/>
                    <a:gd name="T44" fmla="*/ 12 w 80"/>
                    <a:gd name="T45" fmla="*/ 44 h 76"/>
                    <a:gd name="T46" fmla="*/ 8 w 80"/>
                    <a:gd name="T47" fmla="*/ 50 h 76"/>
                    <a:gd name="T48" fmla="*/ 8 w 80"/>
                    <a:gd name="T49" fmla="*/ 54 h 76"/>
                    <a:gd name="T50" fmla="*/ 6 w 80"/>
                    <a:gd name="T51" fmla="*/ 58 h 76"/>
                    <a:gd name="T52" fmla="*/ 4 w 80"/>
                    <a:gd name="T53" fmla="*/ 62 h 76"/>
                    <a:gd name="T54" fmla="*/ 4 w 80"/>
                    <a:gd name="T55" fmla="*/ 62 h 76"/>
                    <a:gd name="T56" fmla="*/ 2 w 80"/>
                    <a:gd name="T57" fmla="*/ 66 h 76"/>
                    <a:gd name="T58" fmla="*/ 0 w 80"/>
                    <a:gd name="T59" fmla="*/ 68 h 76"/>
                    <a:gd name="T60" fmla="*/ 4 w 80"/>
                    <a:gd name="T61" fmla="*/ 70 h 76"/>
                    <a:gd name="T62" fmla="*/ 4 w 80"/>
                    <a:gd name="T63" fmla="*/ 72 h 76"/>
                    <a:gd name="T64" fmla="*/ 8 w 80"/>
                    <a:gd name="T65" fmla="*/ 76 h 76"/>
                    <a:gd name="T66" fmla="*/ 16 w 80"/>
                    <a:gd name="T67" fmla="*/ 76 h 76"/>
                    <a:gd name="T68" fmla="*/ 66 w 80"/>
                    <a:gd name="T69" fmla="*/ 38 h 76"/>
                    <a:gd name="T70" fmla="*/ 66 w 80"/>
                    <a:gd name="T71" fmla="*/ 34 h 76"/>
                    <a:gd name="T72" fmla="*/ 66 w 80"/>
                    <a:gd name="T73" fmla="*/ 30 h 76"/>
                    <a:gd name="T74" fmla="*/ 66 w 80"/>
                    <a:gd name="T75" fmla="*/ 26 h 76"/>
                    <a:gd name="T76" fmla="*/ 66 w 80"/>
                    <a:gd name="T77" fmla="*/ 22 h 76"/>
                    <a:gd name="T78" fmla="*/ 70 w 80"/>
                    <a:gd name="T79" fmla="*/ 20 h 76"/>
                    <a:gd name="T80" fmla="*/ 72 w 80"/>
                    <a:gd name="T81" fmla="*/ 14 h 76"/>
                    <a:gd name="T82" fmla="*/ 74 w 80"/>
                    <a:gd name="T83" fmla="*/ 12 h 76"/>
                    <a:gd name="T84" fmla="*/ 78 w 80"/>
                    <a:gd name="T85" fmla="*/ 4 h 76"/>
                    <a:gd name="T86" fmla="*/ 80 w 80"/>
                    <a:gd name="T8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0" h="76">
                      <a:moveTo>
                        <a:pt x="72" y="2"/>
                      </a:moveTo>
                      <a:lnTo>
                        <a:pt x="70" y="4"/>
                      </a:lnTo>
                      <a:lnTo>
                        <a:pt x="66" y="6"/>
                      </a:lnTo>
                      <a:lnTo>
                        <a:pt x="64" y="6"/>
                      </a:lnTo>
                      <a:lnTo>
                        <a:pt x="62" y="6"/>
                      </a:lnTo>
                      <a:lnTo>
                        <a:pt x="60" y="6"/>
                      </a:lnTo>
                      <a:lnTo>
                        <a:pt x="58" y="8"/>
                      </a:lnTo>
                      <a:lnTo>
                        <a:pt x="56" y="10"/>
                      </a:lnTo>
                      <a:lnTo>
                        <a:pt x="54" y="12"/>
                      </a:lnTo>
                      <a:lnTo>
                        <a:pt x="54" y="12"/>
                      </a:lnTo>
                      <a:lnTo>
                        <a:pt x="50" y="14"/>
                      </a:lnTo>
                      <a:lnTo>
                        <a:pt x="44" y="16"/>
                      </a:lnTo>
                      <a:lnTo>
                        <a:pt x="38" y="16"/>
                      </a:lnTo>
                      <a:lnTo>
                        <a:pt x="32" y="16"/>
                      </a:lnTo>
                      <a:lnTo>
                        <a:pt x="28" y="16"/>
                      </a:lnTo>
                      <a:lnTo>
                        <a:pt x="24" y="14"/>
                      </a:lnTo>
                      <a:lnTo>
                        <a:pt x="24" y="14"/>
                      </a:lnTo>
                      <a:lnTo>
                        <a:pt x="20" y="12"/>
                      </a:lnTo>
                      <a:lnTo>
                        <a:pt x="18" y="12"/>
                      </a:lnTo>
                      <a:lnTo>
                        <a:pt x="16" y="14"/>
                      </a:lnTo>
                      <a:lnTo>
                        <a:pt x="16" y="16"/>
                      </a:lnTo>
                      <a:lnTo>
                        <a:pt x="16" y="16"/>
                      </a:lnTo>
                      <a:lnTo>
                        <a:pt x="12" y="20"/>
                      </a:lnTo>
                      <a:lnTo>
                        <a:pt x="10" y="24"/>
                      </a:lnTo>
                      <a:lnTo>
                        <a:pt x="8" y="24"/>
                      </a:lnTo>
                      <a:lnTo>
                        <a:pt x="8" y="24"/>
                      </a:lnTo>
                      <a:lnTo>
                        <a:pt x="6" y="24"/>
                      </a:lnTo>
                      <a:lnTo>
                        <a:pt x="6" y="24"/>
                      </a:lnTo>
                      <a:lnTo>
                        <a:pt x="4" y="22"/>
                      </a:lnTo>
                      <a:lnTo>
                        <a:pt x="4" y="24"/>
                      </a:lnTo>
                      <a:lnTo>
                        <a:pt x="6" y="26"/>
                      </a:lnTo>
                      <a:lnTo>
                        <a:pt x="6" y="26"/>
                      </a:lnTo>
                      <a:lnTo>
                        <a:pt x="6" y="28"/>
                      </a:lnTo>
                      <a:lnTo>
                        <a:pt x="6" y="30"/>
                      </a:lnTo>
                      <a:lnTo>
                        <a:pt x="6" y="32"/>
                      </a:lnTo>
                      <a:lnTo>
                        <a:pt x="4" y="34"/>
                      </a:lnTo>
                      <a:lnTo>
                        <a:pt x="4" y="36"/>
                      </a:lnTo>
                      <a:lnTo>
                        <a:pt x="4" y="36"/>
                      </a:lnTo>
                      <a:lnTo>
                        <a:pt x="4" y="38"/>
                      </a:lnTo>
                      <a:lnTo>
                        <a:pt x="2" y="42"/>
                      </a:lnTo>
                      <a:lnTo>
                        <a:pt x="4" y="42"/>
                      </a:lnTo>
                      <a:lnTo>
                        <a:pt x="4" y="42"/>
                      </a:lnTo>
                      <a:lnTo>
                        <a:pt x="6" y="42"/>
                      </a:lnTo>
                      <a:lnTo>
                        <a:pt x="8" y="42"/>
                      </a:lnTo>
                      <a:lnTo>
                        <a:pt x="10" y="42"/>
                      </a:lnTo>
                      <a:lnTo>
                        <a:pt x="12" y="44"/>
                      </a:lnTo>
                      <a:lnTo>
                        <a:pt x="12" y="46"/>
                      </a:lnTo>
                      <a:lnTo>
                        <a:pt x="8" y="50"/>
                      </a:lnTo>
                      <a:lnTo>
                        <a:pt x="8" y="52"/>
                      </a:lnTo>
                      <a:lnTo>
                        <a:pt x="8" y="54"/>
                      </a:lnTo>
                      <a:lnTo>
                        <a:pt x="8" y="56"/>
                      </a:lnTo>
                      <a:lnTo>
                        <a:pt x="6" y="58"/>
                      </a:lnTo>
                      <a:lnTo>
                        <a:pt x="6" y="60"/>
                      </a:lnTo>
                      <a:lnTo>
                        <a:pt x="4" y="62"/>
                      </a:lnTo>
                      <a:lnTo>
                        <a:pt x="4" y="62"/>
                      </a:lnTo>
                      <a:lnTo>
                        <a:pt x="4" y="62"/>
                      </a:lnTo>
                      <a:lnTo>
                        <a:pt x="4" y="64"/>
                      </a:lnTo>
                      <a:lnTo>
                        <a:pt x="2" y="66"/>
                      </a:lnTo>
                      <a:lnTo>
                        <a:pt x="0" y="68"/>
                      </a:lnTo>
                      <a:lnTo>
                        <a:pt x="0" y="68"/>
                      </a:lnTo>
                      <a:lnTo>
                        <a:pt x="2" y="70"/>
                      </a:lnTo>
                      <a:lnTo>
                        <a:pt x="4" y="70"/>
                      </a:lnTo>
                      <a:lnTo>
                        <a:pt x="4" y="70"/>
                      </a:lnTo>
                      <a:lnTo>
                        <a:pt x="4" y="72"/>
                      </a:lnTo>
                      <a:lnTo>
                        <a:pt x="6" y="74"/>
                      </a:lnTo>
                      <a:lnTo>
                        <a:pt x="8" y="76"/>
                      </a:lnTo>
                      <a:lnTo>
                        <a:pt x="12" y="76"/>
                      </a:lnTo>
                      <a:lnTo>
                        <a:pt x="16" y="76"/>
                      </a:lnTo>
                      <a:lnTo>
                        <a:pt x="22" y="74"/>
                      </a:lnTo>
                      <a:lnTo>
                        <a:pt x="66" y="38"/>
                      </a:lnTo>
                      <a:lnTo>
                        <a:pt x="66" y="36"/>
                      </a:lnTo>
                      <a:lnTo>
                        <a:pt x="66" y="34"/>
                      </a:lnTo>
                      <a:lnTo>
                        <a:pt x="66" y="32"/>
                      </a:lnTo>
                      <a:lnTo>
                        <a:pt x="66" y="30"/>
                      </a:lnTo>
                      <a:lnTo>
                        <a:pt x="66" y="28"/>
                      </a:lnTo>
                      <a:lnTo>
                        <a:pt x="66" y="26"/>
                      </a:lnTo>
                      <a:lnTo>
                        <a:pt x="66" y="24"/>
                      </a:lnTo>
                      <a:lnTo>
                        <a:pt x="66" y="22"/>
                      </a:lnTo>
                      <a:lnTo>
                        <a:pt x="68" y="22"/>
                      </a:lnTo>
                      <a:lnTo>
                        <a:pt x="70" y="20"/>
                      </a:lnTo>
                      <a:lnTo>
                        <a:pt x="72" y="18"/>
                      </a:lnTo>
                      <a:lnTo>
                        <a:pt x="72" y="14"/>
                      </a:lnTo>
                      <a:lnTo>
                        <a:pt x="74" y="14"/>
                      </a:lnTo>
                      <a:lnTo>
                        <a:pt x="74" y="12"/>
                      </a:lnTo>
                      <a:lnTo>
                        <a:pt x="76" y="8"/>
                      </a:lnTo>
                      <a:lnTo>
                        <a:pt x="78" y="4"/>
                      </a:lnTo>
                      <a:lnTo>
                        <a:pt x="78" y="2"/>
                      </a:lnTo>
                      <a:lnTo>
                        <a:pt x="80" y="0"/>
                      </a:lnTo>
                      <a:lnTo>
                        <a:pt x="72" y="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0" name="Freeform 442">
                  <a:extLst>
                    <a:ext uri="{FF2B5EF4-FFF2-40B4-BE49-F238E27FC236}">
                      <a16:creationId xmlns:a16="http://schemas.microsoft.com/office/drawing/2014/main" id="{8670FBF0-E2A3-2F11-CE7A-7DBC57B5F9BC}"/>
                    </a:ext>
                  </a:extLst>
                </p:cNvPr>
                <p:cNvSpPr/>
                <p:nvPr/>
              </p:nvSpPr>
              <p:spPr bwMode="gray">
                <a:xfrm>
                  <a:off x="1808993" y="3655094"/>
                  <a:ext cx="433227" cy="458837"/>
                </a:xfrm>
                <a:custGeom>
                  <a:avLst/>
                  <a:gdLst>
                    <a:gd name="T0" fmla="*/ 18 w 234"/>
                    <a:gd name="T1" fmla="*/ 42 h 248"/>
                    <a:gd name="T2" fmla="*/ 20 w 234"/>
                    <a:gd name="T3" fmla="*/ 48 h 248"/>
                    <a:gd name="T4" fmla="*/ 16 w 234"/>
                    <a:gd name="T5" fmla="*/ 52 h 248"/>
                    <a:gd name="T6" fmla="*/ 20 w 234"/>
                    <a:gd name="T7" fmla="*/ 56 h 248"/>
                    <a:gd name="T8" fmla="*/ 24 w 234"/>
                    <a:gd name="T9" fmla="*/ 62 h 248"/>
                    <a:gd name="T10" fmla="*/ 32 w 234"/>
                    <a:gd name="T11" fmla="*/ 70 h 248"/>
                    <a:gd name="T12" fmla="*/ 34 w 234"/>
                    <a:gd name="T13" fmla="*/ 76 h 248"/>
                    <a:gd name="T14" fmla="*/ 28 w 234"/>
                    <a:gd name="T15" fmla="*/ 90 h 248"/>
                    <a:gd name="T16" fmla="*/ 28 w 234"/>
                    <a:gd name="T17" fmla="*/ 102 h 248"/>
                    <a:gd name="T18" fmla="*/ 32 w 234"/>
                    <a:gd name="T19" fmla="*/ 110 h 248"/>
                    <a:gd name="T20" fmla="*/ 40 w 234"/>
                    <a:gd name="T21" fmla="*/ 122 h 248"/>
                    <a:gd name="T22" fmla="*/ 42 w 234"/>
                    <a:gd name="T23" fmla="*/ 128 h 248"/>
                    <a:gd name="T24" fmla="*/ 44 w 234"/>
                    <a:gd name="T25" fmla="*/ 134 h 248"/>
                    <a:gd name="T26" fmla="*/ 48 w 234"/>
                    <a:gd name="T27" fmla="*/ 140 h 248"/>
                    <a:gd name="T28" fmla="*/ 50 w 234"/>
                    <a:gd name="T29" fmla="*/ 146 h 248"/>
                    <a:gd name="T30" fmla="*/ 50 w 234"/>
                    <a:gd name="T31" fmla="*/ 162 h 248"/>
                    <a:gd name="T32" fmla="*/ 78 w 234"/>
                    <a:gd name="T33" fmla="*/ 162 h 248"/>
                    <a:gd name="T34" fmla="*/ 88 w 234"/>
                    <a:gd name="T35" fmla="*/ 174 h 248"/>
                    <a:gd name="T36" fmla="*/ 114 w 234"/>
                    <a:gd name="T37" fmla="*/ 204 h 248"/>
                    <a:gd name="T38" fmla="*/ 128 w 234"/>
                    <a:gd name="T39" fmla="*/ 208 h 248"/>
                    <a:gd name="T40" fmla="*/ 142 w 234"/>
                    <a:gd name="T41" fmla="*/ 210 h 248"/>
                    <a:gd name="T42" fmla="*/ 152 w 234"/>
                    <a:gd name="T43" fmla="*/ 210 h 248"/>
                    <a:gd name="T44" fmla="*/ 168 w 234"/>
                    <a:gd name="T45" fmla="*/ 226 h 248"/>
                    <a:gd name="T46" fmla="*/ 178 w 234"/>
                    <a:gd name="T47" fmla="*/ 232 h 248"/>
                    <a:gd name="T48" fmla="*/ 188 w 234"/>
                    <a:gd name="T49" fmla="*/ 228 h 248"/>
                    <a:gd name="T50" fmla="*/ 198 w 234"/>
                    <a:gd name="T51" fmla="*/ 232 h 248"/>
                    <a:gd name="T52" fmla="*/ 208 w 234"/>
                    <a:gd name="T53" fmla="*/ 248 h 248"/>
                    <a:gd name="T54" fmla="*/ 222 w 234"/>
                    <a:gd name="T55" fmla="*/ 236 h 248"/>
                    <a:gd name="T56" fmla="*/ 222 w 234"/>
                    <a:gd name="T57" fmla="*/ 224 h 248"/>
                    <a:gd name="T58" fmla="*/ 224 w 234"/>
                    <a:gd name="T59" fmla="*/ 214 h 248"/>
                    <a:gd name="T60" fmla="*/ 232 w 234"/>
                    <a:gd name="T61" fmla="*/ 206 h 248"/>
                    <a:gd name="T62" fmla="*/ 232 w 234"/>
                    <a:gd name="T63" fmla="*/ 198 h 248"/>
                    <a:gd name="T64" fmla="*/ 218 w 234"/>
                    <a:gd name="T65" fmla="*/ 172 h 248"/>
                    <a:gd name="T66" fmla="*/ 216 w 234"/>
                    <a:gd name="T67" fmla="*/ 104 h 248"/>
                    <a:gd name="T68" fmla="*/ 212 w 234"/>
                    <a:gd name="T69" fmla="*/ 70 h 248"/>
                    <a:gd name="T70" fmla="*/ 184 w 234"/>
                    <a:gd name="T71" fmla="*/ 52 h 248"/>
                    <a:gd name="T72" fmla="*/ 176 w 234"/>
                    <a:gd name="T73" fmla="*/ 48 h 248"/>
                    <a:gd name="T74" fmla="*/ 160 w 234"/>
                    <a:gd name="T75" fmla="*/ 44 h 248"/>
                    <a:gd name="T76" fmla="*/ 126 w 234"/>
                    <a:gd name="T77" fmla="*/ 54 h 248"/>
                    <a:gd name="T78" fmla="*/ 122 w 234"/>
                    <a:gd name="T79" fmla="*/ 56 h 248"/>
                    <a:gd name="T80" fmla="*/ 102 w 234"/>
                    <a:gd name="T81" fmla="*/ 58 h 248"/>
                    <a:gd name="T82" fmla="*/ 98 w 234"/>
                    <a:gd name="T83" fmla="*/ 60 h 248"/>
                    <a:gd name="T84" fmla="*/ 82 w 234"/>
                    <a:gd name="T85" fmla="*/ 50 h 248"/>
                    <a:gd name="T86" fmla="*/ 62 w 234"/>
                    <a:gd name="T87" fmla="*/ 12 h 248"/>
                    <a:gd name="T88" fmla="*/ 56 w 234"/>
                    <a:gd name="T89" fmla="*/ 6 h 248"/>
                    <a:gd name="T90" fmla="*/ 38 w 234"/>
                    <a:gd name="T91" fmla="*/ 16 h 248"/>
                    <a:gd name="T92" fmla="*/ 30 w 234"/>
                    <a:gd name="T93" fmla="*/ 18 h 248"/>
                    <a:gd name="T94" fmla="*/ 0 w 234"/>
                    <a:gd name="T95" fmla="*/ 10 h 248"/>
                    <a:gd name="T96" fmla="*/ 4 w 234"/>
                    <a:gd name="T97" fmla="*/ 16 h 248"/>
                    <a:gd name="T98" fmla="*/ 8 w 234"/>
                    <a:gd name="T99" fmla="*/ 26 h 248"/>
                    <a:gd name="T100" fmla="*/ 12 w 234"/>
                    <a:gd name="T101" fmla="*/ 4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4" h="248">
                      <a:moveTo>
                        <a:pt x="14" y="42"/>
                      </a:moveTo>
                      <a:lnTo>
                        <a:pt x="16" y="42"/>
                      </a:lnTo>
                      <a:lnTo>
                        <a:pt x="18" y="42"/>
                      </a:lnTo>
                      <a:lnTo>
                        <a:pt x="18" y="42"/>
                      </a:lnTo>
                      <a:lnTo>
                        <a:pt x="18" y="46"/>
                      </a:lnTo>
                      <a:lnTo>
                        <a:pt x="20" y="48"/>
                      </a:lnTo>
                      <a:lnTo>
                        <a:pt x="18" y="48"/>
                      </a:lnTo>
                      <a:lnTo>
                        <a:pt x="18" y="50"/>
                      </a:lnTo>
                      <a:lnTo>
                        <a:pt x="16" y="52"/>
                      </a:lnTo>
                      <a:lnTo>
                        <a:pt x="16" y="54"/>
                      </a:lnTo>
                      <a:lnTo>
                        <a:pt x="18" y="54"/>
                      </a:lnTo>
                      <a:lnTo>
                        <a:pt x="20" y="56"/>
                      </a:lnTo>
                      <a:lnTo>
                        <a:pt x="22" y="58"/>
                      </a:lnTo>
                      <a:lnTo>
                        <a:pt x="24" y="60"/>
                      </a:lnTo>
                      <a:lnTo>
                        <a:pt x="24" y="62"/>
                      </a:lnTo>
                      <a:lnTo>
                        <a:pt x="26" y="64"/>
                      </a:lnTo>
                      <a:lnTo>
                        <a:pt x="30" y="66"/>
                      </a:lnTo>
                      <a:lnTo>
                        <a:pt x="32" y="70"/>
                      </a:lnTo>
                      <a:lnTo>
                        <a:pt x="34" y="72"/>
                      </a:lnTo>
                      <a:lnTo>
                        <a:pt x="34" y="76"/>
                      </a:lnTo>
                      <a:lnTo>
                        <a:pt x="34" y="76"/>
                      </a:lnTo>
                      <a:lnTo>
                        <a:pt x="32" y="80"/>
                      </a:lnTo>
                      <a:lnTo>
                        <a:pt x="30" y="84"/>
                      </a:lnTo>
                      <a:lnTo>
                        <a:pt x="28" y="90"/>
                      </a:lnTo>
                      <a:lnTo>
                        <a:pt x="28" y="94"/>
                      </a:lnTo>
                      <a:lnTo>
                        <a:pt x="26" y="98"/>
                      </a:lnTo>
                      <a:lnTo>
                        <a:pt x="28" y="102"/>
                      </a:lnTo>
                      <a:lnTo>
                        <a:pt x="28" y="102"/>
                      </a:lnTo>
                      <a:lnTo>
                        <a:pt x="30" y="106"/>
                      </a:lnTo>
                      <a:lnTo>
                        <a:pt x="32" y="110"/>
                      </a:lnTo>
                      <a:lnTo>
                        <a:pt x="34" y="114"/>
                      </a:lnTo>
                      <a:lnTo>
                        <a:pt x="36" y="120"/>
                      </a:lnTo>
                      <a:lnTo>
                        <a:pt x="40" y="122"/>
                      </a:lnTo>
                      <a:lnTo>
                        <a:pt x="42" y="124"/>
                      </a:lnTo>
                      <a:lnTo>
                        <a:pt x="42" y="126"/>
                      </a:lnTo>
                      <a:lnTo>
                        <a:pt x="42" y="128"/>
                      </a:lnTo>
                      <a:lnTo>
                        <a:pt x="42" y="130"/>
                      </a:lnTo>
                      <a:lnTo>
                        <a:pt x="44" y="134"/>
                      </a:lnTo>
                      <a:lnTo>
                        <a:pt x="44" y="134"/>
                      </a:lnTo>
                      <a:lnTo>
                        <a:pt x="44" y="136"/>
                      </a:lnTo>
                      <a:lnTo>
                        <a:pt x="46" y="138"/>
                      </a:lnTo>
                      <a:lnTo>
                        <a:pt x="48" y="140"/>
                      </a:lnTo>
                      <a:lnTo>
                        <a:pt x="50" y="142"/>
                      </a:lnTo>
                      <a:lnTo>
                        <a:pt x="50" y="144"/>
                      </a:lnTo>
                      <a:lnTo>
                        <a:pt x="50" y="146"/>
                      </a:lnTo>
                      <a:lnTo>
                        <a:pt x="52" y="150"/>
                      </a:lnTo>
                      <a:lnTo>
                        <a:pt x="52" y="152"/>
                      </a:lnTo>
                      <a:lnTo>
                        <a:pt x="50" y="162"/>
                      </a:lnTo>
                      <a:lnTo>
                        <a:pt x="64" y="164"/>
                      </a:lnTo>
                      <a:lnTo>
                        <a:pt x="78" y="162"/>
                      </a:lnTo>
                      <a:lnTo>
                        <a:pt x="78" y="162"/>
                      </a:lnTo>
                      <a:lnTo>
                        <a:pt x="80" y="164"/>
                      </a:lnTo>
                      <a:lnTo>
                        <a:pt x="84" y="168"/>
                      </a:lnTo>
                      <a:lnTo>
                        <a:pt x="88" y="174"/>
                      </a:lnTo>
                      <a:lnTo>
                        <a:pt x="94" y="182"/>
                      </a:lnTo>
                      <a:lnTo>
                        <a:pt x="114" y="202"/>
                      </a:lnTo>
                      <a:lnTo>
                        <a:pt x="114" y="204"/>
                      </a:lnTo>
                      <a:lnTo>
                        <a:pt x="118" y="204"/>
                      </a:lnTo>
                      <a:lnTo>
                        <a:pt x="122" y="206"/>
                      </a:lnTo>
                      <a:lnTo>
                        <a:pt x="128" y="208"/>
                      </a:lnTo>
                      <a:lnTo>
                        <a:pt x="132" y="208"/>
                      </a:lnTo>
                      <a:lnTo>
                        <a:pt x="136" y="210"/>
                      </a:lnTo>
                      <a:lnTo>
                        <a:pt x="142" y="210"/>
                      </a:lnTo>
                      <a:lnTo>
                        <a:pt x="148" y="210"/>
                      </a:lnTo>
                      <a:lnTo>
                        <a:pt x="150" y="210"/>
                      </a:lnTo>
                      <a:lnTo>
                        <a:pt x="152" y="210"/>
                      </a:lnTo>
                      <a:lnTo>
                        <a:pt x="160" y="206"/>
                      </a:lnTo>
                      <a:lnTo>
                        <a:pt x="166" y="214"/>
                      </a:lnTo>
                      <a:lnTo>
                        <a:pt x="168" y="226"/>
                      </a:lnTo>
                      <a:lnTo>
                        <a:pt x="176" y="234"/>
                      </a:lnTo>
                      <a:lnTo>
                        <a:pt x="176" y="232"/>
                      </a:lnTo>
                      <a:lnTo>
                        <a:pt x="178" y="232"/>
                      </a:lnTo>
                      <a:lnTo>
                        <a:pt x="180" y="230"/>
                      </a:lnTo>
                      <a:lnTo>
                        <a:pt x="184" y="230"/>
                      </a:lnTo>
                      <a:lnTo>
                        <a:pt x="188" y="228"/>
                      </a:lnTo>
                      <a:lnTo>
                        <a:pt x="190" y="228"/>
                      </a:lnTo>
                      <a:lnTo>
                        <a:pt x="194" y="230"/>
                      </a:lnTo>
                      <a:lnTo>
                        <a:pt x="198" y="232"/>
                      </a:lnTo>
                      <a:lnTo>
                        <a:pt x="200" y="234"/>
                      </a:lnTo>
                      <a:lnTo>
                        <a:pt x="200" y="240"/>
                      </a:lnTo>
                      <a:lnTo>
                        <a:pt x="208" y="248"/>
                      </a:lnTo>
                      <a:lnTo>
                        <a:pt x="224" y="240"/>
                      </a:lnTo>
                      <a:lnTo>
                        <a:pt x="224" y="238"/>
                      </a:lnTo>
                      <a:lnTo>
                        <a:pt x="222" y="236"/>
                      </a:lnTo>
                      <a:lnTo>
                        <a:pt x="222" y="230"/>
                      </a:lnTo>
                      <a:lnTo>
                        <a:pt x="222" y="226"/>
                      </a:lnTo>
                      <a:lnTo>
                        <a:pt x="222" y="224"/>
                      </a:lnTo>
                      <a:lnTo>
                        <a:pt x="222" y="222"/>
                      </a:lnTo>
                      <a:lnTo>
                        <a:pt x="222" y="218"/>
                      </a:lnTo>
                      <a:lnTo>
                        <a:pt x="224" y="214"/>
                      </a:lnTo>
                      <a:lnTo>
                        <a:pt x="228" y="210"/>
                      </a:lnTo>
                      <a:lnTo>
                        <a:pt x="232" y="208"/>
                      </a:lnTo>
                      <a:lnTo>
                        <a:pt x="232" y="206"/>
                      </a:lnTo>
                      <a:lnTo>
                        <a:pt x="232" y="204"/>
                      </a:lnTo>
                      <a:lnTo>
                        <a:pt x="234" y="202"/>
                      </a:lnTo>
                      <a:lnTo>
                        <a:pt x="232" y="198"/>
                      </a:lnTo>
                      <a:lnTo>
                        <a:pt x="232" y="196"/>
                      </a:lnTo>
                      <a:lnTo>
                        <a:pt x="230" y="194"/>
                      </a:lnTo>
                      <a:lnTo>
                        <a:pt x="218" y="172"/>
                      </a:lnTo>
                      <a:lnTo>
                        <a:pt x="206" y="152"/>
                      </a:lnTo>
                      <a:lnTo>
                        <a:pt x="206" y="120"/>
                      </a:lnTo>
                      <a:lnTo>
                        <a:pt x="216" y="104"/>
                      </a:lnTo>
                      <a:lnTo>
                        <a:pt x="218" y="80"/>
                      </a:lnTo>
                      <a:lnTo>
                        <a:pt x="216" y="76"/>
                      </a:lnTo>
                      <a:lnTo>
                        <a:pt x="212" y="70"/>
                      </a:lnTo>
                      <a:lnTo>
                        <a:pt x="206" y="62"/>
                      </a:lnTo>
                      <a:lnTo>
                        <a:pt x="196" y="54"/>
                      </a:lnTo>
                      <a:lnTo>
                        <a:pt x="184" y="52"/>
                      </a:lnTo>
                      <a:lnTo>
                        <a:pt x="182" y="50"/>
                      </a:lnTo>
                      <a:lnTo>
                        <a:pt x="180" y="50"/>
                      </a:lnTo>
                      <a:lnTo>
                        <a:pt x="176" y="48"/>
                      </a:lnTo>
                      <a:lnTo>
                        <a:pt x="172" y="48"/>
                      </a:lnTo>
                      <a:lnTo>
                        <a:pt x="170" y="46"/>
                      </a:lnTo>
                      <a:lnTo>
                        <a:pt x="160" y="44"/>
                      </a:lnTo>
                      <a:lnTo>
                        <a:pt x="144" y="44"/>
                      </a:lnTo>
                      <a:lnTo>
                        <a:pt x="126" y="54"/>
                      </a:lnTo>
                      <a:lnTo>
                        <a:pt x="126" y="54"/>
                      </a:lnTo>
                      <a:lnTo>
                        <a:pt x="126" y="54"/>
                      </a:lnTo>
                      <a:lnTo>
                        <a:pt x="124" y="56"/>
                      </a:lnTo>
                      <a:lnTo>
                        <a:pt x="122" y="56"/>
                      </a:lnTo>
                      <a:lnTo>
                        <a:pt x="118" y="58"/>
                      </a:lnTo>
                      <a:lnTo>
                        <a:pt x="112" y="58"/>
                      </a:lnTo>
                      <a:lnTo>
                        <a:pt x="102" y="58"/>
                      </a:lnTo>
                      <a:lnTo>
                        <a:pt x="102" y="58"/>
                      </a:lnTo>
                      <a:lnTo>
                        <a:pt x="100" y="60"/>
                      </a:lnTo>
                      <a:lnTo>
                        <a:pt x="98" y="60"/>
                      </a:lnTo>
                      <a:lnTo>
                        <a:pt x="96" y="58"/>
                      </a:lnTo>
                      <a:lnTo>
                        <a:pt x="90" y="56"/>
                      </a:lnTo>
                      <a:lnTo>
                        <a:pt x="82" y="50"/>
                      </a:lnTo>
                      <a:lnTo>
                        <a:pt x="76" y="40"/>
                      </a:lnTo>
                      <a:lnTo>
                        <a:pt x="72" y="26"/>
                      </a:lnTo>
                      <a:lnTo>
                        <a:pt x="62" y="12"/>
                      </a:lnTo>
                      <a:lnTo>
                        <a:pt x="62" y="12"/>
                      </a:lnTo>
                      <a:lnTo>
                        <a:pt x="60" y="10"/>
                      </a:lnTo>
                      <a:lnTo>
                        <a:pt x="56" y="6"/>
                      </a:lnTo>
                      <a:lnTo>
                        <a:pt x="54" y="4"/>
                      </a:lnTo>
                      <a:lnTo>
                        <a:pt x="52" y="0"/>
                      </a:lnTo>
                      <a:lnTo>
                        <a:pt x="38" y="16"/>
                      </a:lnTo>
                      <a:lnTo>
                        <a:pt x="36" y="16"/>
                      </a:lnTo>
                      <a:lnTo>
                        <a:pt x="34" y="18"/>
                      </a:lnTo>
                      <a:lnTo>
                        <a:pt x="30" y="18"/>
                      </a:lnTo>
                      <a:lnTo>
                        <a:pt x="26" y="18"/>
                      </a:lnTo>
                      <a:lnTo>
                        <a:pt x="22" y="14"/>
                      </a:lnTo>
                      <a:lnTo>
                        <a:pt x="0" y="10"/>
                      </a:lnTo>
                      <a:lnTo>
                        <a:pt x="0" y="12"/>
                      </a:lnTo>
                      <a:lnTo>
                        <a:pt x="2" y="14"/>
                      </a:lnTo>
                      <a:lnTo>
                        <a:pt x="4" y="16"/>
                      </a:lnTo>
                      <a:lnTo>
                        <a:pt x="4" y="20"/>
                      </a:lnTo>
                      <a:lnTo>
                        <a:pt x="6" y="24"/>
                      </a:lnTo>
                      <a:lnTo>
                        <a:pt x="8" y="26"/>
                      </a:lnTo>
                      <a:lnTo>
                        <a:pt x="12" y="38"/>
                      </a:lnTo>
                      <a:lnTo>
                        <a:pt x="12" y="38"/>
                      </a:lnTo>
                      <a:lnTo>
                        <a:pt x="12" y="40"/>
                      </a:lnTo>
                      <a:lnTo>
                        <a:pt x="10" y="42"/>
                      </a:lnTo>
                      <a:lnTo>
                        <a:pt x="14" y="4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1" name="Freeform 443">
                  <a:extLst>
                    <a:ext uri="{FF2B5EF4-FFF2-40B4-BE49-F238E27FC236}">
                      <a16:creationId xmlns:a16="http://schemas.microsoft.com/office/drawing/2014/main" id="{30DCA4E9-36A4-50DD-2792-1C73CBEED04C}"/>
                    </a:ext>
                  </a:extLst>
                </p:cNvPr>
                <p:cNvSpPr/>
                <p:nvPr/>
              </p:nvSpPr>
              <p:spPr bwMode="gray">
                <a:xfrm>
                  <a:off x="1038812" y="4809588"/>
                  <a:ext cx="51839" cy="40703"/>
                </a:xfrm>
                <a:custGeom>
                  <a:avLst/>
                  <a:gdLst>
                    <a:gd name="T0" fmla="*/ 2 w 28"/>
                    <a:gd name="T1" fmla="*/ 10 h 22"/>
                    <a:gd name="T2" fmla="*/ 4 w 28"/>
                    <a:gd name="T3" fmla="*/ 22 h 22"/>
                    <a:gd name="T4" fmla="*/ 28 w 28"/>
                    <a:gd name="T5" fmla="*/ 4 h 22"/>
                    <a:gd name="T6" fmla="*/ 26 w 28"/>
                    <a:gd name="T7" fmla="*/ 2 h 22"/>
                    <a:gd name="T8" fmla="*/ 26 w 28"/>
                    <a:gd name="T9" fmla="*/ 2 h 22"/>
                    <a:gd name="T10" fmla="*/ 24 w 28"/>
                    <a:gd name="T11" fmla="*/ 0 h 22"/>
                    <a:gd name="T12" fmla="*/ 22 w 28"/>
                    <a:gd name="T13" fmla="*/ 0 h 22"/>
                    <a:gd name="T14" fmla="*/ 20 w 28"/>
                    <a:gd name="T15" fmla="*/ 0 h 22"/>
                    <a:gd name="T16" fmla="*/ 14 w 28"/>
                    <a:gd name="T17" fmla="*/ 2 h 22"/>
                    <a:gd name="T18" fmla="*/ 0 w 28"/>
                    <a:gd name="T19" fmla="*/ 8 h 22"/>
                    <a:gd name="T20" fmla="*/ 2 w 28"/>
                    <a:gd name="T21"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2">
                      <a:moveTo>
                        <a:pt x="2" y="10"/>
                      </a:moveTo>
                      <a:lnTo>
                        <a:pt x="4" y="22"/>
                      </a:lnTo>
                      <a:lnTo>
                        <a:pt x="28" y="4"/>
                      </a:lnTo>
                      <a:lnTo>
                        <a:pt x="26" y="2"/>
                      </a:lnTo>
                      <a:lnTo>
                        <a:pt x="26" y="2"/>
                      </a:lnTo>
                      <a:lnTo>
                        <a:pt x="24" y="0"/>
                      </a:lnTo>
                      <a:lnTo>
                        <a:pt x="22" y="0"/>
                      </a:lnTo>
                      <a:lnTo>
                        <a:pt x="20" y="0"/>
                      </a:lnTo>
                      <a:lnTo>
                        <a:pt x="14" y="2"/>
                      </a:lnTo>
                      <a:lnTo>
                        <a:pt x="0" y="8"/>
                      </a:lnTo>
                      <a:lnTo>
                        <a:pt x="2" y="1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2" name="Freeform 444">
                  <a:extLst>
                    <a:ext uri="{FF2B5EF4-FFF2-40B4-BE49-F238E27FC236}">
                      <a16:creationId xmlns:a16="http://schemas.microsoft.com/office/drawing/2014/main" id="{64F2C225-116B-A678-1C26-671F03D75DD5}"/>
                    </a:ext>
                  </a:extLst>
                </p:cNvPr>
                <p:cNvSpPr/>
                <p:nvPr/>
              </p:nvSpPr>
              <p:spPr bwMode="gray">
                <a:xfrm>
                  <a:off x="564854" y="3743901"/>
                  <a:ext cx="481363" cy="455137"/>
                </a:xfrm>
                <a:custGeom>
                  <a:avLst/>
                  <a:gdLst>
                    <a:gd name="T0" fmla="*/ 0 w 260"/>
                    <a:gd name="T1" fmla="*/ 128 h 246"/>
                    <a:gd name="T2" fmla="*/ 20 w 260"/>
                    <a:gd name="T3" fmla="*/ 114 h 246"/>
                    <a:gd name="T4" fmla="*/ 86 w 260"/>
                    <a:gd name="T5" fmla="*/ 92 h 246"/>
                    <a:gd name="T6" fmla="*/ 88 w 260"/>
                    <a:gd name="T7" fmla="*/ 76 h 246"/>
                    <a:gd name="T8" fmla="*/ 94 w 260"/>
                    <a:gd name="T9" fmla="*/ 72 h 246"/>
                    <a:gd name="T10" fmla="*/ 102 w 260"/>
                    <a:gd name="T11" fmla="*/ 72 h 246"/>
                    <a:gd name="T12" fmla="*/ 108 w 260"/>
                    <a:gd name="T13" fmla="*/ 72 h 246"/>
                    <a:gd name="T14" fmla="*/ 102 w 260"/>
                    <a:gd name="T15" fmla="*/ 64 h 246"/>
                    <a:gd name="T16" fmla="*/ 98 w 260"/>
                    <a:gd name="T17" fmla="*/ 56 h 246"/>
                    <a:gd name="T18" fmla="*/ 98 w 260"/>
                    <a:gd name="T19" fmla="*/ 46 h 246"/>
                    <a:gd name="T20" fmla="*/ 96 w 260"/>
                    <a:gd name="T21" fmla="*/ 36 h 246"/>
                    <a:gd name="T22" fmla="*/ 90 w 260"/>
                    <a:gd name="T23" fmla="*/ 30 h 246"/>
                    <a:gd name="T24" fmla="*/ 86 w 260"/>
                    <a:gd name="T25" fmla="*/ 30 h 246"/>
                    <a:gd name="T26" fmla="*/ 92 w 260"/>
                    <a:gd name="T27" fmla="*/ 26 h 246"/>
                    <a:gd name="T28" fmla="*/ 116 w 260"/>
                    <a:gd name="T29" fmla="*/ 16 h 246"/>
                    <a:gd name="T30" fmla="*/ 126 w 260"/>
                    <a:gd name="T31" fmla="*/ 14 h 246"/>
                    <a:gd name="T32" fmla="*/ 136 w 260"/>
                    <a:gd name="T33" fmla="*/ 10 h 246"/>
                    <a:gd name="T34" fmla="*/ 142 w 260"/>
                    <a:gd name="T35" fmla="*/ 8 h 246"/>
                    <a:gd name="T36" fmla="*/ 148 w 260"/>
                    <a:gd name="T37" fmla="*/ 8 h 246"/>
                    <a:gd name="T38" fmla="*/ 170 w 260"/>
                    <a:gd name="T39" fmla="*/ 4 h 246"/>
                    <a:gd name="T40" fmla="*/ 198 w 260"/>
                    <a:gd name="T41" fmla="*/ 2 h 246"/>
                    <a:gd name="T42" fmla="*/ 202 w 260"/>
                    <a:gd name="T43" fmla="*/ 0 h 246"/>
                    <a:gd name="T44" fmla="*/ 210 w 260"/>
                    <a:gd name="T45" fmla="*/ 2 h 246"/>
                    <a:gd name="T46" fmla="*/ 216 w 260"/>
                    <a:gd name="T47" fmla="*/ 4 h 246"/>
                    <a:gd name="T48" fmla="*/ 218 w 260"/>
                    <a:gd name="T49" fmla="*/ 8 h 246"/>
                    <a:gd name="T50" fmla="*/ 216 w 260"/>
                    <a:gd name="T51" fmla="*/ 14 h 246"/>
                    <a:gd name="T52" fmla="*/ 216 w 260"/>
                    <a:gd name="T53" fmla="*/ 24 h 246"/>
                    <a:gd name="T54" fmla="*/ 214 w 260"/>
                    <a:gd name="T55" fmla="*/ 28 h 246"/>
                    <a:gd name="T56" fmla="*/ 212 w 260"/>
                    <a:gd name="T57" fmla="*/ 34 h 246"/>
                    <a:gd name="T58" fmla="*/ 210 w 260"/>
                    <a:gd name="T59" fmla="*/ 36 h 246"/>
                    <a:gd name="T60" fmla="*/ 210 w 260"/>
                    <a:gd name="T61" fmla="*/ 40 h 246"/>
                    <a:gd name="T62" fmla="*/ 212 w 260"/>
                    <a:gd name="T63" fmla="*/ 46 h 246"/>
                    <a:gd name="T64" fmla="*/ 214 w 260"/>
                    <a:gd name="T65" fmla="*/ 50 h 246"/>
                    <a:gd name="T66" fmla="*/ 214 w 260"/>
                    <a:gd name="T67" fmla="*/ 54 h 246"/>
                    <a:gd name="T68" fmla="*/ 216 w 260"/>
                    <a:gd name="T69" fmla="*/ 60 h 246"/>
                    <a:gd name="T70" fmla="*/ 218 w 260"/>
                    <a:gd name="T71" fmla="*/ 60 h 246"/>
                    <a:gd name="T72" fmla="*/ 220 w 260"/>
                    <a:gd name="T73" fmla="*/ 64 h 246"/>
                    <a:gd name="T74" fmla="*/ 224 w 260"/>
                    <a:gd name="T75" fmla="*/ 88 h 246"/>
                    <a:gd name="T76" fmla="*/ 234 w 260"/>
                    <a:gd name="T77" fmla="*/ 110 h 246"/>
                    <a:gd name="T78" fmla="*/ 234 w 260"/>
                    <a:gd name="T79" fmla="*/ 110 h 246"/>
                    <a:gd name="T80" fmla="*/ 234 w 260"/>
                    <a:gd name="T81" fmla="*/ 116 h 246"/>
                    <a:gd name="T82" fmla="*/ 236 w 260"/>
                    <a:gd name="T83" fmla="*/ 126 h 246"/>
                    <a:gd name="T84" fmla="*/ 238 w 260"/>
                    <a:gd name="T85" fmla="*/ 134 h 246"/>
                    <a:gd name="T86" fmla="*/ 238 w 260"/>
                    <a:gd name="T87" fmla="*/ 138 h 246"/>
                    <a:gd name="T88" fmla="*/ 240 w 260"/>
                    <a:gd name="T89" fmla="*/ 142 h 246"/>
                    <a:gd name="T90" fmla="*/ 244 w 260"/>
                    <a:gd name="T91" fmla="*/ 146 h 246"/>
                    <a:gd name="T92" fmla="*/ 244 w 260"/>
                    <a:gd name="T93" fmla="*/ 154 h 246"/>
                    <a:gd name="T94" fmla="*/ 242 w 260"/>
                    <a:gd name="T95" fmla="*/ 166 h 246"/>
                    <a:gd name="T96" fmla="*/ 244 w 260"/>
                    <a:gd name="T97" fmla="*/ 168 h 246"/>
                    <a:gd name="T98" fmla="*/ 246 w 260"/>
                    <a:gd name="T99" fmla="*/ 174 h 246"/>
                    <a:gd name="T100" fmla="*/ 246 w 260"/>
                    <a:gd name="T101" fmla="*/ 180 h 246"/>
                    <a:gd name="T102" fmla="*/ 250 w 260"/>
                    <a:gd name="T103" fmla="*/ 186 h 246"/>
                    <a:gd name="T104" fmla="*/ 192 w 260"/>
                    <a:gd name="T105" fmla="*/ 236 h 246"/>
                    <a:gd name="T106" fmla="*/ 148 w 260"/>
                    <a:gd name="T107" fmla="*/ 230 h 246"/>
                    <a:gd name="T108" fmla="*/ 4 w 260"/>
                    <a:gd name="T109" fmla="*/ 1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0" h="246">
                      <a:moveTo>
                        <a:pt x="4" y="144"/>
                      </a:moveTo>
                      <a:lnTo>
                        <a:pt x="0" y="128"/>
                      </a:lnTo>
                      <a:lnTo>
                        <a:pt x="12" y="122"/>
                      </a:lnTo>
                      <a:lnTo>
                        <a:pt x="20" y="114"/>
                      </a:lnTo>
                      <a:lnTo>
                        <a:pt x="34" y="110"/>
                      </a:lnTo>
                      <a:lnTo>
                        <a:pt x="86" y="92"/>
                      </a:lnTo>
                      <a:lnTo>
                        <a:pt x="88" y="80"/>
                      </a:lnTo>
                      <a:lnTo>
                        <a:pt x="88" y="76"/>
                      </a:lnTo>
                      <a:lnTo>
                        <a:pt x="92" y="74"/>
                      </a:lnTo>
                      <a:lnTo>
                        <a:pt x="94" y="72"/>
                      </a:lnTo>
                      <a:lnTo>
                        <a:pt x="98" y="72"/>
                      </a:lnTo>
                      <a:lnTo>
                        <a:pt x="102" y="72"/>
                      </a:lnTo>
                      <a:lnTo>
                        <a:pt x="106" y="72"/>
                      </a:lnTo>
                      <a:lnTo>
                        <a:pt x="108" y="72"/>
                      </a:lnTo>
                      <a:lnTo>
                        <a:pt x="110" y="72"/>
                      </a:lnTo>
                      <a:lnTo>
                        <a:pt x="102" y="64"/>
                      </a:lnTo>
                      <a:lnTo>
                        <a:pt x="100" y="60"/>
                      </a:lnTo>
                      <a:lnTo>
                        <a:pt x="98" y="56"/>
                      </a:lnTo>
                      <a:lnTo>
                        <a:pt x="98" y="52"/>
                      </a:lnTo>
                      <a:lnTo>
                        <a:pt x="98" y="46"/>
                      </a:lnTo>
                      <a:lnTo>
                        <a:pt x="98" y="40"/>
                      </a:lnTo>
                      <a:lnTo>
                        <a:pt x="96" y="36"/>
                      </a:lnTo>
                      <a:lnTo>
                        <a:pt x="94" y="32"/>
                      </a:lnTo>
                      <a:lnTo>
                        <a:pt x="90" y="30"/>
                      </a:lnTo>
                      <a:lnTo>
                        <a:pt x="88" y="30"/>
                      </a:lnTo>
                      <a:lnTo>
                        <a:pt x="86" y="30"/>
                      </a:lnTo>
                      <a:lnTo>
                        <a:pt x="88" y="28"/>
                      </a:lnTo>
                      <a:lnTo>
                        <a:pt x="92" y="26"/>
                      </a:lnTo>
                      <a:lnTo>
                        <a:pt x="94" y="24"/>
                      </a:lnTo>
                      <a:lnTo>
                        <a:pt x="116" y="16"/>
                      </a:lnTo>
                      <a:lnTo>
                        <a:pt x="120" y="14"/>
                      </a:lnTo>
                      <a:lnTo>
                        <a:pt x="126" y="14"/>
                      </a:lnTo>
                      <a:lnTo>
                        <a:pt x="130" y="12"/>
                      </a:lnTo>
                      <a:lnTo>
                        <a:pt x="136" y="10"/>
                      </a:lnTo>
                      <a:lnTo>
                        <a:pt x="140" y="10"/>
                      </a:lnTo>
                      <a:lnTo>
                        <a:pt x="142" y="8"/>
                      </a:lnTo>
                      <a:lnTo>
                        <a:pt x="144" y="8"/>
                      </a:lnTo>
                      <a:lnTo>
                        <a:pt x="148" y="8"/>
                      </a:lnTo>
                      <a:lnTo>
                        <a:pt x="158" y="4"/>
                      </a:lnTo>
                      <a:lnTo>
                        <a:pt x="170" y="4"/>
                      </a:lnTo>
                      <a:lnTo>
                        <a:pt x="176" y="4"/>
                      </a:lnTo>
                      <a:lnTo>
                        <a:pt x="198" y="2"/>
                      </a:lnTo>
                      <a:lnTo>
                        <a:pt x="198" y="2"/>
                      </a:lnTo>
                      <a:lnTo>
                        <a:pt x="202" y="0"/>
                      </a:lnTo>
                      <a:lnTo>
                        <a:pt x="206" y="0"/>
                      </a:lnTo>
                      <a:lnTo>
                        <a:pt x="210" y="2"/>
                      </a:lnTo>
                      <a:lnTo>
                        <a:pt x="214" y="2"/>
                      </a:lnTo>
                      <a:lnTo>
                        <a:pt x="216" y="4"/>
                      </a:lnTo>
                      <a:lnTo>
                        <a:pt x="220" y="8"/>
                      </a:lnTo>
                      <a:lnTo>
                        <a:pt x="218" y="8"/>
                      </a:lnTo>
                      <a:lnTo>
                        <a:pt x="218" y="10"/>
                      </a:lnTo>
                      <a:lnTo>
                        <a:pt x="216" y="14"/>
                      </a:lnTo>
                      <a:lnTo>
                        <a:pt x="216" y="18"/>
                      </a:lnTo>
                      <a:lnTo>
                        <a:pt x="216" y="24"/>
                      </a:lnTo>
                      <a:lnTo>
                        <a:pt x="214" y="24"/>
                      </a:lnTo>
                      <a:lnTo>
                        <a:pt x="214" y="28"/>
                      </a:lnTo>
                      <a:lnTo>
                        <a:pt x="214" y="30"/>
                      </a:lnTo>
                      <a:lnTo>
                        <a:pt x="212" y="34"/>
                      </a:lnTo>
                      <a:lnTo>
                        <a:pt x="210" y="34"/>
                      </a:lnTo>
                      <a:lnTo>
                        <a:pt x="210" y="36"/>
                      </a:lnTo>
                      <a:lnTo>
                        <a:pt x="210" y="38"/>
                      </a:lnTo>
                      <a:lnTo>
                        <a:pt x="210" y="40"/>
                      </a:lnTo>
                      <a:lnTo>
                        <a:pt x="212" y="44"/>
                      </a:lnTo>
                      <a:lnTo>
                        <a:pt x="212" y="46"/>
                      </a:lnTo>
                      <a:lnTo>
                        <a:pt x="212" y="48"/>
                      </a:lnTo>
                      <a:lnTo>
                        <a:pt x="214" y="50"/>
                      </a:lnTo>
                      <a:lnTo>
                        <a:pt x="214" y="52"/>
                      </a:lnTo>
                      <a:lnTo>
                        <a:pt x="214" y="54"/>
                      </a:lnTo>
                      <a:lnTo>
                        <a:pt x="214" y="56"/>
                      </a:lnTo>
                      <a:lnTo>
                        <a:pt x="216" y="60"/>
                      </a:lnTo>
                      <a:lnTo>
                        <a:pt x="218" y="60"/>
                      </a:lnTo>
                      <a:lnTo>
                        <a:pt x="218" y="60"/>
                      </a:lnTo>
                      <a:lnTo>
                        <a:pt x="220" y="62"/>
                      </a:lnTo>
                      <a:lnTo>
                        <a:pt x="220" y="64"/>
                      </a:lnTo>
                      <a:lnTo>
                        <a:pt x="222" y="74"/>
                      </a:lnTo>
                      <a:lnTo>
                        <a:pt x="224" y="88"/>
                      </a:lnTo>
                      <a:lnTo>
                        <a:pt x="228" y="102"/>
                      </a:lnTo>
                      <a:lnTo>
                        <a:pt x="234" y="110"/>
                      </a:lnTo>
                      <a:lnTo>
                        <a:pt x="234" y="110"/>
                      </a:lnTo>
                      <a:lnTo>
                        <a:pt x="234" y="110"/>
                      </a:lnTo>
                      <a:lnTo>
                        <a:pt x="234" y="112"/>
                      </a:lnTo>
                      <a:lnTo>
                        <a:pt x="234" y="116"/>
                      </a:lnTo>
                      <a:lnTo>
                        <a:pt x="234" y="120"/>
                      </a:lnTo>
                      <a:lnTo>
                        <a:pt x="236" y="126"/>
                      </a:lnTo>
                      <a:lnTo>
                        <a:pt x="236" y="130"/>
                      </a:lnTo>
                      <a:lnTo>
                        <a:pt x="238" y="134"/>
                      </a:lnTo>
                      <a:lnTo>
                        <a:pt x="238" y="138"/>
                      </a:lnTo>
                      <a:lnTo>
                        <a:pt x="238" y="138"/>
                      </a:lnTo>
                      <a:lnTo>
                        <a:pt x="238" y="140"/>
                      </a:lnTo>
                      <a:lnTo>
                        <a:pt x="240" y="142"/>
                      </a:lnTo>
                      <a:lnTo>
                        <a:pt x="244" y="144"/>
                      </a:lnTo>
                      <a:lnTo>
                        <a:pt x="244" y="146"/>
                      </a:lnTo>
                      <a:lnTo>
                        <a:pt x="244" y="150"/>
                      </a:lnTo>
                      <a:lnTo>
                        <a:pt x="244" y="154"/>
                      </a:lnTo>
                      <a:lnTo>
                        <a:pt x="246" y="158"/>
                      </a:lnTo>
                      <a:lnTo>
                        <a:pt x="242" y="166"/>
                      </a:lnTo>
                      <a:lnTo>
                        <a:pt x="242" y="166"/>
                      </a:lnTo>
                      <a:lnTo>
                        <a:pt x="244" y="168"/>
                      </a:lnTo>
                      <a:lnTo>
                        <a:pt x="246" y="170"/>
                      </a:lnTo>
                      <a:lnTo>
                        <a:pt x="246" y="174"/>
                      </a:lnTo>
                      <a:lnTo>
                        <a:pt x="246" y="176"/>
                      </a:lnTo>
                      <a:lnTo>
                        <a:pt x="246" y="180"/>
                      </a:lnTo>
                      <a:lnTo>
                        <a:pt x="248" y="184"/>
                      </a:lnTo>
                      <a:lnTo>
                        <a:pt x="250" y="186"/>
                      </a:lnTo>
                      <a:lnTo>
                        <a:pt x="260" y="200"/>
                      </a:lnTo>
                      <a:lnTo>
                        <a:pt x="192" y="236"/>
                      </a:lnTo>
                      <a:lnTo>
                        <a:pt x="152" y="246"/>
                      </a:lnTo>
                      <a:lnTo>
                        <a:pt x="148" y="230"/>
                      </a:lnTo>
                      <a:lnTo>
                        <a:pt x="120" y="230"/>
                      </a:lnTo>
                      <a:lnTo>
                        <a:pt x="4" y="144"/>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3" name="Freeform 445">
                  <a:extLst>
                    <a:ext uri="{FF2B5EF4-FFF2-40B4-BE49-F238E27FC236}">
                      <a16:creationId xmlns:a16="http://schemas.microsoft.com/office/drawing/2014/main" id="{FA0AAD48-FCD8-44A2-C8D9-C464E19B5CCE}"/>
                    </a:ext>
                  </a:extLst>
                </p:cNvPr>
                <p:cNvSpPr/>
                <p:nvPr/>
              </p:nvSpPr>
              <p:spPr bwMode="gray">
                <a:xfrm>
                  <a:off x="364903" y="3999222"/>
                  <a:ext cx="207356" cy="181315"/>
                </a:xfrm>
                <a:custGeom>
                  <a:avLst/>
                  <a:gdLst>
                    <a:gd name="T0" fmla="*/ 0 w 112"/>
                    <a:gd name="T1" fmla="*/ 90 h 98"/>
                    <a:gd name="T2" fmla="*/ 2 w 112"/>
                    <a:gd name="T3" fmla="*/ 82 h 98"/>
                    <a:gd name="T4" fmla="*/ 6 w 112"/>
                    <a:gd name="T5" fmla="*/ 74 h 98"/>
                    <a:gd name="T6" fmla="*/ 16 w 112"/>
                    <a:gd name="T7" fmla="*/ 68 h 98"/>
                    <a:gd name="T8" fmla="*/ 28 w 112"/>
                    <a:gd name="T9" fmla="*/ 64 h 98"/>
                    <a:gd name="T10" fmla="*/ 32 w 112"/>
                    <a:gd name="T11" fmla="*/ 60 h 98"/>
                    <a:gd name="T12" fmla="*/ 32 w 112"/>
                    <a:gd name="T13" fmla="*/ 56 h 98"/>
                    <a:gd name="T14" fmla="*/ 28 w 112"/>
                    <a:gd name="T15" fmla="*/ 54 h 98"/>
                    <a:gd name="T16" fmla="*/ 24 w 112"/>
                    <a:gd name="T17" fmla="*/ 42 h 98"/>
                    <a:gd name="T18" fmla="*/ 30 w 112"/>
                    <a:gd name="T19" fmla="*/ 32 h 98"/>
                    <a:gd name="T20" fmla="*/ 40 w 112"/>
                    <a:gd name="T21" fmla="*/ 26 h 98"/>
                    <a:gd name="T22" fmla="*/ 46 w 112"/>
                    <a:gd name="T23" fmla="*/ 24 h 98"/>
                    <a:gd name="T24" fmla="*/ 50 w 112"/>
                    <a:gd name="T25" fmla="*/ 16 h 98"/>
                    <a:gd name="T26" fmla="*/ 52 w 112"/>
                    <a:gd name="T27" fmla="*/ 10 h 98"/>
                    <a:gd name="T28" fmla="*/ 56 w 112"/>
                    <a:gd name="T29" fmla="*/ 4 h 98"/>
                    <a:gd name="T30" fmla="*/ 66 w 112"/>
                    <a:gd name="T31" fmla="*/ 0 h 98"/>
                    <a:gd name="T32" fmla="*/ 112 w 112"/>
                    <a:gd name="T33" fmla="*/ 20 h 98"/>
                    <a:gd name="T34" fmla="*/ 88 w 112"/>
                    <a:gd name="T35" fmla="*/ 20 h 98"/>
                    <a:gd name="T36" fmla="*/ 86 w 112"/>
                    <a:gd name="T37" fmla="*/ 18 h 98"/>
                    <a:gd name="T38" fmla="*/ 82 w 112"/>
                    <a:gd name="T39" fmla="*/ 20 h 98"/>
                    <a:gd name="T40" fmla="*/ 82 w 112"/>
                    <a:gd name="T41" fmla="*/ 26 h 98"/>
                    <a:gd name="T42" fmla="*/ 80 w 112"/>
                    <a:gd name="T43" fmla="*/ 38 h 98"/>
                    <a:gd name="T44" fmla="*/ 80 w 112"/>
                    <a:gd name="T45" fmla="*/ 50 h 98"/>
                    <a:gd name="T46" fmla="*/ 80 w 112"/>
                    <a:gd name="T47" fmla="*/ 54 h 98"/>
                    <a:gd name="T48" fmla="*/ 80 w 112"/>
                    <a:gd name="T49" fmla="*/ 56 h 98"/>
                    <a:gd name="T50" fmla="*/ 78 w 112"/>
                    <a:gd name="T51" fmla="*/ 60 h 98"/>
                    <a:gd name="T52" fmla="*/ 76 w 112"/>
                    <a:gd name="T53" fmla="*/ 60 h 98"/>
                    <a:gd name="T54" fmla="*/ 72 w 112"/>
                    <a:gd name="T55" fmla="*/ 60 h 98"/>
                    <a:gd name="T56" fmla="*/ 66 w 112"/>
                    <a:gd name="T57" fmla="*/ 60 h 98"/>
                    <a:gd name="T58" fmla="*/ 62 w 112"/>
                    <a:gd name="T59" fmla="*/ 64 h 98"/>
                    <a:gd name="T60" fmla="*/ 60 w 112"/>
                    <a:gd name="T61" fmla="*/ 74 h 98"/>
                    <a:gd name="T62" fmla="*/ 0 w 112"/>
                    <a:gd name="T63" fmla="*/ 9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 h="98">
                      <a:moveTo>
                        <a:pt x="0" y="94"/>
                      </a:moveTo>
                      <a:lnTo>
                        <a:pt x="0" y="90"/>
                      </a:lnTo>
                      <a:lnTo>
                        <a:pt x="0" y="86"/>
                      </a:lnTo>
                      <a:lnTo>
                        <a:pt x="2" y="82"/>
                      </a:lnTo>
                      <a:lnTo>
                        <a:pt x="4" y="78"/>
                      </a:lnTo>
                      <a:lnTo>
                        <a:pt x="6" y="74"/>
                      </a:lnTo>
                      <a:lnTo>
                        <a:pt x="10" y="70"/>
                      </a:lnTo>
                      <a:lnTo>
                        <a:pt x="16" y="68"/>
                      </a:lnTo>
                      <a:lnTo>
                        <a:pt x="22" y="66"/>
                      </a:lnTo>
                      <a:lnTo>
                        <a:pt x="28" y="64"/>
                      </a:lnTo>
                      <a:lnTo>
                        <a:pt x="32" y="62"/>
                      </a:lnTo>
                      <a:lnTo>
                        <a:pt x="32" y="60"/>
                      </a:lnTo>
                      <a:lnTo>
                        <a:pt x="32" y="58"/>
                      </a:lnTo>
                      <a:lnTo>
                        <a:pt x="32" y="56"/>
                      </a:lnTo>
                      <a:lnTo>
                        <a:pt x="30" y="54"/>
                      </a:lnTo>
                      <a:lnTo>
                        <a:pt x="28" y="54"/>
                      </a:lnTo>
                      <a:lnTo>
                        <a:pt x="28" y="54"/>
                      </a:lnTo>
                      <a:lnTo>
                        <a:pt x="24" y="42"/>
                      </a:lnTo>
                      <a:lnTo>
                        <a:pt x="28" y="36"/>
                      </a:lnTo>
                      <a:lnTo>
                        <a:pt x="30" y="32"/>
                      </a:lnTo>
                      <a:lnTo>
                        <a:pt x="36" y="28"/>
                      </a:lnTo>
                      <a:lnTo>
                        <a:pt x="40" y="26"/>
                      </a:lnTo>
                      <a:lnTo>
                        <a:pt x="44" y="24"/>
                      </a:lnTo>
                      <a:lnTo>
                        <a:pt x="46" y="24"/>
                      </a:lnTo>
                      <a:lnTo>
                        <a:pt x="48" y="24"/>
                      </a:lnTo>
                      <a:lnTo>
                        <a:pt x="50" y="16"/>
                      </a:lnTo>
                      <a:lnTo>
                        <a:pt x="52" y="12"/>
                      </a:lnTo>
                      <a:lnTo>
                        <a:pt x="52" y="10"/>
                      </a:lnTo>
                      <a:lnTo>
                        <a:pt x="54" y="10"/>
                      </a:lnTo>
                      <a:lnTo>
                        <a:pt x="56" y="4"/>
                      </a:lnTo>
                      <a:lnTo>
                        <a:pt x="60" y="0"/>
                      </a:lnTo>
                      <a:lnTo>
                        <a:pt x="66" y="0"/>
                      </a:lnTo>
                      <a:lnTo>
                        <a:pt x="112" y="6"/>
                      </a:lnTo>
                      <a:lnTo>
                        <a:pt x="112" y="20"/>
                      </a:lnTo>
                      <a:lnTo>
                        <a:pt x="88" y="20"/>
                      </a:lnTo>
                      <a:lnTo>
                        <a:pt x="88" y="20"/>
                      </a:lnTo>
                      <a:lnTo>
                        <a:pt x="88" y="20"/>
                      </a:lnTo>
                      <a:lnTo>
                        <a:pt x="86" y="18"/>
                      </a:lnTo>
                      <a:lnTo>
                        <a:pt x="84" y="18"/>
                      </a:lnTo>
                      <a:lnTo>
                        <a:pt x="82" y="20"/>
                      </a:lnTo>
                      <a:lnTo>
                        <a:pt x="82" y="22"/>
                      </a:lnTo>
                      <a:lnTo>
                        <a:pt x="82" y="26"/>
                      </a:lnTo>
                      <a:lnTo>
                        <a:pt x="82" y="30"/>
                      </a:lnTo>
                      <a:lnTo>
                        <a:pt x="80" y="38"/>
                      </a:lnTo>
                      <a:lnTo>
                        <a:pt x="80" y="44"/>
                      </a:lnTo>
                      <a:lnTo>
                        <a:pt x="80" y="50"/>
                      </a:lnTo>
                      <a:lnTo>
                        <a:pt x="80" y="54"/>
                      </a:lnTo>
                      <a:lnTo>
                        <a:pt x="80" y="54"/>
                      </a:lnTo>
                      <a:lnTo>
                        <a:pt x="80" y="56"/>
                      </a:lnTo>
                      <a:lnTo>
                        <a:pt x="80" y="56"/>
                      </a:lnTo>
                      <a:lnTo>
                        <a:pt x="80" y="58"/>
                      </a:lnTo>
                      <a:lnTo>
                        <a:pt x="78" y="60"/>
                      </a:lnTo>
                      <a:lnTo>
                        <a:pt x="78" y="60"/>
                      </a:lnTo>
                      <a:lnTo>
                        <a:pt x="76" y="60"/>
                      </a:lnTo>
                      <a:lnTo>
                        <a:pt x="74" y="60"/>
                      </a:lnTo>
                      <a:lnTo>
                        <a:pt x="72" y="60"/>
                      </a:lnTo>
                      <a:lnTo>
                        <a:pt x="70" y="60"/>
                      </a:lnTo>
                      <a:lnTo>
                        <a:pt x="66" y="60"/>
                      </a:lnTo>
                      <a:lnTo>
                        <a:pt x="64" y="62"/>
                      </a:lnTo>
                      <a:lnTo>
                        <a:pt x="62" y="64"/>
                      </a:lnTo>
                      <a:lnTo>
                        <a:pt x="60" y="68"/>
                      </a:lnTo>
                      <a:lnTo>
                        <a:pt x="60" y="74"/>
                      </a:lnTo>
                      <a:lnTo>
                        <a:pt x="58" y="98"/>
                      </a:lnTo>
                      <a:lnTo>
                        <a:pt x="0" y="9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4" name="Freeform 446">
                  <a:extLst>
                    <a:ext uri="{FF2B5EF4-FFF2-40B4-BE49-F238E27FC236}">
                      <a16:creationId xmlns:a16="http://schemas.microsoft.com/office/drawing/2014/main" id="{3BDFD2EC-324D-D5B0-6A87-4A0102D72F60}"/>
                    </a:ext>
                  </a:extLst>
                </p:cNvPr>
                <p:cNvSpPr/>
                <p:nvPr/>
              </p:nvSpPr>
              <p:spPr bwMode="gray">
                <a:xfrm>
                  <a:off x="353795" y="4010323"/>
                  <a:ext cx="292521" cy="336727"/>
                </a:xfrm>
                <a:custGeom>
                  <a:avLst/>
                  <a:gdLst>
                    <a:gd name="T0" fmla="*/ 4 w 158"/>
                    <a:gd name="T1" fmla="*/ 158 h 182"/>
                    <a:gd name="T2" fmla="*/ 10 w 158"/>
                    <a:gd name="T3" fmla="*/ 150 h 182"/>
                    <a:gd name="T4" fmla="*/ 14 w 158"/>
                    <a:gd name="T5" fmla="*/ 146 h 182"/>
                    <a:gd name="T6" fmla="*/ 18 w 158"/>
                    <a:gd name="T7" fmla="*/ 142 h 182"/>
                    <a:gd name="T8" fmla="*/ 18 w 158"/>
                    <a:gd name="T9" fmla="*/ 132 h 182"/>
                    <a:gd name="T10" fmla="*/ 14 w 158"/>
                    <a:gd name="T11" fmla="*/ 124 h 182"/>
                    <a:gd name="T12" fmla="*/ 12 w 158"/>
                    <a:gd name="T13" fmla="*/ 120 h 182"/>
                    <a:gd name="T14" fmla="*/ 16 w 158"/>
                    <a:gd name="T15" fmla="*/ 96 h 182"/>
                    <a:gd name="T16" fmla="*/ 14 w 158"/>
                    <a:gd name="T17" fmla="*/ 88 h 182"/>
                    <a:gd name="T18" fmla="*/ 66 w 158"/>
                    <a:gd name="T19" fmla="*/ 68 h 182"/>
                    <a:gd name="T20" fmla="*/ 68 w 158"/>
                    <a:gd name="T21" fmla="*/ 58 h 182"/>
                    <a:gd name="T22" fmla="*/ 72 w 158"/>
                    <a:gd name="T23" fmla="*/ 54 h 182"/>
                    <a:gd name="T24" fmla="*/ 78 w 158"/>
                    <a:gd name="T25" fmla="*/ 54 h 182"/>
                    <a:gd name="T26" fmla="*/ 82 w 158"/>
                    <a:gd name="T27" fmla="*/ 54 h 182"/>
                    <a:gd name="T28" fmla="*/ 84 w 158"/>
                    <a:gd name="T29" fmla="*/ 54 h 182"/>
                    <a:gd name="T30" fmla="*/ 86 w 158"/>
                    <a:gd name="T31" fmla="*/ 50 h 182"/>
                    <a:gd name="T32" fmla="*/ 86 w 158"/>
                    <a:gd name="T33" fmla="*/ 48 h 182"/>
                    <a:gd name="T34" fmla="*/ 86 w 158"/>
                    <a:gd name="T35" fmla="*/ 44 h 182"/>
                    <a:gd name="T36" fmla="*/ 86 w 158"/>
                    <a:gd name="T37" fmla="*/ 32 h 182"/>
                    <a:gd name="T38" fmla="*/ 88 w 158"/>
                    <a:gd name="T39" fmla="*/ 20 h 182"/>
                    <a:gd name="T40" fmla="*/ 88 w 158"/>
                    <a:gd name="T41" fmla="*/ 14 h 182"/>
                    <a:gd name="T42" fmla="*/ 92 w 158"/>
                    <a:gd name="T43" fmla="*/ 12 h 182"/>
                    <a:gd name="T44" fmla="*/ 94 w 158"/>
                    <a:gd name="T45" fmla="*/ 14 h 182"/>
                    <a:gd name="T46" fmla="*/ 118 w 158"/>
                    <a:gd name="T47" fmla="*/ 14 h 182"/>
                    <a:gd name="T48" fmla="*/ 118 w 158"/>
                    <a:gd name="T49" fmla="*/ 0 h 182"/>
                    <a:gd name="T50" fmla="*/ 138 w 158"/>
                    <a:gd name="T51" fmla="*/ 28 h 182"/>
                    <a:gd name="T52" fmla="*/ 138 w 158"/>
                    <a:gd name="T53" fmla="*/ 28 h 182"/>
                    <a:gd name="T54" fmla="*/ 136 w 158"/>
                    <a:gd name="T55" fmla="*/ 30 h 182"/>
                    <a:gd name="T56" fmla="*/ 142 w 158"/>
                    <a:gd name="T57" fmla="*/ 142 h 182"/>
                    <a:gd name="T58" fmla="*/ 144 w 158"/>
                    <a:gd name="T59" fmla="*/ 146 h 182"/>
                    <a:gd name="T60" fmla="*/ 146 w 158"/>
                    <a:gd name="T61" fmla="*/ 152 h 182"/>
                    <a:gd name="T62" fmla="*/ 140 w 158"/>
                    <a:gd name="T63" fmla="*/ 164 h 182"/>
                    <a:gd name="T64" fmla="*/ 88 w 158"/>
                    <a:gd name="T65" fmla="*/ 158 h 182"/>
                    <a:gd name="T66" fmla="*/ 84 w 158"/>
                    <a:gd name="T67" fmla="*/ 162 h 182"/>
                    <a:gd name="T68" fmla="*/ 82 w 158"/>
                    <a:gd name="T69" fmla="*/ 162 h 182"/>
                    <a:gd name="T70" fmla="*/ 80 w 158"/>
                    <a:gd name="T71" fmla="*/ 160 h 182"/>
                    <a:gd name="T72" fmla="*/ 76 w 158"/>
                    <a:gd name="T73" fmla="*/ 162 h 182"/>
                    <a:gd name="T74" fmla="*/ 76 w 158"/>
                    <a:gd name="T75" fmla="*/ 166 h 182"/>
                    <a:gd name="T76" fmla="*/ 76 w 158"/>
                    <a:gd name="T77" fmla="*/ 170 h 182"/>
                    <a:gd name="T78" fmla="*/ 72 w 158"/>
                    <a:gd name="T79" fmla="*/ 172 h 182"/>
                    <a:gd name="T80" fmla="*/ 70 w 158"/>
                    <a:gd name="T81" fmla="*/ 176 h 182"/>
                    <a:gd name="T82" fmla="*/ 66 w 158"/>
                    <a:gd name="T83" fmla="*/ 182 h 182"/>
                    <a:gd name="T84" fmla="*/ 62 w 158"/>
                    <a:gd name="T85" fmla="*/ 182 h 182"/>
                    <a:gd name="T86" fmla="*/ 60 w 158"/>
                    <a:gd name="T87" fmla="*/ 178 h 182"/>
                    <a:gd name="T88" fmla="*/ 54 w 158"/>
                    <a:gd name="T89" fmla="*/ 178 h 182"/>
                    <a:gd name="T90" fmla="*/ 46 w 158"/>
                    <a:gd name="T91" fmla="*/ 172 h 182"/>
                    <a:gd name="T92" fmla="*/ 42 w 158"/>
                    <a:gd name="T93" fmla="*/ 166 h 182"/>
                    <a:gd name="T94" fmla="*/ 36 w 158"/>
                    <a:gd name="T95" fmla="*/ 160 h 182"/>
                    <a:gd name="T96" fmla="*/ 26 w 158"/>
                    <a:gd name="T97" fmla="*/ 156 h 182"/>
                    <a:gd name="T98" fmla="*/ 0 w 158"/>
                    <a:gd name="T99" fmla="*/ 164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8" h="182">
                      <a:moveTo>
                        <a:pt x="0" y="164"/>
                      </a:moveTo>
                      <a:lnTo>
                        <a:pt x="4" y="158"/>
                      </a:lnTo>
                      <a:lnTo>
                        <a:pt x="6" y="154"/>
                      </a:lnTo>
                      <a:lnTo>
                        <a:pt x="10" y="150"/>
                      </a:lnTo>
                      <a:lnTo>
                        <a:pt x="12" y="148"/>
                      </a:lnTo>
                      <a:lnTo>
                        <a:pt x="14" y="146"/>
                      </a:lnTo>
                      <a:lnTo>
                        <a:pt x="16" y="146"/>
                      </a:lnTo>
                      <a:lnTo>
                        <a:pt x="18" y="142"/>
                      </a:lnTo>
                      <a:lnTo>
                        <a:pt x="18" y="138"/>
                      </a:lnTo>
                      <a:lnTo>
                        <a:pt x="18" y="132"/>
                      </a:lnTo>
                      <a:lnTo>
                        <a:pt x="16" y="128"/>
                      </a:lnTo>
                      <a:lnTo>
                        <a:pt x="14" y="124"/>
                      </a:lnTo>
                      <a:lnTo>
                        <a:pt x="12" y="122"/>
                      </a:lnTo>
                      <a:lnTo>
                        <a:pt x="12" y="120"/>
                      </a:lnTo>
                      <a:lnTo>
                        <a:pt x="6" y="110"/>
                      </a:lnTo>
                      <a:lnTo>
                        <a:pt x="16" y="96"/>
                      </a:lnTo>
                      <a:lnTo>
                        <a:pt x="6" y="88"/>
                      </a:lnTo>
                      <a:lnTo>
                        <a:pt x="14" y="88"/>
                      </a:lnTo>
                      <a:lnTo>
                        <a:pt x="64" y="92"/>
                      </a:lnTo>
                      <a:lnTo>
                        <a:pt x="66" y="68"/>
                      </a:lnTo>
                      <a:lnTo>
                        <a:pt x="66" y="62"/>
                      </a:lnTo>
                      <a:lnTo>
                        <a:pt x="68" y="58"/>
                      </a:lnTo>
                      <a:lnTo>
                        <a:pt x="70" y="56"/>
                      </a:lnTo>
                      <a:lnTo>
                        <a:pt x="72" y="54"/>
                      </a:lnTo>
                      <a:lnTo>
                        <a:pt x="76" y="54"/>
                      </a:lnTo>
                      <a:lnTo>
                        <a:pt x="78" y="54"/>
                      </a:lnTo>
                      <a:lnTo>
                        <a:pt x="80" y="54"/>
                      </a:lnTo>
                      <a:lnTo>
                        <a:pt x="82" y="54"/>
                      </a:lnTo>
                      <a:lnTo>
                        <a:pt x="84" y="54"/>
                      </a:lnTo>
                      <a:lnTo>
                        <a:pt x="84" y="54"/>
                      </a:lnTo>
                      <a:lnTo>
                        <a:pt x="86" y="52"/>
                      </a:lnTo>
                      <a:lnTo>
                        <a:pt x="86" y="50"/>
                      </a:lnTo>
                      <a:lnTo>
                        <a:pt x="86" y="50"/>
                      </a:lnTo>
                      <a:lnTo>
                        <a:pt x="86" y="48"/>
                      </a:lnTo>
                      <a:lnTo>
                        <a:pt x="86" y="48"/>
                      </a:lnTo>
                      <a:lnTo>
                        <a:pt x="86" y="44"/>
                      </a:lnTo>
                      <a:lnTo>
                        <a:pt x="86" y="38"/>
                      </a:lnTo>
                      <a:lnTo>
                        <a:pt x="86" y="32"/>
                      </a:lnTo>
                      <a:lnTo>
                        <a:pt x="88" y="24"/>
                      </a:lnTo>
                      <a:lnTo>
                        <a:pt x="88" y="20"/>
                      </a:lnTo>
                      <a:lnTo>
                        <a:pt x="88" y="16"/>
                      </a:lnTo>
                      <a:lnTo>
                        <a:pt x="88" y="14"/>
                      </a:lnTo>
                      <a:lnTo>
                        <a:pt x="90" y="12"/>
                      </a:lnTo>
                      <a:lnTo>
                        <a:pt x="92" y="12"/>
                      </a:lnTo>
                      <a:lnTo>
                        <a:pt x="94" y="14"/>
                      </a:lnTo>
                      <a:lnTo>
                        <a:pt x="94" y="14"/>
                      </a:lnTo>
                      <a:lnTo>
                        <a:pt x="94" y="14"/>
                      </a:lnTo>
                      <a:lnTo>
                        <a:pt x="118" y="14"/>
                      </a:lnTo>
                      <a:lnTo>
                        <a:pt x="118" y="4"/>
                      </a:lnTo>
                      <a:lnTo>
                        <a:pt x="118" y="0"/>
                      </a:lnTo>
                      <a:lnTo>
                        <a:pt x="158" y="28"/>
                      </a:lnTo>
                      <a:lnTo>
                        <a:pt x="138" y="28"/>
                      </a:lnTo>
                      <a:lnTo>
                        <a:pt x="138" y="28"/>
                      </a:lnTo>
                      <a:lnTo>
                        <a:pt x="138" y="28"/>
                      </a:lnTo>
                      <a:lnTo>
                        <a:pt x="136" y="28"/>
                      </a:lnTo>
                      <a:lnTo>
                        <a:pt x="136" y="30"/>
                      </a:lnTo>
                      <a:lnTo>
                        <a:pt x="136" y="32"/>
                      </a:lnTo>
                      <a:lnTo>
                        <a:pt x="142" y="142"/>
                      </a:lnTo>
                      <a:lnTo>
                        <a:pt x="142" y="142"/>
                      </a:lnTo>
                      <a:lnTo>
                        <a:pt x="144" y="146"/>
                      </a:lnTo>
                      <a:lnTo>
                        <a:pt x="144" y="148"/>
                      </a:lnTo>
                      <a:lnTo>
                        <a:pt x="146" y="152"/>
                      </a:lnTo>
                      <a:lnTo>
                        <a:pt x="146" y="156"/>
                      </a:lnTo>
                      <a:lnTo>
                        <a:pt x="140" y="164"/>
                      </a:lnTo>
                      <a:lnTo>
                        <a:pt x="88" y="158"/>
                      </a:lnTo>
                      <a:lnTo>
                        <a:pt x="88" y="158"/>
                      </a:lnTo>
                      <a:lnTo>
                        <a:pt x="86" y="160"/>
                      </a:lnTo>
                      <a:lnTo>
                        <a:pt x="84" y="162"/>
                      </a:lnTo>
                      <a:lnTo>
                        <a:pt x="82" y="162"/>
                      </a:lnTo>
                      <a:lnTo>
                        <a:pt x="82" y="162"/>
                      </a:lnTo>
                      <a:lnTo>
                        <a:pt x="80" y="160"/>
                      </a:lnTo>
                      <a:lnTo>
                        <a:pt x="80" y="160"/>
                      </a:lnTo>
                      <a:lnTo>
                        <a:pt x="78" y="160"/>
                      </a:lnTo>
                      <a:lnTo>
                        <a:pt x="76" y="162"/>
                      </a:lnTo>
                      <a:lnTo>
                        <a:pt x="76" y="162"/>
                      </a:lnTo>
                      <a:lnTo>
                        <a:pt x="76" y="166"/>
                      </a:lnTo>
                      <a:lnTo>
                        <a:pt x="76" y="168"/>
                      </a:lnTo>
                      <a:lnTo>
                        <a:pt x="76" y="170"/>
                      </a:lnTo>
                      <a:lnTo>
                        <a:pt x="74" y="172"/>
                      </a:lnTo>
                      <a:lnTo>
                        <a:pt x="72" y="172"/>
                      </a:lnTo>
                      <a:lnTo>
                        <a:pt x="72" y="174"/>
                      </a:lnTo>
                      <a:lnTo>
                        <a:pt x="70" y="176"/>
                      </a:lnTo>
                      <a:lnTo>
                        <a:pt x="68" y="178"/>
                      </a:lnTo>
                      <a:lnTo>
                        <a:pt x="66" y="182"/>
                      </a:lnTo>
                      <a:lnTo>
                        <a:pt x="64" y="182"/>
                      </a:lnTo>
                      <a:lnTo>
                        <a:pt x="62" y="182"/>
                      </a:lnTo>
                      <a:lnTo>
                        <a:pt x="62" y="180"/>
                      </a:lnTo>
                      <a:lnTo>
                        <a:pt x="60" y="178"/>
                      </a:lnTo>
                      <a:lnTo>
                        <a:pt x="56" y="178"/>
                      </a:lnTo>
                      <a:lnTo>
                        <a:pt x="54" y="178"/>
                      </a:lnTo>
                      <a:lnTo>
                        <a:pt x="50" y="176"/>
                      </a:lnTo>
                      <a:lnTo>
                        <a:pt x="46" y="172"/>
                      </a:lnTo>
                      <a:lnTo>
                        <a:pt x="44" y="166"/>
                      </a:lnTo>
                      <a:lnTo>
                        <a:pt x="42" y="166"/>
                      </a:lnTo>
                      <a:lnTo>
                        <a:pt x="40" y="162"/>
                      </a:lnTo>
                      <a:lnTo>
                        <a:pt x="36" y="160"/>
                      </a:lnTo>
                      <a:lnTo>
                        <a:pt x="32" y="158"/>
                      </a:lnTo>
                      <a:lnTo>
                        <a:pt x="26" y="156"/>
                      </a:lnTo>
                      <a:lnTo>
                        <a:pt x="20" y="156"/>
                      </a:lnTo>
                      <a:lnTo>
                        <a:pt x="0" y="16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5" name="Freeform 447">
                  <a:extLst>
                    <a:ext uri="{FF2B5EF4-FFF2-40B4-BE49-F238E27FC236}">
                      <a16:creationId xmlns:a16="http://schemas.microsoft.com/office/drawing/2014/main" id="{06A77F4C-5747-4385-B65F-E48B42AED749}"/>
                    </a:ext>
                  </a:extLst>
                </p:cNvPr>
                <p:cNvSpPr/>
                <p:nvPr/>
              </p:nvSpPr>
              <p:spPr bwMode="gray">
                <a:xfrm>
                  <a:off x="379715" y="4376653"/>
                  <a:ext cx="74056" cy="51804"/>
                </a:xfrm>
                <a:custGeom>
                  <a:avLst/>
                  <a:gdLst>
                    <a:gd name="T0" fmla="*/ 24 w 40"/>
                    <a:gd name="T1" fmla="*/ 0 h 28"/>
                    <a:gd name="T2" fmla="*/ 24 w 40"/>
                    <a:gd name="T3" fmla="*/ 0 h 28"/>
                    <a:gd name="T4" fmla="*/ 22 w 40"/>
                    <a:gd name="T5" fmla="*/ 0 h 28"/>
                    <a:gd name="T6" fmla="*/ 20 w 40"/>
                    <a:gd name="T7" fmla="*/ 0 h 28"/>
                    <a:gd name="T8" fmla="*/ 18 w 40"/>
                    <a:gd name="T9" fmla="*/ 2 h 28"/>
                    <a:gd name="T10" fmla="*/ 14 w 40"/>
                    <a:gd name="T11" fmla="*/ 2 h 28"/>
                    <a:gd name="T12" fmla="*/ 8 w 40"/>
                    <a:gd name="T13" fmla="*/ 4 h 28"/>
                    <a:gd name="T14" fmla="*/ 0 w 40"/>
                    <a:gd name="T15" fmla="*/ 8 h 28"/>
                    <a:gd name="T16" fmla="*/ 0 w 40"/>
                    <a:gd name="T17" fmla="*/ 8 h 28"/>
                    <a:gd name="T18" fmla="*/ 2 w 40"/>
                    <a:gd name="T19" fmla="*/ 12 h 28"/>
                    <a:gd name="T20" fmla="*/ 6 w 40"/>
                    <a:gd name="T21" fmla="*/ 16 h 28"/>
                    <a:gd name="T22" fmla="*/ 10 w 40"/>
                    <a:gd name="T23" fmla="*/ 22 h 28"/>
                    <a:gd name="T24" fmla="*/ 16 w 40"/>
                    <a:gd name="T25" fmla="*/ 28 h 28"/>
                    <a:gd name="T26" fmla="*/ 18 w 40"/>
                    <a:gd name="T27" fmla="*/ 28 h 28"/>
                    <a:gd name="T28" fmla="*/ 20 w 40"/>
                    <a:gd name="T29" fmla="*/ 26 h 28"/>
                    <a:gd name="T30" fmla="*/ 24 w 40"/>
                    <a:gd name="T31" fmla="*/ 26 h 28"/>
                    <a:gd name="T32" fmla="*/ 28 w 40"/>
                    <a:gd name="T33" fmla="*/ 24 h 28"/>
                    <a:gd name="T34" fmla="*/ 32 w 40"/>
                    <a:gd name="T35" fmla="*/ 22 h 28"/>
                    <a:gd name="T36" fmla="*/ 36 w 40"/>
                    <a:gd name="T37" fmla="*/ 22 h 28"/>
                    <a:gd name="T38" fmla="*/ 38 w 40"/>
                    <a:gd name="T39" fmla="*/ 20 h 28"/>
                    <a:gd name="T40" fmla="*/ 38 w 40"/>
                    <a:gd name="T41" fmla="*/ 16 h 28"/>
                    <a:gd name="T42" fmla="*/ 40 w 40"/>
                    <a:gd name="T43" fmla="*/ 16 h 28"/>
                    <a:gd name="T44" fmla="*/ 38 w 40"/>
                    <a:gd name="T45" fmla="*/ 8 h 28"/>
                    <a:gd name="T46" fmla="*/ 38 w 40"/>
                    <a:gd name="T47" fmla="*/ 2 h 28"/>
                    <a:gd name="T48" fmla="*/ 24 w 40"/>
                    <a:gd name="T4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 h="28">
                      <a:moveTo>
                        <a:pt x="24" y="0"/>
                      </a:moveTo>
                      <a:lnTo>
                        <a:pt x="24" y="0"/>
                      </a:lnTo>
                      <a:lnTo>
                        <a:pt x="22" y="0"/>
                      </a:lnTo>
                      <a:lnTo>
                        <a:pt x="20" y="0"/>
                      </a:lnTo>
                      <a:lnTo>
                        <a:pt x="18" y="2"/>
                      </a:lnTo>
                      <a:lnTo>
                        <a:pt x="14" y="2"/>
                      </a:lnTo>
                      <a:lnTo>
                        <a:pt x="8" y="4"/>
                      </a:lnTo>
                      <a:lnTo>
                        <a:pt x="0" y="8"/>
                      </a:lnTo>
                      <a:lnTo>
                        <a:pt x="0" y="8"/>
                      </a:lnTo>
                      <a:lnTo>
                        <a:pt x="2" y="12"/>
                      </a:lnTo>
                      <a:lnTo>
                        <a:pt x="6" y="16"/>
                      </a:lnTo>
                      <a:lnTo>
                        <a:pt x="10" y="22"/>
                      </a:lnTo>
                      <a:lnTo>
                        <a:pt x="16" y="28"/>
                      </a:lnTo>
                      <a:lnTo>
                        <a:pt x="18" y="28"/>
                      </a:lnTo>
                      <a:lnTo>
                        <a:pt x="20" y="26"/>
                      </a:lnTo>
                      <a:lnTo>
                        <a:pt x="24" y="26"/>
                      </a:lnTo>
                      <a:lnTo>
                        <a:pt x="28" y="24"/>
                      </a:lnTo>
                      <a:lnTo>
                        <a:pt x="32" y="22"/>
                      </a:lnTo>
                      <a:lnTo>
                        <a:pt x="36" y="22"/>
                      </a:lnTo>
                      <a:lnTo>
                        <a:pt x="38" y="20"/>
                      </a:lnTo>
                      <a:lnTo>
                        <a:pt x="38" y="16"/>
                      </a:lnTo>
                      <a:lnTo>
                        <a:pt x="40" y="16"/>
                      </a:lnTo>
                      <a:lnTo>
                        <a:pt x="38" y="8"/>
                      </a:lnTo>
                      <a:lnTo>
                        <a:pt x="38" y="2"/>
                      </a:lnTo>
                      <a:lnTo>
                        <a:pt x="24"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6" name="Freeform 448">
                  <a:extLst>
                    <a:ext uri="{FF2B5EF4-FFF2-40B4-BE49-F238E27FC236}">
                      <a16:creationId xmlns:a16="http://schemas.microsoft.com/office/drawing/2014/main" id="{FD99E8E3-AB45-91BA-0CFE-98063A19AB34}"/>
                    </a:ext>
                  </a:extLst>
                </p:cNvPr>
                <p:cNvSpPr/>
                <p:nvPr/>
              </p:nvSpPr>
              <p:spPr bwMode="gray">
                <a:xfrm>
                  <a:off x="353795" y="4298946"/>
                  <a:ext cx="122192" cy="92507"/>
                </a:xfrm>
                <a:custGeom>
                  <a:avLst/>
                  <a:gdLst>
                    <a:gd name="T0" fmla="*/ 2 w 66"/>
                    <a:gd name="T1" fmla="*/ 30 h 50"/>
                    <a:gd name="T2" fmla="*/ 2 w 66"/>
                    <a:gd name="T3" fmla="*/ 22 h 50"/>
                    <a:gd name="T4" fmla="*/ 0 w 66"/>
                    <a:gd name="T5" fmla="*/ 16 h 50"/>
                    <a:gd name="T6" fmla="*/ 0 w 66"/>
                    <a:gd name="T7" fmla="*/ 10 h 50"/>
                    <a:gd name="T8" fmla="*/ 0 w 66"/>
                    <a:gd name="T9" fmla="*/ 6 h 50"/>
                    <a:gd name="T10" fmla="*/ 2 w 66"/>
                    <a:gd name="T11" fmla="*/ 6 h 50"/>
                    <a:gd name="T12" fmla="*/ 2 w 66"/>
                    <a:gd name="T13" fmla="*/ 6 h 50"/>
                    <a:gd name="T14" fmla="*/ 2 w 66"/>
                    <a:gd name="T15" fmla="*/ 6 h 50"/>
                    <a:gd name="T16" fmla="*/ 20 w 66"/>
                    <a:gd name="T17" fmla="*/ 0 h 50"/>
                    <a:gd name="T18" fmla="*/ 26 w 66"/>
                    <a:gd name="T19" fmla="*/ 0 h 50"/>
                    <a:gd name="T20" fmla="*/ 32 w 66"/>
                    <a:gd name="T21" fmla="*/ 2 h 50"/>
                    <a:gd name="T22" fmla="*/ 38 w 66"/>
                    <a:gd name="T23" fmla="*/ 4 h 50"/>
                    <a:gd name="T24" fmla="*/ 40 w 66"/>
                    <a:gd name="T25" fmla="*/ 8 h 50"/>
                    <a:gd name="T26" fmla="*/ 42 w 66"/>
                    <a:gd name="T27" fmla="*/ 10 h 50"/>
                    <a:gd name="T28" fmla="*/ 44 w 66"/>
                    <a:gd name="T29" fmla="*/ 10 h 50"/>
                    <a:gd name="T30" fmla="*/ 46 w 66"/>
                    <a:gd name="T31" fmla="*/ 14 h 50"/>
                    <a:gd name="T32" fmla="*/ 48 w 66"/>
                    <a:gd name="T33" fmla="*/ 18 h 50"/>
                    <a:gd name="T34" fmla="*/ 50 w 66"/>
                    <a:gd name="T35" fmla="*/ 20 h 50"/>
                    <a:gd name="T36" fmla="*/ 50 w 66"/>
                    <a:gd name="T37" fmla="*/ 20 h 50"/>
                    <a:gd name="T38" fmla="*/ 50 w 66"/>
                    <a:gd name="T39" fmla="*/ 20 h 50"/>
                    <a:gd name="T40" fmla="*/ 56 w 66"/>
                    <a:gd name="T41" fmla="*/ 22 h 50"/>
                    <a:gd name="T42" fmla="*/ 60 w 66"/>
                    <a:gd name="T43" fmla="*/ 24 h 50"/>
                    <a:gd name="T44" fmla="*/ 62 w 66"/>
                    <a:gd name="T45" fmla="*/ 26 h 50"/>
                    <a:gd name="T46" fmla="*/ 64 w 66"/>
                    <a:gd name="T47" fmla="*/ 26 h 50"/>
                    <a:gd name="T48" fmla="*/ 64 w 66"/>
                    <a:gd name="T49" fmla="*/ 26 h 50"/>
                    <a:gd name="T50" fmla="*/ 64 w 66"/>
                    <a:gd name="T51" fmla="*/ 30 h 50"/>
                    <a:gd name="T52" fmla="*/ 64 w 66"/>
                    <a:gd name="T53" fmla="*/ 32 h 50"/>
                    <a:gd name="T54" fmla="*/ 64 w 66"/>
                    <a:gd name="T55" fmla="*/ 36 h 50"/>
                    <a:gd name="T56" fmla="*/ 66 w 66"/>
                    <a:gd name="T57" fmla="*/ 42 h 50"/>
                    <a:gd name="T58" fmla="*/ 66 w 66"/>
                    <a:gd name="T59" fmla="*/ 44 h 50"/>
                    <a:gd name="T60" fmla="*/ 66 w 66"/>
                    <a:gd name="T61" fmla="*/ 44 h 50"/>
                    <a:gd name="T62" fmla="*/ 58 w 66"/>
                    <a:gd name="T63" fmla="*/ 44 h 50"/>
                    <a:gd name="T64" fmla="*/ 50 w 66"/>
                    <a:gd name="T65" fmla="*/ 44 h 50"/>
                    <a:gd name="T66" fmla="*/ 44 w 66"/>
                    <a:gd name="T67" fmla="*/ 44 h 50"/>
                    <a:gd name="T68" fmla="*/ 40 w 66"/>
                    <a:gd name="T69" fmla="*/ 44 h 50"/>
                    <a:gd name="T70" fmla="*/ 38 w 66"/>
                    <a:gd name="T71" fmla="*/ 42 h 50"/>
                    <a:gd name="T72" fmla="*/ 34 w 66"/>
                    <a:gd name="T73" fmla="*/ 42 h 50"/>
                    <a:gd name="T74" fmla="*/ 30 w 66"/>
                    <a:gd name="T75" fmla="*/ 44 h 50"/>
                    <a:gd name="T76" fmla="*/ 26 w 66"/>
                    <a:gd name="T77" fmla="*/ 44 h 50"/>
                    <a:gd name="T78" fmla="*/ 22 w 66"/>
                    <a:gd name="T79" fmla="*/ 46 h 50"/>
                    <a:gd name="T80" fmla="*/ 18 w 66"/>
                    <a:gd name="T81" fmla="*/ 48 h 50"/>
                    <a:gd name="T82" fmla="*/ 16 w 66"/>
                    <a:gd name="T83" fmla="*/ 48 h 50"/>
                    <a:gd name="T84" fmla="*/ 14 w 66"/>
                    <a:gd name="T85" fmla="*/ 50 h 50"/>
                    <a:gd name="T86" fmla="*/ 12 w 66"/>
                    <a:gd name="T87" fmla="*/ 46 h 50"/>
                    <a:gd name="T88" fmla="*/ 10 w 66"/>
                    <a:gd name="T89" fmla="*/ 44 h 50"/>
                    <a:gd name="T90" fmla="*/ 8 w 66"/>
                    <a:gd name="T91" fmla="*/ 42 h 50"/>
                    <a:gd name="T92" fmla="*/ 6 w 66"/>
                    <a:gd name="T93" fmla="*/ 40 h 50"/>
                    <a:gd name="T94" fmla="*/ 4 w 66"/>
                    <a:gd name="T95" fmla="*/ 36 h 50"/>
                    <a:gd name="T96" fmla="*/ 2 w 66"/>
                    <a:gd name="T97"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6" h="50">
                      <a:moveTo>
                        <a:pt x="2" y="30"/>
                      </a:moveTo>
                      <a:lnTo>
                        <a:pt x="2" y="22"/>
                      </a:lnTo>
                      <a:lnTo>
                        <a:pt x="0" y="16"/>
                      </a:lnTo>
                      <a:lnTo>
                        <a:pt x="0" y="10"/>
                      </a:lnTo>
                      <a:lnTo>
                        <a:pt x="0" y="6"/>
                      </a:lnTo>
                      <a:lnTo>
                        <a:pt x="2" y="6"/>
                      </a:lnTo>
                      <a:lnTo>
                        <a:pt x="2" y="6"/>
                      </a:lnTo>
                      <a:lnTo>
                        <a:pt x="2" y="6"/>
                      </a:lnTo>
                      <a:lnTo>
                        <a:pt x="20" y="0"/>
                      </a:lnTo>
                      <a:lnTo>
                        <a:pt x="26" y="0"/>
                      </a:lnTo>
                      <a:lnTo>
                        <a:pt x="32" y="2"/>
                      </a:lnTo>
                      <a:lnTo>
                        <a:pt x="38" y="4"/>
                      </a:lnTo>
                      <a:lnTo>
                        <a:pt x="40" y="8"/>
                      </a:lnTo>
                      <a:lnTo>
                        <a:pt x="42" y="10"/>
                      </a:lnTo>
                      <a:lnTo>
                        <a:pt x="44" y="10"/>
                      </a:lnTo>
                      <a:lnTo>
                        <a:pt x="46" y="14"/>
                      </a:lnTo>
                      <a:lnTo>
                        <a:pt x="48" y="18"/>
                      </a:lnTo>
                      <a:lnTo>
                        <a:pt x="50" y="20"/>
                      </a:lnTo>
                      <a:lnTo>
                        <a:pt x="50" y="20"/>
                      </a:lnTo>
                      <a:lnTo>
                        <a:pt x="50" y="20"/>
                      </a:lnTo>
                      <a:lnTo>
                        <a:pt x="56" y="22"/>
                      </a:lnTo>
                      <a:lnTo>
                        <a:pt x="60" y="24"/>
                      </a:lnTo>
                      <a:lnTo>
                        <a:pt x="62" y="26"/>
                      </a:lnTo>
                      <a:lnTo>
                        <a:pt x="64" y="26"/>
                      </a:lnTo>
                      <a:lnTo>
                        <a:pt x="64" y="26"/>
                      </a:lnTo>
                      <a:lnTo>
                        <a:pt x="64" y="30"/>
                      </a:lnTo>
                      <a:lnTo>
                        <a:pt x="64" y="32"/>
                      </a:lnTo>
                      <a:lnTo>
                        <a:pt x="64" y="36"/>
                      </a:lnTo>
                      <a:lnTo>
                        <a:pt x="66" y="42"/>
                      </a:lnTo>
                      <a:lnTo>
                        <a:pt x="66" y="44"/>
                      </a:lnTo>
                      <a:lnTo>
                        <a:pt x="66" y="44"/>
                      </a:lnTo>
                      <a:lnTo>
                        <a:pt x="58" y="44"/>
                      </a:lnTo>
                      <a:lnTo>
                        <a:pt x="50" y="44"/>
                      </a:lnTo>
                      <a:lnTo>
                        <a:pt x="44" y="44"/>
                      </a:lnTo>
                      <a:lnTo>
                        <a:pt x="40" y="44"/>
                      </a:lnTo>
                      <a:lnTo>
                        <a:pt x="38" y="42"/>
                      </a:lnTo>
                      <a:lnTo>
                        <a:pt x="34" y="42"/>
                      </a:lnTo>
                      <a:lnTo>
                        <a:pt x="30" y="44"/>
                      </a:lnTo>
                      <a:lnTo>
                        <a:pt x="26" y="44"/>
                      </a:lnTo>
                      <a:lnTo>
                        <a:pt x="22" y="46"/>
                      </a:lnTo>
                      <a:lnTo>
                        <a:pt x="18" y="48"/>
                      </a:lnTo>
                      <a:lnTo>
                        <a:pt x="16" y="48"/>
                      </a:lnTo>
                      <a:lnTo>
                        <a:pt x="14" y="50"/>
                      </a:lnTo>
                      <a:lnTo>
                        <a:pt x="12" y="46"/>
                      </a:lnTo>
                      <a:lnTo>
                        <a:pt x="10" y="44"/>
                      </a:lnTo>
                      <a:lnTo>
                        <a:pt x="8" y="42"/>
                      </a:lnTo>
                      <a:lnTo>
                        <a:pt x="6" y="40"/>
                      </a:lnTo>
                      <a:lnTo>
                        <a:pt x="4" y="36"/>
                      </a:lnTo>
                      <a:lnTo>
                        <a:pt x="2" y="3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7" name="Freeform 449">
                  <a:extLst>
                    <a:ext uri="{FF2B5EF4-FFF2-40B4-BE49-F238E27FC236}">
                      <a16:creationId xmlns:a16="http://schemas.microsoft.com/office/drawing/2014/main" id="{5CFF8CD0-1ED9-C048-0794-6A0D4A56A76B}"/>
                    </a:ext>
                  </a:extLst>
                </p:cNvPr>
                <p:cNvSpPr/>
                <p:nvPr/>
              </p:nvSpPr>
              <p:spPr bwMode="gray">
                <a:xfrm>
                  <a:off x="361201" y="4335949"/>
                  <a:ext cx="77759" cy="18501"/>
                </a:xfrm>
                <a:custGeom>
                  <a:avLst/>
                  <a:gdLst>
                    <a:gd name="T0" fmla="*/ 0 w 42"/>
                    <a:gd name="T1" fmla="*/ 0 h 10"/>
                    <a:gd name="T2" fmla="*/ 0 w 42"/>
                    <a:gd name="T3" fmla="*/ 8 h 10"/>
                    <a:gd name="T4" fmla="*/ 2 w 42"/>
                    <a:gd name="T5" fmla="*/ 8 h 10"/>
                    <a:gd name="T6" fmla="*/ 6 w 42"/>
                    <a:gd name="T7" fmla="*/ 6 h 10"/>
                    <a:gd name="T8" fmla="*/ 10 w 42"/>
                    <a:gd name="T9" fmla="*/ 6 h 10"/>
                    <a:gd name="T10" fmla="*/ 16 w 42"/>
                    <a:gd name="T11" fmla="*/ 8 h 10"/>
                    <a:gd name="T12" fmla="*/ 22 w 42"/>
                    <a:gd name="T13" fmla="*/ 10 h 10"/>
                    <a:gd name="T14" fmla="*/ 28 w 42"/>
                    <a:gd name="T15" fmla="*/ 10 h 10"/>
                    <a:gd name="T16" fmla="*/ 30 w 42"/>
                    <a:gd name="T17" fmla="*/ 8 h 10"/>
                    <a:gd name="T18" fmla="*/ 32 w 42"/>
                    <a:gd name="T19" fmla="*/ 8 h 10"/>
                    <a:gd name="T20" fmla="*/ 34 w 42"/>
                    <a:gd name="T21" fmla="*/ 6 h 10"/>
                    <a:gd name="T22" fmla="*/ 36 w 42"/>
                    <a:gd name="T23" fmla="*/ 6 h 10"/>
                    <a:gd name="T24" fmla="*/ 38 w 42"/>
                    <a:gd name="T25" fmla="*/ 6 h 10"/>
                    <a:gd name="T26" fmla="*/ 38 w 42"/>
                    <a:gd name="T27" fmla="*/ 6 h 10"/>
                    <a:gd name="T28" fmla="*/ 40 w 42"/>
                    <a:gd name="T29" fmla="*/ 6 h 10"/>
                    <a:gd name="T30" fmla="*/ 42 w 42"/>
                    <a:gd name="T31" fmla="*/ 6 h 10"/>
                    <a:gd name="T32" fmla="*/ 42 w 42"/>
                    <a:gd name="T33" fmla="*/ 4 h 10"/>
                    <a:gd name="T34" fmla="*/ 40 w 42"/>
                    <a:gd name="T35" fmla="*/ 4 h 10"/>
                    <a:gd name="T36" fmla="*/ 36 w 42"/>
                    <a:gd name="T37" fmla="*/ 2 h 10"/>
                    <a:gd name="T38" fmla="*/ 32 w 42"/>
                    <a:gd name="T39" fmla="*/ 0 h 10"/>
                    <a:gd name="T40" fmla="*/ 28 w 42"/>
                    <a:gd name="T41" fmla="*/ 0 h 10"/>
                    <a:gd name="T42" fmla="*/ 24 w 42"/>
                    <a:gd name="T43" fmla="*/ 2 h 10"/>
                    <a:gd name="T44" fmla="*/ 22 w 42"/>
                    <a:gd name="T45" fmla="*/ 2 h 10"/>
                    <a:gd name="T46" fmla="*/ 18 w 42"/>
                    <a:gd name="T47" fmla="*/ 2 h 10"/>
                    <a:gd name="T48" fmla="*/ 16 w 42"/>
                    <a:gd name="T49" fmla="*/ 2 h 10"/>
                    <a:gd name="T50" fmla="*/ 12 w 42"/>
                    <a:gd name="T51" fmla="*/ 2 h 10"/>
                    <a:gd name="T52" fmla="*/ 10 w 42"/>
                    <a:gd name="T53" fmla="*/ 0 h 10"/>
                    <a:gd name="T54" fmla="*/ 8 w 42"/>
                    <a:gd name="T55" fmla="*/ 0 h 10"/>
                    <a:gd name="T56" fmla="*/ 6 w 42"/>
                    <a:gd name="T57" fmla="*/ 0 h 10"/>
                    <a:gd name="T58" fmla="*/ 2 w 42"/>
                    <a:gd name="T59" fmla="*/ 0 h 10"/>
                    <a:gd name="T60" fmla="*/ 0 w 42"/>
                    <a:gd name="T61" fmla="*/ 0 h 10"/>
                    <a:gd name="T62" fmla="*/ 0 w 42"/>
                    <a:gd name="T6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10">
                      <a:moveTo>
                        <a:pt x="0" y="0"/>
                      </a:moveTo>
                      <a:lnTo>
                        <a:pt x="0" y="8"/>
                      </a:lnTo>
                      <a:lnTo>
                        <a:pt x="2" y="8"/>
                      </a:lnTo>
                      <a:lnTo>
                        <a:pt x="6" y="6"/>
                      </a:lnTo>
                      <a:lnTo>
                        <a:pt x="10" y="6"/>
                      </a:lnTo>
                      <a:lnTo>
                        <a:pt x="16" y="8"/>
                      </a:lnTo>
                      <a:lnTo>
                        <a:pt x="22" y="10"/>
                      </a:lnTo>
                      <a:lnTo>
                        <a:pt x="28" y="10"/>
                      </a:lnTo>
                      <a:lnTo>
                        <a:pt x="30" y="8"/>
                      </a:lnTo>
                      <a:lnTo>
                        <a:pt x="32" y="8"/>
                      </a:lnTo>
                      <a:lnTo>
                        <a:pt x="34" y="6"/>
                      </a:lnTo>
                      <a:lnTo>
                        <a:pt x="36" y="6"/>
                      </a:lnTo>
                      <a:lnTo>
                        <a:pt x="38" y="6"/>
                      </a:lnTo>
                      <a:lnTo>
                        <a:pt x="38" y="6"/>
                      </a:lnTo>
                      <a:lnTo>
                        <a:pt x="40" y="6"/>
                      </a:lnTo>
                      <a:lnTo>
                        <a:pt x="42" y="6"/>
                      </a:lnTo>
                      <a:lnTo>
                        <a:pt x="42" y="4"/>
                      </a:lnTo>
                      <a:lnTo>
                        <a:pt x="40" y="4"/>
                      </a:lnTo>
                      <a:lnTo>
                        <a:pt x="36" y="2"/>
                      </a:lnTo>
                      <a:lnTo>
                        <a:pt x="32" y="0"/>
                      </a:lnTo>
                      <a:lnTo>
                        <a:pt x="28" y="0"/>
                      </a:lnTo>
                      <a:lnTo>
                        <a:pt x="24" y="2"/>
                      </a:lnTo>
                      <a:lnTo>
                        <a:pt x="22" y="2"/>
                      </a:lnTo>
                      <a:lnTo>
                        <a:pt x="18" y="2"/>
                      </a:lnTo>
                      <a:lnTo>
                        <a:pt x="16" y="2"/>
                      </a:lnTo>
                      <a:lnTo>
                        <a:pt x="12" y="2"/>
                      </a:lnTo>
                      <a:lnTo>
                        <a:pt x="10" y="0"/>
                      </a:lnTo>
                      <a:lnTo>
                        <a:pt x="8" y="0"/>
                      </a:lnTo>
                      <a:lnTo>
                        <a:pt x="6" y="0"/>
                      </a:lnTo>
                      <a:lnTo>
                        <a:pt x="2" y="0"/>
                      </a:lnTo>
                      <a:lnTo>
                        <a:pt x="0" y="0"/>
                      </a:lnTo>
                      <a:lnTo>
                        <a:pt x="0"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8" name="Freeform 450">
                  <a:extLst>
                    <a:ext uri="{FF2B5EF4-FFF2-40B4-BE49-F238E27FC236}">
                      <a16:creationId xmlns:a16="http://schemas.microsoft.com/office/drawing/2014/main" id="{19B4F36E-C816-B40D-76D5-D31261ECD60A}"/>
                    </a:ext>
                  </a:extLst>
                </p:cNvPr>
                <p:cNvSpPr/>
                <p:nvPr/>
              </p:nvSpPr>
              <p:spPr bwMode="gray">
                <a:xfrm>
                  <a:off x="501907" y="4491362"/>
                  <a:ext cx="155517" cy="103608"/>
                </a:xfrm>
                <a:custGeom>
                  <a:avLst/>
                  <a:gdLst>
                    <a:gd name="T0" fmla="*/ 24 w 84"/>
                    <a:gd name="T1" fmla="*/ 44 h 56"/>
                    <a:gd name="T2" fmla="*/ 22 w 84"/>
                    <a:gd name="T3" fmla="*/ 38 h 56"/>
                    <a:gd name="T4" fmla="*/ 0 w 84"/>
                    <a:gd name="T5" fmla="*/ 20 h 56"/>
                    <a:gd name="T6" fmla="*/ 0 w 84"/>
                    <a:gd name="T7" fmla="*/ 20 h 56"/>
                    <a:gd name="T8" fmla="*/ 4 w 84"/>
                    <a:gd name="T9" fmla="*/ 18 h 56"/>
                    <a:gd name="T10" fmla="*/ 6 w 84"/>
                    <a:gd name="T11" fmla="*/ 16 h 56"/>
                    <a:gd name="T12" fmla="*/ 12 w 84"/>
                    <a:gd name="T13" fmla="*/ 12 h 56"/>
                    <a:gd name="T14" fmla="*/ 14 w 84"/>
                    <a:gd name="T15" fmla="*/ 8 h 56"/>
                    <a:gd name="T16" fmla="*/ 16 w 84"/>
                    <a:gd name="T17" fmla="*/ 0 h 56"/>
                    <a:gd name="T18" fmla="*/ 28 w 84"/>
                    <a:gd name="T19" fmla="*/ 0 h 56"/>
                    <a:gd name="T20" fmla="*/ 28 w 84"/>
                    <a:gd name="T21" fmla="*/ 0 h 56"/>
                    <a:gd name="T22" fmla="*/ 30 w 84"/>
                    <a:gd name="T23" fmla="*/ 2 h 56"/>
                    <a:gd name="T24" fmla="*/ 34 w 84"/>
                    <a:gd name="T25" fmla="*/ 4 h 56"/>
                    <a:gd name="T26" fmla="*/ 38 w 84"/>
                    <a:gd name="T27" fmla="*/ 6 h 56"/>
                    <a:gd name="T28" fmla="*/ 40 w 84"/>
                    <a:gd name="T29" fmla="*/ 8 h 56"/>
                    <a:gd name="T30" fmla="*/ 44 w 84"/>
                    <a:gd name="T31" fmla="*/ 10 h 56"/>
                    <a:gd name="T32" fmla="*/ 46 w 84"/>
                    <a:gd name="T33" fmla="*/ 10 h 56"/>
                    <a:gd name="T34" fmla="*/ 46 w 84"/>
                    <a:gd name="T35" fmla="*/ 8 h 56"/>
                    <a:gd name="T36" fmla="*/ 48 w 84"/>
                    <a:gd name="T37" fmla="*/ 8 h 56"/>
                    <a:gd name="T38" fmla="*/ 50 w 84"/>
                    <a:gd name="T39" fmla="*/ 6 h 56"/>
                    <a:gd name="T40" fmla="*/ 52 w 84"/>
                    <a:gd name="T41" fmla="*/ 4 h 56"/>
                    <a:gd name="T42" fmla="*/ 56 w 84"/>
                    <a:gd name="T43" fmla="*/ 4 h 56"/>
                    <a:gd name="T44" fmla="*/ 58 w 84"/>
                    <a:gd name="T45" fmla="*/ 4 h 56"/>
                    <a:gd name="T46" fmla="*/ 62 w 84"/>
                    <a:gd name="T47" fmla="*/ 6 h 56"/>
                    <a:gd name="T48" fmla="*/ 64 w 84"/>
                    <a:gd name="T49" fmla="*/ 10 h 56"/>
                    <a:gd name="T50" fmla="*/ 64 w 84"/>
                    <a:gd name="T51" fmla="*/ 10 h 56"/>
                    <a:gd name="T52" fmla="*/ 64 w 84"/>
                    <a:gd name="T53" fmla="*/ 12 h 56"/>
                    <a:gd name="T54" fmla="*/ 64 w 84"/>
                    <a:gd name="T55" fmla="*/ 16 h 56"/>
                    <a:gd name="T56" fmla="*/ 64 w 84"/>
                    <a:gd name="T57" fmla="*/ 18 h 56"/>
                    <a:gd name="T58" fmla="*/ 66 w 84"/>
                    <a:gd name="T59" fmla="*/ 22 h 56"/>
                    <a:gd name="T60" fmla="*/ 70 w 84"/>
                    <a:gd name="T61" fmla="*/ 24 h 56"/>
                    <a:gd name="T62" fmla="*/ 72 w 84"/>
                    <a:gd name="T63" fmla="*/ 24 h 56"/>
                    <a:gd name="T64" fmla="*/ 74 w 84"/>
                    <a:gd name="T65" fmla="*/ 24 h 56"/>
                    <a:gd name="T66" fmla="*/ 76 w 84"/>
                    <a:gd name="T67" fmla="*/ 24 h 56"/>
                    <a:gd name="T68" fmla="*/ 78 w 84"/>
                    <a:gd name="T69" fmla="*/ 24 h 56"/>
                    <a:gd name="T70" fmla="*/ 80 w 84"/>
                    <a:gd name="T71" fmla="*/ 26 h 56"/>
                    <a:gd name="T72" fmla="*/ 82 w 84"/>
                    <a:gd name="T73" fmla="*/ 30 h 56"/>
                    <a:gd name="T74" fmla="*/ 84 w 84"/>
                    <a:gd name="T75" fmla="*/ 36 h 56"/>
                    <a:gd name="T76" fmla="*/ 82 w 84"/>
                    <a:gd name="T77" fmla="*/ 40 h 56"/>
                    <a:gd name="T78" fmla="*/ 82 w 84"/>
                    <a:gd name="T79" fmla="*/ 42 h 56"/>
                    <a:gd name="T80" fmla="*/ 80 w 84"/>
                    <a:gd name="T81" fmla="*/ 44 h 56"/>
                    <a:gd name="T82" fmla="*/ 80 w 84"/>
                    <a:gd name="T83" fmla="*/ 46 h 56"/>
                    <a:gd name="T84" fmla="*/ 48 w 84"/>
                    <a:gd name="T85" fmla="*/ 56 h 56"/>
                    <a:gd name="T86" fmla="*/ 48 w 84"/>
                    <a:gd name="T87" fmla="*/ 56 h 56"/>
                    <a:gd name="T88" fmla="*/ 46 w 84"/>
                    <a:gd name="T89" fmla="*/ 56 h 56"/>
                    <a:gd name="T90" fmla="*/ 44 w 84"/>
                    <a:gd name="T91" fmla="*/ 56 h 56"/>
                    <a:gd name="T92" fmla="*/ 38 w 84"/>
                    <a:gd name="T93" fmla="*/ 54 h 56"/>
                    <a:gd name="T94" fmla="*/ 32 w 84"/>
                    <a:gd name="T95" fmla="*/ 52 h 56"/>
                    <a:gd name="T96" fmla="*/ 32 w 84"/>
                    <a:gd name="T97" fmla="*/ 52 h 56"/>
                    <a:gd name="T98" fmla="*/ 28 w 84"/>
                    <a:gd name="T99" fmla="*/ 50 h 56"/>
                    <a:gd name="T100" fmla="*/ 26 w 84"/>
                    <a:gd name="T101" fmla="*/ 48 h 56"/>
                    <a:gd name="T102" fmla="*/ 24 w 84"/>
                    <a:gd name="T103" fmla="*/ 4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 h="56">
                      <a:moveTo>
                        <a:pt x="24" y="44"/>
                      </a:moveTo>
                      <a:lnTo>
                        <a:pt x="22" y="38"/>
                      </a:lnTo>
                      <a:lnTo>
                        <a:pt x="0" y="20"/>
                      </a:lnTo>
                      <a:lnTo>
                        <a:pt x="0" y="20"/>
                      </a:lnTo>
                      <a:lnTo>
                        <a:pt x="4" y="18"/>
                      </a:lnTo>
                      <a:lnTo>
                        <a:pt x="6" y="16"/>
                      </a:lnTo>
                      <a:lnTo>
                        <a:pt x="12" y="12"/>
                      </a:lnTo>
                      <a:lnTo>
                        <a:pt x="14" y="8"/>
                      </a:lnTo>
                      <a:lnTo>
                        <a:pt x="16" y="0"/>
                      </a:lnTo>
                      <a:lnTo>
                        <a:pt x="28" y="0"/>
                      </a:lnTo>
                      <a:lnTo>
                        <a:pt x="28" y="0"/>
                      </a:lnTo>
                      <a:lnTo>
                        <a:pt x="30" y="2"/>
                      </a:lnTo>
                      <a:lnTo>
                        <a:pt x="34" y="4"/>
                      </a:lnTo>
                      <a:lnTo>
                        <a:pt x="38" y="6"/>
                      </a:lnTo>
                      <a:lnTo>
                        <a:pt x="40" y="8"/>
                      </a:lnTo>
                      <a:lnTo>
                        <a:pt x="44" y="10"/>
                      </a:lnTo>
                      <a:lnTo>
                        <a:pt x="46" y="10"/>
                      </a:lnTo>
                      <a:lnTo>
                        <a:pt x="46" y="8"/>
                      </a:lnTo>
                      <a:lnTo>
                        <a:pt x="48" y="8"/>
                      </a:lnTo>
                      <a:lnTo>
                        <a:pt x="50" y="6"/>
                      </a:lnTo>
                      <a:lnTo>
                        <a:pt x="52" y="4"/>
                      </a:lnTo>
                      <a:lnTo>
                        <a:pt x="56" y="4"/>
                      </a:lnTo>
                      <a:lnTo>
                        <a:pt x="58" y="4"/>
                      </a:lnTo>
                      <a:lnTo>
                        <a:pt x="62" y="6"/>
                      </a:lnTo>
                      <a:lnTo>
                        <a:pt x="64" y="10"/>
                      </a:lnTo>
                      <a:lnTo>
                        <a:pt x="64" y="10"/>
                      </a:lnTo>
                      <a:lnTo>
                        <a:pt x="64" y="12"/>
                      </a:lnTo>
                      <a:lnTo>
                        <a:pt x="64" y="16"/>
                      </a:lnTo>
                      <a:lnTo>
                        <a:pt x="64" y="18"/>
                      </a:lnTo>
                      <a:lnTo>
                        <a:pt x="66" y="22"/>
                      </a:lnTo>
                      <a:lnTo>
                        <a:pt x="70" y="24"/>
                      </a:lnTo>
                      <a:lnTo>
                        <a:pt x="72" y="24"/>
                      </a:lnTo>
                      <a:lnTo>
                        <a:pt x="74" y="24"/>
                      </a:lnTo>
                      <a:lnTo>
                        <a:pt x="76" y="24"/>
                      </a:lnTo>
                      <a:lnTo>
                        <a:pt x="78" y="24"/>
                      </a:lnTo>
                      <a:lnTo>
                        <a:pt x="80" y="26"/>
                      </a:lnTo>
                      <a:lnTo>
                        <a:pt x="82" y="30"/>
                      </a:lnTo>
                      <a:lnTo>
                        <a:pt x="84" y="36"/>
                      </a:lnTo>
                      <a:lnTo>
                        <a:pt x="82" y="40"/>
                      </a:lnTo>
                      <a:lnTo>
                        <a:pt x="82" y="42"/>
                      </a:lnTo>
                      <a:lnTo>
                        <a:pt x="80" y="44"/>
                      </a:lnTo>
                      <a:lnTo>
                        <a:pt x="80" y="46"/>
                      </a:lnTo>
                      <a:lnTo>
                        <a:pt x="48" y="56"/>
                      </a:lnTo>
                      <a:lnTo>
                        <a:pt x="48" y="56"/>
                      </a:lnTo>
                      <a:lnTo>
                        <a:pt x="46" y="56"/>
                      </a:lnTo>
                      <a:lnTo>
                        <a:pt x="44" y="56"/>
                      </a:lnTo>
                      <a:lnTo>
                        <a:pt x="38" y="54"/>
                      </a:lnTo>
                      <a:lnTo>
                        <a:pt x="32" y="52"/>
                      </a:lnTo>
                      <a:lnTo>
                        <a:pt x="32" y="52"/>
                      </a:lnTo>
                      <a:lnTo>
                        <a:pt x="28" y="50"/>
                      </a:lnTo>
                      <a:lnTo>
                        <a:pt x="26" y="48"/>
                      </a:lnTo>
                      <a:lnTo>
                        <a:pt x="24" y="4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9" name="Freeform 451">
                  <a:extLst>
                    <a:ext uri="{FF2B5EF4-FFF2-40B4-BE49-F238E27FC236}">
                      <a16:creationId xmlns:a16="http://schemas.microsoft.com/office/drawing/2014/main" id="{1EABD7FE-DA81-EFD1-D86F-BBED22193880}"/>
                    </a:ext>
                  </a:extLst>
                </p:cNvPr>
                <p:cNvSpPr/>
                <p:nvPr/>
              </p:nvSpPr>
              <p:spPr bwMode="gray">
                <a:xfrm>
                  <a:off x="468582" y="4446958"/>
                  <a:ext cx="66650" cy="81407"/>
                </a:xfrm>
                <a:custGeom>
                  <a:avLst/>
                  <a:gdLst>
                    <a:gd name="T0" fmla="*/ 0 w 36"/>
                    <a:gd name="T1" fmla="*/ 18 h 44"/>
                    <a:gd name="T2" fmla="*/ 0 w 36"/>
                    <a:gd name="T3" fmla="*/ 16 h 44"/>
                    <a:gd name="T4" fmla="*/ 0 w 36"/>
                    <a:gd name="T5" fmla="*/ 14 h 44"/>
                    <a:gd name="T6" fmla="*/ 0 w 36"/>
                    <a:gd name="T7" fmla="*/ 12 h 44"/>
                    <a:gd name="T8" fmla="*/ 2 w 36"/>
                    <a:gd name="T9" fmla="*/ 8 h 44"/>
                    <a:gd name="T10" fmla="*/ 4 w 36"/>
                    <a:gd name="T11" fmla="*/ 6 h 44"/>
                    <a:gd name="T12" fmla="*/ 8 w 36"/>
                    <a:gd name="T13" fmla="*/ 2 h 44"/>
                    <a:gd name="T14" fmla="*/ 14 w 36"/>
                    <a:gd name="T15" fmla="*/ 0 h 44"/>
                    <a:gd name="T16" fmla="*/ 18 w 36"/>
                    <a:gd name="T17" fmla="*/ 0 h 44"/>
                    <a:gd name="T18" fmla="*/ 20 w 36"/>
                    <a:gd name="T19" fmla="*/ 0 h 44"/>
                    <a:gd name="T20" fmla="*/ 24 w 36"/>
                    <a:gd name="T21" fmla="*/ 0 h 44"/>
                    <a:gd name="T22" fmla="*/ 26 w 36"/>
                    <a:gd name="T23" fmla="*/ 2 h 44"/>
                    <a:gd name="T24" fmla="*/ 28 w 36"/>
                    <a:gd name="T25" fmla="*/ 2 h 44"/>
                    <a:gd name="T26" fmla="*/ 30 w 36"/>
                    <a:gd name="T27" fmla="*/ 4 h 44"/>
                    <a:gd name="T28" fmla="*/ 32 w 36"/>
                    <a:gd name="T29" fmla="*/ 4 h 44"/>
                    <a:gd name="T30" fmla="*/ 34 w 36"/>
                    <a:gd name="T31" fmla="*/ 8 h 44"/>
                    <a:gd name="T32" fmla="*/ 36 w 36"/>
                    <a:gd name="T33" fmla="*/ 12 h 44"/>
                    <a:gd name="T34" fmla="*/ 36 w 36"/>
                    <a:gd name="T35" fmla="*/ 20 h 44"/>
                    <a:gd name="T36" fmla="*/ 34 w 36"/>
                    <a:gd name="T37" fmla="*/ 28 h 44"/>
                    <a:gd name="T38" fmla="*/ 30 w 36"/>
                    <a:gd name="T39" fmla="*/ 34 h 44"/>
                    <a:gd name="T40" fmla="*/ 30 w 36"/>
                    <a:gd name="T41" fmla="*/ 34 h 44"/>
                    <a:gd name="T42" fmla="*/ 28 w 36"/>
                    <a:gd name="T43" fmla="*/ 38 h 44"/>
                    <a:gd name="T44" fmla="*/ 24 w 36"/>
                    <a:gd name="T45" fmla="*/ 40 h 44"/>
                    <a:gd name="T46" fmla="*/ 20 w 36"/>
                    <a:gd name="T47" fmla="*/ 44 h 44"/>
                    <a:gd name="T48" fmla="*/ 18 w 36"/>
                    <a:gd name="T49" fmla="*/ 44 h 44"/>
                    <a:gd name="T50" fmla="*/ 16 w 36"/>
                    <a:gd name="T51" fmla="*/ 44 h 44"/>
                    <a:gd name="T52" fmla="*/ 14 w 36"/>
                    <a:gd name="T53" fmla="*/ 42 h 44"/>
                    <a:gd name="T54" fmla="*/ 10 w 36"/>
                    <a:gd name="T55" fmla="*/ 40 h 44"/>
                    <a:gd name="T56" fmla="*/ 8 w 36"/>
                    <a:gd name="T57" fmla="*/ 38 h 44"/>
                    <a:gd name="T58" fmla="*/ 0 w 36"/>
                    <a:gd name="T59" fmla="*/ 1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44">
                      <a:moveTo>
                        <a:pt x="0" y="18"/>
                      </a:moveTo>
                      <a:lnTo>
                        <a:pt x="0" y="16"/>
                      </a:lnTo>
                      <a:lnTo>
                        <a:pt x="0" y="14"/>
                      </a:lnTo>
                      <a:lnTo>
                        <a:pt x="0" y="12"/>
                      </a:lnTo>
                      <a:lnTo>
                        <a:pt x="2" y="8"/>
                      </a:lnTo>
                      <a:lnTo>
                        <a:pt x="4" y="6"/>
                      </a:lnTo>
                      <a:lnTo>
                        <a:pt x="8" y="2"/>
                      </a:lnTo>
                      <a:lnTo>
                        <a:pt x="14" y="0"/>
                      </a:lnTo>
                      <a:lnTo>
                        <a:pt x="18" y="0"/>
                      </a:lnTo>
                      <a:lnTo>
                        <a:pt x="20" y="0"/>
                      </a:lnTo>
                      <a:lnTo>
                        <a:pt x="24" y="0"/>
                      </a:lnTo>
                      <a:lnTo>
                        <a:pt x="26" y="2"/>
                      </a:lnTo>
                      <a:lnTo>
                        <a:pt x="28" y="2"/>
                      </a:lnTo>
                      <a:lnTo>
                        <a:pt x="30" y="4"/>
                      </a:lnTo>
                      <a:lnTo>
                        <a:pt x="32" y="4"/>
                      </a:lnTo>
                      <a:lnTo>
                        <a:pt x="34" y="8"/>
                      </a:lnTo>
                      <a:lnTo>
                        <a:pt x="36" y="12"/>
                      </a:lnTo>
                      <a:lnTo>
                        <a:pt x="36" y="20"/>
                      </a:lnTo>
                      <a:lnTo>
                        <a:pt x="34" y="28"/>
                      </a:lnTo>
                      <a:lnTo>
                        <a:pt x="30" y="34"/>
                      </a:lnTo>
                      <a:lnTo>
                        <a:pt x="30" y="34"/>
                      </a:lnTo>
                      <a:lnTo>
                        <a:pt x="28" y="38"/>
                      </a:lnTo>
                      <a:lnTo>
                        <a:pt x="24" y="40"/>
                      </a:lnTo>
                      <a:lnTo>
                        <a:pt x="20" y="44"/>
                      </a:lnTo>
                      <a:lnTo>
                        <a:pt x="18" y="44"/>
                      </a:lnTo>
                      <a:lnTo>
                        <a:pt x="16" y="44"/>
                      </a:lnTo>
                      <a:lnTo>
                        <a:pt x="14" y="42"/>
                      </a:lnTo>
                      <a:lnTo>
                        <a:pt x="10" y="40"/>
                      </a:lnTo>
                      <a:lnTo>
                        <a:pt x="8" y="38"/>
                      </a:lnTo>
                      <a:lnTo>
                        <a:pt x="0" y="1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24" name="Freeform 452">
                  <a:extLst>
                    <a:ext uri="{FF2B5EF4-FFF2-40B4-BE49-F238E27FC236}">
                      <a16:creationId xmlns:a16="http://schemas.microsoft.com/office/drawing/2014/main" id="{2885C1D7-3EB7-9E0E-AB59-86DE9E549B45}"/>
                    </a:ext>
                  </a:extLst>
                </p:cNvPr>
                <p:cNvSpPr/>
                <p:nvPr/>
              </p:nvSpPr>
              <p:spPr bwMode="gray">
                <a:xfrm>
                  <a:off x="409337" y="4380353"/>
                  <a:ext cx="185140" cy="129510"/>
                </a:xfrm>
                <a:custGeom>
                  <a:avLst/>
                  <a:gdLst>
                    <a:gd name="T0" fmla="*/ 0 w 100"/>
                    <a:gd name="T1" fmla="*/ 26 h 70"/>
                    <a:gd name="T2" fmla="*/ 18 w 100"/>
                    <a:gd name="T3" fmla="*/ 20 h 70"/>
                    <a:gd name="T4" fmla="*/ 22 w 100"/>
                    <a:gd name="T5" fmla="*/ 16 h 70"/>
                    <a:gd name="T6" fmla="*/ 24 w 100"/>
                    <a:gd name="T7" fmla="*/ 8 h 70"/>
                    <a:gd name="T8" fmla="*/ 22 w 100"/>
                    <a:gd name="T9" fmla="*/ 0 h 70"/>
                    <a:gd name="T10" fmla="*/ 24 w 100"/>
                    <a:gd name="T11" fmla="*/ 0 h 70"/>
                    <a:gd name="T12" fmla="*/ 30 w 100"/>
                    <a:gd name="T13" fmla="*/ 0 h 70"/>
                    <a:gd name="T14" fmla="*/ 36 w 100"/>
                    <a:gd name="T15" fmla="*/ 2 h 70"/>
                    <a:gd name="T16" fmla="*/ 38 w 100"/>
                    <a:gd name="T17" fmla="*/ 4 h 70"/>
                    <a:gd name="T18" fmla="*/ 40 w 100"/>
                    <a:gd name="T19" fmla="*/ 6 h 70"/>
                    <a:gd name="T20" fmla="*/ 44 w 100"/>
                    <a:gd name="T21" fmla="*/ 6 h 70"/>
                    <a:gd name="T22" fmla="*/ 52 w 100"/>
                    <a:gd name="T23" fmla="*/ 10 h 70"/>
                    <a:gd name="T24" fmla="*/ 62 w 100"/>
                    <a:gd name="T25" fmla="*/ 10 h 70"/>
                    <a:gd name="T26" fmla="*/ 64 w 100"/>
                    <a:gd name="T27" fmla="*/ 8 h 70"/>
                    <a:gd name="T28" fmla="*/ 64 w 100"/>
                    <a:gd name="T29" fmla="*/ 6 h 70"/>
                    <a:gd name="T30" fmla="*/ 66 w 100"/>
                    <a:gd name="T31" fmla="*/ 4 h 70"/>
                    <a:gd name="T32" fmla="*/ 70 w 100"/>
                    <a:gd name="T33" fmla="*/ 2 h 70"/>
                    <a:gd name="T34" fmla="*/ 76 w 100"/>
                    <a:gd name="T35" fmla="*/ 4 h 70"/>
                    <a:gd name="T36" fmla="*/ 78 w 100"/>
                    <a:gd name="T37" fmla="*/ 8 h 70"/>
                    <a:gd name="T38" fmla="*/ 80 w 100"/>
                    <a:gd name="T39" fmla="*/ 14 h 70"/>
                    <a:gd name="T40" fmla="*/ 84 w 100"/>
                    <a:gd name="T41" fmla="*/ 22 h 70"/>
                    <a:gd name="T42" fmla="*/ 88 w 100"/>
                    <a:gd name="T43" fmla="*/ 28 h 70"/>
                    <a:gd name="T44" fmla="*/ 90 w 100"/>
                    <a:gd name="T45" fmla="*/ 36 h 70"/>
                    <a:gd name="T46" fmla="*/ 96 w 100"/>
                    <a:gd name="T47" fmla="*/ 50 h 70"/>
                    <a:gd name="T48" fmla="*/ 100 w 100"/>
                    <a:gd name="T49" fmla="*/ 64 h 70"/>
                    <a:gd name="T50" fmla="*/ 96 w 100"/>
                    <a:gd name="T51" fmla="*/ 70 h 70"/>
                    <a:gd name="T52" fmla="*/ 88 w 100"/>
                    <a:gd name="T53" fmla="*/ 66 h 70"/>
                    <a:gd name="T54" fmla="*/ 78 w 100"/>
                    <a:gd name="T55" fmla="*/ 60 h 70"/>
                    <a:gd name="T56" fmla="*/ 78 w 100"/>
                    <a:gd name="T57" fmla="*/ 60 h 70"/>
                    <a:gd name="T58" fmla="*/ 72 w 100"/>
                    <a:gd name="T59" fmla="*/ 60 h 70"/>
                    <a:gd name="T60" fmla="*/ 68 w 100"/>
                    <a:gd name="T61" fmla="*/ 60 h 70"/>
                    <a:gd name="T62" fmla="*/ 68 w 100"/>
                    <a:gd name="T63" fmla="*/ 54 h 70"/>
                    <a:gd name="T64" fmla="*/ 68 w 100"/>
                    <a:gd name="T65" fmla="*/ 46 h 70"/>
                    <a:gd name="T66" fmla="*/ 62 w 100"/>
                    <a:gd name="T67" fmla="*/ 40 h 70"/>
                    <a:gd name="T68" fmla="*/ 50 w 100"/>
                    <a:gd name="T69" fmla="*/ 36 h 70"/>
                    <a:gd name="T70" fmla="*/ 48 w 100"/>
                    <a:gd name="T71" fmla="*/ 36 h 70"/>
                    <a:gd name="T72" fmla="*/ 40 w 100"/>
                    <a:gd name="T73" fmla="*/ 40 h 70"/>
                    <a:gd name="T74" fmla="*/ 32 w 100"/>
                    <a:gd name="T75" fmla="*/ 46 h 70"/>
                    <a:gd name="T76" fmla="*/ 18 w 100"/>
                    <a:gd name="T77"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70">
                      <a:moveTo>
                        <a:pt x="18" y="40"/>
                      </a:moveTo>
                      <a:lnTo>
                        <a:pt x="0" y="26"/>
                      </a:lnTo>
                      <a:lnTo>
                        <a:pt x="18" y="20"/>
                      </a:lnTo>
                      <a:lnTo>
                        <a:pt x="18" y="20"/>
                      </a:lnTo>
                      <a:lnTo>
                        <a:pt x="20" y="18"/>
                      </a:lnTo>
                      <a:lnTo>
                        <a:pt x="22" y="16"/>
                      </a:lnTo>
                      <a:lnTo>
                        <a:pt x="24" y="12"/>
                      </a:lnTo>
                      <a:lnTo>
                        <a:pt x="24" y="8"/>
                      </a:lnTo>
                      <a:lnTo>
                        <a:pt x="22" y="4"/>
                      </a:lnTo>
                      <a:lnTo>
                        <a:pt x="22" y="0"/>
                      </a:lnTo>
                      <a:lnTo>
                        <a:pt x="22" y="0"/>
                      </a:lnTo>
                      <a:lnTo>
                        <a:pt x="24" y="0"/>
                      </a:lnTo>
                      <a:lnTo>
                        <a:pt x="26" y="0"/>
                      </a:lnTo>
                      <a:lnTo>
                        <a:pt x="30" y="0"/>
                      </a:lnTo>
                      <a:lnTo>
                        <a:pt x="34" y="0"/>
                      </a:lnTo>
                      <a:lnTo>
                        <a:pt x="36" y="2"/>
                      </a:lnTo>
                      <a:lnTo>
                        <a:pt x="36" y="2"/>
                      </a:lnTo>
                      <a:lnTo>
                        <a:pt x="38" y="4"/>
                      </a:lnTo>
                      <a:lnTo>
                        <a:pt x="38" y="6"/>
                      </a:lnTo>
                      <a:lnTo>
                        <a:pt x="40" y="6"/>
                      </a:lnTo>
                      <a:lnTo>
                        <a:pt x="44" y="6"/>
                      </a:lnTo>
                      <a:lnTo>
                        <a:pt x="44" y="6"/>
                      </a:lnTo>
                      <a:lnTo>
                        <a:pt x="46" y="8"/>
                      </a:lnTo>
                      <a:lnTo>
                        <a:pt x="52" y="10"/>
                      </a:lnTo>
                      <a:lnTo>
                        <a:pt x="58" y="10"/>
                      </a:lnTo>
                      <a:lnTo>
                        <a:pt x="62" y="10"/>
                      </a:lnTo>
                      <a:lnTo>
                        <a:pt x="64" y="8"/>
                      </a:lnTo>
                      <a:lnTo>
                        <a:pt x="64" y="8"/>
                      </a:lnTo>
                      <a:lnTo>
                        <a:pt x="66" y="6"/>
                      </a:lnTo>
                      <a:lnTo>
                        <a:pt x="64" y="6"/>
                      </a:lnTo>
                      <a:lnTo>
                        <a:pt x="64" y="4"/>
                      </a:lnTo>
                      <a:lnTo>
                        <a:pt x="66" y="4"/>
                      </a:lnTo>
                      <a:lnTo>
                        <a:pt x="66" y="4"/>
                      </a:lnTo>
                      <a:lnTo>
                        <a:pt x="70" y="2"/>
                      </a:lnTo>
                      <a:lnTo>
                        <a:pt x="72" y="2"/>
                      </a:lnTo>
                      <a:lnTo>
                        <a:pt x="76" y="4"/>
                      </a:lnTo>
                      <a:lnTo>
                        <a:pt x="78" y="6"/>
                      </a:lnTo>
                      <a:lnTo>
                        <a:pt x="78" y="8"/>
                      </a:lnTo>
                      <a:lnTo>
                        <a:pt x="78" y="10"/>
                      </a:lnTo>
                      <a:lnTo>
                        <a:pt x="80" y="14"/>
                      </a:lnTo>
                      <a:lnTo>
                        <a:pt x="82" y="18"/>
                      </a:lnTo>
                      <a:lnTo>
                        <a:pt x="84" y="22"/>
                      </a:lnTo>
                      <a:lnTo>
                        <a:pt x="88" y="26"/>
                      </a:lnTo>
                      <a:lnTo>
                        <a:pt x="88" y="28"/>
                      </a:lnTo>
                      <a:lnTo>
                        <a:pt x="88" y="30"/>
                      </a:lnTo>
                      <a:lnTo>
                        <a:pt x="90" y="36"/>
                      </a:lnTo>
                      <a:lnTo>
                        <a:pt x="92" y="40"/>
                      </a:lnTo>
                      <a:lnTo>
                        <a:pt x="96" y="50"/>
                      </a:lnTo>
                      <a:lnTo>
                        <a:pt x="98" y="58"/>
                      </a:lnTo>
                      <a:lnTo>
                        <a:pt x="100" y="64"/>
                      </a:lnTo>
                      <a:lnTo>
                        <a:pt x="98" y="68"/>
                      </a:lnTo>
                      <a:lnTo>
                        <a:pt x="96" y="70"/>
                      </a:lnTo>
                      <a:lnTo>
                        <a:pt x="92" y="70"/>
                      </a:lnTo>
                      <a:lnTo>
                        <a:pt x="88" y="66"/>
                      </a:lnTo>
                      <a:lnTo>
                        <a:pt x="82" y="64"/>
                      </a:lnTo>
                      <a:lnTo>
                        <a:pt x="78" y="60"/>
                      </a:lnTo>
                      <a:lnTo>
                        <a:pt x="78" y="60"/>
                      </a:lnTo>
                      <a:lnTo>
                        <a:pt x="78" y="60"/>
                      </a:lnTo>
                      <a:lnTo>
                        <a:pt x="76" y="60"/>
                      </a:lnTo>
                      <a:lnTo>
                        <a:pt x="72" y="60"/>
                      </a:lnTo>
                      <a:lnTo>
                        <a:pt x="66" y="60"/>
                      </a:lnTo>
                      <a:lnTo>
                        <a:pt x="68" y="60"/>
                      </a:lnTo>
                      <a:lnTo>
                        <a:pt x="68" y="56"/>
                      </a:lnTo>
                      <a:lnTo>
                        <a:pt x="68" y="54"/>
                      </a:lnTo>
                      <a:lnTo>
                        <a:pt x="68" y="50"/>
                      </a:lnTo>
                      <a:lnTo>
                        <a:pt x="68" y="46"/>
                      </a:lnTo>
                      <a:lnTo>
                        <a:pt x="66" y="42"/>
                      </a:lnTo>
                      <a:lnTo>
                        <a:pt x="62" y="40"/>
                      </a:lnTo>
                      <a:lnTo>
                        <a:pt x="58" y="38"/>
                      </a:lnTo>
                      <a:lnTo>
                        <a:pt x="50" y="36"/>
                      </a:lnTo>
                      <a:lnTo>
                        <a:pt x="50" y="36"/>
                      </a:lnTo>
                      <a:lnTo>
                        <a:pt x="48" y="36"/>
                      </a:lnTo>
                      <a:lnTo>
                        <a:pt x="44" y="38"/>
                      </a:lnTo>
                      <a:lnTo>
                        <a:pt x="40" y="40"/>
                      </a:lnTo>
                      <a:lnTo>
                        <a:pt x="36" y="42"/>
                      </a:lnTo>
                      <a:lnTo>
                        <a:pt x="32" y="46"/>
                      </a:lnTo>
                      <a:lnTo>
                        <a:pt x="32" y="52"/>
                      </a:lnTo>
                      <a:lnTo>
                        <a:pt x="18" y="4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25" name="Freeform 453">
                  <a:extLst>
                    <a:ext uri="{FF2B5EF4-FFF2-40B4-BE49-F238E27FC236}">
                      <a16:creationId xmlns:a16="http://schemas.microsoft.com/office/drawing/2014/main" id="{C608E3F6-C051-AAF6-75BF-4CFAB68709C9}"/>
                    </a:ext>
                  </a:extLst>
                </p:cNvPr>
                <p:cNvSpPr/>
                <p:nvPr/>
              </p:nvSpPr>
              <p:spPr bwMode="gray">
                <a:xfrm>
                  <a:off x="572260" y="4417356"/>
                  <a:ext cx="155517" cy="162813"/>
                </a:xfrm>
                <a:custGeom>
                  <a:avLst/>
                  <a:gdLst>
                    <a:gd name="T0" fmla="*/ 42 w 84"/>
                    <a:gd name="T1" fmla="*/ 84 h 88"/>
                    <a:gd name="T2" fmla="*/ 44 w 84"/>
                    <a:gd name="T3" fmla="*/ 78 h 88"/>
                    <a:gd name="T4" fmla="*/ 44 w 84"/>
                    <a:gd name="T5" fmla="*/ 68 h 88"/>
                    <a:gd name="T6" fmla="*/ 42 w 84"/>
                    <a:gd name="T7" fmla="*/ 66 h 88"/>
                    <a:gd name="T8" fmla="*/ 36 w 84"/>
                    <a:gd name="T9" fmla="*/ 64 h 88"/>
                    <a:gd name="T10" fmla="*/ 32 w 84"/>
                    <a:gd name="T11" fmla="*/ 64 h 88"/>
                    <a:gd name="T12" fmla="*/ 28 w 84"/>
                    <a:gd name="T13" fmla="*/ 62 h 88"/>
                    <a:gd name="T14" fmla="*/ 26 w 84"/>
                    <a:gd name="T15" fmla="*/ 54 h 88"/>
                    <a:gd name="T16" fmla="*/ 26 w 84"/>
                    <a:gd name="T17" fmla="*/ 48 h 88"/>
                    <a:gd name="T18" fmla="*/ 24 w 84"/>
                    <a:gd name="T19" fmla="*/ 46 h 88"/>
                    <a:gd name="T20" fmla="*/ 18 w 84"/>
                    <a:gd name="T21" fmla="*/ 42 h 88"/>
                    <a:gd name="T22" fmla="*/ 10 w 84"/>
                    <a:gd name="T23" fmla="*/ 48 h 88"/>
                    <a:gd name="T24" fmla="*/ 10 w 84"/>
                    <a:gd name="T25" fmla="*/ 44 h 88"/>
                    <a:gd name="T26" fmla="*/ 10 w 84"/>
                    <a:gd name="T27" fmla="*/ 36 h 88"/>
                    <a:gd name="T28" fmla="*/ 8 w 84"/>
                    <a:gd name="T29" fmla="*/ 32 h 88"/>
                    <a:gd name="T30" fmla="*/ 4 w 84"/>
                    <a:gd name="T31" fmla="*/ 24 h 88"/>
                    <a:gd name="T32" fmla="*/ 2 w 84"/>
                    <a:gd name="T33" fmla="*/ 14 h 88"/>
                    <a:gd name="T34" fmla="*/ 0 w 84"/>
                    <a:gd name="T35" fmla="*/ 6 h 88"/>
                    <a:gd name="T36" fmla="*/ 6 w 84"/>
                    <a:gd name="T37" fmla="*/ 8 h 88"/>
                    <a:gd name="T38" fmla="*/ 16 w 84"/>
                    <a:gd name="T39" fmla="*/ 6 h 88"/>
                    <a:gd name="T40" fmla="*/ 22 w 84"/>
                    <a:gd name="T41" fmla="*/ 4 h 88"/>
                    <a:gd name="T42" fmla="*/ 24 w 84"/>
                    <a:gd name="T43" fmla="*/ 0 h 88"/>
                    <a:gd name="T44" fmla="*/ 30 w 84"/>
                    <a:gd name="T45" fmla="*/ 2 h 88"/>
                    <a:gd name="T46" fmla="*/ 32 w 84"/>
                    <a:gd name="T47" fmla="*/ 4 h 88"/>
                    <a:gd name="T48" fmla="*/ 36 w 84"/>
                    <a:gd name="T49" fmla="*/ 4 h 88"/>
                    <a:gd name="T50" fmla="*/ 38 w 84"/>
                    <a:gd name="T51" fmla="*/ 2 h 88"/>
                    <a:gd name="T52" fmla="*/ 42 w 84"/>
                    <a:gd name="T53" fmla="*/ 0 h 88"/>
                    <a:gd name="T54" fmla="*/ 50 w 84"/>
                    <a:gd name="T55" fmla="*/ 0 h 88"/>
                    <a:gd name="T56" fmla="*/ 58 w 84"/>
                    <a:gd name="T57" fmla="*/ 2 h 88"/>
                    <a:gd name="T58" fmla="*/ 64 w 84"/>
                    <a:gd name="T59" fmla="*/ 0 h 88"/>
                    <a:gd name="T60" fmla="*/ 72 w 84"/>
                    <a:gd name="T61" fmla="*/ 0 h 88"/>
                    <a:gd name="T62" fmla="*/ 76 w 84"/>
                    <a:gd name="T63" fmla="*/ 4 h 88"/>
                    <a:gd name="T64" fmla="*/ 78 w 84"/>
                    <a:gd name="T65" fmla="*/ 12 h 88"/>
                    <a:gd name="T66" fmla="*/ 82 w 84"/>
                    <a:gd name="T67" fmla="*/ 32 h 88"/>
                    <a:gd name="T68" fmla="*/ 80 w 84"/>
                    <a:gd name="T69" fmla="*/ 46 h 88"/>
                    <a:gd name="T70" fmla="*/ 76 w 84"/>
                    <a:gd name="T71" fmla="*/ 68 h 88"/>
                    <a:gd name="T72" fmla="*/ 84 w 84"/>
                    <a:gd name="T73" fmla="*/ 88 h 88"/>
                    <a:gd name="T74" fmla="*/ 42 w 84"/>
                    <a:gd name="T75" fmla="*/ 8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4" h="88">
                      <a:moveTo>
                        <a:pt x="42" y="86"/>
                      </a:moveTo>
                      <a:lnTo>
                        <a:pt x="42" y="84"/>
                      </a:lnTo>
                      <a:lnTo>
                        <a:pt x="44" y="82"/>
                      </a:lnTo>
                      <a:lnTo>
                        <a:pt x="44" y="78"/>
                      </a:lnTo>
                      <a:lnTo>
                        <a:pt x="46" y="74"/>
                      </a:lnTo>
                      <a:lnTo>
                        <a:pt x="44" y="68"/>
                      </a:lnTo>
                      <a:lnTo>
                        <a:pt x="44" y="68"/>
                      </a:lnTo>
                      <a:lnTo>
                        <a:pt x="42" y="66"/>
                      </a:lnTo>
                      <a:lnTo>
                        <a:pt x="40" y="64"/>
                      </a:lnTo>
                      <a:lnTo>
                        <a:pt x="36" y="64"/>
                      </a:lnTo>
                      <a:lnTo>
                        <a:pt x="32" y="64"/>
                      </a:lnTo>
                      <a:lnTo>
                        <a:pt x="32" y="64"/>
                      </a:lnTo>
                      <a:lnTo>
                        <a:pt x="30" y="64"/>
                      </a:lnTo>
                      <a:lnTo>
                        <a:pt x="28" y="62"/>
                      </a:lnTo>
                      <a:lnTo>
                        <a:pt x="26" y="58"/>
                      </a:lnTo>
                      <a:lnTo>
                        <a:pt x="26" y="54"/>
                      </a:lnTo>
                      <a:lnTo>
                        <a:pt x="26" y="50"/>
                      </a:lnTo>
                      <a:lnTo>
                        <a:pt x="26" y="48"/>
                      </a:lnTo>
                      <a:lnTo>
                        <a:pt x="24" y="46"/>
                      </a:lnTo>
                      <a:lnTo>
                        <a:pt x="24" y="46"/>
                      </a:lnTo>
                      <a:lnTo>
                        <a:pt x="22" y="44"/>
                      </a:lnTo>
                      <a:lnTo>
                        <a:pt x="18" y="42"/>
                      </a:lnTo>
                      <a:lnTo>
                        <a:pt x="14" y="44"/>
                      </a:lnTo>
                      <a:lnTo>
                        <a:pt x="10" y="48"/>
                      </a:lnTo>
                      <a:lnTo>
                        <a:pt x="10" y="46"/>
                      </a:lnTo>
                      <a:lnTo>
                        <a:pt x="10" y="44"/>
                      </a:lnTo>
                      <a:lnTo>
                        <a:pt x="10" y="40"/>
                      </a:lnTo>
                      <a:lnTo>
                        <a:pt x="10" y="36"/>
                      </a:lnTo>
                      <a:lnTo>
                        <a:pt x="10" y="36"/>
                      </a:lnTo>
                      <a:lnTo>
                        <a:pt x="8" y="32"/>
                      </a:lnTo>
                      <a:lnTo>
                        <a:pt x="6" y="28"/>
                      </a:lnTo>
                      <a:lnTo>
                        <a:pt x="4" y="24"/>
                      </a:lnTo>
                      <a:lnTo>
                        <a:pt x="2" y="20"/>
                      </a:lnTo>
                      <a:lnTo>
                        <a:pt x="2" y="14"/>
                      </a:lnTo>
                      <a:lnTo>
                        <a:pt x="0" y="10"/>
                      </a:lnTo>
                      <a:lnTo>
                        <a:pt x="0" y="6"/>
                      </a:lnTo>
                      <a:lnTo>
                        <a:pt x="2" y="6"/>
                      </a:lnTo>
                      <a:lnTo>
                        <a:pt x="6" y="8"/>
                      </a:lnTo>
                      <a:lnTo>
                        <a:pt x="10" y="8"/>
                      </a:lnTo>
                      <a:lnTo>
                        <a:pt x="16" y="6"/>
                      </a:lnTo>
                      <a:lnTo>
                        <a:pt x="20" y="4"/>
                      </a:lnTo>
                      <a:lnTo>
                        <a:pt x="22" y="4"/>
                      </a:lnTo>
                      <a:lnTo>
                        <a:pt x="22" y="2"/>
                      </a:lnTo>
                      <a:lnTo>
                        <a:pt x="24" y="0"/>
                      </a:lnTo>
                      <a:lnTo>
                        <a:pt x="28" y="0"/>
                      </a:lnTo>
                      <a:lnTo>
                        <a:pt x="30" y="2"/>
                      </a:lnTo>
                      <a:lnTo>
                        <a:pt x="30" y="4"/>
                      </a:lnTo>
                      <a:lnTo>
                        <a:pt x="32" y="4"/>
                      </a:lnTo>
                      <a:lnTo>
                        <a:pt x="34" y="6"/>
                      </a:lnTo>
                      <a:lnTo>
                        <a:pt x="36" y="4"/>
                      </a:lnTo>
                      <a:lnTo>
                        <a:pt x="38" y="2"/>
                      </a:lnTo>
                      <a:lnTo>
                        <a:pt x="38" y="2"/>
                      </a:lnTo>
                      <a:lnTo>
                        <a:pt x="40" y="2"/>
                      </a:lnTo>
                      <a:lnTo>
                        <a:pt x="42" y="0"/>
                      </a:lnTo>
                      <a:lnTo>
                        <a:pt x="46" y="0"/>
                      </a:lnTo>
                      <a:lnTo>
                        <a:pt x="50" y="0"/>
                      </a:lnTo>
                      <a:lnTo>
                        <a:pt x="56" y="2"/>
                      </a:lnTo>
                      <a:lnTo>
                        <a:pt x="58" y="2"/>
                      </a:lnTo>
                      <a:lnTo>
                        <a:pt x="62" y="2"/>
                      </a:lnTo>
                      <a:lnTo>
                        <a:pt x="64" y="0"/>
                      </a:lnTo>
                      <a:lnTo>
                        <a:pt x="68" y="0"/>
                      </a:lnTo>
                      <a:lnTo>
                        <a:pt x="72" y="0"/>
                      </a:lnTo>
                      <a:lnTo>
                        <a:pt x="74" y="2"/>
                      </a:lnTo>
                      <a:lnTo>
                        <a:pt x="76" y="4"/>
                      </a:lnTo>
                      <a:lnTo>
                        <a:pt x="76" y="8"/>
                      </a:lnTo>
                      <a:lnTo>
                        <a:pt x="78" y="12"/>
                      </a:lnTo>
                      <a:lnTo>
                        <a:pt x="80" y="20"/>
                      </a:lnTo>
                      <a:lnTo>
                        <a:pt x="82" y="32"/>
                      </a:lnTo>
                      <a:lnTo>
                        <a:pt x="80" y="42"/>
                      </a:lnTo>
                      <a:lnTo>
                        <a:pt x="80" y="46"/>
                      </a:lnTo>
                      <a:lnTo>
                        <a:pt x="78" y="56"/>
                      </a:lnTo>
                      <a:lnTo>
                        <a:pt x="76" y="68"/>
                      </a:lnTo>
                      <a:lnTo>
                        <a:pt x="78" y="76"/>
                      </a:lnTo>
                      <a:lnTo>
                        <a:pt x="84" y="88"/>
                      </a:lnTo>
                      <a:lnTo>
                        <a:pt x="66" y="82"/>
                      </a:lnTo>
                      <a:lnTo>
                        <a:pt x="42" y="8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26" name="Freeform 454">
                  <a:extLst>
                    <a:ext uri="{FF2B5EF4-FFF2-40B4-BE49-F238E27FC236}">
                      <a16:creationId xmlns:a16="http://schemas.microsoft.com/office/drawing/2014/main" id="{C61EAF73-942F-2AD2-940A-C6DB4D706EAC}"/>
                    </a:ext>
                  </a:extLst>
                </p:cNvPr>
                <p:cNvSpPr/>
                <p:nvPr/>
              </p:nvSpPr>
              <p:spPr bwMode="gray">
                <a:xfrm>
                  <a:off x="642613" y="4350751"/>
                  <a:ext cx="137003" cy="70306"/>
                </a:xfrm>
                <a:custGeom>
                  <a:avLst/>
                  <a:gdLst>
                    <a:gd name="T0" fmla="*/ 28 w 74"/>
                    <a:gd name="T1" fmla="*/ 8 h 38"/>
                    <a:gd name="T2" fmla="*/ 28 w 74"/>
                    <a:gd name="T3" fmla="*/ 8 h 38"/>
                    <a:gd name="T4" fmla="*/ 24 w 74"/>
                    <a:gd name="T5" fmla="*/ 8 h 38"/>
                    <a:gd name="T6" fmla="*/ 20 w 74"/>
                    <a:gd name="T7" fmla="*/ 8 h 38"/>
                    <a:gd name="T8" fmla="*/ 16 w 74"/>
                    <a:gd name="T9" fmla="*/ 10 h 38"/>
                    <a:gd name="T10" fmla="*/ 12 w 74"/>
                    <a:gd name="T11" fmla="*/ 12 h 38"/>
                    <a:gd name="T12" fmla="*/ 8 w 74"/>
                    <a:gd name="T13" fmla="*/ 16 h 38"/>
                    <a:gd name="T14" fmla="*/ 4 w 74"/>
                    <a:gd name="T15" fmla="*/ 22 h 38"/>
                    <a:gd name="T16" fmla="*/ 0 w 74"/>
                    <a:gd name="T17" fmla="*/ 38 h 38"/>
                    <a:gd name="T18" fmla="*/ 0 w 74"/>
                    <a:gd name="T19" fmla="*/ 38 h 38"/>
                    <a:gd name="T20" fmla="*/ 2 w 74"/>
                    <a:gd name="T21" fmla="*/ 38 h 38"/>
                    <a:gd name="T22" fmla="*/ 6 w 74"/>
                    <a:gd name="T23" fmla="*/ 36 h 38"/>
                    <a:gd name="T24" fmla="*/ 10 w 74"/>
                    <a:gd name="T25" fmla="*/ 36 h 38"/>
                    <a:gd name="T26" fmla="*/ 16 w 74"/>
                    <a:gd name="T27" fmla="*/ 38 h 38"/>
                    <a:gd name="T28" fmla="*/ 16 w 74"/>
                    <a:gd name="T29" fmla="*/ 38 h 38"/>
                    <a:gd name="T30" fmla="*/ 18 w 74"/>
                    <a:gd name="T31" fmla="*/ 38 h 38"/>
                    <a:gd name="T32" fmla="*/ 22 w 74"/>
                    <a:gd name="T33" fmla="*/ 38 h 38"/>
                    <a:gd name="T34" fmla="*/ 28 w 74"/>
                    <a:gd name="T35" fmla="*/ 36 h 38"/>
                    <a:gd name="T36" fmla="*/ 28 w 74"/>
                    <a:gd name="T37" fmla="*/ 36 h 38"/>
                    <a:gd name="T38" fmla="*/ 30 w 74"/>
                    <a:gd name="T39" fmla="*/ 36 h 38"/>
                    <a:gd name="T40" fmla="*/ 32 w 74"/>
                    <a:gd name="T41" fmla="*/ 36 h 38"/>
                    <a:gd name="T42" fmla="*/ 36 w 74"/>
                    <a:gd name="T43" fmla="*/ 36 h 38"/>
                    <a:gd name="T44" fmla="*/ 36 w 74"/>
                    <a:gd name="T45" fmla="*/ 36 h 38"/>
                    <a:gd name="T46" fmla="*/ 36 w 74"/>
                    <a:gd name="T47" fmla="*/ 34 h 38"/>
                    <a:gd name="T48" fmla="*/ 36 w 74"/>
                    <a:gd name="T49" fmla="*/ 32 h 38"/>
                    <a:gd name="T50" fmla="*/ 38 w 74"/>
                    <a:gd name="T51" fmla="*/ 30 h 38"/>
                    <a:gd name="T52" fmla="*/ 40 w 74"/>
                    <a:gd name="T53" fmla="*/ 28 h 38"/>
                    <a:gd name="T54" fmla="*/ 40 w 74"/>
                    <a:gd name="T55" fmla="*/ 26 h 38"/>
                    <a:gd name="T56" fmla="*/ 42 w 74"/>
                    <a:gd name="T57" fmla="*/ 24 h 38"/>
                    <a:gd name="T58" fmla="*/ 44 w 74"/>
                    <a:gd name="T59" fmla="*/ 22 h 38"/>
                    <a:gd name="T60" fmla="*/ 46 w 74"/>
                    <a:gd name="T61" fmla="*/ 22 h 38"/>
                    <a:gd name="T62" fmla="*/ 50 w 74"/>
                    <a:gd name="T63" fmla="*/ 20 h 38"/>
                    <a:gd name="T64" fmla="*/ 60 w 74"/>
                    <a:gd name="T65" fmla="*/ 20 h 38"/>
                    <a:gd name="T66" fmla="*/ 62 w 74"/>
                    <a:gd name="T67" fmla="*/ 20 h 38"/>
                    <a:gd name="T68" fmla="*/ 64 w 74"/>
                    <a:gd name="T69" fmla="*/ 22 h 38"/>
                    <a:gd name="T70" fmla="*/ 68 w 74"/>
                    <a:gd name="T71" fmla="*/ 22 h 38"/>
                    <a:gd name="T72" fmla="*/ 70 w 74"/>
                    <a:gd name="T73" fmla="*/ 22 h 38"/>
                    <a:gd name="T74" fmla="*/ 72 w 74"/>
                    <a:gd name="T75" fmla="*/ 22 h 38"/>
                    <a:gd name="T76" fmla="*/ 74 w 74"/>
                    <a:gd name="T77" fmla="*/ 20 h 38"/>
                    <a:gd name="T78" fmla="*/ 74 w 74"/>
                    <a:gd name="T79" fmla="*/ 20 h 38"/>
                    <a:gd name="T80" fmla="*/ 74 w 74"/>
                    <a:gd name="T81" fmla="*/ 18 h 38"/>
                    <a:gd name="T82" fmla="*/ 72 w 74"/>
                    <a:gd name="T83" fmla="*/ 16 h 38"/>
                    <a:gd name="T84" fmla="*/ 70 w 74"/>
                    <a:gd name="T85" fmla="*/ 16 h 38"/>
                    <a:gd name="T86" fmla="*/ 66 w 74"/>
                    <a:gd name="T87" fmla="*/ 14 h 38"/>
                    <a:gd name="T88" fmla="*/ 64 w 74"/>
                    <a:gd name="T89" fmla="*/ 12 h 38"/>
                    <a:gd name="T90" fmla="*/ 62 w 74"/>
                    <a:gd name="T91" fmla="*/ 8 h 38"/>
                    <a:gd name="T92" fmla="*/ 60 w 74"/>
                    <a:gd name="T93" fmla="*/ 4 h 38"/>
                    <a:gd name="T94" fmla="*/ 60 w 74"/>
                    <a:gd name="T95" fmla="*/ 2 h 38"/>
                    <a:gd name="T96" fmla="*/ 58 w 74"/>
                    <a:gd name="T97" fmla="*/ 0 h 38"/>
                    <a:gd name="T98" fmla="*/ 58 w 74"/>
                    <a:gd name="T99" fmla="*/ 0 h 38"/>
                    <a:gd name="T100" fmla="*/ 56 w 74"/>
                    <a:gd name="T101" fmla="*/ 0 h 38"/>
                    <a:gd name="T102" fmla="*/ 54 w 74"/>
                    <a:gd name="T103" fmla="*/ 2 h 38"/>
                    <a:gd name="T104" fmla="*/ 50 w 74"/>
                    <a:gd name="T105" fmla="*/ 2 h 38"/>
                    <a:gd name="T106" fmla="*/ 46 w 74"/>
                    <a:gd name="T107" fmla="*/ 4 h 38"/>
                    <a:gd name="T108" fmla="*/ 40 w 74"/>
                    <a:gd name="T109" fmla="*/ 6 h 38"/>
                    <a:gd name="T110" fmla="*/ 36 w 74"/>
                    <a:gd name="T111" fmla="*/ 8 h 38"/>
                    <a:gd name="T112" fmla="*/ 28 w 74"/>
                    <a:gd name="T113"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4" h="38">
                      <a:moveTo>
                        <a:pt x="28" y="8"/>
                      </a:moveTo>
                      <a:lnTo>
                        <a:pt x="28" y="8"/>
                      </a:lnTo>
                      <a:lnTo>
                        <a:pt x="24" y="8"/>
                      </a:lnTo>
                      <a:lnTo>
                        <a:pt x="20" y="8"/>
                      </a:lnTo>
                      <a:lnTo>
                        <a:pt x="16" y="10"/>
                      </a:lnTo>
                      <a:lnTo>
                        <a:pt x="12" y="12"/>
                      </a:lnTo>
                      <a:lnTo>
                        <a:pt x="8" y="16"/>
                      </a:lnTo>
                      <a:lnTo>
                        <a:pt x="4" y="22"/>
                      </a:lnTo>
                      <a:lnTo>
                        <a:pt x="0" y="38"/>
                      </a:lnTo>
                      <a:lnTo>
                        <a:pt x="0" y="38"/>
                      </a:lnTo>
                      <a:lnTo>
                        <a:pt x="2" y="38"/>
                      </a:lnTo>
                      <a:lnTo>
                        <a:pt x="6" y="36"/>
                      </a:lnTo>
                      <a:lnTo>
                        <a:pt x="10" y="36"/>
                      </a:lnTo>
                      <a:lnTo>
                        <a:pt x="16" y="38"/>
                      </a:lnTo>
                      <a:lnTo>
                        <a:pt x="16" y="38"/>
                      </a:lnTo>
                      <a:lnTo>
                        <a:pt x="18" y="38"/>
                      </a:lnTo>
                      <a:lnTo>
                        <a:pt x="22" y="38"/>
                      </a:lnTo>
                      <a:lnTo>
                        <a:pt x="28" y="36"/>
                      </a:lnTo>
                      <a:lnTo>
                        <a:pt x="28" y="36"/>
                      </a:lnTo>
                      <a:lnTo>
                        <a:pt x="30" y="36"/>
                      </a:lnTo>
                      <a:lnTo>
                        <a:pt x="32" y="36"/>
                      </a:lnTo>
                      <a:lnTo>
                        <a:pt x="36" y="36"/>
                      </a:lnTo>
                      <a:lnTo>
                        <a:pt x="36" y="36"/>
                      </a:lnTo>
                      <a:lnTo>
                        <a:pt x="36" y="34"/>
                      </a:lnTo>
                      <a:lnTo>
                        <a:pt x="36" y="32"/>
                      </a:lnTo>
                      <a:lnTo>
                        <a:pt x="38" y="30"/>
                      </a:lnTo>
                      <a:lnTo>
                        <a:pt x="40" y="28"/>
                      </a:lnTo>
                      <a:lnTo>
                        <a:pt x="40" y="26"/>
                      </a:lnTo>
                      <a:lnTo>
                        <a:pt x="42" y="24"/>
                      </a:lnTo>
                      <a:lnTo>
                        <a:pt x="44" y="22"/>
                      </a:lnTo>
                      <a:lnTo>
                        <a:pt x="46" y="22"/>
                      </a:lnTo>
                      <a:lnTo>
                        <a:pt x="50" y="20"/>
                      </a:lnTo>
                      <a:lnTo>
                        <a:pt x="60" y="20"/>
                      </a:lnTo>
                      <a:lnTo>
                        <a:pt x="62" y="20"/>
                      </a:lnTo>
                      <a:lnTo>
                        <a:pt x="64" y="22"/>
                      </a:lnTo>
                      <a:lnTo>
                        <a:pt x="68" y="22"/>
                      </a:lnTo>
                      <a:lnTo>
                        <a:pt x="70" y="22"/>
                      </a:lnTo>
                      <a:lnTo>
                        <a:pt x="72" y="22"/>
                      </a:lnTo>
                      <a:lnTo>
                        <a:pt x="74" y="20"/>
                      </a:lnTo>
                      <a:lnTo>
                        <a:pt x="74" y="20"/>
                      </a:lnTo>
                      <a:lnTo>
                        <a:pt x="74" y="18"/>
                      </a:lnTo>
                      <a:lnTo>
                        <a:pt x="72" y="16"/>
                      </a:lnTo>
                      <a:lnTo>
                        <a:pt x="70" y="16"/>
                      </a:lnTo>
                      <a:lnTo>
                        <a:pt x="66" y="14"/>
                      </a:lnTo>
                      <a:lnTo>
                        <a:pt x="64" y="12"/>
                      </a:lnTo>
                      <a:lnTo>
                        <a:pt x="62" y="8"/>
                      </a:lnTo>
                      <a:lnTo>
                        <a:pt x="60" y="4"/>
                      </a:lnTo>
                      <a:lnTo>
                        <a:pt x="60" y="2"/>
                      </a:lnTo>
                      <a:lnTo>
                        <a:pt x="58" y="0"/>
                      </a:lnTo>
                      <a:lnTo>
                        <a:pt x="58" y="0"/>
                      </a:lnTo>
                      <a:lnTo>
                        <a:pt x="56" y="0"/>
                      </a:lnTo>
                      <a:lnTo>
                        <a:pt x="54" y="2"/>
                      </a:lnTo>
                      <a:lnTo>
                        <a:pt x="50" y="2"/>
                      </a:lnTo>
                      <a:lnTo>
                        <a:pt x="46" y="4"/>
                      </a:lnTo>
                      <a:lnTo>
                        <a:pt x="40" y="6"/>
                      </a:lnTo>
                      <a:lnTo>
                        <a:pt x="36" y="8"/>
                      </a:lnTo>
                      <a:lnTo>
                        <a:pt x="28" y="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27" name="Freeform 455">
                  <a:extLst>
                    <a:ext uri="{FF2B5EF4-FFF2-40B4-BE49-F238E27FC236}">
                      <a16:creationId xmlns:a16="http://schemas.microsoft.com/office/drawing/2014/main" id="{449F3417-0684-58B5-294A-39C45E74BC4E}"/>
                    </a:ext>
                  </a:extLst>
                </p:cNvPr>
                <p:cNvSpPr/>
                <p:nvPr/>
              </p:nvSpPr>
              <p:spPr bwMode="gray">
                <a:xfrm>
                  <a:off x="709263" y="4387754"/>
                  <a:ext cx="59245" cy="196116"/>
                </a:xfrm>
                <a:custGeom>
                  <a:avLst/>
                  <a:gdLst>
                    <a:gd name="T0" fmla="*/ 14 w 32"/>
                    <a:gd name="T1" fmla="*/ 0 h 106"/>
                    <a:gd name="T2" fmla="*/ 14 w 32"/>
                    <a:gd name="T3" fmla="*/ 0 h 106"/>
                    <a:gd name="T4" fmla="*/ 12 w 32"/>
                    <a:gd name="T5" fmla="*/ 0 h 106"/>
                    <a:gd name="T6" fmla="*/ 8 w 32"/>
                    <a:gd name="T7" fmla="*/ 2 h 106"/>
                    <a:gd name="T8" fmla="*/ 6 w 32"/>
                    <a:gd name="T9" fmla="*/ 4 h 106"/>
                    <a:gd name="T10" fmla="*/ 4 w 32"/>
                    <a:gd name="T11" fmla="*/ 6 h 106"/>
                    <a:gd name="T12" fmla="*/ 4 w 32"/>
                    <a:gd name="T13" fmla="*/ 8 h 106"/>
                    <a:gd name="T14" fmla="*/ 4 w 32"/>
                    <a:gd name="T15" fmla="*/ 10 h 106"/>
                    <a:gd name="T16" fmla="*/ 2 w 32"/>
                    <a:gd name="T17" fmla="*/ 12 h 106"/>
                    <a:gd name="T18" fmla="*/ 0 w 32"/>
                    <a:gd name="T19" fmla="*/ 12 h 106"/>
                    <a:gd name="T20" fmla="*/ 0 w 32"/>
                    <a:gd name="T21" fmla="*/ 14 h 106"/>
                    <a:gd name="T22" fmla="*/ 2 w 32"/>
                    <a:gd name="T23" fmla="*/ 18 h 106"/>
                    <a:gd name="T24" fmla="*/ 2 w 32"/>
                    <a:gd name="T25" fmla="*/ 24 h 106"/>
                    <a:gd name="T26" fmla="*/ 4 w 32"/>
                    <a:gd name="T27" fmla="*/ 28 h 106"/>
                    <a:gd name="T28" fmla="*/ 6 w 32"/>
                    <a:gd name="T29" fmla="*/ 32 h 106"/>
                    <a:gd name="T30" fmla="*/ 6 w 32"/>
                    <a:gd name="T31" fmla="*/ 36 h 106"/>
                    <a:gd name="T32" fmla="*/ 6 w 32"/>
                    <a:gd name="T33" fmla="*/ 40 h 106"/>
                    <a:gd name="T34" fmla="*/ 6 w 32"/>
                    <a:gd name="T35" fmla="*/ 44 h 106"/>
                    <a:gd name="T36" fmla="*/ 8 w 32"/>
                    <a:gd name="T37" fmla="*/ 50 h 106"/>
                    <a:gd name="T38" fmla="*/ 6 w 32"/>
                    <a:gd name="T39" fmla="*/ 58 h 106"/>
                    <a:gd name="T40" fmla="*/ 6 w 32"/>
                    <a:gd name="T41" fmla="*/ 58 h 106"/>
                    <a:gd name="T42" fmla="*/ 6 w 32"/>
                    <a:gd name="T43" fmla="*/ 62 h 106"/>
                    <a:gd name="T44" fmla="*/ 4 w 32"/>
                    <a:gd name="T45" fmla="*/ 68 h 106"/>
                    <a:gd name="T46" fmla="*/ 4 w 32"/>
                    <a:gd name="T47" fmla="*/ 74 h 106"/>
                    <a:gd name="T48" fmla="*/ 2 w 32"/>
                    <a:gd name="T49" fmla="*/ 80 h 106"/>
                    <a:gd name="T50" fmla="*/ 2 w 32"/>
                    <a:gd name="T51" fmla="*/ 88 h 106"/>
                    <a:gd name="T52" fmla="*/ 10 w 32"/>
                    <a:gd name="T53" fmla="*/ 104 h 106"/>
                    <a:gd name="T54" fmla="*/ 28 w 32"/>
                    <a:gd name="T55" fmla="*/ 106 h 106"/>
                    <a:gd name="T56" fmla="*/ 28 w 32"/>
                    <a:gd name="T57" fmla="*/ 102 h 106"/>
                    <a:gd name="T58" fmla="*/ 30 w 32"/>
                    <a:gd name="T59" fmla="*/ 88 h 106"/>
                    <a:gd name="T60" fmla="*/ 32 w 32"/>
                    <a:gd name="T61" fmla="*/ 74 h 106"/>
                    <a:gd name="T62" fmla="*/ 32 w 32"/>
                    <a:gd name="T63" fmla="*/ 62 h 106"/>
                    <a:gd name="T64" fmla="*/ 32 w 32"/>
                    <a:gd name="T65" fmla="*/ 50 h 106"/>
                    <a:gd name="T66" fmla="*/ 30 w 32"/>
                    <a:gd name="T67" fmla="*/ 40 h 106"/>
                    <a:gd name="T68" fmla="*/ 30 w 32"/>
                    <a:gd name="T69" fmla="*/ 36 h 106"/>
                    <a:gd name="T70" fmla="*/ 24 w 32"/>
                    <a:gd name="T71" fmla="*/ 8 h 106"/>
                    <a:gd name="T72" fmla="*/ 20 w 32"/>
                    <a:gd name="T73" fmla="*/ 2 h 106"/>
                    <a:gd name="T74" fmla="*/ 14 w 32"/>
                    <a:gd name="T75"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 h="106">
                      <a:moveTo>
                        <a:pt x="14" y="0"/>
                      </a:moveTo>
                      <a:lnTo>
                        <a:pt x="14" y="0"/>
                      </a:lnTo>
                      <a:lnTo>
                        <a:pt x="12" y="0"/>
                      </a:lnTo>
                      <a:lnTo>
                        <a:pt x="8" y="2"/>
                      </a:lnTo>
                      <a:lnTo>
                        <a:pt x="6" y="4"/>
                      </a:lnTo>
                      <a:lnTo>
                        <a:pt x="4" y="6"/>
                      </a:lnTo>
                      <a:lnTo>
                        <a:pt x="4" y="8"/>
                      </a:lnTo>
                      <a:lnTo>
                        <a:pt x="4" y="10"/>
                      </a:lnTo>
                      <a:lnTo>
                        <a:pt x="2" y="12"/>
                      </a:lnTo>
                      <a:lnTo>
                        <a:pt x="0" y="12"/>
                      </a:lnTo>
                      <a:lnTo>
                        <a:pt x="0" y="14"/>
                      </a:lnTo>
                      <a:lnTo>
                        <a:pt x="2" y="18"/>
                      </a:lnTo>
                      <a:lnTo>
                        <a:pt x="2" y="24"/>
                      </a:lnTo>
                      <a:lnTo>
                        <a:pt x="4" y="28"/>
                      </a:lnTo>
                      <a:lnTo>
                        <a:pt x="6" y="32"/>
                      </a:lnTo>
                      <a:lnTo>
                        <a:pt x="6" y="36"/>
                      </a:lnTo>
                      <a:lnTo>
                        <a:pt x="6" y="40"/>
                      </a:lnTo>
                      <a:lnTo>
                        <a:pt x="6" y="44"/>
                      </a:lnTo>
                      <a:lnTo>
                        <a:pt x="8" y="50"/>
                      </a:lnTo>
                      <a:lnTo>
                        <a:pt x="6" y="58"/>
                      </a:lnTo>
                      <a:lnTo>
                        <a:pt x="6" y="58"/>
                      </a:lnTo>
                      <a:lnTo>
                        <a:pt x="6" y="62"/>
                      </a:lnTo>
                      <a:lnTo>
                        <a:pt x="4" y="68"/>
                      </a:lnTo>
                      <a:lnTo>
                        <a:pt x="4" y="74"/>
                      </a:lnTo>
                      <a:lnTo>
                        <a:pt x="2" y="80"/>
                      </a:lnTo>
                      <a:lnTo>
                        <a:pt x="2" y="88"/>
                      </a:lnTo>
                      <a:lnTo>
                        <a:pt x="10" y="104"/>
                      </a:lnTo>
                      <a:lnTo>
                        <a:pt x="28" y="106"/>
                      </a:lnTo>
                      <a:lnTo>
                        <a:pt x="28" y="102"/>
                      </a:lnTo>
                      <a:lnTo>
                        <a:pt x="30" y="88"/>
                      </a:lnTo>
                      <a:lnTo>
                        <a:pt x="32" y="74"/>
                      </a:lnTo>
                      <a:lnTo>
                        <a:pt x="32" y="62"/>
                      </a:lnTo>
                      <a:lnTo>
                        <a:pt x="32" y="50"/>
                      </a:lnTo>
                      <a:lnTo>
                        <a:pt x="30" y="40"/>
                      </a:lnTo>
                      <a:lnTo>
                        <a:pt x="30" y="36"/>
                      </a:lnTo>
                      <a:lnTo>
                        <a:pt x="24" y="8"/>
                      </a:lnTo>
                      <a:lnTo>
                        <a:pt x="20" y="2"/>
                      </a:lnTo>
                      <a:lnTo>
                        <a:pt x="14"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28" name="Freeform 456">
                  <a:extLst>
                    <a:ext uri="{FF2B5EF4-FFF2-40B4-BE49-F238E27FC236}">
                      <a16:creationId xmlns:a16="http://schemas.microsoft.com/office/drawing/2014/main" id="{D2C6CFA7-66DE-74AC-1995-CAC55934DFC2}"/>
                    </a:ext>
                  </a:extLst>
                </p:cNvPr>
                <p:cNvSpPr/>
                <p:nvPr/>
              </p:nvSpPr>
              <p:spPr bwMode="gray">
                <a:xfrm>
                  <a:off x="746291" y="4387754"/>
                  <a:ext cx="48136" cy="196116"/>
                </a:xfrm>
                <a:custGeom>
                  <a:avLst/>
                  <a:gdLst>
                    <a:gd name="T0" fmla="*/ 0 w 26"/>
                    <a:gd name="T1" fmla="*/ 2 h 106"/>
                    <a:gd name="T2" fmla="*/ 0 w 26"/>
                    <a:gd name="T3" fmla="*/ 2 h 106"/>
                    <a:gd name="T4" fmla="*/ 4 w 26"/>
                    <a:gd name="T5" fmla="*/ 0 h 106"/>
                    <a:gd name="T6" fmla="*/ 8 w 26"/>
                    <a:gd name="T7" fmla="*/ 2 h 106"/>
                    <a:gd name="T8" fmla="*/ 14 w 26"/>
                    <a:gd name="T9" fmla="*/ 2 h 106"/>
                    <a:gd name="T10" fmla="*/ 14 w 26"/>
                    <a:gd name="T11" fmla="*/ 4 h 106"/>
                    <a:gd name="T12" fmla="*/ 14 w 26"/>
                    <a:gd name="T13" fmla="*/ 6 h 106"/>
                    <a:gd name="T14" fmla="*/ 14 w 26"/>
                    <a:gd name="T15" fmla="*/ 8 h 106"/>
                    <a:gd name="T16" fmla="*/ 14 w 26"/>
                    <a:gd name="T17" fmla="*/ 10 h 106"/>
                    <a:gd name="T18" fmla="*/ 16 w 26"/>
                    <a:gd name="T19" fmla="*/ 12 h 106"/>
                    <a:gd name="T20" fmla="*/ 18 w 26"/>
                    <a:gd name="T21" fmla="*/ 14 h 106"/>
                    <a:gd name="T22" fmla="*/ 18 w 26"/>
                    <a:gd name="T23" fmla="*/ 14 h 106"/>
                    <a:gd name="T24" fmla="*/ 20 w 26"/>
                    <a:gd name="T25" fmla="*/ 18 h 106"/>
                    <a:gd name="T26" fmla="*/ 24 w 26"/>
                    <a:gd name="T27" fmla="*/ 22 h 106"/>
                    <a:gd name="T28" fmla="*/ 24 w 26"/>
                    <a:gd name="T29" fmla="*/ 28 h 106"/>
                    <a:gd name="T30" fmla="*/ 26 w 26"/>
                    <a:gd name="T31" fmla="*/ 36 h 106"/>
                    <a:gd name="T32" fmla="*/ 26 w 26"/>
                    <a:gd name="T33" fmla="*/ 42 h 106"/>
                    <a:gd name="T34" fmla="*/ 26 w 26"/>
                    <a:gd name="T35" fmla="*/ 56 h 106"/>
                    <a:gd name="T36" fmla="*/ 26 w 26"/>
                    <a:gd name="T37" fmla="*/ 74 h 106"/>
                    <a:gd name="T38" fmla="*/ 26 w 26"/>
                    <a:gd name="T39" fmla="*/ 90 h 106"/>
                    <a:gd name="T40" fmla="*/ 26 w 26"/>
                    <a:gd name="T41" fmla="*/ 96 h 106"/>
                    <a:gd name="T42" fmla="*/ 24 w 26"/>
                    <a:gd name="T43" fmla="*/ 96 h 106"/>
                    <a:gd name="T44" fmla="*/ 20 w 26"/>
                    <a:gd name="T45" fmla="*/ 98 h 106"/>
                    <a:gd name="T46" fmla="*/ 18 w 26"/>
                    <a:gd name="T47" fmla="*/ 100 h 106"/>
                    <a:gd name="T48" fmla="*/ 14 w 26"/>
                    <a:gd name="T49" fmla="*/ 102 h 106"/>
                    <a:gd name="T50" fmla="*/ 8 w 26"/>
                    <a:gd name="T51" fmla="*/ 106 h 106"/>
                    <a:gd name="T52" fmla="*/ 8 w 26"/>
                    <a:gd name="T53" fmla="*/ 102 h 106"/>
                    <a:gd name="T54" fmla="*/ 10 w 26"/>
                    <a:gd name="T55" fmla="*/ 88 h 106"/>
                    <a:gd name="T56" fmla="*/ 12 w 26"/>
                    <a:gd name="T57" fmla="*/ 74 h 106"/>
                    <a:gd name="T58" fmla="*/ 12 w 26"/>
                    <a:gd name="T59" fmla="*/ 60 h 106"/>
                    <a:gd name="T60" fmla="*/ 10 w 26"/>
                    <a:gd name="T61" fmla="*/ 48 h 106"/>
                    <a:gd name="T62" fmla="*/ 10 w 26"/>
                    <a:gd name="T63" fmla="*/ 40 h 106"/>
                    <a:gd name="T64" fmla="*/ 10 w 26"/>
                    <a:gd name="T65" fmla="*/ 34 h 106"/>
                    <a:gd name="T66" fmla="*/ 8 w 26"/>
                    <a:gd name="T67" fmla="*/ 28 h 106"/>
                    <a:gd name="T68" fmla="*/ 6 w 26"/>
                    <a:gd name="T69" fmla="*/ 10 h 106"/>
                    <a:gd name="T70" fmla="*/ 4 w 26"/>
                    <a:gd name="T71" fmla="*/ 10 h 106"/>
                    <a:gd name="T72" fmla="*/ 4 w 26"/>
                    <a:gd name="T73" fmla="*/ 8 h 106"/>
                    <a:gd name="T74" fmla="*/ 2 w 26"/>
                    <a:gd name="T75" fmla="*/ 4 h 106"/>
                    <a:gd name="T76" fmla="*/ 2 w 26"/>
                    <a:gd name="T77" fmla="*/ 2 h 106"/>
                    <a:gd name="T78" fmla="*/ 0 w 26"/>
                    <a:gd name="T79" fmla="*/ 2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 h="106">
                      <a:moveTo>
                        <a:pt x="0" y="2"/>
                      </a:moveTo>
                      <a:lnTo>
                        <a:pt x="0" y="2"/>
                      </a:lnTo>
                      <a:lnTo>
                        <a:pt x="4" y="0"/>
                      </a:lnTo>
                      <a:lnTo>
                        <a:pt x="8" y="2"/>
                      </a:lnTo>
                      <a:lnTo>
                        <a:pt x="14" y="2"/>
                      </a:lnTo>
                      <a:lnTo>
                        <a:pt x="14" y="4"/>
                      </a:lnTo>
                      <a:lnTo>
                        <a:pt x="14" y="6"/>
                      </a:lnTo>
                      <a:lnTo>
                        <a:pt x="14" y="8"/>
                      </a:lnTo>
                      <a:lnTo>
                        <a:pt x="14" y="10"/>
                      </a:lnTo>
                      <a:lnTo>
                        <a:pt x="16" y="12"/>
                      </a:lnTo>
                      <a:lnTo>
                        <a:pt x="18" y="14"/>
                      </a:lnTo>
                      <a:lnTo>
                        <a:pt x="18" y="14"/>
                      </a:lnTo>
                      <a:lnTo>
                        <a:pt x="20" y="18"/>
                      </a:lnTo>
                      <a:lnTo>
                        <a:pt x="24" y="22"/>
                      </a:lnTo>
                      <a:lnTo>
                        <a:pt x="24" y="28"/>
                      </a:lnTo>
                      <a:lnTo>
                        <a:pt x="26" y="36"/>
                      </a:lnTo>
                      <a:lnTo>
                        <a:pt x="26" y="42"/>
                      </a:lnTo>
                      <a:lnTo>
                        <a:pt x="26" y="56"/>
                      </a:lnTo>
                      <a:lnTo>
                        <a:pt x="26" y="74"/>
                      </a:lnTo>
                      <a:lnTo>
                        <a:pt x="26" y="90"/>
                      </a:lnTo>
                      <a:lnTo>
                        <a:pt x="26" y="96"/>
                      </a:lnTo>
                      <a:lnTo>
                        <a:pt x="24" y="96"/>
                      </a:lnTo>
                      <a:lnTo>
                        <a:pt x="20" y="98"/>
                      </a:lnTo>
                      <a:lnTo>
                        <a:pt x="18" y="100"/>
                      </a:lnTo>
                      <a:lnTo>
                        <a:pt x="14" y="102"/>
                      </a:lnTo>
                      <a:lnTo>
                        <a:pt x="8" y="106"/>
                      </a:lnTo>
                      <a:lnTo>
                        <a:pt x="8" y="102"/>
                      </a:lnTo>
                      <a:lnTo>
                        <a:pt x="10" y="88"/>
                      </a:lnTo>
                      <a:lnTo>
                        <a:pt x="12" y="74"/>
                      </a:lnTo>
                      <a:lnTo>
                        <a:pt x="12" y="60"/>
                      </a:lnTo>
                      <a:lnTo>
                        <a:pt x="10" y="48"/>
                      </a:lnTo>
                      <a:lnTo>
                        <a:pt x="10" y="40"/>
                      </a:lnTo>
                      <a:lnTo>
                        <a:pt x="10" y="34"/>
                      </a:lnTo>
                      <a:lnTo>
                        <a:pt x="8" y="28"/>
                      </a:lnTo>
                      <a:lnTo>
                        <a:pt x="6" y="10"/>
                      </a:lnTo>
                      <a:lnTo>
                        <a:pt x="4" y="10"/>
                      </a:lnTo>
                      <a:lnTo>
                        <a:pt x="4" y="8"/>
                      </a:lnTo>
                      <a:lnTo>
                        <a:pt x="2" y="4"/>
                      </a:lnTo>
                      <a:lnTo>
                        <a:pt x="2" y="2"/>
                      </a:lnTo>
                      <a:lnTo>
                        <a:pt x="0" y="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29" name="Freeform 457">
                  <a:extLst>
                    <a:ext uri="{FF2B5EF4-FFF2-40B4-BE49-F238E27FC236}">
                      <a16:creationId xmlns:a16="http://schemas.microsoft.com/office/drawing/2014/main" id="{FE42EAB1-29D5-CA84-7098-90C5C02AFA02}"/>
                    </a:ext>
                  </a:extLst>
                </p:cNvPr>
                <p:cNvSpPr/>
                <p:nvPr/>
              </p:nvSpPr>
              <p:spPr bwMode="gray">
                <a:xfrm>
                  <a:off x="768508" y="4376653"/>
                  <a:ext cx="77759" cy="188715"/>
                </a:xfrm>
                <a:custGeom>
                  <a:avLst/>
                  <a:gdLst>
                    <a:gd name="T0" fmla="*/ 14 w 42"/>
                    <a:gd name="T1" fmla="*/ 102 h 102"/>
                    <a:gd name="T2" fmla="*/ 14 w 42"/>
                    <a:gd name="T3" fmla="*/ 96 h 102"/>
                    <a:gd name="T4" fmla="*/ 14 w 42"/>
                    <a:gd name="T5" fmla="*/ 82 h 102"/>
                    <a:gd name="T6" fmla="*/ 14 w 42"/>
                    <a:gd name="T7" fmla="*/ 64 h 102"/>
                    <a:gd name="T8" fmla="*/ 14 w 42"/>
                    <a:gd name="T9" fmla="*/ 46 h 102"/>
                    <a:gd name="T10" fmla="*/ 14 w 42"/>
                    <a:gd name="T11" fmla="*/ 36 h 102"/>
                    <a:gd name="T12" fmla="*/ 12 w 42"/>
                    <a:gd name="T13" fmla="*/ 30 h 102"/>
                    <a:gd name="T14" fmla="*/ 8 w 42"/>
                    <a:gd name="T15" fmla="*/ 24 h 102"/>
                    <a:gd name="T16" fmla="*/ 6 w 42"/>
                    <a:gd name="T17" fmla="*/ 20 h 102"/>
                    <a:gd name="T18" fmla="*/ 2 w 42"/>
                    <a:gd name="T19" fmla="*/ 18 h 102"/>
                    <a:gd name="T20" fmla="*/ 0 w 42"/>
                    <a:gd name="T21" fmla="*/ 12 h 102"/>
                    <a:gd name="T22" fmla="*/ 2 w 42"/>
                    <a:gd name="T23" fmla="*/ 8 h 102"/>
                    <a:gd name="T24" fmla="*/ 14 w 42"/>
                    <a:gd name="T25" fmla="*/ 8 h 102"/>
                    <a:gd name="T26" fmla="*/ 16 w 42"/>
                    <a:gd name="T27" fmla="*/ 0 h 102"/>
                    <a:gd name="T28" fmla="*/ 28 w 42"/>
                    <a:gd name="T29" fmla="*/ 10 h 102"/>
                    <a:gd name="T30" fmla="*/ 30 w 42"/>
                    <a:gd name="T31" fmla="*/ 12 h 102"/>
                    <a:gd name="T32" fmla="*/ 34 w 42"/>
                    <a:gd name="T33" fmla="*/ 16 h 102"/>
                    <a:gd name="T34" fmla="*/ 40 w 42"/>
                    <a:gd name="T35" fmla="*/ 22 h 102"/>
                    <a:gd name="T36" fmla="*/ 42 w 42"/>
                    <a:gd name="T37" fmla="*/ 34 h 102"/>
                    <a:gd name="T38" fmla="*/ 38 w 42"/>
                    <a:gd name="T39" fmla="*/ 48 h 102"/>
                    <a:gd name="T40" fmla="*/ 38 w 42"/>
                    <a:gd name="T41" fmla="*/ 52 h 102"/>
                    <a:gd name="T42" fmla="*/ 36 w 42"/>
                    <a:gd name="T43" fmla="*/ 64 h 102"/>
                    <a:gd name="T44" fmla="*/ 36 w 42"/>
                    <a:gd name="T45" fmla="*/ 82 h 102"/>
                    <a:gd name="T46" fmla="*/ 34 w 42"/>
                    <a:gd name="T47" fmla="*/ 98 h 102"/>
                    <a:gd name="T48" fmla="*/ 14 w 42"/>
                    <a:gd name="T4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102">
                      <a:moveTo>
                        <a:pt x="14" y="102"/>
                      </a:moveTo>
                      <a:lnTo>
                        <a:pt x="14" y="96"/>
                      </a:lnTo>
                      <a:lnTo>
                        <a:pt x="14" y="82"/>
                      </a:lnTo>
                      <a:lnTo>
                        <a:pt x="14" y="64"/>
                      </a:lnTo>
                      <a:lnTo>
                        <a:pt x="14" y="46"/>
                      </a:lnTo>
                      <a:lnTo>
                        <a:pt x="14" y="36"/>
                      </a:lnTo>
                      <a:lnTo>
                        <a:pt x="12" y="30"/>
                      </a:lnTo>
                      <a:lnTo>
                        <a:pt x="8" y="24"/>
                      </a:lnTo>
                      <a:lnTo>
                        <a:pt x="6" y="20"/>
                      </a:lnTo>
                      <a:lnTo>
                        <a:pt x="2" y="18"/>
                      </a:lnTo>
                      <a:lnTo>
                        <a:pt x="0" y="12"/>
                      </a:lnTo>
                      <a:lnTo>
                        <a:pt x="2" y="8"/>
                      </a:lnTo>
                      <a:lnTo>
                        <a:pt x="14" y="8"/>
                      </a:lnTo>
                      <a:lnTo>
                        <a:pt x="16" y="0"/>
                      </a:lnTo>
                      <a:lnTo>
                        <a:pt x="28" y="10"/>
                      </a:lnTo>
                      <a:lnTo>
                        <a:pt x="30" y="12"/>
                      </a:lnTo>
                      <a:lnTo>
                        <a:pt x="34" y="16"/>
                      </a:lnTo>
                      <a:lnTo>
                        <a:pt x="40" y="22"/>
                      </a:lnTo>
                      <a:lnTo>
                        <a:pt x="42" y="34"/>
                      </a:lnTo>
                      <a:lnTo>
                        <a:pt x="38" y="48"/>
                      </a:lnTo>
                      <a:lnTo>
                        <a:pt x="38" y="52"/>
                      </a:lnTo>
                      <a:lnTo>
                        <a:pt x="36" y="64"/>
                      </a:lnTo>
                      <a:lnTo>
                        <a:pt x="36" y="82"/>
                      </a:lnTo>
                      <a:lnTo>
                        <a:pt x="34" y="98"/>
                      </a:lnTo>
                      <a:lnTo>
                        <a:pt x="14" y="10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0" name="Freeform 458">
                  <a:extLst>
                    <a:ext uri="{FF2B5EF4-FFF2-40B4-BE49-F238E27FC236}">
                      <a16:creationId xmlns:a16="http://schemas.microsoft.com/office/drawing/2014/main" id="{CB729CD2-29D8-3732-CE46-D9B7B66A6137}"/>
                    </a:ext>
                  </a:extLst>
                </p:cNvPr>
                <p:cNvSpPr/>
                <p:nvPr/>
              </p:nvSpPr>
              <p:spPr bwMode="gray">
                <a:xfrm>
                  <a:off x="475987" y="3777204"/>
                  <a:ext cx="292521" cy="233119"/>
                </a:xfrm>
                <a:custGeom>
                  <a:avLst/>
                  <a:gdLst>
                    <a:gd name="T0" fmla="*/ 0 w 158"/>
                    <a:gd name="T1" fmla="*/ 120 h 126"/>
                    <a:gd name="T2" fmla="*/ 2 w 158"/>
                    <a:gd name="T3" fmla="*/ 118 h 126"/>
                    <a:gd name="T4" fmla="*/ 2 w 158"/>
                    <a:gd name="T5" fmla="*/ 116 h 126"/>
                    <a:gd name="T6" fmla="*/ 14 w 158"/>
                    <a:gd name="T7" fmla="*/ 112 h 126"/>
                    <a:gd name="T8" fmla="*/ 22 w 158"/>
                    <a:gd name="T9" fmla="*/ 106 h 126"/>
                    <a:gd name="T10" fmla="*/ 30 w 158"/>
                    <a:gd name="T11" fmla="*/ 98 h 126"/>
                    <a:gd name="T12" fmla="*/ 38 w 158"/>
                    <a:gd name="T13" fmla="*/ 90 h 126"/>
                    <a:gd name="T14" fmla="*/ 44 w 158"/>
                    <a:gd name="T15" fmla="*/ 82 h 126"/>
                    <a:gd name="T16" fmla="*/ 46 w 158"/>
                    <a:gd name="T17" fmla="*/ 80 h 126"/>
                    <a:gd name="T18" fmla="*/ 46 w 158"/>
                    <a:gd name="T19" fmla="*/ 68 h 126"/>
                    <a:gd name="T20" fmla="*/ 50 w 158"/>
                    <a:gd name="T21" fmla="*/ 60 h 126"/>
                    <a:gd name="T22" fmla="*/ 56 w 158"/>
                    <a:gd name="T23" fmla="*/ 54 h 126"/>
                    <a:gd name="T24" fmla="*/ 60 w 158"/>
                    <a:gd name="T25" fmla="*/ 48 h 126"/>
                    <a:gd name="T26" fmla="*/ 60 w 158"/>
                    <a:gd name="T27" fmla="*/ 44 h 126"/>
                    <a:gd name="T28" fmla="*/ 64 w 158"/>
                    <a:gd name="T29" fmla="*/ 40 h 126"/>
                    <a:gd name="T30" fmla="*/ 66 w 158"/>
                    <a:gd name="T31" fmla="*/ 36 h 126"/>
                    <a:gd name="T32" fmla="*/ 70 w 158"/>
                    <a:gd name="T33" fmla="*/ 34 h 126"/>
                    <a:gd name="T34" fmla="*/ 74 w 158"/>
                    <a:gd name="T35" fmla="*/ 32 h 126"/>
                    <a:gd name="T36" fmla="*/ 76 w 158"/>
                    <a:gd name="T37" fmla="*/ 30 h 126"/>
                    <a:gd name="T38" fmla="*/ 78 w 158"/>
                    <a:gd name="T39" fmla="*/ 30 h 126"/>
                    <a:gd name="T40" fmla="*/ 76 w 158"/>
                    <a:gd name="T41" fmla="*/ 20 h 126"/>
                    <a:gd name="T42" fmla="*/ 76 w 158"/>
                    <a:gd name="T43" fmla="*/ 14 h 126"/>
                    <a:gd name="T44" fmla="*/ 78 w 158"/>
                    <a:gd name="T45" fmla="*/ 8 h 126"/>
                    <a:gd name="T46" fmla="*/ 78 w 158"/>
                    <a:gd name="T47" fmla="*/ 4 h 126"/>
                    <a:gd name="T48" fmla="*/ 80 w 158"/>
                    <a:gd name="T49" fmla="*/ 0 h 126"/>
                    <a:gd name="T50" fmla="*/ 80 w 158"/>
                    <a:gd name="T51" fmla="*/ 0 h 126"/>
                    <a:gd name="T52" fmla="*/ 82 w 158"/>
                    <a:gd name="T53" fmla="*/ 0 h 126"/>
                    <a:gd name="T54" fmla="*/ 84 w 158"/>
                    <a:gd name="T55" fmla="*/ 2 h 126"/>
                    <a:gd name="T56" fmla="*/ 88 w 158"/>
                    <a:gd name="T57" fmla="*/ 4 h 126"/>
                    <a:gd name="T58" fmla="*/ 92 w 158"/>
                    <a:gd name="T59" fmla="*/ 6 h 126"/>
                    <a:gd name="T60" fmla="*/ 98 w 158"/>
                    <a:gd name="T61" fmla="*/ 8 h 126"/>
                    <a:gd name="T62" fmla="*/ 104 w 158"/>
                    <a:gd name="T63" fmla="*/ 10 h 126"/>
                    <a:gd name="T64" fmla="*/ 114 w 158"/>
                    <a:gd name="T65" fmla="*/ 12 h 126"/>
                    <a:gd name="T66" fmla="*/ 126 w 158"/>
                    <a:gd name="T67" fmla="*/ 12 h 126"/>
                    <a:gd name="T68" fmla="*/ 134 w 158"/>
                    <a:gd name="T69" fmla="*/ 12 h 126"/>
                    <a:gd name="T70" fmla="*/ 136 w 158"/>
                    <a:gd name="T71" fmla="*/ 12 h 126"/>
                    <a:gd name="T72" fmla="*/ 138 w 158"/>
                    <a:gd name="T73" fmla="*/ 12 h 126"/>
                    <a:gd name="T74" fmla="*/ 142 w 158"/>
                    <a:gd name="T75" fmla="*/ 14 h 126"/>
                    <a:gd name="T76" fmla="*/ 144 w 158"/>
                    <a:gd name="T77" fmla="*/ 18 h 126"/>
                    <a:gd name="T78" fmla="*/ 146 w 158"/>
                    <a:gd name="T79" fmla="*/ 22 h 126"/>
                    <a:gd name="T80" fmla="*/ 146 w 158"/>
                    <a:gd name="T81" fmla="*/ 28 h 126"/>
                    <a:gd name="T82" fmla="*/ 146 w 158"/>
                    <a:gd name="T83" fmla="*/ 34 h 126"/>
                    <a:gd name="T84" fmla="*/ 146 w 158"/>
                    <a:gd name="T85" fmla="*/ 38 h 126"/>
                    <a:gd name="T86" fmla="*/ 148 w 158"/>
                    <a:gd name="T87" fmla="*/ 42 h 126"/>
                    <a:gd name="T88" fmla="*/ 150 w 158"/>
                    <a:gd name="T89" fmla="*/ 46 h 126"/>
                    <a:gd name="T90" fmla="*/ 158 w 158"/>
                    <a:gd name="T91" fmla="*/ 54 h 126"/>
                    <a:gd name="T92" fmla="*/ 156 w 158"/>
                    <a:gd name="T93" fmla="*/ 54 h 126"/>
                    <a:gd name="T94" fmla="*/ 154 w 158"/>
                    <a:gd name="T95" fmla="*/ 54 h 126"/>
                    <a:gd name="T96" fmla="*/ 150 w 158"/>
                    <a:gd name="T97" fmla="*/ 54 h 126"/>
                    <a:gd name="T98" fmla="*/ 146 w 158"/>
                    <a:gd name="T99" fmla="*/ 54 h 126"/>
                    <a:gd name="T100" fmla="*/ 142 w 158"/>
                    <a:gd name="T101" fmla="*/ 54 h 126"/>
                    <a:gd name="T102" fmla="*/ 140 w 158"/>
                    <a:gd name="T103" fmla="*/ 56 h 126"/>
                    <a:gd name="T104" fmla="*/ 136 w 158"/>
                    <a:gd name="T105" fmla="*/ 58 h 126"/>
                    <a:gd name="T106" fmla="*/ 136 w 158"/>
                    <a:gd name="T107" fmla="*/ 62 h 126"/>
                    <a:gd name="T108" fmla="*/ 134 w 158"/>
                    <a:gd name="T109" fmla="*/ 74 h 126"/>
                    <a:gd name="T110" fmla="*/ 82 w 158"/>
                    <a:gd name="T111" fmla="*/ 92 h 126"/>
                    <a:gd name="T112" fmla="*/ 68 w 158"/>
                    <a:gd name="T113" fmla="*/ 96 h 126"/>
                    <a:gd name="T114" fmla="*/ 60 w 158"/>
                    <a:gd name="T115" fmla="*/ 104 h 126"/>
                    <a:gd name="T116" fmla="*/ 48 w 158"/>
                    <a:gd name="T117" fmla="*/ 110 h 126"/>
                    <a:gd name="T118" fmla="*/ 52 w 158"/>
                    <a:gd name="T119" fmla="*/ 126 h 126"/>
                    <a:gd name="T120" fmla="*/ 0 w 158"/>
                    <a:gd name="T121" fmla="*/ 12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8" h="126">
                      <a:moveTo>
                        <a:pt x="0" y="120"/>
                      </a:moveTo>
                      <a:lnTo>
                        <a:pt x="2" y="118"/>
                      </a:lnTo>
                      <a:lnTo>
                        <a:pt x="2" y="116"/>
                      </a:lnTo>
                      <a:lnTo>
                        <a:pt x="14" y="112"/>
                      </a:lnTo>
                      <a:lnTo>
                        <a:pt x="22" y="106"/>
                      </a:lnTo>
                      <a:lnTo>
                        <a:pt x="30" y="98"/>
                      </a:lnTo>
                      <a:lnTo>
                        <a:pt x="38" y="90"/>
                      </a:lnTo>
                      <a:lnTo>
                        <a:pt x="44" y="82"/>
                      </a:lnTo>
                      <a:lnTo>
                        <a:pt x="46" y="80"/>
                      </a:lnTo>
                      <a:lnTo>
                        <a:pt x="46" y="68"/>
                      </a:lnTo>
                      <a:lnTo>
                        <a:pt x="50" y="60"/>
                      </a:lnTo>
                      <a:lnTo>
                        <a:pt x="56" y="54"/>
                      </a:lnTo>
                      <a:lnTo>
                        <a:pt x="60" y="48"/>
                      </a:lnTo>
                      <a:lnTo>
                        <a:pt x="60" y="44"/>
                      </a:lnTo>
                      <a:lnTo>
                        <a:pt x="64" y="40"/>
                      </a:lnTo>
                      <a:lnTo>
                        <a:pt x="66" y="36"/>
                      </a:lnTo>
                      <a:lnTo>
                        <a:pt x="70" y="34"/>
                      </a:lnTo>
                      <a:lnTo>
                        <a:pt x="74" y="32"/>
                      </a:lnTo>
                      <a:lnTo>
                        <a:pt x="76" y="30"/>
                      </a:lnTo>
                      <a:lnTo>
                        <a:pt x="78" y="30"/>
                      </a:lnTo>
                      <a:lnTo>
                        <a:pt x="76" y="20"/>
                      </a:lnTo>
                      <a:lnTo>
                        <a:pt x="76" y="14"/>
                      </a:lnTo>
                      <a:lnTo>
                        <a:pt x="78" y="8"/>
                      </a:lnTo>
                      <a:lnTo>
                        <a:pt x="78" y="4"/>
                      </a:lnTo>
                      <a:lnTo>
                        <a:pt x="80" y="0"/>
                      </a:lnTo>
                      <a:lnTo>
                        <a:pt x="80" y="0"/>
                      </a:lnTo>
                      <a:lnTo>
                        <a:pt x="82" y="0"/>
                      </a:lnTo>
                      <a:lnTo>
                        <a:pt x="84" y="2"/>
                      </a:lnTo>
                      <a:lnTo>
                        <a:pt x="88" y="4"/>
                      </a:lnTo>
                      <a:lnTo>
                        <a:pt x="92" y="6"/>
                      </a:lnTo>
                      <a:lnTo>
                        <a:pt x="98" y="8"/>
                      </a:lnTo>
                      <a:lnTo>
                        <a:pt x="104" y="10"/>
                      </a:lnTo>
                      <a:lnTo>
                        <a:pt x="114" y="12"/>
                      </a:lnTo>
                      <a:lnTo>
                        <a:pt x="126" y="12"/>
                      </a:lnTo>
                      <a:lnTo>
                        <a:pt x="134" y="12"/>
                      </a:lnTo>
                      <a:lnTo>
                        <a:pt x="136" y="12"/>
                      </a:lnTo>
                      <a:lnTo>
                        <a:pt x="138" y="12"/>
                      </a:lnTo>
                      <a:lnTo>
                        <a:pt x="142" y="14"/>
                      </a:lnTo>
                      <a:lnTo>
                        <a:pt x="144" y="18"/>
                      </a:lnTo>
                      <a:lnTo>
                        <a:pt x="146" y="22"/>
                      </a:lnTo>
                      <a:lnTo>
                        <a:pt x="146" y="28"/>
                      </a:lnTo>
                      <a:lnTo>
                        <a:pt x="146" y="34"/>
                      </a:lnTo>
                      <a:lnTo>
                        <a:pt x="146" y="38"/>
                      </a:lnTo>
                      <a:lnTo>
                        <a:pt x="148" y="42"/>
                      </a:lnTo>
                      <a:lnTo>
                        <a:pt x="150" y="46"/>
                      </a:lnTo>
                      <a:lnTo>
                        <a:pt x="158" y="54"/>
                      </a:lnTo>
                      <a:lnTo>
                        <a:pt x="156" y="54"/>
                      </a:lnTo>
                      <a:lnTo>
                        <a:pt x="154" y="54"/>
                      </a:lnTo>
                      <a:lnTo>
                        <a:pt x="150" y="54"/>
                      </a:lnTo>
                      <a:lnTo>
                        <a:pt x="146" y="54"/>
                      </a:lnTo>
                      <a:lnTo>
                        <a:pt x="142" y="54"/>
                      </a:lnTo>
                      <a:lnTo>
                        <a:pt x="140" y="56"/>
                      </a:lnTo>
                      <a:lnTo>
                        <a:pt x="136" y="58"/>
                      </a:lnTo>
                      <a:lnTo>
                        <a:pt x="136" y="62"/>
                      </a:lnTo>
                      <a:lnTo>
                        <a:pt x="134" y="74"/>
                      </a:lnTo>
                      <a:lnTo>
                        <a:pt x="82" y="92"/>
                      </a:lnTo>
                      <a:lnTo>
                        <a:pt x="68" y="96"/>
                      </a:lnTo>
                      <a:lnTo>
                        <a:pt x="60" y="104"/>
                      </a:lnTo>
                      <a:lnTo>
                        <a:pt x="48" y="110"/>
                      </a:lnTo>
                      <a:lnTo>
                        <a:pt x="52" y="126"/>
                      </a:lnTo>
                      <a:lnTo>
                        <a:pt x="0" y="12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1" name="Freeform 459">
                  <a:extLst>
                    <a:ext uri="{FF2B5EF4-FFF2-40B4-BE49-F238E27FC236}">
                      <a16:creationId xmlns:a16="http://schemas.microsoft.com/office/drawing/2014/main" id="{F4A3652D-6E8D-1869-35EE-F470B1754A00}"/>
                    </a:ext>
                  </a:extLst>
                </p:cNvPr>
                <p:cNvSpPr/>
                <p:nvPr/>
              </p:nvSpPr>
              <p:spPr bwMode="gray">
                <a:xfrm>
                  <a:off x="953647" y="3736501"/>
                  <a:ext cx="96273" cy="207217"/>
                </a:xfrm>
                <a:custGeom>
                  <a:avLst/>
                  <a:gdLst>
                    <a:gd name="T0" fmla="*/ 8 w 52"/>
                    <a:gd name="T1" fmla="*/ 12 h 112"/>
                    <a:gd name="T2" fmla="*/ 6 w 52"/>
                    <a:gd name="T3" fmla="*/ 18 h 112"/>
                    <a:gd name="T4" fmla="*/ 4 w 52"/>
                    <a:gd name="T5" fmla="*/ 28 h 112"/>
                    <a:gd name="T6" fmla="*/ 4 w 52"/>
                    <a:gd name="T7" fmla="*/ 32 h 112"/>
                    <a:gd name="T8" fmla="*/ 2 w 52"/>
                    <a:gd name="T9" fmla="*/ 38 h 112"/>
                    <a:gd name="T10" fmla="*/ 0 w 52"/>
                    <a:gd name="T11" fmla="*/ 40 h 112"/>
                    <a:gd name="T12" fmla="*/ 0 w 52"/>
                    <a:gd name="T13" fmla="*/ 46 h 112"/>
                    <a:gd name="T14" fmla="*/ 2 w 52"/>
                    <a:gd name="T15" fmla="*/ 50 h 112"/>
                    <a:gd name="T16" fmla="*/ 2 w 52"/>
                    <a:gd name="T17" fmla="*/ 54 h 112"/>
                    <a:gd name="T18" fmla="*/ 2 w 52"/>
                    <a:gd name="T19" fmla="*/ 58 h 112"/>
                    <a:gd name="T20" fmla="*/ 6 w 52"/>
                    <a:gd name="T21" fmla="*/ 64 h 112"/>
                    <a:gd name="T22" fmla="*/ 8 w 52"/>
                    <a:gd name="T23" fmla="*/ 64 h 112"/>
                    <a:gd name="T24" fmla="*/ 10 w 52"/>
                    <a:gd name="T25" fmla="*/ 68 h 112"/>
                    <a:gd name="T26" fmla="*/ 14 w 52"/>
                    <a:gd name="T27" fmla="*/ 88 h 112"/>
                    <a:gd name="T28" fmla="*/ 22 w 52"/>
                    <a:gd name="T29" fmla="*/ 112 h 112"/>
                    <a:gd name="T30" fmla="*/ 26 w 52"/>
                    <a:gd name="T31" fmla="*/ 108 h 112"/>
                    <a:gd name="T32" fmla="*/ 34 w 52"/>
                    <a:gd name="T33" fmla="*/ 102 h 112"/>
                    <a:gd name="T34" fmla="*/ 40 w 52"/>
                    <a:gd name="T35" fmla="*/ 96 h 112"/>
                    <a:gd name="T36" fmla="*/ 40 w 52"/>
                    <a:gd name="T37" fmla="*/ 92 h 112"/>
                    <a:gd name="T38" fmla="*/ 38 w 52"/>
                    <a:gd name="T39" fmla="*/ 88 h 112"/>
                    <a:gd name="T40" fmla="*/ 38 w 52"/>
                    <a:gd name="T41" fmla="*/ 84 h 112"/>
                    <a:gd name="T42" fmla="*/ 44 w 52"/>
                    <a:gd name="T43" fmla="*/ 82 h 112"/>
                    <a:gd name="T44" fmla="*/ 48 w 52"/>
                    <a:gd name="T45" fmla="*/ 76 h 112"/>
                    <a:gd name="T46" fmla="*/ 46 w 52"/>
                    <a:gd name="T47" fmla="*/ 68 h 112"/>
                    <a:gd name="T48" fmla="*/ 44 w 52"/>
                    <a:gd name="T49" fmla="*/ 62 h 112"/>
                    <a:gd name="T50" fmla="*/ 42 w 52"/>
                    <a:gd name="T51" fmla="*/ 60 h 112"/>
                    <a:gd name="T52" fmla="*/ 42 w 52"/>
                    <a:gd name="T53" fmla="*/ 54 h 112"/>
                    <a:gd name="T54" fmla="*/ 44 w 52"/>
                    <a:gd name="T55" fmla="*/ 50 h 112"/>
                    <a:gd name="T56" fmla="*/ 48 w 52"/>
                    <a:gd name="T57" fmla="*/ 46 h 112"/>
                    <a:gd name="T58" fmla="*/ 50 w 52"/>
                    <a:gd name="T59" fmla="*/ 44 h 112"/>
                    <a:gd name="T60" fmla="*/ 50 w 52"/>
                    <a:gd name="T61" fmla="*/ 42 h 112"/>
                    <a:gd name="T62" fmla="*/ 48 w 52"/>
                    <a:gd name="T63" fmla="*/ 40 h 112"/>
                    <a:gd name="T64" fmla="*/ 46 w 52"/>
                    <a:gd name="T65" fmla="*/ 36 h 112"/>
                    <a:gd name="T66" fmla="*/ 44 w 52"/>
                    <a:gd name="T67" fmla="*/ 28 h 112"/>
                    <a:gd name="T68" fmla="*/ 46 w 52"/>
                    <a:gd name="T69" fmla="*/ 24 h 112"/>
                    <a:gd name="T70" fmla="*/ 52 w 52"/>
                    <a:gd name="T71" fmla="*/ 20 h 112"/>
                    <a:gd name="T72" fmla="*/ 32 w 52"/>
                    <a:gd name="T73" fmla="*/ 2 h 112"/>
                    <a:gd name="T74" fmla="*/ 30 w 52"/>
                    <a:gd name="T75" fmla="*/ 0 h 112"/>
                    <a:gd name="T76" fmla="*/ 22 w 52"/>
                    <a:gd name="T77" fmla="*/ 2 h 112"/>
                    <a:gd name="T78" fmla="*/ 16 w 52"/>
                    <a:gd name="T79" fmla="*/ 4 h 112"/>
                    <a:gd name="T80" fmla="*/ 12 w 52"/>
                    <a:gd name="T81" fmla="*/ 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2" h="112">
                      <a:moveTo>
                        <a:pt x="10" y="12"/>
                      </a:moveTo>
                      <a:lnTo>
                        <a:pt x="8" y="12"/>
                      </a:lnTo>
                      <a:lnTo>
                        <a:pt x="8" y="14"/>
                      </a:lnTo>
                      <a:lnTo>
                        <a:pt x="6" y="18"/>
                      </a:lnTo>
                      <a:lnTo>
                        <a:pt x="4" y="22"/>
                      </a:lnTo>
                      <a:lnTo>
                        <a:pt x="4" y="28"/>
                      </a:lnTo>
                      <a:lnTo>
                        <a:pt x="4" y="30"/>
                      </a:lnTo>
                      <a:lnTo>
                        <a:pt x="4" y="32"/>
                      </a:lnTo>
                      <a:lnTo>
                        <a:pt x="4" y="36"/>
                      </a:lnTo>
                      <a:lnTo>
                        <a:pt x="2" y="38"/>
                      </a:lnTo>
                      <a:lnTo>
                        <a:pt x="0" y="40"/>
                      </a:lnTo>
                      <a:lnTo>
                        <a:pt x="0" y="40"/>
                      </a:lnTo>
                      <a:lnTo>
                        <a:pt x="0" y="42"/>
                      </a:lnTo>
                      <a:lnTo>
                        <a:pt x="0" y="46"/>
                      </a:lnTo>
                      <a:lnTo>
                        <a:pt x="0" y="48"/>
                      </a:lnTo>
                      <a:lnTo>
                        <a:pt x="2" y="50"/>
                      </a:lnTo>
                      <a:lnTo>
                        <a:pt x="2" y="52"/>
                      </a:lnTo>
                      <a:lnTo>
                        <a:pt x="2" y="54"/>
                      </a:lnTo>
                      <a:lnTo>
                        <a:pt x="2" y="56"/>
                      </a:lnTo>
                      <a:lnTo>
                        <a:pt x="2" y="58"/>
                      </a:lnTo>
                      <a:lnTo>
                        <a:pt x="4" y="62"/>
                      </a:lnTo>
                      <a:lnTo>
                        <a:pt x="6" y="64"/>
                      </a:lnTo>
                      <a:lnTo>
                        <a:pt x="6" y="64"/>
                      </a:lnTo>
                      <a:lnTo>
                        <a:pt x="8" y="64"/>
                      </a:lnTo>
                      <a:lnTo>
                        <a:pt x="10" y="66"/>
                      </a:lnTo>
                      <a:lnTo>
                        <a:pt x="10" y="68"/>
                      </a:lnTo>
                      <a:lnTo>
                        <a:pt x="12" y="76"/>
                      </a:lnTo>
                      <a:lnTo>
                        <a:pt x="14" y="88"/>
                      </a:lnTo>
                      <a:lnTo>
                        <a:pt x="18" y="102"/>
                      </a:lnTo>
                      <a:lnTo>
                        <a:pt x="22" y="112"/>
                      </a:lnTo>
                      <a:lnTo>
                        <a:pt x="24" y="112"/>
                      </a:lnTo>
                      <a:lnTo>
                        <a:pt x="26" y="108"/>
                      </a:lnTo>
                      <a:lnTo>
                        <a:pt x="30" y="106"/>
                      </a:lnTo>
                      <a:lnTo>
                        <a:pt x="34" y="102"/>
                      </a:lnTo>
                      <a:lnTo>
                        <a:pt x="36" y="98"/>
                      </a:lnTo>
                      <a:lnTo>
                        <a:pt x="40" y="96"/>
                      </a:lnTo>
                      <a:lnTo>
                        <a:pt x="40" y="92"/>
                      </a:lnTo>
                      <a:lnTo>
                        <a:pt x="40" y="92"/>
                      </a:lnTo>
                      <a:lnTo>
                        <a:pt x="38" y="90"/>
                      </a:lnTo>
                      <a:lnTo>
                        <a:pt x="38" y="88"/>
                      </a:lnTo>
                      <a:lnTo>
                        <a:pt x="38" y="86"/>
                      </a:lnTo>
                      <a:lnTo>
                        <a:pt x="38" y="84"/>
                      </a:lnTo>
                      <a:lnTo>
                        <a:pt x="42" y="82"/>
                      </a:lnTo>
                      <a:lnTo>
                        <a:pt x="44" y="82"/>
                      </a:lnTo>
                      <a:lnTo>
                        <a:pt x="46" y="80"/>
                      </a:lnTo>
                      <a:lnTo>
                        <a:pt x="48" y="76"/>
                      </a:lnTo>
                      <a:lnTo>
                        <a:pt x="48" y="72"/>
                      </a:lnTo>
                      <a:lnTo>
                        <a:pt x="46" y="68"/>
                      </a:lnTo>
                      <a:lnTo>
                        <a:pt x="46" y="64"/>
                      </a:lnTo>
                      <a:lnTo>
                        <a:pt x="44" y="62"/>
                      </a:lnTo>
                      <a:lnTo>
                        <a:pt x="44" y="60"/>
                      </a:lnTo>
                      <a:lnTo>
                        <a:pt x="42" y="60"/>
                      </a:lnTo>
                      <a:lnTo>
                        <a:pt x="42" y="56"/>
                      </a:lnTo>
                      <a:lnTo>
                        <a:pt x="42" y="54"/>
                      </a:lnTo>
                      <a:lnTo>
                        <a:pt x="44" y="50"/>
                      </a:lnTo>
                      <a:lnTo>
                        <a:pt x="44" y="50"/>
                      </a:lnTo>
                      <a:lnTo>
                        <a:pt x="46" y="48"/>
                      </a:lnTo>
                      <a:lnTo>
                        <a:pt x="48" y="46"/>
                      </a:lnTo>
                      <a:lnTo>
                        <a:pt x="50" y="46"/>
                      </a:lnTo>
                      <a:lnTo>
                        <a:pt x="50" y="44"/>
                      </a:lnTo>
                      <a:lnTo>
                        <a:pt x="50" y="44"/>
                      </a:lnTo>
                      <a:lnTo>
                        <a:pt x="50" y="42"/>
                      </a:lnTo>
                      <a:lnTo>
                        <a:pt x="48" y="40"/>
                      </a:lnTo>
                      <a:lnTo>
                        <a:pt x="48" y="40"/>
                      </a:lnTo>
                      <a:lnTo>
                        <a:pt x="46" y="38"/>
                      </a:lnTo>
                      <a:lnTo>
                        <a:pt x="46" y="36"/>
                      </a:lnTo>
                      <a:lnTo>
                        <a:pt x="44" y="32"/>
                      </a:lnTo>
                      <a:lnTo>
                        <a:pt x="44" y="28"/>
                      </a:lnTo>
                      <a:lnTo>
                        <a:pt x="46" y="26"/>
                      </a:lnTo>
                      <a:lnTo>
                        <a:pt x="46" y="24"/>
                      </a:lnTo>
                      <a:lnTo>
                        <a:pt x="50" y="22"/>
                      </a:lnTo>
                      <a:lnTo>
                        <a:pt x="52" y="20"/>
                      </a:lnTo>
                      <a:lnTo>
                        <a:pt x="48" y="12"/>
                      </a:lnTo>
                      <a:lnTo>
                        <a:pt x="32" y="2"/>
                      </a:lnTo>
                      <a:lnTo>
                        <a:pt x="32" y="2"/>
                      </a:lnTo>
                      <a:lnTo>
                        <a:pt x="30" y="0"/>
                      </a:lnTo>
                      <a:lnTo>
                        <a:pt x="26" y="0"/>
                      </a:lnTo>
                      <a:lnTo>
                        <a:pt x="22" y="2"/>
                      </a:lnTo>
                      <a:lnTo>
                        <a:pt x="18" y="4"/>
                      </a:lnTo>
                      <a:lnTo>
                        <a:pt x="16" y="4"/>
                      </a:lnTo>
                      <a:lnTo>
                        <a:pt x="14" y="6"/>
                      </a:lnTo>
                      <a:lnTo>
                        <a:pt x="12" y="8"/>
                      </a:lnTo>
                      <a:lnTo>
                        <a:pt x="10" y="1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2" name="Freeform 460">
                  <a:extLst>
                    <a:ext uri="{FF2B5EF4-FFF2-40B4-BE49-F238E27FC236}">
                      <a16:creationId xmlns:a16="http://schemas.microsoft.com/office/drawing/2014/main" id="{078F8E06-DD47-EEF2-6BEC-BD73067145E5}"/>
                    </a:ext>
                  </a:extLst>
                </p:cNvPr>
                <p:cNvSpPr/>
                <p:nvPr/>
              </p:nvSpPr>
              <p:spPr bwMode="gray">
                <a:xfrm>
                  <a:off x="994378" y="3851210"/>
                  <a:ext cx="381388" cy="373730"/>
                </a:xfrm>
                <a:custGeom>
                  <a:avLst/>
                  <a:gdLst>
                    <a:gd name="T0" fmla="*/ 200 w 206"/>
                    <a:gd name="T1" fmla="*/ 34 h 202"/>
                    <a:gd name="T2" fmla="*/ 192 w 206"/>
                    <a:gd name="T3" fmla="*/ 30 h 202"/>
                    <a:gd name="T4" fmla="*/ 182 w 206"/>
                    <a:gd name="T5" fmla="*/ 24 h 202"/>
                    <a:gd name="T6" fmla="*/ 174 w 206"/>
                    <a:gd name="T7" fmla="*/ 22 h 202"/>
                    <a:gd name="T8" fmla="*/ 170 w 206"/>
                    <a:gd name="T9" fmla="*/ 22 h 202"/>
                    <a:gd name="T10" fmla="*/ 162 w 206"/>
                    <a:gd name="T11" fmla="*/ 22 h 202"/>
                    <a:gd name="T12" fmla="*/ 148 w 206"/>
                    <a:gd name="T13" fmla="*/ 26 h 202"/>
                    <a:gd name="T14" fmla="*/ 138 w 206"/>
                    <a:gd name="T15" fmla="*/ 28 h 202"/>
                    <a:gd name="T16" fmla="*/ 136 w 206"/>
                    <a:gd name="T17" fmla="*/ 34 h 202"/>
                    <a:gd name="T18" fmla="*/ 138 w 206"/>
                    <a:gd name="T19" fmla="*/ 42 h 202"/>
                    <a:gd name="T20" fmla="*/ 140 w 206"/>
                    <a:gd name="T21" fmla="*/ 46 h 202"/>
                    <a:gd name="T22" fmla="*/ 138 w 206"/>
                    <a:gd name="T23" fmla="*/ 54 h 202"/>
                    <a:gd name="T24" fmla="*/ 122 w 206"/>
                    <a:gd name="T25" fmla="*/ 56 h 202"/>
                    <a:gd name="T26" fmla="*/ 106 w 206"/>
                    <a:gd name="T27" fmla="*/ 52 h 202"/>
                    <a:gd name="T28" fmla="*/ 96 w 206"/>
                    <a:gd name="T29" fmla="*/ 44 h 202"/>
                    <a:gd name="T30" fmla="*/ 88 w 206"/>
                    <a:gd name="T31" fmla="*/ 36 h 202"/>
                    <a:gd name="T32" fmla="*/ 84 w 206"/>
                    <a:gd name="T33" fmla="*/ 26 h 202"/>
                    <a:gd name="T34" fmla="*/ 80 w 206"/>
                    <a:gd name="T35" fmla="*/ 18 h 202"/>
                    <a:gd name="T36" fmla="*/ 78 w 206"/>
                    <a:gd name="T37" fmla="*/ 16 h 202"/>
                    <a:gd name="T38" fmla="*/ 56 w 206"/>
                    <a:gd name="T39" fmla="*/ 10 h 202"/>
                    <a:gd name="T40" fmla="*/ 46 w 206"/>
                    <a:gd name="T41" fmla="*/ 6 h 202"/>
                    <a:gd name="T42" fmla="*/ 38 w 206"/>
                    <a:gd name="T43" fmla="*/ 4 h 202"/>
                    <a:gd name="T44" fmla="*/ 24 w 206"/>
                    <a:gd name="T45" fmla="*/ 0 h 202"/>
                    <a:gd name="T46" fmla="*/ 24 w 206"/>
                    <a:gd name="T47" fmla="*/ 4 h 202"/>
                    <a:gd name="T48" fmla="*/ 26 w 206"/>
                    <a:gd name="T49" fmla="*/ 12 h 202"/>
                    <a:gd name="T50" fmla="*/ 24 w 206"/>
                    <a:gd name="T51" fmla="*/ 18 h 202"/>
                    <a:gd name="T52" fmla="*/ 22 w 206"/>
                    <a:gd name="T53" fmla="*/ 20 h 202"/>
                    <a:gd name="T54" fmla="*/ 18 w 206"/>
                    <a:gd name="T55" fmla="*/ 20 h 202"/>
                    <a:gd name="T56" fmla="*/ 16 w 206"/>
                    <a:gd name="T57" fmla="*/ 22 h 202"/>
                    <a:gd name="T58" fmla="*/ 18 w 206"/>
                    <a:gd name="T59" fmla="*/ 30 h 202"/>
                    <a:gd name="T60" fmla="*/ 18 w 206"/>
                    <a:gd name="T61" fmla="*/ 30 h 202"/>
                    <a:gd name="T62" fmla="*/ 16 w 206"/>
                    <a:gd name="T63" fmla="*/ 34 h 202"/>
                    <a:gd name="T64" fmla="*/ 12 w 206"/>
                    <a:gd name="T65" fmla="*/ 40 h 202"/>
                    <a:gd name="T66" fmla="*/ 6 w 206"/>
                    <a:gd name="T67" fmla="*/ 46 h 202"/>
                    <a:gd name="T68" fmla="*/ 2 w 206"/>
                    <a:gd name="T69" fmla="*/ 50 h 202"/>
                    <a:gd name="T70" fmla="*/ 0 w 206"/>
                    <a:gd name="T71" fmla="*/ 50 h 202"/>
                    <a:gd name="T72" fmla="*/ 2 w 206"/>
                    <a:gd name="T73" fmla="*/ 54 h 202"/>
                    <a:gd name="T74" fmla="*/ 4 w 206"/>
                    <a:gd name="T75" fmla="*/ 60 h 202"/>
                    <a:gd name="T76" fmla="*/ 4 w 206"/>
                    <a:gd name="T77" fmla="*/ 72 h 202"/>
                    <a:gd name="T78" fmla="*/ 6 w 206"/>
                    <a:gd name="T79" fmla="*/ 80 h 202"/>
                    <a:gd name="T80" fmla="*/ 8 w 206"/>
                    <a:gd name="T81" fmla="*/ 82 h 202"/>
                    <a:gd name="T82" fmla="*/ 12 w 206"/>
                    <a:gd name="T83" fmla="*/ 88 h 202"/>
                    <a:gd name="T84" fmla="*/ 12 w 206"/>
                    <a:gd name="T85" fmla="*/ 96 h 202"/>
                    <a:gd name="T86" fmla="*/ 12 w 206"/>
                    <a:gd name="T87" fmla="*/ 106 h 202"/>
                    <a:gd name="T88" fmla="*/ 10 w 206"/>
                    <a:gd name="T89" fmla="*/ 108 h 202"/>
                    <a:gd name="T90" fmla="*/ 14 w 206"/>
                    <a:gd name="T91" fmla="*/ 112 h 202"/>
                    <a:gd name="T92" fmla="*/ 14 w 206"/>
                    <a:gd name="T93" fmla="*/ 122 h 202"/>
                    <a:gd name="T94" fmla="*/ 30 w 206"/>
                    <a:gd name="T95" fmla="*/ 142 h 202"/>
                    <a:gd name="T96" fmla="*/ 36 w 206"/>
                    <a:gd name="T97" fmla="*/ 142 h 202"/>
                    <a:gd name="T98" fmla="*/ 40 w 206"/>
                    <a:gd name="T99" fmla="*/ 146 h 202"/>
                    <a:gd name="T100" fmla="*/ 44 w 206"/>
                    <a:gd name="T101" fmla="*/ 152 h 202"/>
                    <a:gd name="T102" fmla="*/ 48 w 206"/>
                    <a:gd name="T103" fmla="*/ 158 h 202"/>
                    <a:gd name="T104" fmla="*/ 184 w 206"/>
                    <a:gd name="T105" fmla="*/ 202 h 202"/>
                    <a:gd name="T106" fmla="*/ 206 w 206"/>
                    <a:gd name="T107" fmla="*/ 184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 h="202">
                      <a:moveTo>
                        <a:pt x="206" y="34"/>
                      </a:moveTo>
                      <a:lnTo>
                        <a:pt x="200" y="34"/>
                      </a:lnTo>
                      <a:lnTo>
                        <a:pt x="196" y="32"/>
                      </a:lnTo>
                      <a:lnTo>
                        <a:pt x="192" y="30"/>
                      </a:lnTo>
                      <a:lnTo>
                        <a:pt x="186" y="26"/>
                      </a:lnTo>
                      <a:lnTo>
                        <a:pt x="182" y="24"/>
                      </a:lnTo>
                      <a:lnTo>
                        <a:pt x="176" y="24"/>
                      </a:lnTo>
                      <a:lnTo>
                        <a:pt x="174" y="22"/>
                      </a:lnTo>
                      <a:lnTo>
                        <a:pt x="172" y="22"/>
                      </a:lnTo>
                      <a:lnTo>
                        <a:pt x="170" y="22"/>
                      </a:lnTo>
                      <a:lnTo>
                        <a:pt x="166" y="22"/>
                      </a:lnTo>
                      <a:lnTo>
                        <a:pt x="162" y="22"/>
                      </a:lnTo>
                      <a:lnTo>
                        <a:pt x="154" y="24"/>
                      </a:lnTo>
                      <a:lnTo>
                        <a:pt x="148" y="26"/>
                      </a:lnTo>
                      <a:lnTo>
                        <a:pt x="142" y="26"/>
                      </a:lnTo>
                      <a:lnTo>
                        <a:pt x="138" y="28"/>
                      </a:lnTo>
                      <a:lnTo>
                        <a:pt x="138" y="32"/>
                      </a:lnTo>
                      <a:lnTo>
                        <a:pt x="136" y="34"/>
                      </a:lnTo>
                      <a:lnTo>
                        <a:pt x="138" y="38"/>
                      </a:lnTo>
                      <a:lnTo>
                        <a:pt x="138" y="42"/>
                      </a:lnTo>
                      <a:lnTo>
                        <a:pt x="140" y="44"/>
                      </a:lnTo>
                      <a:lnTo>
                        <a:pt x="140" y="46"/>
                      </a:lnTo>
                      <a:lnTo>
                        <a:pt x="140" y="46"/>
                      </a:lnTo>
                      <a:lnTo>
                        <a:pt x="138" y="54"/>
                      </a:lnTo>
                      <a:lnTo>
                        <a:pt x="132" y="56"/>
                      </a:lnTo>
                      <a:lnTo>
                        <a:pt x="122" y="56"/>
                      </a:lnTo>
                      <a:lnTo>
                        <a:pt x="114" y="54"/>
                      </a:lnTo>
                      <a:lnTo>
                        <a:pt x="106" y="52"/>
                      </a:lnTo>
                      <a:lnTo>
                        <a:pt x="100" y="48"/>
                      </a:lnTo>
                      <a:lnTo>
                        <a:pt x="96" y="44"/>
                      </a:lnTo>
                      <a:lnTo>
                        <a:pt x="90" y="40"/>
                      </a:lnTo>
                      <a:lnTo>
                        <a:pt x="88" y="36"/>
                      </a:lnTo>
                      <a:lnTo>
                        <a:pt x="86" y="30"/>
                      </a:lnTo>
                      <a:lnTo>
                        <a:pt x="84" y="26"/>
                      </a:lnTo>
                      <a:lnTo>
                        <a:pt x="82" y="22"/>
                      </a:lnTo>
                      <a:lnTo>
                        <a:pt x="80" y="18"/>
                      </a:lnTo>
                      <a:lnTo>
                        <a:pt x="78" y="16"/>
                      </a:lnTo>
                      <a:lnTo>
                        <a:pt x="78" y="16"/>
                      </a:lnTo>
                      <a:lnTo>
                        <a:pt x="58" y="12"/>
                      </a:lnTo>
                      <a:lnTo>
                        <a:pt x="56" y="10"/>
                      </a:lnTo>
                      <a:lnTo>
                        <a:pt x="52" y="8"/>
                      </a:lnTo>
                      <a:lnTo>
                        <a:pt x="46" y="6"/>
                      </a:lnTo>
                      <a:lnTo>
                        <a:pt x="42" y="4"/>
                      </a:lnTo>
                      <a:lnTo>
                        <a:pt x="38" y="4"/>
                      </a:lnTo>
                      <a:lnTo>
                        <a:pt x="38" y="4"/>
                      </a:lnTo>
                      <a:lnTo>
                        <a:pt x="24" y="0"/>
                      </a:lnTo>
                      <a:lnTo>
                        <a:pt x="24" y="2"/>
                      </a:lnTo>
                      <a:lnTo>
                        <a:pt x="24" y="4"/>
                      </a:lnTo>
                      <a:lnTo>
                        <a:pt x="26" y="8"/>
                      </a:lnTo>
                      <a:lnTo>
                        <a:pt x="26" y="12"/>
                      </a:lnTo>
                      <a:lnTo>
                        <a:pt x="26" y="16"/>
                      </a:lnTo>
                      <a:lnTo>
                        <a:pt x="24" y="18"/>
                      </a:lnTo>
                      <a:lnTo>
                        <a:pt x="24" y="18"/>
                      </a:lnTo>
                      <a:lnTo>
                        <a:pt x="22" y="20"/>
                      </a:lnTo>
                      <a:lnTo>
                        <a:pt x="20" y="20"/>
                      </a:lnTo>
                      <a:lnTo>
                        <a:pt x="18" y="20"/>
                      </a:lnTo>
                      <a:lnTo>
                        <a:pt x="18" y="22"/>
                      </a:lnTo>
                      <a:lnTo>
                        <a:pt x="16" y="22"/>
                      </a:lnTo>
                      <a:lnTo>
                        <a:pt x="16" y="26"/>
                      </a:lnTo>
                      <a:lnTo>
                        <a:pt x="18" y="30"/>
                      </a:lnTo>
                      <a:lnTo>
                        <a:pt x="18" y="30"/>
                      </a:lnTo>
                      <a:lnTo>
                        <a:pt x="18" y="30"/>
                      </a:lnTo>
                      <a:lnTo>
                        <a:pt x="18" y="32"/>
                      </a:lnTo>
                      <a:lnTo>
                        <a:pt x="16" y="34"/>
                      </a:lnTo>
                      <a:lnTo>
                        <a:pt x="14" y="36"/>
                      </a:lnTo>
                      <a:lnTo>
                        <a:pt x="12" y="40"/>
                      </a:lnTo>
                      <a:lnTo>
                        <a:pt x="8" y="42"/>
                      </a:lnTo>
                      <a:lnTo>
                        <a:pt x="6" y="46"/>
                      </a:lnTo>
                      <a:lnTo>
                        <a:pt x="2" y="48"/>
                      </a:lnTo>
                      <a:lnTo>
                        <a:pt x="2" y="50"/>
                      </a:lnTo>
                      <a:lnTo>
                        <a:pt x="0" y="50"/>
                      </a:lnTo>
                      <a:lnTo>
                        <a:pt x="0" y="50"/>
                      </a:lnTo>
                      <a:lnTo>
                        <a:pt x="2" y="50"/>
                      </a:lnTo>
                      <a:lnTo>
                        <a:pt x="2" y="54"/>
                      </a:lnTo>
                      <a:lnTo>
                        <a:pt x="2" y="56"/>
                      </a:lnTo>
                      <a:lnTo>
                        <a:pt x="4" y="60"/>
                      </a:lnTo>
                      <a:lnTo>
                        <a:pt x="4" y="66"/>
                      </a:lnTo>
                      <a:lnTo>
                        <a:pt x="4" y="72"/>
                      </a:lnTo>
                      <a:lnTo>
                        <a:pt x="6" y="76"/>
                      </a:lnTo>
                      <a:lnTo>
                        <a:pt x="6" y="80"/>
                      </a:lnTo>
                      <a:lnTo>
                        <a:pt x="6" y="80"/>
                      </a:lnTo>
                      <a:lnTo>
                        <a:pt x="8" y="82"/>
                      </a:lnTo>
                      <a:lnTo>
                        <a:pt x="10" y="84"/>
                      </a:lnTo>
                      <a:lnTo>
                        <a:pt x="12" y="88"/>
                      </a:lnTo>
                      <a:lnTo>
                        <a:pt x="12" y="92"/>
                      </a:lnTo>
                      <a:lnTo>
                        <a:pt x="12" y="96"/>
                      </a:lnTo>
                      <a:lnTo>
                        <a:pt x="12" y="102"/>
                      </a:lnTo>
                      <a:lnTo>
                        <a:pt x="12" y="106"/>
                      </a:lnTo>
                      <a:lnTo>
                        <a:pt x="10" y="108"/>
                      </a:lnTo>
                      <a:lnTo>
                        <a:pt x="10" y="108"/>
                      </a:lnTo>
                      <a:lnTo>
                        <a:pt x="12" y="110"/>
                      </a:lnTo>
                      <a:lnTo>
                        <a:pt x="14" y="112"/>
                      </a:lnTo>
                      <a:lnTo>
                        <a:pt x="14" y="116"/>
                      </a:lnTo>
                      <a:lnTo>
                        <a:pt x="14" y="122"/>
                      </a:lnTo>
                      <a:lnTo>
                        <a:pt x="28" y="142"/>
                      </a:lnTo>
                      <a:lnTo>
                        <a:pt x="30" y="142"/>
                      </a:lnTo>
                      <a:lnTo>
                        <a:pt x="32" y="142"/>
                      </a:lnTo>
                      <a:lnTo>
                        <a:pt x="36" y="142"/>
                      </a:lnTo>
                      <a:lnTo>
                        <a:pt x="40" y="146"/>
                      </a:lnTo>
                      <a:lnTo>
                        <a:pt x="40" y="146"/>
                      </a:lnTo>
                      <a:lnTo>
                        <a:pt x="42" y="148"/>
                      </a:lnTo>
                      <a:lnTo>
                        <a:pt x="44" y="152"/>
                      </a:lnTo>
                      <a:lnTo>
                        <a:pt x="46" y="154"/>
                      </a:lnTo>
                      <a:lnTo>
                        <a:pt x="48" y="158"/>
                      </a:lnTo>
                      <a:lnTo>
                        <a:pt x="76" y="156"/>
                      </a:lnTo>
                      <a:lnTo>
                        <a:pt x="184" y="202"/>
                      </a:lnTo>
                      <a:lnTo>
                        <a:pt x="184" y="184"/>
                      </a:lnTo>
                      <a:lnTo>
                        <a:pt x="206" y="184"/>
                      </a:lnTo>
                      <a:lnTo>
                        <a:pt x="206" y="3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3" name="Freeform 461">
                  <a:extLst>
                    <a:ext uri="{FF2B5EF4-FFF2-40B4-BE49-F238E27FC236}">
                      <a16:creationId xmlns:a16="http://schemas.microsoft.com/office/drawing/2014/main" id="{991D1EF6-82C8-D707-A77C-8EE6DEC860A5}"/>
                    </a:ext>
                  </a:extLst>
                </p:cNvPr>
                <p:cNvSpPr/>
                <p:nvPr/>
              </p:nvSpPr>
              <p:spPr bwMode="gray">
                <a:xfrm>
                  <a:off x="831455" y="4372952"/>
                  <a:ext cx="270304" cy="222018"/>
                </a:xfrm>
                <a:custGeom>
                  <a:avLst/>
                  <a:gdLst>
                    <a:gd name="T0" fmla="*/ 142 w 146"/>
                    <a:gd name="T1" fmla="*/ 0 h 120"/>
                    <a:gd name="T2" fmla="*/ 132 w 146"/>
                    <a:gd name="T3" fmla="*/ 2 h 120"/>
                    <a:gd name="T4" fmla="*/ 124 w 146"/>
                    <a:gd name="T5" fmla="*/ 6 h 120"/>
                    <a:gd name="T6" fmla="*/ 120 w 146"/>
                    <a:gd name="T7" fmla="*/ 8 h 120"/>
                    <a:gd name="T8" fmla="*/ 96 w 146"/>
                    <a:gd name="T9" fmla="*/ 4 h 120"/>
                    <a:gd name="T10" fmla="*/ 84 w 146"/>
                    <a:gd name="T11" fmla="*/ 8 h 120"/>
                    <a:gd name="T12" fmla="*/ 76 w 146"/>
                    <a:gd name="T13" fmla="*/ 6 h 120"/>
                    <a:gd name="T14" fmla="*/ 68 w 146"/>
                    <a:gd name="T15" fmla="*/ 12 h 120"/>
                    <a:gd name="T16" fmla="*/ 62 w 146"/>
                    <a:gd name="T17" fmla="*/ 16 h 120"/>
                    <a:gd name="T18" fmla="*/ 58 w 146"/>
                    <a:gd name="T19" fmla="*/ 14 h 120"/>
                    <a:gd name="T20" fmla="*/ 50 w 146"/>
                    <a:gd name="T21" fmla="*/ 10 h 120"/>
                    <a:gd name="T22" fmla="*/ 42 w 146"/>
                    <a:gd name="T23" fmla="*/ 8 h 120"/>
                    <a:gd name="T24" fmla="*/ 40 w 146"/>
                    <a:gd name="T25" fmla="*/ 6 h 120"/>
                    <a:gd name="T26" fmla="*/ 38 w 146"/>
                    <a:gd name="T27" fmla="*/ 6 h 120"/>
                    <a:gd name="T28" fmla="*/ 30 w 146"/>
                    <a:gd name="T29" fmla="*/ 6 h 120"/>
                    <a:gd name="T30" fmla="*/ 16 w 146"/>
                    <a:gd name="T31" fmla="*/ 8 h 120"/>
                    <a:gd name="T32" fmla="*/ 6 w 146"/>
                    <a:gd name="T33" fmla="*/ 14 h 120"/>
                    <a:gd name="T34" fmla="*/ 2 w 146"/>
                    <a:gd name="T35" fmla="*/ 20 h 120"/>
                    <a:gd name="T36" fmla="*/ 4 w 146"/>
                    <a:gd name="T37" fmla="*/ 22 h 120"/>
                    <a:gd name="T38" fmla="*/ 6 w 146"/>
                    <a:gd name="T39" fmla="*/ 28 h 120"/>
                    <a:gd name="T40" fmla="*/ 6 w 146"/>
                    <a:gd name="T41" fmla="*/ 40 h 120"/>
                    <a:gd name="T42" fmla="*/ 6 w 146"/>
                    <a:gd name="T43" fmla="*/ 48 h 120"/>
                    <a:gd name="T44" fmla="*/ 2 w 146"/>
                    <a:gd name="T45" fmla="*/ 54 h 120"/>
                    <a:gd name="T46" fmla="*/ 0 w 146"/>
                    <a:gd name="T47" fmla="*/ 64 h 120"/>
                    <a:gd name="T48" fmla="*/ 0 w 146"/>
                    <a:gd name="T49" fmla="*/ 100 h 120"/>
                    <a:gd name="T50" fmla="*/ 16 w 146"/>
                    <a:gd name="T51" fmla="*/ 100 h 120"/>
                    <a:gd name="T52" fmla="*/ 34 w 146"/>
                    <a:gd name="T53" fmla="*/ 112 h 120"/>
                    <a:gd name="T54" fmla="*/ 52 w 146"/>
                    <a:gd name="T55" fmla="*/ 118 h 120"/>
                    <a:gd name="T56" fmla="*/ 76 w 146"/>
                    <a:gd name="T57" fmla="*/ 120 h 120"/>
                    <a:gd name="T58" fmla="*/ 94 w 146"/>
                    <a:gd name="T59" fmla="*/ 102 h 120"/>
                    <a:gd name="T60" fmla="*/ 96 w 146"/>
                    <a:gd name="T61" fmla="*/ 86 h 120"/>
                    <a:gd name="T62" fmla="*/ 100 w 146"/>
                    <a:gd name="T63" fmla="*/ 80 h 120"/>
                    <a:gd name="T64" fmla="*/ 108 w 146"/>
                    <a:gd name="T65" fmla="*/ 72 h 120"/>
                    <a:gd name="T66" fmla="*/ 118 w 146"/>
                    <a:gd name="T67" fmla="*/ 68 h 120"/>
                    <a:gd name="T68" fmla="*/ 122 w 146"/>
                    <a:gd name="T69" fmla="*/ 72 h 120"/>
                    <a:gd name="T70" fmla="*/ 126 w 146"/>
                    <a:gd name="T71" fmla="*/ 72 h 120"/>
                    <a:gd name="T72" fmla="*/ 132 w 146"/>
                    <a:gd name="T73" fmla="*/ 68 h 120"/>
                    <a:gd name="T74" fmla="*/ 138 w 146"/>
                    <a:gd name="T75" fmla="*/ 56 h 120"/>
                    <a:gd name="T76" fmla="*/ 142 w 146"/>
                    <a:gd name="T77" fmla="*/ 46 h 120"/>
                    <a:gd name="T78" fmla="*/ 144 w 146"/>
                    <a:gd name="T79" fmla="*/ 36 h 120"/>
                    <a:gd name="T80" fmla="*/ 146 w 146"/>
                    <a:gd name="T81" fmla="*/ 24 h 120"/>
                    <a:gd name="T82" fmla="*/ 144 w 146"/>
                    <a:gd name="T83" fmla="*/ 14 h 120"/>
                    <a:gd name="T84" fmla="*/ 146 w 146"/>
                    <a:gd name="T85" fmla="*/ 4 h 120"/>
                    <a:gd name="T86" fmla="*/ 146 w 146"/>
                    <a:gd name="T87"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6" h="120">
                      <a:moveTo>
                        <a:pt x="146" y="0"/>
                      </a:moveTo>
                      <a:lnTo>
                        <a:pt x="142" y="0"/>
                      </a:lnTo>
                      <a:lnTo>
                        <a:pt x="136" y="0"/>
                      </a:lnTo>
                      <a:lnTo>
                        <a:pt x="132" y="2"/>
                      </a:lnTo>
                      <a:lnTo>
                        <a:pt x="126" y="4"/>
                      </a:lnTo>
                      <a:lnTo>
                        <a:pt x="124" y="6"/>
                      </a:lnTo>
                      <a:lnTo>
                        <a:pt x="120" y="6"/>
                      </a:lnTo>
                      <a:lnTo>
                        <a:pt x="120" y="8"/>
                      </a:lnTo>
                      <a:lnTo>
                        <a:pt x="108" y="2"/>
                      </a:lnTo>
                      <a:lnTo>
                        <a:pt x="96" y="4"/>
                      </a:lnTo>
                      <a:lnTo>
                        <a:pt x="88" y="6"/>
                      </a:lnTo>
                      <a:lnTo>
                        <a:pt x="84" y="8"/>
                      </a:lnTo>
                      <a:lnTo>
                        <a:pt x="80" y="6"/>
                      </a:lnTo>
                      <a:lnTo>
                        <a:pt x="76" y="6"/>
                      </a:lnTo>
                      <a:lnTo>
                        <a:pt x="70" y="8"/>
                      </a:lnTo>
                      <a:lnTo>
                        <a:pt x="68" y="12"/>
                      </a:lnTo>
                      <a:lnTo>
                        <a:pt x="64" y="14"/>
                      </a:lnTo>
                      <a:lnTo>
                        <a:pt x="62" y="16"/>
                      </a:lnTo>
                      <a:lnTo>
                        <a:pt x="62" y="16"/>
                      </a:lnTo>
                      <a:lnTo>
                        <a:pt x="58" y="14"/>
                      </a:lnTo>
                      <a:lnTo>
                        <a:pt x="54" y="10"/>
                      </a:lnTo>
                      <a:lnTo>
                        <a:pt x="50" y="10"/>
                      </a:lnTo>
                      <a:lnTo>
                        <a:pt x="46" y="8"/>
                      </a:lnTo>
                      <a:lnTo>
                        <a:pt x="42" y="8"/>
                      </a:lnTo>
                      <a:lnTo>
                        <a:pt x="40" y="6"/>
                      </a:lnTo>
                      <a:lnTo>
                        <a:pt x="40" y="6"/>
                      </a:lnTo>
                      <a:lnTo>
                        <a:pt x="40" y="6"/>
                      </a:lnTo>
                      <a:lnTo>
                        <a:pt x="38" y="6"/>
                      </a:lnTo>
                      <a:lnTo>
                        <a:pt x="34" y="6"/>
                      </a:lnTo>
                      <a:lnTo>
                        <a:pt x="30" y="6"/>
                      </a:lnTo>
                      <a:lnTo>
                        <a:pt x="22" y="6"/>
                      </a:lnTo>
                      <a:lnTo>
                        <a:pt x="16" y="8"/>
                      </a:lnTo>
                      <a:lnTo>
                        <a:pt x="10" y="12"/>
                      </a:lnTo>
                      <a:lnTo>
                        <a:pt x="6" y="14"/>
                      </a:lnTo>
                      <a:lnTo>
                        <a:pt x="4" y="18"/>
                      </a:lnTo>
                      <a:lnTo>
                        <a:pt x="2" y="20"/>
                      </a:lnTo>
                      <a:lnTo>
                        <a:pt x="2" y="20"/>
                      </a:lnTo>
                      <a:lnTo>
                        <a:pt x="4" y="22"/>
                      </a:lnTo>
                      <a:lnTo>
                        <a:pt x="4" y="24"/>
                      </a:lnTo>
                      <a:lnTo>
                        <a:pt x="6" y="28"/>
                      </a:lnTo>
                      <a:lnTo>
                        <a:pt x="6" y="34"/>
                      </a:lnTo>
                      <a:lnTo>
                        <a:pt x="6" y="40"/>
                      </a:lnTo>
                      <a:lnTo>
                        <a:pt x="6" y="46"/>
                      </a:lnTo>
                      <a:lnTo>
                        <a:pt x="6" y="48"/>
                      </a:lnTo>
                      <a:lnTo>
                        <a:pt x="4" y="50"/>
                      </a:lnTo>
                      <a:lnTo>
                        <a:pt x="2" y="54"/>
                      </a:lnTo>
                      <a:lnTo>
                        <a:pt x="2" y="58"/>
                      </a:lnTo>
                      <a:lnTo>
                        <a:pt x="0" y="64"/>
                      </a:lnTo>
                      <a:lnTo>
                        <a:pt x="0" y="70"/>
                      </a:lnTo>
                      <a:lnTo>
                        <a:pt x="0" y="100"/>
                      </a:lnTo>
                      <a:lnTo>
                        <a:pt x="14" y="98"/>
                      </a:lnTo>
                      <a:lnTo>
                        <a:pt x="16" y="100"/>
                      </a:lnTo>
                      <a:lnTo>
                        <a:pt x="24" y="106"/>
                      </a:lnTo>
                      <a:lnTo>
                        <a:pt x="34" y="112"/>
                      </a:lnTo>
                      <a:lnTo>
                        <a:pt x="48" y="118"/>
                      </a:lnTo>
                      <a:lnTo>
                        <a:pt x="52" y="118"/>
                      </a:lnTo>
                      <a:lnTo>
                        <a:pt x="62" y="120"/>
                      </a:lnTo>
                      <a:lnTo>
                        <a:pt x="76" y="120"/>
                      </a:lnTo>
                      <a:lnTo>
                        <a:pt x="86" y="120"/>
                      </a:lnTo>
                      <a:lnTo>
                        <a:pt x="94" y="102"/>
                      </a:lnTo>
                      <a:lnTo>
                        <a:pt x="94" y="88"/>
                      </a:lnTo>
                      <a:lnTo>
                        <a:pt x="96" y="86"/>
                      </a:lnTo>
                      <a:lnTo>
                        <a:pt x="98" y="84"/>
                      </a:lnTo>
                      <a:lnTo>
                        <a:pt x="100" y="80"/>
                      </a:lnTo>
                      <a:lnTo>
                        <a:pt x="104" y="76"/>
                      </a:lnTo>
                      <a:lnTo>
                        <a:pt x="108" y="72"/>
                      </a:lnTo>
                      <a:lnTo>
                        <a:pt x="112" y="70"/>
                      </a:lnTo>
                      <a:lnTo>
                        <a:pt x="118" y="68"/>
                      </a:lnTo>
                      <a:lnTo>
                        <a:pt x="122" y="72"/>
                      </a:lnTo>
                      <a:lnTo>
                        <a:pt x="122" y="72"/>
                      </a:lnTo>
                      <a:lnTo>
                        <a:pt x="124" y="72"/>
                      </a:lnTo>
                      <a:lnTo>
                        <a:pt x="126" y="72"/>
                      </a:lnTo>
                      <a:lnTo>
                        <a:pt x="128" y="70"/>
                      </a:lnTo>
                      <a:lnTo>
                        <a:pt x="132" y="68"/>
                      </a:lnTo>
                      <a:lnTo>
                        <a:pt x="136" y="64"/>
                      </a:lnTo>
                      <a:lnTo>
                        <a:pt x="138" y="56"/>
                      </a:lnTo>
                      <a:lnTo>
                        <a:pt x="142" y="46"/>
                      </a:lnTo>
                      <a:lnTo>
                        <a:pt x="142" y="46"/>
                      </a:lnTo>
                      <a:lnTo>
                        <a:pt x="144" y="42"/>
                      </a:lnTo>
                      <a:lnTo>
                        <a:pt x="144" y="36"/>
                      </a:lnTo>
                      <a:lnTo>
                        <a:pt x="146" y="30"/>
                      </a:lnTo>
                      <a:lnTo>
                        <a:pt x="146" y="24"/>
                      </a:lnTo>
                      <a:lnTo>
                        <a:pt x="144" y="18"/>
                      </a:lnTo>
                      <a:lnTo>
                        <a:pt x="144" y="14"/>
                      </a:lnTo>
                      <a:lnTo>
                        <a:pt x="144" y="8"/>
                      </a:lnTo>
                      <a:lnTo>
                        <a:pt x="146" y="4"/>
                      </a:lnTo>
                      <a:lnTo>
                        <a:pt x="146" y="2"/>
                      </a:lnTo>
                      <a:lnTo>
                        <a:pt x="146" y="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4" name="Freeform 462">
                  <a:extLst>
                    <a:ext uri="{FF2B5EF4-FFF2-40B4-BE49-F238E27FC236}">
                      <a16:creationId xmlns:a16="http://schemas.microsoft.com/office/drawing/2014/main" id="{796CB09E-549F-8B7E-80B8-828DB8EA90FE}"/>
                    </a:ext>
                  </a:extLst>
                </p:cNvPr>
                <p:cNvSpPr/>
                <p:nvPr/>
              </p:nvSpPr>
              <p:spPr bwMode="gray">
                <a:xfrm>
                  <a:off x="1053623" y="4113931"/>
                  <a:ext cx="96273" cy="244220"/>
                </a:xfrm>
                <a:custGeom>
                  <a:avLst/>
                  <a:gdLst>
                    <a:gd name="T0" fmla="*/ 28 w 52"/>
                    <a:gd name="T1" fmla="*/ 132 h 132"/>
                    <a:gd name="T2" fmla="*/ 30 w 52"/>
                    <a:gd name="T3" fmla="*/ 118 h 132"/>
                    <a:gd name="T4" fmla="*/ 30 w 52"/>
                    <a:gd name="T5" fmla="*/ 118 h 132"/>
                    <a:gd name="T6" fmla="*/ 30 w 52"/>
                    <a:gd name="T7" fmla="*/ 116 h 132"/>
                    <a:gd name="T8" fmla="*/ 32 w 52"/>
                    <a:gd name="T9" fmla="*/ 112 h 132"/>
                    <a:gd name="T10" fmla="*/ 32 w 52"/>
                    <a:gd name="T11" fmla="*/ 108 h 132"/>
                    <a:gd name="T12" fmla="*/ 36 w 52"/>
                    <a:gd name="T13" fmla="*/ 104 h 132"/>
                    <a:gd name="T14" fmla="*/ 40 w 52"/>
                    <a:gd name="T15" fmla="*/ 100 h 132"/>
                    <a:gd name="T16" fmla="*/ 44 w 52"/>
                    <a:gd name="T17" fmla="*/ 96 h 132"/>
                    <a:gd name="T18" fmla="*/ 44 w 52"/>
                    <a:gd name="T19" fmla="*/ 92 h 132"/>
                    <a:gd name="T20" fmla="*/ 44 w 52"/>
                    <a:gd name="T21" fmla="*/ 80 h 132"/>
                    <a:gd name="T22" fmla="*/ 44 w 52"/>
                    <a:gd name="T23" fmla="*/ 66 h 132"/>
                    <a:gd name="T24" fmla="*/ 46 w 52"/>
                    <a:gd name="T25" fmla="*/ 52 h 132"/>
                    <a:gd name="T26" fmla="*/ 52 w 52"/>
                    <a:gd name="T27" fmla="*/ 44 h 132"/>
                    <a:gd name="T28" fmla="*/ 50 w 52"/>
                    <a:gd name="T29" fmla="*/ 44 h 132"/>
                    <a:gd name="T30" fmla="*/ 50 w 52"/>
                    <a:gd name="T31" fmla="*/ 40 h 132"/>
                    <a:gd name="T32" fmla="*/ 48 w 52"/>
                    <a:gd name="T33" fmla="*/ 36 h 132"/>
                    <a:gd name="T34" fmla="*/ 46 w 52"/>
                    <a:gd name="T35" fmla="*/ 30 h 132"/>
                    <a:gd name="T36" fmla="*/ 44 w 52"/>
                    <a:gd name="T37" fmla="*/ 24 h 132"/>
                    <a:gd name="T38" fmla="*/ 44 w 52"/>
                    <a:gd name="T39" fmla="*/ 20 h 132"/>
                    <a:gd name="T40" fmla="*/ 44 w 52"/>
                    <a:gd name="T41" fmla="*/ 14 h 132"/>
                    <a:gd name="T42" fmla="*/ 16 w 52"/>
                    <a:gd name="T43" fmla="*/ 16 h 132"/>
                    <a:gd name="T44" fmla="*/ 16 w 52"/>
                    <a:gd name="T45" fmla="*/ 14 h 132"/>
                    <a:gd name="T46" fmla="*/ 14 w 52"/>
                    <a:gd name="T47" fmla="*/ 12 h 132"/>
                    <a:gd name="T48" fmla="*/ 12 w 52"/>
                    <a:gd name="T49" fmla="*/ 8 h 132"/>
                    <a:gd name="T50" fmla="*/ 8 w 52"/>
                    <a:gd name="T51" fmla="*/ 4 h 132"/>
                    <a:gd name="T52" fmla="*/ 4 w 52"/>
                    <a:gd name="T53" fmla="*/ 2 h 132"/>
                    <a:gd name="T54" fmla="*/ 0 w 52"/>
                    <a:gd name="T55"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 h="132">
                      <a:moveTo>
                        <a:pt x="28" y="132"/>
                      </a:moveTo>
                      <a:lnTo>
                        <a:pt x="30" y="118"/>
                      </a:lnTo>
                      <a:lnTo>
                        <a:pt x="30" y="118"/>
                      </a:lnTo>
                      <a:lnTo>
                        <a:pt x="30" y="116"/>
                      </a:lnTo>
                      <a:lnTo>
                        <a:pt x="32" y="112"/>
                      </a:lnTo>
                      <a:lnTo>
                        <a:pt x="32" y="108"/>
                      </a:lnTo>
                      <a:lnTo>
                        <a:pt x="36" y="104"/>
                      </a:lnTo>
                      <a:lnTo>
                        <a:pt x="40" y="100"/>
                      </a:lnTo>
                      <a:lnTo>
                        <a:pt x="44" y="96"/>
                      </a:lnTo>
                      <a:lnTo>
                        <a:pt x="44" y="92"/>
                      </a:lnTo>
                      <a:lnTo>
                        <a:pt x="44" y="80"/>
                      </a:lnTo>
                      <a:lnTo>
                        <a:pt x="44" y="66"/>
                      </a:lnTo>
                      <a:lnTo>
                        <a:pt x="46" y="52"/>
                      </a:lnTo>
                      <a:lnTo>
                        <a:pt x="52" y="44"/>
                      </a:lnTo>
                      <a:lnTo>
                        <a:pt x="50" y="44"/>
                      </a:lnTo>
                      <a:lnTo>
                        <a:pt x="50" y="40"/>
                      </a:lnTo>
                      <a:lnTo>
                        <a:pt x="48" y="36"/>
                      </a:lnTo>
                      <a:lnTo>
                        <a:pt x="46" y="30"/>
                      </a:lnTo>
                      <a:lnTo>
                        <a:pt x="44" y="24"/>
                      </a:lnTo>
                      <a:lnTo>
                        <a:pt x="44" y="20"/>
                      </a:lnTo>
                      <a:lnTo>
                        <a:pt x="44" y="14"/>
                      </a:lnTo>
                      <a:lnTo>
                        <a:pt x="16" y="16"/>
                      </a:lnTo>
                      <a:lnTo>
                        <a:pt x="16" y="14"/>
                      </a:lnTo>
                      <a:lnTo>
                        <a:pt x="14" y="12"/>
                      </a:lnTo>
                      <a:lnTo>
                        <a:pt x="12" y="8"/>
                      </a:lnTo>
                      <a:lnTo>
                        <a:pt x="8" y="4"/>
                      </a:lnTo>
                      <a:lnTo>
                        <a:pt x="4" y="2"/>
                      </a:lnTo>
                      <a:lnTo>
                        <a:pt x="0"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5" name="Freeform 463">
                  <a:extLst>
                    <a:ext uri="{FF2B5EF4-FFF2-40B4-BE49-F238E27FC236}">
                      <a16:creationId xmlns:a16="http://schemas.microsoft.com/office/drawing/2014/main" id="{6E6AC14E-26E8-71D0-01A5-7AD1BCAB1505}"/>
                    </a:ext>
                  </a:extLst>
                </p:cNvPr>
                <p:cNvSpPr/>
                <p:nvPr/>
              </p:nvSpPr>
              <p:spPr bwMode="gray">
                <a:xfrm>
                  <a:off x="746291" y="4113931"/>
                  <a:ext cx="403604" cy="299724"/>
                </a:xfrm>
                <a:custGeom>
                  <a:avLst/>
                  <a:gdLst>
                    <a:gd name="T0" fmla="*/ 94 w 218"/>
                    <a:gd name="T1" fmla="*/ 36 h 162"/>
                    <a:gd name="T2" fmla="*/ 78 w 218"/>
                    <a:gd name="T3" fmla="*/ 40 h 162"/>
                    <a:gd name="T4" fmla="*/ 62 w 218"/>
                    <a:gd name="T5" fmla="*/ 42 h 162"/>
                    <a:gd name="T6" fmla="*/ 60 w 218"/>
                    <a:gd name="T7" fmla="*/ 62 h 162"/>
                    <a:gd name="T8" fmla="*/ 50 w 218"/>
                    <a:gd name="T9" fmla="*/ 100 h 162"/>
                    <a:gd name="T10" fmla="*/ 38 w 218"/>
                    <a:gd name="T11" fmla="*/ 116 h 162"/>
                    <a:gd name="T12" fmla="*/ 32 w 218"/>
                    <a:gd name="T13" fmla="*/ 120 h 162"/>
                    <a:gd name="T14" fmla="*/ 24 w 218"/>
                    <a:gd name="T15" fmla="*/ 122 h 162"/>
                    <a:gd name="T16" fmla="*/ 18 w 218"/>
                    <a:gd name="T17" fmla="*/ 122 h 162"/>
                    <a:gd name="T18" fmla="*/ 10 w 218"/>
                    <a:gd name="T19" fmla="*/ 122 h 162"/>
                    <a:gd name="T20" fmla="*/ 4 w 218"/>
                    <a:gd name="T21" fmla="*/ 122 h 162"/>
                    <a:gd name="T22" fmla="*/ 2 w 218"/>
                    <a:gd name="T23" fmla="*/ 128 h 162"/>
                    <a:gd name="T24" fmla="*/ 4 w 218"/>
                    <a:gd name="T25" fmla="*/ 132 h 162"/>
                    <a:gd name="T26" fmla="*/ 8 w 218"/>
                    <a:gd name="T27" fmla="*/ 138 h 162"/>
                    <a:gd name="T28" fmla="*/ 8 w 218"/>
                    <a:gd name="T29" fmla="*/ 140 h 162"/>
                    <a:gd name="T30" fmla="*/ 14 w 218"/>
                    <a:gd name="T31" fmla="*/ 144 h 162"/>
                    <a:gd name="T32" fmla="*/ 16 w 218"/>
                    <a:gd name="T33" fmla="*/ 144 h 162"/>
                    <a:gd name="T34" fmla="*/ 16 w 218"/>
                    <a:gd name="T35" fmla="*/ 150 h 162"/>
                    <a:gd name="T36" fmla="*/ 28 w 218"/>
                    <a:gd name="T37" fmla="*/ 142 h 162"/>
                    <a:gd name="T38" fmla="*/ 30 w 218"/>
                    <a:gd name="T39" fmla="*/ 146 h 162"/>
                    <a:gd name="T40" fmla="*/ 36 w 218"/>
                    <a:gd name="T41" fmla="*/ 150 h 162"/>
                    <a:gd name="T42" fmla="*/ 42 w 218"/>
                    <a:gd name="T43" fmla="*/ 154 h 162"/>
                    <a:gd name="T44" fmla="*/ 44 w 218"/>
                    <a:gd name="T45" fmla="*/ 156 h 162"/>
                    <a:gd name="T46" fmla="*/ 50 w 218"/>
                    <a:gd name="T47" fmla="*/ 162 h 162"/>
                    <a:gd name="T48" fmla="*/ 50 w 218"/>
                    <a:gd name="T49" fmla="*/ 158 h 162"/>
                    <a:gd name="T50" fmla="*/ 56 w 218"/>
                    <a:gd name="T51" fmla="*/ 152 h 162"/>
                    <a:gd name="T52" fmla="*/ 68 w 218"/>
                    <a:gd name="T53" fmla="*/ 146 h 162"/>
                    <a:gd name="T54" fmla="*/ 82 w 218"/>
                    <a:gd name="T55" fmla="*/ 146 h 162"/>
                    <a:gd name="T56" fmla="*/ 88 w 218"/>
                    <a:gd name="T57" fmla="*/ 146 h 162"/>
                    <a:gd name="T58" fmla="*/ 88 w 218"/>
                    <a:gd name="T59" fmla="*/ 148 h 162"/>
                    <a:gd name="T60" fmla="*/ 96 w 218"/>
                    <a:gd name="T61" fmla="*/ 150 h 162"/>
                    <a:gd name="T62" fmla="*/ 106 w 218"/>
                    <a:gd name="T63" fmla="*/ 154 h 162"/>
                    <a:gd name="T64" fmla="*/ 110 w 218"/>
                    <a:gd name="T65" fmla="*/ 156 h 162"/>
                    <a:gd name="T66" fmla="*/ 114 w 218"/>
                    <a:gd name="T67" fmla="*/ 152 h 162"/>
                    <a:gd name="T68" fmla="*/ 122 w 218"/>
                    <a:gd name="T69" fmla="*/ 148 h 162"/>
                    <a:gd name="T70" fmla="*/ 130 w 218"/>
                    <a:gd name="T71" fmla="*/ 148 h 162"/>
                    <a:gd name="T72" fmla="*/ 144 w 218"/>
                    <a:gd name="T73" fmla="*/ 144 h 162"/>
                    <a:gd name="T74" fmla="*/ 166 w 218"/>
                    <a:gd name="T75" fmla="*/ 148 h 162"/>
                    <a:gd name="T76" fmla="*/ 170 w 218"/>
                    <a:gd name="T77" fmla="*/ 146 h 162"/>
                    <a:gd name="T78" fmla="*/ 178 w 218"/>
                    <a:gd name="T79" fmla="*/ 142 h 162"/>
                    <a:gd name="T80" fmla="*/ 188 w 218"/>
                    <a:gd name="T81" fmla="*/ 140 h 162"/>
                    <a:gd name="T82" fmla="*/ 196 w 218"/>
                    <a:gd name="T83" fmla="*/ 118 h 162"/>
                    <a:gd name="T84" fmla="*/ 196 w 218"/>
                    <a:gd name="T85" fmla="*/ 116 h 162"/>
                    <a:gd name="T86" fmla="*/ 198 w 218"/>
                    <a:gd name="T87" fmla="*/ 108 h 162"/>
                    <a:gd name="T88" fmla="*/ 206 w 218"/>
                    <a:gd name="T89" fmla="*/ 100 h 162"/>
                    <a:gd name="T90" fmla="*/ 210 w 218"/>
                    <a:gd name="T91" fmla="*/ 92 h 162"/>
                    <a:gd name="T92" fmla="*/ 210 w 218"/>
                    <a:gd name="T93" fmla="*/ 66 h 162"/>
                    <a:gd name="T94" fmla="*/ 218 w 218"/>
                    <a:gd name="T95" fmla="*/ 44 h 162"/>
                    <a:gd name="T96" fmla="*/ 216 w 218"/>
                    <a:gd name="T97" fmla="*/ 40 h 162"/>
                    <a:gd name="T98" fmla="*/ 212 w 218"/>
                    <a:gd name="T99" fmla="*/ 30 h 162"/>
                    <a:gd name="T100" fmla="*/ 210 w 218"/>
                    <a:gd name="T101" fmla="*/ 20 h 162"/>
                    <a:gd name="T102" fmla="*/ 182 w 218"/>
                    <a:gd name="T103" fmla="*/ 16 h 162"/>
                    <a:gd name="T104" fmla="*/ 180 w 218"/>
                    <a:gd name="T105" fmla="*/ 12 h 162"/>
                    <a:gd name="T106" fmla="*/ 174 w 218"/>
                    <a:gd name="T107" fmla="*/ 4 h 162"/>
                    <a:gd name="T108" fmla="*/ 166 w 218"/>
                    <a:gd name="T109"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8" h="162">
                      <a:moveTo>
                        <a:pt x="162" y="0"/>
                      </a:moveTo>
                      <a:lnTo>
                        <a:pt x="94" y="36"/>
                      </a:lnTo>
                      <a:lnTo>
                        <a:pt x="90" y="38"/>
                      </a:lnTo>
                      <a:lnTo>
                        <a:pt x="78" y="40"/>
                      </a:lnTo>
                      <a:lnTo>
                        <a:pt x="68" y="42"/>
                      </a:lnTo>
                      <a:lnTo>
                        <a:pt x="62" y="42"/>
                      </a:lnTo>
                      <a:lnTo>
                        <a:pt x="62" y="48"/>
                      </a:lnTo>
                      <a:lnTo>
                        <a:pt x="60" y="62"/>
                      </a:lnTo>
                      <a:lnTo>
                        <a:pt x="56" y="80"/>
                      </a:lnTo>
                      <a:lnTo>
                        <a:pt x="50" y="100"/>
                      </a:lnTo>
                      <a:lnTo>
                        <a:pt x="38" y="116"/>
                      </a:lnTo>
                      <a:lnTo>
                        <a:pt x="38" y="116"/>
                      </a:lnTo>
                      <a:lnTo>
                        <a:pt x="36" y="118"/>
                      </a:lnTo>
                      <a:lnTo>
                        <a:pt x="32" y="120"/>
                      </a:lnTo>
                      <a:lnTo>
                        <a:pt x="28" y="120"/>
                      </a:lnTo>
                      <a:lnTo>
                        <a:pt x="24" y="122"/>
                      </a:lnTo>
                      <a:lnTo>
                        <a:pt x="20" y="122"/>
                      </a:lnTo>
                      <a:lnTo>
                        <a:pt x="18" y="122"/>
                      </a:lnTo>
                      <a:lnTo>
                        <a:pt x="14" y="122"/>
                      </a:lnTo>
                      <a:lnTo>
                        <a:pt x="10" y="122"/>
                      </a:lnTo>
                      <a:lnTo>
                        <a:pt x="6" y="122"/>
                      </a:lnTo>
                      <a:lnTo>
                        <a:pt x="4" y="122"/>
                      </a:lnTo>
                      <a:lnTo>
                        <a:pt x="0" y="128"/>
                      </a:lnTo>
                      <a:lnTo>
                        <a:pt x="2" y="128"/>
                      </a:lnTo>
                      <a:lnTo>
                        <a:pt x="2" y="130"/>
                      </a:lnTo>
                      <a:lnTo>
                        <a:pt x="4" y="132"/>
                      </a:lnTo>
                      <a:lnTo>
                        <a:pt x="6" y="136"/>
                      </a:lnTo>
                      <a:lnTo>
                        <a:pt x="8" y="138"/>
                      </a:lnTo>
                      <a:lnTo>
                        <a:pt x="8" y="138"/>
                      </a:lnTo>
                      <a:lnTo>
                        <a:pt x="8" y="140"/>
                      </a:lnTo>
                      <a:lnTo>
                        <a:pt x="10" y="142"/>
                      </a:lnTo>
                      <a:lnTo>
                        <a:pt x="14" y="144"/>
                      </a:lnTo>
                      <a:lnTo>
                        <a:pt x="14" y="144"/>
                      </a:lnTo>
                      <a:lnTo>
                        <a:pt x="16" y="144"/>
                      </a:lnTo>
                      <a:lnTo>
                        <a:pt x="16" y="146"/>
                      </a:lnTo>
                      <a:lnTo>
                        <a:pt x="16" y="150"/>
                      </a:lnTo>
                      <a:lnTo>
                        <a:pt x="26" y="150"/>
                      </a:lnTo>
                      <a:lnTo>
                        <a:pt x="28" y="142"/>
                      </a:lnTo>
                      <a:lnTo>
                        <a:pt x="28" y="144"/>
                      </a:lnTo>
                      <a:lnTo>
                        <a:pt x="30" y="146"/>
                      </a:lnTo>
                      <a:lnTo>
                        <a:pt x="34" y="148"/>
                      </a:lnTo>
                      <a:lnTo>
                        <a:pt x="36" y="150"/>
                      </a:lnTo>
                      <a:lnTo>
                        <a:pt x="38" y="152"/>
                      </a:lnTo>
                      <a:lnTo>
                        <a:pt x="42" y="154"/>
                      </a:lnTo>
                      <a:lnTo>
                        <a:pt x="42" y="154"/>
                      </a:lnTo>
                      <a:lnTo>
                        <a:pt x="44" y="156"/>
                      </a:lnTo>
                      <a:lnTo>
                        <a:pt x="46" y="158"/>
                      </a:lnTo>
                      <a:lnTo>
                        <a:pt x="50" y="162"/>
                      </a:lnTo>
                      <a:lnTo>
                        <a:pt x="50" y="160"/>
                      </a:lnTo>
                      <a:lnTo>
                        <a:pt x="50" y="158"/>
                      </a:lnTo>
                      <a:lnTo>
                        <a:pt x="54" y="156"/>
                      </a:lnTo>
                      <a:lnTo>
                        <a:pt x="56" y="152"/>
                      </a:lnTo>
                      <a:lnTo>
                        <a:pt x="62" y="148"/>
                      </a:lnTo>
                      <a:lnTo>
                        <a:pt x="68" y="146"/>
                      </a:lnTo>
                      <a:lnTo>
                        <a:pt x="76" y="146"/>
                      </a:lnTo>
                      <a:lnTo>
                        <a:pt x="82" y="146"/>
                      </a:lnTo>
                      <a:lnTo>
                        <a:pt x="86" y="146"/>
                      </a:lnTo>
                      <a:lnTo>
                        <a:pt x="88" y="146"/>
                      </a:lnTo>
                      <a:lnTo>
                        <a:pt x="88" y="146"/>
                      </a:lnTo>
                      <a:lnTo>
                        <a:pt x="88" y="148"/>
                      </a:lnTo>
                      <a:lnTo>
                        <a:pt x="92" y="148"/>
                      </a:lnTo>
                      <a:lnTo>
                        <a:pt x="96" y="150"/>
                      </a:lnTo>
                      <a:lnTo>
                        <a:pt x="102" y="152"/>
                      </a:lnTo>
                      <a:lnTo>
                        <a:pt x="106" y="154"/>
                      </a:lnTo>
                      <a:lnTo>
                        <a:pt x="108" y="156"/>
                      </a:lnTo>
                      <a:lnTo>
                        <a:pt x="110" y="156"/>
                      </a:lnTo>
                      <a:lnTo>
                        <a:pt x="110" y="154"/>
                      </a:lnTo>
                      <a:lnTo>
                        <a:pt x="114" y="152"/>
                      </a:lnTo>
                      <a:lnTo>
                        <a:pt x="118" y="148"/>
                      </a:lnTo>
                      <a:lnTo>
                        <a:pt x="122" y="148"/>
                      </a:lnTo>
                      <a:lnTo>
                        <a:pt x="126" y="146"/>
                      </a:lnTo>
                      <a:lnTo>
                        <a:pt x="130" y="148"/>
                      </a:lnTo>
                      <a:lnTo>
                        <a:pt x="134" y="146"/>
                      </a:lnTo>
                      <a:lnTo>
                        <a:pt x="144" y="144"/>
                      </a:lnTo>
                      <a:lnTo>
                        <a:pt x="154" y="144"/>
                      </a:lnTo>
                      <a:lnTo>
                        <a:pt x="166" y="148"/>
                      </a:lnTo>
                      <a:lnTo>
                        <a:pt x="168" y="148"/>
                      </a:lnTo>
                      <a:lnTo>
                        <a:pt x="170" y="146"/>
                      </a:lnTo>
                      <a:lnTo>
                        <a:pt x="174" y="144"/>
                      </a:lnTo>
                      <a:lnTo>
                        <a:pt x="178" y="142"/>
                      </a:lnTo>
                      <a:lnTo>
                        <a:pt x="182" y="140"/>
                      </a:lnTo>
                      <a:lnTo>
                        <a:pt x="188" y="140"/>
                      </a:lnTo>
                      <a:lnTo>
                        <a:pt x="192" y="140"/>
                      </a:lnTo>
                      <a:lnTo>
                        <a:pt x="196" y="118"/>
                      </a:lnTo>
                      <a:lnTo>
                        <a:pt x="196" y="118"/>
                      </a:lnTo>
                      <a:lnTo>
                        <a:pt x="196" y="116"/>
                      </a:lnTo>
                      <a:lnTo>
                        <a:pt x="198" y="112"/>
                      </a:lnTo>
                      <a:lnTo>
                        <a:pt x="198" y="108"/>
                      </a:lnTo>
                      <a:lnTo>
                        <a:pt x="202" y="104"/>
                      </a:lnTo>
                      <a:lnTo>
                        <a:pt x="206" y="100"/>
                      </a:lnTo>
                      <a:lnTo>
                        <a:pt x="210" y="96"/>
                      </a:lnTo>
                      <a:lnTo>
                        <a:pt x="210" y="92"/>
                      </a:lnTo>
                      <a:lnTo>
                        <a:pt x="210" y="80"/>
                      </a:lnTo>
                      <a:lnTo>
                        <a:pt x="210" y="66"/>
                      </a:lnTo>
                      <a:lnTo>
                        <a:pt x="212" y="52"/>
                      </a:lnTo>
                      <a:lnTo>
                        <a:pt x="218" y="44"/>
                      </a:lnTo>
                      <a:lnTo>
                        <a:pt x="216" y="44"/>
                      </a:lnTo>
                      <a:lnTo>
                        <a:pt x="216" y="40"/>
                      </a:lnTo>
                      <a:lnTo>
                        <a:pt x="214" y="36"/>
                      </a:lnTo>
                      <a:lnTo>
                        <a:pt x="212" y="30"/>
                      </a:lnTo>
                      <a:lnTo>
                        <a:pt x="210" y="24"/>
                      </a:lnTo>
                      <a:lnTo>
                        <a:pt x="210" y="20"/>
                      </a:lnTo>
                      <a:lnTo>
                        <a:pt x="210" y="14"/>
                      </a:lnTo>
                      <a:lnTo>
                        <a:pt x="182" y="16"/>
                      </a:lnTo>
                      <a:lnTo>
                        <a:pt x="182" y="14"/>
                      </a:lnTo>
                      <a:lnTo>
                        <a:pt x="180" y="12"/>
                      </a:lnTo>
                      <a:lnTo>
                        <a:pt x="178" y="8"/>
                      </a:lnTo>
                      <a:lnTo>
                        <a:pt x="174" y="4"/>
                      </a:lnTo>
                      <a:lnTo>
                        <a:pt x="170" y="2"/>
                      </a:lnTo>
                      <a:lnTo>
                        <a:pt x="166" y="0"/>
                      </a:lnTo>
                      <a:lnTo>
                        <a:pt x="162"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6" name="Freeform 464">
                  <a:extLst>
                    <a:ext uri="{FF2B5EF4-FFF2-40B4-BE49-F238E27FC236}">
                      <a16:creationId xmlns:a16="http://schemas.microsoft.com/office/drawing/2014/main" id="{BBAEFE62-4052-BC78-F869-AD25E65158F3}"/>
                    </a:ext>
                  </a:extLst>
                </p:cNvPr>
                <p:cNvSpPr/>
                <p:nvPr/>
              </p:nvSpPr>
              <p:spPr bwMode="gray">
                <a:xfrm>
                  <a:off x="990675" y="4372952"/>
                  <a:ext cx="162923" cy="273822"/>
                </a:xfrm>
                <a:custGeom>
                  <a:avLst/>
                  <a:gdLst>
                    <a:gd name="T0" fmla="*/ 60 w 88"/>
                    <a:gd name="T1" fmla="*/ 2 h 148"/>
                    <a:gd name="T2" fmla="*/ 58 w 88"/>
                    <a:gd name="T3" fmla="*/ 8 h 148"/>
                    <a:gd name="T4" fmla="*/ 58 w 88"/>
                    <a:gd name="T5" fmla="*/ 20 h 148"/>
                    <a:gd name="T6" fmla="*/ 60 w 88"/>
                    <a:gd name="T7" fmla="*/ 30 h 148"/>
                    <a:gd name="T8" fmla="*/ 58 w 88"/>
                    <a:gd name="T9" fmla="*/ 42 h 148"/>
                    <a:gd name="T10" fmla="*/ 56 w 88"/>
                    <a:gd name="T11" fmla="*/ 48 h 148"/>
                    <a:gd name="T12" fmla="*/ 50 w 88"/>
                    <a:gd name="T13" fmla="*/ 64 h 148"/>
                    <a:gd name="T14" fmla="*/ 42 w 88"/>
                    <a:gd name="T15" fmla="*/ 70 h 148"/>
                    <a:gd name="T16" fmla="*/ 38 w 88"/>
                    <a:gd name="T17" fmla="*/ 72 h 148"/>
                    <a:gd name="T18" fmla="*/ 36 w 88"/>
                    <a:gd name="T19" fmla="*/ 72 h 148"/>
                    <a:gd name="T20" fmla="*/ 26 w 88"/>
                    <a:gd name="T21" fmla="*/ 70 h 148"/>
                    <a:gd name="T22" fmla="*/ 18 w 88"/>
                    <a:gd name="T23" fmla="*/ 76 h 148"/>
                    <a:gd name="T24" fmla="*/ 12 w 88"/>
                    <a:gd name="T25" fmla="*/ 84 h 148"/>
                    <a:gd name="T26" fmla="*/ 8 w 88"/>
                    <a:gd name="T27" fmla="*/ 88 h 148"/>
                    <a:gd name="T28" fmla="*/ 0 w 88"/>
                    <a:gd name="T29" fmla="*/ 120 h 148"/>
                    <a:gd name="T30" fmla="*/ 0 w 88"/>
                    <a:gd name="T31" fmla="*/ 124 h 148"/>
                    <a:gd name="T32" fmla="*/ 2 w 88"/>
                    <a:gd name="T33" fmla="*/ 130 h 148"/>
                    <a:gd name="T34" fmla="*/ 10 w 88"/>
                    <a:gd name="T35" fmla="*/ 134 h 148"/>
                    <a:gd name="T36" fmla="*/ 14 w 88"/>
                    <a:gd name="T37" fmla="*/ 136 h 148"/>
                    <a:gd name="T38" fmla="*/ 18 w 88"/>
                    <a:gd name="T39" fmla="*/ 140 h 148"/>
                    <a:gd name="T40" fmla="*/ 18 w 88"/>
                    <a:gd name="T41" fmla="*/ 148 h 148"/>
                    <a:gd name="T42" fmla="*/ 36 w 88"/>
                    <a:gd name="T43" fmla="*/ 148 h 148"/>
                    <a:gd name="T44" fmla="*/ 70 w 88"/>
                    <a:gd name="T45" fmla="*/ 146 h 148"/>
                    <a:gd name="T46" fmla="*/ 86 w 88"/>
                    <a:gd name="T47" fmla="*/ 144 h 148"/>
                    <a:gd name="T48" fmla="*/ 88 w 88"/>
                    <a:gd name="T49" fmla="*/ 138 h 148"/>
                    <a:gd name="T50" fmla="*/ 88 w 88"/>
                    <a:gd name="T51" fmla="*/ 134 h 148"/>
                    <a:gd name="T52" fmla="*/ 82 w 88"/>
                    <a:gd name="T53" fmla="*/ 130 h 148"/>
                    <a:gd name="T54" fmla="*/ 74 w 88"/>
                    <a:gd name="T55" fmla="*/ 122 h 148"/>
                    <a:gd name="T56" fmla="*/ 68 w 88"/>
                    <a:gd name="T57" fmla="*/ 110 h 148"/>
                    <a:gd name="T58" fmla="*/ 62 w 88"/>
                    <a:gd name="T59" fmla="*/ 100 h 148"/>
                    <a:gd name="T60" fmla="*/ 66 w 88"/>
                    <a:gd name="T61" fmla="*/ 98 h 148"/>
                    <a:gd name="T62" fmla="*/ 70 w 88"/>
                    <a:gd name="T63" fmla="*/ 94 h 148"/>
                    <a:gd name="T64" fmla="*/ 72 w 88"/>
                    <a:gd name="T65" fmla="*/ 86 h 148"/>
                    <a:gd name="T66" fmla="*/ 70 w 88"/>
                    <a:gd name="T67" fmla="*/ 78 h 148"/>
                    <a:gd name="T68" fmla="*/ 68 w 88"/>
                    <a:gd name="T69" fmla="*/ 76 h 148"/>
                    <a:gd name="T70" fmla="*/ 64 w 88"/>
                    <a:gd name="T71" fmla="*/ 72 h 148"/>
                    <a:gd name="T72" fmla="*/ 62 w 88"/>
                    <a:gd name="T73" fmla="*/ 64 h 148"/>
                    <a:gd name="T74" fmla="*/ 64 w 88"/>
                    <a:gd name="T75" fmla="*/ 58 h 148"/>
                    <a:gd name="T76" fmla="*/ 68 w 88"/>
                    <a:gd name="T77" fmla="*/ 58 h 148"/>
                    <a:gd name="T78" fmla="*/ 74 w 88"/>
                    <a:gd name="T79" fmla="*/ 56 h 148"/>
                    <a:gd name="T80" fmla="*/ 78 w 88"/>
                    <a:gd name="T81" fmla="*/ 50 h 148"/>
                    <a:gd name="T82" fmla="*/ 78 w 88"/>
                    <a:gd name="T83" fmla="*/ 46 h 148"/>
                    <a:gd name="T84" fmla="*/ 74 w 88"/>
                    <a:gd name="T85" fmla="*/ 40 h 148"/>
                    <a:gd name="T86" fmla="*/ 72 w 88"/>
                    <a:gd name="T87" fmla="*/ 30 h 148"/>
                    <a:gd name="T88" fmla="*/ 72 w 88"/>
                    <a:gd name="T89" fmla="*/ 20 h 148"/>
                    <a:gd name="T90" fmla="*/ 72 w 88"/>
                    <a:gd name="T91" fmla="*/ 16 h 148"/>
                    <a:gd name="T92" fmla="*/ 72 w 88"/>
                    <a:gd name="T93" fmla="*/ 8 h 148"/>
                    <a:gd name="T94" fmla="*/ 66 w 88"/>
                    <a:gd name="T95" fmla="*/ 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8" h="148">
                      <a:moveTo>
                        <a:pt x="60" y="0"/>
                      </a:moveTo>
                      <a:lnTo>
                        <a:pt x="60" y="2"/>
                      </a:lnTo>
                      <a:lnTo>
                        <a:pt x="60" y="4"/>
                      </a:lnTo>
                      <a:lnTo>
                        <a:pt x="58" y="8"/>
                      </a:lnTo>
                      <a:lnTo>
                        <a:pt x="58" y="14"/>
                      </a:lnTo>
                      <a:lnTo>
                        <a:pt x="58" y="20"/>
                      </a:lnTo>
                      <a:lnTo>
                        <a:pt x="60" y="24"/>
                      </a:lnTo>
                      <a:lnTo>
                        <a:pt x="60" y="30"/>
                      </a:lnTo>
                      <a:lnTo>
                        <a:pt x="58" y="36"/>
                      </a:lnTo>
                      <a:lnTo>
                        <a:pt x="58" y="42"/>
                      </a:lnTo>
                      <a:lnTo>
                        <a:pt x="56" y="46"/>
                      </a:lnTo>
                      <a:lnTo>
                        <a:pt x="56" y="48"/>
                      </a:lnTo>
                      <a:lnTo>
                        <a:pt x="52" y="56"/>
                      </a:lnTo>
                      <a:lnTo>
                        <a:pt x="50" y="64"/>
                      </a:lnTo>
                      <a:lnTo>
                        <a:pt x="46" y="68"/>
                      </a:lnTo>
                      <a:lnTo>
                        <a:pt x="42" y="70"/>
                      </a:lnTo>
                      <a:lnTo>
                        <a:pt x="40" y="72"/>
                      </a:lnTo>
                      <a:lnTo>
                        <a:pt x="38" y="72"/>
                      </a:lnTo>
                      <a:lnTo>
                        <a:pt x="36" y="72"/>
                      </a:lnTo>
                      <a:lnTo>
                        <a:pt x="36" y="72"/>
                      </a:lnTo>
                      <a:lnTo>
                        <a:pt x="32" y="70"/>
                      </a:lnTo>
                      <a:lnTo>
                        <a:pt x="26" y="70"/>
                      </a:lnTo>
                      <a:lnTo>
                        <a:pt x="22" y="72"/>
                      </a:lnTo>
                      <a:lnTo>
                        <a:pt x="18" y="76"/>
                      </a:lnTo>
                      <a:lnTo>
                        <a:pt x="14" y="80"/>
                      </a:lnTo>
                      <a:lnTo>
                        <a:pt x="12" y="84"/>
                      </a:lnTo>
                      <a:lnTo>
                        <a:pt x="10" y="86"/>
                      </a:lnTo>
                      <a:lnTo>
                        <a:pt x="8" y="88"/>
                      </a:lnTo>
                      <a:lnTo>
                        <a:pt x="8" y="102"/>
                      </a:lnTo>
                      <a:lnTo>
                        <a:pt x="0" y="120"/>
                      </a:lnTo>
                      <a:lnTo>
                        <a:pt x="0" y="122"/>
                      </a:lnTo>
                      <a:lnTo>
                        <a:pt x="0" y="124"/>
                      </a:lnTo>
                      <a:lnTo>
                        <a:pt x="2" y="126"/>
                      </a:lnTo>
                      <a:lnTo>
                        <a:pt x="2" y="130"/>
                      </a:lnTo>
                      <a:lnTo>
                        <a:pt x="6" y="132"/>
                      </a:lnTo>
                      <a:lnTo>
                        <a:pt x="10" y="134"/>
                      </a:lnTo>
                      <a:lnTo>
                        <a:pt x="12" y="134"/>
                      </a:lnTo>
                      <a:lnTo>
                        <a:pt x="14" y="136"/>
                      </a:lnTo>
                      <a:lnTo>
                        <a:pt x="16" y="138"/>
                      </a:lnTo>
                      <a:lnTo>
                        <a:pt x="18" y="140"/>
                      </a:lnTo>
                      <a:lnTo>
                        <a:pt x="18" y="144"/>
                      </a:lnTo>
                      <a:lnTo>
                        <a:pt x="18" y="148"/>
                      </a:lnTo>
                      <a:lnTo>
                        <a:pt x="22" y="148"/>
                      </a:lnTo>
                      <a:lnTo>
                        <a:pt x="36" y="148"/>
                      </a:lnTo>
                      <a:lnTo>
                        <a:pt x="52" y="146"/>
                      </a:lnTo>
                      <a:lnTo>
                        <a:pt x="70" y="146"/>
                      </a:lnTo>
                      <a:lnTo>
                        <a:pt x="88" y="146"/>
                      </a:lnTo>
                      <a:lnTo>
                        <a:pt x="86" y="144"/>
                      </a:lnTo>
                      <a:lnTo>
                        <a:pt x="86" y="142"/>
                      </a:lnTo>
                      <a:lnTo>
                        <a:pt x="88" y="138"/>
                      </a:lnTo>
                      <a:lnTo>
                        <a:pt x="88" y="134"/>
                      </a:lnTo>
                      <a:lnTo>
                        <a:pt x="88" y="134"/>
                      </a:lnTo>
                      <a:lnTo>
                        <a:pt x="84" y="132"/>
                      </a:lnTo>
                      <a:lnTo>
                        <a:pt x="82" y="130"/>
                      </a:lnTo>
                      <a:lnTo>
                        <a:pt x="78" y="126"/>
                      </a:lnTo>
                      <a:lnTo>
                        <a:pt x="74" y="122"/>
                      </a:lnTo>
                      <a:lnTo>
                        <a:pt x="70" y="116"/>
                      </a:lnTo>
                      <a:lnTo>
                        <a:pt x="68" y="110"/>
                      </a:lnTo>
                      <a:lnTo>
                        <a:pt x="66" y="102"/>
                      </a:lnTo>
                      <a:lnTo>
                        <a:pt x="62" y="100"/>
                      </a:lnTo>
                      <a:lnTo>
                        <a:pt x="66" y="100"/>
                      </a:lnTo>
                      <a:lnTo>
                        <a:pt x="66" y="98"/>
                      </a:lnTo>
                      <a:lnTo>
                        <a:pt x="68" y="96"/>
                      </a:lnTo>
                      <a:lnTo>
                        <a:pt x="70" y="94"/>
                      </a:lnTo>
                      <a:lnTo>
                        <a:pt x="70" y="90"/>
                      </a:lnTo>
                      <a:lnTo>
                        <a:pt x="72" y="86"/>
                      </a:lnTo>
                      <a:lnTo>
                        <a:pt x="72" y="82"/>
                      </a:lnTo>
                      <a:lnTo>
                        <a:pt x="70" y="78"/>
                      </a:lnTo>
                      <a:lnTo>
                        <a:pt x="68" y="76"/>
                      </a:lnTo>
                      <a:lnTo>
                        <a:pt x="68" y="76"/>
                      </a:lnTo>
                      <a:lnTo>
                        <a:pt x="66" y="74"/>
                      </a:lnTo>
                      <a:lnTo>
                        <a:pt x="64" y="72"/>
                      </a:lnTo>
                      <a:lnTo>
                        <a:pt x="62" y="68"/>
                      </a:lnTo>
                      <a:lnTo>
                        <a:pt x="62" y="64"/>
                      </a:lnTo>
                      <a:lnTo>
                        <a:pt x="62" y="58"/>
                      </a:lnTo>
                      <a:lnTo>
                        <a:pt x="64" y="58"/>
                      </a:lnTo>
                      <a:lnTo>
                        <a:pt x="66" y="58"/>
                      </a:lnTo>
                      <a:lnTo>
                        <a:pt x="68" y="58"/>
                      </a:lnTo>
                      <a:lnTo>
                        <a:pt x="72" y="58"/>
                      </a:lnTo>
                      <a:lnTo>
                        <a:pt x="74" y="56"/>
                      </a:lnTo>
                      <a:lnTo>
                        <a:pt x="78" y="54"/>
                      </a:lnTo>
                      <a:lnTo>
                        <a:pt x="78" y="50"/>
                      </a:lnTo>
                      <a:lnTo>
                        <a:pt x="78" y="46"/>
                      </a:lnTo>
                      <a:lnTo>
                        <a:pt x="78" y="46"/>
                      </a:lnTo>
                      <a:lnTo>
                        <a:pt x="76" y="42"/>
                      </a:lnTo>
                      <a:lnTo>
                        <a:pt x="74" y="40"/>
                      </a:lnTo>
                      <a:lnTo>
                        <a:pt x="72" y="34"/>
                      </a:lnTo>
                      <a:lnTo>
                        <a:pt x="72" y="30"/>
                      </a:lnTo>
                      <a:lnTo>
                        <a:pt x="72" y="24"/>
                      </a:lnTo>
                      <a:lnTo>
                        <a:pt x="72" y="20"/>
                      </a:lnTo>
                      <a:lnTo>
                        <a:pt x="72" y="20"/>
                      </a:lnTo>
                      <a:lnTo>
                        <a:pt x="72" y="16"/>
                      </a:lnTo>
                      <a:lnTo>
                        <a:pt x="72" y="12"/>
                      </a:lnTo>
                      <a:lnTo>
                        <a:pt x="72" y="8"/>
                      </a:lnTo>
                      <a:lnTo>
                        <a:pt x="70" y="4"/>
                      </a:lnTo>
                      <a:lnTo>
                        <a:pt x="66" y="2"/>
                      </a:lnTo>
                      <a:lnTo>
                        <a:pt x="60"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7" name="Freeform 465">
                  <a:extLst>
                    <a:ext uri="{FF2B5EF4-FFF2-40B4-BE49-F238E27FC236}">
                      <a16:creationId xmlns:a16="http://schemas.microsoft.com/office/drawing/2014/main" id="{11023B15-4A8C-B146-D142-1CEFC58D0166}"/>
                    </a:ext>
                  </a:extLst>
                </p:cNvPr>
                <p:cNvSpPr/>
                <p:nvPr/>
              </p:nvSpPr>
              <p:spPr bwMode="gray">
                <a:xfrm>
                  <a:off x="1101759" y="4139833"/>
                  <a:ext cx="233276" cy="392232"/>
                </a:xfrm>
                <a:custGeom>
                  <a:avLst/>
                  <a:gdLst>
                    <a:gd name="T0" fmla="*/ 126 w 126"/>
                    <a:gd name="T1" fmla="*/ 46 h 212"/>
                    <a:gd name="T2" fmla="*/ 124 w 126"/>
                    <a:gd name="T3" fmla="*/ 90 h 212"/>
                    <a:gd name="T4" fmla="*/ 120 w 126"/>
                    <a:gd name="T5" fmla="*/ 88 h 212"/>
                    <a:gd name="T6" fmla="*/ 112 w 126"/>
                    <a:gd name="T7" fmla="*/ 90 h 212"/>
                    <a:gd name="T8" fmla="*/ 108 w 126"/>
                    <a:gd name="T9" fmla="*/ 92 h 212"/>
                    <a:gd name="T10" fmla="*/ 106 w 126"/>
                    <a:gd name="T11" fmla="*/ 98 h 212"/>
                    <a:gd name="T12" fmla="*/ 106 w 126"/>
                    <a:gd name="T13" fmla="*/ 104 h 212"/>
                    <a:gd name="T14" fmla="*/ 102 w 126"/>
                    <a:gd name="T15" fmla="*/ 110 h 212"/>
                    <a:gd name="T16" fmla="*/ 98 w 126"/>
                    <a:gd name="T17" fmla="*/ 114 h 212"/>
                    <a:gd name="T18" fmla="*/ 98 w 126"/>
                    <a:gd name="T19" fmla="*/ 120 h 212"/>
                    <a:gd name="T20" fmla="*/ 98 w 126"/>
                    <a:gd name="T21" fmla="*/ 124 h 212"/>
                    <a:gd name="T22" fmla="*/ 98 w 126"/>
                    <a:gd name="T23" fmla="*/ 124 h 212"/>
                    <a:gd name="T24" fmla="*/ 98 w 126"/>
                    <a:gd name="T25" fmla="*/ 122 h 212"/>
                    <a:gd name="T26" fmla="*/ 100 w 126"/>
                    <a:gd name="T27" fmla="*/ 126 h 212"/>
                    <a:gd name="T28" fmla="*/ 104 w 126"/>
                    <a:gd name="T29" fmla="*/ 132 h 212"/>
                    <a:gd name="T30" fmla="*/ 102 w 126"/>
                    <a:gd name="T31" fmla="*/ 138 h 212"/>
                    <a:gd name="T32" fmla="*/ 102 w 126"/>
                    <a:gd name="T33" fmla="*/ 150 h 212"/>
                    <a:gd name="T34" fmla="*/ 104 w 126"/>
                    <a:gd name="T35" fmla="*/ 158 h 212"/>
                    <a:gd name="T36" fmla="*/ 106 w 126"/>
                    <a:gd name="T37" fmla="*/ 168 h 212"/>
                    <a:gd name="T38" fmla="*/ 108 w 126"/>
                    <a:gd name="T39" fmla="*/ 174 h 212"/>
                    <a:gd name="T40" fmla="*/ 108 w 126"/>
                    <a:gd name="T41" fmla="*/ 176 h 212"/>
                    <a:gd name="T42" fmla="*/ 100 w 126"/>
                    <a:gd name="T43" fmla="*/ 178 h 212"/>
                    <a:gd name="T44" fmla="*/ 92 w 126"/>
                    <a:gd name="T45" fmla="*/ 182 h 212"/>
                    <a:gd name="T46" fmla="*/ 86 w 126"/>
                    <a:gd name="T47" fmla="*/ 190 h 212"/>
                    <a:gd name="T48" fmla="*/ 86 w 126"/>
                    <a:gd name="T49" fmla="*/ 192 h 212"/>
                    <a:gd name="T50" fmla="*/ 84 w 126"/>
                    <a:gd name="T51" fmla="*/ 198 h 212"/>
                    <a:gd name="T52" fmla="*/ 78 w 126"/>
                    <a:gd name="T53" fmla="*/ 202 h 212"/>
                    <a:gd name="T54" fmla="*/ 68 w 126"/>
                    <a:gd name="T55" fmla="*/ 204 h 212"/>
                    <a:gd name="T56" fmla="*/ 66 w 126"/>
                    <a:gd name="T57" fmla="*/ 202 h 212"/>
                    <a:gd name="T58" fmla="*/ 60 w 126"/>
                    <a:gd name="T59" fmla="*/ 200 h 212"/>
                    <a:gd name="T60" fmla="*/ 58 w 126"/>
                    <a:gd name="T61" fmla="*/ 204 h 212"/>
                    <a:gd name="T62" fmla="*/ 46 w 126"/>
                    <a:gd name="T63" fmla="*/ 208 h 212"/>
                    <a:gd name="T64" fmla="*/ 12 w 126"/>
                    <a:gd name="T65" fmla="*/ 212 h 212"/>
                    <a:gd name="T66" fmla="*/ 12 w 126"/>
                    <a:gd name="T67" fmla="*/ 210 h 212"/>
                    <a:gd name="T68" fmla="*/ 10 w 126"/>
                    <a:gd name="T69" fmla="*/ 204 h 212"/>
                    <a:gd name="T70" fmla="*/ 6 w 126"/>
                    <a:gd name="T71" fmla="*/ 200 h 212"/>
                    <a:gd name="T72" fmla="*/ 2 w 126"/>
                    <a:gd name="T73" fmla="*/ 194 h 212"/>
                    <a:gd name="T74" fmla="*/ 2 w 126"/>
                    <a:gd name="T75" fmla="*/ 184 h 212"/>
                    <a:gd name="T76" fmla="*/ 6 w 126"/>
                    <a:gd name="T77" fmla="*/ 186 h 212"/>
                    <a:gd name="T78" fmla="*/ 12 w 126"/>
                    <a:gd name="T79" fmla="*/ 184 h 212"/>
                    <a:gd name="T80" fmla="*/ 18 w 126"/>
                    <a:gd name="T81" fmla="*/ 180 h 212"/>
                    <a:gd name="T82" fmla="*/ 18 w 126"/>
                    <a:gd name="T83" fmla="*/ 174 h 212"/>
                    <a:gd name="T84" fmla="*/ 16 w 126"/>
                    <a:gd name="T85" fmla="*/ 168 h 212"/>
                    <a:gd name="T86" fmla="*/ 12 w 126"/>
                    <a:gd name="T87" fmla="*/ 156 h 212"/>
                    <a:gd name="T88" fmla="*/ 12 w 126"/>
                    <a:gd name="T89" fmla="*/ 150 h 212"/>
                    <a:gd name="T90" fmla="*/ 14 w 126"/>
                    <a:gd name="T91" fmla="*/ 144 h 212"/>
                    <a:gd name="T92" fmla="*/ 12 w 126"/>
                    <a:gd name="T93" fmla="*/ 136 h 212"/>
                    <a:gd name="T94" fmla="*/ 10 w 126"/>
                    <a:gd name="T95" fmla="*/ 132 h 212"/>
                    <a:gd name="T96" fmla="*/ 8 w 126"/>
                    <a:gd name="T97" fmla="*/ 130 h 212"/>
                    <a:gd name="T98" fmla="*/ 4 w 126"/>
                    <a:gd name="T99" fmla="*/ 126 h 212"/>
                    <a:gd name="T100" fmla="*/ 0 w 126"/>
                    <a:gd name="T101" fmla="*/ 126 h 212"/>
                    <a:gd name="T102" fmla="*/ 2 w 126"/>
                    <a:gd name="T103" fmla="*/ 120 h 212"/>
                    <a:gd name="T104" fmla="*/ 6 w 126"/>
                    <a:gd name="T105" fmla="*/ 104 h 212"/>
                    <a:gd name="T106" fmla="*/ 4 w 126"/>
                    <a:gd name="T107" fmla="*/ 102 h 212"/>
                    <a:gd name="T108" fmla="*/ 6 w 126"/>
                    <a:gd name="T109" fmla="*/ 96 h 212"/>
                    <a:gd name="T110" fmla="*/ 12 w 126"/>
                    <a:gd name="T111" fmla="*/ 88 h 212"/>
                    <a:gd name="T112" fmla="*/ 18 w 126"/>
                    <a:gd name="T113" fmla="*/ 78 h 212"/>
                    <a:gd name="T114" fmla="*/ 18 w 126"/>
                    <a:gd name="T115" fmla="*/ 50 h 212"/>
                    <a:gd name="T116" fmla="*/ 26 w 126"/>
                    <a:gd name="T117" fmla="*/ 30 h 212"/>
                    <a:gd name="T118" fmla="*/ 24 w 126"/>
                    <a:gd name="T119" fmla="*/ 26 h 212"/>
                    <a:gd name="T120" fmla="*/ 20 w 126"/>
                    <a:gd name="T121" fmla="*/ 16 h 212"/>
                    <a:gd name="T122" fmla="*/ 18 w 126"/>
                    <a:gd name="T123" fmla="*/ 6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6" h="212">
                      <a:moveTo>
                        <a:pt x="18" y="0"/>
                      </a:moveTo>
                      <a:lnTo>
                        <a:pt x="126" y="46"/>
                      </a:lnTo>
                      <a:lnTo>
                        <a:pt x="124" y="90"/>
                      </a:lnTo>
                      <a:lnTo>
                        <a:pt x="124" y="90"/>
                      </a:lnTo>
                      <a:lnTo>
                        <a:pt x="122" y="90"/>
                      </a:lnTo>
                      <a:lnTo>
                        <a:pt x="120" y="88"/>
                      </a:lnTo>
                      <a:lnTo>
                        <a:pt x="116" y="88"/>
                      </a:lnTo>
                      <a:lnTo>
                        <a:pt x="112" y="90"/>
                      </a:lnTo>
                      <a:lnTo>
                        <a:pt x="110" y="90"/>
                      </a:lnTo>
                      <a:lnTo>
                        <a:pt x="108" y="92"/>
                      </a:lnTo>
                      <a:lnTo>
                        <a:pt x="106" y="96"/>
                      </a:lnTo>
                      <a:lnTo>
                        <a:pt x="106" y="98"/>
                      </a:lnTo>
                      <a:lnTo>
                        <a:pt x="106" y="100"/>
                      </a:lnTo>
                      <a:lnTo>
                        <a:pt x="106" y="104"/>
                      </a:lnTo>
                      <a:lnTo>
                        <a:pt x="104" y="108"/>
                      </a:lnTo>
                      <a:lnTo>
                        <a:pt x="102" y="110"/>
                      </a:lnTo>
                      <a:lnTo>
                        <a:pt x="100" y="110"/>
                      </a:lnTo>
                      <a:lnTo>
                        <a:pt x="98" y="114"/>
                      </a:lnTo>
                      <a:lnTo>
                        <a:pt x="96" y="116"/>
                      </a:lnTo>
                      <a:lnTo>
                        <a:pt x="98" y="120"/>
                      </a:lnTo>
                      <a:lnTo>
                        <a:pt x="98" y="122"/>
                      </a:lnTo>
                      <a:lnTo>
                        <a:pt x="98" y="124"/>
                      </a:lnTo>
                      <a:lnTo>
                        <a:pt x="98" y="124"/>
                      </a:lnTo>
                      <a:lnTo>
                        <a:pt x="98" y="124"/>
                      </a:lnTo>
                      <a:lnTo>
                        <a:pt x="98" y="122"/>
                      </a:lnTo>
                      <a:lnTo>
                        <a:pt x="98" y="122"/>
                      </a:lnTo>
                      <a:lnTo>
                        <a:pt x="98" y="124"/>
                      </a:lnTo>
                      <a:lnTo>
                        <a:pt x="100" y="126"/>
                      </a:lnTo>
                      <a:lnTo>
                        <a:pt x="102" y="128"/>
                      </a:lnTo>
                      <a:lnTo>
                        <a:pt x="104" y="132"/>
                      </a:lnTo>
                      <a:lnTo>
                        <a:pt x="104" y="134"/>
                      </a:lnTo>
                      <a:lnTo>
                        <a:pt x="102" y="138"/>
                      </a:lnTo>
                      <a:lnTo>
                        <a:pt x="102" y="144"/>
                      </a:lnTo>
                      <a:lnTo>
                        <a:pt x="102" y="150"/>
                      </a:lnTo>
                      <a:lnTo>
                        <a:pt x="102" y="154"/>
                      </a:lnTo>
                      <a:lnTo>
                        <a:pt x="104" y="158"/>
                      </a:lnTo>
                      <a:lnTo>
                        <a:pt x="104" y="162"/>
                      </a:lnTo>
                      <a:lnTo>
                        <a:pt x="106" y="168"/>
                      </a:lnTo>
                      <a:lnTo>
                        <a:pt x="108" y="172"/>
                      </a:lnTo>
                      <a:lnTo>
                        <a:pt x="108" y="174"/>
                      </a:lnTo>
                      <a:lnTo>
                        <a:pt x="108" y="176"/>
                      </a:lnTo>
                      <a:lnTo>
                        <a:pt x="108" y="176"/>
                      </a:lnTo>
                      <a:lnTo>
                        <a:pt x="104" y="178"/>
                      </a:lnTo>
                      <a:lnTo>
                        <a:pt x="100" y="178"/>
                      </a:lnTo>
                      <a:lnTo>
                        <a:pt x="96" y="180"/>
                      </a:lnTo>
                      <a:lnTo>
                        <a:pt x="92" y="182"/>
                      </a:lnTo>
                      <a:lnTo>
                        <a:pt x="88" y="186"/>
                      </a:lnTo>
                      <a:lnTo>
                        <a:pt x="86" y="190"/>
                      </a:lnTo>
                      <a:lnTo>
                        <a:pt x="86" y="190"/>
                      </a:lnTo>
                      <a:lnTo>
                        <a:pt x="86" y="192"/>
                      </a:lnTo>
                      <a:lnTo>
                        <a:pt x="86" y="194"/>
                      </a:lnTo>
                      <a:lnTo>
                        <a:pt x="84" y="198"/>
                      </a:lnTo>
                      <a:lnTo>
                        <a:pt x="82" y="200"/>
                      </a:lnTo>
                      <a:lnTo>
                        <a:pt x="78" y="202"/>
                      </a:lnTo>
                      <a:lnTo>
                        <a:pt x="74" y="204"/>
                      </a:lnTo>
                      <a:lnTo>
                        <a:pt x="68" y="204"/>
                      </a:lnTo>
                      <a:lnTo>
                        <a:pt x="68" y="202"/>
                      </a:lnTo>
                      <a:lnTo>
                        <a:pt x="66" y="202"/>
                      </a:lnTo>
                      <a:lnTo>
                        <a:pt x="64" y="202"/>
                      </a:lnTo>
                      <a:lnTo>
                        <a:pt x="60" y="200"/>
                      </a:lnTo>
                      <a:lnTo>
                        <a:pt x="58" y="202"/>
                      </a:lnTo>
                      <a:lnTo>
                        <a:pt x="58" y="204"/>
                      </a:lnTo>
                      <a:lnTo>
                        <a:pt x="56" y="204"/>
                      </a:lnTo>
                      <a:lnTo>
                        <a:pt x="46" y="208"/>
                      </a:lnTo>
                      <a:lnTo>
                        <a:pt x="32" y="210"/>
                      </a:lnTo>
                      <a:lnTo>
                        <a:pt x="12" y="212"/>
                      </a:lnTo>
                      <a:lnTo>
                        <a:pt x="12" y="212"/>
                      </a:lnTo>
                      <a:lnTo>
                        <a:pt x="12" y="210"/>
                      </a:lnTo>
                      <a:lnTo>
                        <a:pt x="10" y="206"/>
                      </a:lnTo>
                      <a:lnTo>
                        <a:pt x="10" y="204"/>
                      </a:lnTo>
                      <a:lnTo>
                        <a:pt x="6" y="202"/>
                      </a:lnTo>
                      <a:lnTo>
                        <a:pt x="6" y="200"/>
                      </a:lnTo>
                      <a:lnTo>
                        <a:pt x="4" y="198"/>
                      </a:lnTo>
                      <a:lnTo>
                        <a:pt x="2" y="194"/>
                      </a:lnTo>
                      <a:lnTo>
                        <a:pt x="2" y="190"/>
                      </a:lnTo>
                      <a:lnTo>
                        <a:pt x="2" y="184"/>
                      </a:lnTo>
                      <a:lnTo>
                        <a:pt x="4" y="184"/>
                      </a:lnTo>
                      <a:lnTo>
                        <a:pt x="6" y="186"/>
                      </a:lnTo>
                      <a:lnTo>
                        <a:pt x="8" y="184"/>
                      </a:lnTo>
                      <a:lnTo>
                        <a:pt x="12" y="184"/>
                      </a:lnTo>
                      <a:lnTo>
                        <a:pt x="14" y="182"/>
                      </a:lnTo>
                      <a:lnTo>
                        <a:pt x="18" y="180"/>
                      </a:lnTo>
                      <a:lnTo>
                        <a:pt x="18" y="176"/>
                      </a:lnTo>
                      <a:lnTo>
                        <a:pt x="18" y="174"/>
                      </a:lnTo>
                      <a:lnTo>
                        <a:pt x="18" y="172"/>
                      </a:lnTo>
                      <a:lnTo>
                        <a:pt x="16" y="168"/>
                      </a:lnTo>
                      <a:lnTo>
                        <a:pt x="14" y="162"/>
                      </a:lnTo>
                      <a:lnTo>
                        <a:pt x="12" y="156"/>
                      </a:lnTo>
                      <a:lnTo>
                        <a:pt x="12" y="152"/>
                      </a:lnTo>
                      <a:lnTo>
                        <a:pt x="12" y="150"/>
                      </a:lnTo>
                      <a:lnTo>
                        <a:pt x="12" y="146"/>
                      </a:lnTo>
                      <a:lnTo>
                        <a:pt x="14" y="144"/>
                      </a:lnTo>
                      <a:lnTo>
                        <a:pt x="12" y="140"/>
                      </a:lnTo>
                      <a:lnTo>
                        <a:pt x="12" y="136"/>
                      </a:lnTo>
                      <a:lnTo>
                        <a:pt x="10" y="132"/>
                      </a:lnTo>
                      <a:lnTo>
                        <a:pt x="10" y="132"/>
                      </a:lnTo>
                      <a:lnTo>
                        <a:pt x="10" y="130"/>
                      </a:lnTo>
                      <a:lnTo>
                        <a:pt x="8" y="130"/>
                      </a:lnTo>
                      <a:lnTo>
                        <a:pt x="6" y="128"/>
                      </a:lnTo>
                      <a:lnTo>
                        <a:pt x="4" y="126"/>
                      </a:lnTo>
                      <a:lnTo>
                        <a:pt x="0" y="128"/>
                      </a:lnTo>
                      <a:lnTo>
                        <a:pt x="0" y="126"/>
                      </a:lnTo>
                      <a:lnTo>
                        <a:pt x="0" y="124"/>
                      </a:lnTo>
                      <a:lnTo>
                        <a:pt x="2" y="120"/>
                      </a:lnTo>
                      <a:lnTo>
                        <a:pt x="4" y="114"/>
                      </a:lnTo>
                      <a:lnTo>
                        <a:pt x="6" y="104"/>
                      </a:lnTo>
                      <a:lnTo>
                        <a:pt x="4" y="104"/>
                      </a:lnTo>
                      <a:lnTo>
                        <a:pt x="4" y="102"/>
                      </a:lnTo>
                      <a:lnTo>
                        <a:pt x="4" y="100"/>
                      </a:lnTo>
                      <a:lnTo>
                        <a:pt x="6" y="96"/>
                      </a:lnTo>
                      <a:lnTo>
                        <a:pt x="8" y="92"/>
                      </a:lnTo>
                      <a:lnTo>
                        <a:pt x="12" y="88"/>
                      </a:lnTo>
                      <a:lnTo>
                        <a:pt x="18" y="82"/>
                      </a:lnTo>
                      <a:lnTo>
                        <a:pt x="18" y="78"/>
                      </a:lnTo>
                      <a:lnTo>
                        <a:pt x="18" y="66"/>
                      </a:lnTo>
                      <a:lnTo>
                        <a:pt x="18" y="50"/>
                      </a:lnTo>
                      <a:lnTo>
                        <a:pt x="20" y="38"/>
                      </a:lnTo>
                      <a:lnTo>
                        <a:pt x="26" y="30"/>
                      </a:lnTo>
                      <a:lnTo>
                        <a:pt x="24" y="30"/>
                      </a:lnTo>
                      <a:lnTo>
                        <a:pt x="24" y="26"/>
                      </a:lnTo>
                      <a:lnTo>
                        <a:pt x="22" y="22"/>
                      </a:lnTo>
                      <a:lnTo>
                        <a:pt x="20" y="16"/>
                      </a:lnTo>
                      <a:lnTo>
                        <a:pt x="18" y="12"/>
                      </a:lnTo>
                      <a:lnTo>
                        <a:pt x="18" y="6"/>
                      </a:lnTo>
                      <a:lnTo>
                        <a:pt x="18"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8" name="Freeform 466">
                  <a:extLst>
                    <a:ext uri="{FF2B5EF4-FFF2-40B4-BE49-F238E27FC236}">
                      <a16:creationId xmlns:a16="http://schemas.microsoft.com/office/drawing/2014/main" id="{57ADAAC8-3823-964C-7A07-E7CE00E2BAAF}"/>
                    </a:ext>
                  </a:extLst>
                </p:cNvPr>
                <p:cNvSpPr/>
                <p:nvPr/>
              </p:nvSpPr>
              <p:spPr bwMode="gray">
                <a:xfrm>
                  <a:off x="1283196" y="4150934"/>
                  <a:ext cx="403604" cy="462537"/>
                </a:xfrm>
                <a:custGeom>
                  <a:avLst/>
                  <a:gdLst>
                    <a:gd name="T0" fmla="*/ 186 w 218"/>
                    <a:gd name="T1" fmla="*/ 4 h 250"/>
                    <a:gd name="T2" fmla="*/ 174 w 218"/>
                    <a:gd name="T3" fmla="*/ 16 h 250"/>
                    <a:gd name="T4" fmla="*/ 28 w 218"/>
                    <a:gd name="T5" fmla="*/ 22 h 250"/>
                    <a:gd name="T6" fmla="*/ 24 w 218"/>
                    <a:gd name="T7" fmla="*/ 82 h 250"/>
                    <a:gd name="T8" fmla="*/ 14 w 218"/>
                    <a:gd name="T9" fmla="*/ 84 h 250"/>
                    <a:gd name="T10" fmla="*/ 10 w 218"/>
                    <a:gd name="T11" fmla="*/ 90 h 250"/>
                    <a:gd name="T12" fmla="*/ 6 w 218"/>
                    <a:gd name="T13" fmla="*/ 100 h 250"/>
                    <a:gd name="T14" fmla="*/ 2 w 218"/>
                    <a:gd name="T15" fmla="*/ 106 h 250"/>
                    <a:gd name="T16" fmla="*/ 0 w 218"/>
                    <a:gd name="T17" fmla="*/ 110 h 250"/>
                    <a:gd name="T18" fmla="*/ 4 w 218"/>
                    <a:gd name="T19" fmla="*/ 122 h 250"/>
                    <a:gd name="T20" fmla="*/ 6 w 218"/>
                    <a:gd name="T21" fmla="*/ 128 h 250"/>
                    <a:gd name="T22" fmla="*/ 6 w 218"/>
                    <a:gd name="T23" fmla="*/ 136 h 250"/>
                    <a:gd name="T24" fmla="*/ 6 w 218"/>
                    <a:gd name="T25" fmla="*/ 152 h 250"/>
                    <a:gd name="T26" fmla="*/ 14 w 218"/>
                    <a:gd name="T27" fmla="*/ 174 h 250"/>
                    <a:gd name="T28" fmla="*/ 24 w 218"/>
                    <a:gd name="T29" fmla="*/ 186 h 250"/>
                    <a:gd name="T30" fmla="*/ 32 w 218"/>
                    <a:gd name="T31" fmla="*/ 196 h 250"/>
                    <a:gd name="T32" fmla="*/ 50 w 218"/>
                    <a:gd name="T33" fmla="*/ 222 h 250"/>
                    <a:gd name="T34" fmla="*/ 56 w 218"/>
                    <a:gd name="T35" fmla="*/ 230 h 250"/>
                    <a:gd name="T36" fmla="*/ 66 w 218"/>
                    <a:gd name="T37" fmla="*/ 238 h 250"/>
                    <a:gd name="T38" fmla="*/ 78 w 218"/>
                    <a:gd name="T39" fmla="*/ 240 h 250"/>
                    <a:gd name="T40" fmla="*/ 88 w 218"/>
                    <a:gd name="T41" fmla="*/ 250 h 250"/>
                    <a:gd name="T42" fmla="*/ 114 w 218"/>
                    <a:gd name="T43" fmla="*/ 250 h 250"/>
                    <a:gd name="T44" fmla="*/ 138 w 218"/>
                    <a:gd name="T45" fmla="*/ 250 h 250"/>
                    <a:gd name="T46" fmla="*/ 180 w 218"/>
                    <a:gd name="T47" fmla="*/ 244 h 250"/>
                    <a:gd name="T48" fmla="*/ 180 w 218"/>
                    <a:gd name="T49" fmla="*/ 222 h 250"/>
                    <a:gd name="T50" fmla="*/ 172 w 218"/>
                    <a:gd name="T51" fmla="*/ 210 h 250"/>
                    <a:gd name="T52" fmla="*/ 160 w 218"/>
                    <a:gd name="T53" fmla="*/ 196 h 250"/>
                    <a:gd name="T54" fmla="*/ 154 w 218"/>
                    <a:gd name="T55" fmla="*/ 192 h 250"/>
                    <a:gd name="T56" fmla="*/ 152 w 218"/>
                    <a:gd name="T57" fmla="*/ 184 h 250"/>
                    <a:gd name="T58" fmla="*/ 156 w 218"/>
                    <a:gd name="T59" fmla="*/ 176 h 250"/>
                    <a:gd name="T60" fmla="*/ 156 w 218"/>
                    <a:gd name="T61" fmla="*/ 158 h 250"/>
                    <a:gd name="T62" fmla="*/ 160 w 218"/>
                    <a:gd name="T63" fmla="*/ 150 h 250"/>
                    <a:gd name="T64" fmla="*/ 176 w 218"/>
                    <a:gd name="T65" fmla="*/ 130 h 250"/>
                    <a:gd name="T66" fmla="*/ 188 w 218"/>
                    <a:gd name="T67" fmla="*/ 108 h 250"/>
                    <a:gd name="T68" fmla="*/ 192 w 218"/>
                    <a:gd name="T69" fmla="*/ 94 h 250"/>
                    <a:gd name="T70" fmla="*/ 200 w 218"/>
                    <a:gd name="T71" fmla="*/ 82 h 250"/>
                    <a:gd name="T72" fmla="*/ 208 w 218"/>
                    <a:gd name="T73" fmla="*/ 78 h 250"/>
                    <a:gd name="T74" fmla="*/ 216 w 218"/>
                    <a:gd name="T75" fmla="*/ 70 h 250"/>
                    <a:gd name="T76" fmla="*/ 218 w 218"/>
                    <a:gd name="T77" fmla="*/ 66 h 250"/>
                    <a:gd name="T78" fmla="*/ 212 w 218"/>
                    <a:gd name="T79" fmla="*/ 54 h 250"/>
                    <a:gd name="T80" fmla="*/ 204 w 218"/>
                    <a:gd name="T81" fmla="*/ 40 h 250"/>
                    <a:gd name="T82" fmla="*/ 200 w 218"/>
                    <a:gd name="T83" fmla="*/ 32 h 250"/>
                    <a:gd name="T84" fmla="*/ 200 w 218"/>
                    <a:gd name="T85" fmla="*/ 22 h 250"/>
                    <a:gd name="T86" fmla="*/ 192 w 218"/>
                    <a:gd name="T87" fmla="*/ 8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8" h="250">
                      <a:moveTo>
                        <a:pt x="188" y="0"/>
                      </a:moveTo>
                      <a:lnTo>
                        <a:pt x="188" y="2"/>
                      </a:lnTo>
                      <a:lnTo>
                        <a:pt x="186" y="4"/>
                      </a:lnTo>
                      <a:lnTo>
                        <a:pt x="184" y="8"/>
                      </a:lnTo>
                      <a:lnTo>
                        <a:pt x="180" y="12"/>
                      </a:lnTo>
                      <a:lnTo>
                        <a:pt x="174" y="16"/>
                      </a:lnTo>
                      <a:lnTo>
                        <a:pt x="168" y="20"/>
                      </a:lnTo>
                      <a:lnTo>
                        <a:pt x="160" y="22"/>
                      </a:lnTo>
                      <a:lnTo>
                        <a:pt x="28" y="22"/>
                      </a:lnTo>
                      <a:lnTo>
                        <a:pt x="28" y="84"/>
                      </a:lnTo>
                      <a:lnTo>
                        <a:pt x="28" y="82"/>
                      </a:lnTo>
                      <a:lnTo>
                        <a:pt x="24" y="82"/>
                      </a:lnTo>
                      <a:lnTo>
                        <a:pt x="20" y="82"/>
                      </a:lnTo>
                      <a:lnTo>
                        <a:pt x="18" y="82"/>
                      </a:lnTo>
                      <a:lnTo>
                        <a:pt x="14" y="84"/>
                      </a:lnTo>
                      <a:lnTo>
                        <a:pt x="10" y="86"/>
                      </a:lnTo>
                      <a:lnTo>
                        <a:pt x="10" y="90"/>
                      </a:lnTo>
                      <a:lnTo>
                        <a:pt x="10" y="90"/>
                      </a:lnTo>
                      <a:lnTo>
                        <a:pt x="8" y="94"/>
                      </a:lnTo>
                      <a:lnTo>
                        <a:pt x="8" y="98"/>
                      </a:lnTo>
                      <a:lnTo>
                        <a:pt x="6" y="100"/>
                      </a:lnTo>
                      <a:lnTo>
                        <a:pt x="6" y="102"/>
                      </a:lnTo>
                      <a:lnTo>
                        <a:pt x="4" y="104"/>
                      </a:lnTo>
                      <a:lnTo>
                        <a:pt x="2" y="106"/>
                      </a:lnTo>
                      <a:lnTo>
                        <a:pt x="0" y="108"/>
                      </a:lnTo>
                      <a:lnTo>
                        <a:pt x="0" y="110"/>
                      </a:lnTo>
                      <a:lnTo>
                        <a:pt x="0" y="110"/>
                      </a:lnTo>
                      <a:lnTo>
                        <a:pt x="0" y="114"/>
                      </a:lnTo>
                      <a:lnTo>
                        <a:pt x="2" y="118"/>
                      </a:lnTo>
                      <a:lnTo>
                        <a:pt x="4" y="122"/>
                      </a:lnTo>
                      <a:lnTo>
                        <a:pt x="4" y="122"/>
                      </a:lnTo>
                      <a:lnTo>
                        <a:pt x="6" y="124"/>
                      </a:lnTo>
                      <a:lnTo>
                        <a:pt x="6" y="128"/>
                      </a:lnTo>
                      <a:lnTo>
                        <a:pt x="6" y="132"/>
                      </a:lnTo>
                      <a:lnTo>
                        <a:pt x="6" y="132"/>
                      </a:lnTo>
                      <a:lnTo>
                        <a:pt x="6" y="136"/>
                      </a:lnTo>
                      <a:lnTo>
                        <a:pt x="4" y="140"/>
                      </a:lnTo>
                      <a:lnTo>
                        <a:pt x="4" y="146"/>
                      </a:lnTo>
                      <a:lnTo>
                        <a:pt x="6" y="152"/>
                      </a:lnTo>
                      <a:lnTo>
                        <a:pt x="12" y="170"/>
                      </a:lnTo>
                      <a:lnTo>
                        <a:pt x="12" y="170"/>
                      </a:lnTo>
                      <a:lnTo>
                        <a:pt x="14" y="174"/>
                      </a:lnTo>
                      <a:lnTo>
                        <a:pt x="16" y="178"/>
                      </a:lnTo>
                      <a:lnTo>
                        <a:pt x="20" y="182"/>
                      </a:lnTo>
                      <a:lnTo>
                        <a:pt x="24" y="186"/>
                      </a:lnTo>
                      <a:lnTo>
                        <a:pt x="26" y="190"/>
                      </a:lnTo>
                      <a:lnTo>
                        <a:pt x="30" y="194"/>
                      </a:lnTo>
                      <a:lnTo>
                        <a:pt x="32" y="196"/>
                      </a:lnTo>
                      <a:lnTo>
                        <a:pt x="38" y="204"/>
                      </a:lnTo>
                      <a:lnTo>
                        <a:pt x="44" y="214"/>
                      </a:lnTo>
                      <a:lnTo>
                        <a:pt x="50" y="222"/>
                      </a:lnTo>
                      <a:lnTo>
                        <a:pt x="54" y="228"/>
                      </a:lnTo>
                      <a:lnTo>
                        <a:pt x="54" y="230"/>
                      </a:lnTo>
                      <a:lnTo>
                        <a:pt x="56" y="230"/>
                      </a:lnTo>
                      <a:lnTo>
                        <a:pt x="60" y="234"/>
                      </a:lnTo>
                      <a:lnTo>
                        <a:pt x="62" y="236"/>
                      </a:lnTo>
                      <a:lnTo>
                        <a:pt x="66" y="238"/>
                      </a:lnTo>
                      <a:lnTo>
                        <a:pt x="72" y="240"/>
                      </a:lnTo>
                      <a:lnTo>
                        <a:pt x="76" y="240"/>
                      </a:lnTo>
                      <a:lnTo>
                        <a:pt x="78" y="240"/>
                      </a:lnTo>
                      <a:lnTo>
                        <a:pt x="80" y="242"/>
                      </a:lnTo>
                      <a:lnTo>
                        <a:pt x="84" y="244"/>
                      </a:lnTo>
                      <a:lnTo>
                        <a:pt x="88" y="250"/>
                      </a:lnTo>
                      <a:lnTo>
                        <a:pt x="92" y="250"/>
                      </a:lnTo>
                      <a:lnTo>
                        <a:pt x="102" y="250"/>
                      </a:lnTo>
                      <a:lnTo>
                        <a:pt x="114" y="250"/>
                      </a:lnTo>
                      <a:lnTo>
                        <a:pt x="122" y="250"/>
                      </a:lnTo>
                      <a:lnTo>
                        <a:pt x="126" y="250"/>
                      </a:lnTo>
                      <a:lnTo>
                        <a:pt x="138" y="250"/>
                      </a:lnTo>
                      <a:lnTo>
                        <a:pt x="152" y="248"/>
                      </a:lnTo>
                      <a:lnTo>
                        <a:pt x="168" y="246"/>
                      </a:lnTo>
                      <a:lnTo>
                        <a:pt x="180" y="244"/>
                      </a:lnTo>
                      <a:lnTo>
                        <a:pt x="184" y="240"/>
                      </a:lnTo>
                      <a:lnTo>
                        <a:pt x="182" y="222"/>
                      </a:lnTo>
                      <a:lnTo>
                        <a:pt x="180" y="222"/>
                      </a:lnTo>
                      <a:lnTo>
                        <a:pt x="178" y="218"/>
                      </a:lnTo>
                      <a:lnTo>
                        <a:pt x="176" y="214"/>
                      </a:lnTo>
                      <a:lnTo>
                        <a:pt x="172" y="210"/>
                      </a:lnTo>
                      <a:lnTo>
                        <a:pt x="168" y="204"/>
                      </a:lnTo>
                      <a:lnTo>
                        <a:pt x="164" y="200"/>
                      </a:lnTo>
                      <a:lnTo>
                        <a:pt x="160" y="196"/>
                      </a:lnTo>
                      <a:lnTo>
                        <a:pt x="158" y="194"/>
                      </a:lnTo>
                      <a:lnTo>
                        <a:pt x="156" y="194"/>
                      </a:lnTo>
                      <a:lnTo>
                        <a:pt x="154" y="192"/>
                      </a:lnTo>
                      <a:lnTo>
                        <a:pt x="152" y="190"/>
                      </a:lnTo>
                      <a:lnTo>
                        <a:pt x="152" y="188"/>
                      </a:lnTo>
                      <a:lnTo>
                        <a:pt x="152" y="184"/>
                      </a:lnTo>
                      <a:lnTo>
                        <a:pt x="156" y="182"/>
                      </a:lnTo>
                      <a:lnTo>
                        <a:pt x="156" y="180"/>
                      </a:lnTo>
                      <a:lnTo>
                        <a:pt x="156" y="176"/>
                      </a:lnTo>
                      <a:lnTo>
                        <a:pt x="156" y="172"/>
                      </a:lnTo>
                      <a:lnTo>
                        <a:pt x="156" y="166"/>
                      </a:lnTo>
                      <a:lnTo>
                        <a:pt x="156" y="158"/>
                      </a:lnTo>
                      <a:lnTo>
                        <a:pt x="156" y="158"/>
                      </a:lnTo>
                      <a:lnTo>
                        <a:pt x="158" y="154"/>
                      </a:lnTo>
                      <a:lnTo>
                        <a:pt x="160" y="150"/>
                      </a:lnTo>
                      <a:lnTo>
                        <a:pt x="164" y="144"/>
                      </a:lnTo>
                      <a:lnTo>
                        <a:pt x="168" y="136"/>
                      </a:lnTo>
                      <a:lnTo>
                        <a:pt x="176" y="130"/>
                      </a:lnTo>
                      <a:lnTo>
                        <a:pt x="178" y="128"/>
                      </a:lnTo>
                      <a:lnTo>
                        <a:pt x="182" y="118"/>
                      </a:lnTo>
                      <a:lnTo>
                        <a:pt x="188" y="108"/>
                      </a:lnTo>
                      <a:lnTo>
                        <a:pt x="188" y="98"/>
                      </a:lnTo>
                      <a:lnTo>
                        <a:pt x="190" y="96"/>
                      </a:lnTo>
                      <a:lnTo>
                        <a:pt x="192" y="94"/>
                      </a:lnTo>
                      <a:lnTo>
                        <a:pt x="194" y="90"/>
                      </a:lnTo>
                      <a:lnTo>
                        <a:pt x="198" y="86"/>
                      </a:lnTo>
                      <a:lnTo>
                        <a:pt x="200" y="82"/>
                      </a:lnTo>
                      <a:lnTo>
                        <a:pt x="204" y="80"/>
                      </a:lnTo>
                      <a:lnTo>
                        <a:pt x="206" y="78"/>
                      </a:lnTo>
                      <a:lnTo>
                        <a:pt x="208" y="78"/>
                      </a:lnTo>
                      <a:lnTo>
                        <a:pt x="212" y="76"/>
                      </a:lnTo>
                      <a:lnTo>
                        <a:pt x="214" y="72"/>
                      </a:lnTo>
                      <a:lnTo>
                        <a:pt x="216" y="70"/>
                      </a:lnTo>
                      <a:lnTo>
                        <a:pt x="218" y="68"/>
                      </a:lnTo>
                      <a:lnTo>
                        <a:pt x="218" y="68"/>
                      </a:lnTo>
                      <a:lnTo>
                        <a:pt x="218" y="66"/>
                      </a:lnTo>
                      <a:lnTo>
                        <a:pt x="216" y="64"/>
                      </a:lnTo>
                      <a:lnTo>
                        <a:pt x="214" y="60"/>
                      </a:lnTo>
                      <a:lnTo>
                        <a:pt x="212" y="54"/>
                      </a:lnTo>
                      <a:lnTo>
                        <a:pt x="210" y="50"/>
                      </a:lnTo>
                      <a:lnTo>
                        <a:pt x="206" y="44"/>
                      </a:lnTo>
                      <a:lnTo>
                        <a:pt x="204" y="40"/>
                      </a:lnTo>
                      <a:lnTo>
                        <a:pt x="204" y="38"/>
                      </a:lnTo>
                      <a:lnTo>
                        <a:pt x="202" y="34"/>
                      </a:lnTo>
                      <a:lnTo>
                        <a:pt x="200" y="32"/>
                      </a:lnTo>
                      <a:lnTo>
                        <a:pt x="200" y="28"/>
                      </a:lnTo>
                      <a:lnTo>
                        <a:pt x="200" y="22"/>
                      </a:lnTo>
                      <a:lnTo>
                        <a:pt x="200" y="22"/>
                      </a:lnTo>
                      <a:lnTo>
                        <a:pt x="198" y="18"/>
                      </a:lnTo>
                      <a:lnTo>
                        <a:pt x="196" y="12"/>
                      </a:lnTo>
                      <a:lnTo>
                        <a:pt x="192" y="8"/>
                      </a:lnTo>
                      <a:lnTo>
                        <a:pt x="188"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39" name="Freeform 467">
                  <a:extLst>
                    <a:ext uri="{FF2B5EF4-FFF2-40B4-BE49-F238E27FC236}">
                      <a16:creationId xmlns:a16="http://schemas.microsoft.com/office/drawing/2014/main" id="{0E46A5CA-E94B-4632-79FA-13C74281F37C}"/>
                    </a:ext>
                  </a:extLst>
                </p:cNvPr>
                <p:cNvSpPr/>
                <p:nvPr/>
              </p:nvSpPr>
              <p:spPr bwMode="gray">
                <a:xfrm>
                  <a:off x="1105462" y="4465460"/>
                  <a:ext cx="274007" cy="155413"/>
                </a:xfrm>
                <a:custGeom>
                  <a:avLst/>
                  <a:gdLst>
                    <a:gd name="T0" fmla="*/ 106 w 148"/>
                    <a:gd name="T1" fmla="*/ 0 h 84"/>
                    <a:gd name="T2" fmla="*/ 98 w 148"/>
                    <a:gd name="T3" fmla="*/ 2 h 84"/>
                    <a:gd name="T4" fmla="*/ 90 w 148"/>
                    <a:gd name="T5" fmla="*/ 6 h 84"/>
                    <a:gd name="T6" fmla="*/ 84 w 148"/>
                    <a:gd name="T7" fmla="*/ 12 h 84"/>
                    <a:gd name="T8" fmla="*/ 82 w 148"/>
                    <a:gd name="T9" fmla="*/ 22 h 84"/>
                    <a:gd name="T10" fmla="*/ 76 w 148"/>
                    <a:gd name="T11" fmla="*/ 28 h 84"/>
                    <a:gd name="T12" fmla="*/ 70 w 148"/>
                    <a:gd name="T13" fmla="*/ 28 h 84"/>
                    <a:gd name="T14" fmla="*/ 64 w 148"/>
                    <a:gd name="T15" fmla="*/ 26 h 84"/>
                    <a:gd name="T16" fmla="*/ 60 w 148"/>
                    <a:gd name="T17" fmla="*/ 26 h 84"/>
                    <a:gd name="T18" fmla="*/ 58 w 148"/>
                    <a:gd name="T19" fmla="*/ 26 h 84"/>
                    <a:gd name="T20" fmla="*/ 54 w 148"/>
                    <a:gd name="T21" fmla="*/ 28 h 84"/>
                    <a:gd name="T22" fmla="*/ 48 w 148"/>
                    <a:gd name="T23" fmla="*/ 30 h 84"/>
                    <a:gd name="T24" fmla="*/ 36 w 148"/>
                    <a:gd name="T25" fmla="*/ 34 h 84"/>
                    <a:gd name="T26" fmla="*/ 26 w 148"/>
                    <a:gd name="T27" fmla="*/ 36 h 84"/>
                    <a:gd name="T28" fmla="*/ 10 w 148"/>
                    <a:gd name="T29" fmla="*/ 38 h 84"/>
                    <a:gd name="T30" fmla="*/ 6 w 148"/>
                    <a:gd name="T31" fmla="*/ 46 h 84"/>
                    <a:gd name="T32" fmla="*/ 4 w 148"/>
                    <a:gd name="T33" fmla="*/ 50 h 84"/>
                    <a:gd name="T34" fmla="*/ 0 w 148"/>
                    <a:gd name="T35" fmla="*/ 50 h 84"/>
                    <a:gd name="T36" fmla="*/ 2 w 148"/>
                    <a:gd name="T37" fmla="*/ 52 h 84"/>
                    <a:gd name="T38" fmla="*/ 4 w 148"/>
                    <a:gd name="T39" fmla="*/ 54 h 84"/>
                    <a:gd name="T40" fmla="*/ 6 w 148"/>
                    <a:gd name="T41" fmla="*/ 60 h 84"/>
                    <a:gd name="T42" fmla="*/ 10 w 148"/>
                    <a:gd name="T43" fmla="*/ 70 h 84"/>
                    <a:gd name="T44" fmla="*/ 26 w 148"/>
                    <a:gd name="T45" fmla="*/ 84 h 84"/>
                    <a:gd name="T46" fmla="*/ 38 w 148"/>
                    <a:gd name="T47" fmla="*/ 74 h 84"/>
                    <a:gd name="T48" fmla="*/ 42 w 148"/>
                    <a:gd name="T49" fmla="*/ 68 h 84"/>
                    <a:gd name="T50" fmla="*/ 48 w 148"/>
                    <a:gd name="T51" fmla="*/ 62 h 84"/>
                    <a:gd name="T52" fmla="*/ 58 w 148"/>
                    <a:gd name="T53" fmla="*/ 60 h 84"/>
                    <a:gd name="T54" fmla="*/ 60 w 148"/>
                    <a:gd name="T55" fmla="*/ 62 h 84"/>
                    <a:gd name="T56" fmla="*/ 62 w 148"/>
                    <a:gd name="T57" fmla="*/ 68 h 84"/>
                    <a:gd name="T58" fmla="*/ 64 w 148"/>
                    <a:gd name="T59" fmla="*/ 70 h 84"/>
                    <a:gd name="T60" fmla="*/ 74 w 148"/>
                    <a:gd name="T61" fmla="*/ 68 h 84"/>
                    <a:gd name="T62" fmla="*/ 86 w 148"/>
                    <a:gd name="T63" fmla="*/ 68 h 84"/>
                    <a:gd name="T64" fmla="*/ 118 w 148"/>
                    <a:gd name="T65" fmla="*/ 62 h 84"/>
                    <a:gd name="T66" fmla="*/ 146 w 148"/>
                    <a:gd name="T67" fmla="*/ 52 h 84"/>
                    <a:gd name="T68" fmla="*/ 132 w 148"/>
                    <a:gd name="T69" fmla="*/ 34 h 84"/>
                    <a:gd name="T70" fmla="*/ 122 w 148"/>
                    <a:gd name="T71" fmla="*/ 22 h 84"/>
                    <a:gd name="T72" fmla="*/ 118 w 148"/>
                    <a:gd name="T73" fmla="*/ 16 h 84"/>
                    <a:gd name="T74" fmla="*/ 112 w 148"/>
                    <a:gd name="T75" fmla="*/ 8 h 84"/>
                    <a:gd name="T76" fmla="*/ 106 w 148"/>
                    <a:gd name="T7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8" h="84">
                      <a:moveTo>
                        <a:pt x="106" y="0"/>
                      </a:moveTo>
                      <a:lnTo>
                        <a:pt x="106" y="0"/>
                      </a:lnTo>
                      <a:lnTo>
                        <a:pt x="102" y="0"/>
                      </a:lnTo>
                      <a:lnTo>
                        <a:pt x="98" y="2"/>
                      </a:lnTo>
                      <a:lnTo>
                        <a:pt x="94" y="4"/>
                      </a:lnTo>
                      <a:lnTo>
                        <a:pt x="90" y="6"/>
                      </a:lnTo>
                      <a:lnTo>
                        <a:pt x="86" y="10"/>
                      </a:lnTo>
                      <a:lnTo>
                        <a:pt x="84" y="12"/>
                      </a:lnTo>
                      <a:lnTo>
                        <a:pt x="84" y="18"/>
                      </a:lnTo>
                      <a:lnTo>
                        <a:pt x="82" y="22"/>
                      </a:lnTo>
                      <a:lnTo>
                        <a:pt x="78" y="26"/>
                      </a:lnTo>
                      <a:lnTo>
                        <a:pt x="76" y="28"/>
                      </a:lnTo>
                      <a:lnTo>
                        <a:pt x="74" y="28"/>
                      </a:lnTo>
                      <a:lnTo>
                        <a:pt x="70" y="28"/>
                      </a:lnTo>
                      <a:lnTo>
                        <a:pt x="68" y="28"/>
                      </a:lnTo>
                      <a:lnTo>
                        <a:pt x="64" y="26"/>
                      </a:lnTo>
                      <a:lnTo>
                        <a:pt x="62" y="26"/>
                      </a:lnTo>
                      <a:lnTo>
                        <a:pt x="60" y="26"/>
                      </a:lnTo>
                      <a:lnTo>
                        <a:pt x="60" y="24"/>
                      </a:lnTo>
                      <a:lnTo>
                        <a:pt x="58" y="26"/>
                      </a:lnTo>
                      <a:lnTo>
                        <a:pt x="56" y="28"/>
                      </a:lnTo>
                      <a:lnTo>
                        <a:pt x="54" y="28"/>
                      </a:lnTo>
                      <a:lnTo>
                        <a:pt x="52" y="28"/>
                      </a:lnTo>
                      <a:lnTo>
                        <a:pt x="48" y="30"/>
                      </a:lnTo>
                      <a:lnTo>
                        <a:pt x="42" y="32"/>
                      </a:lnTo>
                      <a:lnTo>
                        <a:pt x="36" y="34"/>
                      </a:lnTo>
                      <a:lnTo>
                        <a:pt x="30" y="36"/>
                      </a:lnTo>
                      <a:lnTo>
                        <a:pt x="26" y="36"/>
                      </a:lnTo>
                      <a:lnTo>
                        <a:pt x="10" y="36"/>
                      </a:lnTo>
                      <a:lnTo>
                        <a:pt x="10" y="38"/>
                      </a:lnTo>
                      <a:lnTo>
                        <a:pt x="8" y="42"/>
                      </a:lnTo>
                      <a:lnTo>
                        <a:pt x="6" y="46"/>
                      </a:lnTo>
                      <a:lnTo>
                        <a:pt x="4" y="50"/>
                      </a:lnTo>
                      <a:lnTo>
                        <a:pt x="4" y="50"/>
                      </a:lnTo>
                      <a:lnTo>
                        <a:pt x="2" y="50"/>
                      </a:lnTo>
                      <a:lnTo>
                        <a:pt x="0" y="50"/>
                      </a:lnTo>
                      <a:lnTo>
                        <a:pt x="2" y="52"/>
                      </a:lnTo>
                      <a:lnTo>
                        <a:pt x="2" y="52"/>
                      </a:lnTo>
                      <a:lnTo>
                        <a:pt x="4" y="52"/>
                      </a:lnTo>
                      <a:lnTo>
                        <a:pt x="4" y="54"/>
                      </a:lnTo>
                      <a:lnTo>
                        <a:pt x="4" y="56"/>
                      </a:lnTo>
                      <a:lnTo>
                        <a:pt x="6" y="60"/>
                      </a:lnTo>
                      <a:lnTo>
                        <a:pt x="6" y="66"/>
                      </a:lnTo>
                      <a:lnTo>
                        <a:pt x="10" y="70"/>
                      </a:lnTo>
                      <a:lnTo>
                        <a:pt x="14" y="74"/>
                      </a:lnTo>
                      <a:lnTo>
                        <a:pt x="26" y="84"/>
                      </a:lnTo>
                      <a:lnTo>
                        <a:pt x="38" y="74"/>
                      </a:lnTo>
                      <a:lnTo>
                        <a:pt x="38" y="74"/>
                      </a:lnTo>
                      <a:lnTo>
                        <a:pt x="40" y="72"/>
                      </a:lnTo>
                      <a:lnTo>
                        <a:pt x="42" y="68"/>
                      </a:lnTo>
                      <a:lnTo>
                        <a:pt x="44" y="66"/>
                      </a:lnTo>
                      <a:lnTo>
                        <a:pt x="48" y="62"/>
                      </a:lnTo>
                      <a:lnTo>
                        <a:pt x="52" y="60"/>
                      </a:lnTo>
                      <a:lnTo>
                        <a:pt x="58" y="60"/>
                      </a:lnTo>
                      <a:lnTo>
                        <a:pt x="58" y="60"/>
                      </a:lnTo>
                      <a:lnTo>
                        <a:pt x="60" y="62"/>
                      </a:lnTo>
                      <a:lnTo>
                        <a:pt x="60" y="66"/>
                      </a:lnTo>
                      <a:lnTo>
                        <a:pt x="62" y="68"/>
                      </a:lnTo>
                      <a:lnTo>
                        <a:pt x="64" y="70"/>
                      </a:lnTo>
                      <a:lnTo>
                        <a:pt x="64" y="70"/>
                      </a:lnTo>
                      <a:lnTo>
                        <a:pt x="68" y="70"/>
                      </a:lnTo>
                      <a:lnTo>
                        <a:pt x="74" y="68"/>
                      </a:lnTo>
                      <a:lnTo>
                        <a:pt x="80" y="68"/>
                      </a:lnTo>
                      <a:lnTo>
                        <a:pt x="86" y="68"/>
                      </a:lnTo>
                      <a:lnTo>
                        <a:pt x="90" y="68"/>
                      </a:lnTo>
                      <a:lnTo>
                        <a:pt x="118" y="62"/>
                      </a:lnTo>
                      <a:lnTo>
                        <a:pt x="148" y="56"/>
                      </a:lnTo>
                      <a:lnTo>
                        <a:pt x="146" y="52"/>
                      </a:lnTo>
                      <a:lnTo>
                        <a:pt x="140" y="44"/>
                      </a:lnTo>
                      <a:lnTo>
                        <a:pt x="132" y="34"/>
                      </a:lnTo>
                      <a:lnTo>
                        <a:pt x="124" y="22"/>
                      </a:lnTo>
                      <a:lnTo>
                        <a:pt x="122" y="22"/>
                      </a:lnTo>
                      <a:lnTo>
                        <a:pt x="120" y="20"/>
                      </a:lnTo>
                      <a:lnTo>
                        <a:pt x="118" y="16"/>
                      </a:lnTo>
                      <a:lnTo>
                        <a:pt x="114" y="12"/>
                      </a:lnTo>
                      <a:lnTo>
                        <a:pt x="112" y="8"/>
                      </a:lnTo>
                      <a:lnTo>
                        <a:pt x="108" y="2"/>
                      </a:lnTo>
                      <a:lnTo>
                        <a:pt x="106"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0" name="Freeform 468">
                  <a:extLst>
                    <a:ext uri="{FF2B5EF4-FFF2-40B4-BE49-F238E27FC236}">
                      <a16:creationId xmlns:a16="http://schemas.microsoft.com/office/drawing/2014/main" id="{D87B48AF-F699-5F21-D91A-962ABCC365B3}"/>
                    </a:ext>
                  </a:extLst>
                </p:cNvPr>
                <p:cNvSpPr/>
                <p:nvPr/>
              </p:nvSpPr>
              <p:spPr bwMode="gray">
                <a:xfrm>
                  <a:off x="975864" y="4643074"/>
                  <a:ext cx="137003" cy="151712"/>
                </a:xfrm>
                <a:custGeom>
                  <a:avLst/>
                  <a:gdLst>
                    <a:gd name="T0" fmla="*/ 52 w 74"/>
                    <a:gd name="T1" fmla="*/ 0 h 82"/>
                    <a:gd name="T2" fmla="*/ 52 w 74"/>
                    <a:gd name="T3" fmla="*/ 6 h 82"/>
                    <a:gd name="T4" fmla="*/ 54 w 74"/>
                    <a:gd name="T5" fmla="*/ 12 h 82"/>
                    <a:gd name="T6" fmla="*/ 60 w 74"/>
                    <a:gd name="T7" fmla="*/ 12 h 82"/>
                    <a:gd name="T8" fmla="*/ 68 w 74"/>
                    <a:gd name="T9" fmla="*/ 12 h 82"/>
                    <a:gd name="T10" fmla="*/ 72 w 74"/>
                    <a:gd name="T11" fmla="*/ 12 h 82"/>
                    <a:gd name="T12" fmla="*/ 72 w 74"/>
                    <a:gd name="T13" fmla="*/ 14 h 82"/>
                    <a:gd name="T14" fmla="*/ 74 w 74"/>
                    <a:gd name="T15" fmla="*/ 22 h 82"/>
                    <a:gd name="T16" fmla="*/ 72 w 74"/>
                    <a:gd name="T17" fmla="*/ 26 h 82"/>
                    <a:gd name="T18" fmla="*/ 68 w 74"/>
                    <a:gd name="T19" fmla="*/ 26 h 82"/>
                    <a:gd name="T20" fmla="*/ 68 w 74"/>
                    <a:gd name="T21" fmla="*/ 30 h 82"/>
                    <a:gd name="T22" fmla="*/ 68 w 74"/>
                    <a:gd name="T23" fmla="*/ 36 h 82"/>
                    <a:gd name="T24" fmla="*/ 74 w 74"/>
                    <a:gd name="T25" fmla="*/ 38 h 82"/>
                    <a:gd name="T26" fmla="*/ 74 w 74"/>
                    <a:gd name="T27" fmla="*/ 42 h 82"/>
                    <a:gd name="T28" fmla="*/ 74 w 74"/>
                    <a:gd name="T29" fmla="*/ 52 h 82"/>
                    <a:gd name="T30" fmla="*/ 70 w 74"/>
                    <a:gd name="T31" fmla="*/ 60 h 82"/>
                    <a:gd name="T32" fmla="*/ 62 w 74"/>
                    <a:gd name="T33" fmla="*/ 64 h 82"/>
                    <a:gd name="T34" fmla="*/ 52 w 74"/>
                    <a:gd name="T35" fmla="*/ 66 h 82"/>
                    <a:gd name="T36" fmla="*/ 46 w 74"/>
                    <a:gd name="T37" fmla="*/ 68 h 82"/>
                    <a:gd name="T38" fmla="*/ 42 w 74"/>
                    <a:gd name="T39" fmla="*/ 68 h 82"/>
                    <a:gd name="T40" fmla="*/ 32 w 74"/>
                    <a:gd name="T41" fmla="*/ 72 h 82"/>
                    <a:gd name="T42" fmla="*/ 28 w 74"/>
                    <a:gd name="T43" fmla="*/ 78 h 82"/>
                    <a:gd name="T44" fmla="*/ 24 w 74"/>
                    <a:gd name="T45" fmla="*/ 82 h 82"/>
                    <a:gd name="T46" fmla="*/ 22 w 74"/>
                    <a:gd name="T47" fmla="*/ 74 h 82"/>
                    <a:gd name="T48" fmla="*/ 20 w 74"/>
                    <a:gd name="T49" fmla="*/ 72 h 82"/>
                    <a:gd name="T50" fmla="*/ 16 w 74"/>
                    <a:gd name="T51" fmla="*/ 68 h 82"/>
                    <a:gd name="T52" fmla="*/ 14 w 74"/>
                    <a:gd name="T53" fmla="*/ 66 h 82"/>
                    <a:gd name="T54" fmla="*/ 6 w 74"/>
                    <a:gd name="T55" fmla="*/ 58 h 82"/>
                    <a:gd name="T56" fmla="*/ 0 w 74"/>
                    <a:gd name="T57" fmla="*/ 46 h 82"/>
                    <a:gd name="T58" fmla="*/ 0 w 74"/>
                    <a:gd name="T59" fmla="*/ 46 h 82"/>
                    <a:gd name="T60" fmla="*/ 6 w 74"/>
                    <a:gd name="T61" fmla="*/ 18 h 82"/>
                    <a:gd name="T62" fmla="*/ 26 w 74"/>
                    <a:gd name="T63" fmla="*/ 18 h 82"/>
                    <a:gd name="T64" fmla="*/ 30 w 74"/>
                    <a:gd name="T65" fmla="*/ 18 h 82"/>
                    <a:gd name="T66" fmla="*/ 32 w 74"/>
                    <a:gd name="T67" fmla="*/ 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82">
                      <a:moveTo>
                        <a:pt x="32" y="2"/>
                      </a:moveTo>
                      <a:lnTo>
                        <a:pt x="52" y="0"/>
                      </a:lnTo>
                      <a:lnTo>
                        <a:pt x="52" y="2"/>
                      </a:lnTo>
                      <a:lnTo>
                        <a:pt x="52" y="6"/>
                      </a:lnTo>
                      <a:lnTo>
                        <a:pt x="52" y="10"/>
                      </a:lnTo>
                      <a:lnTo>
                        <a:pt x="54" y="12"/>
                      </a:lnTo>
                      <a:lnTo>
                        <a:pt x="56" y="12"/>
                      </a:lnTo>
                      <a:lnTo>
                        <a:pt x="60" y="12"/>
                      </a:lnTo>
                      <a:lnTo>
                        <a:pt x="64" y="12"/>
                      </a:lnTo>
                      <a:lnTo>
                        <a:pt x="68" y="12"/>
                      </a:lnTo>
                      <a:lnTo>
                        <a:pt x="72" y="12"/>
                      </a:lnTo>
                      <a:lnTo>
                        <a:pt x="72" y="12"/>
                      </a:lnTo>
                      <a:lnTo>
                        <a:pt x="72" y="12"/>
                      </a:lnTo>
                      <a:lnTo>
                        <a:pt x="72" y="14"/>
                      </a:lnTo>
                      <a:lnTo>
                        <a:pt x="74" y="18"/>
                      </a:lnTo>
                      <a:lnTo>
                        <a:pt x="74" y="22"/>
                      </a:lnTo>
                      <a:lnTo>
                        <a:pt x="72" y="26"/>
                      </a:lnTo>
                      <a:lnTo>
                        <a:pt x="72" y="26"/>
                      </a:lnTo>
                      <a:lnTo>
                        <a:pt x="70" y="26"/>
                      </a:lnTo>
                      <a:lnTo>
                        <a:pt x="68" y="26"/>
                      </a:lnTo>
                      <a:lnTo>
                        <a:pt x="68" y="28"/>
                      </a:lnTo>
                      <a:lnTo>
                        <a:pt x="68" y="30"/>
                      </a:lnTo>
                      <a:lnTo>
                        <a:pt x="68" y="34"/>
                      </a:lnTo>
                      <a:lnTo>
                        <a:pt x="68" y="36"/>
                      </a:lnTo>
                      <a:lnTo>
                        <a:pt x="68" y="36"/>
                      </a:lnTo>
                      <a:lnTo>
                        <a:pt x="74" y="38"/>
                      </a:lnTo>
                      <a:lnTo>
                        <a:pt x="74" y="38"/>
                      </a:lnTo>
                      <a:lnTo>
                        <a:pt x="74" y="42"/>
                      </a:lnTo>
                      <a:lnTo>
                        <a:pt x="74" y="46"/>
                      </a:lnTo>
                      <a:lnTo>
                        <a:pt x="74" y="52"/>
                      </a:lnTo>
                      <a:lnTo>
                        <a:pt x="72" y="56"/>
                      </a:lnTo>
                      <a:lnTo>
                        <a:pt x="70" y="60"/>
                      </a:lnTo>
                      <a:lnTo>
                        <a:pt x="68" y="62"/>
                      </a:lnTo>
                      <a:lnTo>
                        <a:pt x="62" y="64"/>
                      </a:lnTo>
                      <a:lnTo>
                        <a:pt x="56" y="66"/>
                      </a:lnTo>
                      <a:lnTo>
                        <a:pt x="52" y="66"/>
                      </a:lnTo>
                      <a:lnTo>
                        <a:pt x="48" y="68"/>
                      </a:lnTo>
                      <a:lnTo>
                        <a:pt x="46" y="68"/>
                      </a:lnTo>
                      <a:lnTo>
                        <a:pt x="44" y="62"/>
                      </a:lnTo>
                      <a:lnTo>
                        <a:pt x="42" y="68"/>
                      </a:lnTo>
                      <a:lnTo>
                        <a:pt x="32" y="72"/>
                      </a:lnTo>
                      <a:lnTo>
                        <a:pt x="32" y="72"/>
                      </a:lnTo>
                      <a:lnTo>
                        <a:pt x="30" y="74"/>
                      </a:lnTo>
                      <a:lnTo>
                        <a:pt x="28" y="78"/>
                      </a:lnTo>
                      <a:lnTo>
                        <a:pt x="26" y="80"/>
                      </a:lnTo>
                      <a:lnTo>
                        <a:pt x="24" y="82"/>
                      </a:lnTo>
                      <a:lnTo>
                        <a:pt x="24" y="82"/>
                      </a:lnTo>
                      <a:lnTo>
                        <a:pt x="22" y="74"/>
                      </a:lnTo>
                      <a:lnTo>
                        <a:pt x="22" y="74"/>
                      </a:lnTo>
                      <a:lnTo>
                        <a:pt x="20" y="72"/>
                      </a:lnTo>
                      <a:lnTo>
                        <a:pt x="20" y="68"/>
                      </a:lnTo>
                      <a:lnTo>
                        <a:pt x="16" y="68"/>
                      </a:lnTo>
                      <a:lnTo>
                        <a:pt x="16" y="66"/>
                      </a:lnTo>
                      <a:lnTo>
                        <a:pt x="14" y="66"/>
                      </a:lnTo>
                      <a:lnTo>
                        <a:pt x="10" y="62"/>
                      </a:lnTo>
                      <a:lnTo>
                        <a:pt x="6" y="58"/>
                      </a:lnTo>
                      <a:lnTo>
                        <a:pt x="2" y="54"/>
                      </a:lnTo>
                      <a:lnTo>
                        <a:pt x="0" y="46"/>
                      </a:lnTo>
                      <a:lnTo>
                        <a:pt x="0" y="46"/>
                      </a:lnTo>
                      <a:lnTo>
                        <a:pt x="0" y="46"/>
                      </a:lnTo>
                      <a:lnTo>
                        <a:pt x="0" y="44"/>
                      </a:lnTo>
                      <a:lnTo>
                        <a:pt x="6" y="18"/>
                      </a:lnTo>
                      <a:lnTo>
                        <a:pt x="26" y="18"/>
                      </a:lnTo>
                      <a:lnTo>
                        <a:pt x="26" y="18"/>
                      </a:lnTo>
                      <a:lnTo>
                        <a:pt x="28" y="18"/>
                      </a:lnTo>
                      <a:lnTo>
                        <a:pt x="30" y="18"/>
                      </a:lnTo>
                      <a:lnTo>
                        <a:pt x="30" y="14"/>
                      </a:lnTo>
                      <a:lnTo>
                        <a:pt x="32" y="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1" name="Freeform 469">
                  <a:extLst>
                    <a:ext uri="{FF2B5EF4-FFF2-40B4-BE49-F238E27FC236}">
                      <a16:creationId xmlns:a16="http://schemas.microsoft.com/office/drawing/2014/main" id="{6F97ABD5-0E69-4792-15CD-1E571078B899}"/>
                    </a:ext>
                  </a:extLst>
                </p:cNvPr>
                <p:cNvSpPr/>
                <p:nvPr/>
              </p:nvSpPr>
              <p:spPr bwMode="gray">
                <a:xfrm>
                  <a:off x="986973" y="4646774"/>
                  <a:ext cx="48136" cy="29602"/>
                </a:xfrm>
                <a:custGeom>
                  <a:avLst/>
                  <a:gdLst>
                    <a:gd name="T0" fmla="*/ 20 w 26"/>
                    <a:gd name="T1" fmla="*/ 0 h 16"/>
                    <a:gd name="T2" fmla="*/ 20 w 26"/>
                    <a:gd name="T3" fmla="*/ 0 h 16"/>
                    <a:gd name="T4" fmla="*/ 18 w 26"/>
                    <a:gd name="T5" fmla="*/ 0 h 16"/>
                    <a:gd name="T6" fmla="*/ 14 w 26"/>
                    <a:gd name="T7" fmla="*/ 0 h 16"/>
                    <a:gd name="T8" fmla="*/ 10 w 26"/>
                    <a:gd name="T9" fmla="*/ 2 h 16"/>
                    <a:gd name="T10" fmla="*/ 6 w 26"/>
                    <a:gd name="T11" fmla="*/ 4 h 16"/>
                    <a:gd name="T12" fmla="*/ 4 w 26"/>
                    <a:gd name="T13" fmla="*/ 8 h 16"/>
                    <a:gd name="T14" fmla="*/ 0 w 26"/>
                    <a:gd name="T15" fmla="*/ 16 h 16"/>
                    <a:gd name="T16" fmla="*/ 22 w 26"/>
                    <a:gd name="T17" fmla="*/ 16 h 16"/>
                    <a:gd name="T18" fmla="*/ 22 w 26"/>
                    <a:gd name="T19" fmla="*/ 16 h 16"/>
                    <a:gd name="T20" fmla="*/ 24 w 26"/>
                    <a:gd name="T21" fmla="*/ 14 h 16"/>
                    <a:gd name="T22" fmla="*/ 24 w 26"/>
                    <a:gd name="T23" fmla="*/ 12 h 16"/>
                    <a:gd name="T24" fmla="*/ 24 w 26"/>
                    <a:gd name="T25" fmla="*/ 10 h 16"/>
                    <a:gd name="T26" fmla="*/ 26 w 26"/>
                    <a:gd name="T27" fmla="*/ 6 h 16"/>
                    <a:gd name="T28" fmla="*/ 26 w 26"/>
                    <a:gd name="T29" fmla="*/ 2 h 16"/>
                    <a:gd name="T30" fmla="*/ 26 w 26"/>
                    <a:gd name="T31" fmla="*/ 0 h 16"/>
                    <a:gd name="T32" fmla="*/ 20 w 26"/>
                    <a:gd name="T33"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 h="16">
                      <a:moveTo>
                        <a:pt x="20" y="0"/>
                      </a:moveTo>
                      <a:lnTo>
                        <a:pt x="20" y="0"/>
                      </a:lnTo>
                      <a:lnTo>
                        <a:pt x="18" y="0"/>
                      </a:lnTo>
                      <a:lnTo>
                        <a:pt x="14" y="0"/>
                      </a:lnTo>
                      <a:lnTo>
                        <a:pt x="10" y="2"/>
                      </a:lnTo>
                      <a:lnTo>
                        <a:pt x="6" y="4"/>
                      </a:lnTo>
                      <a:lnTo>
                        <a:pt x="4" y="8"/>
                      </a:lnTo>
                      <a:lnTo>
                        <a:pt x="0" y="16"/>
                      </a:lnTo>
                      <a:lnTo>
                        <a:pt x="22" y="16"/>
                      </a:lnTo>
                      <a:lnTo>
                        <a:pt x="22" y="16"/>
                      </a:lnTo>
                      <a:lnTo>
                        <a:pt x="24" y="14"/>
                      </a:lnTo>
                      <a:lnTo>
                        <a:pt x="24" y="12"/>
                      </a:lnTo>
                      <a:lnTo>
                        <a:pt x="24" y="10"/>
                      </a:lnTo>
                      <a:lnTo>
                        <a:pt x="26" y="6"/>
                      </a:lnTo>
                      <a:lnTo>
                        <a:pt x="26" y="2"/>
                      </a:lnTo>
                      <a:lnTo>
                        <a:pt x="26" y="0"/>
                      </a:lnTo>
                      <a:lnTo>
                        <a:pt x="20"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2" name="Freeform 470">
                  <a:extLst>
                    <a:ext uri="{FF2B5EF4-FFF2-40B4-BE49-F238E27FC236}">
                      <a16:creationId xmlns:a16="http://schemas.microsoft.com/office/drawing/2014/main" id="{759966A1-FEF8-D46D-0865-D5F743E19C5B}"/>
                    </a:ext>
                  </a:extLst>
                </p:cNvPr>
                <p:cNvSpPr/>
                <p:nvPr/>
              </p:nvSpPr>
              <p:spPr bwMode="gray">
                <a:xfrm>
                  <a:off x="1020298" y="4602371"/>
                  <a:ext cx="162923" cy="225718"/>
                </a:xfrm>
                <a:custGeom>
                  <a:avLst/>
                  <a:gdLst>
                    <a:gd name="T0" fmla="*/ 10 w 88"/>
                    <a:gd name="T1" fmla="*/ 120 h 122"/>
                    <a:gd name="T2" fmla="*/ 12 w 88"/>
                    <a:gd name="T3" fmla="*/ 122 h 122"/>
                    <a:gd name="T4" fmla="*/ 10 w 88"/>
                    <a:gd name="T5" fmla="*/ 120 h 122"/>
                    <a:gd name="T6" fmla="*/ 0 w 88"/>
                    <a:gd name="T7" fmla="*/ 104 h 122"/>
                    <a:gd name="T8" fmla="*/ 2 w 88"/>
                    <a:gd name="T9" fmla="*/ 102 h 122"/>
                    <a:gd name="T10" fmla="*/ 6 w 88"/>
                    <a:gd name="T11" fmla="*/ 98 h 122"/>
                    <a:gd name="T12" fmla="*/ 8 w 88"/>
                    <a:gd name="T13" fmla="*/ 96 h 122"/>
                    <a:gd name="T14" fmla="*/ 14 w 88"/>
                    <a:gd name="T15" fmla="*/ 92 h 122"/>
                    <a:gd name="T16" fmla="*/ 20 w 88"/>
                    <a:gd name="T17" fmla="*/ 84 h 122"/>
                    <a:gd name="T18" fmla="*/ 24 w 88"/>
                    <a:gd name="T19" fmla="*/ 90 h 122"/>
                    <a:gd name="T20" fmla="*/ 32 w 88"/>
                    <a:gd name="T21" fmla="*/ 88 h 122"/>
                    <a:gd name="T22" fmla="*/ 44 w 88"/>
                    <a:gd name="T23" fmla="*/ 84 h 122"/>
                    <a:gd name="T24" fmla="*/ 48 w 88"/>
                    <a:gd name="T25" fmla="*/ 82 h 122"/>
                    <a:gd name="T26" fmla="*/ 48 w 88"/>
                    <a:gd name="T27" fmla="*/ 78 h 122"/>
                    <a:gd name="T28" fmla="*/ 50 w 88"/>
                    <a:gd name="T29" fmla="*/ 66 h 122"/>
                    <a:gd name="T30" fmla="*/ 44 w 88"/>
                    <a:gd name="T31" fmla="*/ 58 h 122"/>
                    <a:gd name="T32" fmla="*/ 44 w 88"/>
                    <a:gd name="T33" fmla="*/ 56 h 122"/>
                    <a:gd name="T34" fmla="*/ 44 w 88"/>
                    <a:gd name="T35" fmla="*/ 50 h 122"/>
                    <a:gd name="T36" fmla="*/ 46 w 88"/>
                    <a:gd name="T37" fmla="*/ 48 h 122"/>
                    <a:gd name="T38" fmla="*/ 48 w 88"/>
                    <a:gd name="T39" fmla="*/ 46 h 122"/>
                    <a:gd name="T40" fmla="*/ 50 w 88"/>
                    <a:gd name="T41" fmla="*/ 40 h 122"/>
                    <a:gd name="T42" fmla="*/ 48 w 88"/>
                    <a:gd name="T43" fmla="*/ 34 h 122"/>
                    <a:gd name="T44" fmla="*/ 30 w 88"/>
                    <a:gd name="T45" fmla="*/ 32 h 122"/>
                    <a:gd name="T46" fmla="*/ 28 w 88"/>
                    <a:gd name="T47" fmla="*/ 24 h 122"/>
                    <a:gd name="T48" fmla="*/ 32 w 88"/>
                    <a:gd name="T49" fmla="*/ 22 h 122"/>
                    <a:gd name="T50" fmla="*/ 56 w 88"/>
                    <a:gd name="T51" fmla="*/ 20 h 122"/>
                    <a:gd name="T52" fmla="*/ 72 w 88"/>
                    <a:gd name="T53" fmla="*/ 22 h 122"/>
                    <a:gd name="T54" fmla="*/ 72 w 88"/>
                    <a:gd name="T55" fmla="*/ 18 h 122"/>
                    <a:gd name="T56" fmla="*/ 72 w 88"/>
                    <a:gd name="T57" fmla="*/ 12 h 122"/>
                    <a:gd name="T58" fmla="*/ 78 w 88"/>
                    <a:gd name="T59" fmla="*/ 6 h 122"/>
                    <a:gd name="T60" fmla="*/ 82 w 88"/>
                    <a:gd name="T61" fmla="*/ 4 h 122"/>
                    <a:gd name="T62" fmla="*/ 86 w 88"/>
                    <a:gd name="T63" fmla="*/ 0 h 122"/>
                    <a:gd name="T64" fmla="*/ 88 w 88"/>
                    <a:gd name="T65" fmla="*/ 0 h 122"/>
                    <a:gd name="T66" fmla="*/ 88 w 88"/>
                    <a:gd name="T67" fmla="*/ 10 h 122"/>
                    <a:gd name="T68" fmla="*/ 88 w 88"/>
                    <a:gd name="T69" fmla="*/ 14 h 122"/>
                    <a:gd name="T70" fmla="*/ 86 w 88"/>
                    <a:gd name="T71" fmla="*/ 24 h 122"/>
                    <a:gd name="T72" fmla="*/ 86 w 88"/>
                    <a:gd name="T73" fmla="*/ 34 h 122"/>
                    <a:gd name="T74" fmla="*/ 86 w 88"/>
                    <a:gd name="T75" fmla="*/ 40 h 122"/>
                    <a:gd name="T76" fmla="*/ 86 w 88"/>
                    <a:gd name="T77" fmla="*/ 48 h 122"/>
                    <a:gd name="T78" fmla="*/ 84 w 88"/>
                    <a:gd name="T79" fmla="*/ 60 h 122"/>
                    <a:gd name="T80" fmla="*/ 80 w 88"/>
                    <a:gd name="T81" fmla="*/ 68 h 122"/>
                    <a:gd name="T82" fmla="*/ 78 w 88"/>
                    <a:gd name="T83" fmla="*/ 72 h 122"/>
                    <a:gd name="T84" fmla="*/ 74 w 88"/>
                    <a:gd name="T85" fmla="*/ 82 h 122"/>
                    <a:gd name="T86" fmla="*/ 70 w 88"/>
                    <a:gd name="T87" fmla="*/ 92 h 122"/>
                    <a:gd name="T88" fmla="*/ 66 w 88"/>
                    <a:gd name="T89" fmla="*/ 98 h 122"/>
                    <a:gd name="T90" fmla="*/ 64 w 88"/>
                    <a:gd name="T91" fmla="*/ 102 h 122"/>
                    <a:gd name="T92" fmla="*/ 60 w 88"/>
                    <a:gd name="T93" fmla="*/ 110 h 122"/>
                    <a:gd name="T94" fmla="*/ 56 w 88"/>
                    <a:gd name="T95" fmla="*/ 112 h 122"/>
                    <a:gd name="T96" fmla="*/ 50 w 88"/>
                    <a:gd name="T97" fmla="*/ 112 h 122"/>
                    <a:gd name="T98" fmla="*/ 44 w 88"/>
                    <a:gd name="T99" fmla="*/ 112 h 122"/>
                    <a:gd name="T100" fmla="*/ 38 w 88"/>
                    <a:gd name="T101" fmla="*/ 116 h 122"/>
                    <a:gd name="T102" fmla="*/ 34 w 88"/>
                    <a:gd name="T103" fmla="*/ 114 h 122"/>
                    <a:gd name="T104" fmla="*/ 32 w 88"/>
                    <a:gd name="T105" fmla="*/ 112 h 122"/>
                    <a:gd name="T106" fmla="*/ 28 w 88"/>
                    <a:gd name="T107" fmla="*/ 112 h 122"/>
                    <a:gd name="T108" fmla="*/ 18 w 88"/>
                    <a:gd name="T109" fmla="*/ 116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8" h="122">
                      <a:moveTo>
                        <a:pt x="10" y="120"/>
                      </a:moveTo>
                      <a:lnTo>
                        <a:pt x="10" y="120"/>
                      </a:lnTo>
                      <a:lnTo>
                        <a:pt x="12" y="122"/>
                      </a:lnTo>
                      <a:lnTo>
                        <a:pt x="12" y="122"/>
                      </a:lnTo>
                      <a:lnTo>
                        <a:pt x="12" y="122"/>
                      </a:lnTo>
                      <a:lnTo>
                        <a:pt x="10" y="120"/>
                      </a:lnTo>
                      <a:lnTo>
                        <a:pt x="0" y="108"/>
                      </a:lnTo>
                      <a:lnTo>
                        <a:pt x="0" y="104"/>
                      </a:lnTo>
                      <a:lnTo>
                        <a:pt x="0" y="104"/>
                      </a:lnTo>
                      <a:lnTo>
                        <a:pt x="2" y="102"/>
                      </a:lnTo>
                      <a:lnTo>
                        <a:pt x="4" y="100"/>
                      </a:lnTo>
                      <a:lnTo>
                        <a:pt x="6" y="98"/>
                      </a:lnTo>
                      <a:lnTo>
                        <a:pt x="6" y="96"/>
                      </a:lnTo>
                      <a:lnTo>
                        <a:pt x="8" y="96"/>
                      </a:lnTo>
                      <a:lnTo>
                        <a:pt x="10" y="92"/>
                      </a:lnTo>
                      <a:lnTo>
                        <a:pt x="14" y="92"/>
                      </a:lnTo>
                      <a:lnTo>
                        <a:pt x="18" y="90"/>
                      </a:lnTo>
                      <a:lnTo>
                        <a:pt x="20" y="84"/>
                      </a:lnTo>
                      <a:lnTo>
                        <a:pt x="22" y="90"/>
                      </a:lnTo>
                      <a:lnTo>
                        <a:pt x="24" y="90"/>
                      </a:lnTo>
                      <a:lnTo>
                        <a:pt x="28" y="90"/>
                      </a:lnTo>
                      <a:lnTo>
                        <a:pt x="32" y="88"/>
                      </a:lnTo>
                      <a:lnTo>
                        <a:pt x="38" y="86"/>
                      </a:lnTo>
                      <a:lnTo>
                        <a:pt x="44" y="84"/>
                      </a:lnTo>
                      <a:lnTo>
                        <a:pt x="46" y="82"/>
                      </a:lnTo>
                      <a:lnTo>
                        <a:pt x="48" y="82"/>
                      </a:lnTo>
                      <a:lnTo>
                        <a:pt x="48" y="80"/>
                      </a:lnTo>
                      <a:lnTo>
                        <a:pt x="48" y="78"/>
                      </a:lnTo>
                      <a:lnTo>
                        <a:pt x="50" y="74"/>
                      </a:lnTo>
                      <a:lnTo>
                        <a:pt x="50" y="66"/>
                      </a:lnTo>
                      <a:lnTo>
                        <a:pt x="50" y="58"/>
                      </a:lnTo>
                      <a:lnTo>
                        <a:pt x="44" y="58"/>
                      </a:lnTo>
                      <a:lnTo>
                        <a:pt x="44" y="58"/>
                      </a:lnTo>
                      <a:lnTo>
                        <a:pt x="44" y="56"/>
                      </a:lnTo>
                      <a:lnTo>
                        <a:pt x="44" y="52"/>
                      </a:lnTo>
                      <a:lnTo>
                        <a:pt x="44" y="50"/>
                      </a:lnTo>
                      <a:lnTo>
                        <a:pt x="44" y="48"/>
                      </a:lnTo>
                      <a:lnTo>
                        <a:pt x="46" y="48"/>
                      </a:lnTo>
                      <a:lnTo>
                        <a:pt x="48" y="48"/>
                      </a:lnTo>
                      <a:lnTo>
                        <a:pt x="48" y="46"/>
                      </a:lnTo>
                      <a:lnTo>
                        <a:pt x="48" y="42"/>
                      </a:lnTo>
                      <a:lnTo>
                        <a:pt x="50" y="40"/>
                      </a:lnTo>
                      <a:lnTo>
                        <a:pt x="50" y="36"/>
                      </a:lnTo>
                      <a:lnTo>
                        <a:pt x="48" y="34"/>
                      </a:lnTo>
                      <a:lnTo>
                        <a:pt x="30" y="32"/>
                      </a:lnTo>
                      <a:lnTo>
                        <a:pt x="30" y="32"/>
                      </a:lnTo>
                      <a:lnTo>
                        <a:pt x="28" y="28"/>
                      </a:lnTo>
                      <a:lnTo>
                        <a:pt x="28" y="24"/>
                      </a:lnTo>
                      <a:lnTo>
                        <a:pt x="28" y="22"/>
                      </a:lnTo>
                      <a:lnTo>
                        <a:pt x="32" y="22"/>
                      </a:lnTo>
                      <a:lnTo>
                        <a:pt x="42" y="22"/>
                      </a:lnTo>
                      <a:lnTo>
                        <a:pt x="56" y="20"/>
                      </a:lnTo>
                      <a:lnTo>
                        <a:pt x="66" y="20"/>
                      </a:lnTo>
                      <a:lnTo>
                        <a:pt x="72" y="22"/>
                      </a:lnTo>
                      <a:lnTo>
                        <a:pt x="72" y="20"/>
                      </a:lnTo>
                      <a:lnTo>
                        <a:pt x="72" y="18"/>
                      </a:lnTo>
                      <a:lnTo>
                        <a:pt x="70" y="16"/>
                      </a:lnTo>
                      <a:lnTo>
                        <a:pt x="72" y="12"/>
                      </a:lnTo>
                      <a:lnTo>
                        <a:pt x="74" y="8"/>
                      </a:lnTo>
                      <a:lnTo>
                        <a:pt x="78" y="6"/>
                      </a:lnTo>
                      <a:lnTo>
                        <a:pt x="80" y="6"/>
                      </a:lnTo>
                      <a:lnTo>
                        <a:pt x="82" y="4"/>
                      </a:lnTo>
                      <a:lnTo>
                        <a:pt x="84" y="2"/>
                      </a:lnTo>
                      <a:lnTo>
                        <a:pt x="86" y="0"/>
                      </a:lnTo>
                      <a:lnTo>
                        <a:pt x="86" y="0"/>
                      </a:lnTo>
                      <a:lnTo>
                        <a:pt x="88" y="0"/>
                      </a:lnTo>
                      <a:lnTo>
                        <a:pt x="88" y="4"/>
                      </a:lnTo>
                      <a:lnTo>
                        <a:pt x="88" y="10"/>
                      </a:lnTo>
                      <a:lnTo>
                        <a:pt x="88" y="10"/>
                      </a:lnTo>
                      <a:lnTo>
                        <a:pt x="88" y="14"/>
                      </a:lnTo>
                      <a:lnTo>
                        <a:pt x="88" y="18"/>
                      </a:lnTo>
                      <a:lnTo>
                        <a:pt x="86" y="24"/>
                      </a:lnTo>
                      <a:lnTo>
                        <a:pt x="86" y="28"/>
                      </a:lnTo>
                      <a:lnTo>
                        <a:pt x="86" y="34"/>
                      </a:lnTo>
                      <a:lnTo>
                        <a:pt x="86" y="38"/>
                      </a:lnTo>
                      <a:lnTo>
                        <a:pt x="86" y="40"/>
                      </a:lnTo>
                      <a:lnTo>
                        <a:pt x="86" y="44"/>
                      </a:lnTo>
                      <a:lnTo>
                        <a:pt x="86" y="48"/>
                      </a:lnTo>
                      <a:lnTo>
                        <a:pt x="84" y="54"/>
                      </a:lnTo>
                      <a:lnTo>
                        <a:pt x="84" y="60"/>
                      </a:lnTo>
                      <a:lnTo>
                        <a:pt x="82" y="66"/>
                      </a:lnTo>
                      <a:lnTo>
                        <a:pt x="80" y="68"/>
                      </a:lnTo>
                      <a:lnTo>
                        <a:pt x="80" y="70"/>
                      </a:lnTo>
                      <a:lnTo>
                        <a:pt x="78" y="72"/>
                      </a:lnTo>
                      <a:lnTo>
                        <a:pt x="76" y="78"/>
                      </a:lnTo>
                      <a:lnTo>
                        <a:pt x="74" y="82"/>
                      </a:lnTo>
                      <a:lnTo>
                        <a:pt x="72" y="88"/>
                      </a:lnTo>
                      <a:lnTo>
                        <a:pt x="70" y="92"/>
                      </a:lnTo>
                      <a:lnTo>
                        <a:pt x="68" y="96"/>
                      </a:lnTo>
                      <a:lnTo>
                        <a:pt x="66" y="98"/>
                      </a:lnTo>
                      <a:lnTo>
                        <a:pt x="66" y="100"/>
                      </a:lnTo>
                      <a:lnTo>
                        <a:pt x="64" y="102"/>
                      </a:lnTo>
                      <a:lnTo>
                        <a:pt x="62" y="106"/>
                      </a:lnTo>
                      <a:lnTo>
                        <a:pt x="60" y="110"/>
                      </a:lnTo>
                      <a:lnTo>
                        <a:pt x="56" y="112"/>
                      </a:lnTo>
                      <a:lnTo>
                        <a:pt x="56" y="112"/>
                      </a:lnTo>
                      <a:lnTo>
                        <a:pt x="54" y="112"/>
                      </a:lnTo>
                      <a:lnTo>
                        <a:pt x="50" y="112"/>
                      </a:lnTo>
                      <a:lnTo>
                        <a:pt x="46" y="110"/>
                      </a:lnTo>
                      <a:lnTo>
                        <a:pt x="44" y="112"/>
                      </a:lnTo>
                      <a:lnTo>
                        <a:pt x="42" y="112"/>
                      </a:lnTo>
                      <a:lnTo>
                        <a:pt x="38" y="116"/>
                      </a:lnTo>
                      <a:lnTo>
                        <a:pt x="34" y="114"/>
                      </a:lnTo>
                      <a:lnTo>
                        <a:pt x="34" y="114"/>
                      </a:lnTo>
                      <a:lnTo>
                        <a:pt x="34" y="112"/>
                      </a:lnTo>
                      <a:lnTo>
                        <a:pt x="32" y="112"/>
                      </a:lnTo>
                      <a:lnTo>
                        <a:pt x="30" y="112"/>
                      </a:lnTo>
                      <a:lnTo>
                        <a:pt x="28" y="112"/>
                      </a:lnTo>
                      <a:lnTo>
                        <a:pt x="24" y="114"/>
                      </a:lnTo>
                      <a:lnTo>
                        <a:pt x="18" y="116"/>
                      </a:lnTo>
                      <a:lnTo>
                        <a:pt x="10" y="12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3" name="Freeform 471">
                  <a:extLst>
                    <a:ext uri="{FF2B5EF4-FFF2-40B4-BE49-F238E27FC236}">
                      <a16:creationId xmlns:a16="http://schemas.microsoft.com/office/drawing/2014/main" id="{AECED346-5FF6-ED29-811C-DEF13BB88D52}"/>
                    </a:ext>
                  </a:extLst>
                </p:cNvPr>
                <p:cNvSpPr/>
                <p:nvPr/>
              </p:nvSpPr>
              <p:spPr bwMode="gray">
                <a:xfrm>
                  <a:off x="1038812" y="4861392"/>
                  <a:ext cx="240682" cy="288623"/>
                </a:xfrm>
                <a:custGeom>
                  <a:avLst/>
                  <a:gdLst>
                    <a:gd name="T0" fmla="*/ 24 w 130"/>
                    <a:gd name="T1" fmla="*/ 2 h 156"/>
                    <a:gd name="T2" fmla="*/ 42 w 130"/>
                    <a:gd name="T3" fmla="*/ 0 h 156"/>
                    <a:gd name="T4" fmla="*/ 56 w 130"/>
                    <a:gd name="T5" fmla="*/ 0 h 156"/>
                    <a:gd name="T6" fmla="*/ 86 w 130"/>
                    <a:gd name="T7" fmla="*/ 26 h 156"/>
                    <a:gd name="T8" fmla="*/ 86 w 130"/>
                    <a:gd name="T9" fmla="*/ 18 h 156"/>
                    <a:gd name="T10" fmla="*/ 88 w 130"/>
                    <a:gd name="T11" fmla="*/ 14 h 156"/>
                    <a:gd name="T12" fmla="*/ 102 w 130"/>
                    <a:gd name="T13" fmla="*/ 18 h 156"/>
                    <a:gd name="T14" fmla="*/ 112 w 130"/>
                    <a:gd name="T15" fmla="*/ 24 h 156"/>
                    <a:gd name="T16" fmla="*/ 112 w 130"/>
                    <a:gd name="T17" fmla="*/ 34 h 156"/>
                    <a:gd name="T18" fmla="*/ 114 w 130"/>
                    <a:gd name="T19" fmla="*/ 38 h 156"/>
                    <a:gd name="T20" fmla="*/ 116 w 130"/>
                    <a:gd name="T21" fmla="*/ 48 h 156"/>
                    <a:gd name="T22" fmla="*/ 114 w 130"/>
                    <a:gd name="T23" fmla="*/ 56 h 156"/>
                    <a:gd name="T24" fmla="*/ 114 w 130"/>
                    <a:gd name="T25" fmla="*/ 60 h 156"/>
                    <a:gd name="T26" fmla="*/ 128 w 130"/>
                    <a:gd name="T27" fmla="*/ 62 h 156"/>
                    <a:gd name="T28" fmla="*/ 128 w 130"/>
                    <a:gd name="T29" fmla="*/ 70 h 156"/>
                    <a:gd name="T30" fmla="*/ 128 w 130"/>
                    <a:gd name="T31" fmla="*/ 82 h 156"/>
                    <a:gd name="T32" fmla="*/ 128 w 130"/>
                    <a:gd name="T33" fmla="*/ 88 h 156"/>
                    <a:gd name="T34" fmla="*/ 112 w 130"/>
                    <a:gd name="T35" fmla="*/ 136 h 156"/>
                    <a:gd name="T36" fmla="*/ 114 w 130"/>
                    <a:gd name="T37" fmla="*/ 138 h 156"/>
                    <a:gd name="T38" fmla="*/ 118 w 130"/>
                    <a:gd name="T39" fmla="*/ 144 h 156"/>
                    <a:gd name="T40" fmla="*/ 130 w 130"/>
                    <a:gd name="T41" fmla="*/ 152 h 156"/>
                    <a:gd name="T42" fmla="*/ 126 w 130"/>
                    <a:gd name="T43" fmla="*/ 152 h 156"/>
                    <a:gd name="T44" fmla="*/ 116 w 130"/>
                    <a:gd name="T45" fmla="*/ 154 h 156"/>
                    <a:gd name="T46" fmla="*/ 106 w 130"/>
                    <a:gd name="T47" fmla="*/ 156 h 156"/>
                    <a:gd name="T48" fmla="*/ 100 w 130"/>
                    <a:gd name="T49" fmla="*/ 156 h 156"/>
                    <a:gd name="T50" fmla="*/ 92 w 130"/>
                    <a:gd name="T51" fmla="*/ 156 h 156"/>
                    <a:gd name="T52" fmla="*/ 82 w 130"/>
                    <a:gd name="T53" fmla="*/ 154 h 156"/>
                    <a:gd name="T54" fmla="*/ 76 w 130"/>
                    <a:gd name="T55" fmla="*/ 150 h 156"/>
                    <a:gd name="T56" fmla="*/ 30 w 130"/>
                    <a:gd name="T57" fmla="*/ 150 h 156"/>
                    <a:gd name="T58" fmla="*/ 24 w 130"/>
                    <a:gd name="T59" fmla="*/ 150 h 156"/>
                    <a:gd name="T60" fmla="*/ 20 w 130"/>
                    <a:gd name="T61" fmla="*/ 144 h 156"/>
                    <a:gd name="T62" fmla="*/ 16 w 130"/>
                    <a:gd name="T63" fmla="*/ 142 h 156"/>
                    <a:gd name="T64" fmla="*/ 6 w 130"/>
                    <a:gd name="T65" fmla="*/ 142 h 156"/>
                    <a:gd name="T66" fmla="*/ 2 w 130"/>
                    <a:gd name="T67" fmla="*/ 140 h 156"/>
                    <a:gd name="T68" fmla="*/ 6 w 130"/>
                    <a:gd name="T69" fmla="*/ 118 h 156"/>
                    <a:gd name="T70" fmla="*/ 10 w 130"/>
                    <a:gd name="T71" fmla="*/ 100 h 156"/>
                    <a:gd name="T72" fmla="*/ 12 w 130"/>
                    <a:gd name="T73" fmla="*/ 94 h 156"/>
                    <a:gd name="T74" fmla="*/ 16 w 130"/>
                    <a:gd name="T75" fmla="*/ 82 h 156"/>
                    <a:gd name="T76" fmla="*/ 24 w 130"/>
                    <a:gd name="T77" fmla="*/ 68 h 156"/>
                    <a:gd name="T78" fmla="*/ 26 w 130"/>
                    <a:gd name="T79" fmla="*/ 68 h 156"/>
                    <a:gd name="T80" fmla="*/ 28 w 130"/>
                    <a:gd name="T81" fmla="*/ 66 h 156"/>
                    <a:gd name="T82" fmla="*/ 28 w 130"/>
                    <a:gd name="T83" fmla="*/ 58 h 156"/>
                    <a:gd name="T84" fmla="*/ 26 w 130"/>
                    <a:gd name="T85" fmla="*/ 46 h 156"/>
                    <a:gd name="T86" fmla="*/ 14 w 130"/>
                    <a:gd name="T87" fmla="*/ 16 h 156"/>
                    <a:gd name="T88" fmla="*/ 6 w 130"/>
                    <a:gd name="T89" fmla="*/ 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0" h="156">
                      <a:moveTo>
                        <a:pt x="6" y="4"/>
                      </a:moveTo>
                      <a:lnTo>
                        <a:pt x="24" y="2"/>
                      </a:lnTo>
                      <a:lnTo>
                        <a:pt x="32" y="0"/>
                      </a:lnTo>
                      <a:lnTo>
                        <a:pt x="42" y="0"/>
                      </a:lnTo>
                      <a:lnTo>
                        <a:pt x="52" y="0"/>
                      </a:lnTo>
                      <a:lnTo>
                        <a:pt x="56" y="0"/>
                      </a:lnTo>
                      <a:lnTo>
                        <a:pt x="64" y="24"/>
                      </a:lnTo>
                      <a:lnTo>
                        <a:pt x="86" y="26"/>
                      </a:lnTo>
                      <a:lnTo>
                        <a:pt x="86" y="22"/>
                      </a:lnTo>
                      <a:lnTo>
                        <a:pt x="86" y="18"/>
                      </a:lnTo>
                      <a:lnTo>
                        <a:pt x="88" y="14"/>
                      </a:lnTo>
                      <a:lnTo>
                        <a:pt x="88" y="14"/>
                      </a:lnTo>
                      <a:lnTo>
                        <a:pt x="102" y="12"/>
                      </a:lnTo>
                      <a:lnTo>
                        <a:pt x="102" y="18"/>
                      </a:lnTo>
                      <a:lnTo>
                        <a:pt x="112" y="18"/>
                      </a:lnTo>
                      <a:lnTo>
                        <a:pt x="112" y="24"/>
                      </a:lnTo>
                      <a:lnTo>
                        <a:pt x="112" y="28"/>
                      </a:lnTo>
                      <a:lnTo>
                        <a:pt x="112" y="34"/>
                      </a:lnTo>
                      <a:lnTo>
                        <a:pt x="114" y="38"/>
                      </a:lnTo>
                      <a:lnTo>
                        <a:pt x="114" y="38"/>
                      </a:lnTo>
                      <a:lnTo>
                        <a:pt x="116" y="42"/>
                      </a:lnTo>
                      <a:lnTo>
                        <a:pt x="116" y="48"/>
                      </a:lnTo>
                      <a:lnTo>
                        <a:pt x="116" y="52"/>
                      </a:lnTo>
                      <a:lnTo>
                        <a:pt x="114" y="56"/>
                      </a:lnTo>
                      <a:lnTo>
                        <a:pt x="114" y="60"/>
                      </a:lnTo>
                      <a:lnTo>
                        <a:pt x="114" y="60"/>
                      </a:lnTo>
                      <a:lnTo>
                        <a:pt x="128" y="62"/>
                      </a:lnTo>
                      <a:lnTo>
                        <a:pt x="128" y="62"/>
                      </a:lnTo>
                      <a:lnTo>
                        <a:pt x="128" y="66"/>
                      </a:lnTo>
                      <a:lnTo>
                        <a:pt x="128" y="70"/>
                      </a:lnTo>
                      <a:lnTo>
                        <a:pt x="128" y="76"/>
                      </a:lnTo>
                      <a:lnTo>
                        <a:pt x="128" y="82"/>
                      </a:lnTo>
                      <a:lnTo>
                        <a:pt x="128" y="86"/>
                      </a:lnTo>
                      <a:lnTo>
                        <a:pt x="128" y="88"/>
                      </a:lnTo>
                      <a:lnTo>
                        <a:pt x="112" y="90"/>
                      </a:lnTo>
                      <a:lnTo>
                        <a:pt x="112" y="136"/>
                      </a:lnTo>
                      <a:lnTo>
                        <a:pt x="112" y="136"/>
                      </a:lnTo>
                      <a:lnTo>
                        <a:pt x="114" y="138"/>
                      </a:lnTo>
                      <a:lnTo>
                        <a:pt x="116" y="140"/>
                      </a:lnTo>
                      <a:lnTo>
                        <a:pt x="118" y="144"/>
                      </a:lnTo>
                      <a:lnTo>
                        <a:pt x="124" y="148"/>
                      </a:lnTo>
                      <a:lnTo>
                        <a:pt x="130" y="152"/>
                      </a:lnTo>
                      <a:lnTo>
                        <a:pt x="130" y="152"/>
                      </a:lnTo>
                      <a:lnTo>
                        <a:pt x="126" y="152"/>
                      </a:lnTo>
                      <a:lnTo>
                        <a:pt x="122" y="152"/>
                      </a:lnTo>
                      <a:lnTo>
                        <a:pt x="116" y="154"/>
                      </a:lnTo>
                      <a:lnTo>
                        <a:pt x="110" y="154"/>
                      </a:lnTo>
                      <a:lnTo>
                        <a:pt x="106" y="156"/>
                      </a:lnTo>
                      <a:lnTo>
                        <a:pt x="102" y="156"/>
                      </a:lnTo>
                      <a:lnTo>
                        <a:pt x="100" y="156"/>
                      </a:lnTo>
                      <a:lnTo>
                        <a:pt x="98" y="156"/>
                      </a:lnTo>
                      <a:lnTo>
                        <a:pt x="92" y="156"/>
                      </a:lnTo>
                      <a:lnTo>
                        <a:pt x="88" y="154"/>
                      </a:lnTo>
                      <a:lnTo>
                        <a:pt x="82" y="154"/>
                      </a:lnTo>
                      <a:lnTo>
                        <a:pt x="78" y="152"/>
                      </a:lnTo>
                      <a:lnTo>
                        <a:pt x="76" y="150"/>
                      </a:lnTo>
                      <a:lnTo>
                        <a:pt x="32" y="150"/>
                      </a:lnTo>
                      <a:lnTo>
                        <a:pt x="30" y="150"/>
                      </a:lnTo>
                      <a:lnTo>
                        <a:pt x="28" y="150"/>
                      </a:lnTo>
                      <a:lnTo>
                        <a:pt x="24" y="150"/>
                      </a:lnTo>
                      <a:lnTo>
                        <a:pt x="22" y="148"/>
                      </a:lnTo>
                      <a:lnTo>
                        <a:pt x="20" y="144"/>
                      </a:lnTo>
                      <a:lnTo>
                        <a:pt x="18" y="144"/>
                      </a:lnTo>
                      <a:lnTo>
                        <a:pt x="16" y="142"/>
                      </a:lnTo>
                      <a:lnTo>
                        <a:pt x="12" y="142"/>
                      </a:lnTo>
                      <a:lnTo>
                        <a:pt x="6" y="142"/>
                      </a:lnTo>
                      <a:lnTo>
                        <a:pt x="0" y="144"/>
                      </a:lnTo>
                      <a:lnTo>
                        <a:pt x="2" y="140"/>
                      </a:lnTo>
                      <a:lnTo>
                        <a:pt x="4" y="130"/>
                      </a:lnTo>
                      <a:lnTo>
                        <a:pt x="6" y="118"/>
                      </a:lnTo>
                      <a:lnTo>
                        <a:pt x="10" y="108"/>
                      </a:lnTo>
                      <a:lnTo>
                        <a:pt x="10" y="100"/>
                      </a:lnTo>
                      <a:lnTo>
                        <a:pt x="10" y="98"/>
                      </a:lnTo>
                      <a:lnTo>
                        <a:pt x="12" y="94"/>
                      </a:lnTo>
                      <a:lnTo>
                        <a:pt x="14" y="90"/>
                      </a:lnTo>
                      <a:lnTo>
                        <a:pt x="16" y="82"/>
                      </a:lnTo>
                      <a:lnTo>
                        <a:pt x="20" y="76"/>
                      </a:lnTo>
                      <a:lnTo>
                        <a:pt x="24" y="68"/>
                      </a:lnTo>
                      <a:lnTo>
                        <a:pt x="26" y="68"/>
                      </a:lnTo>
                      <a:lnTo>
                        <a:pt x="26" y="68"/>
                      </a:lnTo>
                      <a:lnTo>
                        <a:pt x="26" y="68"/>
                      </a:lnTo>
                      <a:lnTo>
                        <a:pt x="28" y="66"/>
                      </a:lnTo>
                      <a:lnTo>
                        <a:pt x="28" y="62"/>
                      </a:lnTo>
                      <a:lnTo>
                        <a:pt x="28" y="58"/>
                      </a:lnTo>
                      <a:lnTo>
                        <a:pt x="28" y="54"/>
                      </a:lnTo>
                      <a:lnTo>
                        <a:pt x="26" y="46"/>
                      </a:lnTo>
                      <a:lnTo>
                        <a:pt x="24" y="38"/>
                      </a:lnTo>
                      <a:lnTo>
                        <a:pt x="14" y="16"/>
                      </a:lnTo>
                      <a:lnTo>
                        <a:pt x="6" y="10"/>
                      </a:lnTo>
                      <a:lnTo>
                        <a:pt x="6" y="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4" name="Freeform 472">
                  <a:extLst>
                    <a:ext uri="{FF2B5EF4-FFF2-40B4-BE49-F238E27FC236}">
                      <a16:creationId xmlns:a16="http://schemas.microsoft.com/office/drawing/2014/main" id="{486714DF-24BB-3A13-322A-AFFC94121C0B}"/>
                    </a:ext>
                  </a:extLst>
                </p:cNvPr>
                <p:cNvSpPr/>
                <p:nvPr/>
              </p:nvSpPr>
              <p:spPr bwMode="gray">
                <a:xfrm>
                  <a:off x="1046217" y="4569068"/>
                  <a:ext cx="470255" cy="477339"/>
                </a:xfrm>
                <a:custGeom>
                  <a:avLst/>
                  <a:gdLst>
                    <a:gd name="T0" fmla="*/ 24 w 254"/>
                    <a:gd name="T1" fmla="*/ 132 h 258"/>
                    <a:gd name="T2" fmla="*/ 32 w 254"/>
                    <a:gd name="T3" fmla="*/ 128 h 258"/>
                    <a:gd name="T4" fmla="*/ 40 w 254"/>
                    <a:gd name="T5" fmla="*/ 130 h 258"/>
                    <a:gd name="T6" fmla="*/ 46 w 254"/>
                    <a:gd name="T7" fmla="*/ 128 h 258"/>
                    <a:gd name="T8" fmla="*/ 50 w 254"/>
                    <a:gd name="T9" fmla="*/ 120 h 258"/>
                    <a:gd name="T10" fmla="*/ 66 w 254"/>
                    <a:gd name="T11" fmla="*/ 86 h 258"/>
                    <a:gd name="T12" fmla="*/ 68 w 254"/>
                    <a:gd name="T13" fmla="*/ 80 h 258"/>
                    <a:gd name="T14" fmla="*/ 72 w 254"/>
                    <a:gd name="T15" fmla="*/ 70 h 258"/>
                    <a:gd name="T16" fmla="*/ 72 w 254"/>
                    <a:gd name="T17" fmla="*/ 52 h 258"/>
                    <a:gd name="T18" fmla="*/ 72 w 254"/>
                    <a:gd name="T19" fmla="*/ 40 h 258"/>
                    <a:gd name="T20" fmla="*/ 76 w 254"/>
                    <a:gd name="T21" fmla="*/ 30 h 258"/>
                    <a:gd name="T22" fmla="*/ 72 w 254"/>
                    <a:gd name="T23" fmla="*/ 18 h 258"/>
                    <a:gd name="T24" fmla="*/ 74 w 254"/>
                    <a:gd name="T25" fmla="*/ 12 h 258"/>
                    <a:gd name="T26" fmla="*/ 84 w 254"/>
                    <a:gd name="T27" fmla="*/ 6 h 258"/>
                    <a:gd name="T28" fmla="*/ 92 w 254"/>
                    <a:gd name="T29" fmla="*/ 8 h 258"/>
                    <a:gd name="T30" fmla="*/ 96 w 254"/>
                    <a:gd name="T31" fmla="*/ 16 h 258"/>
                    <a:gd name="T32" fmla="*/ 104 w 254"/>
                    <a:gd name="T33" fmla="*/ 14 h 258"/>
                    <a:gd name="T34" fmla="*/ 122 w 254"/>
                    <a:gd name="T35" fmla="*/ 12 h 258"/>
                    <a:gd name="T36" fmla="*/ 130 w 254"/>
                    <a:gd name="T37" fmla="*/ 12 h 258"/>
                    <a:gd name="T38" fmla="*/ 180 w 254"/>
                    <a:gd name="T39" fmla="*/ 2 h 258"/>
                    <a:gd name="T40" fmla="*/ 188 w 254"/>
                    <a:gd name="T41" fmla="*/ 10 h 258"/>
                    <a:gd name="T42" fmla="*/ 202 w 254"/>
                    <a:gd name="T43" fmla="*/ 14 h 258"/>
                    <a:gd name="T44" fmla="*/ 212 w 254"/>
                    <a:gd name="T45" fmla="*/ 18 h 258"/>
                    <a:gd name="T46" fmla="*/ 222 w 254"/>
                    <a:gd name="T47" fmla="*/ 24 h 258"/>
                    <a:gd name="T48" fmla="*/ 244 w 254"/>
                    <a:gd name="T49" fmla="*/ 26 h 258"/>
                    <a:gd name="T50" fmla="*/ 242 w 254"/>
                    <a:gd name="T51" fmla="*/ 32 h 258"/>
                    <a:gd name="T52" fmla="*/ 240 w 254"/>
                    <a:gd name="T53" fmla="*/ 40 h 258"/>
                    <a:gd name="T54" fmla="*/ 238 w 254"/>
                    <a:gd name="T55" fmla="*/ 50 h 258"/>
                    <a:gd name="T56" fmla="*/ 236 w 254"/>
                    <a:gd name="T57" fmla="*/ 60 h 258"/>
                    <a:gd name="T58" fmla="*/ 230 w 254"/>
                    <a:gd name="T59" fmla="*/ 74 h 258"/>
                    <a:gd name="T60" fmla="*/ 234 w 254"/>
                    <a:gd name="T61" fmla="*/ 118 h 258"/>
                    <a:gd name="T62" fmla="*/ 244 w 254"/>
                    <a:gd name="T63" fmla="*/ 170 h 258"/>
                    <a:gd name="T64" fmla="*/ 250 w 254"/>
                    <a:gd name="T65" fmla="*/ 194 h 258"/>
                    <a:gd name="T66" fmla="*/ 242 w 254"/>
                    <a:gd name="T67" fmla="*/ 194 h 258"/>
                    <a:gd name="T68" fmla="*/ 232 w 254"/>
                    <a:gd name="T69" fmla="*/ 196 h 258"/>
                    <a:gd name="T70" fmla="*/ 226 w 254"/>
                    <a:gd name="T71" fmla="*/ 204 h 258"/>
                    <a:gd name="T72" fmla="*/ 228 w 254"/>
                    <a:gd name="T73" fmla="*/ 214 h 258"/>
                    <a:gd name="T74" fmla="*/ 234 w 254"/>
                    <a:gd name="T75" fmla="*/ 228 h 258"/>
                    <a:gd name="T76" fmla="*/ 240 w 254"/>
                    <a:gd name="T77" fmla="*/ 240 h 258"/>
                    <a:gd name="T78" fmla="*/ 250 w 254"/>
                    <a:gd name="T79" fmla="*/ 258 h 258"/>
                    <a:gd name="T80" fmla="*/ 214 w 254"/>
                    <a:gd name="T81" fmla="*/ 230 h 258"/>
                    <a:gd name="T82" fmla="*/ 210 w 254"/>
                    <a:gd name="T83" fmla="*/ 230 h 258"/>
                    <a:gd name="T84" fmla="*/ 206 w 254"/>
                    <a:gd name="T85" fmla="*/ 224 h 258"/>
                    <a:gd name="T86" fmla="*/ 204 w 254"/>
                    <a:gd name="T87" fmla="*/ 230 h 258"/>
                    <a:gd name="T88" fmla="*/ 192 w 254"/>
                    <a:gd name="T89" fmla="*/ 230 h 258"/>
                    <a:gd name="T90" fmla="*/ 164 w 254"/>
                    <a:gd name="T91" fmla="*/ 224 h 258"/>
                    <a:gd name="T92" fmla="*/ 158 w 254"/>
                    <a:gd name="T93" fmla="*/ 222 h 258"/>
                    <a:gd name="T94" fmla="*/ 156 w 254"/>
                    <a:gd name="T95" fmla="*/ 220 h 258"/>
                    <a:gd name="T96" fmla="*/ 146 w 254"/>
                    <a:gd name="T97" fmla="*/ 218 h 258"/>
                    <a:gd name="T98" fmla="*/ 136 w 254"/>
                    <a:gd name="T99" fmla="*/ 218 h 258"/>
                    <a:gd name="T100" fmla="*/ 110 w 254"/>
                    <a:gd name="T101" fmla="*/ 218 h 258"/>
                    <a:gd name="T102" fmla="*/ 112 w 254"/>
                    <a:gd name="T103" fmla="*/ 210 h 258"/>
                    <a:gd name="T104" fmla="*/ 110 w 254"/>
                    <a:gd name="T105" fmla="*/ 196 h 258"/>
                    <a:gd name="T106" fmla="*/ 108 w 254"/>
                    <a:gd name="T107" fmla="*/ 186 h 258"/>
                    <a:gd name="T108" fmla="*/ 98 w 254"/>
                    <a:gd name="T109" fmla="*/ 176 h 258"/>
                    <a:gd name="T110" fmla="*/ 84 w 254"/>
                    <a:gd name="T111" fmla="*/ 172 h 258"/>
                    <a:gd name="T112" fmla="*/ 82 w 254"/>
                    <a:gd name="T113" fmla="*/ 184 h 258"/>
                    <a:gd name="T114" fmla="*/ 48 w 254"/>
                    <a:gd name="T115" fmla="*/ 158 h 258"/>
                    <a:gd name="T116" fmla="*/ 20 w 254"/>
                    <a:gd name="T117" fmla="*/ 16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4" h="258">
                      <a:moveTo>
                        <a:pt x="0" y="152"/>
                      </a:moveTo>
                      <a:lnTo>
                        <a:pt x="24" y="134"/>
                      </a:lnTo>
                      <a:lnTo>
                        <a:pt x="24" y="132"/>
                      </a:lnTo>
                      <a:lnTo>
                        <a:pt x="26" y="132"/>
                      </a:lnTo>
                      <a:lnTo>
                        <a:pt x="28" y="130"/>
                      </a:lnTo>
                      <a:lnTo>
                        <a:pt x="32" y="128"/>
                      </a:lnTo>
                      <a:lnTo>
                        <a:pt x="38" y="130"/>
                      </a:lnTo>
                      <a:lnTo>
                        <a:pt x="38" y="130"/>
                      </a:lnTo>
                      <a:lnTo>
                        <a:pt x="40" y="130"/>
                      </a:lnTo>
                      <a:lnTo>
                        <a:pt x="42" y="130"/>
                      </a:lnTo>
                      <a:lnTo>
                        <a:pt x="44" y="130"/>
                      </a:lnTo>
                      <a:lnTo>
                        <a:pt x="46" y="128"/>
                      </a:lnTo>
                      <a:lnTo>
                        <a:pt x="48" y="124"/>
                      </a:lnTo>
                      <a:lnTo>
                        <a:pt x="50" y="124"/>
                      </a:lnTo>
                      <a:lnTo>
                        <a:pt x="50" y="120"/>
                      </a:lnTo>
                      <a:lnTo>
                        <a:pt x="54" y="114"/>
                      </a:lnTo>
                      <a:lnTo>
                        <a:pt x="58" y="106"/>
                      </a:lnTo>
                      <a:lnTo>
                        <a:pt x="66" y="86"/>
                      </a:lnTo>
                      <a:lnTo>
                        <a:pt x="66" y="86"/>
                      </a:lnTo>
                      <a:lnTo>
                        <a:pt x="68" y="84"/>
                      </a:lnTo>
                      <a:lnTo>
                        <a:pt x="68" y="80"/>
                      </a:lnTo>
                      <a:lnTo>
                        <a:pt x="70" y="74"/>
                      </a:lnTo>
                      <a:lnTo>
                        <a:pt x="70" y="72"/>
                      </a:lnTo>
                      <a:lnTo>
                        <a:pt x="72" y="70"/>
                      </a:lnTo>
                      <a:lnTo>
                        <a:pt x="72" y="64"/>
                      </a:lnTo>
                      <a:lnTo>
                        <a:pt x="72" y="58"/>
                      </a:lnTo>
                      <a:lnTo>
                        <a:pt x="72" y="52"/>
                      </a:lnTo>
                      <a:lnTo>
                        <a:pt x="72" y="52"/>
                      </a:lnTo>
                      <a:lnTo>
                        <a:pt x="72" y="46"/>
                      </a:lnTo>
                      <a:lnTo>
                        <a:pt x="72" y="40"/>
                      </a:lnTo>
                      <a:lnTo>
                        <a:pt x="74" y="34"/>
                      </a:lnTo>
                      <a:lnTo>
                        <a:pt x="74" y="32"/>
                      </a:lnTo>
                      <a:lnTo>
                        <a:pt x="76" y="30"/>
                      </a:lnTo>
                      <a:lnTo>
                        <a:pt x="76" y="24"/>
                      </a:lnTo>
                      <a:lnTo>
                        <a:pt x="74" y="20"/>
                      </a:lnTo>
                      <a:lnTo>
                        <a:pt x="72" y="18"/>
                      </a:lnTo>
                      <a:lnTo>
                        <a:pt x="72" y="16"/>
                      </a:lnTo>
                      <a:lnTo>
                        <a:pt x="72" y="14"/>
                      </a:lnTo>
                      <a:lnTo>
                        <a:pt x="74" y="12"/>
                      </a:lnTo>
                      <a:lnTo>
                        <a:pt x="76" y="10"/>
                      </a:lnTo>
                      <a:lnTo>
                        <a:pt x="80" y="6"/>
                      </a:lnTo>
                      <a:lnTo>
                        <a:pt x="84" y="6"/>
                      </a:lnTo>
                      <a:lnTo>
                        <a:pt x="90" y="4"/>
                      </a:lnTo>
                      <a:lnTo>
                        <a:pt x="90" y="6"/>
                      </a:lnTo>
                      <a:lnTo>
                        <a:pt x="92" y="8"/>
                      </a:lnTo>
                      <a:lnTo>
                        <a:pt x="94" y="10"/>
                      </a:lnTo>
                      <a:lnTo>
                        <a:pt x="96" y="14"/>
                      </a:lnTo>
                      <a:lnTo>
                        <a:pt x="96" y="16"/>
                      </a:lnTo>
                      <a:lnTo>
                        <a:pt x="98" y="16"/>
                      </a:lnTo>
                      <a:lnTo>
                        <a:pt x="100" y="14"/>
                      </a:lnTo>
                      <a:lnTo>
                        <a:pt x="104" y="14"/>
                      </a:lnTo>
                      <a:lnTo>
                        <a:pt x="110" y="12"/>
                      </a:lnTo>
                      <a:lnTo>
                        <a:pt x="116" y="12"/>
                      </a:lnTo>
                      <a:lnTo>
                        <a:pt x="122" y="12"/>
                      </a:lnTo>
                      <a:lnTo>
                        <a:pt x="122" y="12"/>
                      </a:lnTo>
                      <a:lnTo>
                        <a:pt x="126" y="12"/>
                      </a:lnTo>
                      <a:lnTo>
                        <a:pt x="130" y="12"/>
                      </a:lnTo>
                      <a:lnTo>
                        <a:pt x="134" y="10"/>
                      </a:lnTo>
                      <a:lnTo>
                        <a:pt x="180" y="0"/>
                      </a:lnTo>
                      <a:lnTo>
                        <a:pt x="180" y="2"/>
                      </a:lnTo>
                      <a:lnTo>
                        <a:pt x="182" y="4"/>
                      </a:lnTo>
                      <a:lnTo>
                        <a:pt x="184" y="6"/>
                      </a:lnTo>
                      <a:lnTo>
                        <a:pt x="188" y="10"/>
                      </a:lnTo>
                      <a:lnTo>
                        <a:pt x="194" y="12"/>
                      </a:lnTo>
                      <a:lnTo>
                        <a:pt x="200" y="14"/>
                      </a:lnTo>
                      <a:lnTo>
                        <a:pt x="202" y="14"/>
                      </a:lnTo>
                      <a:lnTo>
                        <a:pt x="204" y="16"/>
                      </a:lnTo>
                      <a:lnTo>
                        <a:pt x="208" y="16"/>
                      </a:lnTo>
                      <a:lnTo>
                        <a:pt x="212" y="18"/>
                      </a:lnTo>
                      <a:lnTo>
                        <a:pt x="216" y="24"/>
                      </a:lnTo>
                      <a:lnTo>
                        <a:pt x="218" y="24"/>
                      </a:lnTo>
                      <a:lnTo>
                        <a:pt x="222" y="24"/>
                      </a:lnTo>
                      <a:lnTo>
                        <a:pt x="228" y="24"/>
                      </a:lnTo>
                      <a:lnTo>
                        <a:pt x="236" y="26"/>
                      </a:lnTo>
                      <a:lnTo>
                        <a:pt x="244" y="26"/>
                      </a:lnTo>
                      <a:lnTo>
                        <a:pt x="244" y="26"/>
                      </a:lnTo>
                      <a:lnTo>
                        <a:pt x="244" y="28"/>
                      </a:lnTo>
                      <a:lnTo>
                        <a:pt x="242" y="32"/>
                      </a:lnTo>
                      <a:lnTo>
                        <a:pt x="242" y="36"/>
                      </a:lnTo>
                      <a:lnTo>
                        <a:pt x="242" y="38"/>
                      </a:lnTo>
                      <a:lnTo>
                        <a:pt x="240" y="40"/>
                      </a:lnTo>
                      <a:lnTo>
                        <a:pt x="238" y="42"/>
                      </a:lnTo>
                      <a:lnTo>
                        <a:pt x="238" y="46"/>
                      </a:lnTo>
                      <a:lnTo>
                        <a:pt x="238" y="50"/>
                      </a:lnTo>
                      <a:lnTo>
                        <a:pt x="238" y="52"/>
                      </a:lnTo>
                      <a:lnTo>
                        <a:pt x="238" y="56"/>
                      </a:lnTo>
                      <a:lnTo>
                        <a:pt x="236" y="60"/>
                      </a:lnTo>
                      <a:lnTo>
                        <a:pt x="234" y="64"/>
                      </a:lnTo>
                      <a:lnTo>
                        <a:pt x="232" y="70"/>
                      </a:lnTo>
                      <a:lnTo>
                        <a:pt x="230" y="74"/>
                      </a:lnTo>
                      <a:lnTo>
                        <a:pt x="230" y="102"/>
                      </a:lnTo>
                      <a:lnTo>
                        <a:pt x="230" y="106"/>
                      </a:lnTo>
                      <a:lnTo>
                        <a:pt x="234" y="118"/>
                      </a:lnTo>
                      <a:lnTo>
                        <a:pt x="238" y="134"/>
                      </a:lnTo>
                      <a:lnTo>
                        <a:pt x="240" y="152"/>
                      </a:lnTo>
                      <a:lnTo>
                        <a:pt x="244" y="170"/>
                      </a:lnTo>
                      <a:lnTo>
                        <a:pt x="248" y="184"/>
                      </a:lnTo>
                      <a:lnTo>
                        <a:pt x="250" y="192"/>
                      </a:lnTo>
                      <a:lnTo>
                        <a:pt x="250" y="194"/>
                      </a:lnTo>
                      <a:lnTo>
                        <a:pt x="248" y="194"/>
                      </a:lnTo>
                      <a:lnTo>
                        <a:pt x="246" y="194"/>
                      </a:lnTo>
                      <a:lnTo>
                        <a:pt x="242" y="194"/>
                      </a:lnTo>
                      <a:lnTo>
                        <a:pt x="240" y="194"/>
                      </a:lnTo>
                      <a:lnTo>
                        <a:pt x="236" y="194"/>
                      </a:lnTo>
                      <a:lnTo>
                        <a:pt x="232" y="196"/>
                      </a:lnTo>
                      <a:lnTo>
                        <a:pt x="230" y="198"/>
                      </a:lnTo>
                      <a:lnTo>
                        <a:pt x="228" y="200"/>
                      </a:lnTo>
                      <a:lnTo>
                        <a:pt x="226" y="204"/>
                      </a:lnTo>
                      <a:lnTo>
                        <a:pt x="226" y="210"/>
                      </a:lnTo>
                      <a:lnTo>
                        <a:pt x="226" y="210"/>
                      </a:lnTo>
                      <a:lnTo>
                        <a:pt x="228" y="214"/>
                      </a:lnTo>
                      <a:lnTo>
                        <a:pt x="230" y="218"/>
                      </a:lnTo>
                      <a:lnTo>
                        <a:pt x="232" y="224"/>
                      </a:lnTo>
                      <a:lnTo>
                        <a:pt x="234" y="228"/>
                      </a:lnTo>
                      <a:lnTo>
                        <a:pt x="236" y="234"/>
                      </a:lnTo>
                      <a:lnTo>
                        <a:pt x="238" y="238"/>
                      </a:lnTo>
                      <a:lnTo>
                        <a:pt x="240" y="240"/>
                      </a:lnTo>
                      <a:lnTo>
                        <a:pt x="254" y="242"/>
                      </a:lnTo>
                      <a:lnTo>
                        <a:pt x="254" y="256"/>
                      </a:lnTo>
                      <a:lnTo>
                        <a:pt x="250" y="258"/>
                      </a:lnTo>
                      <a:lnTo>
                        <a:pt x="238" y="254"/>
                      </a:lnTo>
                      <a:lnTo>
                        <a:pt x="222" y="244"/>
                      </a:lnTo>
                      <a:lnTo>
                        <a:pt x="214" y="230"/>
                      </a:lnTo>
                      <a:lnTo>
                        <a:pt x="214" y="232"/>
                      </a:lnTo>
                      <a:lnTo>
                        <a:pt x="212" y="232"/>
                      </a:lnTo>
                      <a:lnTo>
                        <a:pt x="210" y="230"/>
                      </a:lnTo>
                      <a:lnTo>
                        <a:pt x="208" y="230"/>
                      </a:lnTo>
                      <a:lnTo>
                        <a:pt x="206" y="228"/>
                      </a:lnTo>
                      <a:lnTo>
                        <a:pt x="206" y="224"/>
                      </a:lnTo>
                      <a:lnTo>
                        <a:pt x="206" y="226"/>
                      </a:lnTo>
                      <a:lnTo>
                        <a:pt x="204" y="228"/>
                      </a:lnTo>
                      <a:lnTo>
                        <a:pt x="204" y="230"/>
                      </a:lnTo>
                      <a:lnTo>
                        <a:pt x="200" y="230"/>
                      </a:lnTo>
                      <a:lnTo>
                        <a:pt x="198" y="230"/>
                      </a:lnTo>
                      <a:lnTo>
                        <a:pt x="192" y="230"/>
                      </a:lnTo>
                      <a:lnTo>
                        <a:pt x="182" y="228"/>
                      </a:lnTo>
                      <a:lnTo>
                        <a:pt x="170" y="226"/>
                      </a:lnTo>
                      <a:lnTo>
                        <a:pt x="164" y="224"/>
                      </a:lnTo>
                      <a:lnTo>
                        <a:pt x="162" y="224"/>
                      </a:lnTo>
                      <a:lnTo>
                        <a:pt x="160" y="222"/>
                      </a:lnTo>
                      <a:lnTo>
                        <a:pt x="158" y="222"/>
                      </a:lnTo>
                      <a:lnTo>
                        <a:pt x="158" y="220"/>
                      </a:lnTo>
                      <a:lnTo>
                        <a:pt x="156" y="220"/>
                      </a:lnTo>
                      <a:lnTo>
                        <a:pt x="156" y="220"/>
                      </a:lnTo>
                      <a:lnTo>
                        <a:pt x="154" y="218"/>
                      </a:lnTo>
                      <a:lnTo>
                        <a:pt x="150" y="218"/>
                      </a:lnTo>
                      <a:lnTo>
                        <a:pt x="146" y="218"/>
                      </a:lnTo>
                      <a:lnTo>
                        <a:pt x="144" y="218"/>
                      </a:lnTo>
                      <a:lnTo>
                        <a:pt x="140" y="218"/>
                      </a:lnTo>
                      <a:lnTo>
                        <a:pt x="136" y="218"/>
                      </a:lnTo>
                      <a:lnTo>
                        <a:pt x="130" y="218"/>
                      </a:lnTo>
                      <a:lnTo>
                        <a:pt x="124" y="220"/>
                      </a:lnTo>
                      <a:lnTo>
                        <a:pt x="110" y="218"/>
                      </a:lnTo>
                      <a:lnTo>
                        <a:pt x="110" y="218"/>
                      </a:lnTo>
                      <a:lnTo>
                        <a:pt x="110" y="214"/>
                      </a:lnTo>
                      <a:lnTo>
                        <a:pt x="112" y="210"/>
                      </a:lnTo>
                      <a:lnTo>
                        <a:pt x="112" y="206"/>
                      </a:lnTo>
                      <a:lnTo>
                        <a:pt x="112" y="200"/>
                      </a:lnTo>
                      <a:lnTo>
                        <a:pt x="110" y="196"/>
                      </a:lnTo>
                      <a:lnTo>
                        <a:pt x="110" y="196"/>
                      </a:lnTo>
                      <a:lnTo>
                        <a:pt x="108" y="192"/>
                      </a:lnTo>
                      <a:lnTo>
                        <a:pt x="108" y="186"/>
                      </a:lnTo>
                      <a:lnTo>
                        <a:pt x="108" y="182"/>
                      </a:lnTo>
                      <a:lnTo>
                        <a:pt x="108" y="176"/>
                      </a:lnTo>
                      <a:lnTo>
                        <a:pt x="98" y="176"/>
                      </a:lnTo>
                      <a:lnTo>
                        <a:pt x="98" y="170"/>
                      </a:lnTo>
                      <a:lnTo>
                        <a:pt x="84" y="172"/>
                      </a:lnTo>
                      <a:lnTo>
                        <a:pt x="84" y="172"/>
                      </a:lnTo>
                      <a:lnTo>
                        <a:pt x="82" y="176"/>
                      </a:lnTo>
                      <a:lnTo>
                        <a:pt x="82" y="180"/>
                      </a:lnTo>
                      <a:lnTo>
                        <a:pt x="82" y="184"/>
                      </a:lnTo>
                      <a:lnTo>
                        <a:pt x="60" y="182"/>
                      </a:lnTo>
                      <a:lnTo>
                        <a:pt x="52" y="158"/>
                      </a:lnTo>
                      <a:lnTo>
                        <a:pt x="48" y="158"/>
                      </a:lnTo>
                      <a:lnTo>
                        <a:pt x="38" y="158"/>
                      </a:lnTo>
                      <a:lnTo>
                        <a:pt x="28" y="158"/>
                      </a:lnTo>
                      <a:lnTo>
                        <a:pt x="20" y="160"/>
                      </a:lnTo>
                      <a:lnTo>
                        <a:pt x="2" y="162"/>
                      </a:lnTo>
                      <a:lnTo>
                        <a:pt x="0" y="15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5" name="Freeform 473">
                  <a:extLst>
                    <a:ext uri="{FF2B5EF4-FFF2-40B4-BE49-F238E27FC236}">
                      <a16:creationId xmlns:a16="http://schemas.microsoft.com/office/drawing/2014/main" id="{6FC2B698-C0C6-EAFC-6266-08F0A174B41A}"/>
                    </a:ext>
                  </a:extLst>
                </p:cNvPr>
                <p:cNvSpPr/>
                <p:nvPr/>
              </p:nvSpPr>
              <p:spPr bwMode="gray">
                <a:xfrm>
                  <a:off x="1246168" y="4924297"/>
                  <a:ext cx="359171" cy="222018"/>
                </a:xfrm>
                <a:custGeom>
                  <a:avLst/>
                  <a:gdLst>
                    <a:gd name="T0" fmla="*/ 142 w 194"/>
                    <a:gd name="T1" fmla="*/ 2 h 120"/>
                    <a:gd name="T2" fmla="*/ 138 w 194"/>
                    <a:gd name="T3" fmla="*/ 2 h 120"/>
                    <a:gd name="T4" fmla="*/ 132 w 194"/>
                    <a:gd name="T5" fmla="*/ 2 h 120"/>
                    <a:gd name="T6" fmla="*/ 124 w 194"/>
                    <a:gd name="T7" fmla="*/ 4 h 120"/>
                    <a:gd name="T8" fmla="*/ 120 w 194"/>
                    <a:gd name="T9" fmla="*/ 8 h 120"/>
                    <a:gd name="T10" fmla="*/ 118 w 194"/>
                    <a:gd name="T11" fmla="*/ 18 h 120"/>
                    <a:gd name="T12" fmla="*/ 120 w 194"/>
                    <a:gd name="T13" fmla="*/ 22 h 120"/>
                    <a:gd name="T14" fmla="*/ 124 w 194"/>
                    <a:gd name="T15" fmla="*/ 32 h 120"/>
                    <a:gd name="T16" fmla="*/ 128 w 194"/>
                    <a:gd name="T17" fmla="*/ 42 h 120"/>
                    <a:gd name="T18" fmla="*/ 132 w 194"/>
                    <a:gd name="T19" fmla="*/ 48 h 120"/>
                    <a:gd name="T20" fmla="*/ 146 w 194"/>
                    <a:gd name="T21" fmla="*/ 64 h 120"/>
                    <a:gd name="T22" fmla="*/ 130 w 194"/>
                    <a:gd name="T23" fmla="*/ 62 h 120"/>
                    <a:gd name="T24" fmla="*/ 106 w 194"/>
                    <a:gd name="T25" fmla="*/ 38 h 120"/>
                    <a:gd name="T26" fmla="*/ 104 w 194"/>
                    <a:gd name="T27" fmla="*/ 40 h 120"/>
                    <a:gd name="T28" fmla="*/ 100 w 194"/>
                    <a:gd name="T29" fmla="*/ 38 h 120"/>
                    <a:gd name="T30" fmla="*/ 98 w 194"/>
                    <a:gd name="T31" fmla="*/ 32 h 120"/>
                    <a:gd name="T32" fmla="*/ 96 w 194"/>
                    <a:gd name="T33" fmla="*/ 36 h 120"/>
                    <a:gd name="T34" fmla="*/ 92 w 194"/>
                    <a:gd name="T35" fmla="*/ 38 h 120"/>
                    <a:gd name="T36" fmla="*/ 84 w 194"/>
                    <a:gd name="T37" fmla="*/ 38 h 120"/>
                    <a:gd name="T38" fmla="*/ 62 w 194"/>
                    <a:gd name="T39" fmla="*/ 34 h 120"/>
                    <a:gd name="T40" fmla="*/ 54 w 194"/>
                    <a:gd name="T41" fmla="*/ 32 h 120"/>
                    <a:gd name="T42" fmla="*/ 50 w 194"/>
                    <a:gd name="T43" fmla="*/ 30 h 120"/>
                    <a:gd name="T44" fmla="*/ 48 w 194"/>
                    <a:gd name="T45" fmla="*/ 28 h 120"/>
                    <a:gd name="T46" fmla="*/ 46 w 194"/>
                    <a:gd name="T47" fmla="*/ 26 h 120"/>
                    <a:gd name="T48" fmla="*/ 38 w 194"/>
                    <a:gd name="T49" fmla="*/ 26 h 120"/>
                    <a:gd name="T50" fmla="*/ 32 w 194"/>
                    <a:gd name="T51" fmla="*/ 26 h 120"/>
                    <a:gd name="T52" fmla="*/ 22 w 194"/>
                    <a:gd name="T53" fmla="*/ 26 h 120"/>
                    <a:gd name="T54" fmla="*/ 16 w 194"/>
                    <a:gd name="T55" fmla="*/ 28 h 120"/>
                    <a:gd name="T56" fmla="*/ 16 w 194"/>
                    <a:gd name="T57" fmla="*/ 38 h 120"/>
                    <a:gd name="T58" fmla="*/ 14 w 194"/>
                    <a:gd name="T59" fmla="*/ 48 h 120"/>
                    <a:gd name="T60" fmla="*/ 16 w 194"/>
                    <a:gd name="T61" fmla="*/ 54 h 120"/>
                    <a:gd name="T62" fmla="*/ 0 w 194"/>
                    <a:gd name="T63" fmla="*/ 102 h 120"/>
                    <a:gd name="T64" fmla="*/ 2 w 194"/>
                    <a:gd name="T65" fmla="*/ 104 h 120"/>
                    <a:gd name="T66" fmla="*/ 8 w 194"/>
                    <a:gd name="T67" fmla="*/ 112 h 120"/>
                    <a:gd name="T68" fmla="*/ 18 w 194"/>
                    <a:gd name="T69" fmla="*/ 118 h 120"/>
                    <a:gd name="T70" fmla="*/ 24 w 194"/>
                    <a:gd name="T71" fmla="*/ 116 h 120"/>
                    <a:gd name="T72" fmla="*/ 36 w 194"/>
                    <a:gd name="T73" fmla="*/ 116 h 120"/>
                    <a:gd name="T74" fmla="*/ 48 w 194"/>
                    <a:gd name="T75" fmla="*/ 116 h 120"/>
                    <a:gd name="T76" fmla="*/ 60 w 194"/>
                    <a:gd name="T77" fmla="*/ 118 h 120"/>
                    <a:gd name="T78" fmla="*/ 72 w 194"/>
                    <a:gd name="T79" fmla="*/ 120 h 120"/>
                    <a:gd name="T80" fmla="*/ 82 w 194"/>
                    <a:gd name="T81" fmla="*/ 120 h 120"/>
                    <a:gd name="T82" fmla="*/ 102 w 194"/>
                    <a:gd name="T83" fmla="*/ 118 h 120"/>
                    <a:gd name="T84" fmla="*/ 114 w 194"/>
                    <a:gd name="T85" fmla="*/ 104 h 120"/>
                    <a:gd name="T86" fmla="*/ 192 w 194"/>
                    <a:gd name="T87" fmla="*/ 64 h 120"/>
                    <a:gd name="T88" fmla="*/ 194 w 194"/>
                    <a:gd name="T89" fmla="*/ 50 h 120"/>
                    <a:gd name="T90" fmla="*/ 190 w 194"/>
                    <a:gd name="T91" fmla="*/ 34 h 120"/>
                    <a:gd name="T92" fmla="*/ 174 w 194"/>
                    <a:gd name="T93" fmla="*/ 10 h 120"/>
                    <a:gd name="T94" fmla="*/ 142 w 194"/>
                    <a:gd name="T95"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120">
                      <a:moveTo>
                        <a:pt x="142" y="0"/>
                      </a:moveTo>
                      <a:lnTo>
                        <a:pt x="142" y="2"/>
                      </a:lnTo>
                      <a:lnTo>
                        <a:pt x="140" y="2"/>
                      </a:lnTo>
                      <a:lnTo>
                        <a:pt x="138" y="2"/>
                      </a:lnTo>
                      <a:lnTo>
                        <a:pt x="134" y="2"/>
                      </a:lnTo>
                      <a:lnTo>
                        <a:pt x="132" y="2"/>
                      </a:lnTo>
                      <a:lnTo>
                        <a:pt x="128" y="2"/>
                      </a:lnTo>
                      <a:lnTo>
                        <a:pt x="124" y="4"/>
                      </a:lnTo>
                      <a:lnTo>
                        <a:pt x="122" y="6"/>
                      </a:lnTo>
                      <a:lnTo>
                        <a:pt x="120" y="8"/>
                      </a:lnTo>
                      <a:lnTo>
                        <a:pt x="118" y="12"/>
                      </a:lnTo>
                      <a:lnTo>
                        <a:pt x="118" y="18"/>
                      </a:lnTo>
                      <a:lnTo>
                        <a:pt x="118" y="18"/>
                      </a:lnTo>
                      <a:lnTo>
                        <a:pt x="120" y="22"/>
                      </a:lnTo>
                      <a:lnTo>
                        <a:pt x="122" y="26"/>
                      </a:lnTo>
                      <a:lnTo>
                        <a:pt x="124" y="32"/>
                      </a:lnTo>
                      <a:lnTo>
                        <a:pt x="126" y="36"/>
                      </a:lnTo>
                      <a:lnTo>
                        <a:pt x="128" y="42"/>
                      </a:lnTo>
                      <a:lnTo>
                        <a:pt x="130" y="46"/>
                      </a:lnTo>
                      <a:lnTo>
                        <a:pt x="132" y="48"/>
                      </a:lnTo>
                      <a:lnTo>
                        <a:pt x="146" y="50"/>
                      </a:lnTo>
                      <a:lnTo>
                        <a:pt x="146" y="64"/>
                      </a:lnTo>
                      <a:lnTo>
                        <a:pt x="142" y="66"/>
                      </a:lnTo>
                      <a:lnTo>
                        <a:pt x="130" y="62"/>
                      </a:lnTo>
                      <a:lnTo>
                        <a:pt x="114" y="52"/>
                      </a:lnTo>
                      <a:lnTo>
                        <a:pt x="106" y="38"/>
                      </a:lnTo>
                      <a:lnTo>
                        <a:pt x="106" y="40"/>
                      </a:lnTo>
                      <a:lnTo>
                        <a:pt x="104" y="40"/>
                      </a:lnTo>
                      <a:lnTo>
                        <a:pt x="102" y="38"/>
                      </a:lnTo>
                      <a:lnTo>
                        <a:pt x="100" y="38"/>
                      </a:lnTo>
                      <a:lnTo>
                        <a:pt x="98" y="36"/>
                      </a:lnTo>
                      <a:lnTo>
                        <a:pt x="98" y="32"/>
                      </a:lnTo>
                      <a:lnTo>
                        <a:pt x="98" y="34"/>
                      </a:lnTo>
                      <a:lnTo>
                        <a:pt x="96" y="36"/>
                      </a:lnTo>
                      <a:lnTo>
                        <a:pt x="96" y="38"/>
                      </a:lnTo>
                      <a:lnTo>
                        <a:pt x="92" y="38"/>
                      </a:lnTo>
                      <a:lnTo>
                        <a:pt x="90" y="38"/>
                      </a:lnTo>
                      <a:lnTo>
                        <a:pt x="84" y="38"/>
                      </a:lnTo>
                      <a:lnTo>
                        <a:pt x="74" y="36"/>
                      </a:lnTo>
                      <a:lnTo>
                        <a:pt x="62" y="34"/>
                      </a:lnTo>
                      <a:lnTo>
                        <a:pt x="56" y="32"/>
                      </a:lnTo>
                      <a:lnTo>
                        <a:pt x="54" y="32"/>
                      </a:lnTo>
                      <a:lnTo>
                        <a:pt x="52" y="30"/>
                      </a:lnTo>
                      <a:lnTo>
                        <a:pt x="50" y="30"/>
                      </a:lnTo>
                      <a:lnTo>
                        <a:pt x="50" y="28"/>
                      </a:lnTo>
                      <a:lnTo>
                        <a:pt x="48" y="28"/>
                      </a:lnTo>
                      <a:lnTo>
                        <a:pt x="48" y="28"/>
                      </a:lnTo>
                      <a:lnTo>
                        <a:pt x="46" y="26"/>
                      </a:lnTo>
                      <a:lnTo>
                        <a:pt x="42" y="26"/>
                      </a:lnTo>
                      <a:lnTo>
                        <a:pt x="38" y="26"/>
                      </a:lnTo>
                      <a:lnTo>
                        <a:pt x="36" y="26"/>
                      </a:lnTo>
                      <a:lnTo>
                        <a:pt x="32" y="26"/>
                      </a:lnTo>
                      <a:lnTo>
                        <a:pt x="28" y="26"/>
                      </a:lnTo>
                      <a:lnTo>
                        <a:pt x="22" y="26"/>
                      </a:lnTo>
                      <a:lnTo>
                        <a:pt x="16" y="28"/>
                      </a:lnTo>
                      <a:lnTo>
                        <a:pt x="16" y="28"/>
                      </a:lnTo>
                      <a:lnTo>
                        <a:pt x="16" y="32"/>
                      </a:lnTo>
                      <a:lnTo>
                        <a:pt x="16" y="38"/>
                      </a:lnTo>
                      <a:lnTo>
                        <a:pt x="14" y="42"/>
                      </a:lnTo>
                      <a:lnTo>
                        <a:pt x="14" y="48"/>
                      </a:lnTo>
                      <a:lnTo>
                        <a:pt x="16" y="52"/>
                      </a:lnTo>
                      <a:lnTo>
                        <a:pt x="16" y="54"/>
                      </a:lnTo>
                      <a:lnTo>
                        <a:pt x="0" y="56"/>
                      </a:lnTo>
                      <a:lnTo>
                        <a:pt x="0" y="102"/>
                      </a:lnTo>
                      <a:lnTo>
                        <a:pt x="0" y="102"/>
                      </a:lnTo>
                      <a:lnTo>
                        <a:pt x="2" y="104"/>
                      </a:lnTo>
                      <a:lnTo>
                        <a:pt x="4" y="108"/>
                      </a:lnTo>
                      <a:lnTo>
                        <a:pt x="8" y="112"/>
                      </a:lnTo>
                      <a:lnTo>
                        <a:pt x="12" y="114"/>
                      </a:lnTo>
                      <a:lnTo>
                        <a:pt x="18" y="118"/>
                      </a:lnTo>
                      <a:lnTo>
                        <a:pt x="20" y="118"/>
                      </a:lnTo>
                      <a:lnTo>
                        <a:pt x="24" y="116"/>
                      </a:lnTo>
                      <a:lnTo>
                        <a:pt x="30" y="116"/>
                      </a:lnTo>
                      <a:lnTo>
                        <a:pt x="36" y="116"/>
                      </a:lnTo>
                      <a:lnTo>
                        <a:pt x="46" y="116"/>
                      </a:lnTo>
                      <a:lnTo>
                        <a:pt x="48" y="116"/>
                      </a:lnTo>
                      <a:lnTo>
                        <a:pt x="54" y="116"/>
                      </a:lnTo>
                      <a:lnTo>
                        <a:pt x="60" y="118"/>
                      </a:lnTo>
                      <a:lnTo>
                        <a:pt x="66" y="118"/>
                      </a:lnTo>
                      <a:lnTo>
                        <a:pt x="72" y="120"/>
                      </a:lnTo>
                      <a:lnTo>
                        <a:pt x="78" y="120"/>
                      </a:lnTo>
                      <a:lnTo>
                        <a:pt x="82" y="120"/>
                      </a:lnTo>
                      <a:lnTo>
                        <a:pt x="90" y="120"/>
                      </a:lnTo>
                      <a:lnTo>
                        <a:pt x="102" y="118"/>
                      </a:lnTo>
                      <a:lnTo>
                        <a:pt x="110" y="114"/>
                      </a:lnTo>
                      <a:lnTo>
                        <a:pt x="114" y="104"/>
                      </a:lnTo>
                      <a:lnTo>
                        <a:pt x="192" y="88"/>
                      </a:lnTo>
                      <a:lnTo>
                        <a:pt x="192" y="64"/>
                      </a:lnTo>
                      <a:lnTo>
                        <a:pt x="190" y="56"/>
                      </a:lnTo>
                      <a:lnTo>
                        <a:pt x="194" y="50"/>
                      </a:lnTo>
                      <a:lnTo>
                        <a:pt x="194" y="46"/>
                      </a:lnTo>
                      <a:lnTo>
                        <a:pt x="190" y="34"/>
                      </a:lnTo>
                      <a:lnTo>
                        <a:pt x="184" y="20"/>
                      </a:lnTo>
                      <a:lnTo>
                        <a:pt x="174" y="10"/>
                      </a:lnTo>
                      <a:lnTo>
                        <a:pt x="160" y="4"/>
                      </a:lnTo>
                      <a:lnTo>
                        <a:pt x="142"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6" name="Freeform 474">
                  <a:extLst>
                    <a:ext uri="{FF2B5EF4-FFF2-40B4-BE49-F238E27FC236}">
                      <a16:creationId xmlns:a16="http://schemas.microsoft.com/office/drawing/2014/main" id="{3A6BD997-8D1C-0FD9-8CBA-4E58C90D5C69}"/>
                    </a:ext>
                  </a:extLst>
                </p:cNvPr>
                <p:cNvSpPr/>
                <p:nvPr/>
              </p:nvSpPr>
              <p:spPr bwMode="gray">
                <a:xfrm>
                  <a:off x="1035109" y="5124113"/>
                  <a:ext cx="355468" cy="307125"/>
                </a:xfrm>
                <a:custGeom>
                  <a:avLst/>
                  <a:gdLst>
                    <a:gd name="T0" fmla="*/ 130 w 192"/>
                    <a:gd name="T1" fmla="*/ 10 h 166"/>
                    <a:gd name="T2" fmla="*/ 122 w 192"/>
                    <a:gd name="T3" fmla="*/ 10 h 166"/>
                    <a:gd name="T4" fmla="*/ 112 w 192"/>
                    <a:gd name="T5" fmla="*/ 12 h 166"/>
                    <a:gd name="T6" fmla="*/ 104 w 192"/>
                    <a:gd name="T7" fmla="*/ 14 h 166"/>
                    <a:gd name="T8" fmla="*/ 98 w 192"/>
                    <a:gd name="T9" fmla="*/ 14 h 166"/>
                    <a:gd name="T10" fmla="*/ 88 w 192"/>
                    <a:gd name="T11" fmla="*/ 12 h 166"/>
                    <a:gd name="T12" fmla="*/ 80 w 192"/>
                    <a:gd name="T13" fmla="*/ 10 h 166"/>
                    <a:gd name="T14" fmla="*/ 34 w 192"/>
                    <a:gd name="T15" fmla="*/ 8 h 166"/>
                    <a:gd name="T16" fmla="*/ 30 w 192"/>
                    <a:gd name="T17" fmla="*/ 8 h 166"/>
                    <a:gd name="T18" fmla="*/ 24 w 192"/>
                    <a:gd name="T19" fmla="*/ 6 h 166"/>
                    <a:gd name="T20" fmla="*/ 20 w 192"/>
                    <a:gd name="T21" fmla="*/ 2 h 166"/>
                    <a:gd name="T22" fmla="*/ 14 w 192"/>
                    <a:gd name="T23" fmla="*/ 0 h 166"/>
                    <a:gd name="T24" fmla="*/ 2 w 192"/>
                    <a:gd name="T25" fmla="*/ 2 h 166"/>
                    <a:gd name="T26" fmla="*/ 2 w 192"/>
                    <a:gd name="T27" fmla="*/ 12 h 166"/>
                    <a:gd name="T28" fmla="*/ 12 w 192"/>
                    <a:gd name="T29" fmla="*/ 32 h 166"/>
                    <a:gd name="T30" fmla="*/ 18 w 192"/>
                    <a:gd name="T31" fmla="*/ 54 h 166"/>
                    <a:gd name="T32" fmla="*/ 24 w 192"/>
                    <a:gd name="T33" fmla="*/ 72 h 166"/>
                    <a:gd name="T34" fmla="*/ 34 w 192"/>
                    <a:gd name="T35" fmla="*/ 110 h 166"/>
                    <a:gd name="T36" fmla="*/ 46 w 192"/>
                    <a:gd name="T37" fmla="*/ 136 h 166"/>
                    <a:gd name="T38" fmla="*/ 48 w 192"/>
                    <a:gd name="T39" fmla="*/ 140 h 166"/>
                    <a:gd name="T40" fmla="*/ 52 w 192"/>
                    <a:gd name="T41" fmla="*/ 148 h 166"/>
                    <a:gd name="T42" fmla="*/ 58 w 192"/>
                    <a:gd name="T43" fmla="*/ 158 h 166"/>
                    <a:gd name="T44" fmla="*/ 60 w 192"/>
                    <a:gd name="T45" fmla="*/ 164 h 166"/>
                    <a:gd name="T46" fmla="*/ 72 w 192"/>
                    <a:gd name="T47" fmla="*/ 160 h 166"/>
                    <a:gd name="T48" fmla="*/ 74 w 192"/>
                    <a:gd name="T49" fmla="*/ 156 h 166"/>
                    <a:gd name="T50" fmla="*/ 76 w 192"/>
                    <a:gd name="T51" fmla="*/ 152 h 166"/>
                    <a:gd name="T52" fmla="*/ 78 w 192"/>
                    <a:gd name="T53" fmla="*/ 150 h 166"/>
                    <a:gd name="T54" fmla="*/ 82 w 192"/>
                    <a:gd name="T55" fmla="*/ 152 h 166"/>
                    <a:gd name="T56" fmla="*/ 82 w 192"/>
                    <a:gd name="T57" fmla="*/ 156 h 166"/>
                    <a:gd name="T58" fmla="*/ 82 w 192"/>
                    <a:gd name="T59" fmla="*/ 162 h 166"/>
                    <a:gd name="T60" fmla="*/ 86 w 192"/>
                    <a:gd name="T61" fmla="*/ 164 h 166"/>
                    <a:gd name="T62" fmla="*/ 94 w 192"/>
                    <a:gd name="T63" fmla="*/ 164 h 166"/>
                    <a:gd name="T64" fmla="*/ 104 w 192"/>
                    <a:gd name="T65" fmla="*/ 166 h 166"/>
                    <a:gd name="T66" fmla="*/ 112 w 192"/>
                    <a:gd name="T67" fmla="*/ 162 h 166"/>
                    <a:gd name="T68" fmla="*/ 114 w 192"/>
                    <a:gd name="T69" fmla="*/ 60 h 166"/>
                    <a:gd name="T70" fmla="*/ 128 w 192"/>
                    <a:gd name="T71" fmla="*/ 16 h 166"/>
                    <a:gd name="T72" fmla="*/ 144 w 192"/>
                    <a:gd name="T73" fmla="*/ 16 h 166"/>
                    <a:gd name="T74" fmla="*/ 164 w 192"/>
                    <a:gd name="T75" fmla="*/ 16 h 166"/>
                    <a:gd name="T76" fmla="*/ 168 w 192"/>
                    <a:gd name="T77" fmla="*/ 18 h 166"/>
                    <a:gd name="T78" fmla="*/ 170 w 192"/>
                    <a:gd name="T79" fmla="*/ 22 h 166"/>
                    <a:gd name="T80" fmla="*/ 172 w 192"/>
                    <a:gd name="T81" fmla="*/ 20 h 166"/>
                    <a:gd name="T82" fmla="*/ 182 w 192"/>
                    <a:gd name="T83" fmla="*/ 16 h 166"/>
                    <a:gd name="T84" fmla="*/ 190 w 192"/>
                    <a:gd name="T85" fmla="*/ 12 h 166"/>
                    <a:gd name="T86" fmla="*/ 188 w 192"/>
                    <a:gd name="T87" fmla="*/ 12 h 166"/>
                    <a:gd name="T88" fmla="*/ 166 w 192"/>
                    <a:gd name="T89" fmla="*/ 8 h 166"/>
                    <a:gd name="T90" fmla="*/ 132 w 192"/>
                    <a:gd name="T91" fmla="*/ 1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2" h="166">
                      <a:moveTo>
                        <a:pt x="132" y="10"/>
                      </a:moveTo>
                      <a:lnTo>
                        <a:pt x="130" y="10"/>
                      </a:lnTo>
                      <a:lnTo>
                        <a:pt x="128" y="10"/>
                      </a:lnTo>
                      <a:lnTo>
                        <a:pt x="122" y="10"/>
                      </a:lnTo>
                      <a:lnTo>
                        <a:pt x="118" y="12"/>
                      </a:lnTo>
                      <a:lnTo>
                        <a:pt x="112" y="12"/>
                      </a:lnTo>
                      <a:lnTo>
                        <a:pt x="106" y="14"/>
                      </a:lnTo>
                      <a:lnTo>
                        <a:pt x="104" y="14"/>
                      </a:lnTo>
                      <a:lnTo>
                        <a:pt x="102" y="14"/>
                      </a:lnTo>
                      <a:lnTo>
                        <a:pt x="98" y="14"/>
                      </a:lnTo>
                      <a:lnTo>
                        <a:pt x="94" y="14"/>
                      </a:lnTo>
                      <a:lnTo>
                        <a:pt x="88" y="12"/>
                      </a:lnTo>
                      <a:lnTo>
                        <a:pt x="84" y="12"/>
                      </a:lnTo>
                      <a:lnTo>
                        <a:pt x="80" y="10"/>
                      </a:lnTo>
                      <a:lnTo>
                        <a:pt x="76" y="8"/>
                      </a:lnTo>
                      <a:lnTo>
                        <a:pt x="34" y="8"/>
                      </a:lnTo>
                      <a:lnTo>
                        <a:pt x="32" y="8"/>
                      </a:lnTo>
                      <a:lnTo>
                        <a:pt x="30" y="8"/>
                      </a:lnTo>
                      <a:lnTo>
                        <a:pt x="26" y="8"/>
                      </a:lnTo>
                      <a:lnTo>
                        <a:pt x="24" y="6"/>
                      </a:lnTo>
                      <a:lnTo>
                        <a:pt x="20" y="2"/>
                      </a:lnTo>
                      <a:lnTo>
                        <a:pt x="20" y="2"/>
                      </a:lnTo>
                      <a:lnTo>
                        <a:pt x="18" y="0"/>
                      </a:lnTo>
                      <a:lnTo>
                        <a:pt x="14" y="0"/>
                      </a:lnTo>
                      <a:lnTo>
                        <a:pt x="8" y="0"/>
                      </a:lnTo>
                      <a:lnTo>
                        <a:pt x="2" y="2"/>
                      </a:lnTo>
                      <a:lnTo>
                        <a:pt x="0" y="10"/>
                      </a:lnTo>
                      <a:lnTo>
                        <a:pt x="2" y="12"/>
                      </a:lnTo>
                      <a:lnTo>
                        <a:pt x="6" y="20"/>
                      </a:lnTo>
                      <a:lnTo>
                        <a:pt x="12" y="32"/>
                      </a:lnTo>
                      <a:lnTo>
                        <a:pt x="16" y="42"/>
                      </a:lnTo>
                      <a:lnTo>
                        <a:pt x="18" y="54"/>
                      </a:lnTo>
                      <a:lnTo>
                        <a:pt x="20" y="58"/>
                      </a:lnTo>
                      <a:lnTo>
                        <a:pt x="24" y="72"/>
                      </a:lnTo>
                      <a:lnTo>
                        <a:pt x="28" y="90"/>
                      </a:lnTo>
                      <a:lnTo>
                        <a:pt x="34" y="110"/>
                      </a:lnTo>
                      <a:lnTo>
                        <a:pt x="42" y="126"/>
                      </a:lnTo>
                      <a:lnTo>
                        <a:pt x="46" y="136"/>
                      </a:lnTo>
                      <a:lnTo>
                        <a:pt x="48" y="136"/>
                      </a:lnTo>
                      <a:lnTo>
                        <a:pt x="48" y="140"/>
                      </a:lnTo>
                      <a:lnTo>
                        <a:pt x="50" y="144"/>
                      </a:lnTo>
                      <a:lnTo>
                        <a:pt x="52" y="148"/>
                      </a:lnTo>
                      <a:lnTo>
                        <a:pt x="56" y="152"/>
                      </a:lnTo>
                      <a:lnTo>
                        <a:pt x="58" y="158"/>
                      </a:lnTo>
                      <a:lnTo>
                        <a:pt x="60" y="162"/>
                      </a:lnTo>
                      <a:lnTo>
                        <a:pt x="60" y="164"/>
                      </a:lnTo>
                      <a:lnTo>
                        <a:pt x="72" y="160"/>
                      </a:lnTo>
                      <a:lnTo>
                        <a:pt x="72" y="160"/>
                      </a:lnTo>
                      <a:lnTo>
                        <a:pt x="74" y="158"/>
                      </a:lnTo>
                      <a:lnTo>
                        <a:pt x="74" y="156"/>
                      </a:lnTo>
                      <a:lnTo>
                        <a:pt x="76" y="154"/>
                      </a:lnTo>
                      <a:lnTo>
                        <a:pt x="76" y="152"/>
                      </a:lnTo>
                      <a:lnTo>
                        <a:pt x="76" y="152"/>
                      </a:lnTo>
                      <a:lnTo>
                        <a:pt x="78" y="150"/>
                      </a:lnTo>
                      <a:lnTo>
                        <a:pt x="80" y="152"/>
                      </a:lnTo>
                      <a:lnTo>
                        <a:pt x="82" y="152"/>
                      </a:lnTo>
                      <a:lnTo>
                        <a:pt x="82" y="154"/>
                      </a:lnTo>
                      <a:lnTo>
                        <a:pt x="82" y="156"/>
                      </a:lnTo>
                      <a:lnTo>
                        <a:pt x="82" y="160"/>
                      </a:lnTo>
                      <a:lnTo>
                        <a:pt x="82" y="162"/>
                      </a:lnTo>
                      <a:lnTo>
                        <a:pt x="84" y="164"/>
                      </a:lnTo>
                      <a:lnTo>
                        <a:pt x="86" y="164"/>
                      </a:lnTo>
                      <a:lnTo>
                        <a:pt x="88" y="164"/>
                      </a:lnTo>
                      <a:lnTo>
                        <a:pt x="94" y="164"/>
                      </a:lnTo>
                      <a:lnTo>
                        <a:pt x="98" y="166"/>
                      </a:lnTo>
                      <a:lnTo>
                        <a:pt x="104" y="166"/>
                      </a:lnTo>
                      <a:lnTo>
                        <a:pt x="108" y="164"/>
                      </a:lnTo>
                      <a:lnTo>
                        <a:pt x="112" y="162"/>
                      </a:lnTo>
                      <a:lnTo>
                        <a:pt x="114" y="160"/>
                      </a:lnTo>
                      <a:lnTo>
                        <a:pt x="114" y="60"/>
                      </a:lnTo>
                      <a:lnTo>
                        <a:pt x="128" y="60"/>
                      </a:lnTo>
                      <a:lnTo>
                        <a:pt x="128" y="16"/>
                      </a:lnTo>
                      <a:lnTo>
                        <a:pt x="132" y="16"/>
                      </a:lnTo>
                      <a:lnTo>
                        <a:pt x="144" y="16"/>
                      </a:lnTo>
                      <a:lnTo>
                        <a:pt x="156" y="14"/>
                      </a:lnTo>
                      <a:lnTo>
                        <a:pt x="164" y="16"/>
                      </a:lnTo>
                      <a:lnTo>
                        <a:pt x="164" y="16"/>
                      </a:lnTo>
                      <a:lnTo>
                        <a:pt x="168" y="18"/>
                      </a:lnTo>
                      <a:lnTo>
                        <a:pt x="168" y="20"/>
                      </a:lnTo>
                      <a:lnTo>
                        <a:pt x="170" y="22"/>
                      </a:lnTo>
                      <a:lnTo>
                        <a:pt x="170" y="22"/>
                      </a:lnTo>
                      <a:lnTo>
                        <a:pt x="172" y="20"/>
                      </a:lnTo>
                      <a:lnTo>
                        <a:pt x="176" y="18"/>
                      </a:lnTo>
                      <a:lnTo>
                        <a:pt x="182" y="16"/>
                      </a:lnTo>
                      <a:lnTo>
                        <a:pt x="186" y="14"/>
                      </a:lnTo>
                      <a:lnTo>
                        <a:pt x="190" y="12"/>
                      </a:lnTo>
                      <a:lnTo>
                        <a:pt x="192" y="12"/>
                      </a:lnTo>
                      <a:lnTo>
                        <a:pt x="188" y="12"/>
                      </a:lnTo>
                      <a:lnTo>
                        <a:pt x="178" y="10"/>
                      </a:lnTo>
                      <a:lnTo>
                        <a:pt x="166" y="8"/>
                      </a:lnTo>
                      <a:lnTo>
                        <a:pt x="156" y="8"/>
                      </a:lnTo>
                      <a:lnTo>
                        <a:pt x="132" y="1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7" name="Freeform 475">
                  <a:extLst>
                    <a:ext uri="{FF2B5EF4-FFF2-40B4-BE49-F238E27FC236}">
                      <a16:creationId xmlns:a16="http://schemas.microsoft.com/office/drawing/2014/main" id="{50163B69-AC2A-B396-2FD9-3B7A59D89228}"/>
                    </a:ext>
                  </a:extLst>
                </p:cNvPr>
                <p:cNvSpPr/>
                <p:nvPr/>
              </p:nvSpPr>
              <p:spPr bwMode="gray">
                <a:xfrm>
                  <a:off x="1246168" y="5150015"/>
                  <a:ext cx="222168" cy="255321"/>
                </a:xfrm>
                <a:custGeom>
                  <a:avLst/>
                  <a:gdLst>
                    <a:gd name="T0" fmla="*/ 98 w 120"/>
                    <a:gd name="T1" fmla="*/ 48 h 138"/>
                    <a:gd name="T2" fmla="*/ 98 w 120"/>
                    <a:gd name="T3" fmla="*/ 44 h 138"/>
                    <a:gd name="T4" fmla="*/ 96 w 120"/>
                    <a:gd name="T5" fmla="*/ 38 h 138"/>
                    <a:gd name="T6" fmla="*/ 90 w 120"/>
                    <a:gd name="T7" fmla="*/ 32 h 138"/>
                    <a:gd name="T8" fmla="*/ 88 w 120"/>
                    <a:gd name="T9" fmla="*/ 28 h 138"/>
                    <a:gd name="T10" fmla="*/ 84 w 120"/>
                    <a:gd name="T11" fmla="*/ 22 h 138"/>
                    <a:gd name="T12" fmla="*/ 80 w 120"/>
                    <a:gd name="T13" fmla="*/ 10 h 138"/>
                    <a:gd name="T14" fmla="*/ 78 w 120"/>
                    <a:gd name="T15" fmla="*/ 0 h 138"/>
                    <a:gd name="T16" fmla="*/ 76 w 120"/>
                    <a:gd name="T17" fmla="*/ 0 h 138"/>
                    <a:gd name="T18" fmla="*/ 68 w 120"/>
                    <a:gd name="T19" fmla="*/ 2 h 138"/>
                    <a:gd name="T20" fmla="*/ 60 w 120"/>
                    <a:gd name="T21" fmla="*/ 6 h 138"/>
                    <a:gd name="T22" fmla="*/ 56 w 120"/>
                    <a:gd name="T23" fmla="*/ 10 h 138"/>
                    <a:gd name="T24" fmla="*/ 46 w 120"/>
                    <a:gd name="T25" fmla="*/ 2 h 138"/>
                    <a:gd name="T26" fmla="*/ 26 w 120"/>
                    <a:gd name="T27" fmla="*/ 2 h 138"/>
                    <a:gd name="T28" fmla="*/ 14 w 120"/>
                    <a:gd name="T29" fmla="*/ 4 h 138"/>
                    <a:gd name="T30" fmla="*/ 0 w 120"/>
                    <a:gd name="T31" fmla="*/ 48 h 138"/>
                    <a:gd name="T32" fmla="*/ 2 w 120"/>
                    <a:gd name="T33" fmla="*/ 102 h 138"/>
                    <a:gd name="T34" fmla="*/ 6 w 120"/>
                    <a:gd name="T35" fmla="*/ 104 h 138"/>
                    <a:gd name="T36" fmla="*/ 12 w 120"/>
                    <a:gd name="T37" fmla="*/ 112 h 138"/>
                    <a:gd name="T38" fmla="*/ 12 w 120"/>
                    <a:gd name="T39" fmla="*/ 126 h 138"/>
                    <a:gd name="T40" fmla="*/ 10 w 120"/>
                    <a:gd name="T41" fmla="*/ 128 h 138"/>
                    <a:gd name="T42" fmla="*/ 8 w 120"/>
                    <a:gd name="T43" fmla="*/ 134 h 138"/>
                    <a:gd name="T44" fmla="*/ 12 w 120"/>
                    <a:gd name="T45" fmla="*/ 138 h 138"/>
                    <a:gd name="T46" fmla="*/ 20 w 120"/>
                    <a:gd name="T47" fmla="*/ 136 h 138"/>
                    <a:gd name="T48" fmla="*/ 32 w 120"/>
                    <a:gd name="T49" fmla="*/ 130 h 138"/>
                    <a:gd name="T50" fmla="*/ 40 w 120"/>
                    <a:gd name="T51" fmla="*/ 124 h 138"/>
                    <a:gd name="T52" fmla="*/ 42 w 120"/>
                    <a:gd name="T53" fmla="*/ 118 h 138"/>
                    <a:gd name="T54" fmla="*/ 44 w 120"/>
                    <a:gd name="T55" fmla="*/ 112 h 138"/>
                    <a:gd name="T56" fmla="*/ 46 w 120"/>
                    <a:gd name="T57" fmla="*/ 110 h 138"/>
                    <a:gd name="T58" fmla="*/ 52 w 120"/>
                    <a:gd name="T59" fmla="*/ 108 h 138"/>
                    <a:gd name="T60" fmla="*/ 60 w 120"/>
                    <a:gd name="T61" fmla="*/ 110 h 138"/>
                    <a:gd name="T62" fmla="*/ 64 w 120"/>
                    <a:gd name="T63" fmla="*/ 114 h 138"/>
                    <a:gd name="T64" fmla="*/ 70 w 120"/>
                    <a:gd name="T65" fmla="*/ 116 h 138"/>
                    <a:gd name="T66" fmla="*/ 74 w 120"/>
                    <a:gd name="T67" fmla="*/ 114 h 138"/>
                    <a:gd name="T68" fmla="*/ 76 w 120"/>
                    <a:gd name="T69" fmla="*/ 106 h 138"/>
                    <a:gd name="T70" fmla="*/ 82 w 120"/>
                    <a:gd name="T71" fmla="*/ 98 h 138"/>
                    <a:gd name="T72" fmla="*/ 90 w 120"/>
                    <a:gd name="T73" fmla="*/ 90 h 138"/>
                    <a:gd name="T74" fmla="*/ 94 w 120"/>
                    <a:gd name="T75" fmla="*/ 88 h 138"/>
                    <a:gd name="T76" fmla="*/ 104 w 120"/>
                    <a:gd name="T77" fmla="*/ 84 h 138"/>
                    <a:gd name="T78" fmla="*/ 108 w 120"/>
                    <a:gd name="T79" fmla="*/ 80 h 138"/>
                    <a:gd name="T80" fmla="*/ 112 w 120"/>
                    <a:gd name="T81" fmla="*/ 78 h 138"/>
                    <a:gd name="T82" fmla="*/ 118 w 120"/>
                    <a:gd name="T83" fmla="*/ 72 h 138"/>
                    <a:gd name="T84" fmla="*/ 120 w 120"/>
                    <a:gd name="T85" fmla="*/ 68 h 138"/>
                    <a:gd name="T86" fmla="*/ 116 w 120"/>
                    <a:gd name="T87" fmla="*/ 62 h 138"/>
                    <a:gd name="T88" fmla="*/ 112 w 120"/>
                    <a:gd name="T89" fmla="*/ 60 h 138"/>
                    <a:gd name="T90" fmla="*/ 110 w 120"/>
                    <a:gd name="T91" fmla="*/ 60 h 138"/>
                    <a:gd name="T92" fmla="*/ 106 w 120"/>
                    <a:gd name="T93" fmla="*/ 56 h 138"/>
                    <a:gd name="T94" fmla="*/ 102 w 120"/>
                    <a:gd name="T95" fmla="*/ 4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0" h="138">
                      <a:moveTo>
                        <a:pt x="102" y="48"/>
                      </a:moveTo>
                      <a:lnTo>
                        <a:pt x="98" y="48"/>
                      </a:lnTo>
                      <a:lnTo>
                        <a:pt x="100" y="46"/>
                      </a:lnTo>
                      <a:lnTo>
                        <a:pt x="98" y="44"/>
                      </a:lnTo>
                      <a:lnTo>
                        <a:pt x="98" y="40"/>
                      </a:lnTo>
                      <a:lnTo>
                        <a:pt x="96" y="38"/>
                      </a:lnTo>
                      <a:lnTo>
                        <a:pt x="92" y="34"/>
                      </a:lnTo>
                      <a:lnTo>
                        <a:pt x="90" y="32"/>
                      </a:lnTo>
                      <a:lnTo>
                        <a:pt x="90" y="30"/>
                      </a:lnTo>
                      <a:lnTo>
                        <a:pt x="88" y="28"/>
                      </a:lnTo>
                      <a:lnTo>
                        <a:pt x="86" y="26"/>
                      </a:lnTo>
                      <a:lnTo>
                        <a:pt x="84" y="22"/>
                      </a:lnTo>
                      <a:lnTo>
                        <a:pt x="82" y="16"/>
                      </a:lnTo>
                      <a:lnTo>
                        <a:pt x="80" y="10"/>
                      </a:lnTo>
                      <a:lnTo>
                        <a:pt x="80" y="4"/>
                      </a:lnTo>
                      <a:lnTo>
                        <a:pt x="78" y="0"/>
                      </a:lnTo>
                      <a:lnTo>
                        <a:pt x="78" y="0"/>
                      </a:lnTo>
                      <a:lnTo>
                        <a:pt x="76" y="0"/>
                      </a:lnTo>
                      <a:lnTo>
                        <a:pt x="72" y="0"/>
                      </a:lnTo>
                      <a:lnTo>
                        <a:pt x="68" y="2"/>
                      </a:lnTo>
                      <a:lnTo>
                        <a:pt x="64" y="4"/>
                      </a:lnTo>
                      <a:lnTo>
                        <a:pt x="60" y="6"/>
                      </a:lnTo>
                      <a:lnTo>
                        <a:pt x="56" y="8"/>
                      </a:lnTo>
                      <a:lnTo>
                        <a:pt x="56" y="10"/>
                      </a:lnTo>
                      <a:lnTo>
                        <a:pt x="52" y="4"/>
                      </a:lnTo>
                      <a:lnTo>
                        <a:pt x="46" y="2"/>
                      </a:lnTo>
                      <a:lnTo>
                        <a:pt x="36" y="0"/>
                      </a:lnTo>
                      <a:lnTo>
                        <a:pt x="26" y="2"/>
                      </a:lnTo>
                      <a:lnTo>
                        <a:pt x="18" y="2"/>
                      </a:lnTo>
                      <a:lnTo>
                        <a:pt x="14" y="4"/>
                      </a:lnTo>
                      <a:lnTo>
                        <a:pt x="14" y="46"/>
                      </a:lnTo>
                      <a:lnTo>
                        <a:pt x="0" y="48"/>
                      </a:lnTo>
                      <a:lnTo>
                        <a:pt x="0" y="100"/>
                      </a:lnTo>
                      <a:lnTo>
                        <a:pt x="2" y="102"/>
                      </a:lnTo>
                      <a:lnTo>
                        <a:pt x="4" y="102"/>
                      </a:lnTo>
                      <a:lnTo>
                        <a:pt x="6" y="104"/>
                      </a:lnTo>
                      <a:lnTo>
                        <a:pt x="10" y="108"/>
                      </a:lnTo>
                      <a:lnTo>
                        <a:pt x="12" y="112"/>
                      </a:lnTo>
                      <a:lnTo>
                        <a:pt x="14" y="118"/>
                      </a:lnTo>
                      <a:lnTo>
                        <a:pt x="12" y="126"/>
                      </a:lnTo>
                      <a:lnTo>
                        <a:pt x="12" y="126"/>
                      </a:lnTo>
                      <a:lnTo>
                        <a:pt x="10" y="128"/>
                      </a:lnTo>
                      <a:lnTo>
                        <a:pt x="8" y="130"/>
                      </a:lnTo>
                      <a:lnTo>
                        <a:pt x="8" y="134"/>
                      </a:lnTo>
                      <a:lnTo>
                        <a:pt x="10" y="136"/>
                      </a:lnTo>
                      <a:lnTo>
                        <a:pt x="12" y="138"/>
                      </a:lnTo>
                      <a:lnTo>
                        <a:pt x="16" y="138"/>
                      </a:lnTo>
                      <a:lnTo>
                        <a:pt x="20" y="136"/>
                      </a:lnTo>
                      <a:lnTo>
                        <a:pt x="26" y="134"/>
                      </a:lnTo>
                      <a:lnTo>
                        <a:pt x="32" y="130"/>
                      </a:lnTo>
                      <a:lnTo>
                        <a:pt x="38" y="124"/>
                      </a:lnTo>
                      <a:lnTo>
                        <a:pt x="40" y="124"/>
                      </a:lnTo>
                      <a:lnTo>
                        <a:pt x="40" y="122"/>
                      </a:lnTo>
                      <a:lnTo>
                        <a:pt x="42" y="118"/>
                      </a:lnTo>
                      <a:lnTo>
                        <a:pt x="44" y="116"/>
                      </a:lnTo>
                      <a:lnTo>
                        <a:pt x="44" y="112"/>
                      </a:lnTo>
                      <a:lnTo>
                        <a:pt x="44" y="112"/>
                      </a:lnTo>
                      <a:lnTo>
                        <a:pt x="46" y="110"/>
                      </a:lnTo>
                      <a:lnTo>
                        <a:pt x="50" y="110"/>
                      </a:lnTo>
                      <a:lnTo>
                        <a:pt x="52" y="108"/>
                      </a:lnTo>
                      <a:lnTo>
                        <a:pt x="56" y="108"/>
                      </a:lnTo>
                      <a:lnTo>
                        <a:pt x="60" y="110"/>
                      </a:lnTo>
                      <a:lnTo>
                        <a:pt x="64" y="114"/>
                      </a:lnTo>
                      <a:lnTo>
                        <a:pt x="64" y="114"/>
                      </a:lnTo>
                      <a:lnTo>
                        <a:pt x="68" y="116"/>
                      </a:lnTo>
                      <a:lnTo>
                        <a:pt x="70" y="116"/>
                      </a:lnTo>
                      <a:lnTo>
                        <a:pt x="74" y="116"/>
                      </a:lnTo>
                      <a:lnTo>
                        <a:pt x="74" y="114"/>
                      </a:lnTo>
                      <a:lnTo>
                        <a:pt x="74" y="112"/>
                      </a:lnTo>
                      <a:lnTo>
                        <a:pt x="76" y="106"/>
                      </a:lnTo>
                      <a:lnTo>
                        <a:pt x="80" y="102"/>
                      </a:lnTo>
                      <a:lnTo>
                        <a:pt x="82" y="98"/>
                      </a:lnTo>
                      <a:lnTo>
                        <a:pt x="86" y="94"/>
                      </a:lnTo>
                      <a:lnTo>
                        <a:pt x="90" y="90"/>
                      </a:lnTo>
                      <a:lnTo>
                        <a:pt x="90" y="90"/>
                      </a:lnTo>
                      <a:lnTo>
                        <a:pt x="94" y="88"/>
                      </a:lnTo>
                      <a:lnTo>
                        <a:pt x="98" y="86"/>
                      </a:lnTo>
                      <a:lnTo>
                        <a:pt x="104" y="84"/>
                      </a:lnTo>
                      <a:lnTo>
                        <a:pt x="106" y="82"/>
                      </a:lnTo>
                      <a:lnTo>
                        <a:pt x="108" y="80"/>
                      </a:lnTo>
                      <a:lnTo>
                        <a:pt x="110" y="78"/>
                      </a:lnTo>
                      <a:lnTo>
                        <a:pt x="112" y="78"/>
                      </a:lnTo>
                      <a:lnTo>
                        <a:pt x="116" y="76"/>
                      </a:lnTo>
                      <a:lnTo>
                        <a:pt x="118" y="72"/>
                      </a:lnTo>
                      <a:lnTo>
                        <a:pt x="120" y="70"/>
                      </a:lnTo>
                      <a:lnTo>
                        <a:pt x="120" y="68"/>
                      </a:lnTo>
                      <a:lnTo>
                        <a:pt x="120" y="66"/>
                      </a:lnTo>
                      <a:lnTo>
                        <a:pt x="116" y="62"/>
                      </a:lnTo>
                      <a:lnTo>
                        <a:pt x="112" y="60"/>
                      </a:lnTo>
                      <a:lnTo>
                        <a:pt x="112" y="60"/>
                      </a:lnTo>
                      <a:lnTo>
                        <a:pt x="110" y="60"/>
                      </a:lnTo>
                      <a:lnTo>
                        <a:pt x="110" y="60"/>
                      </a:lnTo>
                      <a:lnTo>
                        <a:pt x="108" y="58"/>
                      </a:lnTo>
                      <a:lnTo>
                        <a:pt x="106" y="56"/>
                      </a:lnTo>
                      <a:lnTo>
                        <a:pt x="104" y="54"/>
                      </a:lnTo>
                      <a:lnTo>
                        <a:pt x="102" y="4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8" name="Freeform 476">
                  <a:extLst>
                    <a:ext uri="{FF2B5EF4-FFF2-40B4-BE49-F238E27FC236}">
                      <a16:creationId xmlns:a16="http://schemas.microsoft.com/office/drawing/2014/main" id="{CA71F8CE-B864-6AD4-0384-4A33EADBA19C}"/>
                    </a:ext>
                  </a:extLst>
                </p:cNvPr>
                <p:cNvSpPr/>
                <p:nvPr/>
              </p:nvSpPr>
              <p:spPr bwMode="gray">
                <a:xfrm>
                  <a:off x="1760856" y="4417356"/>
                  <a:ext cx="214762" cy="303425"/>
                </a:xfrm>
                <a:custGeom>
                  <a:avLst/>
                  <a:gdLst>
                    <a:gd name="T0" fmla="*/ 4 w 116"/>
                    <a:gd name="T1" fmla="*/ 164 h 164"/>
                    <a:gd name="T2" fmla="*/ 28 w 116"/>
                    <a:gd name="T3" fmla="*/ 148 h 164"/>
                    <a:gd name="T4" fmla="*/ 32 w 116"/>
                    <a:gd name="T5" fmla="*/ 144 h 164"/>
                    <a:gd name="T6" fmla="*/ 38 w 116"/>
                    <a:gd name="T7" fmla="*/ 136 h 164"/>
                    <a:gd name="T8" fmla="*/ 50 w 116"/>
                    <a:gd name="T9" fmla="*/ 126 h 164"/>
                    <a:gd name="T10" fmla="*/ 62 w 116"/>
                    <a:gd name="T11" fmla="*/ 112 h 164"/>
                    <a:gd name="T12" fmla="*/ 72 w 116"/>
                    <a:gd name="T13" fmla="*/ 98 h 164"/>
                    <a:gd name="T14" fmla="*/ 82 w 116"/>
                    <a:gd name="T15" fmla="*/ 84 h 164"/>
                    <a:gd name="T16" fmla="*/ 92 w 116"/>
                    <a:gd name="T17" fmla="*/ 66 h 164"/>
                    <a:gd name="T18" fmla="*/ 100 w 116"/>
                    <a:gd name="T19" fmla="*/ 50 h 164"/>
                    <a:gd name="T20" fmla="*/ 106 w 116"/>
                    <a:gd name="T21" fmla="*/ 36 h 164"/>
                    <a:gd name="T22" fmla="*/ 108 w 116"/>
                    <a:gd name="T23" fmla="*/ 32 h 164"/>
                    <a:gd name="T24" fmla="*/ 116 w 116"/>
                    <a:gd name="T25" fmla="*/ 18 h 164"/>
                    <a:gd name="T26" fmla="*/ 116 w 116"/>
                    <a:gd name="T27" fmla="*/ 0 h 164"/>
                    <a:gd name="T28" fmla="*/ 108 w 116"/>
                    <a:gd name="T29" fmla="*/ 0 h 164"/>
                    <a:gd name="T30" fmla="*/ 108 w 116"/>
                    <a:gd name="T31" fmla="*/ 0 h 164"/>
                    <a:gd name="T32" fmla="*/ 106 w 116"/>
                    <a:gd name="T33" fmla="*/ 2 h 164"/>
                    <a:gd name="T34" fmla="*/ 102 w 116"/>
                    <a:gd name="T35" fmla="*/ 2 h 164"/>
                    <a:gd name="T36" fmla="*/ 98 w 116"/>
                    <a:gd name="T37" fmla="*/ 4 h 164"/>
                    <a:gd name="T38" fmla="*/ 92 w 116"/>
                    <a:gd name="T39" fmla="*/ 4 h 164"/>
                    <a:gd name="T40" fmla="*/ 80 w 116"/>
                    <a:gd name="T41" fmla="*/ 6 h 164"/>
                    <a:gd name="T42" fmla="*/ 66 w 116"/>
                    <a:gd name="T43" fmla="*/ 8 h 164"/>
                    <a:gd name="T44" fmla="*/ 54 w 116"/>
                    <a:gd name="T45" fmla="*/ 10 h 164"/>
                    <a:gd name="T46" fmla="*/ 50 w 116"/>
                    <a:gd name="T47" fmla="*/ 10 h 164"/>
                    <a:gd name="T48" fmla="*/ 28 w 116"/>
                    <a:gd name="T49" fmla="*/ 14 h 164"/>
                    <a:gd name="T50" fmla="*/ 28 w 116"/>
                    <a:gd name="T51" fmla="*/ 14 h 164"/>
                    <a:gd name="T52" fmla="*/ 26 w 116"/>
                    <a:gd name="T53" fmla="*/ 12 h 164"/>
                    <a:gd name="T54" fmla="*/ 24 w 116"/>
                    <a:gd name="T55" fmla="*/ 12 h 164"/>
                    <a:gd name="T56" fmla="*/ 20 w 116"/>
                    <a:gd name="T57" fmla="*/ 10 h 164"/>
                    <a:gd name="T58" fmla="*/ 14 w 116"/>
                    <a:gd name="T59" fmla="*/ 20 h 164"/>
                    <a:gd name="T60" fmla="*/ 16 w 116"/>
                    <a:gd name="T61" fmla="*/ 22 h 164"/>
                    <a:gd name="T62" fmla="*/ 14 w 116"/>
                    <a:gd name="T63" fmla="*/ 28 h 164"/>
                    <a:gd name="T64" fmla="*/ 24 w 116"/>
                    <a:gd name="T65" fmla="*/ 34 h 164"/>
                    <a:gd name="T66" fmla="*/ 56 w 116"/>
                    <a:gd name="T67" fmla="*/ 52 h 164"/>
                    <a:gd name="T68" fmla="*/ 70 w 116"/>
                    <a:gd name="T69" fmla="*/ 54 h 164"/>
                    <a:gd name="T70" fmla="*/ 40 w 116"/>
                    <a:gd name="T71" fmla="*/ 96 h 164"/>
                    <a:gd name="T72" fmla="*/ 24 w 116"/>
                    <a:gd name="T73" fmla="*/ 102 h 164"/>
                    <a:gd name="T74" fmla="*/ 22 w 116"/>
                    <a:gd name="T75" fmla="*/ 108 h 164"/>
                    <a:gd name="T76" fmla="*/ 6 w 116"/>
                    <a:gd name="T77" fmla="*/ 108 h 164"/>
                    <a:gd name="T78" fmla="*/ 0 w 116"/>
                    <a:gd name="T79" fmla="*/ 122 h 164"/>
                    <a:gd name="T80" fmla="*/ 0 w 116"/>
                    <a:gd name="T81" fmla="*/ 156 h 164"/>
                    <a:gd name="T82" fmla="*/ 4 w 116"/>
                    <a:gd name="T83"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6" h="164">
                      <a:moveTo>
                        <a:pt x="4" y="164"/>
                      </a:moveTo>
                      <a:lnTo>
                        <a:pt x="28" y="148"/>
                      </a:lnTo>
                      <a:lnTo>
                        <a:pt x="32" y="144"/>
                      </a:lnTo>
                      <a:lnTo>
                        <a:pt x="38" y="136"/>
                      </a:lnTo>
                      <a:lnTo>
                        <a:pt x="50" y="126"/>
                      </a:lnTo>
                      <a:lnTo>
                        <a:pt x="62" y="112"/>
                      </a:lnTo>
                      <a:lnTo>
                        <a:pt x="72" y="98"/>
                      </a:lnTo>
                      <a:lnTo>
                        <a:pt x="82" y="84"/>
                      </a:lnTo>
                      <a:lnTo>
                        <a:pt x="92" y="66"/>
                      </a:lnTo>
                      <a:lnTo>
                        <a:pt x="100" y="50"/>
                      </a:lnTo>
                      <a:lnTo>
                        <a:pt x="106" y="36"/>
                      </a:lnTo>
                      <a:lnTo>
                        <a:pt x="108" y="32"/>
                      </a:lnTo>
                      <a:lnTo>
                        <a:pt x="116" y="18"/>
                      </a:lnTo>
                      <a:lnTo>
                        <a:pt x="116" y="0"/>
                      </a:lnTo>
                      <a:lnTo>
                        <a:pt x="108" y="0"/>
                      </a:lnTo>
                      <a:lnTo>
                        <a:pt x="108" y="0"/>
                      </a:lnTo>
                      <a:lnTo>
                        <a:pt x="106" y="2"/>
                      </a:lnTo>
                      <a:lnTo>
                        <a:pt x="102" y="2"/>
                      </a:lnTo>
                      <a:lnTo>
                        <a:pt x="98" y="4"/>
                      </a:lnTo>
                      <a:lnTo>
                        <a:pt x="92" y="4"/>
                      </a:lnTo>
                      <a:lnTo>
                        <a:pt x="80" y="6"/>
                      </a:lnTo>
                      <a:lnTo>
                        <a:pt x="66" y="8"/>
                      </a:lnTo>
                      <a:lnTo>
                        <a:pt x="54" y="10"/>
                      </a:lnTo>
                      <a:lnTo>
                        <a:pt x="50" y="10"/>
                      </a:lnTo>
                      <a:lnTo>
                        <a:pt x="28" y="14"/>
                      </a:lnTo>
                      <a:lnTo>
                        <a:pt x="28" y="14"/>
                      </a:lnTo>
                      <a:lnTo>
                        <a:pt x="26" y="12"/>
                      </a:lnTo>
                      <a:lnTo>
                        <a:pt x="24" y="12"/>
                      </a:lnTo>
                      <a:lnTo>
                        <a:pt x="20" y="10"/>
                      </a:lnTo>
                      <a:lnTo>
                        <a:pt x="14" y="20"/>
                      </a:lnTo>
                      <a:lnTo>
                        <a:pt x="16" y="22"/>
                      </a:lnTo>
                      <a:lnTo>
                        <a:pt x="14" y="28"/>
                      </a:lnTo>
                      <a:lnTo>
                        <a:pt x="24" y="34"/>
                      </a:lnTo>
                      <a:lnTo>
                        <a:pt x="56" y="52"/>
                      </a:lnTo>
                      <a:lnTo>
                        <a:pt x="70" y="54"/>
                      </a:lnTo>
                      <a:lnTo>
                        <a:pt x="40" y="96"/>
                      </a:lnTo>
                      <a:lnTo>
                        <a:pt x="24" y="102"/>
                      </a:lnTo>
                      <a:lnTo>
                        <a:pt x="22" y="108"/>
                      </a:lnTo>
                      <a:lnTo>
                        <a:pt x="6" y="108"/>
                      </a:lnTo>
                      <a:lnTo>
                        <a:pt x="0" y="122"/>
                      </a:lnTo>
                      <a:lnTo>
                        <a:pt x="0" y="156"/>
                      </a:lnTo>
                      <a:lnTo>
                        <a:pt x="4" y="16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49" name="Freeform 477">
                  <a:extLst>
                    <a:ext uri="{FF2B5EF4-FFF2-40B4-BE49-F238E27FC236}">
                      <a16:creationId xmlns:a16="http://schemas.microsoft.com/office/drawing/2014/main" id="{DFB9257B-AE30-6578-1CA8-194D541A3D5D}"/>
                    </a:ext>
                  </a:extLst>
                </p:cNvPr>
                <p:cNvSpPr/>
                <p:nvPr/>
              </p:nvSpPr>
              <p:spPr bwMode="gray">
                <a:xfrm>
                  <a:off x="1575717" y="4594970"/>
                  <a:ext cx="196248" cy="229419"/>
                </a:xfrm>
                <a:custGeom>
                  <a:avLst/>
                  <a:gdLst>
                    <a:gd name="T0" fmla="*/ 66 w 106"/>
                    <a:gd name="T1" fmla="*/ 116 h 124"/>
                    <a:gd name="T2" fmla="*/ 82 w 106"/>
                    <a:gd name="T3" fmla="*/ 100 h 124"/>
                    <a:gd name="T4" fmla="*/ 102 w 106"/>
                    <a:gd name="T5" fmla="*/ 68 h 124"/>
                    <a:gd name="T6" fmla="*/ 104 w 106"/>
                    <a:gd name="T7" fmla="*/ 68 h 124"/>
                    <a:gd name="T8" fmla="*/ 100 w 106"/>
                    <a:gd name="T9" fmla="*/ 60 h 124"/>
                    <a:gd name="T10" fmla="*/ 100 w 106"/>
                    <a:gd name="T11" fmla="*/ 26 h 124"/>
                    <a:gd name="T12" fmla="*/ 106 w 106"/>
                    <a:gd name="T13" fmla="*/ 12 h 124"/>
                    <a:gd name="T14" fmla="*/ 104 w 106"/>
                    <a:gd name="T15" fmla="*/ 6 h 124"/>
                    <a:gd name="T16" fmla="*/ 84 w 106"/>
                    <a:gd name="T17" fmla="*/ 10 h 124"/>
                    <a:gd name="T18" fmla="*/ 76 w 106"/>
                    <a:gd name="T19" fmla="*/ 18 h 124"/>
                    <a:gd name="T20" fmla="*/ 58 w 106"/>
                    <a:gd name="T21" fmla="*/ 16 h 124"/>
                    <a:gd name="T22" fmla="*/ 40 w 106"/>
                    <a:gd name="T23" fmla="*/ 0 h 124"/>
                    <a:gd name="T24" fmla="*/ 26 w 106"/>
                    <a:gd name="T25" fmla="*/ 0 h 124"/>
                    <a:gd name="T26" fmla="*/ 26 w 106"/>
                    <a:gd name="T27" fmla="*/ 0 h 124"/>
                    <a:gd name="T28" fmla="*/ 26 w 106"/>
                    <a:gd name="T29" fmla="*/ 0 h 124"/>
                    <a:gd name="T30" fmla="*/ 24 w 106"/>
                    <a:gd name="T31" fmla="*/ 2 h 124"/>
                    <a:gd name="T32" fmla="*/ 22 w 106"/>
                    <a:gd name="T33" fmla="*/ 4 h 124"/>
                    <a:gd name="T34" fmla="*/ 16 w 106"/>
                    <a:gd name="T35" fmla="*/ 4 h 124"/>
                    <a:gd name="T36" fmla="*/ 8 w 106"/>
                    <a:gd name="T37" fmla="*/ 6 h 124"/>
                    <a:gd name="T38" fmla="*/ 10 w 106"/>
                    <a:gd name="T39" fmla="*/ 12 h 124"/>
                    <a:gd name="T40" fmla="*/ 14 w 106"/>
                    <a:gd name="T41" fmla="*/ 40 h 124"/>
                    <a:gd name="T42" fmla="*/ 0 w 106"/>
                    <a:gd name="T43" fmla="*/ 56 h 124"/>
                    <a:gd name="T44" fmla="*/ 0 w 106"/>
                    <a:gd name="T45" fmla="*/ 56 h 124"/>
                    <a:gd name="T46" fmla="*/ 2 w 106"/>
                    <a:gd name="T47" fmla="*/ 58 h 124"/>
                    <a:gd name="T48" fmla="*/ 4 w 106"/>
                    <a:gd name="T49" fmla="*/ 62 h 124"/>
                    <a:gd name="T50" fmla="*/ 4 w 106"/>
                    <a:gd name="T51" fmla="*/ 66 h 124"/>
                    <a:gd name="T52" fmla="*/ 6 w 106"/>
                    <a:gd name="T53" fmla="*/ 70 h 124"/>
                    <a:gd name="T54" fmla="*/ 4 w 106"/>
                    <a:gd name="T55" fmla="*/ 74 h 124"/>
                    <a:gd name="T56" fmla="*/ 2 w 106"/>
                    <a:gd name="T57" fmla="*/ 78 h 124"/>
                    <a:gd name="T58" fmla="*/ 46 w 106"/>
                    <a:gd name="T59" fmla="*/ 110 h 124"/>
                    <a:gd name="T60" fmla="*/ 46 w 106"/>
                    <a:gd name="T61" fmla="*/ 110 h 124"/>
                    <a:gd name="T62" fmla="*/ 48 w 106"/>
                    <a:gd name="T63" fmla="*/ 112 h 124"/>
                    <a:gd name="T64" fmla="*/ 48 w 106"/>
                    <a:gd name="T65" fmla="*/ 114 h 124"/>
                    <a:gd name="T66" fmla="*/ 50 w 106"/>
                    <a:gd name="T67" fmla="*/ 116 h 124"/>
                    <a:gd name="T68" fmla="*/ 62 w 106"/>
                    <a:gd name="T6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6" h="124">
                      <a:moveTo>
                        <a:pt x="66" y="116"/>
                      </a:moveTo>
                      <a:lnTo>
                        <a:pt x="82" y="100"/>
                      </a:lnTo>
                      <a:lnTo>
                        <a:pt x="102" y="68"/>
                      </a:lnTo>
                      <a:lnTo>
                        <a:pt x="104" y="68"/>
                      </a:lnTo>
                      <a:lnTo>
                        <a:pt x="100" y="60"/>
                      </a:lnTo>
                      <a:lnTo>
                        <a:pt x="100" y="26"/>
                      </a:lnTo>
                      <a:lnTo>
                        <a:pt x="106" y="12"/>
                      </a:lnTo>
                      <a:lnTo>
                        <a:pt x="104" y="6"/>
                      </a:lnTo>
                      <a:lnTo>
                        <a:pt x="84" y="10"/>
                      </a:lnTo>
                      <a:lnTo>
                        <a:pt x="76" y="18"/>
                      </a:lnTo>
                      <a:lnTo>
                        <a:pt x="58" y="16"/>
                      </a:lnTo>
                      <a:lnTo>
                        <a:pt x="40" y="0"/>
                      </a:lnTo>
                      <a:lnTo>
                        <a:pt x="26" y="0"/>
                      </a:lnTo>
                      <a:lnTo>
                        <a:pt x="26" y="0"/>
                      </a:lnTo>
                      <a:lnTo>
                        <a:pt x="26" y="0"/>
                      </a:lnTo>
                      <a:lnTo>
                        <a:pt x="24" y="2"/>
                      </a:lnTo>
                      <a:lnTo>
                        <a:pt x="22" y="4"/>
                      </a:lnTo>
                      <a:lnTo>
                        <a:pt x="16" y="4"/>
                      </a:lnTo>
                      <a:lnTo>
                        <a:pt x="8" y="6"/>
                      </a:lnTo>
                      <a:lnTo>
                        <a:pt x="10" y="12"/>
                      </a:lnTo>
                      <a:lnTo>
                        <a:pt x="14" y="40"/>
                      </a:lnTo>
                      <a:lnTo>
                        <a:pt x="0" y="56"/>
                      </a:lnTo>
                      <a:lnTo>
                        <a:pt x="0" y="56"/>
                      </a:lnTo>
                      <a:lnTo>
                        <a:pt x="2" y="58"/>
                      </a:lnTo>
                      <a:lnTo>
                        <a:pt x="4" y="62"/>
                      </a:lnTo>
                      <a:lnTo>
                        <a:pt x="4" y="66"/>
                      </a:lnTo>
                      <a:lnTo>
                        <a:pt x="6" y="70"/>
                      </a:lnTo>
                      <a:lnTo>
                        <a:pt x="4" y="74"/>
                      </a:lnTo>
                      <a:lnTo>
                        <a:pt x="2" y="78"/>
                      </a:lnTo>
                      <a:lnTo>
                        <a:pt x="46" y="110"/>
                      </a:lnTo>
                      <a:lnTo>
                        <a:pt x="46" y="110"/>
                      </a:lnTo>
                      <a:lnTo>
                        <a:pt x="48" y="112"/>
                      </a:lnTo>
                      <a:lnTo>
                        <a:pt x="48" y="114"/>
                      </a:lnTo>
                      <a:lnTo>
                        <a:pt x="50" y="116"/>
                      </a:lnTo>
                      <a:lnTo>
                        <a:pt x="62" y="124"/>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0" name="Freeform 478">
                  <a:extLst>
                    <a:ext uri="{FF2B5EF4-FFF2-40B4-BE49-F238E27FC236}">
                      <a16:creationId xmlns:a16="http://schemas.microsoft.com/office/drawing/2014/main" id="{25D333B3-0E5E-BF67-B8D8-AC31332ECB45}"/>
                    </a:ext>
                  </a:extLst>
                </p:cNvPr>
                <p:cNvSpPr/>
                <p:nvPr/>
              </p:nvSpPr>
              <p:spPr bwMode="gray">
                <a:xfrm>
                  <a:off x="1468336" y="4606071"/>
                  <a:ext cx="133301" cy="140611"/>
                </a:xfrm>
                <a:custGeom>
                  <a:avLst/>
                  <a:gdLst>
                    <a:gd name="T0" fmla="*/ 16 w 72"/>
                    <a:gd name="T1" fmla="*/ 6 h 76"/>
                    <a:gd name="T2" fmla="*/ 16 w 72"/>
                    <a:gd name="T3" fmla="*/ 6 h 76"/>
                    <a:gd name="T4" fmla="*/ 14 w 72"/>
                    <a:gd name="T5" fmla="*/ 8 h 76"/>
                    <a:gd name="T6" fmla="*/ 14 w 72"/>
                    <a:gd name="T7" fmla="*/ 12 h 76"/>
                    <a:gd name="T8" fmla="*/ 14 w 72"/>
                    <a:gd name="T9" fmla="*/ 16 h 76"/>
                    <a:gd name="T10" fmla="*/ 14 w 72"/>
                    <a:gd name="T11" fmla="*/ 18 h 76"/>
                    <a:gd name="T12" fmla="*/ 12 w 72"/>
                    <a:gd name="T13" fmla="*/ 20 h 76"/>
                    <a:gd name="T14" fmla="*/ 10 w 72"/>
                    <a:gd name="T15" fmla="*/ 22 h 76"/>
                    <a:gd name="T16" fmla="*/ 10 w 72"/>
                    <a:gd name="T17" fmla="*/ 26 h 76"/>
                    <a:gd name="T18" fmla="*/ 10 w 72"/>
                    <a:gd name="T19" fmla="*/ 30 h 76"/>
                    <a:gd name="T20" fmla="*/ 10 w 72"/>
                    <a:gd name="T21" fmla="*/ 32 h 76"/>
                    <a:gd name="T22" fmla="*/ 8 w 72"/>
                    <a:gd name="T23" fmla="*/ 34 h 76"/>
                    <a:gd name="T24" fmla="*/ 8 w 72"/>
                    <a:gd name="T25" fmla="*/ 38 h 76"/>
                    <a:gd name="T26" fmla="*/ 6 w 72"/>
                    <a:gd name="T27" fmla="*/ 44 h 76"/>
                    <a:gd name="T28" fmla="*/ 4 w 72"/>
                    <a:gd name="T29" fmla="*/ 48 h 76"/>
                    <a:gd name="T30" fmla="*/ 2 w 72"/>
                    <a:gd name="T31" fmla="*/ 52 h 76"/>
                    <a:gd name="T32" fmla="*/ 2 w 72"/>
                    <a:gd name="T33" fmla="*/ 54 h 76"/>
                    <a:gd name="T34" fmla="*/ 0 w 72"/>
                    <a:gd name="T35" fmla="*/ 58 h 76"/>
                    <a:gd name="T36" fmla="*/ 0 w 72"/>
                    <a:gd name="T37" fmla="*/ 62 h 76"/>
                    <a:gd name="T38" fmla="*/ 0 w 72"/>
                    <a:gd name="T39" fmla="*/ 68 h 76"/>
                    <a:gd name="T40" fmla="*/ 2 w 72"/>
                    <a:gd name="T41" fmla="*/ 72 h 76"/>
                    <a:gd name="T42" fmla="*/ 2 w 72"/>
                    <a:gd name="T43" fmla="*/ 76 h 76"/>
                    <a:gd name="T44" fmla="*/ 4 w 72"/>
                    <a:gd name="T45" fmla="*/ 76 h 76"/>
                    <a:gd name="T46" fmla="*/ 8 w 72"/>
                    <a:gd name="T47" fmla="*/ 74 h 76"/>
                    <a:gd name="T48" fmla="*/ 12 w 72"/>
                    <a:gd name="T49" fmla="*/ 74 h 76"/>
                    <a:gd name="T50" fmla="*/ 18 w 72"/>
                    <a:gd name="T51" fmla="*/ 72 h 76"/>
                    <a:gd name="T52" fmla="*/ 24 w 72"/>
                    <a:gd name="T53" fmla="*/ 70 h 76"/>
                    <a:gd name="T54" fmla="*/ 28 w 72"/>
                    <a:gd name="T55" fmla="*/ 68 h 76"/>
                    <a:gd name="T56" fmla="*/ 44 w 72"/>
                    <a:gd name="T57" fmla="*/ 56 h 76"/>
                    <a:gd name="T58" fmla="*/ 44 w 72"/>
                    <a:gd name="T59" fmla="*/ 54 h 76"/>
                    <a:gd name="T60" fmla="*/ 44 w 72"/>
                    <a:gd name="T61" fmla="*/ 54 h 76"/>
                    <a:gd name="T62" fmla="*/ 44 w 72"/>
                    <a:gd name="T63" fmla="*/ 52 h 76"/>
                    <a:gd name="T64" fmla="*/ 46 w 72"/>
                    <a:gd name="T65" fmla="*/ 50 h 76"/>
                    <a:gd name="T66" fmla="*/ 50 w 72"/>
                    <a:gd name="T67" fmla="*/ 50 h 76"/>
                    <a:gd name="T68" fmla="*/ 56 w 72"/>
                    <a:gd name="T69" fmla="*/ 50 h 76"/>
                    <a:gd name="T70" fmla="*/ 72 w 72"/>
                    <a:gd name="T71" fmla="*/ 34 h 76"/>
                    <a:gd name="T72" fmla="*/ 68 w 72"/>
                    <a:gd name="T73" fmla="*/ 10 h 76"/>
                    <a:gd name="T74" fmla="*/ 68 w 72"/>
                    <a:gd name="T75" fmla="*/ 8 h 76"/>
                    <a:gd name="T76" fmla="*/ 68 w 72"/>
                    <a:gd name="T77" fmla="*/ 6 h 76"/>
                    <a:gd name="T78" fmla="*/ 68 w 72"/>
                    <a:gd name="T79" fmla="*/ 4 h 76"/>
                    <a:gd name="T80" fmla="*/ 66 w 72"/>
                    <a:gd name="T81" fmla="*/ 2 h 76"/>
                    <a:gd name="T82" fmla="*/ 64 w 72"/>
                    <a:gd name="T83" fmla="*/ 0 h 76"/>
                    <a:gd name="T84" fmla="*/ 64 w 72"/>
                    <a:gd name="T85" fmla="*/ 0 h 76"/>
                    <a:gd name="T86" fmla="*/ 60 w 72"/>
                    <a:gd name="T87" fmla="*/ 2 h 76"/>
                    <a:gd name="T88" fmla="*/ 54 w 72"/>
                    <a:gd name="T89" fmla="*/ 2 h 76"/>
                    <a:gd name="T90" fmla="*/ 48 w 72"/>
                    <a:gd name="T91" fmla="*/ 2 h 76"/>
                    <a:gd name="T92" fmla="*/ 44 w 72"/>
                    <a:gd name="T93" fmla="*/ 4 h 76"/>
                    <a:gd name="T94" fmla="*/ 42 w 72"/>
                    <a:gd name="T95" fmla="*/ 4 h 76"/>
                    <a:gd name="T96" fmla="*/ 22 w 72"/>
                    <a:gd name="T97" fmla="*/ 4 h 76"/>
                    <a:gd name="T98" fmla="*/ 16 w 72"/>
                    <a:gd name="T99" fmla="*/ 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2" h="76">
                      <a:moveTo>
                        <a:pt x="16" y="6"/>
                      </a:moveTo>
                      <a:lnTo>
                        <a:pt x="16" y="6"/>
                      </a:lnTo>
                      <a:lnTo>
                        <a:pt x="14" y="8"/>
                      </a:lnTo>
                      <a:lnTo>
                        <a:pt x="14" y="12"/>
                      </a:lnTo>
                      <a:lnTo>
                        <a:pt x="14" y="16"/>
                      </a:lnTo>
                      <a:lnTo>
                        <a:pt x="14" y="18"/>
                      </a:lnTo>
                      <a:lnTo>
                        <a:pt x="12" y="20"/>
                      </a:lnTo>
                      <a:lnTo>
                        <a:pt x="10" y="22"/>
                      </a:lnTo>
                      <a:lnTo>
                        <a:pt x="10" y="26"/>
                      </a:lnTo>
                      <a:lnTo>
                        <a:pt x="10" y="30"/>
                      </a:lnTo>
                      <a:lnTo>
                        <a:pt x="10" y="32"/>
                      </a:lnTo>
                      <a:lnTo>
                        <a:pt x="8" y="34"/>
                      </a:lnTo>
                      <a:lnTo>
                        <a:pt x="8" y="38"/>
                      </a:lnTo>
                      <a:lnTo>
                        <a:pt x="6" y="44"/>
                      </a:lnTo>
                      <a:lnTo>
                        <a:pt x="4" y="48"/>
                      </a:lnTo>
                      <a:lnTo>
                        <a:pt x="2" y="52"/>
                      </a:lnTo>
                      <a:lnTo>
                        <a:pt x="2" y="54"/>
                      </a:lnTo>
                      <a:lnTo>
                        <a:pt x="0" y="58"/>
                      </a:lnTo>
                      <a:lnTo>
                        <a:pt x="0" y="62"/>
                      </a:lnTo>
                      <a:lnTo>
                        <a:pt x="0" y="68"/>
                      </a:lnTo>
                      <a:lnTo>
                        <a:pt x="2" y="72"/>
                      </a:lnTo>
                      <a:lnTo>
                        <a:pt x="2" y="76"/>
                      </a:lnTo>
                      <a:lnTo>
                        <a:pt x="4" y="76"/>
                      </a:lnTo>
                      <a:lnTo>
                        <a:pt x="8" y="74"/>
                      </a:lnTo>
                      <a:lnTo>
                        <a:pt x="12" y="74"/>
                      </a:lnTo>
                      <a:lnTo>
                        <a:pt x="18" y="72"/>
                      </a:lnTo>
                      <a:lnTo>
                        <a:pt x="24" y="70"/>
                      </a:lnTo>
                      <a:lnTo>
                        <a:pt x="28" y="68"/>
                      </a:lnTo>
                      <a:lnTo>
                        <a:pt x="44" y="56"/>
                      </a:lnTo>
                      <a:lnTo>
                        <a:pt x="44" y="54"/>
                      </a:lnTo>
                      <a:lnTo>
                        <a:pt x="44" y="54"/>
                      </a:lnTo>
                      <a:lnTo>
                        <a:pt x="44" y="52"/>
                      </a:lnTo>
                      <a:lnTo>
                        <a:pt x="46" y="50"/>
                      </a:lnTo>
                      <a:lnTo>
                        <a:pt x="50" y="50"/>
                      </a:lnTo>
                      <a:lnTo>
                        <a:pt x="56" y="50"/>
                      </a:lnTo>
                      <a:lnTo>
                        <a:pt x="72" y="34"/>
                      </a:lnTo>
                      <a:lnTo>
                        <a:pt x="68" y="10"/>
                      </a:lnTo>
                      <a:lnTo>
                        <a:pt x="68" y="8"/>
                      </a:lnTo>
                      <a:lnTo>
                        <a:pt x="68" y="6"/>
                      </a:lnTo>
                      <a:lnTo>
                        <a:pt x="68" y="4"/>
                      </a:lnTo>
                      <a:lnTo>
                        <a:pt x="66" y="2"/>
                      </a:lnTo>
                      <a:lnTo>
                        <a:pt x="64" y="0"/>
                      </a:lnTo>
                      <a:lnTo>
                        <a:pt x="64" y="0"/>
                      </a:lnTo>
                      <a:lnTo>
                        <a:pt x="60" y="2"/>
                      </a:lnTo>
                      <a:lnTo>
                        <a:pt x="54" y="2"/>
                      </a:lnTo>
                      <a:lnTo>
                        <a:pt x="48" y="2"/>
                      </a:lnTo>
                      <a:lnTo>
                        <a:pt x="44" y="4"/>
                      </a:lnTo>
                      <a:lnTo>
                        <a:pt x="42" y="4"/>
                      </a:lnTo>
                      <a:lnTo>
                        <a:pt x="22" y="4"/>
                      </a:lnTo>
                      <a:lnTo>
                        <a:pt x="16" y="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1" name="Freeform 479">
                  <a:extLst>
                    <a:ext uri="{FF2B5EF4-FFF2-40B4-BE49-F238E27FC236}">
                      <a16:creationId xmlns:a16="http://schemas.microsoft.com/office/drawing/2014/main" id="{29159EEC-0892-6A82-440C-62280CCF6AE1}"/>
                    </a:ext>
                  </a:extLst>
                </p:cNvPr>
                <p:cNvSpPr/>
                <p:nvPr/>
              </p:nvSpPr>
              <p:spPr bwMode="gray">
                <a:xfrm>
                  <a:off x="1564608" y="4276745"/>
                  <a:ext cx="329549" cy="351528"/>
                </a:xfrm>
                <a:custGeom>
                  <a:avLst/>
                  <a:gdLst>
                    <a:gd name="T0" fmla="*/ 66 w 178"/>
                    <a:gd name="T1" fmla="*/ 0 h 190"/>
                    <a:gd name="T2" fmla="*/ 62 w 178"/>
                    <a:gd name="T3" fmla="*/ 4 h 190"/>
                    <a:gd name="T4" fmla="*/ 56 w 178"/>
                    <a:gd name="T5" fmla="*/ 10 h 190"/>
                    <a:gd name="T6" fmla="*/ 52 w 178"/>
                    <a:gd name="T7" fmla="*/ 12 h 190"/>
                    <a:gd name="T8" fmla="*/ 46 w 178"/>
                    <a:gd name="T9" fmla="*/ 18 h 190"/>
                    <a:gd name="T10" fmla="*/ 40 w 178"/>
                    <a:gd name="T11" fmla="*/ 26 h 190"/>
                    <a:gd name="T12" fmla="*/ 36 w 178"/>
                    <a:gd name="T13" fmla="*/ 30 h 190"/>
                    <a:gd name="T14" fmla="*/ 30 w 178"/>
                    <a:gd name="T15" fmla="*/ 50 h 190"/>
                    <a:gd name="T16" fmla="*/ 24 w 178"/>
                    <a:gd name="T17" fmla="*/ 62 h 190"/>
                    <a:gd name="T18" fmla="*/ 12 w 178"/>
                    <a:gd name="T19" fmla="*/ 76 h 190"/>
                    <a:gd name="T20" fmla="*/ 6 w 178"/>
                    <a:gd name="T21" fmla="*/ 86 h 190"/>
                    <a:gd name="T22" fmla="*/ 4 w 178"/>
                    <a:gd name="T23" fmla="*/ 90 h 190"/>
                    <a:gd name="T24" fmla="*/ 4 w 178"/>
                    <a:gd name="T25" fmla="*/ 104 h 190"/>
                    <a:gd name="T26" fmla="*/ 4 w 178"/>
                    <a:gd name="T27" fmla="*/ 112 h 190"/>
                    <a:gd name="T28" fmla="*/ 0 w 178"/>
                    <a:gd name="T29" fmla="*/ 116 h 190"/>
                    <a:gd name="T30" fmla="*/ 0 w 178"/>
                    <a:gd name="T31" fmla="*/ 122 h 190"/>
                    <a:gd name="T32" fmla="*/ 4 w 178"/>
                    <a:gd name="T33" fmla="*/ 126 h 190"/>
                    <a:gd name="T34" fmla="*/ 8 w 178"/>
                    <a:gd name="T35" fmla="*/ 128 h 190"/>
                    <a:gd name="T36" fmla="*/ 14 w 178"/>
                    <a:gd name="T37" fmla="*/ 134 h 190"/>
                    <a:gd name="T38" fmla="*/ 22 w 178"/>
                    <a:gd name="T39" fmla="*/ 144 h 190"/>
                    <a:gd name="T40" fmla="*/ 28 w 178"/>
                    <a:gd name="T41" fmla="*/ 152 h 190"/>
                    <a:gd name="T42" fmla="*/ 30 w 178"/>
                    <a:gd name="T43" fmla="*/ 154 h 190"/>
                    <a:gd name="T44" fmla="*/ 46 w 178"/>
                    <a:gd name="T45" fmla="*/ 172 h 190"/>
                    <a:gd name="T46" fmla="*/ 82 w 178"/>
                    <a:gd name="T47" fmla="*/ 190 h 190"/>
                    <a:gd name="T48" fmla="*/ 110 w 178"/>
                    <a:gd name="T49" fmla="*/ 178 h 190"/>
                    <a:gd name="T50" fmla="*/ 128 w 178"/>
                    <a:gd name="T51" fmla="*/ 184 h 190"/>
                    <a:gd name="T52" fmla="*/ 146 w 178"/>
                    <a:gd name="T53" fmla="*/ 172 h 190"/>
                    <a:gd name="T54" fmla="*/ 162 w 178"/>
                    <a:gd name="T55" fmla="*/ 128 h 190"/>
                    <a:gd name="T56" fmla="*/ 120 w 178"/>
                    <a:gd name="T57" fmla="*/ 104 h 190"/>
                    <a:gd name="T58" fmla="*/ 120 w 178"/>
                    <a:gd name="T59" fmla="*/ 96 h 190"/>
                    <a:gd name="T60" fmla="*/ 104 w 178"/>
                    <a:gd name="T61" fmla="*/ 80 h 190"/>
                    <a:gd name="T62" fmla="*/ 114 w 178"/>
                    <a:gd name="T63" fmla="*/ 74 h 190"/>
                    <a:gd name="T64" fmla="*/ 118 w 178"/>
                    <a:gd name="T65" fmla="*/ 68 h 190"/>
                    <a:gd name="T66" fmla="*/ 118 w 178"/>
                    <a:gd name="T67" fmla="*/ 66 h 190"/>
                    <a:gd name="T68" fmla="*/ 114 w 178"/>
                    <a:gd name="T69" fmla="*/ 60 h 190"/>
                    <a:gd name="T70" fmla="*/ 104 w 178"/>
                    <a:gd name="T71" fmla="*/ 50 h 190"/>
                    <a:gd name="T72" fmla="*/ 96 w 178"/>
                    <a:gd name="T73" fmla="*/ 42 h 190"/>
                    <a:gd name="T74" fmla="*/ 90 w 178"/>
                    <a:gd name="T75" fmla="*/ 38 h 190"/>
                    <a:gd name="T76" fmla="*/ 82 w 178"/>
                    <a:gd name="T77" fmla="*/ 30 h 190"/>
                    <a:gd name="T78" fmla="*/ 76 w 178"/>
                    <a:gd name="T79" fmla="*/ 20 h 190"/>
                    <a:gd name="T80" fmla="*/ 72 w 178"/>
                    <a:gd name="T81" fmla="*/ 14 h 190"/>
                    <a:gd name="T82" fmla="*/ 70 w 178"/>
                    <a:gd name="T83" fmla="*/ 10 h 190"/>
                    <a:gd name="T84" fmla="*/ 66 w 178"/>
                    <a:gd name="T85" fmla="*/ 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8" h="190">
                      <a:moveTo>
                        <a:pt x="66" y="0"/>
                      </a:moveTo>
                      <a:lnTo>
                        <a:pt x="66" y="0"/>
                      </a:lnTo>
                      <a:lnTo>
                        <a:pt x="64" y="2"/>
                      </a:lnTo>
                      <a:lnTo>
                        <a:pt x="62" y="4"/>
                      </a:lnTo>
                      <a:lnTo>
                        <a:pt x="58" y="8"/>
                      </a:lnTo>
                      <a:lnTo>
                        <a:pt x="56" y="10"/>
                      </a:lnTo>
                      <a:lnTo>
                        <a:pt x="54" y="10"/>
                      </a:lnTo>
                      <a:lnTo>
                        <a:pt x="52" y="12"/>
                      </a:lnTo>
                      <a:lnTo>
                        <a:pt x="48" y="14"/>
                      </a:lnTo>
                      <a:lnTo>
                        <a:pt x="46" y="18"/>
                      </a:lnTo>
                      <a:lnTo>
                        <a:pt x="42" y="22"/>
                      </a:lnTo>
                      <a:lnTo>
                        <a:pt x="40" y="26"/>
                      </a:lnTo>
                      <a:lnTo>
                        <a:pt x="38" y="28"/>
                      </a:lnTo>
                      <a:lnTo>
                        <a:pt x="36" y="30"/>
                      </a:lnTo>
                      <a:lnTo>
                        <a:pt x="34" y="40"/>
                      </a:lnTo>
                      <a:lnTo>
                        <a:pt x="30" y="50"/>
                      </a:lnTo>
                      <a:lnTo>
                        <a:pt x="26" y="60"/>
                      </a:lnTo>
                      <a:lnTo>
                        <a:pt x="24" y="62"/>
                      </a:lnTo>
                      <a:lnTo>
                        <a:pt x="16" y="68"/>
                      </a:lnTo>
                      <a:lnTo>
                        <a:pt x="12" y="76"/>
                      </a:lnTo>
                      <a:lnTo>
                        <a:pt x="8" y="82"/>
                      </a:lnTo>
                      <a:lnTo>
                        <a:pt x="6" y="86"/>
                      </a:lnTo>
                      <a:lnTo>
                        <a:pt x="4" y="90"/>
                      </a:lnTo>
                      <a:lnTo>
                        <a:pt x="4" y="90"/>
                      </a:lnTo>
                      <a:lnTo>
                        <a:pt x="4" y="98"/>
                      </a:lnTo>
                      <a:lnTo>
                        <a:pt x="4" y="104"/>
                      </a:lnTo>
                      <a:lnTo>
                        <a:pt x="4" y="108"/>
                      </a:lnTo>
                      <a:lnTo>
                        <a:pt x="4" y="112"/>
                      </a:lnTo>
                      <a:lnTo>
                        <a:pt x="4" y="114"/>
                      </a:lnTo>
                      <a:lnTo>
                        <a:pt x="0" y="116"/>
                      </a:lnTo>
                      <a:lnTo>
                        <a:pt x="0" y="120"/>
                      </a:lnTo>
                      <a:lnTo>
                        <a:pt x="0" y="122"/>
                      </a:lnTo>
                      <a:lnTo>
                        <a:pt x="2" y="124"/>
                      </a:lnTo>
                      <a:lnTo>
                        <a:pt x="4" y="126"/>
                      </a:lnTo>
                      <a:lnTo>
                        <a:pt x="6" y="126"/>
                      </a:lnTo>
                      <a:lnTo>
                        <a:pt x="8" y="128"/>
                      </a:lnTo>
                      <a:lnTo>
                        <a:pt x="10" y="130"/>
                      </a:lnTo>
                      <a:lnTo>
                        <a:pt x="14" y="134"/>
                      </a:lnTo>
                      <a:lnTo>
                        <a:pt x="18" y="140"/>
                      </a:lnTo>
                      <a:lnTo>
                        <a:pt x="22" y="144"/>
                      </a:lnTo>
                      <a:lnTo>
                        <a:pt x="24" y="148"/>
                      </a:lnTo>
                      <a:lnTo>
                        <a:pt x="28" y="152"/>
                      </a:lnTo>
                      <a:lnTo>
                        <a:pt x="28" y="154"/>
                      </a:lnTo>
                      <a:lnTo>
                        <a:pt x="30" y="154"/>
                      </a:lnTo>
                      <a:lnTo>
                        <a:pt x="32" y="172"/>
                      </a:lnTo>
                      <a:lnTo>
                        <a:pt x="46" y="172"/>
                      </a:lnTo>
                      <a:lnTo>
                        <a:pt x="64" y="188"/>
                      </a:lnTo>
                      <a:lnTo>
                        <a:pt x="82" y="190"/>
                      </a:lnTo>
                      <a:lnTo>
                        <a:pt x="90" y="182"/>
                      </a:lnTo>
                      <a:lnTo>
                        <a:pt x="110" y="178"/>
                      </a:lnTo>
                      <a:lnTo>
                        <a:pt x="112" y="184"/>
                      </a:lnTo>
                      <a:lnTo>
                        <a:pt x="128" y="184"/>
                      </a:lnTo>
                      <a:lnTo>
                        <a:pt x="130" y="178"/>
                      </a:lnTo>
                      <a:lnTo>
                        <a:pt x="146" y="172"/>
                      </a:lnTo>
                      <a:lnTo>
                        <a:pt x="178" y="130"/>
                      </a:lnTo>
                      <a:lnTo>
                        <a:pt x="162" y="128"/>
                      </a:lnTo>
                      <a:lnTo>
                        <a:pt x="130" y="110"/>
                      </a:lnTo>
                      <a:lnTo>
                        <a:pt x="120" y="104"/>
                      </a:lnTo>
                      <a:lnTo>
                        <a:pt x="122" y="98"/>
                      </a:lnTo>
                      <a:lnTo>
                        <a:pt x="120" y="96"/>
                      </a:lnTo>
                      <a:lnTo>
                        <a:pt x="106" y="92"/>
                      </a:lnTo>
                      <a:lnTo>
                        <a:pt x="104" y="80"/>
                      </a:lnTo>
                      <a:lnTo>
                        <a:pt x="112" y="72"/>
                      </a:lnTo>
                      <a:lnTo>
                        <a:pt x="114" y="74"/>
                      </a:lnTo>
                      <a:lnTo>
                        <a:pt x="118" y="70"/>
                      </a:lnTo>
                      <a:lnTo>
                        <a:pt x="118" y="68"/>
                      </a:lnTo>
                      <a:lnTo>
                        <a:pt x="118" y="68"/>
                      </a:lnTo>
                      <a:lnTo>
                        <a:pt x="118" y="66"/>
                      </a:lnTo>
                      <a:lnTo>
                        <a:pt x="116" y="64"/>
                      </a:lnTo>
                      <a:lnTo>
                        <a:pt x="114" y="60"/>
                      </a:lnTo>
                      <a:lnTo>
                        <a:pt x="110" y="56"/>
                      </a:lnTo>
                      <a:lnTo>
                        <a:pt x="104" y="50"/>
                      </a:lnTo>
                      <a:lnTo>
                        <a:pt x="96" y="44"/>
                      </a:lnTo>
                      <a:lnTo>
                        <a:pt x="96" y="42"/>
                      </a:lnTo>
                      <a:lnTo>
                        <a:pt x="94" y="40"/>
                      </a:lnTo>
                      <a:lnTo>
                        <a:pt x="90" y="38"/>
                      </a:lnTo>
                      <a:lnTo>
                        <a:pt x="86" y="34"/>
                      </a:lnTo>
                      <a:lnTo>
                        <a:pt x="82" y="30"/>
                      </a:lnTo>
                      <a:lnTo>
                        <a:pt x="78" y="26"/>
                      </a:lnTo>
                      <a:lnTo>
                        <a:pt x="76" y="20"/>
                      </a:lnTo>
                      <a:lnTo>
                        <a:pt x="74" y="16"/>
                      </a:lnTo>
                      <a:lnTo>
                        <a:pt x="72" y="14"/>
                      </a:lnTo>
                      <a:lnTo>
                        <a:pt x="72" y="12"/>
                      </a:lnTo>
                      <a:lnTo>
                        <a:pt x="70" y="10"/>
                      </a:lnTo>
                      <a:lnTo>
                        <a:pt x="70" y="6"/>
                      </a:lnTo>
                      <a:lnTo>
                        <a:pt x="66"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2" name="Freeform 480">
                  <a:extLst>
                    <a:ext uri="{FF2B5EF4-FFF2-40B4-BE49-F238E27FC236}">
                      <a16:creationId xmlns:a16="http://schemas.microsoft.com/office/drawing/2014/main" id="{D99E5129-E9A8-994E-1257-EFB36FC7436F}"/>
                    </a:ext>
                  </a:extLst>
                </p:cNvPr>
                <p:cNvSpPr/>
                <p:nvPr/>
              </p:nvSpPr>
              <p:spPr bwMode="gray">
                <a:xfrm>
                  <a:off x="1472038" y="4735582"/>
                  <a:ext cx="40731" cy="48104"/>
                </a:xfrm>
                <a:custGeom>
                  <a:avLst/>
                  <a:gdLst>
                    <a:gd name="T0" fmla="*/ 0 w 22"/>
                    <a:gd name="T1" fmla="*/ 6 h 26"/>
                    <a:gd name="T2" fmla="*/ 18 w 22"/>
                    <a:gd name="T3" fmla="*/ 0 h 26"/>
                    <a:gd name="T4" fmla="*/ 20 w 22"/>
                    <a:gd name="T5" fmla="*/ 0 h 26"/>
                    <a:gd name="T6" fmla="*/ 20 w 22"/>
                    <a:gd name="T7" fmla="*/ 2 h 26"/>
                    <a:gd name="T8" fmla="*/ 22 w 22"/>
                    <a:gd name="T9" fmla="*/ 4 h 26"/>
                    <a:gd name="T10" fmla="*/ 22 w 22"/>
                    <a:gd name="T11" fmla="*/ 6 h 26"/>
                    <a:gd name="T12" fmla="*/ 22 w 22"/>
                    <a:gd name="T13" fmla="*/ 6 h 26"/>
                    <a:gd name="T14" fmla="*/ 22 w 22"/>
                    <a:gd name="T15" fmla="*/ 8 h 26"/>
                    <a:gd name="T16" fmla="*/ 22 w 22"/>
                    <a:gd name="T17" fmla="*/ 12 h 26"/>
                    <a:gd name="T18" fmla="*/ 22 w 22"/>
                    <a:gd name="T19" fmla="*/ 16 h 26"/>
                    <a:gd name="T20" fmla="*/ 22 w 22"/>
                    <a:gd name="T21" fmla="*/ 20 h 26"/>
                    <a:gd name="T22" fmla="*/ 18 w 22"/>
                    <a:gd name="T23" fmla="*/ 22 h 26"/>
                    <a:gd name="T24" fmla="*/ 18 w 22"/>
                    <a:gd name="T25" fmla="*/ 22 h 26"/>
                    <a:gd name="T26" fmla="*/ 16 w 22"/>
                    <a:gd name="T27" fmla="*/ 22 h 26"/>
                    <a:gd name="T28" fmla="*/ 12 w 22"/>
                    <a:gd name="T29" fmla="*/ 24 h 26"/>
                    <a:gd name="T30" fmla="*/ 12 w 22"/>
                    <a:gd name="T31" fmla="*/ 26 h 26"/>
                    <a:gd name="T32" fmla="*/ 12 w 22"/>
                    <a:gd name="T33" fmla="*/ 26 h 26"/>
                    <a:gd name="T34" fmla="*/ 10 w 22"/>
                    <a:gd name="T35" fmla="*/ 26 h 26"/>
                    <a:gd name="T36" fmla="*/ 8 w 22"/>
                    <a:gd name="T37" fmla="*/ 26 h 26"/>
                    <a:gd name="T38" fmla="*/ 2 w 22"/>
                    <a:gd name="T39" fmla="*/ 24 h 26"/>
                    <a:gd name="T40" fmla="*/ 2 w 22"/>
                    <a:gd name="T41" fmla="*/ 24 h 26"/>
                    <a:gd name="T42" fmla="*/ 2 w 22"/>
                    <a:gd name="T43" fmla="*/ 22 h 26"/>
                    <a:gd name="T44" fmla="*/ 0 w 22"/>
                    <a:gd name="T45" fmla="*/ 18 h 26"/>
                    <a:gd name="T46" fmla="*/ 0 w 22"/>
                    <a:gd name="T47" fmla="*/ 14 h 26"/>
                    <a:gd name="T48" fmla="*/ 0 w 22"/>
                    <a:gd name="T49" fmla="*/ 10 h 26"/>
                    <a:gd name="T50" fmla="*/ 0 w 22"/>
                    <a:gd name="T51"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26">
                      <a:moveTo>
                        <a:pt x="0" y="6"/>
                      </a:moveTo>
                      <a:lnTo>
                        <a:pt x="18" y="0"/>
                      </a:lnTo>
                      <a:lnTo>
                        <a:pt x="20" y="0"/>
                      </a:lnTo>
                      <a:lnTo>
                        <a:pt x="20" y="2"/>
                      </a:lnTo>
                      <a:lnTo>
                        <a:pt x="22" y="4"/>
                      </a:lnTo>
                      <a:lnTo>
                        <a:pt x="22" y="6"/>
                      </a:lnTo>
                      <a:lnTo>
                        <a:pt x="22" y="6"/>
                      </a:lnTo>
                      <a:lnTo>
                        <a:pt x="22" y="8"/>
                      </a:lnTo>
                      <a:lnTo>
                        <a:pt x="22" y="12"/>
                      </a:lnTo>
                      <a:lnTo>
                        <a:pt x="22" y="16"/>
                      </a:lnTo>
                      <a:lnTo>
                        <a:pt x="22" y="20"/>
                      </a:lnTo>
                      <a:lnTo>
                        <a:pt x="18" y="22"/>
                      </a:lnTo>
                      <a:lnTo>
                        <a:pt x="18" y="22"/>
                      </a:lnTo>
                      <a:lnTo>
                        <a:pt x="16" y="22"/>
                      </a:lnTo>
                      <a:lnTo>
                        <a:pt x="12" y="24"/>
                      </a:lnTo>
                      <a:lnTo>
                        <a:pt x="12" y="26"/>
                      </a:lnTo>
                      <a:lnTo>
                        <a:pt x="12" y="26"/>
                      </a:lnTo>
                      <a:lnTo>
                        <a:pt x="10" y="26"/>
                      </a:lnTo>
                      <a:lnTo>
                        <a:pt x="8" y="26"/>
                      </a:lnTo>
                      <a:lnTo>
                        <a:pt x="2" y="24"/>
                      </a:lnTo>
                      <a:lnTo>
                        <a:pt x="2" y="24"/>
                      </a:lnTo>
                      <a:lnTo>
                        <a:pt x="2" y="22"/>
                      </a:lnTo>
                      <a:lnTo>
                        <a:pt x="0" y="18"/>
                      </a:lnTo>
                      <a:lnTo>
                        <a:pt x="0" y="14"/>
                      </a:lnTo>
                      <a:lnTo>
                        <a:pt x="0" y="10"/>
                      </a:lnTo>
                      <a:lnTo>
                        <a:pt x="0" y="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3" name="Freeform 481">
                  <a:extLst>
                    <a:ext uri="{FF2B5EF4-FFF2-40B4-BE49-F238E27FC236}">
                      <a16:creationId xmlns:a16="http://schemas.microsoft.com/office/drawing/2014/main" id="{329B1369-60F7-E427-C377-DF340930886B}"/>
                    </a:ext>
                  </a:extLst>
                </p:cNvPr>
                <p:cNvSpPr/>
                <p:nvPr/>
              </p:nvSpPr>
              <p:spPr bwMode="gray">
                <a:xfrm>
                  <a:off x="1475741" y="4768884"/>
                  <a:ext cx="44434" cy="59205"/>
                </a:xfrm>
                <a:custGeom>
                  <a:avLst/>
                  <a:gdLst>
                    <a:gd name="T0" fmla="*/ 18 w 24"/>
                    <a:gd name="T1" fmla="*/ 0 h 32"/>
                    <a:gd name="T2" fmla="*/ 18 w 24"/>
                    <a:gd name="T3" fmla="*/ 2 h 32"/>
                    <a:gd name="T4" fmla="*/ 16 w 24"/>
                    <a:gd name="T5" fmla="*/ 2 h 32"/>
                    <a:gd name="T6" fmla="*/ 12 w 24"/>
                    <a:gd name="T7" fmla="*/ 6 h 32"/>
                    <a:gd name="T8" fmla="*/ 12 w 24"/>
                    <a:gd name="T9" fmla="*/ 6 h 32"/>
                    <a:gd name="T10" fmla="*/ 12 w 24"/>
                    <a:gd name="T11" fmla="*/ 6 h 32"/>
                    <a:gd name="T12" fmla="*/ 10 w 24"/>
                    <a:gd name="T13" fmla="*/ 6 h 32"/>
                    <a:gd name="T14" fmla="*/ 10 w 24"/>
                    <a:gd name="T15" fmla="*/ 8 h 32"/>
                    <a:gd name="T16" fmla="*/ 8 w 24"/>
                    <a:gd name="T17" fmla="*/ 8 h 32"/>
                    <a:gd name="T18" fmla="*/ 6 w 24"/>
                    <a:gd name="T19" fmla="*/ 8 h 32"/>
                    <a:gd name="T20" fmla="*/ 2 w 24"/>
                    <a:gd name="T21" fmla="*/ 6 h 32"/>
                    <a:gd name="T22" fmla="*/ 0 w 24"/>
                    <a:gd name="T23" fmla="*/ 6 h 32"/>
                    <a:gd name="T24" fmla="*/ 8 w 24"/>
                    <a:gd name="T25" fmla="*/ 32 h 32"/>
                    <a:gd name="T26" fmla="*/ 8 w 24"/>
                    <a:gd name="T27" fmla="*/ 32 h 32"/>
                    <a:gd name="T28" fmla="*/ 10 w 24"/>
                    <a:gd name="T29" fmla="*/ 30 h 32"/>
                    <a:gd name="T30" fmla="*/ 14 w 24"/>
                    <a:gd name="T31" fmla="*/ 28 h 32"/>
                    <a:gd name="T32" fmla="*/ 16 w 24"/>
                    <a:gd name="T33" fmla="*/ 24 h 32"/>
                    <a:gd name="T34" fmla="*/ 20 w 24"/>
                    <a:gd name="T35" fmla="*/ 20 h 32"/>
                    <a:gd name="T36" fmla="*/ 22 w 24"/>
                    <a:gd name="T37" fmla="*/ 16 h 32"/>
                    <a:gd name="T38" fmla="*/ 24 w 24"/>
                    <a:gd name="T39" fmla="*/ 12 h 32"/>
                    <a:gd name="T40" fmla="*/ 24 w 24"/>
                    <a:gd name="T41" fmla="*/ 10 h 32"/>
                    <a:gd name="T42" fmla="*/ 22 w 24"/>
                    <a:gd name="T43" fmla="*/ 8 h 32"/>
                    <a:gd name="T44" fmla="*/ 20 w 24"/>
                    <a:gd name="T45" fmla="*/ 6 h 32"/>
                    <a:gd name="T46" fmla="*/ 20 w 24"/>
                    <a:gd name="T47" fmla="*/ 4 h 32"/>
                    <a:gd name="T48" fmla="*/ 18 w 24"/>
                    <a:gd name="T49"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 h="32">
                      <a:moveTo>
                        <a:pt x="18" y="0"/>
                      </a:moveTo>
                      <a:lnTo>
                        <a:pt x="18" y="2"/>
                      </a:lnTo>
                      <a:lnTo>
                        <a:pt x="16" y="2"/>
                      </a:lnTo>
                      <a:lnTo>
                        <a:pt x="12" y="6"/>
                      </a:lnTo>
                      <a:lnTo>
                        <a:pt x="12" y="6"/>
                      </a:lnTo>
                      <a:lnTo>
                        <a:pt x="12" y="6"/>
                      </a:lnTo>
                      <a:lnTo>
                        <a:pt x="10" y="6"/>
                      </a:lnTo>
                      <a:lnTo>
                        <a:pt x="10" y="8"/>
                      </a:lnTo>
                      <a:lnTo>
                        <a:pt x="8" y="8"/>
                      </a:lnTo>
                      <a:lnTo>
                        <a:pt x="6" y="8"/>
                      </a:lnTo>
                      <a:lnTo>
                        <a:pt x="2" y="6"/>
                      </a:lnTo>
                      <a:lnTo>
                        <a:pt x="0" y="6"/>
                      </a:lnTo>
                      <a:lnTo>
                        <a:pt x="8" y="32"/>
                      </a:lnTo>
                      <a:lnTo>
                        <a:pt x="8" y="32"/>
                      </a:lnTo>
                      <a:lnTo>
                        <a:pt x="10" y="30"/>
                      </a:lnTo>
                      <a:lnTo>
                        <a:pt x="14" y="28"/>
                      </a:lnTo>
                      <a:lnTo>
                        <a:pt x="16" y="24"/>
                      </a:lnTo>
                      <a:lnTo>
                        <a:pt x="20" y="20"/>
                      </a:lnTo>
                      <a:lnTo>
                        <a:pt x="22" y="16"/>
                      </a:lnTo>
                      <a:lnTo>
                        <a:pt x="24" y="12"/>
                      </a:lnTo>
                      <a:lnTo>
                        <a:pt x="24" y="10"/>
                      </a:lnTo>
                      <a:lnTo>
                        <a:pt x="22" y="8"/>
                      </a:lnTo>
                      <a:lnTo>
                        <a:pt x="20" y="6"/>
                      </a:lnTo>
                      <a:lnTo>
                        <a:pt x="20" y="4"/>
                      </a:lnTo>
                      <a:lnTo>
                        <a:pt x="18"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4" name="Freeform 482">
                  <a:extLst>
                    <a:ext uri="{FF2B5EF4-FFF2-40B4-BE49-F238E27FC236}">
                      <a16:creationId xmlns:a16="http://schemas.microsoft.com/office/drawing/2014/main" id="{B94AA9D1-7A93-54D8-BC6B-68917446C9B1}"/>
                    </a:ext>
                  </a:extLst>
                </p:cNvPr>
                <p:cNvSpPr/>
                <p:nvPr/>
              </p:nvSpPr>
              <p:spPr bwMode="gray">
                <a:xfrm>
                  <a:off x="1490552" y="4731881"/>
                  <a:ext cx="233276" cy="262721"/>
                </a:xfrm>
                <a:custGeom>
                  <a:avLst/>
                  <a:gdLst>
                    <a:gd name="T0" fmla="*/ 40 w 126"/>
                    <a:gd name="T1" fmla="*/ 4 h 142"/>
                    <a:gd name="T2" fmla="*/ 40 w 126"/>
                    <a:gd name="T3" fmla="*/ 6 h 142"/>
                    <a:gd name="T4" fmla="*/ 38 w 126"/>
                    <a:gd name="T5" fmla="*/ 12 h 142"/>
                    <a:gd name="T6" fmla="*/ 32 w 126"/>
                    <a:gd name="T7" fmla="*/ 18 h 142"/>
                    <a:gd name="T8" fmla="*/ 28 w 126"/>
                    <a:gd name="T9" fmla="*/ 18 h 142"/>
                    <a:gd name="T10" fmla="*/ 22 w 126"/>
                    <a:gd name="T11" fmla="*/ 12 h 142"/>
                    <a:gd name="T12" fmla="*/ 18 w 126"/>
                    <a:gd name="T13" fmla="*/ 6 h 142"/>
                    <a:gd name="T14" fmla="*/ 10 w 126"/>
                    <a:gd name="T15" fmla="*/ 2 h 142"/>
                    <a:gd name="T16" fmla="*/ 10 w 126"/>
                    <a:gd name="T17" fmla="*/ 6 h 142"/>
                    <a:gd name="T18" fmla="*/ 12 w 126"/>
                    <a:gd name="T19" fmla="*/ 14 h 142"/>
                    <a:gd name="T20" fmla="*/ 14 w 126"/>
                    <a:gd name="T21" fmla="*/ 16 h 142"/>
                    <a:gd name="T22" fmla="*/ 12 w 126"/>
                    <a:gd name="T23" fmla="*/ 22 h 142"/>
                    <a:gd name="T24" fmla="*/ 12 w 126"/>
                    <a:gd name="T25" fmla="*/ 26 h 142"/>
                    <a:gd name="T26" fmla="*/ 16 w 126"/>
                    <a:gd name="T27" fmla="*/ 32 h 142"/>
                    <a:gd name="T28" fmla="*/ 16 w 126"/>
                    <a:gd name="T29" fmla="*/ 34 h 142"/>
                    <a:gd name="T30" fmla="*/ 14 w 126"/>
                    <a:gd name="T31" fmla="*/ 38 h 142"/>
                    <a:gd name="T32" fmla="*/ 6 w 126"/>
                    <a:gd name="T33" fmla="*/ 48 h 142"/>
                    <a:gd name="T34" fmla="*/ 10 w 126"/>
                    <a:gd name="T35" fmla="*/ 104 h 142"/>
                    <a:gd name="T36" fmla="*/ 14 w 126"/>
                    <a:gd name="T37" fmla="*/ 104 h 142"/>
                    <a:gd name="T38" fmla="*/ 22 w 126"/>
                    <a:gd name="T39" fmla="*/ 106 h 142"/>
                    <a:gd name="T40" fmla="*/ 30 w 126"/>
                    <a:gd name="T41" fmla="*/ 108 h 142"/>
                    <a:gd name="T42" fmla="*/ 34 w 126"/>
                    <a:gd name="T43" fmla="*/ 108 h 142"/>
                    <a:gd name="T44" fmla="*/ 40 w 126"/>
                    <a:gd name="T45" fmla="*/ 108 h 142"/>
                    <a:gd name="T46" fmla="*/ 48 w 126"/>
                    <a:gd name="T47" fmla="*/ 108 h 142"/>
                    <a:gd name="T48" fmla="*/ 56 w 126"/>
                    <a:gd name="T49" fmla="*/ 116 h 142"/>
                    <a:gd name="T50" fmla="*/ 60 w 126"/>
                    <a:gd name="T51" fmla="*/ 126 h 142"/>
                    <a:gd name="T52" fmla="*/ 62 w 126"/>
                    <a:gd name="T53" fmla="*/ 132 h 142"/>
                    <a:gd name="T54" fmla="*/ 68 w 126"/>
                    <a:gd name="T55" fmla="*/ 142 h 142"/>
                    <a:gd name="T56" fmla="*/ 84 w 126"/>
                    <a:gd name="T57" fmla="*/ 140 h 142"/>
                    <a:gd name="T58" fmla="*/ 106 w 126"/>
                    <a:gd name="T59" fmla="*/ 142 h 142"/>
                    <a:gd name="T60" fmla="*/ 110 w 126"/>
                    <a:gd name="T61" fmla="*/ 108 h 142"/>
                    <a:gd name="T62" fmla="*/ 106 w 126"/>
                    <a:gd name="T63" fmla="*/ 90 h 142"/>
                    <a:gd name="T64" fmla="*/ 102 w 126"/>
                    <a:gd name="T65" fmla="*/ 84 h 142"/>
                    <a:gd name="T66" fmla="*/ 100 w 126"/>
                    <a:gd name="T67" fmla="*/ 76 h 142"/>
                    <a:gd name="T68" fmla="*/ 110 w 126"/>
                    <a:gd name="T69" fmla="*/ 50 h 142"/>
                    <a:gd name="T70" fmla="*/ 96 w 126"/>
                    <a:gd name="T71" fmla="*/ 42 h 142"/>
                    <a:gd name="T72" fmla="*/ 94 w 126"/>
                    <a:gd name="T73" fmla="*/ 38 h 142"/>
                    <a:gd name="T74" fmla="*/ 48 w 126"/>
                    <a:gd name="T75" fmla="*/ 4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6" h="142">
                      <a:moveTo>
                        <a:pt x="48" y="4"/>
                      </a:moveTo>
                      <a:lnTo>
                        <a:pt x="40" y="4"/>
                      </a:lnTo>
                      <a:lnTo>
                        <a:pt x="40" y="4"/>
                      </a:lnTo>
                      <a:lnTo>
                        <a:pt x="40" y="6"/>
                      </a:lnTo>
                      <a:lnTo>
                        <a:pt x="38" y="10"/>
                      </a:lnTo>
                      <a:lnTo>
                        <a:pt x="38" y="12"/>
                      </a:lnTo>
                      <a:lnTo>
                        <a:pt x="36" y="16"/>
                      </a:lnTo>
                      <a:lnTo>
                        <a:pt x="32" y="18"/>
                      </a:lnTo>
                      <a:lnTo>
                        <a:pt x="28" y="18"/>
                      </a:lnTo>
                      <a:lnTo>
                        <a:pt x="28" y="18"/>
                      </a:lnTo>
                      <a:lnTo>
                        <a:pt x="24" y="16"/>
                      </a:lnTo>
                      <a:lnTo>
                        <a:pt x="22" y="12"/>
                      </a:lnTo>
                      <a:lnTo>
                        <a:pt x="20" y="10"/>
                      </a:lnTo>
                      <a:lnTo>
                        <a:pt x="18" y="6"/>
                      </a:lnTo>
                      <a:lnTo>
                        <a:pt x="18" y="0"/>
                      </a:lnTo>
                      <a:lnTo>
                        <a:pt x="10" y="2"/>
                      </a:lnTo>
                      <a:lnTo>
                        <a:pt x="10" y="4"/>
                      </a:lnTo>
                      <a:lnTo>
                        <a:pt x="10" y="6"/>
                      </a:lnTo>
                      <a:lnTo>
                        <a:pt x="12" y="10"/>
                      </a:lnTo>
                      <a:lnTo>
                        <a:pt x="12" y="14"/>
                      </a:lnTo>
                      <a:lnTo>
                        <a:pt x="12" y="14"/>
                      </a:lnTo>
                      <a:lnTo>
                        <a:pt x="14" y="16"/>
                      </a:lnTo>
                      <a:lnTo>
                        <a:pt x="12" y="18"/>
                      </a:lnTo>
                      <a:lnTo>
                        <a:pt x="12" y="22"/>
                      </a:lnTo>
                      <a:lnTo>
                        <a:pt x="12" y="22"/>
                      </a:lnTo>
                      <a:lnTo>
                        <a:pt x="12" y="26"/>
                      </a:lnTo>
                      <a:lnTo>
                        <a:pt x="14" y="28"/>
                      </a:lnTo>
                      <a:lnTo>
                        <a:pt x="16" y="32"/>
                      </a:lnTo>
                      <a:lnTo>
                        <a:pt x="16" y="32"/>
                      </a:lnTo>
                      <a:lnTo>
                        <a:pt x="16" y="34"/>
                      </a:lnTo>
                      <a:lnTo>
                        <a:pt x="16" y="36"/>
                      </a:lnTo>
                      <a:lnTo>
                        <a:pt x="14" y="38"/>
                      </a:lnTo>
                      <a:lnTo>
                        <a:pt x="10" y="42"/>
                      </a:lnTo>
                      <a:lnTo>
                        <a:pt x="6" y="48"/>
                      </a:lnTo>
                      <a:lnTo>
                        <a:pt x="0" y="54"/>
                      </a:lnTo>
                      <a:lnTo>
                        <a:pt x="10" y="104"/>
                      </a:lnTo>
                      <a:lnTo>
                        <a:pt x="10" y="104"/>
                      </a:lnTo>
                      <a:lnTo>
                        <a:pt x="14" y="104"/>
                      </a:lnTo>
                      <a:lnTo>
                        <a:pt x="16" y="106"/>
                      </a:lnTo>
                      <a:lnTo>
                        <a:pt x="22" y="106"/>
                      </a:lnTo>
                      <a:lnTo>
                        <a:pt x="26" y="108"/>
                      </a:lnTo>
                      <a:lnTo>
                        <a:pt x="30" y="108"/>
                      </a:lnTo>
                      <a:lnTo>
                        <a:pt x="34" y="108"/>
                      </a:lnTo>
                      <a:lnTo>
                        <a:pt x="34" y="108"/>
                      </a:lnTo>
                      <a:lnTo>
                        <a:pt x="36" y="108"/>
                      </a:lnTo>
                      <a:lnTo>
                        <a:pt x="40" y="108"/>
                      </a:lnTo>
                      <a:lnTo>
                        <a:pt x="42" y="108"/>
                      </a:lnTo>
                      <a:lnTo>
                        <a:pt x="48" y="108"/>
                      </a:lnTo>
                      <a:lnTo>
                        <a:pt x="52" y="112"/>
                      </a:lnTo>
                      <a:lnTo>
                        <a:pt x="56" y="116"/>
                      </a:lnTo>
                      <a:lnTo>
                        <a:pt x="60" y="124"/>
                      </a:lnTo>
                      <a:lnTo>
                        <a:pt x="60" y="126"/>
                      </a:lnTo>
                      <a:lnTo>
                        <a:pt x="62" y="128"/>
                      </a:lnTo>
                      <a:lnTo>
                        <a:pt x="62" y="132"/>
                      </a:lnTo>
                      <a:lnTo>
                        <a:pt x="64" y="138"/>
                      </a:lnTo>
                      <a:lnTo>
                        <a:pt x="68" y="142"/>
                      </a:lnTo>
                      <a:lnTo>
                        <a:pt x="80" y="142"/>
                      </a:lnTo>
                      <a:lnTo>
                        <a:pt x="84" y="140"/>
                      </a:lnTo>
                      <a:lnTo>
                        <a:pt x="86" y="142"/>
                      </a:lnTo>
                      <a:lnTo>
                        <a:pt x="106" y="142"/>
                      </a:lnTo>
                      <a:lnTo>
                        <a:pt x="126" y="134"/>
                      </a:lnTo>
                      <a:lnTo>
                        <a:pt x="110" y="108"/>
                      </a:lnTo>
                      <a:lnTo>
                        <a:pt x="108" y="90"/>
                      </a:lnTo>
                      <a:lnTo>
                        <a:pt x="106" y="90"/>
                      </a:lnTo>
                      <a:lnTo>
                        <a:pt x="104" y="88"/>
                      </a:lnTo>
                      <a:lnTo>
                        <a:pt x="102" y="84"/>
                      </a:lnTo>
                      <a:lnTo>
                        <a:pt x="102" y="80"/>
                      </a:lnTo>
                      <a:lnTo>
                        <a:pt x="100" y="76"/>
                      </a:lnTo>
                      <a:lnTo>
                        <a:pt x="102" y="70"/>
                      </a:lnTo>
                      <a:lnTo>
                        <a:pt x="110" y="50"/>
                      </a:lnTo>
                      <a:lnTo>
                        <a:pt x="98" y="44"/>
                      </a:lnTo>
                      <a:lnTo>
                        <a:pt x="96" y="42"/>
                      </a:lnTo>
                      <a:lnTo>
                        <a:pt x="94" y="40"/>
                      </a:lnTo>
                      <a:lnTo>
                        <a:pt x="94" y="38"/>
                      </a:lnTo>
                      <a:lnTo>
                        <a:pt x="94" y="36"/>
                      </a:lnTo>
                      <a:lnTo>
                        <a:pt x="48" y="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5" name="Freeform 483">
                  <a:extLst>
                    <a:ext uri="{FF2B5EF4-FFF2-40B4-BE49-F238E27FC236}">
                      <a16:creationId xmlns:a16="http://schemas.microsoft.com/office/drawing/2014/main" id="{B38A48F5-6633-05DD-745B-F4DB049FE803}"/>
                    </a:ext>
                  </a:extLst>
                </p:cNvPr>
                <p:cNvSpPr/>
                <p:nvPr/>
              </p:nvSpPr>
              <p:spPr bwMode="gray">
                <a:xfrm>
                  <a:off x="1520175" y="4979801"/>
                  <a:ext cx="207356" cy="392232"/>
                </a:xfrm>
                <a:custGeom>
                  <a:avLst/>
                  <a:gdLst>
                    <a:gd name="T0" fmla="*/ 8 w 112"/>
                    <a:gd name="T1" fmla="*/ 148 h 212"/>
                    <a:gd name="T2" fmla="*/ 28 w 112"/>
                    <a:gd name="T3" fmla="*/ 128 h 212"/>
                    <a:gd name="T4" fmla="*/ 28 w 112"/>
                    <a:gd name="T5" fmla="*/ 96 h 212"/>
                    <a:gd name="T6" fmla="*/ 18 w 112"/>
                    <a:gd name="T7" fmla="*/ 76 h 212"/>
                    <a:gd name="T8" fmla="*/ 8 w 112"/>
                    <a:gd name="T9" fmla="*/ 66 h 212"/>
                    <a:gd name="T10" fmla="*/ 44 w 112"/>
                    <a:gd name="T11" fmla="*/ 34 h 212"/>
                    <a:gd name="T12" fmla="*/ 46 w 112"/>
                    <a:gd name="T13" fmla="*/ 20 h 212"/>
                    <a:gd name="T14" fmla="*/ 54 w 112"/>
                    <a:gd name="T15" fmla="*/ 28 h 212"/>
                    <a:gd name="T16" fmla="*/ 58 w 112"/>
                    <a:gd name="T17" fmla="*/ 36 h 212"/>
                    <a:gd name="T18" fmla="*/ 62 w 112"/>
                    <a:gd name="T19" fmla="*/ 40 h 212"/>
                    <a:gd name="T20" fmla="*/ 64 w 112"/>
                    <a:gd name="T21" fmla="*/ 40 h 212"/>
                    <a:gd name="T22" fmla="*/ 62 w 112"/>
                    <a:gd name="T23" fmla="*/ 26 h 212"/>
                    <a:gd name="T24" fmla="*/ 58 w 112"/>
                    <a:gd name="T25" fmla="*/ 24 h 212"/>
                    <a:gd name="T26" fmla="*/ 56 w 112"/>
                    <a:gd name="T27" fmla="*/ 20 h 212"/>
                    <a:gd name="T28" fmla="*/ 64 w 112"/>
                    <a:gd name="T29" fmla="*/ 8 h 212"/>
                    <a:gd name="T30" fmla="*/ 70 w 112"/>
                    <a:gd name="T31" fmla="*/ 8 h 212"/>
                    <a:gd name="T32" fmla="*/ 110 w 112"/>
                    <a:gd name="T33" fmla="*/ 0 h 212"/>
                    <a:gd name="T34" fmla="*/ 110 w 112"/>
                    <a:gd name="T35" fmla="*/ 10 h 212"/>
                    <a:gd name="T36" fmla="*/ 110 w 112"/>
                    <a:gd name="T37" fmla="*/ 24 h 212"/>
                    <a:gd name="T38" fmla="*/ 110 w 112"/>
                    <a:gd name="T39" fmla="*/ 36 h 212"/>
                    <a:gd name="T40" fmla="*/ 112 w 112"/>
                    <a:gd name="T41" fmla="*/ 42 h 212"/>
                    <a:gd name="T42" fmla="*/ 108 w 112"/>
                    <a:gd name="T43" fmla="*/ 70 h 212"/>
                    <a:gd name="T44" fmla="*/ 96 w 112"/>
                    <a:gd name="T45" fmla="*/ 80 h 212"/>
                    <a:gd name="T46" fmla="*/ 88 w 112"/>
                    <a:gd name="T47" fmla="*/ 82 h 212"/>
                    <a:gd name="T48" fmla="*/ 78 w 112"/>
                    <a:gd name="T49" fmla="*/ 88 h 212"/>
                    <a:gd name="T50" fmla="*/ 72 w 112"/>
                    <a:gd name="T51" fmla="*/ 94 h 212"/>
                    <a:gd name="T52" fmla="*/ 68 w 112"/>
                    <a:gd name="T53" fmla="*/ 100 h 212"/>
                    <a:gd name="T54" fmla="*/ 60 w 112"/>
                    <a:gd name="T55" fmla="*/ 108 h 212"/>
                    <a:gd name="T56" fmla="*/ 56 w 112"/>
                    <a:gd name="T57" fmla="*/ 110 h 212"/>
                    <a:gd name="T58" fmla="*/ 48 w 112"/>
                    <a:gd name="T59" fmla="*/ 118 h 212"/>
                    <a:gd name="T60" fmla="*/ 44 w 112"/>
                    <a:gd name="T61" fmla="*/ 126 h 212"/>
                    <a:gd name="T62" fmla="*/ 44 w 112"/>
                    <a:gd name="T63" fmla="*/ 142 h 212"/>
                    <a:gd name="T64" fmla="*/ 46 w 112"/>
                    <a:gd name="T65" fmla="*/ 168 h 212"/>
                    <a:gd name="T66" fmla="*/ 46 w 112"/>
                    <a:gd name="T67" fmla="*/ 176 h 212"/>
                    <a:gd name="T68" fmla="*/ 46 w 112"/>
                    <a:gd name="T69" fmla="*/ 184 h 212"/>
                    <a:gd name="T70" fmla="*/ 42 w 112"/>
                    <a:gd name="T71" fmla="*/ 188 h 212"/>
                    <a:gd name="T72" fmla="*/ 34 w 112"/>
                    <a:gd name="T73" fmla="*/ 192 h 212"/>
                    <a:gd name="T74" fmla="*/ 30 w 112"/>
                    <a:gd name="T75" fmla="*/ 194 h 212"/>
                    <a:gd name="T76" fmla="*/ 22 w 112"/>
                    <a:gd name="T77" fmla="*/ 198 h 212"/>
                    <a:gd name="T78" fmla="*/ 20 w 112"/>
                    <a:gd name="T79" fmla="*/ 202 h 212"/>
                    <a:gd name="T80" fmla="*/ 20 w 112"/>
                    <a:gd name="T81" fmla="*/ 206 h 212"/>
                    <a:gd name="T82" fmla="*/ 22 w 112"/>
                    <a:gd name="T83" fmla="*/ 208 h 212"/>
                    <a:gd name="T84" fmla="*/ 20 w 112"/>
                    <a:gd name="T85" fmla="*/ 212 h 212"/>
                    <a:gd name="T86" fmla="*/ 18 w 112"/>
                    <a:gd name="T87" fmla="*/ 212 h 212"/>
                    <a:gd name="T88" fmla="*/ 12 w 112"/>
                    <a:gd name="T89" fmla="*/ 204 h 212"/>
                    <a:gd name="T90" fmla="*/ 10 w 112"/>
                    <a:gd name="T91" fmla="*/ 194 h 212"/>
                    <a:gd name="T92" fmla="*/ 8 w 112"/>
                    <a:gd name="T93" fmla="*/ 192 h 212"/>
                    <a:gd name="T94" fmla="*/ 6 w 112"/>
                    <a:gd name="T95" fmla="*/ 192 h 212"/>
                    <a:gd name="T96" fmla="*/ 6 w 112"/>
                    <a:gd name="T97" fmla="*/ 174 h 212"/>
                    <a:gd name="T98" fmla="*/ 2 w 112"/>
                    <a:gd name="T99" fmla="*/ 164 h 212"/>
                    <a:gd name="T100" fmla="*/ 0 w 112"/>
                    <a:gd name="T101" fmla="*/ 16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2" h="212">
                      <a:moveTo>
                        <a:pt x="2" y="156"/>
                      </a:moveTo>
                      <a:lnTo>
                        <a:pt x="8" y="148"/>
                      </a:lnTo>
                      <a:lnTo>
                        <a:pt x="20" y="140"/>
                      </a:lnTo>
                      <a:lnTo>
                        <a:pt x="28" y="128"/>
                      </a:lnTo>
                      <a:lnTo>
                        <a:pt x="30" y="112"/>
                      </a:lnTo>
                      <a:lnTo>
                        <a:pt x="28" y="96"/>
                      </a:lnTo>
                      <a:lnTo>
                        <a:pt x="30" y="82"/>
                      </a:lnTo>
                      <a:lnTo>
                        <a:pt x="18" y="76"/>
                      </a:lnTo>
                      <a:lnTo>
                        <a:pt x="8" y="72"/>
                      </a:lnTo>
                      <a:lnTo>
                        <a:pt x="8" y="66"/>
                      </a:lnTo>
                      <a:lnTo>
                        <a:pt x="44" y="58"/>
                      </a:lnTo>
                      <a:lnTo>
                        <a:pt x="44" y="34"/>
                      </a:lnTo>
                      <a:lnTo>
                        <a:pt x="42" y="26"/>
                      </a:lnTo>
                      <a:lnTo>
                        <a:pt x="46" y="20"/>
                      </a:lnTo>
                      <a:lnTo>
                        <a:pt x="50" y="28"/>
                      </a:lnTo>
                      <a:lnTo>
                        <a:pt x="54" y="28"/>
                      </a:lnTo>
                      <a:lnTo>
                        <a:pt x="56" y="34"/>
                      </a:lnTo>
                      <a:lnTo>
                        <a:pt x="58" y="36"/>
                      </a:lnTo>
                      <a:lnTo>
                        <a:pt x="60" y="38"/>
                      </a:lnTo>
                      <a:lnTo>
                        <a:pt x="62" y="40"/>
                      </a:lnTo>
                      <a:lnTo>
                        <a:pt x="64" y="40"/>
                      </a:lnTo>
                      <a:lnTo>
                        <a:pt x="64" y="40"/>
                      </a:lnTo>
                      <a:lnTo>
                        <a:pt x="64" y="32"/>
                      </a:lnTo>
                      <a:lnTo>
                        <a:pt x="62" y="26"/>
                      </a:lnTo>
                      <a:lnTo>
                        <a:pt x="60" y="26"/>
                      </a:lnTo>
                      <a:lnTo>
                        <a:pt x="58" y="24"/>
                      </a:lnTo>
                      <a:lnTo>
                        <a:pt x="56" y="22"/>
                      </a:lnTo>
                      <a:lnTo>
                        <a:pt x="56" y="20"/>
                      </a:lnTo>
                      <a:lnTo>
                        <a:pt x="52" y="8"/>
                      </a:lnTo>
                      <a:lnTo>
                        <a:pt x="64" y="8"/>
                      </a:lnTo>
                      <a:lnTo>
                        <a:pt x="68" y="6"/>
                      </a:lnTo>
                      <a:lnTo>
                        <a:pt x="70" y="8"/>
                      </a:lnTo>
                      <a:lnTo>
                        <a:pt x="92" y="8"/>
                      </a:lnTo>
                      <a:lnTo>
                        <a:pt x="110" y="0"/>
                      </a:lnTo>
                      <a:lnTo>
                        <a:pt x="110" y="4"/>
                      </a:lnTo>
                      <a:lnTo>
                        <a:pt x="110" y="10"/>
                      </a:lnTo>
                      <a:lnTo>
                        <a:pt x="110" y="18"/>
                      </a:lnTo>
                      <a:lnTo>
                        <a:pt x="110" y="24"/>
                      </a:lnTo>
                      <a:lnTo>
                        <a:pt x="110" y="32"/>
                      </a:lnTo>
                      <a:lnTo>
                        <a:pt x="110" y="36"/>
                      </a:lnTo>
                      <a:lnTo>
                        <a:pt x="112" y="40"/>
                      </a:lnTo>
                      <a:lnTo>
                        <a:pt x="112" y="42"/>
                      </a:lnTo>
                      <a:lnTo>
                        <a:pt x="112" y="58"/>
                      </a:lnTo>
                      <a:lnTo>
                        <a:pt x="108" y="70"/>
                      </a:lnTo>
                      <a:lnTo>
                        <a:pt x="102" y="76"/>
                      </a:lnTo>
                      <a:lnTo>
                        <a:pt x="96" y="80"/>
                      </a:lnTo>
                      <a:lnTo>
                        <a:pt x="90" y="82"/>
                      </a:lnTo>
                      <a:lnTo>
                        <a:pt x="88" y="82"/>
                      </a:lnTo>
                      <a:lnTo>
                        <a:pt x="82" y="86"/>
                      </a:lnTo>
                      <a:lnTo>
                        <a:pt x="78" y="88"/>
                      </a:lnTo>
                      <a:lnTo>
                        <a:pt x="74" y="92"/>
                      </a:lnTo>
                      <a:lnTo>
                        <a:pt x="72" y="94"/>
                      </a:lnTo>
                      <a:lnTo>
                        <a:pt x="72" y="94"/>
                      </a:lnTo>
                      <a:lnTo>
                        <a:pt x="68" y="100"/>
                      </a:lnTo>
                      <a:lnTo>
                        <a:pt x="62" y="106"/>
                      </a:lnTo>
                      <a:lnTo>
                        <a:pt x="60" y="108"/>
                      </a:lnTo>
                      <a:lnTo>
                        <a:pt x="56" y="110"/>
                      </a:lnTo>
                      <a:lnTo>
                        <a:pt x="56" y="110"/>
                      </a:lnTo>
                      <a:lnTo>
                        <a:pt x="50" y="114"/>
                      </a:lnTo>
                      <a:lnTo>
                        <a:pt x="48" y="118"/>
                      </a:lnTo>
                      <a:lnTo>
                        <a:pt x="46" y="122"/>
                      </a:lnTo>
                      <a:lnTo>
                        <a:pt x="44" y="126"/>
                      </a:lnTo>
                      <a:lnTo>
                        <a:pt x="44" y="126"/>
                      </a:lnTo>
                      <a:lnTo>
                        <a:pt x="44" y="142"/>
                      </a:lnTo>
                      <a:lnTo>
                        <a:pt x="44" y="158"/>
                      </a:lnTo>
                      <a:lnTo>
                        <a:pt x="46" y="168"/>
                      </a:lnTo>
                      <a:lnTo>
                        <a:pt x="46" y="172"/>
                      </a:lnTo>
                      <a:lnTo>
                        <a:pt x="46" y="176"/>
                      </a:lnTo>
                      <a:lnTo>
                        <a:pt x="46" y="180"/>
                      </a:lnTo>
                      <a:lnTo>
                        <a:pt x="46" y="184"/>
                      </a:lnTo>
                      <a:lnTo>
                        <a:pt x="46" y="184"/>
                      </a:lnTo>
                      <a:lnTo>
                        <a:pt x="42" y="188"/>
                      </a:lnTo>
                      <a:lnTo>
                        <a:pt x="38" y="190"/>
                      </a:lnTo>
                      <a:lnTo>
                        <a:pt x="34" y="192"/>
                      </a:lnTo>
                      <a:lnTo>
                        <a:pt x="30" y="194"/>
                      </a:lnTo>
                      <a:lnTo>
                        <a:pt x="30" y="194"/>
                      </a:lnTo>
                      <a:lnTo>
                        <a:pt x="24" y="196"/>
                      </a:lnTo>
                      <a:lnTo>
                        <a:pt x="22" y="198"/>
                      </a:lnTo>
                      <a:lnTo>
                        <a:pt x="20" y="200"/>
                      </a:lnTo>
                      <a:lnTo>
                        <a:pt x="20" y="202"/>
                      </a:lnTo>
                      <a:lnTo>
                        <a:pt x="20" y="202"/>
                      </a:lnTo>
                      <a:lnTo>
                        <a:pt x="20" y="206"/>
                      </a:lnTo>
                      <a:lnTo>
                        <a:pt x="22" y="208"/>
                      </a:lnTo>
                      <a:lnTo>
                        <a:pt x="22" y="208"/>
                      </a:lnTo>
                      <a:lnTo>
                        <a:pt x="22" y="210"/>
                      </a:lnTo>
                      <a:lnTo>
                        <a:pt x="20" y="212"/>
                      </a:lnTo>
                      <a:lnTo>
                        <a:pt x="20" y="212"/>
                      </a:lnTo>
                      <a:lnTo>
                        <a:pt x="18" y="212"/>
                      </a:lnTo>
                      <a:lnTo>
                        <a:pt x="14" y="212"/>
                      </a:lnTo>
                      <a:lnTo>
                        <a:pt x="12" y="204"/>
                      </a:lnTo>
                      <a:lnTo>
                        <a:pt x="10" y="198"/>
                      </a:lnTo>
                      <a:lnTo>
                        <a:pt x="10" y="194"/>
                      </a:lnTo>
                      <a:lnTo>
                        <a:pt x="8" y="192"/>
                      </a:lnTo>
                      <a:lnTo>
                        <a:pt x="8" y="192"/>
                      </a:lnTo>
                      <a:lnTo>
                        <a:pt x="6" y="192"/>
                      </a:lnTo>
                      <a:lnTo>
                        <a:pt x="6" y="192"/>
                      </a:lnTo>
                      <a:lnTo>
                        <a:pt x="8" y="182"/>
                      </a:lnTo>
                      <a:lnTo>
                        <a:pt x="6" y="174"/>
                      </a:lnTo>
                      <a:lnTo>
                        <a:pt x="4" y="168"/>
                      </a:lnTo>
                      <a:lnTo>
                        <a:pt x="2" y="164"/>
                      </a:lnTo>
                      <a:lnTo>
                        <a:pt x="0" y="162"/>
                      </a:lnTo>
                      <a:lnTo>
                        <a:pt x="0" y="160"/>
                      </a:lnTo>
                      <a:lnTo>
                        <a:pt x="2" y="15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6" name="Freeform 484">
                  <a:extLst>
                    <a:ext uri="{FF2B5EF4-FFF2-40B4-BE49-F238E27FC236}">
                      <a16:creationId xmlns:a16="http://schemas.microsoft.com/office/drawing/2014/main" id="{DF26A3DF-46E6-1818-6AF9-65BCEE6B1458}"/>
                    </a:ext>
                  </a:extLst>
                </p:cNvPr>
                <p:cNvSpPr/>
                <p:nvPr/>
              </p:nvSpPr>
              <p:spPr bwMode="gray">
                <a:xfrm>
                  <a:off x="1146193" y="5275825"/>
                  <a:ext cx="414713" cy="325626"/>
                </a:xfrm>
                <a:custGeom>
                  <a:avLst/>
                  <a:gdLst>
                    <a:gd name="T0" fmla="*/ 170 w 224"/>
                    <a:gd name="T1" fmla="*/ 6 h 176"/>
                    <a:gd name="T2" fmla="*/ 162 w 224"/>
                    <a:gd name="T3" fmla="*/ 10 h 176"/>
                    <a:gd name="T4" fmla="*/ 152 w 224"/>
                    <a:gd name="T5" fmla="*/ 18 h 176"/>
                    <a:gd name="T6" fmla="*/ 144 w 224"/>
                    <a:gd name="T7" fmla="*/ 22 h 176"/>
                    <a:gd name="T8" fmla="*/ 134 w 224"/>
                    <a:gd name="T9" fmla="*/ 34 h 176"/>
                    <a:gd name="T10" fmla="*/ 128 w 224"/>
                    <a:gd name="T11" fmla="*/ 46 h 176"/>
                    <a:gd name="T12" fmla="*/ 122 w 224"/>
                    <a:gd name="T13" fmla="*/ 46 h 176"/>
                    <a:gd name="T14" fmla="*/ 114 w 224"/>
                    <a:gd name="T15" fmla="*/ 40 h 176"/>
                    <a:gd name="T16" fmla="*/ 102 w 224"/>
                    <a:gd name="T17" fmla="*/ 42 h 176"/>
                    <a:gd name="T18" fmla="*/ 98 w 224"/>
                    <a:gd name="T19" fmla="*/ 46 h 176"/>
                    <a:gd name="T20" fmla="*/ 94 w 224"/>
                    <a:gd name="T21" fmla="*/ 54 h 176"/>
                    <a:gd name="T22" fmla="*/ 80 w 224"/>
                    <a:gd name="T23" fmla="*/ 66 h 176"/>
                    <a:gd name="T24" fmla="*/ 66 w 224"/>
                    <a:gd name="T25" fmla="*/ 68 h 176"/>
                    <a:gd name="T26" fmla="*/ 64 w 224"/>
                    <a:gd name="T27" fmla="*/ 62 h 176"/>
                    <a:gd name="T28" fmla="*/ 68 w 224"/>
                    <a:gd name="T29" fmla="*/ 56 h 176"/>
                    <a:gd name="T30" fmla="*/ 64 w 224"/>
                    <a:gd name="T31" fmla="*/ 38 h 176"/>
                    <a:gd name="T32" fmla="*/ 56 w 224"/>
                    <a:gd name="T33" fmla="*/ 32 h 176"/>
                    <a:gd name="T34" fmla="*/ 54 w 224"/>
                    <a:gd name="T35" fmla="*/ 78 h 176"/>
                    <a:gd name="T36" fmla="*/ 50 w 224"/>
                    <a:gd name="T37" fmla="*/ 82 h 176"/>
                    <a:gd name="T38" fmla="*/ 28 w 224"/>
                    <a:gd name="T39" fmla="*/ 82 h 176"/>
                    <a:gd name="T40" fmla="*/ 24 w 224"/>
                    <a:gd name="T41" fmla="*/ 80 h 176"/>
                    <a:gd name="T42" fmla="*/ 22 w 224"/>
                    <a:gd name="T43" fmla="*/ 70 h 176"/>
                    <a:gd name="T44" fmla="*/ 18 w 224"/>
                    <a:gd name="T45" fmla="*/ 68 h 176"/>
                    <a:gd name="T46" fmla="*/ 0 w 224"/>
                    <a:gd name="T47" fmla="*/ 82 h 176"/>
                    <a:gd name="T48" fmla="*/ 20 w 224"/>
                    <a:gd name="T49" fmla="*/ 160 h 176"/>
                    <a:gd name="T50" fmla="*/ 38 w 224"/>
                    <a:gd name="T51" fmla="*/ 172 h 176"/>
                    <a:gd name="T52" fmla="*/ 70 w 224"/>
                    <a:gd name="T53" fmla="*/ 172 h 176"/>
                    <a:gd name="T54" fmla="*/ 100 w 224"/>
                    <a:gd name="T55" fmla="*/ 164 h 176"/>
                    <a:gd name="T56" fmla="*/ 128 w 224"/>
                    <a:gd name="T57" fmla="*/ 160 h 176"/>
                    <a:gd name="T58" fmla="*/ 146 w 224"/>
                    <a:gd name="T59" fmla="*/ 150 h 176"/>
                    <a:gd name="T60" fmla="*/ 154 w 224"/>
                    <a:gd name="T61" fmla="*/ 142 h 176"/>
                    <a:gd name="T62" fmla="*/ 166 w 224"/>
                    <a:gd name="T63" fmla="*/ 126 h 176"/>
                    <a:gd name="T64" fmla="*/ 186 w 224"/>
                    <a:gd name="T65" fmla="*/ 104 h 176"/>
                    <a:gd name="T66" fmla="*/ 190 w 224"/>
                    <a:gd name="T67" fmla="*/ 96 h 176"/>
                    <a:gd name="T68" fmla="*/ 198 w 224"/>
                    <a:gd name="T69" fmla="*/ 88 h 176"/>
                    <a:gd name="T70" fmla="*/ 202 w 224"/>
                    <a:gd name="T71" fmla="*/ 84 h 176"/>
                    <a:gd name="T72" fmla="*/ 212 w 224"/>
                    <a:gd name="T73" fmla="*/ 76 h 176"/>
                    <a:gd name="T74" fmla="*/ 216 w 224"/>
                    <a:gd name="T75" fmla="*/ 70 h 176"/>
                    <a:gd name="T76" fmla="*/ 222 w 224"/>
                    <a:gd name="T77" fmla="*/ 58 h 176"/>
                    <a:gd name="T78" fmla="*/ 216 w 224"/>
                    <a:gd name="T79" fmla="*/ 52 h 176"/>
                    <a:gd name="T80" fmla="*/ 214 w 224"/>
                    <a:gd name="T81" fmla="*/ 44 h 176"/>
                    <a:gd name="T82" fmla="*/ 210 w 224"/>
                    <a:gd name="T83" fmla="*/ 32 h 176"/>
                    <a:gd name="T84" fmla="*/ 210 w 224"/>
                    <a:gd name="T85" fmla="*/ 26 h 176"/>
                    <a:gd name="T86" fmla="*/ 208 w 224"/>
                    <a:gd name="T87" fmla="*/ 8 h 176"/>
                    <a:gd name="T88" fmla="*/ 176 w 224"/>
                    <a:gd name="T8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4" h="176">
                      <a:moveTo>
                        <a:pt x="176" y="0"/>
                      </a:moveTo>
                      <a:lnTo>
                        <a:pt x="174" y="4"/>
                      </a:lnTo>
                      <a:lnTo>
                        <a:pt x="170" y="6"/>
                      </a:lnTo>
                      <a:lnTo>
                        <a:pt x="166" y="8"/>
                      </a:lnTo>
                      <a:lnTo>
                        <a:pt x="164" y="10"/>
                      </a:lnTo>
                      <a:lnTo>
                        <a:pt x="162" y="10"/>
                      </a:lnTo>
                      <a:lnTo>
                        <a:pt x="160" y="14"/>
                      </a:lnTo>
                      <a:lnTo>
                        <a:pt x="158" y="16"/>
                      </a:lnTo>
                      <a:lnTo>
                        <a:pt x="152" y="18"/>
                      </a:lnTo>
                      <a:lnTo>
                        <a:pt x="148" y="20"/>
                      </a:lnTo>
                      <a:lnTo>
                        <a:pt x="146" y="20"/>
                      </a:lnTo>
                      <a:lnTo>
                        <a:pt x="144" y="22"/>
                      </a:lnTo>
                      <a:lnTo>
                        <a:pt x="140" y="24"/>
                      </a:lnTo>
                      <a:lnTo>
                        <a:pt x="136" y="28"/>
                      </a:lnTo>
                      <a:lnTo>
                        <a:pt x="134" y="34"/>
                      </a:lnTo>
                      <a:lnTo>
                        <a:pt x="132" y="38"/>
                      </a:lnTo>
                      <a:lnTo>
                        <a:pt x="130" y="42"/>
                      </a:lnTo>
                      <a:lnTo>
                        <a:pt x="128" y="46"/>
                      </a:lnTo>
                      <a:lnTo>
                        <a:pt x="128" y="48"/>
                      </a:lnTo>
                      <a:lnTo>
                        <a:pt x="124" y="48"/>
                      </a:lnTo>
                      <a:lnTo>
                        <a:pt x="122" y="46"/>
                      </a:lnTo>
                      <a:lnTo>
                        <a:pt x="120" y="44"/>
                      </a:lnTo>
                      <a:lnTo>
                        <a:pt x="118" y="44"/>
                      </a:lnTo>
                      <a:lnTo>
                        <a:pt x="114" y="40"/>
                      </a:lnTo>
                      <a:lnTo>
                        <a:pt x="110" y="40"/>
                      </a:lnTo>
                      <a:lnTo>
                        <a:pt x="106" y="40"/>
                      </a:lnTo>
                      <a:lnTo>
                        <a:pt x="102" y="42"/>
                      </a:lnTo>
                      <a:lnTo>
                        <a:pt x="100" y="42"/>
                      </a:lnTo>
                      <a:lnTo>
                        <a:pt x="98" y="44"/>
                      </a:lnTo>
                      <a:lnTo>
                        <a:pt x="98" y="46"/>
                      </a:lnTo>
                      <a:lnTo>
                        <a:pt x="96" y="50"/>
                      </a:lnTo>
                      <a:lnTo>
                        <a:pt x="94" y="52"/>
                      </a:lnTo>
                      <a:lnTo>
                        <a:pt x="94" y="54"/>
                      </a:lnTo>
                      <a:lnTo>
                        <a:pt x="94" y="56"/>
                      </a:lnTo>
                      <a:lnTo>
                        <a:pt x="88" y="62"/>
                      </a:lnTo>
                      <a:lnTo>
                        <a:pt x="80" y="66"/>
                      </a:lnTo>
                      <a:lnTo>
                        <a:pt x="74" y="68"/>
                      </a:lnTo>
                      <a:lnTo>
                        <a:pt x="70" y="68"/>
                      </a:lnTo>
                      <a:lnTo>
                        <a:pt x="66" y="68"/>
                      </a:lnTo>
                      <a:lnTo>
                        <a:pt x="64" y="68"/>
                      </a:lnTo>
                      <a:lnTo>
                        <a:pt x="62" y="64"/>
                      </a:lnTo>
                      <a:lnTo>
                        <a:pt x="64" y="62"/>
                      </a:lnTo>
                      <a:lnTo>
                        <a:pt x="66" y="58"/>
                      </a:lnTo>
                      <a:lnTo>
                        <a:pt x="66" y="58"/>
                      </a:lnTo>
                      <a:lnTo>
                        <a:pt x="68" y="56"/>
                      </a:lnTo>
                      <a:lnTo>
                        <a:pt x="68" y="50"/>
                      </a:lnTo>
                      <a:lnTo>
                        <a:pt x="66" y="44"/>
                      </a:lnTo>
                      <a:lnTo>
                        <a:pt x="64" y="38"/>
                      </a:lnTo>
                      <a:lnTo>
                        <a:pt x="60" y="36"/>
                      </a:lnTo>
                      <a:lnTo>
                        <a:pt x="58" y="34"/>
                      </a:lnTo>
                      <a:lnTo>
                        <a:pt x="56" y="32"/>
                      </a:lnTo>
                      <a:lnTo>
                        <a:pt x="54" y="32"/>
                      </a:lnTo>
                      <a:lnTo>
                        <a:pt x="54" y="78"/>
                      </a:lnTo>
                      <a:lnTo>
                        <a:pt x="54" y="78"/>
                      </a:lnTo>
                      <a:lnTo>
                        <a:pt x="54" y="80"/>
                      </a:lnTo>
                      <a:lnTo>
                        <a:pt x="52" y="80"/>
                      </a:lnTo>
                      <a:lnTo>
                        <a:pt x="50" y="82"/>
                      </a:lnTo>
                      <a:lnTo>
                        <a:pt x="46" y="82"/>
                      </a:lnTo>
                      <a:lnTo>
                        <a:pt x="38" y="82"/>
                      </a:lnTo>
                      <a:lnTo>
                        <a:pt x="28" y="82"/>
                      </a:lnTo>
                      <a:lnTo>
                        <a:pt x="26" y="82"/>
                      </a:lnTo>
                      <a:lnTo>
                        <a:pt x="26" y="82"/>
                      </a:lnTo>
                      <a:lnTo>
                        <a:pt x="24" y="80"/>
                      </a:lnTo>
                      <a:lnTo>
                        <a:pt x="24" y="80"/>
                      </a:lnTo>
                      <a:lnTo>
                        <a:pt x="22" y="76"/>
                      </a:lnTo>
                      <a:lnTo>
                        <a:pt x="22" y="70"/>
                      </a:lnTo>
                      <a:lnTo>
                        <a:pt x="20" y="70"/>
                      </a:lnTo>
                      <a:lnTo>
                        <a:pt x="20" y="68"/>
                      </a:lnTo>
                      <a:lnTo>
                        <a:pt x="18" y="68"/>
                      </a:lnTo>
                      <a:lnTo>
                        <a:pt x="16" y="68"/>
                      </a:lnTo>
                      <a:lnTo>
                        <a:pt x="12" y="78"/>
                      </a:lnTo>
                      <a:lnTo>
                        <a:pt x="0" y="82"/>
                      </a:lnTo>
                      <a:lnTo>
                        <a:pt x="8" y="110"/>
                      </a:lnTo>
                      <a:lnTo>
                        <a:pt x="20" y="126"/>
                      </a:lnTo>
                      <a:lnTo>
                        <a:pt x="20" y="160"/>
                      </a:lnTo>
                      <a:lnTo>
                        <a:pt x="20" y="162"/>
                      </a:lnTo>
                      <a:lnTo>
                        <a:pt x="28" y="168"/>
                      </a:lnTo>
                      <a:lnTo>
                        <a:pt x="38" y="172"/>
                      </a:lnTo>
                      <a:lnTo>
                        <a:pt x="56" y="176"/>
                      </a:lnTo>
                      <a:lnTo>
                        <a:pt x="60" y="176"/>
                      </a:lnTo>
                      <a:lnTo>
                        <a:pt x="70" y="172"/>
                      </a:lnTo>
                      <a:lnTo>
                        <a:pt x="82" y="166"/>
                      </a:lnTo>
                      <a:lnTo>
                        <a:pt x="92" y="164"/>
                      </a:lnTo>
                      <a:lnTo>
                        <a:pt x="100" y="164"/>
                      </a:lnTo>
                      <a:lnTo>
                        <a:pt x="104" y="164"/>
                      </a:lnTo>
                      <a:lnTo>
                        <a:pt x="116" y="164"/>
                      </a:lnTo>
                      <a:lnTo>
                        <a:pt x="128" y="160"/>
                      </a:lnTo>
                      <a:lnTo>
                        <a:pt x="142" y="154"/>
                      </a:lnTo>
                      <a:lnTo>
                        <a:pt x="144" y="152"/>
                      </a:lnTo>
                      <a:lnTo>
                        <a:pt x="146" y="150"/>
                      </a:lnTo>
                      <a:lnTo>
                        <a:pt x="148" y="148"/>
                      </a:lnTo>
                      <a:lnTo>
                        <a:pt x="152" y="144"/>
                      </a:lnTo>
                      <a:lnTo>
                        <a:pt x="154" y="142"/>
                      </a:lnTo>
                      <a:lnTo>
                        <a:pt x="156" y="138"/>
                      </a:lnTo>
                      <a:lnTo>
                        <a:pt x="158" y="136"/>
                      </a:lnTo>
                      <a:lnTo>
                        <a:pt x="166" y="126"/>
                      </a:lnTo>
                      <a:lnTo>
                        <a:pt x="174" y="116"/>
                      </a:lnTo>
                      <a:lnTo>
                        <a:pt x="182" y="108"/>
                      </a:lnTo>
                      <a:lnTo>
                        <a:pt x="186" y="104"/>
                      </a:lnTo>
                      <a:lnTo>
                        <a:pt x="186" y="102"/>
                      </a:lnTo>
                      <a:lnTo>
                        <a:pt x="188" y="100"/>
                      </a:lnTo>
                      <a:lnTo>
                        <a:pt x="190" y="96"/>
                      </a:lnTo>
                      <a:lnTo>
                        <a:pt x="194" y="94"/>
                      </a:lnTo>
                      <a:lnTo>
                        <a:pt x="196" y="90"/>
                      </a:lnTo>
                      <a:lnTo>
                        <a:pt x="198" y="88"/>
                      </a:lnTo>
                      <a:lnTo>
                        <a:pt x="198" y="86"/>
                      </a:lnTo>
                      <a:lnTo>
                        <a:pt x="200" y="86"/>
                      </a:lnTo>
                      <a:lnTo>
                        <a:pt x="202" y="84"/>
                      </a:lnTo>
                      <a:lnTo>
                        <a:pt x="206" y="82"/>
                      </a:lnTo>
                      <a:lnTo>
                        <a:pt x="208" y="80"/>
                      </a:lnTo>
                      <a:lnTo>
                        <a:pt x="212" y="76"/>
                      </a:lnTo>
                      <a:lnTo>
                        <a:pt x="214" y="74"/>
                      </a:lnTo>
                      <a:lnTo>
                        <a:pt x="216" y="72"/>
                      </a:lnTo>
                      <a:lnTo>
                        <a:pt x="216" y="70"/>
                      </a:lnTo>
                      <a:lnTo>
                        <a:pt x="218" y="68"/>
                      </a:lnTo>
                      <a:lnTo>
                        <a:pt x="220" y="62"/>
                      </a:lnTo>
                      <a:lnTo>
                        <a:pt x="222" y="58"/>
                      </a:lnTo>
                      <a:lnTo>
                        <a:pt x="224" y="54"/>
                      </a:lnTo>
                      <a:lnTo>
                        <a:pt x="224" y="52"/>
                      </a:lnTo>
                      <a:lnTo>
                        <a:pt x="216" y="52"/>
                      </a:lnTo>
                      <a:lnTo>
                        <a:pt x="214" y="52"/>
                      </a:lnTo>
                      <a:lnTo>
                        <a:pt x="214" y="48"/>
                      </a:lnTo>
                      <a:lnTo>
                        <a:pt x="214" y="44"/>
                      </a:lnTo>
                      <a:lnTo>
                        <a:pt x="214" y="40"/>
                      </a:lnTo>
                      <a:lnTo>
                        <a:pt x="212" y="36"/>
                      </a:lnTo>
                      <a:lnTo>
                        <a:pt x="210" y="32"/>
                      </a:lnTo>
                      <a:lnTo>
                        <a:pt x="208" y="30"/>
                      </a:lnTo>
                      <a:lnTo>
                        <a:pt x="208" y="30"/>
                      </a:lnTo>
                      <a:lnTo>
                        <a:pt x="210" y="26"/>
                      </a:lnTo>
                      <a:lnTo>
                        <a:pt x="210" y="20"/>
                      </a:lnTo>
                      <a:lnTo>
                        <a:pt x="208" y="14"/>
                      </a:lnTo>
                      <a:lnTo>
                        <a:pt x="208" y="8"/>
                      </a:lnTo>
                      <a:lnTo>
                        <a:pt x="204" y="4"/>
                      </a:lnTo>
                      <a:lnTo>
                        <a:pt x="202" y="0"/>
                      </a:lnTo>
                      <a:lnTo>
                        <a:pt x="176" y="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7" name="Freeform 485">
                  <a:extLst>
                    <a:ext uri="{FF2B5EF4-FFF2-40B4-BE49-F238E27FC236}">
                      <a16:creationId xmlns:a16="http://schemas.microsoft.com/office/drawing/2014/main" id="{02C761D9-F340-66E6-27DF-1E9F733E6A8B}"/>
                    </a:ext>
                  </a:extLst>
                </p:cNvPr>
                <p:cNvSpPr/>
                <p:nvPr/>
              </p:nvSpPr>
              <p:spPr bwMode="gray">
                <a:xfrm>
                  <a:off x="1520175" y="5331330"/>
                  <a:ext cx="25920" cy="51804"/>
                </a:xfrm>
                <a:custGeom>
                  <a:avLst/>
                  <a:gdLst>
                    <a:gd name="T0" fmla="*/ 4 w 14"/>
                    <a:gd name="T1" fmla="*/ 2 h 28"/>
                    <a:gd name="T2" fmla="*/ 4 w 14"/>
                    <a:gd name="T3" fmla="*/ 2 h 28"/>
                    <a:gd name="T4" fmla="*/ 6 w 14"/>
                    <a:gd name="T5" fmla="*/ 2 h 28"/>
                    <a:gd name="T6" fmla="*/ 6 w 14"/>
                    <a:gd name="T7" fmla="*/ 0 h 28"/>
                    <a:gd name="T8" fmla="*/ 6 w 14"/>
                    <a:gd name="T9" fmla="*/ 2 h 28"/>
                    <a:gd name="T10" fmla="*/ 8 w 14"/>
                    <a:gd name="T11" fmla="*/ 2 h 28"/>
                    <a:gd name="T12" fmla="*/ 8 w 14"/>
                    <a:gd name="T13" fmla="*/ 4 h 28"/>
                    <a:gd name="T14" fmla="*/ 10 w 14"/>
                    <a:gd name="T15" fmla="*/ 6 h 28"/>
                    <a:gd name="T16" fmla="*/ 12 w 14"/>
                    <a:gd name="T17" fmla="*/ 10 h 28"/>
                    <a:gd name="T18" fmla="*/ 12 w 14"/>
                    <a:gd name="T19" fmla="*/ 14 h 28"/>
                    <a:gd name="T20" fmla="*/ 14 w 14"/>
                    <a:gd name="T21" fmla="*/ 22 h 28"/>
                    <a:gd name="T22" fmla="*/ 12 w 14"/>
                    <a:gd name="T23" fmla="*/ 24 h 28"/>
                    <a:gd name="T24" fmla="*/ 12 w 14"/>
                    <a:gd name="T25" fmla="*/ 24 h 28"/>
                    <a:gd name="T26" fmla="*/ 10 w 14"/>
                    <a:gd name="T27" fmla="*/ 26 h 28"/>
                    <a:gd name="T28" fmla="*/ 6 w 14"/>
                    <a:gd name="T29" fmla="*/ 28 h 28"/>
                    <a:gd name="T30" fmla="*/ 4 w 14"/>
                    <a:gd name="T31" fmla="*/ 26 h 28"/>
                    <a:gd name="T32" fmla="*/ 2 w 14"/>
                    <a:gd name="T33" fmla="*/ 24 h 28"/>
                    <a:gd name="T34" fmla="*/ 2 w 14"/>
                    <a:gd name="T35" fmla="*/ 22 h 28"/>
                    <a:gd name="T36" fmla="*/ 0 w 14"/>
                    <a:gd name="T37" fmla="*/ 18 h 28"/>
                    <a:gd name="T38" fmla="*/ 0 w 14"/>
                    <a:gd name="T39" fmla="*/ 14 h 28"/>
                    <a:gd name="T40" fmla="*/ 0 w 14"/>
                    <a:gd name="T41" fmla="*/ 8 h 28"/>
                    <a:gd name="T42" fmla="*/ 4 w 14"/>
                    <a:gd name="T43"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 h="28">
                      <a:moveTo>
                        <a:pt x="4" y="2"/>
                      </a:moveTo>
                      <a:lnTo>
                        <a:pt x="4" y="2"/>
                      </a:lnTo>
                      <a:lnTo>
                        <a:pt x="6" y="2"/>
                      </a:lnTo>
                      <a:lnTo>
                        <a:pt x="6" y="0"/>
                      </a:lnTo>
                      <a:lnTo>
                        <a:pt x="6" y="2"/>
                      </a:lnTo>
                      <a:lnTo>
                        <a:pt x="8" y="2"/>
                      </a:lnTo>
                      <a:lnTo>
                        <a:pt x="8" y="4"/>
                      </a:lnTo>
                      <a:lnTo>
                        <a:pt x="10" y="6"/>
                      </a:lnTo>
                      <a:lnTo>
                        <a:pt x="12" y="10"/>
                      </a:lnTo>
                      <a:lnTo>
                        <a:pt x="12" y="14"/>
                      </a:lnTo>
                      <a:lnTo>
                        <a:pt x="14" y="22"/>
                      </a:lnTo>
                      <a:lnTo>
                        <a:pt x="12" y="24"/>
                      </a:lnTo>
                      <a:lnTo>
                        <a:pt x="12" y="24"/>
                      </a:lnTo>
                      <a:lnTo>
                        <a:pt x="10" y="26"/>
                      </a:lnTo>
                      <a:lnTo>
                        <a:pt x="6" y="28"/>
                      </a:lnTo>
                      <a:lnTo>
                        <a:pt x="4" y="26"/>
                      </a:lnTo>
                      <a:lnTo>
                        <a:pt x="2" y="24"/>
                      </a:lnTo>
                      <a:lnTo>
                        <a:pt x="2" y="22"/>
                      </a:lnTo>
                      <a:lnTo>
                        <a:pt x="0" y="18"/>
                      </a:lnTo>
                      <a:lnTo>
                        <a:pt x="0" y="14"/>
                      </a:lnTo>
                      <a:lnTo>
                        <a:pt x="0" y="8"/>
                      </a:lnTo>
                      <a:lnTo>
                        <a:pt x="4" y="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8" name="Freeform 486">
                  <a:extLst>
                    <a:ext uri="{FF2B5EF4-FFF2-40B4-BE49-F238E27FC236}">
                      <a16:creationId xmlns:a16="http://schemas.microsoft.com/office/drawing/2014/main" id="{D7E28A1F-01AA-8F7F-C87D-12CC7557B12F}"/>
                    </a:ext>
                  </a:extLst>
                </p:cNvPr>
                <p:cNvSpPr/>
                <p:nvPr/>
              </p:nvSpPr>
              <p:spPr bwMode="gray">
                <a:xfrm>
                  <a:off x="1412794" y="5416437"/>
                  <a:ext cx="40731" cy="48104"/>
                </a:xfrm>
                <a:custGeom>
                  <a:avLst/>
                  <a:gdLst>
                    <a:gd name="T0" fmla="*/ 0 w 22"/>
                    <a:gd name="T1" fmla="*/ 12 h 26"/>
                    <a:gd name="T2" fmla="*/ 4 w 22"/>
                    <a:gd name="T3" fmla="*/ 6 h 26"/>
                    <a:gd name="T4" fmla="*/ 4 w 22"/>
                    <a:gd name="T5" fmla="*/ 6 h 26"/>
                    <a:gd name="T6" fmla="*/ 4 w 22"/>
                    <a:gd name="T7" fmla="*/ 6 h 26"/>
                    <a:gd name="T8" fmla="*/ 4 w 22"/>
                    <a:gd name="T9" fmla="*/ 4 h 26"/>
                    <a:gd name="T10" fmla="*/ 6 w 22"/>
                    <a:gd name="T11" fmla="*/ 2 h 26"/>
                    <a:gd name="T12" fmla="*/ 8 w 22"/>
                    <a:gd name="T13" fmla="*/ 2 h 26"/>
                    <a:gd name="T14" fmla="*/ 12 w 22"/>
                    <a:gd name="T15" fmla="*/ 0 h 26"/>
                    <a:gd name="T16" fmla="*/ 22 w 22"/>
                    <a:gd name="T17" fmla="*/ 8 h 26"/>
                    <a:gd name="T18" fmla="*/ 16 w 22"/>
                    <a:gd name="T19" fmla="*/ 18 h 26"/>
                    <a:gd name="T20" fmla="*/ 14 w 22"/>
                    <a:gd name="T21" fmla="*/ 20 h 26"/>
                    <a:gd name="T22" fmla="*/ 14 w 22"/>
                    <a:gd name="T23" fmla="*/ 22 h 26"/>
                    <a:gd name="T24" fmla="*/ 12 w 22"/>
                    <a:gd name="T25" fmla="*/ 24 h 26"/>
                    <a:gd name="T26" fmla="*/ 12 w 22"/>
                    <a:gd name="T27" fmla="*/ 26 h 26"/>
                    <a:gd name="T28" fmla="*/ 8 w 22"/>
                    <a:gd name="T29" fmla="*/ 26 h 26"/>
                    <a:gd name="T30" fmla="*/ 0 w 22"/>
                    <a:gd name="T31"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6">
                      <a:moveTo>
                        <a:pt x="0" y="12"/>
                      </a:moveTo>
                      <a:lnTo>
                        <a:pt x="4" y="6"/>
                      </a:lnTo>
                      <a:lnTo>
                        <a:pt x="4" y="6"/>
                      </a:lnTo>
                      <a:lnTo>
                        <a:pt x="4" y="6"/>
                      </a:lnTo>
                      <a:lnTo>
                        <a:pt x="4" y="4"/>
                      </a:lnTo>
                      <a:lnTo>
                        <a:pt x="6" y="2"/>
                      </a:lnTo>
                      <a:lnTo>
                        <a:pt x="8" y="2"/>
                      </a:lnTo>
                      <a:lnTo>
                        <a:pt x="12" y="0"/>
                      </a:lnTo>
                      <a:lnTo>
                        <a:pt x="22" y="8"/>
                      </a:lnTo>
                      <a:lnTo>
                        <a:pt x="16" y="18"/>
                      </a:lnTo>
                      <a:lnTo>
                        <a:pt x="14" y="20"/>
                      </a:lnTo>
                      <a:lnTo>
                        <a:pt x="14" y="22"/>
                      </a:lnTo>
                      <a:lnTo>
                        <a:pt x="12" y="24"/>
                      </a:lnTo>
                      <a:lnTo>
                        <a:pt x="12" y="26"/>
                      </a:lnTo>
                      <a:lnTo>
                        <a:pt x="8" y="26"/>
                      </a:lnTo>
                      <a:lnTo>
                        <a:pt x="0" y="1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59" name="Freeform 487">
                  <a:extLst>
                    <a:ext uri="{FF2B5EF4-FFF2-40B4-BE49-F238E27FC236}">
                      <a16:creationId xmlns:a16="http://schemas.microsoft.com/office/drawing/2014/main" id="{24549796-66FC-D5C4-48A7-D14F8F6E5BDB}"/>
                    </a:ext>
                  </a:extLst>
                </p:cNvPr>
                <p:cNvSpPr/>
                <p:nvPr/>
              </p:nvSpPr>
              <p:spPr bwMode="gray">
                <a:xfrm>
                  <a:off x="1390577" y="5098211"/>
                  <a:ext cx="185140" cy="177614"/>
                </a:xfrm>
                <a:custGeom>
                  <a:avLst/>
                  <a:gdLst>
                    <a:gd name="T0" fmla="*/ 18 w 100"/>
                    <a:gd name="T1" fmla="*/ 26 h 96"/>
                    <a:gd name="T2" fmla="*/ 34 w 100"/>
                    <a:gd name="T3" fmla="*/ 16 h 96"/>
                    <a:gd name="T4" fmla="*/ 36 w 100"/>
                    <a:gd name="T5" fmla="*/ 10 h 96"/>
                    <a:gd name="T6" fmla="*/ 78 w 100"/>
                    <a:gd name="T7" fmla="*/ 8 h 96"/>
                    <a:gd name="T8" fmla="*/ 100 w 100"/>
                    <a:gd name="T9" fmla="*/ 18 h 96"/>
                    <a:gd name="T10" fmla="*/ 100 w 100"/>
                    <a:gd name="T11" fmla="*/ 48 h 96"/>
                    <a:gd name="T12" fmla="*/ 90 w 100"/>
                    <a:gd name="T13" fmla="*/ 76 h 96"/>
                    <a:gd name="T14" fmla="*/ 72 w 100"/>
                    <a:gd name="T15" fmla="*/ 92 h 96"/>
                    <a:gd name="T16" fmla="*/ 42 w 100"/>
                    <a:gd name="T17" fmla="*/ 96 h 96"/>
                    <a:gd name="T18" fmla="*/ 40 w 100"/>
                    <a:gd name="T19" fmla="*/ 94 h 96"/>
                    <a:gd name="T20" fmla="*/ 34 w 100"/>
                    <a:gd name="T21" fmla="*/ 88 h 96"/>
                    <a:gd name="T22" fmla="*/ 32 w 100"/>
                    <a:gd name="T23" fmla="*/ 88 h 96"/>
                    <a:gd name="T24" fmla="*/ 28 w 100"/>
                    <a:gd name="T25" fmla="*/ 86 h 96"/>
                    <a:gd name="T26" fmla="*/ 26 w 100"/>
                    <a:gd name="T27" fmla="*/ 80 h 96"/>
                    <a:gd name="T28" fmla="*/ 20 w 100"/>
                    <a:gd name="T29" fmla="*/ 74 h 96"/>
                    <a:gd name="T30" fmla="*/ 20 w 100"/>
                    <a:gd name="T31" fmla="*/ 74 h 96"/>
                    <a:gd name="T32" fmla="*/ 18 w 100"/>
                    <a:gd name="T33" fmla="*/ 68 h 96"/>
                    <a:gd name="T34" fmla="*/ 12 w 100"/>
                    <a:gd name="T35" fmla="*/ 58 h 96"/>
                    <a:gd name="T36" fmla="*/ 4 w 100"/>
                    <a:gd name="T37" fmla="*/ 46 h 96"/>
                    <a:gd name="T38" fmla="*/ 0 w 100"/>
                    <a:gd name="T39" fmla="*/ 28 h 96"/>
                    <a:gd name="T40" fmla="*/ 2 w 100"/>
                    <a:gd name="T41" fmla="*/ 38 h 96"/>
                    <a:gd name="T42" fmla="*/ 6 w 100"/>
                    <a:gd name="T43" fmla="*/ 50 h 96"/>
                    <a:gd name="T44" fmla="*/ 10 w 100"/>
                    <a:gd name="T45" fmla="*/ 56 h 96"/>
                    <a:gd name="T46" fmla="*/ 12 w 100"/>
                    <a:gd name="T47" fmla="*/ 58 h 96"/>
                    <a:gd name="T48" fmla="*/ 16 w 100"/>
                    <a:gd name="T49" fmla="*/ 64 h 96"/>
                    <a:gd name="T50" fmla="*/ 20 w 100"/>
                    <a:gd name="T51" fmla="*/ 72 h 96"/>
                    <a:gd name="T52" fmla="*/ 20 w 100"/>
                    <a:gd name="T53" fmla="*/ 74 h 96"/>
                    <a:gd name="T54" fmla="*/ 26 w 100"/>
                    <a:gd name="T55" fmla="*/ 80 h 96"/>
                    <a:gd name="T56" fmla="*/ 28 w 100"/>
                    <a:gd name="T57" fmla="*/ 86 h 96"/>
                    <a:gd name="T58" fmla="*/ 32 w 100"/>
                    <a:gd name="T59" fmla="*/ 88 h 96"/>
                    <a:gd name="T60" fmla="*/ 34 w 100"/>
                    <a:gd name="T61" fmla="*/ 88 h 96"/>
                    <a:gd name="T62" fmla="*/ 40 w 100"/>
                    <a:gd name="T63" fmla="*/ 94 h 96"/>
                    <a:gd name="T64" fmla="*/ 42 w 100"/>
                    <a:gd name="T65"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0" h="96">
                      <a:moveTo>
                        <a:pt x="0" y="26"/>
                      </a:moveTo>
                      <a:lnTo>
                        <a:pt x="18" y="26"/>
                      </a:lnTo>
                      <a:lnTo>
                        <a:pt x="30" y="22"/>
                      </a:lnTo>
                      <a:lnTo>
                        <a:pt x="34" y="16"/>
                      </a:lnTo>
                      <a:lnTo>
                        <a:pt x="36" y="12"/>
                      </a:lnTo>
                      <a:lnTo>
                        <a:pt x="36" y="10"/>
                      </a:lnTo>
                      <a:lnTo>
                        <a:pt x="78" y="0"/>
                      </a:lnTo>
                      <a:lnTo>
                        <a:pt x="78" y="8"/>
                      </a:lnTo>
                      <a:lnTo>
                        <a:pt x="88" y="12"/>
                      </a:lnTo>
                      <a:lnTo>
                        <a:pt x="100" y="18"/>
                      </a:lnTo>
                      <a:lnTo>
                        <a:pt x="98" y="32"/>
                      </a:lnTo>
                      <a:lnTo>
                        <a:pt x="100" y="48"/>
                      </a:lnTo>
                      <a:lnTo>
                        <a:pt x="98" y="64"/>
                      </a:lnTo>
                      <a:lnTo>
                        <a:pt x="90" y="76"/>
                      </a:lnTo>
                      <a:lnTo>
                        <a:pt x="78" y="86"/>
                      </a:lnTo>
                      <a:lnTo>
                        <a:pt x="72" y="92"/>
                      </a:lnTo>
                      <a:lnTo>
                        <a:pt x="70" y="96"/>
                      </a:lnTo>
                      <a:lnTo>
                        <a:pt x="42" y="96"/>
                      </a:lnTo>
                      <a:lnTo>
                        <a:pt x="42" y="96"/>
                      </a:lnTo>
                      <a:lnTo>
                        <a:pt x="40" y="94"/>
                      </a:lnTo>
                      <a:lnTo>
                        <a:pt x="38" y="90"/>
                      </a:lnTo>
                      <a:lnTo>
                        <a:pt x="34" y="88"/>
                      </a:lnTo>
                      <a:lnTo>
                        <a:pt x="34" y="88"/>
                      </a:lnTo>
                      <a:lnTo>
                        <a:pt x="32" y="88"/>
                      </a:lnTo>
                      <a:lnTo>
                        <a:pt x="30" y="88"/>
                      </a:lnTo>
                      <a:lnTo>
                        <a:pt x="28" y="86"/>
                      </a:lnTo>
                      <a:lnTo>
                        <a:pt x="26" y="84"/>
                      </a:lnTo>
                      <a:lnTo>
                        <a:pt x="26" y="80"/>
                      </a:lnTo>
                      <a:lnTo>
                        <a:pt x="24" y="76"/>
                      </a:lnTo>
                      <a:lnTo>
                        <a:pt x="20" y="74"/>
                      </a:lnTo>
                      <a:lnTo>
                        <a:pt x="20" y="74"/>
                      </a:lnTo>
                      <a:lnTo>
                        <a:pt x="20" y="74"/>
                      </a:lnTo>
                      <a:lnTo>
                        <a:pt x="20" y="72"/>
                      </a:lnTo>
                      <a:lnTo>
                        <a:pt x="18" y="68"/>
                      </a:lnTo>
                      <a:lnTo>
                        <a:pt x="16" y="64"/>
                      </a:lnTo>
                      <a:lnTo>
                        <a:pt x="12" y="58"/>
                      </a:lnTo>
                      <a:lnTo>
                        <a:pt x="8" y="52"/>
                      </a:lnTo>
                      <a:lnTo>
                        <a:pt x="4" y="46"/>
                      </a:lnTo>
                      <a:lnTo>
                        <a:pt x="0" y="26"/>
                      </a:lnTo>
                      <a:lnTo>
                        <a:pt x="0" y="28"/>
                      </a:lnTo>
                      <a:lnTo>
                        <a:pt x="2" y="32"/>
                      </a:lnTo>
                      <a:lnTo>
                        <a:pt x="2" y="38"/>
                      </a:lnTo>
                      <a:lnTo>
                        <a:pt x="4" y="44"/>
                      </a:lnTo>
                      <a:lnTo>
                        <a:pt x="6" y="50"/>
                      </a:lnTo>
                      <a:lnTo>
                        <a:pt x="8" y="54"/>
                      </a:lnTo>
                      <a:lnTo>
                        <a:pt x="10" y="56"/>
                      </a:lnTo>
                      <a:lnTo>
                        <a:pt x="10" y="56"/>
                      </a:lnTo>
                      <a:lnTo>
                        <a:pt x="12" y="58"/>
                      </a:lnTo>
                      <a:lnTo>
                        <a:pt x="14" y="62"/>
                      </a:lnTo>
                      <a:lnTo>
                        <a:pt x="16" y="64"/>
                      </a:lnTo>
                      <a:lnTo>
                        <a:pt x="18" y="68"/>
                      </a:lnTo>
                      <a:lnTo>
                        <a:pt x="20" y="72"/>
                      </a:lnTo>
                      <a:lnTo>
                        <a:pt x="20" y="74"/>
                      </a:lnTo>
                      <a:lnTo>
                        <a:pt x="20" y="74"/>
                      </a:lnTo>
                      <a:lnTo>
                        <a:pt x="24" y="76"/>
                      </a:lnTo>
                      <a:lnTo>
                        <a:pt x="26" y="80"/>
                      </a:lnTo>
                      <a:lnTo>
                        <a:pt x="28" y="84"/>
                      </a:lnTo>
                      <a:lnTo>
                        <a:pt x="28" y="86"/>
                      </a:lnTo>
                      <a:lnTo>
                        <a:pt x="30" y="88"/>
                      </a:lnTo>
                      <a:lnTo>
                        <a:pt x="32" y="88"/>
                      </a:lnTo>
                      <a:lnTo>
                        <a:pt x="34" y="88"/>
                      </a:lnTo>
                      <a:lnTo>
                        <a:pt x="34" y="88"/>
                      </a:lnTo>
                      <a:lnTo>
                        <a:pt x="38" y="90"/>
                      </a:lnTo>
                      <a:lnTo>
                        <a:pt x="40" y="94"/>
                      </a:lnTo>
                      <a:lnTo>
                        <a:pt x="42" y="96"/>
                      </a:lnTo>
                      <a:lnTo>
                        <a:pt x="42" y="9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0" name="Freeform 488">
                  <a:extLst>
                    <a:ext uri="{FF2B5EF4-FFF2-40B4-BE49-F238E27FC236}">
                      <a16:creationId xmlns:a16="http://schemas.microsoft.com/office/drawing/2014/main" id="{92EF543B-028E-E323-E08B-6C82C0CAEE9C}"/>
                    </a:ext>
                  </a:extLst>
                </p:cNvPr>
                <p:cNvSpPr/>
                <p:nvPr/>
              </p:nvSpPr>
              <p:spPr bwMode="gray">
                <a:xfrm>
                  <a:off x="472284" y="4062127"/>
                  <a:ext cx="388793" cy="370030"/>
                </a:xfrm>
                <a:custGeom>
                  <a:avLst/>
                  <a:gdLst>
                    <a:gd name="T0" fmla="*/ 74 w 210"/>
                    <a:gd name="T1" fmla="*/ 0 h 200"/>
                    <a:gd name="T2" fmla="*/ 74 w 210"/>
                    <a:gd name="T3" fmla="*/ 0 h 200"/>
                    <a:gd name="T4" fmla="*/ 72 w 210"/>
                    <a:gd name="T5" fmla="*/ 2 h 200"/>
                    <a:gd name="T6" fmla="*/ 78 w 210"/>
                    <a:gd name="T7" fmla="*/ 114 h 200"/>
                    <a:gd name="T8" fmla="*/ 80 w 210"/>
                    <a:gd name="T9" fmla="*/ 120 h 200"/>
                    <a:gd name="T10" fmla="*/ 82 w 210"/>
                    <a:gd name="T11" fmla="*/ 128 h 200"/>
                    <a:gd name="T12" fmla="*/ 24 w 210"/>
                    <a:gd name="T13" fmla="*/ 130 h 200"/>
                    <a:gd name="T14" fmla="*/ 22 w 210"/>
                    <a:gd name="T15" fmla="*/ 132 h 200"/>
                    <a:gd name="T16" fmla="*/ 18 w 210"/>
                    <a:gd name="T17" fmla="*/ 134 h 200"/>
                    <a:gd name="T18" fmla="*/ 16 w 210"/>
                    <a:gd name="T19" fmla="*/ 132 h 200"/>
                    <a:gd name="T20" fmla="*/ 14 w 210"/>
                    <a:gd name="T21" fmla="*/ 132 h 200"/>
                    <a:gd name="T22" fmla="*/ 12 w 210"/>
                    <a:gd name="T23" fmla="*/ 136 h 200"/>
                    <a:gd name="T24" fmla="*/ 12 w 210"/>
                    <a:gd name="T25" fmla="*/ 140 h 200"/>
                    <a:gd name="T26" fmla="*/ 10 w 210"/>
                    <a:gd name="T27" fmla="*/ 144 h 200"/>
                    <a:gd name="T28" fmla="*/ 8 w 210"/>
                    <a:gd name="T29" fmla="*/ 146 h 200"/>
                    <a:gd name="T30" fmla="*/ 6 w 210"/>
                    <a:gd name="T31" fmla="*/ 150 h 200"/>
                    <a:gd name="T32" fmla="*/ 2 w 210"/>
                    <a:gd name="T33" fmla="*/ 154 h 200"/>
                    <a:gd name="T34" fmla="*/ 0 w 210"/>
                    <a:gd name="T35" fmla="*/ 156 h 200"/>
                    <a:gd name="T36" fmla="*/ 0 w 210"/>
                    <a:gd name="T37" fmla="*/ 164 h 200"/>
                    <a:gd name="T38" fmla="*/ 2 w 210"/>
                    <a:gd name="T39" fmla="*/ 172 h 200"/>
                    <a:gd name="T40" fmla="*/ 2 w 210"/>
                    <a:gd name="T41" fmla="*/ 174 h 200"/>
                    <a:gd name="T42" fmla="*/ 4 w 210"/>
                    <a:gd name="T43" fmla="*/ 176 h 200"/>
                    <a:gd name="T44" fmla="*/ 10 w 210"/>
                    <a:gd name="T45" fmla="*/ 178 h 200"/>
                    <a:gd name="T46" fmla="*/ 14 w 210"/>
                    <a:gd name="T47" fmla="*/ 180 h 200"/>
                    <a:gd name="T48" fmla="*/ 22 w 210"/>
                    <a:gd name="T49" fmla="*/ 182 h 200"/>
                    <a:gd name="T50" fmla="*/ 24 w 210"/>
                    <a:gd name="T51" fmla="*/ 182 h 200"/>
                    <a:gd name="T52" fmla="*/ 30 w 210"/>
                    <a:gd name="T53" fmla="*/ 182 h 200"/>
                    <a:gd name="T54" fmla="*/ 30 w 210"/>
                    <a:gd name="T55" fmla="*/ 176 h 200"/>
                    <a:gd name="T56" fmla="*/ 32 w 210"/>
                    <a:gd name="T57" fmla="*/ 176 h 200"/>
                    <a:gd name="T58" fmla="*/ 38 w 210"/>
                    <a:gd name="T59" fmla="*/ 174 h 200"/>
                    <a:gd name="T60" fmla="*/ 44 w 210"/>
                    <a:gd name="T61" fmla="*/ 178 h 200"/>
                    <a:gd name="T62" fmla="*/ 44 w 210"/>
                    <a:gd name="T63" fmla="*/ 182 h 200"/>
                    <a:gd name="T64" fmla="*/ 48 w 210"/>
                    <a:gd name="T65" fmla="*/ 190 h 200"/>
                    <a:gd name="T66" fmla="*/ 56 w 210"/>
                    <a:gd name="T67" fmla="*/ 198 h 200"/>
                    <a:gd name="T68" fmla="*/ 60 w 210"/>
                    <a:gd name="T69" fmla="*/ 200 h 200"/>
                    <a:gd name="T70" fmla="*/ 70 w 210"/>
                    <a:gd name="T71" fmla="*/ 198 h 200"/>
                    <a:gd name="T72" fmla="*/ 74 w 210"/>
                    <a:gd name="T73" fmla="*/ 196 h 200"/>
                    <a:gd name="T74" fmla="*/ 78 w 210"/>
                    <a:gd name="T75" fmla="*/ 192 h 200"/>
                    <a:gd name="T76" fmla="*/ 84 w 210"/>
                    <a:gd name="T77" fmla="*/ 196 h 200"/>
                    <a:gd name="T78" fmla="*/ 86 w 210"/>
                    <a:gd name="T79" fmla="*/ 196 h 200"/>
                    <a:gd name="T80" fmla="*/ 90 w 210"/>
                    <a:gd name="T81" fmla="*/ 196 h 200"/>
                    <a:gd name="T82" fmla="*/ 92 w 210"/>
                    <a:gd name="T83" fmla="*/ 194 h 200"/>
                    <a:gd name="T84" fmla="*/ 94 w 210"/>
                    <a:gd name="T85" fmla="*/ 186 h 200"/>
                    <a:gd name="T86" fmla="*/ 98 w 210"/>
                    <a:gd name="T87" fmla="*/ 176 h 200"/>
                    <a:gd name="T88" fmla="*/ 102 w 210"/>
                    <a:gd name="T89" fmla="*/ 170 h 200"/>
                    <a:gd name="T90" fmla="*/ 106 w 210"/>
                    <a:gd name="T91" fmla="*/ 166 h 200"/>
                    <a:gd name="T92" fmla="*/ 114 w 210"/>
                    <a:gd name="T93" fmla="*/ 164 h 200"/>
                    <a:gd name="T94" fmla="*/ 130 w 210"/>
                    <a:gd name="T95" fmla="*/ 162 h 200"/>
                    <a:gd name="T96" fmla="*/ 148 w 210"/>
                    <a:gd name="T97" fmla="*/ 156 h 200"/>
                    <a:gd name="T98" fmla="*/ 154 w 210"/>
                    <a:gd name="T99" fmla="*/ 150 h 200"/>
                    <a:gd name="T100" fmla="*/ 162 w 210"/>
                    <a:gd name="T101" fmla="*/ 150 h 200"/>
                    <a:gd name="T102" fmla="*/ 176 w 210"/>
                    <a:gd name="T103" fmla="*/ 148 h 200"/>
                    <a:gd name="T104" fmla="*/ 180 w 210"/>
                    <a:gd name="T105" fmla="*/ 148 h 200"/>
                    <a:gd name="T106" fmla="*/ 186 w 210"/>
                    <a:gd name="T107" fmla="*/ 142 h 200"/>
                    <a:gd name="T108" fmla="*/ 196 w 210"/>
                    <a:gd name="T109" fmla="*/ 132 h 200"/>
                    <a:gd name="T110" fmla="*/ 202 w 210"/>
                    <a:gd name="T111" fmla="*/ 120 h 200"/>
                    <a:gd name="T112" fmla="*/ 208 w 210"/>
                    <a:gd name="T113" fmla="*/ 92 h 200"/>
                    <a:gd name="T114" fmla="*/ 202 w 210"/>
                    <a:gd name="T115" fmla="*/ 74 h 200"/>
                    <a:gd name="T116" fmla="*/ 170 w 210"/>
                    <a:gd name="T117" fmla="*/ 5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0" h="200">
                      <a:moveTo>
                        <a:pt x="94" y="0"/>
                      </a:moveTo>
                      <a:lnTo>
                        <a:pt x="74" y="0"/>
                      </a:lnTo>
                      <a:lnTo>
                        <a:pt x="74" y="0"/>
                      </a:lnTo>
                      <a:lnTo>
                        <a:pt x="74" y="0"/>
                      </a:lnTo>
                      <a:lnTo>
                        <a:pt x="72" y="0"/>
                      </a:lnTo>
                      <a:lnTo>
                        <a:pt x="72" y="2"/>
                      </a:lnTo>
                      <a:lnTo>
                        <a:pt x="78" y="114"/>
                      </a:lnTo>
                      <a:lnTo>
                        <a:pt x="78" y="114"/>
                      </a:lnTo>
                      <a:lnTo>
                        <a:pt x="80" y="118"/>
                      </a:lnTo>
                      <a:lnTo>
                        <a:pt x="80" y="120"/>
                      </a:lnTo>
                      <a:lnTo>
                        <a:pt x="82" y="124"/>
                      </a:lnTo>
                      <a:lnTo>
                        <a:pt x="82" y="128"/>
                      </a:lnTo>
                      <a:lnTo>
                        <a:pt x="76" y="136"/>
                      </a:lnTo>
                      <a:lnTo>
                        <a:pt x="24" y="130"/>
                      </a:lnTo>
                      <a:lnTo>
                        <a:pt x="24" y="130"/>
                      </a:lnTo>
                      <a:lnTo>
                        <a:pt x="22" y="132"/>
                      </a:lnTo>
                      <a:lnTo>
                        <a:pt x="20" y="134"/>
                      </a:lnTo>
                      <a:lnTo>
                        <a:pt x="18" y="134"/>
                      </a:lnTo>
                      <a:lnTo>
                        <a:pt x="16" y="132"/>
                      </a:lnTo>
                      <a:lnTo>
                        <a:pt x="16" y="132"/>
                      </a:lnTo>
                      <a:lnTo>
                        <a:pt x="16" y="132"/>
                      </a:lnTo>
                      <a:lnTo>
                        <a:pt x="14" y="132"/>
                      </a:lnTo>
                      <a:lnTo>
                        <a:pt x="12" y="134"/>
                      </a:lnTo>
                      <a:lnTo>
                        <a:pt x="12" y="136"/>
                      </a:lnTo>
                      <a:lnTo>
                        <a:pt x="12" y="138"/>
                      </a:lnTo>
                      <a:lnTo>
                        <a:pt x="12" y="140"/>
                      </a:lnTo>
                      <a:lnTo>
                        <a:pt x="12" y="144"/>
                      </a:lnTo>
                      <a:lnTo>
                        <a:pt x="10" y="144"/>
                      </a:lnTo>
                      <a:lnTo>
                        <a:pt x="8" y="144"/>
                      </a:lnTo>
                      <a:lnTo>
                        <a:pt x="8" y="146"/>
                      </a:lnTo>
                      <a:lnTo>
                        <a:pt x="8" y="148"/>
                      </a:lnTo>
                      <a:lnTo>
                        <a:pt x="6" y="150"/>
                      </a:lnTo>
                      <a:lnTo>
                        <a:pt x="4" y="154"/>
                      </a:lnTo>
                      <a:lnTo>
                        <a:pt x="2" y="154"/>
                      </a:lnTo>
                      <a:lnTo>
                        <a:pt x="0" y="154"/>
                      </a:lnTo>
                      <a:lnTo>
                        <a:pt x="0" y="156"/>
                      </a:lnTo>
                      <a:lnTo>
                        <a:pt x="0" y="158"/>
                      </a:lnTo>
                      <a:lnTo>
                        <a:pt x="0" y="164"/>
                      </a:lnTo>
                      <a:lnTo>
                        <a:pt x="2" y="168"/>
                      </a:lnTo>
                      <a:lnTo>
                        <a:pt x="2" y="172"/>
                      </a:lnTo>
                      <a:lnTo>
                        <a:pt x="2" y="174"/>
                      </a:lnTo>
                      <a:lnTo>
                        <a:pt x="2" y="174"/>
                      </a:lnTo>
                      <a:lnTo>
                        <a:pt x="2" y="176"/>
                      </a:lnTo>
                      <a:lnTo>
                        <a:pt x="4" y="176"/>
                      </a:lnTo>
                      <a:lnTo>
                        <a:pt x="6" y="178"/>
                      </a:lnTo>
                      <a:lnTo>
                        <a:pt x="10" y="178"/>
                      </a:lnTo>
                      <a:lnTo>
                        <a:pt x="10" y="178"/>
                      </a:lnTo>
                      <a:lnTo>
                        <a:pt x="14" y="180"/>
                      </a:lnTo>
                      <a:lnTo>
                        <a:pt x="18" y="182"/>
                      </a:lnTo>
                      <a:lnTo>
                        <a:pt x="22" y="182"/>
                      </a:lnTo>
                      <a:lnTo>
                        <a:pt x="22" y="182"/>
                      </a:lnTo>
                      <a:lnTo>
                        <a:pt x="24" y="182"/>
                      </a:lnTo>
                      <a:lnTo>
                        <a:pt x="28" y="182"/>
                      </a:lnTo>
                      <a:lnTo>
                        <a:pt x="30" y="182"/>
                      </a:lnTo>
                      <a:lnTo>
                        <a:pt x="30" y="180"/>
                      </a:lnTo>
                      <a:lnTo>
                        <a:pt x="30" y="176"/>
                      </a:lnTo>
                      <a:lnTo>
                        <a:pt x="32" y="176"/>
                      </a:lnTo>
                      <a:lnTo>
                        <a:pt x="32" y="176"/>
                      </a:lnTo>
                      <a:lnTo>
                        <a:pt x="36" y="174"/>
                      </a:lnTo>
                      <a:lnTo>
                        <a:pt x="38" y="174"/>
                      </a:lnTo>
                      <a:lnTo>
                        <a:pt x="42" y="176"/>
                      </a:lnTo>
                      <a:lnTo>
                        <a:pt x="44" y="178"/>
                      </a:lnTo>
                      <a:lnTo>
                        <a:pt x="44" y="180"/>
                      </a:lnTo>
                      <a:lnTo>
                        <a:pt x="44" y="182"/>
                      </a:lnTo>
                      <a:lnTo>
                        <a:pt x="46" y="186"/>
                      </a:lnTo>
                      <a:lnTo>
                        <a:pt x="48" y="190"/>
                      </a:lnTo>
                      <a:lnTo>
                        <a:pt x="50" y="194"/>
                      </a:lnTo>
                      <a:lnTo>
                        <a:pt x="56" y="198"/>
                      </a:lnTo>
                      <a:lnTo>
                        <a:pt x="56" y="198"/>
                      </a:lnTo>
                      <a:lnTo>
                        <a:pt x="60" y="200"/>
                      </a:lnTo>
                      <a:lnTo>
                        <a:pt x="64" y="200"/>
                      </a:lnTo>
                      <a:lnTo>
                        <a:pt x="70" y="198"/>
                      </a:lnTo>
                      <a:lnTo>
                        <a:pt x="74" y="196"/>
                      </a:lnTo>
                      <a:lnTo>
                        <a:pt x="74" y="196"/>
                      </a:lnTo>
                      <a:lnTo>
                        <a:pt x="76" y="194"/>
                      </a:lnTo>
                      <a:lnTo>
                        <a:pt x="78" y="192"/>
                      </a:lnTo>
                      <a:lnTo>
                        <a:pt x="82" y="192"/>
                      </a:lnTo>
                      <a:lnTo>
                        <a:pt x="84" y="196"/>
                      </a:lnTo>
                      <a:lnTo>
                        <a:pt x="86" y="196"/>
                      </a:lnTo>
                      <a:lnTo>
                        <a:pt x="86" y="196"/>
                      </a:lnTo>
                      <a:lnTo>
                        <a:pt x="88" y="198"/>
                      </a:lnTo>
                      <a:lnTo>
                        <a:pt x="90" y="196"/>
                      </a:lnTo>
                      <a:lnTo>
                        <a:pt x="92" y="194"/>
                      </a:lnTo>
                      <a:lnTo>
                        <a:pt x="92" y="194"/>
                      </a:lnTo>
                      <a:lnTo>
                        <a:pt x="92" y="190"/>
                      </a:lnTo>
                      <a:lnTo>
                        <a:pt x="94" y="186"/>
                      </a:lnTo>
                      <a:lnTo>
                        <a:pt x="96" y="180"/>
                      </a:lnTo>
                      <a:lnTo>
                        <a:pt x="98" y="176"/>
                      </a:lnTo>
                      <a:lnTo>
                        <a:pt x="100" y="172"/>
                      </a:lnTo>
                      <a:lnTo>
                        <a:pt x="102" y="170"/>
                      </a:lnTo>
                      <a:lnTo>
                        <a:pt x="102" y="168"/>
                      </a:lnTo>
                      <a:lnTo>
                        <a:pt x="106" y="166"/>
                      </a:lnTo>
                      <a:lnTo>
                        <a:pt x="108" y="164"/>
                      </a:lnTo>
                      <a:lnTo>
                        <a:pt x="114" y="164"/>
                      </a:lnTo>
                      <a:lnTo>
                        <a:pt x="120" y="164"/>
                      </a:lnTo>
                      <a:lnTo>
                        <a:pt x="130" y="162"/>
                      </a:lnTo>
                      <a:lnTo>
                        <a:pt x="140" y="160"/>
                      </a:lnTo>
                      <a:lnTo>
                        <a:pt x="148" y="156"/>
                      </a:lnTo>
                      <a:lnTo>
                        <a:pt x="152" y="150"/>
                      </a:lnTo>
                      <a:lnTo>
                        <a:pt x="154" y="150"/>
                      </a:lnTo>
                      <a:lnTo>
                        <a:pt x="158" y="150"/>
                      </a:lnTo>
                      <a:lnTo>
                        <a:pt x="162" y="150"/>
                      </a:lnTo>
                      <a:lnTo>
                        <a:pt x="168" y="150"/>
                      </a:lnTo>
                      <a:lnTo>
                        <a:pt x="176" y="148"/>
                      </a:lnTo>
                      <a:lnTo>
                        <a:pt x="176" y="148"/>
                      </a:lnTo>
                      <a:lnTo>
                        <a:pt x="180" y="148"/>
                      </a:lnTo>
                      <a:lnTo>
                        <a:pt x="182" y="146"/>
                      </a:lnTo>
                      <a:lnTo>
                        <a:pt x="186" y="142"/>
                      </a:lnTo>
                      <a:lnTo>
                        <a:pt x="192" y="138"/>
                      </a:lnTo>
                      <a:lnTo>
                        <a:pt x="196" y="132"/>
                      </a:lnTo>
                      <a:lnTo>
                        <a:pt x="200" y="124"/>
                      </a:lnTo>
                      <a:lnTo>
                        <a:pt x="202" y="120"/>
                      </a:lnTo>
                      <a:lnTo>
                        <a:pt x="204" y="108"/>
                      </a:lnTo>
                      <a:lnTo>
                        <a:pt x="208" y="92"/>
                      </a:lnTo>
                      <a:lnTo>
                        <a:pt x="210" y="72"/>
                      </a:lnTo>
                      <a:lnTo>
                        <a:pt x="202" y="74"/>
                      </a:lnTo>
                      <a:lnTo>
                        <a:pt x="198" y="58"/>
                      </a:lnTo>
                      <a:lnTo>
                        <a:pt x="170" y="58"/>
                      </a:lnTo>
                      <a:lnTo>
                        <a:pt x="94"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1" name="Freeform 489">
                  <a:extLst>
                    <a:ext uri="{FF2B5EF4-FFF2-40B4-BE49-F238E27FC236}">
                      <a16:creationId xmlns:a16="http://schemas.microsoft.com/office/drawing/2014/main" id="{9E5D6543-354D-1C7B-1D0E-AEAFF0705987}"/>
                    </a:ext>
                  </a:extLst>
                </p:cNvPr>
                <p:cNvSpPr/>
                <p:nvPr/>
              </p:nvSpPr>
              <p:spPr bwMode="gray">
                <a:xfrm>
                  <a:off x="1375766" y="3914115"/>
                  <a:ext cx="255493" cy="277522"/>
                </a:xfrm>
                <a:custGeom>
                  <a:avLst/>
                  <a:gdLst>
                    <a:gd name="T0" fmla="*/ 0 w 138"/>
                    <a:gd name="T1" fmla="*/ 150 h 150"/>
                    <a:gd name="T2" fmla="*/ 0 w 138"/>
                    <a:gd name="T3" fmla="*/ 0 h 150"/>
                    <a:gd name="T4" fmla="*/ 2 w 138"/>
                    <a:gd name="T5" fmla="*/ 0 h 150"/>
                    <a:gd name="T6" fmla="*/ 6 w 138"/>
                    <a:gd name="T7" fmla="*/ 2 h 150"/>
                    <a:gd name="T8" fmla="*/ 12 w 138"/>
                    <a:gd name="T9" fmla="*/ 2 h 150"/>
                    <a:gd name="T10" fmla="*/ 18 w 138"/>
                    <a:gd name="T11" fmla="*/ 2 h 150"/>
                    <a:gd name="T12" fmla="*/ 22 w 138"/>
                    <a:gd name="T13" fmla="*/ 2 h 150"/>
                    <a:gd name="T14" fmla="*/ 26 w 138"/>
                    <a:gd name="T15" fmla="*/ 4 h 150"/>
                    <a:gd name="T16" fmla="*/ 28 w 138"/>
                    <a:gd name="T17" fmla="*/ 4 h 150"/>
                    <a:gd name="T18" fmla="*/ 30 w 138"/>
                    <a:gd name="T19" fmla="*/ 6 h 150"/>
                    <a:gd name="T20" fmla="*/ 34 w 138"/>
                    <a:gd name="T21" fmla="*/ 8 h 150"/>
                    <a:gd name="T22" fmla="*/ 38 w 138"/>
                    <a:gd name="T23" fmla="*/ 10 h 150"/>
                    <a:gd name="T24" fmla="*/ 44 w 138"/>
                    <a:gd name="T25" fmla="*/ 10 h 150"/>
                    <a:gd name="T26" fmla="*/ 68 w 138"/>
                    <a:gd name="T27" fmla="*/ 4 h 150"/>
                    <a:gd name="T28" fmla="*/ 68 w 138"/>
                    <a:gd name="T29" fmla="*/ 4 h 150"/>
                    <a:gd name="T30" fmla="*/ 70 w 138"/>
                    <a:gd name="T31" fmla="*/ 4 h 150"/>
                    <a:gd name="T32" fmla="*/ 72 w 138"/>
                    <a:gd name="T33" fmla="*/ 2 h 150"/>
                    <a:gd name="T34" fmla="*/ 76 w 138"/>
                    <a:gd name="T35" fmla="*/ 2 h 150"/>
                    <a:gd name="T36" fmla="*/ 80 w 138"/>
                    <a:gd name="T37" fmla="*/ 4 h 150"/>
                    <a:gd name="T38" fmla="*/ 86 w 138"/>
                    <a:gd name="T39" fmla="*/ 6 h 150"/>
                    <a:gd name="T40" fmla="*/ 86 w 138"/>
                    <a:gd name="T41" fmla="*/ 6 h 150"/>
                    <a:gd name="T42" fmla="*/ 86 w 138"/>
                    <a:gd name="T43" fmla="*/ 10 h 150"/>
                    <a:gd name="T44" fmla="*/ 86 w 138"/>
                    <a:gd name="T45" fmla="*/ 14 h 150"/>
                    <a:gd name="T46" fmla="*/ 88 w 138"/>
                    <a:gd name="T47" fmla="*/ 20 h 150"/>
                    <a:gd name="T48" fmla="*/ 92 w 138"/>
                    <a:gd name="T49" fmla="*/ 26 h 150"/>
                    <a:gd name="T50" fmla="*/ 92 w 138"/>
                    <a:gd name="T51" fmla="*/ 30 h 150"/>
                    <a:gd name="T52" fmla="*/ 98 w 138"/>
                    <a:gd name="T53" fmla="*/ 40 h 150"/>
                    <a:gd name="T54" fmla="*/ 106 w 138"/>
                    <a:gd name="T55" fmla="*/ 56 h 150"/>
                    <a:gd name="T56" fmla="*/ 114 w 138"/>
                    <a:gd name="T57" fmla="*/ 74 h 150"/>
                    <a:gd name="T58" fmla="*/ 122 w 138"/>
                    <a:gd name="T59" fmla="*/ 92 h 150"/>
                    <a:gd name="T60" fmla="*/ 130 w 138"/>
                    <a:gd name="T61" fmla="*/ 108 h 150"/>
                    <a:gd name="T62" fmla="*/ 136 w 138"/>
                    <a:gd name="T63" fmla="*/ 122 h 150"/>
                    <a:gd name="T64" fmla="*/ 138 w 138"/>
                    <a:gd name="T65" fmla="*/ 128 h 150"/>
                    <a:gd name="T66" fmla="*/ 138 w 138"/>
                    <a:gd name="T67" fmla="*/ 130 h 150"/>
                    <a:gd name="T68" fmla="*/ 136 w 138"/>
                    <a:gd name="T69" fmla="*/ 132 h 150"/>
                    <a:gd name="T70" fmla="*/ 132 w 138"/>
                    <a:gd name="T71" fmla="*/ 138 h 150"/>
                    <a:gd name="T72" fmla="*/ 126 w 138"/>
                    <a:gd name="T73" fmla="*/ 142 h 150"/>
                    <a:gd name="T74" fmla="*/ 120 w 138"/>
                    <a:gd name="T75" fmla="*/ 146 h 150"/>
                    <a:gd name="T76" fmla="*/ 110 w 138"/>
                    <a:gd name="T77" fmla="*/ 150 h 150"/>
                    <a:gd name="T78" fmla="*/ 0 w 138"/>
                    <a:gd name="T79"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8" h="150">
                      <a:moveTo>
                        <a:pt x="0" y="150"/>
                      </a:moveTo>
                      <a:lnTo>
                        <a:pt x="0" y="0"/>
                      </a:lnTo>
                      <a:lnTo>
                        <a:pt x="2" y="0"/>
                      </a:lnTo>
                      <a:lnTo>
                        <a:pt x="6" y="2"/>
                      </a:lnTo>
                      <a:lnTo>
                        <a:pt x="12" y="2"/>
                      </a:lnTo>
                      <a:lnTo>
                        <a:pt x="18" y="2"/>
                      </a:lnTo>
                      <a:lnTo>
                        <a:pt x="22" y="2"/>
                      </a:lnTo>
                      <a:lnTo>
                        <a:pt x="26" y="4"/>
                      </a:lnTo>
                      <a:lnTo>
                        <a:pt x="28" y="4"/>
                      </a:lnTo>
                      <a:lnTo>
                        <a:pt x="30" y="6"/>
                      </a:lnTo>
                      <a:lnTo>
                        <a:pt x="34" y="8"/>
                      </a:lnTo>
                      <a:lnTo>
                        <a:pt x="38" y="10"/>
                      </a:lnTo>
                      <a:lnTo>
                        <a:pt x="44" y="10"/>
                      </a:lnTo>
                      <a:lnTo>
                        <a:pt x="68" y="4"/>
                      </a:lnTo>
                      <a:lnTo>
                        <a:pt x="68" y="4"/>
                      </a:lnTo>
                      <a:lnTo>
                        <a:pt x="70" y="4"/>
                      </a:lnTo>
                      <a:lnTo>
                        <a:pt x="72" y="2"/>
                      </a:lnTo>
                      <a:lnTo>
                        <a:pt x="76" y="2"/>
                      </a:lnTo>
                      <a:lnTo>
                        <a:pt x="80" y="4"/>
                      </a:lnTo>
                      <a:lnTo>
                        <a:pt x="86" y="6"/>
                      </a:lnTo>
                      <a:lnTo>
                        <a:pt x="86" y="6"/>
                      </a:lnTo>
                      <a:lnTo>
                        <a:pt x="86" y="10"/>
                      </a:lnTo>
                      <a:lnTo>
                        <a:pt x="86" y="14"/>
                      </a:lnTo>
                      <a:lnTo>
                        <a:pt x="88" y="20"/>
                      </a:lnTo>
                      <a:lnTo>
                        <a:pt x="92" y="26"/>
                      </a:lnTo>
                      <a:lnTo>
                        <a:pt x="92" y="30"/>
                      </a:lnTo>
                      <a:lnTo>
                        <a:pt x="98" y="40"/>
                      </a:lnTo>
                      <a:lnTo>
                        <a:pt x="106" y="56"/>
                      </a:lnTo>
                      <a:lnTo>
                        <a:pt x="114" y="74"/>
                      </a:lnTo>
                      <a:lnTo>
                        <a:pt x="122" y="92"/>
                      </a:lnTo>
                      <a:lnTo>
                        <a:pt x="130" y="108"/>
                      </a:lnTo>
                      <a:lnTo>
                        <a:pt x="136" y="122"/>
                      </a:lnTo>
                      <a:lnTo>
                        <a:pt x="138" y="128"/>
                      </a:lnTo>
                      <a:lnTo>
                        <a:pt x="138" y="130"/>
                      </a:lnTo>
                      <a:lnTo>
                        <a:pt x="136" y="132"/>
                      </a:lnTo>
                      <a:lnTo>
                        <a:pt x="132" y="138"/>
                      </a:lnTo>
                      <a:lnTo>
                        <a:pt x="126" y="142"/>
                      </a:lnTo>
                      <a:lnTo>
                        <a:pt x="120" y="146"/>
                      </a:lnTo>
                      <a:lnTo>
                        <a:pt x="110" y="150"/>
                      </a:lnTo>
                      <a:lnTo>
                        <a:pt x="0" y="15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2" name="Freeform 490">
                  <a:extLst>
                    <a:ext uri="{FF2B5EF4-FFF2-40B4-BE49-F238E27FC236}">
                      <a16:creationId xmlns:a16="http://schemas.microsoft.com/office/drawing/2014/main" id="{61C52104-016B-B796-6D46-E4D780C2655B}"/>
                    </a:ext>
                  </a:extLst>
                </p:cNvPr>
                <p:cNvSpPr/>
                <p:nvPr/>
              </p:nvSpPr>
              <p:spPr bwMode="gray">
                <a:xfrm>
                  <a:off x="1534986" y="3921516"/>
                  <a:ext cx="74056" cy="92507"/>
                </a:xfrm>
                <a:custGeom>
                  <a:avLst/>
                  <a:gdLst>
                    <a:gd name="T0" fmla="*/ 0 w 40"/>
                    <a:gd name="T1" fmla="*/ 0 h 50"/>
                    <a:gd name="T2" fmla="*/ 0 w 40"/>
                    <a:gd name="T3" fmla="*/ 8 h 50"/>
                    <a:gd name="T4" fmla="*/ 0 w 40"/>
                    <a:gd name="T5" fmla="*/ 10 h 50"/>
                    <a:gd name="T6" fmla="*/ 2 w 40"/>
                    <a:gd name="T7" fmla="*/ 12 h 50"/>
                    <a:gd name="T8" fmla="*/ 2 w 40"/>
                    <a:gd name="T9" fmla="*/ 16 h 50"/>
                    <a:gd name="T10" fmla="*/ 4 w 40"/>
                    <a:gd name="T11" fmla="*/ 20 h 50"/>
                    <a:gd name="T12" fmla="*/ 6 w 40"/>
                    <a:gd name="T13" fmla="*/ 24 h 50"/>
                    <a:gd name="T14" fmla="*/ 8 w 40"/>
                    <a:gd name="T15" fmla="*/ 28 h 50"/>
                    <a:gd name="T16" fmla="*/ 10 w 40"/>
                    <a:gd name="T17" fmla="*/ 30 h 50"/>
                    <a:gd name="T18" fmla="*/ 14 w 40"/>
                    <a:gd name="T19" fmla="*/ 34 h 50"/>
                    <a:gd name="T20" fmla="*/ 16 w 40"/>
                    <a:gd name="T21" fmla="*/ 38 h 50"/>
                    <a:gd name="T22" fmla="*/ 22 w 40"/>
                    <a:gd name="T23" fmla="*/ 42 h 50"/>
                    <a:gd name="T24" fmla="*/ 26 w 40"/>
                    <a:gd name="T25" fmla="*/ 44 h 50"/>
                    <a:gd name="T26" fmla="*/ 30 w 40"/>
                    <a:gd name="T27" fmla="*/ 48 h 50"/>
                    <a:gd name="T28" fmla="*/ 32 w 40"/>
                    <a:gd name="T29" fmla="*/ 50 h 50"/>
                    <a:gd name="T30" fmla="*/ 32 w 40"/>
                    <a:gd name="T31" fmla="*/ 50 h 50"/>
                    <a:gd name="T32" fmla="*/ 34 w 40"/>
                    <a:gd name="T33" fmla="*/ 50 h 50"/>
                    <a:gd name="T34" fmla="*/ 36 w 40"/>
                    <a:gd name="T35" fmla="*/ 48 h 50"/>
                    <a:gd name="T36" fmla="*/ 38 w 40"/>
                    <a:gd name="T37" fmla="*/ 44 h 50"/>
                    <a:gd name="T38" fmla="*/ 40 w 40"/>
                    <a:gd name="T39" fmla="*/ 32 h 50"/>
                    <a:gd name="T40" fmla="*/ 38 w 40"/>
                    <a:gd name="T41" fmla="*/ 28 h 50"/>
                    <a:gd name="T42" fmla="*/ 32 w 40"/>
                    <a:gd name="T43" fmla="*/ 18 h 50"/>
                    <a:gd name="T44" fmla="*/ 26 w 40"/>
                    <a:gd name="T45" fmla="*/ 8 h 50"/>
                    <a:gd name="T46" fmla="*/ 22 w 40"/>
                    <a:gd name="T47" fmla="*/ 0 h 50"/>
                    <a:gd name="T48" fmla="*/ 22 w 40"/>
                    <a:gd name="T49" fmla="*/ 0 h 50"/>
                    <a:gd name="T50" fmla="*/ 18 w 40"/>
                    <a:gd name="T51" fmla="*/ 0 h 50"/>
                    <a:gd name="T52" fmla="*/ 12 w 40"/>
                    <a:gd name="T53" fmla="*/ 0 h 50"/>
                    <a:gd name="T54" fmla="*/ 8 w 40"/>
                    <a:gd name="T55" fmla="*/ 0 h 50"/>
                    <a:gd name="T56" fmla="*/ 2 w 40"/>
                    <a:gd name="T57" fmla="*/ 0 h 50"/>
                    <a:gd name="T58" fmla="*/ 0 w 40"/>
                    <a:gd name="T5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50">
                      <a:moveTo>
                        <a:pt x="0" y="0"/>
                      </a:moveTo>
                      <a:lnTo>
                        <a:pt x="0" y="8"/>
                      </a:lnTo>
                      <a:lnTo>
                        <a:pt x="0" y="10"/>
                      </a:lnTo>
                      <a:lnTo>
                        <a:pt x="2" y="12"/>
                      </a:lnTo>
                      <a:lnTo>
                        <a:pt x="2" y="16"/>
                      </a:lnTo>
                      <a:lnTo>
                        <a:pt x="4" y="20"/>
                      </a:lnTo>
                      <a:lnTo>
                        <a:pt x="6" y="24"/>
                      </a:lnTo>
                      <a:lnTo>
                        <a:pt x="8" y="28"/>
                      </a:lnTo>
                      <a:lnTo>
                        <a:pt x="10" y="30"/>
                      </a:lnTo>
                      <a:lnTo>
                        <a:pt x="14" y="34"/>
                      </a:lnTo>
                      <a:lnTo>
                        <a:pt x="16" y="38"/>
                      </a:lnTo>
                      <a:lnTo>
                        <a:pt x="22" y="42"/>
                      </a:lnTo>
                      <a:lnTo>
                        <a:pt x="26" y="44"/>
                      </a:lnTo>
                      <a:lnTo>
                        <a:pt x="30" y="48"/>
                      </a:lnTo>
                      <a:lnTo>
                        <a:pt x="32" y="50"/>
                      </a:lnTo>
                      <a:lnTo>
                        <a:pt x="32" y="50"/>
                      </a:lnTo>
                      <a:lnTo>
                        <a:pt x="34" y="50"/>
                      </a:lnTo>
                      <a:lnTo>
                        <a:pt x="36" y="48"/>
                      </a:lnTo>
                      <a:lnTo>
                        <a:pt x="38" y="44"/>
                      </a:lnTo>
                      <a:lnTo>
                        <a:pt x="40" y="32"/>
                      </a:lnTo>
                      <a:lnTo>
                        <a:pt x="38" y="28"/>
                      </a:lnTo>
                      <a:lnTo>
                        <a:pt x="32" y="18"/>
                      </a:lnTo>
                      <a:lnTo>
                        <a:pt x="26" y="8"/>
                      </a:lnTo>
                      <a:lnTo>
                        <a:pt x="22" y="0"/>
                      </a:lnTo>
                      <a:lnTo>
                        <a:pt x="22" y="0"/>
                      </a:lnTo>
                      <a:lnTo>
                        <a:pt x="18" y="0"/>
                      </a:lnTo>
                      <a:lnTo>
                        <a:pt x="12" y="0"/>
                      </a:lnTo>
                      <a:lnTo>
                        <a:pt x="8" y="0"/>
                      </a:lnTo>
                      <a:lnTo>
                        <a:pt x="2" y="0"/>
                      </a:lnTo>
                      <a:lnTo>
                        <a:pt x="0"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3" name="Freeform 491">
                  <a:extLst>
                    <a:ext uri="{FF2B5EF4-FFF2-40B4-BE49-F238E27FC236}">
                      <a16:creationId xmlns:a16="http://schemas.microsoft.com/office/drawing/2014/main" id="{658CBE44-DA60-34D5-F047-7744DC1E73EE}"/>
                    </a:ext>
                  </a:extLst>
                </p:cNvPr>
                <p:cNvSpPr/>
                <p:nvPr/>
              </p:nvSpPr>
              <p:spPr bwMode="gray">
                <a:xfrm>
                  <a:off x="1790479" y="4983502"/>
                  <a:ext cx="159220" cy="336727"/>
                </a:xfrm>
                <a:custGeom>
                  <a:avLst/>
                  <a:gdLst>
                    <a:gd name="T0" fmla="*/ 78 w 86"/>
                    <a:gd name="T1" fmla="*/ 0 h 182"/>
                    <a:gd name="T2" fmla="*/ 72 w 86"/>
                    <a:gd name="T3" fmla="*/ 4 h 182"/>
                    <a:gd name="T4" fmla="*/ 64 w 86"/>
                    <a:gd name="T5" fmla="*/ 12 h 182"/>
                    <a:gd name="T6" fmla="*/ 60 w 86"/>
                    <a:gd name="T7" fmla="*/ 20 h 182"/>
                    <a:gd name="T8" fmla="*/ 56 w 86"/>
                    <a:gd name="T9" fmla="*/ 24 h 182"/>
                    <a:gd name="T10" fmla="*/ 48 w 86"/>
                    <a:gd name="T11" fmla="*/ 32 h 182"/>
                    <a:gd name="T12" fmla="*/ 40 w 86"/>
                    <a:gd name="T13" fmla="*/ 42 h 182"/>
                    <a:gd name="T14" fmla="*/ 34 w 86"/>
                    <a:gd name="T15" fmla="*/ 50 h 182"/>
                    <a:gd name="T16" fmla="*/ 28 w 86"/>
                    <a:gd name="T17" fmla="*/ 54 h 182"/>
                    <a:gd name="T18" fmla="*/ 24 w 86"/>
                    <a:gd name="T19" fmla="*/ 54 h 182"/>
                    <a:gd name="T20" fmla="*/ 22 w 86"/>
                    <a:gd name="T21" fmla="*/ 54 h 182"/>
                    <a:gd name="T22" fmla="*/ 16 w 86"/>
                    <a:gd name="T23" fmla="*/ 54 h 182"/>
                    <a:gd name="T24" fmla="*/ 10 w 86"/>
                    <a:gd name="T25" fmla="*/ 60 h 182"/>
                    <a:gd name="T26" fmla="*/ 6 w 86"/>
                    <a:gd name="T27" fmla="*/ 68 h 182"/>
                    <a:gd name="T28" fmla="*/ 6 w 86"/>
                    <a:gd name="T29" fmla="*/ 82 h 182"/>
                    <a:gd name="T30" fmla="*/ 4 w 86"/>
                    <a:gd name="T31" fmla="*/ 90 h 182"/>
                    <a:gd name="T32" fmla="*/ 6 w 86"/>
                    <a:gd name="T33" fmla="*/ 92 h 182"/>
                    <a:gd name="T34" fmla="*/ 8 w 86"/>
                    <a:gd name="T35" fmla="*/ 92 h 182"/>
                    <a:gd name="T36" fmla="*/ 14 w 86"/>
                    <a:gd name="T37" fmla="*/ 100 h 182"/>
                    <a:gd name="T38" fmla="*/ 14 w 86"/>
                    <a:gd name="T39" fmla="*/ 106 h 182"/>
                    <a:gd name="T40" fmla="*/ 10 w 86"/>
                    <a:gd name="T41" fmla="*/ 110 h 182"/>
                    <a:gd name="T42" fmla="*/ 6 w 86"/>
                    <a:gd name="T43" fmla="*/ 116 h 182"/>
                    <a:gd name="T44" fmla="*/ 0 w 86"/>
                    <a:gd name="T45" fmla="*/ 138 h 182"/>
                    <a:gd name="T46" fmla="*/ 6 w 86"/>
                    <a:gd name="T47" fmla="*/ 172 h 182"/>
                    <a:gd name="T48" fmla="*/ 8 w 86"/>
                    <a:gd name="T49" fmla="*/ 172 h 182"/>
                    <a:gd name="T50" fmla="*/ 16 w 86"/>
                    <a:gd name="T51" fmla="*/ 172 h 182"/>
                    <a:gd name="T52" fmla="*/ 22 w 86"/>
                    <a:gd name="T53" fmla="*/ 172 h 182"/>
                    <a:gd name="T54" fmla="*/ 20 w 86"/>
                    <a:gd name="T55" fmla="*/ 174 h 182"/>
                    <a:gd name="T56" fmla="*/ 24 w 86"/>
                    <a:gd name="T57" fmla="*/ 178 h 182"/>
                    <a:gd name="T58" fmla="*/ 28 w 86"/>
                    <a:gd name="T59" fmla="*/ 182 h 182"/>
                    <a:gd name="T60" fmla="*/ 36 w 86"/>
                    <a:gd name="T61" fmla="*/ 182 h 182"/>
                    <a:gd name="T62" fmla="*/ 44 w 86"/>
                    <a:gd name="T63" fmla="*/ 178 h 182"/>
                    <a:gd name="T64" fmla="*/ 50 w 86"/>
                    <a:gd name="T65" fmla="*/ 164 h 182"/>
                    <a:gd name="T66" fmla="*/ 58 w 86"/>
                    <a:gd name="T67" fmla="*/ 134 h 182"/>
                    <a:gd name="T68" fmla="*/ 58 w 86"/>
                    <a:gd name="T69" fmla="*/ 126 h 182"/>
                    <a:gd name="T70" fmla="*/ 60 w 86"/>
                    <a:gd name="T71" fmla="*/ 120 h 182"/>
                    <a:gd name="T72" fmla="*/ 66 w 86"/>
                    <a:gd name="T73" fmla="*/ 108 h 182"/>
                    <a:gd name="T74" fmla="*/ 72 w 86"/>
                    <a:gd name="T75" fmla="*/ 82 h 182"/>
                    <a:gd name="T76" fmla="*/ 78 w 86"/>
                    <a:gd name="T77" fmla="*/ 54 h 182"/>
                    <a:gd name="T78" fmla="*/ 78 w 86"/>
                    <a:gd name="T79" fmla="*/ 50 h 182"/>
                    <a:gd name="T80" fmla="*/ 82 w 86"/>
                    <a:gd name="T81" fmla="*/ 40 h 182"/>
                    <a:gd name="T82" fmla="*/ 84 w 86"/>
                    <a:gd name="T83" fmla="*/ 28 h 182"/>
                    <a:gd name="T84" fmla="*/ 84 w 86"/>
                    <a:gd name="T85" fmla="*/ 20 h 182"/>
                    <a:gd name="T86" fmla="*/ 86 w 86"/>
                    <a:gd name="T87" fmla="*/ 12 h 182"/>
                    <a:gd name="T88" fmla="*/ 86 w 86"/>
                    <a:gd name="T89" fmla="*/ 4 h 182"/>
                    <a:gd name="T90" fmla="*/ 78 w 86"/>
                    <a:gd name="T9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6" h="182">
                      <a:moveTo>
                        <a:pt x="78" y="0"/>
                      </a:moveTo>
                      <a:lnTo>
                        <a:pt x="78" y="0"/>
                      </a:lnTo>
                      <a:lnTo>
                        <a:pt x="76" y="2"/>
                      </a:lnTo>
                      <a:lnTo>
                        <a:pt x="72" y="4"/>
                      </a:lnTo>
                      <a:lnTo>
                        <a:pt x="68" y="6"/>
                      </a:lnTo>
                      <a:lnTo>
                        <a:pt x="64" y="12"/>
                      </a:lnTo>
                      <a:lnTo>
                        <a:pt x="62" y="20"/>
                      </a:lnTo>
                      <a:lnTo>
                        <a:pt x="60" y="20"/>
                      </a:lnTo>
                      <a:lnTo>
                        <a:pt x="58" y="22"/>
                      </a:lnTo>
                      <a:lnTo>
                        <a:pt x="56" y="24"/>
                      </a:lnTo>
                      <a:lnTo>
                        <a:pt x="52" y="28"/>
                      </a:lnTo>
                      <a:lnTo>
                        <a:pt x="48" y="32"/>
                      </a:lnTo>
                      <a:lnTo>
                        <a:pt x="44" y="36"/>
                      </a:lnTo>
                      <a:lnTo>
                        <a:pt x="40" y="42"/>
                      </a:lnTo>
                      <a:lnTo>
                        <a:pt x="38" y="46"/>
                      </a:lnTo>
                      <a:lnTo>
                        <a:pt x="34" y="50"/>
                      </a:lnTo>
                      <a:lnTo>
                        <a:pt x="30" y="52"/>
                      </a:lnTo>
                      <a:lnTo>
                        <a:pt x="28" y="54"/>
                      </a:lnTo>
                      <a:lnTo>
                        <a:pt x="26" y="54"/>
                      </a:lnTo>
                      <a:lnTo>
                        <a:pt x="24" y="54"/>
                      </a:lnTo>
                      <a:lnTo>
                        <a:pt x="24" y="54"/>
                      </a:lnTo>
                      <a:lnTo>
                        <a:pt x="22" y="54"/>
                      </a:lnTo>
                      <a:lnTo>
                        <a:pt x="20" y="54"/>
                      </a:lnTo>
                      <a:lnTo>
                        <a:pt x="16" y="54"/>
                      </a:lnTo>
                      <a:lnTo>
                        <a:pt x="14" y="56"/>
                      </a:lnTo>
                      <a:lnTo>
                        <a:pt x="10" y="60"/>
                      </a:lnTo>
                      <a:lnTo>
                        <a:pt x="8" y="64"/>
                      </a:lnTo>
                      <a:lnTo>
                        <a:pt x="6" y="68"/>
                      </a:lnTo>
                      <a:lnTo>
                        <a:pt x="6" y="76"/>
                      </a:lnTo>
                      <a:lnTo>
                        <a:pt x="6" y="82"/>
                      </a:lnTo>
                      <a:lnTo>
                        <a:pt x="6" y="88"/>
                      </a:lnTo>
                      <a:lnTo>
                        <a:pt x="4" y="90"/>
                      </a:lnTo>
                      <a:lnTo>
                        <a:pt x="6" y="90"/>
                      </a:lnTo>
                      <a:lnTo>
                        <a:pt x="6" y="92"/>
                      </a:lnTo>
                      <a:lnTo>
                        <a:pt x="6" y="92"/>
                      </a:lnTo>
                      <a:lnTo>
                        <a:pt x="8" y="92"/>
                      </a:lnTo>
                      <a:lnTo>
                        <a:pt x="12" y="96"/>
                      </a:lnTo>
                      <a:lnTo>
                        <a:pt x="14" y="100"/>
                      </a:lnTo>
                      <a:lnTo>
                        <a:pt x="14" y="102"/>
                      </a:lnTo>
                      <a:lnTo>
                        <a:pt x="14" y="106"/>
                      </a:lnTo>
                      <a:lnTo>
                        <a:pt x="12" y="108"/>
                      </a:lnTo>
                      <a:lnTo>
                        <a:pt x="10" y="110"/>
                      </a:lnTo>
                      <a:lnTo>
                        <a:pt x="8" y="112"/>
                      </a:lnTo>
                      <a:lnTo>
                        <a:pt x="6" y="116"/>
                      </a:lnTo>
                      <a:lnTo>
                        <a:pt x="2" y="124"/>
                      </a:lnTo>
                      <a:lnTo>
                        <a:pt x="0" y="138"/>
                      </a:lnTo>
                      <a:lnTo>
                        <a:pt x="0" y="154"/>
                      </a:lnTo>
                      <a:lnTo>
                        <a:pt x="6" y="172"/>
                      </a:lnTo>
                      <a:lnTo>
                        <a:pt x="8" y="172"/>
                      </a:lnTo>
                      <a:lnTo>
                        <a:pt x="8" y="172"/>
                      </a:lnTo>
                      <a:lnTo>
                        <a:pt x="12" y="172"/>
                      </a:lnTo>
                      <a:lnTo>
                        <a:pt x="16" y="172"/>
                      </a:lnTo>
                      <a:lnTo>
                        <a:pt x="20" y="172"/>
                      </a:lnTo>
                      <a:lnTo>
                        <a:pt x="22" y="172"/>
                      </a:lnTo>
                      <a:lnTo>
                        <a:pt x="22" y="172"/>
                      </a:lnTo>
                      <a:lnTo>
                        <a:pt x="20" y="174"/>
                      </a:lnTo>
                      <a:lnTo>
                        <a:pt x="22" y="176"/>
                      </a:lnTo>
                      <a:lnTo>
                        <a:pt x="24" y="178"/>
                      </a:lnTo>
                      <a:lnTo>
                        <a:pt x="26" y="180"/>
                      </a:lnTo>
                      <a:lnTo>
                        <a:pt x="28" y="182"/>
                      </a:lnTo>
                      <a:lnTo>
                        <a:pt x="32" y="182"/>
                      </a:lnTo>
                      <a:lnTo>
                        <a:pt x="36" y="182"/>
                      </a:lnTo>
                      <a:lnTo>
                        <a:pt x="40" y="182"/>
                      </a:lnTo>
                      <a:lnTo>
                        <a:pt x="44" y="178"/>
                      </a:lnTo>
                      <a:lnTo>
                        <a:pt x="46" y="172"/>
                      </a:lnTo>
                      <a:lnTo>
                        <a:pt x="50" y="164"/>
                      </a:lnTo>
                      <a:lnTo>
                        <a:pt x="56" y="146"/>
                      </a:lnTo>
                      <a:lnTo>
                        <a:pt x="58" y="134"/>
                      </a:lnTo>
                      <a:lnTo>
                        <a:pt x="60" y="128"/>
                      </a:lnTo>
                      <a:lnTo>
                        <a:pt x="58" y="126"/>
                      </a:lnTo>
                      <a:lnTo>
                        <a:pt x="58" y="124"/>
                      </a:lnTo>
                      <a:lnTo>
                        <a:pt x="60" y="120"/>
                      </a:lnTo>
                      <a:lnTo>
                        <a:pt x="62" y="114"/>
                      </a:lnTo>
                      <a:lnTo>
                        <a:pt x="66" y="108"/>
                      </a:lnTo>
                      <a:lnTo>
                        <a:pt x="70" y="98"/>
                      </a:lnTo>
                      <a:lnTo>
                        <a:pt x="72" y="82"/>
                      </a:lnTo>
                      <a:lnTo>
                        <a:pt x="76" y="66"/>
                      </a:lnTo>
                      <a:lnTo>
                        <a:pt x="78" y="54"/>
                      </a:lnTo>
                      <a:lnTo>
                        <a:pt x="78" y="52"/>
                      </a:lnTo>
                      <a:lnTo>
                        <a:pt x="78" y="50"/>
                      </a:lnTo>
                      <a:lnTo>
                        <a:pt x="80" y="44"/>
                      </a:lnTo>
                      <a:lnTo>
                        <a:pt x="82" y="40"/>
                      </a:lnTo>
                      <a:lnTo>
                        <a:pt x="82" y="34"/>
                      </a:lnTo>
                      <a:lnTo>
                        <a:pt x="84" y="28"/>
                      </a:lnTo>
                      <a:lnTo>
                        <a:pt x="84" y="24"/>
                      </a:lnTo>
                      <a:lnTo>
                        <a:pt x="84" y="20"/>
                      </a:lnTo>
                      <a:lnTo>
                        <a:pt x="86" y="16"/>
                      </a:lnTo>
                      <a:lnTo>
                        <a:pt x="86" y="12"/>
                      </a:lnTo>
                      <a:lnTo>
                        <a:pt x="86" y="8"/>
                      </a:lnTo>
                      <a:lnTo>
                        <a:pt x="86" y="4"/>
                      </a:lnTo>
                      <a:lnTo>
                        <a:pt x="84" y="2"/>
                      </a:lnTo>
                      <a:lnTo>
                        <a:pt x="78"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4" name="Freeform 492">
                  <a:extLst>
                    <a:ext uri="{FF2B5EF4-FFF2-40B4-BE49-F238E27FC236}">
                      <a16:creationId xmlns:a16="http://schemas.microsoft.com/office/drawing/2014/main" id="{28E56832-7BBC-759B-4107-3ACAC4BFC784}"/>
                    </a:ext>
                  </a:extLst>
                </p:cNvPr>
                <p:cNvSpPr/>
                <p:nvPr/>
              </p:nvSpPr>
              <p:spPr bwMode="gray">
                <a:xfrm>
                  <a:off x="4167672" y="5834571"/>
                  <a:ext cx="107381" cy="103608"/>
                </a:xfrm>
                <a:custGeom>
                  <a:avLst/>
                  <a:gdLst>
                    <a:gd name="T0" fmla="*/ 10 w 58"/>
                    <a:gd name="T1" fmla="*/ 2 h 56"/>
                    <a:gd name="T2" fmla="*/ 10 w 58"/>
                    <a:gd name="T3" fmla="*/ 2 h 56"/>
                    <a:gd name="T4" fmla="*/ 8 w 58"/>
                    <a:gd name="T5" fmla="*/ 2 h 56"/>
                    <a:gd name="T6" fmla="*/ 6 w 58"/>
                    <a:gd name="T7" fmla="*/ 2 h 56"/>
                    <a:gd name="T8" fmla="*/ 4 w 58"/>
                    <a:gd name="T9" fmla="*/ 4 h 56"/>
                    <a:gd name="T10" fmla="*/ 2 w 58"/>
                    <a:gd name="T11" fmla="*/ 6 h 56"/>
                    <a:gd name="T12" fmla="*/ 0 w 58"/>
                    <a:gd name="T13" fmla="*/ 8 h 56"/>
                    <a:gd name="T14" fmla="*/ 0 w 58"/>
                    <a:gd name="T15" fmla="*/ 14 h 56"/>
                    <a:gd name="T16" fmla="*/ 6 w 58"/>
                    <a:gd name="T17" fmla="*/ 30 h 56"/>
                    <a:gd name="T18" fmla="*/ 6 w 58"/>
                    <a:gd name="T19" fmla="*/ 30 h 56"/>
                    <a:gd name="T20" fmla="*/ 8 w 58"/>
                    <a:gd name="T21" fmla="*/ 32 h 56"/>
                    <a:gd name="T22" fmla="*/ 10 w 58"/>
                    <a:gd name="T23" fmla="*/ 36 h 56"/>
                    <a:gd name="T24" fmla="*/ 14 w 58"/>
                    <a:gd name="T25" fmla="*/ 40 h 56"/>
                    <a:gd name="T26" fmla="*/ 14 w 58"/>
                    <a:gd name="T27" fmla="*/ 44 h 56"/>
                    <a:gd name="T28" fmla="*/ 18 w 58"/>
                    <a:gd name="T29" fmla="*/ 46 h 56"/>
                    <a:gd name="T30" fmla="*/ 22 w 58"/>
                    <a:gd name="T31" fmla="*/ 50 h 56"/>
                    <a:gd name="T32" fmla="*/ 26 w 58"/>
                    <a:gd name="T33" fmla="*/ 52 h 56"/>
                    <a:gd name="T34" fmla="*/ 32 w 58"/>
                    <a:gd name="T35" fmla="*/ 54 h 56"/>
                    <a:gd name="T36" fmla="*/ 36 w 58"/>
                    <a:gd name="T37" fmla="*/ 56 h 56"/>
                    <a:gd name="T38" fmla="*/ 40 w 58"/>
                    <a:gd name="T39" fmla="*/ 54 h 56"/>
                    <a:gd name="T40" fmla="*/ 42 w 58"/>
                    <a:gd name="T41" fmla="*/ 52 h 56"/>
                    <a:gd name="T42" fmla="*/ 46 w 58"/>
                    <a:gd name="T43" fmla="*/ 50 h 56"/>
                    <a:gd name="T44" fmla="*/ 50 w 58"/>
                    <a:gd name="T45" fmla="*/ 44 h 56"/>
                    <a:gd name="T46" fmla="*/ 54 w 58"/>
                    <a:gd name="T47" fmla="*/ 40 h 56"/>
                    <a:gd name="T48" fmla="*/ 56 w 58"/>
                    <a:gd name="T49" fmla="*/ 34 h 56"/>
                    <a:gd name="T50" fmla="*/ 58 w 58"/>
                    <a:gd name="T51" fmla="*/ 30 h 56"/>
                    <a:gd name="T52" fmla="*/ 56 w 58"/>
                    <a:gd name="T53" fmla="*/ 24 h 56"/>
                    <a:gd name="T54" fmla="*/ 56 w 58"/>
                    <a:gd name="T55" fmla="*/ 18 h 56"/>
                    <a:gd name="T56" fmla="*/ 56 w 58"/>
                    <a:gd name="T57" fmla="*/ 12 h 56"/>
                    <a:gd name="T58" fmla="*/ 56 w 58"/>
                    <a:gd name="T59" fmla="*/ 8 h 56"/>
                    <a:gd name="T60" fmla="*/ 56 w 58"/>
                    <a:gd name="T61" fmla="*/ 6 h 56"/>
                    <a:gd name="T62" fmla="*/ 54 w 58"/>
                    <a:gd name="T63" fmla="*/ 6 h 56"/>
                    <a:gd name="T64" fmla="*/ 52 w 58"/>
                    <a:gd name="T65" fmla="*/ 4 h 56"/>
                    <a:gd name="T66" fmla="*/ 50 w 58"/>
                    <a:gd name="T67" fmla="*/ 2 h 56"/>
                    <a:gd name="T68" fmla="*/ 46 w 58"/>
                    <a:gd name="T69" fmla="*/ 0 h 56"/>
                    <a:gd name="T70" fmla="*/ 42 w 58"/>
                    <a:gd name="T71" fmla="*/ 0 h 56"/>
                    <a:gd name="T72" fmla="*/ 40 w 58"/>
                    <a:gd name="T73" fmla="*/ 0 h 56"/>
                    <a:gd name="T74" fmla="*/ 38 w 58"/>
                    <a:gd name="T75" fmla="*/ 2 h 56"/>
                    <a:gd name="T76" fmla="*/ 36 w 58"/>
                    <a:gd name="T77" fmla="*/ 4 h 56"/>
                    <a:gd name="T78" fmla="*/ 34 w 58"/>
                    <a:gd name="T79" fmla="*/ 8 h 56"/>
                    <a:gd name="T80" fmla="*/ 32 w 58"/>
                    <a:gd name="T81" fmla="*/ 10 h 56"/>
                    <a:gd name="T82" fmla="*/ 32 w 58"/>
                    <a:gd name="T83" fmla="*/ 10 h 56"/>
                    <a:gd name="T84" fmla="*/ 16 w 58"/>
                    <a:gd name="T85" fmla="*/ 2 h 56"/>
                    <a:gd name="T86" fmla="*/ 10 w 58"/>
                    <a:gd name="T8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8" h="56">
                      <a:moveTo>
                        <a:pt x="10" y="2"/>
                      </a:moveTo>
                      <a:lnTo>
                        <a:pt x="10" y="2"/>
                      </a:lnTo>
                      <a:lnTo>
                        <a:pt x="8" y="2"/>
                      </a:lnTo>
                      <a:lnTo>
                        <a:pt x="6" y="2"/>
                      </a:lnTo>
                      <a:lnTo>
                        <a:pt x="4" y="4"/>
                      </a:lnTo>
                      <a:lnTo>
                        <a:pt x="2" y="6"/>
                      </a:lnTo>
                      <a:lnTo>
                        <a:pt x="0" y="8"/>
                      </a:lnTo>
                      <a:lnTo>
                        <a:pt x="0" y="14"/>
                      </a:lnTo>
                      <a:lnTo>
                        <a:pt x="6" y="30"/>
                      </a:lnTo>
                      <a:lnTo>
                        <a:pt x="6" y="30"/>
                      </a:lnTo>
                      <a:lnTo>
                        <a:pt x="8" y="32"/>
                      </a:lnTo>
                      <a:lnTo>
                        <a:pt x="10" y="36"/>
                      </a:lnTo>
                      <a:lnTo>
                        <a:pt x="14" y="40"/>
                      </a:lnTo>
                      <a:lnTo>
                        <a:pt x="14" y="44"/>
                      </a:lnTo>
                      <a:lnTo>
                        <a:pt x="18" y="46"/>
                      </a:lnTo>
                      <a:lnTo>
                        <a:pt x="22" y="50"/>
                      </a:lnTo>
                      <a:lnTo>
                        <a:pt x="26" y="52"/>
                      </a:lnTo>
                      <a:lnTo>
                        <a:pt x="32" y="54"/>
                      </a:lnTo>
                      <a:lnTo>
                        <a:pt x="36" y="56"/>
                      </a:lnTo>
                      <a:lnTo>
                        <a:pt x="40" y="54"/>
                      </a:lnTo>
                      <a:lnTo>
                        <a:pt x="42" y="52"/>
                      </a:lnTo>
                      <a:lnTo>
                        <a:pt x="46" y="50"/>
                      </a:lnTo>
                      <a:lnTo>
                        <a:pt x="50" y="44"/>
                      </a:lnTo>
                      <a:lnTo>
                        <a:pt x="54" y="40"/>
                      </a:lnTo>
                      <a:lnTo>
                        <a:pt x="56" y="34"/>
                      </a:lnTo>
                      <a:lnTo>
                        <a:pt x="58" y="30"/>
                      </a:lnTo>
                      <a:lnTo>
                        <a:pt x="56" y="24"/>
                      </a:lnTo>
                      <a:lnTo>
                        <a:pt x="56" y="18"/>
                      </a:lnTo>
                      <a:lnTo>
                        <a:pt x="56" y="12"/>
                      </a:lnTo>
                      <a:lnTo>
                        <a:pt x="56" y="8"/>
                      </a:lnTo>
                      <a:lnTo>
                        <a:pt x="56" y="6"/>
                      </a:lnTo>
                      <a:lnTo>
                        <a:pt x="54" y="6"/>
                      </a:lnTo>
                      <a:lnTo>
                        <a:pt x="52" y="4"/>
                      </a:lnTo>
                      <a:lnTo>
                        <a:pt x="50" y="2"/>
                      </a:lnTo>
                      <a:lnTo>
                        <a:pt x="46" y="0"/>
                      </a:lnTo>
                      <a:lnTo>
                        <a:pt x="42" y="0"/>
                      </a:lnTo>
                      <a:lnTo>
                        <a:pt x="40" y="0"/>
                      </a:lnTo>
                      <a:lnTo>
                        <a:pt x="38" y="2"/>
                      </a:lnTo>
                      <a:lnTo>
                        <a:pt x="36" y="4"/>
                      </a:lnTo>
                      <a:lnTo>
                        <a:pt x="34" y="8"/>
                      </a:lnTo>
                      <a:lnTo>
                        <a:pt x="32" y="10"/>
                      </a:lnTo>
                      <a:lnTo>
                        <a:pt x="32" y="10"/>
                      </a:lnTo>
                      <a:lnTo>
                        <a:pt x="16" y="2"/>
                      </a:lnTo>
                      <a:lnTo>
                        <a:pt x="10" y="2"/>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5" name="Freeform 493">
                  <a:extLst>
                    <a:ext uri="{FF2B5EF4-FFF2-40B4-BE49-F238E27FC236}">
                      <a16:creationId xmlns:a16="http://schemas.microsoft.com/office/drawing/2014/main" id="{C5169905-D7A7-A970-923E-9FABD5F948E9}"/>
                    </a:ext>
                  </a:extLst>
                </p:cNvPr>
                <p:cNvSpPr/>
                <p:nvPr/>
              </p:nvSpPr>
              <p:spPr bwMode="gray">
                <a:xfrm>
                  <a:off x="4267647" y="4746683"/>
                  <a:ext cx="129598" cy="99908"/>
                </a:xfrm>
                <a:custGeom>
                  <a:avLst/>
                  <a:gdLst>
                    <a:gd name="T0" fmla="*/ 2 w 70"/>
                    <a:gd name="T1" fmla="*/ 44 h 54"/>
                    <a:gd name="T2" fmla="*/ 34 w 70"/>
                    <a:gd name="T3" fmla="*/ 28 h 54"/>
                    <a:gd name="T4" fmla="*/ 34 w 70"/>
                    <a:gd name="T5" fmla="*/ 28 h 54"/>
                    <a:gd name="T6" fmla="*/ 38 w 70"/>
                    <a:gd name="T7" fmla="*/ 26 h 54"/>
                    <a:gd name="T8" fmla="*/ 40 w 70"/>
                    <a:gd name="T9" fmla="*/ 22 h 54"/>
                    <a:gd name="T10" fmla="*/ 44 w 70"/>
                    <a:gd name="T11" fmla="*/ 18 h 54"/>
                    <a:gd name="T12" fmla="*/ 48 w 70"/>
                    <a:gd name="T13" fmla="*/ 14 h 54"/>
                    <a:gd name="T14" fmla="*/ 52 w 70"/>
                    <a:gd name="T15" fmla="*/ 10 h 54"/>
                    <a:gd name="T16" fmla="*/ 54 w 70"/>
                    <a:gd name="T17" fmla="*/ 4 h 54"/>
                    <a:gd name="T18" fmla="*/ 54 w 70"/>
                    <a:gd name="T19" fmla="*/ 0 h 54"/>
                    <a:gd name="T20" fmla="*/ 64 w 70"/>
                    <a:gd name="T21" fmla="*/ 0 h 54"/>
                    <a:gd name="T22" fmla="*/ 70 w 70"/>
                    <a:gd name="T23" fmla="*/ 8 h 54"/>
                    <a:gd name="T24" fmla="*/ 68 w 70"/>
                    <a:gd name="T25" fmla="*/ 12 h 54"/>
                    <a:gd name="T26" fmla="*/ 64 w 70"/>
                    <a:gd name="T27" fmla="*/ 22 h 54"/>
                    <a:gd name="T28" fmla="*/ 56 w 70"/>
                    <a:gd name="T29" fmla="*/ 32 h 54"/>
                    <a:gd name="T30" fmla="*/ 46 w 70"/>
                    <a:gd name="T31" fmla="*/ 42 h 54"/>
                    <a:gd name="T32" fmla="*/ 28 w 70"/>
                    <a:gd name="T33" fmla="*/ 50 h 54"/>
                    <a:gd name="T34" fmla="*/ 16 w 70"/>
                    <a:gd name="T35" fmla="*/ 54 h 54"/>
                    <a:gd name="T36" fmla="*/ 10 w 70"/>
                    <a:gd name="T37" fmla="*/ 54 h 54"/>
                    <a:gd name="T38" fmla="*/ 10 w 70"/>
                    <a:gd name="T39" fmla="*/ 54 h 54"/>
                    <a:gd name="T40" fmla="*/ 8 w 70"/>
                    <a:gd name="T41" fmla="*/ 54 h 54"/>
                    <a:gd name="T42" fmla="*/ 6 w 70"/>
                    <a:gd name="T43" fmla="*/ 54 h 54"/>
                    <a:gd name="T44" fmla="*/ 4 w 70"/>
                    <a:gd name="T45" fmla="*/ 52 h 54"/>
                    <a:gd name="T46" fmla="*/ 2 w 70"/>
                    <a:gd name="T47" fmla="*/ 52 h 54"/>
                    <a:gd name="T48" fmla="*/ 0 w 70"/>
                    <a:gd name="T49" fmla="*/ 50 h 54"/>
                    <a:gd name="T50" fmla="*/ 0 w 70"/>
                    <a:gd name="T51" fmla="*/ 48 h 54"/>
                    <a:gd name="T52" fmla="*/ 2 w 70"/>
                    <a:gd name="T53"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0" h="54">
                      <a:moveTo>
                        <a:pt x="2" y="44"/>
                      </a:moveTo>
                      <a:lnTo>
                        <a:pt x="34" y="28"/>
                      </a:lnTo>
                      <a:lnTo>
                        <a:pt x="34" y="28"/>
                      </a:lnTo>
                      <a:lnTo>
                        <a:pt x="38" y="26"/>
                      </a:lnTo>
                      <a:lnTo>
                        <a:pt x="40" y="22"/>
                      </a:lnTo>
                      <a:lnTo>
                        <a:pt x="44" y="18"/>
                      </a:lnTo>
                      <a:lnTo>
                        <a:pt x="48" y="14"/>
                      </a:lnTo>
                      <a:lnTo>
                        <a:pt x="52" y="10"/>
                      </a:lnTo>
                      <a:lnTo>
                        <a:pt x="54" y="4"/>
                      </a:lnTo>
                      <a:lnTo>
                        <a:pt x="54" y="0"/>
                      </a:lnTo>
                      <a:lnTo>
                        <a:pt x="64" y="0"/>
                      </a:lnTo>
                      <a:lnTo>
                        <a:pt x="70" y="8"/>
                      </a:lnTo>
                      <a:lnTo>
                        <a:pt x="68" y="12"/>
                      </a:lnTo>
                      <a:lnTo>
                        <a:pt x="64" y="22"/>
                      </a:lnTo>
                      <a:lnTo>
                        <a:pt x="56" y="32"/>
                      </a:lnTo>
                      <a:lnTo>
                        <a:pt x="46" y="42"/>
                      </a:lnTo>
                      <a:lnTo>
                        <a:pt x="28" y="50"/>
                      </a:lnTo>
                      <a:lnTo>
                        <a:pt x="16" y="54"/>
                      </a:lnTo>
                      <a:lnTo>
                        <a:pt x="10" y="54"/>
                      </a:lnTo>
                      <a:lnTo>
                        <a:pt x="10" y="54"/>
                      </a:lnTo>
                      <a:lnTo>
                        <a:pt x="8" y="54"/>
                      </a:lnTo>
                      <a:lnTo>
                        <a:pt x="6" y="54"/>
                      </a:lnTo>
                      <a:lnTo>
                        <a:pt x="4" y="52"/>
                      </a:lnTo>
                      <a:lnTo>
                        <a:pt x="2" y="52"/>
                      </a:lnTo>
                      <a:lnTo>
                        <a:pt x="0" y="50"/>
                      </a:lnTo>
                      <a:lnTo>
                        <a:pt x="0" y="48"/>
                      </a:lnTo>
                      <a:lnTo>
                        <a:pt x="2" y="4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6" name="Freeform 494">
                  <a:extLst>
                    <a:ext uri="{FF2B5EF4-FFF2-40B4-BE49-F238E27FC236}">
                      <a16:creationId xmlns:a16="http://schemas.microsoft.com/office/drawing/2014/main" id="{3DB5F23C-DB80-E8D6-BF4F-73B462AF9629}"/>
                    </a:ext>
                  </a:extLst>
                </p:cNvPr>
                <p:cNvSpPr/>
                <p:nvPr/>
              </p:nvSpPr>
              <p:spPr bwMode="gray">
                <a:xfrm>
                  <a:off x="4686063" y="5797568"/>
                  <a:ext cx="137003" cy="203516"/>
                </a:xfrm>
                <a:custGeom>
                  <a:avLst/>
                  <a:gdLst>
                    <a:gd name="T0" fmla="*/ 8 w 74"/>
                    <a:gd name="T1" fmla="*/ 0 h 110"/>
                    <a:gd name="T2" fmla="*/ 4 w 74"/>
                    <a:gd name="T3" fmla="*/ 2 h 110"/>
                    <a:gd name="T4" fmla="*/ 2 w 74"/>
                    <a:gd name="T5" fmla="*/ 4 h 110"/>
                    <a:gd name="T6" fmla="*/ 2 w 74"/>
                    <a:gd name="T7" fmla="*/ 12 h 110"/>
                    <a:gd name="T8" fmla="*/ 8 w 74"/>
                    <a:gd name="T9" fmla="*/ 20 h 110"/>
                    <a:gd name="T10" fmla="*/ 14 w 74"/>
                    <a:gd name="T11" fmla="*/ 30 h 110"/>
                    <a:gd name="T12" fmla="*/ 20 w 74"/>
                    <a:gd name="T13" fmla="*/ 38 h 110"/>
                    <a:gd name="T14" fmla="*/ 22 w 74"/>
                    <a:gd name="T15" fmla="*/ 40 h 110"/>
                    <a:gd name="T16" fmla="*/ 22 w 74"/>
                    <a:gd name="T17" fmla="*/ 54 h 110"/>
                    <a:gd name="T18" fmla="*/ 18 w 74"/>
                    <a:gd name="T19" fmla="*/ 74 h 110"/>
                    <a:gd name="T20" fmla="*/ 18 w 74"/>
                    <a:gd name="T21" fmla="*/ 78 h 110"/>
                    <a:gd name="T22" fmla="*/ 22 w 74"/>
                    <a:gd name="T23" fmla="*/ 84 h 110"/>
                    <a:gd name="T24" fmla="*/ 28 w 74"/>
                    <a:gd name="T25" fmla="*/ 92 h 110"/>
                    <a:gd name="T26" fmla="*/ 32 w 74"/>
                    <a:gd name="T27" fmla="*/ 102 h 110"/>
                    <a:gd name="T28" fmla="*/ 36 w 74"/>
                    <a:gd name="T29" fmla="*/ 110 h 110"/>
                    <a:gd name="T30" fmla="*/ 38 w 74"/>
                    <a:gd name="T31" fmla="*/ 110 h 110"/>
                    <a:gd name="T32" fmla="*/ 40 w 74"/>
                    <a:gd name="T33" fmla="*/ 102 h 110"/>
                    <a:gd name="T34" fmla="*/ 46 w 74"/>
                    <a:gd name="T35" fmla="*/ 90 h 110"/>
                    <a:gd name="T36" fmla="*/ 54 w 74"/>
                    <a:gd name="T37" fmla="*/ 82 h 110"/>
                    <a:gd name="T38" fmla="*/ 60 w 74"/>
                    <a:gd name="T39" fmla="*/ 78 h 110"/>
                    <a:gd name="T40" fmla="*/ 66 w 74"/>
                    <a:gd name="T41" fmla="*/ 68 h 110"/>
                    <a:gd name="T42" fmla="*/ 70 w 74"/>
                    <a:gd name="T43" fmla="*/ 58 h 110"/>
                    <a:gd name="T44" fmla="*/ 72 w 74"/>
                    <a:gd name="T45" fmla="*/ 50 h 110"/>
                    <a:gd name="T46" fmla="*/ 72 w 74"/>
                    <a:gd name="T47" fmla="*/ 50 h 110"/>
                    <a:gd name="T48" fmla="*/ 64 w 74"/>
                    <a:gd name="T49" fmla="*/ 52 h 110"/>
                    <a:gd name="T50" fmla="*/ 54 w 74"/>
                    <a:gd name="T51" fmla="*/ 52 h 110"/>
                    <a:gd name="T52" fmla="*/ 46 w 74"/>
                    <a:gd name="T53" fmla="*/ 48 h 110"/>
                    <a:gd name="T54" fmla="*/ 38 w 74"/>
                    <a:gd name="T55" fmla="*/ 40 h 110"/>
                    <a:gd name="T56" fmla="*/ 34 w 74"/>
                    <a:gd name="T57" fmla="*/ 32 h 110"/>
                    <a:gd name="T58" fmla="*/ 32 w 74"/>
                    <a:gd name="T59" fmla="*/ 28 h 110"/>
                    <a:gd name="T60" fmla="*/ 18 w 74"/>
                    <a:gd name="T61" fmla="*/ 10 h 110"/>
                    <a:gd name="T62" fmla="*/ 18 w 74"/>
                    <a:gd name="T63" fmla="*/ 6 h 110"/>
                    <a:gd name="T64" fmla="*/ 12 w 74"/>
                    <a:gd name="T65" fmla="*/ 2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110">
                      <a:moveTo>
                        <a:pt x="10" y="0"/>
                      </a:moveTo>
                      <a:lnTo>
                        <a:pt x="8" y="0"/>
                      </a:lnTo>
                      <a:lnTo>
                        <a:pt x="6" y="2"/>
                      </a:lnTo>
                      <a:lnTo>
                        <a:pt x="4" y="2"/>
                      </a:lnTo>
                      <a:lnTo>
                        <a:pt x="2" y="2"/>
                      </a:lnTo>
                      <a:lnTo>
                        <a:pt x="2" y="4"/>
                      </a:lnTo>
                      <a:lnTo>
                        <a:pt x="0" y="8"/>
                      </a:lnTo>
                      <a:lnTo>
                        <a:pt x="2" y="12"/>
                      </a:lnTo>
                      <a:lnTo>
                        <a:pt x="4" y="16"/>
                      </a:lnTo>
                      <a:lnTo>
                        <a:pt x="8" y="20"/>
                      </a:lnTo>
                      <a:lnTo>
                        <a:pt x="10" y="26"/>
                      </a:lnTo>
                      <a:lnTo>
                        <a:pt x="14" y="30"/>
                      </a:lnTo>
                      <a:lnTo>
                        <a:pt x="16" y="34"/>
                      </a:lnTo>
                      <a:lnTo>
                        <a:pt x="20" y="38"/>
                      </a:lnTo>
                      <a:lnTo>
                        <a:pt x="22" y="40"/>
                      </a:lnTo>
                      <a:lnTo>
                        <a:pt x="22" y="40"/>
                      </a:lnTo>
                      <a:lnTo>
                        <a:pt x="22" y="44"/>
                      </a:lnTo>
                      <a:lnTo>
                        <a:pt x="22" y="54"/>
                      </a:lnTo>
                      <a:lnTo>
                        <a:pt x="20" y="64"/>
                      </a:lnTo>
                      <a:lnTo>
                        <a:pt x="18" y="74"/>
                      </a:lnTo>
                      <a:lnTo>
                        <a:pt x="18" y="74"/>
                      </a:lnTo>
                      <a:lnTo>
                        <a:pt x="18" y="78"/>
                      </a:lnTo>
                      <a:lnTo>
                        <a:pt x="18" y="80"/>
                      </a:lnTo>
                      <a:lnTo>
                        <a:pt x="22" y="84"/>
                      </a:lnTo>
                      <a:lnTo>
                        <a:pt x="24" y="88"/>
                      </a:lnTo>
                      <a:lnTo>
                        <a:pt x="28" y="92"/>
                      </a:lnTo>
                      <a:lnTo>
                        <a:pt x="30" y="96"/>
                      </a:lnTo>
                      <a:lnTo>
                        <a:pt x="32" y="102"/>
                      </a:lnTo>
                      <a:lnTo>
                        <a:pt x="34" y="106"/>
                      </a:lnTo>
                      <a:lnTo>
                        <a:pt x="36" y="110"/>
                      </a:lnTo>
                      <a:lnTo>
                        <a:pt x="36" y="110"/>
                      </a:lnTo>
                      <a:lnTo>
                        <a:pt x="38" y="110"/>
                      </a:lnTo>
                      <a:lnTo>
                        <a:pt x="38" y="106"/>
                      </a:lnTo>
                      <a:lnTo>
                        <a:pt x="40" y="102"/>
                      </a:lnTo>
                      <a:lnTo>
                        <a:pt x="44" y="96"/>
                      </a:lnTo>
                      <a:lnTo>
                        <a:pt x="46" y="90"/>
                      </a:lnTo>
                      <a:lnTo>
                        <a:pt x="50" y="86"/>
                      </a:lnTo>
                      <a:lnTo>
                        <a:pt x="54" y="82"/>
                      </a:lnTo>
                      <a:lnTo>
                        <a:pt x="56" y="80"/>
                      </a:lnTo>
                      <a:lnTo>
                        <a:pt x="60" y="78"/>
                      </a:lnTo>
                      <a:lnTo>
                        <a:pt x="64" y="74"/>
                      </a:lnTo>
                      <a:lnTo>
                        <a:pt x="66" y="68"/>
                      </a:lnTo>
                      <a:lnTo>
                        <a:pt x="68" y="64"/>
                      </a:lnTo>
                      <a:lnTo>
                        <a:pt x="70" y="58"/>
                      </a:lnTo>
                      <a:lnTo>
                        <a:pt x="72" y="54"/>
                      </a:lnTo>
                      <a:lnTo>
                        <a:pt x="72" y="50"/>
                      </a:lnTo>
                      <a:lnTo>
                        <a:pt x="74" y="50"/>
                      </a:lnTo>
                      <a:lnTo>
                        <a:pt x="72" y="50"/>
                      </a:lnTo>
                      <a:lnTo>
                        <a:pt x="68" y="50"/>
                      </a:lnTo>
                      <a:lnTo>
                        <a:pt x="64" y="52"/>
                      </a:lnTo>
                      <a:lnTo>
                        <a:pt x="58" y="52"/>
                      </a:lnTo>
                      <a:lnTo>
                        <a:pt x="54" y="52"/>
                      </a:lnTo>
                      <a:lnTo>
                        <a:pt x="48" y="50"/>
                      </a:lnTo>
                      <a:lnTo>
                        <a:pt x="46" y="48"/>
                      </a:lnTo>
                      <a:lnTo>
                        <a:pt x="42" y="44"/>
                      </a:lnTo>
                      <a:lnTo>
                        <a:pt x="38" y="40"/>
                      </a:lnTo>
                      <a:lnTo>
                        <a:pt x="36" y="36"/>
                      </a:lnTo>
                      <a:lnTo>
                        <a:pt x="34" y="32"/>
                      </a:lnTo>
                      <a:lnTo>
                        <a:pt x="32" y="30"/>
                      </a:lnTo>
                      <a:lnTo>
                        <a:pt x="32" y="28"/>
                      </a:lnTo>
                      <a:lnTo>
                        <a:pt x="18" y="10"/>
                      </a:lnTo>
                      <a:lnTo>
                        <a:pt x="18" y="10"/>
                      </a:lnTo>
                      <a:lnTo>
                        <a:pt x="18" y="8"/>
                      </a:lnTo>
                      <a:lnTo>
                        <a:pt x="18" y="6"/>
                      </a:lnTo>
                      <a:lnTo>
                        <a:pt x="16" y="2"/>
                      </a:lnTo>
                      <a:lnTo>
                        <a:pt x="12" y="2"/>
                      </a:lnTo>
                      <a:lnTo>
                        <a:pt x="10" y="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7" name="Freeform 495">
                  <a:extLst>
                    <a:ext uri="{FF2B5EF4-FFF2-40B4-BE49-F238E27FC236}">
                      <a16:creationId xmlns:a16="http://schemas.microsoft.com/office/drawing/2014/main" id="{F997CAFA-E6BD-77D8-CAD7-375AAB101C0A}"/>
                    </a:ext>
                  </a:extLst>
                </p:cNvPr>
                <p:cNvSpPr/>
                <p:nvPr/>
              </p:nvSpPr>
              <p:spPr bwMode="gray">
                <a:xfrm>
                  <a:off x="4556465" y="5989983"/>
                  <a:ext cx="170328" cy="192416"/>
                </a:xfrm>
                <a:custGeom>
                  <a:avLst/>
                  <a:gdLst>
                    <a:gd name="T0" fmla="*/ 4 w 92"/>
                    <a:gd name="T1" fmla="*/ 80 h 104"/>
                    <a:gd name="T2" fmla="*/ 4 w 92"/>
                    <a:gd name="T3" fmla="*/ 80 h 104"/>
                    <a:gd name="T4" fmla="*/ 2 w 92"/>
                    <a:gd name="T5" fmla="*/ 82 h 104"/>
                    <a:gd name="T6" fmla="*/ 0 w 92"/>
                    <a:gd name="T7" fmla="*/ 84 h 104"/>
                    <a:gd name="T8" fmla="*/ 0 w 92"/>
                    <a:gd name="T9" fmla="*/ 88 h 104"/>
                    <a:gd name="T10" fmla="*/ 0 w 92"/>
                    <a:gd name="T11" fmla="*/ 90 h 104"/>
                    <a:gd name="T12" fmla="*/ 0 w 92"/>
                    <a:gd name="T13" fmla="*/ 94 h 104"/>
                    <a:gd name="T14" fmla="*/ 4 w 92"/>
                    <a:gd name="T15" fmla="*/ 96 h 104"/>
                    <a:gd name="T16" fmla="*/ 10 w 92"/>
                    <a:gd name="T17" fmla="*/ 98 h 104"/>
                    <a:gd name="T18" fmla="*/ 16 w 92"/>
                    <a:gd name="T19" fmla="*/ 100 h 104"/>
                    <a:gd name="T20" fmla="*/ 22 w 92"/>
                    <a:gd name="T21" fmla="*/ 102 h 104"/>
                    <a:gd name="T22" fmla="*/ 28 w 92"/>
                    <a:gd name="T23" fmla="*/ 104 h 104"/>
                    <a:gd name="T24" fmla="*/ 34 w 92"/>
                    <a:gd name="T25" fmla="*/ 104 h 104"/>
                    <a:gd name="T26" fmla="*/ 36 w 92"/>
                    <a:gd name="T27" fmla="*/ 104 h 104"/>
                    <a:gd name="T28" fmla="*/ 40 w 92"/>
                    <a:gd name="T29" fmla="*/ 102 h 104"/>
                    <a:gd name="T30" fmla="*/ 44 w 92"/>
                    <a:gd name="T31" fmla="*/ 98 h 104"/>
                    <a:gd name="T32" fmla="*/ 48 w 92"/>
                    <a:gd name="T33" fmla="*/ 94 h 104"/>
                    <a:gd name="T34" fmla="*/ 50 w 92"/>
                    <a:gd name="T35" fmla="*/ 90 h 104"/>
                    <a:gd name="T36" fmla="*/ 52 w 92"/>
                    <a:gd name="T37" fmla="*/ 86 h 104"/>
                    <a:gd name="T38" fmla="*/ 52 w 92"/>
                    <a:gd name="T39" fmla="*/ 82 h 104"/>
                    <a:gd name="T40" fmla="*/ 52 w 92"/>
                    <a:gd name="T41" fmla="*/ 78 h 104"/>
                    <a:gd name="T42" fmla="*/ 50 w 92"/>
                    <a:gd name="T43" fmla="*/ 74 h 104"/>
                    <a:gd name="T44" fmla="*/ 52 w 92"/>
                    <a:gd name="T45" fmla="*/ 70 h 104"/>
                    <a:gd name="T46" fmla="*/ 54 w 92"/>
                    <a:gd name="T47" fmla="*/ 66 h 104"/>
                    <a:gd name="T48" fmla="*/ 58 w 92"/>
                    <a:gd name="T49" fmla="*/ 64 h 104"/>
                    <a:gd name="T50" fmla="*/ 62 w 92"/>
                    <a:gd name="T51" fmla="*/ 60 h 104"/>
                    <a:gd name="T52" fmla="*/ 66 w 92"/>
                    <a:gd name="T53" fmla="*/ 54 h 104"/>
                    <a:gd name="T54" fmla="*/ 70 w 92"/>
                    <a:gd name="T55" fmla="*/ 50 h 104"/>
                    <a:gd name="T56" fmla="*/ 72 w 92"/>
                    <a:gd name="T57" fmla="*/ 46 h 104"/>
                    <a:gd name="T58" fmla="*/ 74 w 92"/>
                    <a:gd name="T59" fmla="*/ 44 h 104"/>
                    <a:gd name="T60" fmla="*/ 74 w 92"/>
                    <a:gd name="T61" fmla="*/ 42 h 104"/>
                    <a:gd name="T62" fmla="*/ 80 w 92"/>
                    <a:gd name="T63" fmla="*/ 30 h 104"/>
                    <a:gd name="T64" fmla="*/ 82 w 92"/>
                    <a:gd name="T65" fmla="*/ 28 h 104"/>
                    <a:gd name="T66" fmla="*/ 84 w 92"/>
                    <a:gd name="T67" fmla="*/ 26 h 104"/>
                    <a:gd name="T68" fmla="*/ 86 w 92"/>
                    <a:gd name="T69" fmla="*/ 24 h 104"/>
                    <a:gd name="T70" fmla="*/ 88 w 92"/>
                    <a:gd name="T71" fmla="*/ 20 h 104"/>
                    <a:gd name="T72" fmla="*/ 90 w 92"/>
                    <a:gd name="T73" fmla="*/ 16 h 104"/>
                    <a:gd name="T74" fmla="*/ 92 w 92"/>
                    <a:gd name="T75" fmla="*/ 12 h 104"/>
                    <a:gd name="T76" fmla="*/ 92 w 92"/>
                    <a:gd name="T77" fmla="*/ 8 h 104"/>
                    <a:gd name="T78" fmla="*/ 90 w 92"/>
                    <a:gd name="T79" fmla="*/ 6 h 104"/>
                    <a:gd name="T80" fmla="*/ 86 w 92"/>
                    <a:gd name="T81" fmla="*/ 4 h 104"/>
                    <a:gd name="T82" fmla="*/ 82 w 92"/>
                    <a:gd name="T83" fmla="*/ 2 h 104"/>
                    <a:gd name="T84" fmla="*/ 78 w 92"/>
                    <a:gd name="T85" fmla="*/ 0 h 104"/>
                    <a:gd name="T86" fmla="*/ 74 w 92"/>
                    <a:gd name="T87" fmla="*/ 0 h 104"/>
                    <a:gd name="T88" fmla="*/ 70 w 92"/>
                    <a:gd name="T89" fmla="*/ 0 h 104"/>
                    <a:gd name="T90" fmla="*/ 68 w 92"/>
                    <a:gd name="T91" fmla="*/ 2 h 104"/>
                    <a:gd name="T92" fmla="*/ 66 w 92"/>
                    <a:gd name="T93" fmla="*/ 4 h 104"/>
                    <a:gd name="T94" fmla="*/ 64 w 92"/>
                    <a:gd name="T95" fmla="*/ 8 h 104"/>
                    <a:gd name="T96" fmla="*/ 62 w 92"/>
                    <a:gd name="T97" fmla="*/ 10 h 104"/>
                    <a:gd name="T98" fmla="*/ 60 w 92"/>
                    <a:gd name="T99" fmla="*/ 12 h 104"/>
                    <a:gd name="T100" fmla="*/ 60 w 92"/>
                    <a:gd name="T101" fmla="*/ 12 h 104"/>
                    <a:gd name="T102" fmla="*/ 58 w 92"/>
                    <a:gd name="T103" fmla="*/ 26 h 104"/>
                    <a:gd name="T104" fmla="*/ 42 w 92"/>
                    <a:gd name="T105" fmla="*/ 36 h 104"/>
                    <a:gd name="T106" fmla="*/ 32 w 92"/>
                    <a:gd name="T107" fmla="*/ 44 h 104"/>
                    <a:gd name="T108" fmla="*/ 20 w 92"/>
                    <a:gd name="T109" fmla="*/ 62 h 104"/>
                    <a:gd name="T110" fmla="*/ 14 w 92"/>
                    <a:gd name="T111" fmla="*/ 72 h 104"/>
                    <a:gd name="T112" fmla="*/ 14 w 92"/>
                    <a:gd name="T113" fmla="*/ 72 h 104"/>
                    <a:gd name="T114" fmla="*/ 12 w 92"/>
                    <a:gd name="T115" fmla="*/ 72 h 104"/>
                    <a:gd name="T116" fmla="*/ 8 w 92"/>
                    <a:gd name="T117" fmla="*/ 72 h 104"/>
                    <a:gd name="T118" fmla="*/ 6 w 92"/>
                    <a:gd name="T119" fmla="*/ 76 h 104"/>
                    <a:gd name="T120" fmla="*/ 4 w 92"/>
                    <a:gd name="T121" fmla="*/ 8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2" h="104">
                      <a:moveTo>
                        <a:pt x="4" y="80"/>
                      </a:moveTo>
                      <a:lnTo>
                        <a:pt x="4" y="80"/>
                      </a:lnTo>
                      <a:lnTo>
                        <a:pt x="2" y="82"/>
                      </a:lnTo>
                      <a:lnTo>
                        <a:pt x="0" y="84"/>
                      </a:lnTo>
                      <a:lnTo>
                        <a:pt x="0" y="88"/>
                      </a:lnTo>
                      <a:lnTo>
                        <a:pt x="0" y="90"/>
                      </a:lnTo>
                      <a:lnTo>
                        <a:pt x="0" y="94"/>
                      </a:lnTo>
                      <a:lnTo>
                        <a:pt x="4" y="96"/>
                      </a:lnTo>
                      <a:lnTo>
                        <a:pt x="10" y="98"/>
                      </a:lnTo>
                      <a:lnTo>
                        <a:pt x="16" y="100"/>
                      </a:lnTo>
                      <a:lnTo>
                        <a:pt x="22" y="102"/>
                      </a:lnTo>
                      <a:lnTo>
                        <a:pt x="28" y="104"/>
                      </a:lnTo>
                      <a:lnTo>
                        <a:pt x="34" y="104"/>
                      </a:lnTo>
                      <a:lnTo>
                        <a:pt x="36" y="104"/>
                      </a:lnTo>
                      <a:lnTo>
                        <a:pt x="40" y="102"/>
                      </a:lnTo>
                      <a:lnTo>
                        <a:pt x="44" y="98"/>
                      </a:lnTo>
                      <a:lnTo>
                        <a:pt x="48" y="94"/>
                      </a:lnTo>
                      <a:lnTo>
                        <a:pt x="50" y="90"/>
                      </a:lnTo>
                      <a:lnTo>
                        <a:pt x="52" y="86"/>
                      </a:lnTo>
                      <a:lnTo>
                        <a:pt x="52" y="82"/>
                      </a:lnTo>
                      <a:lnTo>
                        <a:pt x="52" y="78"/>
                      </a:lnTo>
                      <a:lnTo>
                        <a:pt x="50" y="74"/>
                      </a:lnTo>
                      <a:lnTo>
                        <a:pt x="52" y="70"/>
                      </a:lnTo>
                      <a:lnTo>
                        <a:pt x="54" y="66"/>
                      </a:lnTo>
                      <a:lnTo>
                        <a:pt x="58" y="64"/>
                      </a:lnTo>
                      <a:lnTo>
                        <a:pt x="62" y="60"/>
                      </a:lnTo>
                      <a:lnTo>
                        <a:pt x="66" y="54"/>
                      </a:lnTo>
                      <a:lnTo>
                        <a:pt x="70" y="50"/>
                      </a:lnTo>
                      <a:lnTo>
                        <a:pt x="72" y="46"/>
                      </a:lnTo>
                      <a:lnTo>
                        <a:pt x="74" y="44"/>
                      </a:lnTo>
                      <a:lnTo>
                        <a:pt x="74" y="42"/>
                      </a:lnTo>
                      <a:lnTo>
                        <a:pt x="80" y="30"/>
                      </a:lnTo>
                      <a:lnTo>
                        <a:pt x="82" y="28"/>
                      </a:lnTo>
                      <a:lnTo>
                        <a:pt x="84" y="26"/>
                      </a:lnTo>
                      <a:lnTo>
                        <a:pt x="86" y="24"/>
                      </a:lnTo>
                      <a:lnTo>
                        <a:pt x="88" y="20"/>
                      </a:lnTo>
                      <a:lnTo>
                        <a:pt x="90" y="16"/>
                      </a:lnTo>
                      <a:lnTo>
                        <a:pt x="92" y="12"/>
                      </a:lnTo>
                      <a:lnTo>
                        <a:pt x="92" y="8"/>
                      </a:lnTo>
                      <a:lnTo>
                        <a:pt x="90" y="6"/>
                      </a:lnTo>
                      <a:lnTo>
                        <a:pt x="86" y="4"/>
                      </a:lnTo>
                      <a:lnTo>
                        <a:pt x="82" y="2"/>
                      </a:lnTo>
                      <a:lnTo>
                        <a:pt x="78" y="0"/>
                      </a:lnTo>
                      <a:lnTo>
                        <a:pt x="74" y="0"/>
                      </a:lnTo>
                      <a:lnTo>
                        <a:pt x="70" y="0"/>
                      </a:lnTo>
                      <a:lnTo>
                        <a:pt x="68" y="2"/>
                      </a:lnTo>
                      <a:lnTo>
                        <a:pt x="66" y="4"/>
                      </a:lnTo>
                      <a:lnTo>
                        <a:pt x="64" y="8"/>
                      </a:lnTo>
                      <a:lnTo>
                        <a:pt x="62" y="10"/>
                      </a:lnTo>
                      <a:lnTo>
                        <a:pt x="60" y="12"/>
                      </a:lnTo>
                      <a:lnTo>
                        <a:pt x="60" y="12"/>
                      </a:lnTo>
                      <a:lnTo>
                        <a:pt x="58" y="26"/>
                      </a:lnTo>
                      <a:lnTo>
                        <a:pt x="42" y="36"/>
                      </a:lnTo>
                      <a:lnTo>
                        <a:pt x="32" y="44"/>
                      </a:lnTo>
                      <a:lnTo>
                        <a:pt x="20" y="62"/>
                      </a:lnTo>
                      <a:lnTo>
                        <a:pt x="14" y="72"/>
                      </a:lnTo>
                      <a:lnTo>
                        <a:pt x="14" y="72"/>
                      </a:lnTo>
                      <a:lnTo>
                        <a:pt x="12" y="72"/>
                      </a:lnTo>
                      <a:lnTo>
                        <a:pt x="8" y="72"/>
                      </a:lnTo>
                      <a:lnTo>
                        <a:pt x="6" y="76"/>
                      </a:lnTo>
                      <a:lnTo>
                        <a:pt x="4" y="8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8" name="Freeform 496">
                  <a:extLst>
                    <a:ext uri="{FF2B5EF4-FFF2-40B4-BE49-F238E27FC236}">
                      <a16:creationId xmlns:a16="http://schemas.microsoft.com/office/drawing/2014/main" id="{C8167541-0868-C5E5-8CF7-7BA1168EF89E}"/>
                    </a:ext>
                  </a:extLst>
                </p:cNvPr>
                <p:cNvSpPr/>
                <p:nvPr/>
              </p:nvSpPr>
              <p:spPr bwMode="gray">
                <a:xfrm>
                  <a:off x="3586333" y="4247142"/>
                  <a:ext cx="66650" cy="177614"/>
                </a:xfrm>
                <a:custGeom>
                  <a:avLst/>
                  <a:gdLst>
                    <a:gd name="T0" fmla="*/ 20 w 36"/>
                    <a:gd name="T1" fmla="*/ 0 h 96"/>
                    <a:gd name="T2" fmla="*/ 20 w 36"/>
                    <a:gd name="T3" fmla="*/ 0 h 96"/>
                    <a:gd name="T4" fmla="*/ 16 w 36"/>
                    <a:gd name="T5" fmla="*/ 0 h 96"/>
                    <a:gd name="T6" fmla="*/ 12 w 36"/>
                    <a:gd name="T7" fmla="*/ 0 h 96"/>
                    <a:gd name="T8" fmla="*/ 8 w 36"/>
                    <a:gd name="T9" fmla="*/ 2 h 96"/>
                    <a:gd name="T10" fmla="*/ 4 w 36"/>
                    <a:gd name="T11" fmla="*/ 4 h 96"/>
                    <a:gd name="T12" fmla="*/ 2 w 36"/>
                    <a:gd name="T13" fmla="*/ 8 h 96"/>
                    <a:gd name="T14" fmla="*/ 2 w 36"/>
                    <a:gd name="T15" fmla="*/ 12 h 96"/>
                    <a:gd name="T16" fmla="*/ 0 w 36"/>
                    <a:gd name="T17" fmla="*/ 26 h 96"/>
                    <a:gd name="T18" fmla="*/ 0 w 36"/>
                    <a:gd name="T19" fmla="*/ 40 h 96"/>
                    <a:gd name="T20" fmla="*/ 2 w 36"/>
                    <a:gd name="T21" fmla="*/ 48 h 96"/>
                    <a:gd name="T22" fmla="*/ 2 w 36"/>
                    <a:gd name="T23" fmla="*/ 52 h 96"/>
                    <a:gd name="T24" fmla="*/ 4 w 36"/>
                    <a:gd name="T25" fmla="*/ 54 h 96"/>
                    <a:gd name="T26" fmla="*/ 4 w 36"/>
                    <a:gd name="T27" fmla="*/ 54 h 96"/>
                    <a:gd name="T28" fmla="*/ 4 w 36"/>
                    <a:gd name="T29" fmla="*/ 54 h 96"/>
                    <a:gd name="T30" fmla="*/ 4 w 36"/>
                    <a:gd name="T31" fmla="*/ 56 h 96"/>
                    <a:gd name="T32" fmla="*/ 2 w 36"/>
                    <a:gd name="T33" fmla="*/ 58 h 96"/>
                    <a:gd name="T34" fmla="*/ 2 w 36"/>
                    <a:gd name="T35" fmla="*/ 60 h 96"/>
                    <a:gd name="T36" fmla="*/ 0 w 36"/>
                    <a:gd name="T37" fmla="*/ 64 h 96"/>
                    <a:gd name="T38" fmla="*/ 0 w 36"/>
                    <a:gd name="T39" fmla="*/ 66 h 96"/>
                    <a:gd name="T40" fmla="*/ 2 w 36"/>
                    <a:gd name="T41" fmla="*/ 70 h 96"/>
                    <a:gd name="T42" fmla="*/ 4 w 36"/>
                    <a:gd name="T43" fmla="*/ 76 h 96"/>
                    <a:gd name="T44" fmla="*/ 6 w 36"/>
                    <a:gd name="T45" fmla="*/ 82 h 96"/>
                    <a:gd name="T46" fmla="*/ 10 w 36"/>
                    <a:gd name="T47" fmla="*/ 88 h 96"/>
                    <a:gd name="T48" fmla="*/ 12 w 36"/>
                    <a:gd name="T49" fmla="*/ 92 h 96"/>
                    <a:gd name="T50" fmla="*/ 14 w 36"/>
                    <a:gd name="T51" fmla="*/ 94 h 96"/>
                    <a:gd name="T52" fmla="*/ 16 w 36"/>
                    <a:gd name="T53" fmla="*/ 96 h 96"/>
                    <a:gd name="T54" fmla="*/ 18 w 36"/>
                    <a:gd name="T55" fmla="*/ 94 h 96"/>
                    <a:gd name="T56" fmla="*/ 22 w 36"/>
                    <a:gd name="T57" fmla="*/ 90 h 96"/>
                    <a:gd name="T58" fmla="*/ 24 w 36"/>
                    <a:gd name="T59" fmla="*/ 88 h 96"/>
                    <a:gd name="T60" fmla="*/ 24 w 36"/>
                    <a:gd name="T61" fmla="*/ 84 h 96"/>
                    <a:gd name="T62" fmla="*/ 24 w 36"/>
                    <a:gd name="T63" fmla="*/ 78 h 96"/>
                    <a:gd name="T64" fmla="*/ 24 w 36"/>
                    <a:gd name="T65" fmla="*/ 72 h 96"/>
                    <a:gd name="T66" fmla="*/ 24 w 36"/>
                    <a:gd name="T67" fmla="*/ 66 h 96"/>
                    <a:gd name="T68" fmla="*/ 24 w 36"/>
                    <a:gd name="T69" fmla="*/ 60 h 96"/>
                    <a:gd name="T70" fmla="*/ 24 w 36"/>
                    <a:gd name="T71" fmla="*/ 56 h 96"/>
                    <a:gd name="T72" fmla="*/ 24 w 36"/>
                    <a:gd name="T73" fmla="*/ 56 h 96"/>
                    <a:gd name="T74" fmla="*/ 30 w 36"/>
                    <a:gd name="T75" fmla="*/ 42 h 96"/>
                    <a:gd name="T76" fmla="*/ 30 w 36"/>
                    <a:gd name="T77" fmla="*/ 40 h 96"/>
                    <a:gd name="T78" fmla="*/ 30 w 36"/>
                    <a:gd name="T79" fmla="*/ 36 h 96"/>
                    <a:gd name="T80" fmla="*/ 30 w 36"/>
                    <a:gd name="T81" fmla="*/ 32 h 96"/>
                    <a:gd name="T82" fmla="*/ 30 w 36"/>
                    <a:gd name="T83" fmla="*/ 28 h 96"/>
                    <a:gd name="T84" fmla="*/ 32 w 36"/>
                    <a:gd name="T85" fmla="*/ 24 h 96"/>
                    <a:gd name="T86" fmla="*/ 32 w 36"/>
                    <a:gd name="T87" fmla="*/ 24 h 96"/>
                    <a:gd name="T88" fmla="*/ 34 w 36"/>
                    <a:gd name="T89" fmla="*/ 22 h 96"/>
                    <a:gd name="T90" fmla="*/ 34 w 36"/>
                    <a:gd name="T91" fmla="*/ 20 h 96"/>
                    <a:gd name="T92" fmla="*/ 34 w 36"/>
                    <a:gd name="T93" fmla="*/ 16 h 96"/>
                    <a:gd name="T94" fmla="*/ 34 w 36"/>
                    <a:gd name="T95" fmla="*/ 10 h 96"/>
                    <a:gd name="T96" fmla="*/ 34 w 36"/>
                    <a:gd name="T97" fmla="*/ 6 h 96"/>
                    <a:gd name="T98" fmla="*/ 34 w 36"/>
                    <a:gd name="T99" fmla="*/ 2 h 96"/>
                    <a:gd name="T100" fmla="*/ 36 w 36"/>
                    <a:gd name="T101" fmla="*/ 0 h 96"/>
                    <a:gd name="T102" fmla="*/ 34 w 36"/>
                    <a:gd name="T103" fmla="*/ 0 h 96"/>
                    <a:gd name="T104" fmla="*/ 32 w 36"/>
                    <a:gd name="T105" fmla="*/ 0 h 96"/>
                    <a:gd name="T106" fmla="*/ 28 w 36"/>
                    <a:gd name="T107" fmla="*/ 2 h 96"/>
                    <a:gd name="T108" fmla="*/ 24 w 36"/>
                    <a:gd name="T109" fmla="*/ 2 h 96"/>
                    <a:gd name="T110" fmla="*/ 20 w 36"/>
                    <a:gd name="T111"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6" h="96">
                      <a:moveTo>
                        <a:pt x="20" y="0"/>
                      </a:moveTo>
                      <a:lnTo>
                        <a:pt x="20" y="0"/>
                      </a:lnTo>
                      <a:lnTo>
                        <a:pt x="16" y="0"/>
                      </a:lnTo>
                      <a:lnTo>
                        <a:pt x="12" y="0"/>
                      </a:lnTo>
                      <a:lnTo>
                        <a:pt x="8" y="2"/>
                      </a:lnTo>
                      <a:lnTo>
                        <a:pt x="4" y="4"/>
                      </a:lnTo>
                      <a:lnTo>
                        <a:pt x="2" y="8"/>
                      </a:lnTo>
                      <a:lnTo>
                        <a:pt x="2" y="12"/>
                      </a:lnTo>
                      <a:lnTo>
                        <a:pt x="0" y="26"/>
                      </a:lnTo>
                      <a:lnTo>
                        <a:pt x="0" y="40"/>
                      </a:lnTo>
                      <a:lnTo>
                        <a:pt x="2" y="48"/>
                      </a:lnTo>
                      <a:lnTo>
                        <a:pt x="2" y="52"/>
                      </a:lnTo>
                      <a:lnTo>
                        <a:pt x="4" y="54"/>
                      </a:lnTo>
                      <a:lnTo>
                        <a:pt x="4" y="54"/>
                      </a:lnTo>
                      <a:lnTo>
                        <a:pt x="4" y="54"/>
                      </a:lnTo>
                      <a:lnTo>
                        <a:pt x="4" y="56"/>
                      </a:lnTo>
                      <a:lnTo>
                        <a:pt x="2" y="58"/>
                      </a:lnTo>
                      <a:lnTo>
                        <a:pt x="2" y="60"/>
                      </a:lnTo>
                      <a:lnTo>
                        <a:pt x="0" y="64"/>
                      </a:lnTo>
                      <a:lnTo>
                        <a:pt x="0" y="66"/>
                      </a:lnTo>
                      <a:lnTo>
                        <a:pt x="2" y="70"/>
                      </a:lnTo>
                      <a:lnTo>
                        <a:pt x="4" y="76"/>
                      </a:lnTo>
                      <a:lnTo>
                        <a:pt x="6" y="82"/>
                      </a:lnTo>
                      <a:lnTo>
                        <a:pt x="10" y="88"/>
                      </a:lnTo>
                      <a:lnTo>
                        <a:pt x="12" y="92"/>
                      </a:lnTo>
                      <a:lnTo>
                        <a:pt x="14" y="94"/>
                      </a:lnTo>
                      <a:lnTo>
                        <a:pt x="16" y="96"/>
                      </a:lnTo>
                      <a:lnTo>
                        <a:pt x="18" y="94"/>
                      </a:lnTo>
                      <a:lnTo>
                        <a:pt x="22" y="90"/>
                      </a:lnTo>
                      <a:lnTo>
                        <a:pt x="24" y="88"/>
                      </a:lnTo>
                      <a:lnTo>
                        <a:pt x="24" y="84"/>
                      </a:lnTo>
                      <a:lnTo>
                        <a:pt x="24" y="78"/>
                      </a:lnTo>
                      <a:lnTo>
                        <a:pt x="24" y="72"/>
                      </a:lnTo>
                      <a:lnTo>
                        <a:pt x="24" y="66"/>
                      </a:lnTo>
                      <a:lnTo>
                        <a:pt x="24" y="60"/>
                      </a:lnTo>
                      <a:lnTo>
                        <a:pt x="24" y="56"/>
                      </a:lnTo>
                      <a:lnTo>
                        <a:pt x="24" y="56"/>
                      </a:lnTo>
                      <a:lnTo>
                        <a:pt x="30" y="42"/>
                      </a:lnTo>
                      <a:lnTo>
                        <a:pt x="30" y="40"/>
                      </a:lnTo>
                      <a:lnTo>
                        <a:pt x="30" y="36"/>
                      </a:lnTo>
                      <a:lnTo>
                        <a:pt x="30" y="32"/>
                      </a:lnTo>
                      <a:lnTo>
                        <a:pt x="30" y="28"/>
                      </a:lnTo>
                      <a:lnTo>
                        <a:pt x="32" y="24"/>
                      </a:lnTo>
                      <a:lnTo>
                        <a:pt x="32" y="24"/>
                      </a:lnTo>
                      <a:lnTo>
                        <a:pt x="34" y="22"/>
                      </a:lnTo>
                      <a:lnTo>
                        <a:pt x="34" y="20"/>
                      </a:lnTo>
                      <a:lnTo>
                        <a:pt x="34" y="16"/>
                      </a:lnTo>
                      <a:lnTo>
                        <a:pt x="34" y="10"/>
                      </a:lnTo>
                      <a:lnTo>
                        <a:pt x="34" y="6"/>
                      </a:lnTo>
                      <a:lnTo>
                        <a:pt x="34" y="2"/>
                      </a:lnTo>
                      <a:lnTo>
                        <a:pt x="36" y="0"/>
                      </a:lnTo>
                      <a:lnTo>
                        <a:pt x="34" y="0"/>
                      </a:lnTo>
                      <a:lnTo>
                        <a:pt x="32" y="0"/>
                      </a:lnTo>
                      <a:lnTo>
                        <a:pt x="28" y="2"/>
                      </a:lnTo>
                      <a:lnTo>
                        <a:pt x="24" y="2"/>
                      </a:lnTo>
                      <a:lnTo>
                        <a:pt x="20" y="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69" name="Freeform 497">
                  <a:extLst>
                    <a:ext uri="{FF2B5EF4-FFF2-40B4-BE49-F238E27FC236}">
                      <a16:creationId xmlns:a16="http://schemas.microsoft.com/office/drawing/2014/main" id="{94F91F8F-B60E-7574-E871-D6DA838541C6}"/>
                    </a:ext>
                  </a:extLst>
                </p:cNvPr>
                <p:cNvSpPr/>
                <p:nvPr/>
              </p:nvSpPr>
              <p:spPr bwMode="gray">
                <a:xfrm>
                  <a:off x="3527088" y="4432157"/>
                  <a:ext cx="59245" cy="62905"/>
                </a:xfrm>
                <a:custGeom>
                  <a:avLst/>
                  <a:gdLst>
                    <a:gd name="T0" fmla="*/ 2 w 32"/>
                    <a:gd name="T1" fmla="*/ 28 h 34"/>
                    <a:gd name="T2" fmla="*/ 2 w 32"/>
                    <a:gd name="T3" fmla="*/ 28 h 34"/>
                    <a:gd name="T4" fmla="*/ 0 w 32"/>
                    <a:gd name="T5" fmla="*/ 30 h 34"/>
                    <a:gd name="T6" fmla="*/ 0 w 32"/>
                    <a:gd name="T7" fmla="*/ 30 h 34"/>
                    <a:gd name="T8" fmla="*/ 2 w 32"/>
                    <a:gd name="T9" fmla="*/ 32 h 34"/>
                    <a:gd name="T10" fmla="*/ 4 w 32"/>
                    <a:gd name="T11" fmla="*/ 34 h 34"/>
                    <a:gd name="T12" fmla="*/ 6 w 32"/>
                    <a:gd name="T13" fmla="*/ 32 h 34"/>
                    <a:gd name="T14" fmla="*/ 10 w 32"/>
                    <a:gd name="T15" fmla="*/ 32 h 34"/>
                    <a:gd name="T16" fmla="*/ 12 w 32"/>
                    <a:gd name="T17" fmla="*/ 30 h 34"/>
                    <a:gd name="T18" fmla="*/ 16 w 32"/>
                    <a:gd name="T19" fmla="*/ 26 h 34"/>
                    <a:gd name="T20" fmla="*/ 20 w 32"/>
                    <a:gd name="T21" fmla="*/ 24 h 34"/>
                    <a:gd name="T22" fmla="*/ 22 w 32"/>
                    <a:gd name="T23" fmla="*/ 22 h 34"/>
                    <a:gd name="T24" fmla="*/ 22 w 32"/>
                    <a:gd name="T25" fmla="*/ 22 h 34"/>
                    <a:gd name="T26" fmla="*/ 22 w 32"/>
                    <a:gd name="T27" fmla="*/ 22 h 34"/>
                    <a:gd name="T28" fmla="*/ 24 w 32"/>
                    <a:gd name="T29" fmla="*/ 20 h 34"/>
                    <a:gd name="T30" fmla="*/ 26 w 32"/>
                    <a:gd name="T31" fmla="*/ 16 h 34"/>
                    <a:gd name="T32" fmla="*/ 28 w 32"/>
                    <a:gd name="T33" fmla="*/ 12 h 34"/>
                    <a:gd name="T34" fmla="*/ 30 w 32"/>
                    <a:gd name="T35" fmla="*/ 10 h 34"/>
                    <a:gd name="T36" fmla="*/ 32 w 32"/>
                    <a:gd name="T37" fmla="*/ 6 h 34"/>
                    <a:gd name="T38" fmla="*/ 32 w 32"/>
                    <a:gd name="T39" fmla="*/ 4 h 34"/>
                    <a:gd name="T40" fmla="*/ 32 w 32"/>
                    <a:gd name="T41" fmla="*/ 4 h 34"/>
                    <a:gd name="T42" fmla="*/ 32 w 32"/>
                    <a:gd name="T43" fmla="*/ 2 h 34"/>
                    <a:gd name="T44" fmla="*/ 30 w 32"/>
                    <a:gd name="T45" fmla="*/ 0 h 34"/>
                    <a:gd name="T46" fmla="*/ 28 w 32"/>
                    <a:gd name="T47" fmla="*/ 0 h 34"/>
                    <a:gd name="T48" fmla="*/ 26 w 32"/>
                    <a:gd name="T49" fmla="*/ 0 h 34"/>
                    <a:gd name="T50" fmla="*/ 22 w 32"/>
                    <a:gd name="T51" fmla="*/ 2 h 34"/>
                    <a:gd name="T52" fmla="*/ 20 w 32"/>
                    <a:gd name="T53" fmla="*/ 6 h 34"/>
                    <a:gd name="T54" fmla="*/ 16 w 32"/>
                    <a:gd name="T55" fmla="*/ 10 h 34"/>
                    <a:gd name="T56" fmla="*/ 12 w 32"/>
                    <a:gd name="T57" fmla="*/ 14 h 34"/>
                    <a:gd name="T58" fmla="*/ 8 w 32"/>
                    <a:gd name="T59" fmla="*/ 20 h 34"/>
                    <a:gd name="T60" fmla="*/ 4 w 32"/>
                    <a:gd name="T61" fmla="*/ 24 h 34"/>
                    <a:gd name="T62" fmla="*/ 2 w 32"/>
                    <a:gd name="T63" fmla="*/ 26 h 34"/>
                    <a:gd name="T64" fmla="*/ 2 w 32"/>
                    <a:gd name="T65" fmla="*/ 2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4">
                      <a:moveTo>
                        <a:pt x="2" y="28"/>
                      </a:moveTo>
                      <a:lnTo>
                        <a:pt x="2" y="28"/>
                      </a:lnTo>
                      <a:lnTo>
                        <a:pt x="0" y="30"/>
                      </a:lnTo>
                      <a:lnTo>
                        <a:pt x="0" y="30"/>
                      </a:lnTo>
                      <a:lnTo>
                        <a:pt x="2" y="32"/>
                      </a:lnTo>
                      <a:lnTo>
                        <a:pt x="4" y="34"/>
                      </a:lnTo>
                      <a:lnTo>
                        <a:pt x="6" y="32"/>
                      </a:lnTo>
                      <a:lnTo>
                        <a:pt x="10" y="32"/>
                      </a:lnTo>
                      <a:lnTo>
                        <a:pt x="12" y="30"/>
                      </a:lnTo>
                      <a:lnTo>
                        <a:pt x="16" y="26"/>
                      </a:lnTo>
                      <a:lnTo>
                        <a:pt x="20" y="24"/>
                      </a:lnTo>
                      <a:lnTo>
                        <a:pt x="22" y="22"/>
                      </a:lnTo>
                      <a:lnTo>
                        <a:pt x="22" y="22"/>
                      </a:lnTo>
                      <a:lnTo>
                        <a:pt x="22" y="22"/>
                      </a:lnTo>
                      <a:lnTo>
                        <a:pt x="24" y="20"/>
                      </a:lnTo>
                      <a:lnTo>
                        <a:pt x="26" y="16"/>
                      </a:lnTo>
                      <a:lnTo>
                        <a:pt x="28" y="12"/>
                      </a:lnTo>
                      <a:lnTo>
                        <a:pt x="30" y="10"/>
                      </a:lnTo>
                      <a:lnTo>
                        <a:pt x="32" y="6"/>
                      </a:lnTo>
                      <a:lnTo>
                        <a:pt x="32" y="4"/>
                      </a:lnTo>
                      <a:lnTo>
                        <a:pt x="32" y="4"/>
                      </a:lnTo>
                      <a:lnTo>
                        <a:pt x="32" y="2"/>
                      </a:lnTo>
                      <a:lnTo>
                        <a:pt x="30" y="0"/>
                      </a:lnTo>
                      <a:lnTo>
                        <a:pt x="28" y="0"/>
                      </a:lnTo>
                      <a:lnTo>
                        <a:pt x="26" y="0"/>
                      </a:lnTo>
                      <a:lnTo>
                        <a:pt x="22" y="2"/>
                      </a:lnTo>
                      <a:lnTo>
                        <a:pt x="20" y="6"/>
                      </a:lnTo>
                      <a:lnTo>
                        <a:pt x="16" y="10"/>
                      </a:lnTo>
                      <a:lnTo>
                        <a:pt x="12" y="14"/>
                      </a:lnTo>
                      <a:lnTo>
                        <a:pt x="8" y="20"/>
                      </a:lnTo>
                      <a:lnTo>
                        <a:pt x="4" y="24"/>
                      </a:lnTo>
                      <a:lnTo>
                        <a:pt x="2" y="26"/>
                      </a:lnTo>
                      <a:lnTo>
                        <a:pt x="2" y="2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0" name="Freeform 498">
                  <a:extLst>
                    <a:ext uri="{FF2B5EF4-FFF2-40B4-BE49-F238E27FC236}">
                      <a16:creationId xmlns:a16="http://schemas.microsoft.com/office/drawing/2014/main" id="{2F67BC77-1770-8BBF-D9F0-9EF530259386}"/>
                    </a:ext>
                  </a:extLst>
                </p:cNvPr>
                <p:cNvSpPr/>
                <p:nvPr/>
              </p:nvSpPr>
              <p:spPr bwMode="gray">
                <a:xfrm>
                  <a:off x="3638172" y="4476561"/>
                  <a:ext cx="111084" cy="85107"/>
                </a:xfrm>
                <a:custGeom>
                  <a:avLst/>
                  <a:gdLst>
                    <a:gd name="T0" fmla="*/ 42 w 60"/>
                    <a:gd name="T1" fmla="*/ 2 h 46"/>
                    <a:gd name="T2" fmla="*/ 30 w 60"/>
                    <a:gd name="T3" fmla="*/ 8 h 46"/>
                    <a:gd name="T4" fmla="*/ 20 w 60"/>
                    <a:gd name="T5" fmla="*/ 10 h 46"/>
                    <a:gd name="T6" fmla="*/ 6 w 60"/>
                    <a:gd name="T7" fmla="*/ 16 h 46"/>
                    <a:gd name="T8" fmla="*/ 6 w 60"/>
                    <a:gd name="T9" fmla="*/ 18 h 46"/>
                    <a:gd name="T10" fmla="*/ 4 w 60"/>
                    <a:gd name="T11" fmla="*/ 20 h 46"/>
                    <a:gd name="T12" fmla="*/ 2 w 60"/>
                    <a:gd name="T13" fmla="*/ 22 h 46"/>
                    <a:gd name="T14" fmla="*/ 2 w 60"/>
                    <a:gd name="T15" fmla="*/ 26 h 46"/>
                    <a:gd name="T16" fmla="*/ 0 w 60"/>
                    <a:gd name="T17" fmla="*/ 30 h 46"/>
                    <a:gd name="T18" fmla="*/ 0 w 60"/>
                    <a:gd name="T19" fmla="*/ 32 h 46"/>
                    <a:gd name="T20" fmla="*/ 0 w 60"/>
                    <a:gd name="T21" fmla="*/ 34 h 46"/>
                    <a:gd name="T22" fmla="*/ 2 w 60"/>
                    <a:gd name="T23" fmla="*/ 36 h 46"/>
                    <a:gd name="T24" fmla="*/ 8 w 60"/>
                    <a:gd name="T25" fmla="*/ 34 h 46"/>
                    <a:gd name="T26" fmla="*/ 12 w 60"/>
                    <a:gd name="T27" fmla="*/ 34 h 46"/>
                    <a:gd name="T28" fmla="*/ 16 w 60"/>
                    <a:gd name="T29" fmla="*/ 32 h 46"/>
                    <a:gd name="T30" fmla="*/ 20 w 60"/>
                    <a:gd name="T31" fmla="*/ 32 h 46"/>
                    <a:gd name="T32" fmla="*/ 20 w 60"/>
                    <a:gd name="T33" fmla="*/ 32 h 46"/>
                    <a:gd name="T34" fmla="*/ 20 w 60"/>
                    <a:gd name="T35" fmla="*/ 32 h 46"/>
                    <a:gd name="T36" fmla="*/ 20 w 60"/>
                    <a:gd name="T37" fmla="*/ 34 h 46"/>
                    <a:gd name="T38" fmla="*/ 20 w 60"/>
                    <a:gd name="T39" fmla="*/ 38 h 46"/>
                    <a:gd name="T40" fmla="*/ 22 w 60"/>
                    <a:gd name="T41" fmla="*/ 40 h 46"/>
                    <a:gd name="T42" fmla="*/ 24 w 60"/>
                    <a:gd name="T43" fmla="*/ 42 h 46"/>
                    <a:gd name="T44" fmla="*/ 26 w 60"/>
                    <a:gd name="T45" fmla="*/ 44 h 46"/>
                    <a:gd name="T46" fmla="*/ 30 w 60"/>
                    <a:gd name="T47" fmla="*/ 44 h 46"/>
                    <a:gd name="T48" fmla="*/ 32 w 60"/>
                    <a:gd name="T49" fmla="*/ 46 h 46"/>
                    <a:gd name="T50" fmla="*/ 36 w 60"/>
                    <a:gd name="T51" fmla="*/ 46 h 46"/>
                    <a:gd name="T52" fmla="*/ 40 w 60"/>
                    <a:gd name="T53" fmla="*/ 46 h 46"/>
                    <a:gd name="T54" fmla="*/ 42 w 60"/>
                    <a:gd name="T55" fmla="*/ 46 h 46"/>
                    <a:gd name="T56" fmla="*/ 44 w 60"/>
                    <a:gd name="T57" fmla="*/ 42 h 46"/>
                    <a:gd name="T58" fmla="*/ 44 w 60"/>
                    <a:gd name="T59" fmla="*/ 38 h 46"/>
                    <a:gd name="T60" fmla="*/ 44 w 60"/>
                    <a:gd name="T61" fmla="*/ 34 h 46"/>
                    <a:gd name="T62" fmla="*/ 42 w 60"/>
                    <a:gd name="T63" fmla="*/ 32 h 46"/>
                    <a:gd name="T64" fmla="*/ 42 w 60"/>
                    <a:gd name="T65" fmla="*/ 30 h 46"/>
                    <a:gd name="T66" fmla="*/ 44 w 60"/>
                    <a:gd name="T67" fmla="*/ 28 h 46"/>
                    <a:gd name="T68" fmla="*/ 46 w 60"/>
                    <a:gd name="T69" fmla="*/ 28 h 46"/>
                    <a:gd name="T70" fmla="*/ 48 w 60"/>
                    <a:gd name="T71" fmla="*/ 30 h 46"/>
                    <a:gd name="T72" fmla="*/ 50 w 60"/>
                    <a:gd name="T73" fmla="*/ 32 h 46"/>
                    <a:gd name="T74" fmla="*/ 52 w 60"/>
                    <a:gd name="T75" fmla="*/ 34 h 46"/>
                    <a:gd name="T76" fmla="*/ 54 w 60"/>
                    <a:gd name="T77" fmla="*/ 36 h 46"/>
                    <a:gd name="T78" fmla="*/ 56 w 60"/>
                    <a:gd name="T79" fmla="*/ 34 h 46"/>
                    <a:gd name="T80" fmla="*/ 58 w 60"/>
                    <a:gd name="T81" fmla="*/ 30 h 46"/>
                    <a:gd name="T82" fmla="*/ 60 w 60"/>
                    <a:gd name="T83" fmla="*/ 24 h 46"/>
                    <a:gd name="T84" fmla="*/ 60 w 60"/>
                    <a:gd name="T85" fmla="*/ 20 h 46"/>
                    <a:gd name="T86" fmla="*/ 60 w 60"/>
                    <a:gd name="T87" fmla="*/ 16 h 46"/>
                    <a:gd name="T88" fmla="*/ 58 w 60"/>
                    <a:gd name="T89" fmla="*/ 12 h 46"/>
                    <a:gd name="T90" fmla="*/ 56 w 60"/>
                    <a:gd name="T91" fmla="*/ 8 h 46"/>
                    <a:gd name="T92" fmla="*/ 52 w 60"/>
                    <a:gd name="T93" fmla="*/ 4 h 46"/>
                    <a:gd name="T94" fmla="*/ 48 w 60"/>
                    <a:gd name="T95" fmla="*/ 2 h 46"/>
                    <a:gd name="T96" fmla="*/ 46 w 60"/>
                    <a:gd name="T97" fmla="*/ 0 h 46"/>
                    <a:gd name="T98" fmla="*/ 42 w 60"/>
                    <a:gd name="T99"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46">
                      <a:moveTo>
                        <a:pt x="42" y="2"/>
                      </a:moveTo>
                      <a:lnTo>
                        <a:pt x="30" y="8"/>
                      </a:lnTo>
                      <a:lnTo>
                        <a:pt x="20" y="10"/>
                      </a:lnTo>
                      <a:lnTo>
                        <a:pt x="6" y="16"/>
                      </a:lnTo>
                      <a:lnTo>
                        <a:pt x="6" y="18"/>
                      </a:lnTo>
                      <a:lnTo>
                        <a:pt x="4" y="20"/>
                      </a:lnTo>
                      <a:lnTo>
                        <a:pt x="2" y="22"/>
                      </a:lnTo>
                      <a:lnTo>
                        <a:pt x="2" y="26"/>
                      </a:lnTo>
                      <a:lnTo>
                        <a:pt x="0" y="30"/>
                      </a:lnTo>
                      <a:lnTo>
                        <a:pt x="0" y="32"/>
                      </a:lnTo>
                      <a:lnTo>
                        <a:pt x="0" y="34"/>
                      </a:lnTo>
                      <a:lnTo>
                        <a:pt x="2" y="36"/>
                      </a:lnTo>
                      <a:lnTo>
                        <a:pt x="8" y="34"/>
                      </a:lnTo>
                      <a:lnTo>
                        <a:pt x="12" y="34"/>
                      </a:lnTo>
                      <a:lnTo>
                        <a:pt x="16" y="32"/>
                      </a:lnTo>
                      <a:lnTo>
                        <a:pt x="20" y="32"/>
                      </a:lnTo>
                      <a:lnTo>
                        <a:pt x="20" y="32"/>
                      </a:lnTo>
                      <a:lnTo>
                        <a:pt x="20" y="32"/>
                      </a:lnTo>
                      <a:lnTo>
                        <a:pt x="20" y="34"/>
                      </a:lnTo>
                      <a:lnTo>
                        <a:pt x="20" y="38"/>
                      </a:lnTo>
                      <a:lnTo>
                        <a:pt x="22" y="40"/>
                      </a:lnTo>
                      <a:lnTo>
                        <a:pt x="24" y="42"/>
                      </a:lnTo>
                      <a:lnTo>
                        <a:pt x="26" y="44"/>
                      </a:lnTo>
                      <a:lnTo>
                        <a:pt x="30" y="44"/>
                      </a:lnTo>
                      <a:lnTo>
                        <a:pt x="32" y="46"/>
                      </a:lnTo>
                      <a:lnTo>
                        <a:pt x="36" y="46"/>
                      </a:lnTo>
                      <a:lnTo>
                        <a:pt x="40" y="46"/>
                      </a:lnTo>
                      <a:lnTo>
                        <a:pt x="42" y="46"/>
                      </a:lnTo>
                      <a:lnTo>
                        <a:pt x="44" y="42"/>
                      </a:lnTo>
                      <a:lnTo>
                        <a:pt x="44" y="38"/>
                      </a:lnTo>
                      <a:lnTo>
                        <a:pt x="44" y="34"/>
                      </a:lnTo>
                      <a:lnTo>
                        <a:pt x="42" y="32"/>
                      </a:lnTo>
                      <a:lnTo>
                        <a:pt x="42" y="30"/>
                      </a:lnTo>
                      <a:lnTo>
                        <a:pt x="44" y="28"/>
                      </a:lnTo>
                      <a:lnTo>
                        <a:pt x="46" y="28"/>
                      </a:lnTo>
                      <a:lnTo>
                        <a:pt x="48" y="30"/>
                      </a:lnTo>
                      <a:lnTo>
                        <a:pt x="50" y="32"/>
                      </a:lnTo>
                      <a:lnTo>
                        <a:pt x="52" y="34"/>
                      </a:lnTo>
                      <a:lnTo>
                        <a:pt x="54" y="36"/>
                      </a:lnTo>
                      <a:lnTo>
                        <a:pt x="56" y="34"/>
                      </a:lnTo>
                      <a:lnTo>
                        <a:pt x="58" y="30"/>
                      </a:lnTo>
                      <a:lnTo>
                        <a:pt x="60" y="24"/>
                      </a:lnTo>
                      <a:lnTo>
                        <a:pt x="60" y="20"/>
                      </a:lnTo>
                      <a:lnTo>
                        <a:pt x="60" y="16"/>
                      </a:lnTo>
                      <a:lnTo>
                        <a:pt x="58" y="12"/>
                      </a:lnTo>
                      <a:lnTo>
                        <a:pt x="56" y="8"/>
                      </a:lnTo>
                      <a:lnTo>
                        <a:pt x="52" y="4"/>
                      </a:lnTo>
                      <a:lnTo>
                        <a:pt x="48" y="2"/>
                      </a:lnTo>
                      <a:lnTo>
                        <a:pt x="46" y="0"/>
                      </a:lnTo>
                      <a:lnTo>
                        <a:pt x="42" y="2"/>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1" name="Freeform 499">
                  <a:extLst>
                    <a:ext uri="{FF2B5EF4-FFF2-40B4-BE49-F238E27FC236}">
                      <a16:creationId xmlns:a16="http://schemas.microsoft.com/office/drawing/2014/main" id="{2D094A47-410E-1F46-BDC3-9774DDE4737A}"/>
                    </a:ext>
                  </a:extLst>
                </p:cNvPr>
                <p:cNvSpPr/>
                <p:nvPr/>
              </p:nvSpPr>
              <p:spPr bwMode="gray">
                <a:xfrm>
                  <a:off x="3375274" y="4528365"/>
                  <a:ext cx="199951" cy="177614"/>
                </a:xfrm>
                <a:custGeom>
                  <a:avLst/>
                  <a:gdLst>
                    <a:gd name="T0" fmla="*/ 70 w 108"/>
                    <a:gd name="T1" fmla="*/ 46 h 96"/>
                    <a:gd name="T2" fmla="*/ 90 w 108"/>
                    <a:gd name="T3" fmla="*/ 46 h 96"/>
                    <a:gd name="T4" fmla="*/ 100 w 108"/>
                    <a:gd name="T5" fmla="*/ 44 h 96"/>
                    <a:gd name="T6" fmla="*/ 86 w 108"/>
                    <a:gd name="T7" fmla="*/ 38 h 96"/>
                    <a:gd name="T8" fmla="*/ 108 w 108"/>
                    <a:gd name="T9" fmla="*/ 30 h 96"/>
                    <a:gd name="T10" fmla="*/ 108 w 108"/>
                    <a:gd name="T11" fmla="*/ 26 h 96"/>
                    <a:gd name="T12" fmla="*/ 104 w 108"/>
                    <a:gd name="T13" fmla="*/ 22 h 96"/>
                    <a:gd name="T14" fmla="*/ 98 w 108"/>
                    <a:gd name="T15" fmla="*/ 16 h 96"/>
                    <a:gd name="T16" fmla="*/ 92 w 108"/>
                    <a:gd name="T17" fmla="*/ 10 h 96"/>
                    <a:gd name="T18" fmla="*/ 90 w 108"/>
                    <a:gd name="T19" fmla="*/ 6 h 96"/>
                    <a:gd name="T20" fmla="*/ 88 w 108"/>
                    <a:gd name="T21" fmla="*/ 4 h 96"/>
                    <a:gd name="T22" fmla="*/ 84 w 108"/>
                    <a:gd name="T23" fmla="*/ 0 h 96"/>
                    <a:gd name="T24" fmla="*/ 78 w 108"/>
                    <a:gd name="T25" fmla="*/ 2 h 96"/>
                    <a:gd name="T26" fmla="*/ 72 w 108"/>
                    <a:gd name="T27" fmla="*/ 4 h 96"/>
                    <a:gd name="T28" fmla="*/ 66 w 108"/>
                    <a:gd name="T29" fmla="*/ 10 h 96"/>
                    <a:gd name="T30" fmla="*/ 58 w 108"/>
                    <a:gd name="T31" fmla="*/ 14 h 96"/>
                    <a:gd name="T32" fmla="*/ 48 w 108"/>
                    <a:gd name="T33" fmla="*/ 38 h 96"/>
                    <a:gd name="T34" fmla="*/ 42 w 108"/>
                    <a:gd name="T35" fmla="*/ 40 h 96"/>
                    <a:gd name="T36" fmla="*/ 36 w 108"/>
                    <a:gd name="T37" fmla="*/ 46 h 96"/>
                    <a:gd name="T38" fmla="*/ 30 w 108"/>
                    <a:gd name="T39" fmla="*/ 48 h 96"/>
                    <a:gd name="T40" fmla="*/ 24 w 108"/>
                    <a:gd name="T41" fmla="*/ 54 h 96"/>
                    <a:gd name="T42" fmla="*/ 18 w 108"/>
                    <a:gd name="T43" fmla="*/ 60 h 96"/>
                    <a:gd name="T44" fmla="*/ 16 w 108"/>
                    <a:gd name="T45" fmla="*/ 64 h 96"/>
                    <a:gd name="T46" fmla="*/ 0 w 108"/>
                    <a:gd name="T47" fmla="*/ 88 h 96"/>
                    <a:gd name="T48" fmla="*/ 2 w 108"/>
                    <a:gd name="T49" fmla="*/ 90 h 96"/>
                    <a:gd name="T50" fmla="*/ 10 w 108"/>
                    <a:gd name="T51" fmla="*/ 94 h 96"/>
                    <a:gd name="T52" fmla="*/ 16 w 108"/>
                    <a:gd name="T53" fmla="*/ 96 h 96"/>
                    <a:gd name="T54" fmla="*/ 22 w 108"/>
                    <a:gd name="T55" fmla="*/ 90 h 96"/>
                    <a:gd name="T56" fmla="*/ 24 w 108"/>
                    <a:gd name="T57" fmla="*/ 86 h 96"/>
                    <a:gd name="T58" fmla="*/ 28 w 108"/>
                    <a:gd name="T59" fmla="*/ 82 h 96"/>
                    <a:gd name="T60" fmla="*/ 32 w 108"/>
                    <a:gd name="T61" fmla="*/ 80 h 96"/>
                    <a:gd name="T62" fmla="*/ 46 w 108"/>
                    <a:gd name="T63" fmla="*/ 74 h 96"/>
                    <a:gd name="T64" fmla="*/ 62 w 108"/>
                    <a:gd name="T65" fmla="*/ 5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8" h="96">
                      <a:moveTo>
                        <a:pt x="62" y="56"/>
                      </a:moveTo>
                      <a:lnTo>
                        <a:pt x="70" y="46"/>
                      </a:lnTo>
                      <a:lnTo>
                        <a:pt x="84" y="46"/>
                      </a:lnTo>
                      <a:lnTo>
                        <a:pt x="90" y="46"/>
                      </a:lnTo>
                      <a:lnTo>
                        <a:pt x="96" y="44"/>
                      </a:lnTo>
                      <a:lnTo>
                        <a:pt x="100" y="44"/>
                      </a:lnTo>
                      <a:lnTo>
                        <a:pt x="102" y="42"/>
                      </a:lnTo>
                      <a:lnTo>
                        <a:pt x="86" y="38"/>
                      </a:lnTo>
                      <a:lnTo>
                        <a:pt x="108" y="32"/>
                      </a:lnTo>
                      <a:lnTo>
                        <a:pt x="108" y="30"/>
                      </a:lnTo>
                      <a:lnTo>
                        <a:pt x="108" y="28"/>
                      </a:lnTo>
                      <a:lnTo>
                        <a:pt x="108" y="26"/>
                      </a:lnTo>
                      <a:lnTo>
                        <a:pt x="104" y="24"/>
                      </a:lnTo>
                      <a:lnTo>
                        <a:pt x="104" y="22"/>
                      </a:lnTo>
                      <a:lnTo>
                        <a:pt x="102" y="20"/>
                      </a:lnTo>
                      <a:lnTo>
                        <a:pt x="98" y="16"/>
                      </a:lnTo>
                      <a:lnTo>
                        <a:pt x="96" y="14"/>
                      </a:lnTo>
                      <a:lnTo>
                        <a:pt x="92" y="10"/>
                      </a:lnTo>
                      <a:lnTo>
                        <a:pt x="90" y="8"/>
                      </a:lnTo>
                      <a:lnTo>
                        <a:pt x="90" y="6"/>
                      </a:lnTo>
                      <a:lnTo>
                        <a:pt x="88" y="6"/>
                      </a:lnTo>
                      <a:lnTo>
                        <a:pt x="88" y="4"/>
                      </a:lnTo>
                      <a:lnTo>
                        <a:pt x="86" y="2"/>
                      </a:lnTo>
                      <a:lnTo>
                        <a:pt x="84" y="0"/>
                      </a:lnTo>
                      <a:lnTo>
                        <a:pt x="82" y="0"/>
                      </a:lnTo>
                      <a:lnTo>
                        <a:pt x="78" y="2"/>
                      </a:lnTo>
                      <a:lnTo>
                        <a:pt x="74" y="4"/>
                      </a:lnTo>
                      <a:lnTo>
                        <a:pt x="72" y="4"/>
                      </a:lnTo>
                      <a:lnTo>
                        <a:pt x="70" y="6"/>
                      </a:lnTo>
                      <a:lnTo>
                        <a:pt x="66" y="10"/>
                      </a:lnTo>
                      <a:lnTo>
                        <a:pt x="62" y="12"/>
                      </a:lnTo>
                      <a:lnTo>
                        <a:pt x="58" y="14"/>
                      </a:lnTo>
                      <a:lnTo>
                        <a:pt x="48" y="36"/>
                      </a:lnTo>
                      <a:lnTo>
                        <a:pt x="48" y="38"/>
                      </a:lnTo>
                      <a:lnTo>
                        <a:pt x="46" y="38"/>
                      </a:lnTo>
                      <a:lnTo>
                        <a:pt x="42" y="40"/>
                      </a:lnTo>
                      <a:lnTo>
                        <a:pt x="38" y="44"/>
                      </a:lnTo>
                      <a:lnTo>
                        <a:pt x="36" y="46"/>
                      </a:lnTo>
                      <a:lnTo>
                        <a:pt x="32" y="48"/>
                      </a:lnTo>
                      <a:lnTo>
                        <a:pt x="30" y="48"/>
                      </a:lnTo>
                      <a:lnTo>
                        <a:pt x="26" y="52"/>
                      </a:lnTo>
                      <a:lnTo>
                        <a:pt x="24" y="54"/>
                      </a:lnTo>
                      <a:lnTo>
                        <a:pt x="20" y="58"/>
                      </a:lnTo>
                      <a:lnTo>
                        <a:pt x="18" y="60"/>
                      </a:lnTo>
                      <a:lnTo>
                        <a:pt x="16" y="62"/>
                      </a:lnTo>
                      <a:lnTo>
                        <a:pt x="16" y="64"/>
                      </a:lnTo>
                      <a:lnTo>
                        <a:pt x="8" y="84"/>
                      </a:lnTo>
                      <a:lnTo>
                        <a:pt x="0" y="88"/>
                      </a:lnTo>
                      <a:lnTo>
                        <a:pt x="0" y="88"/>
                      </a:lnTo>
                      <a:lnTo>
                        <a:pt x="2" y="90"/>
                      </a:lnTo>
                      <a:lnTo>
                        <a:pt x="6" y="92"/>
                      </a:lnTo>
                      <a:lnTo>
                        <a:pt x="10" y="94"/>
                      </a:lnTo>
                      <a:lnTo>
                        <a:pt x="14" y="96"/>
                      </a:lnTo>
                      <a:lnTo>
                        <a:pt x="16" y="96"/>
                      </a:lnTo>
                      <a:lnTo>
                        <a:pt x="18" y="94"/>
                      </a:lnTo>
                      <a:lnTo>
                        <a:pt x="22" y="90"/>
                      </a:lnTo>
                      <a:lnTo>
                        <a:pt x="24" y="86"/>
                      </a:lnTo>
                      <a:lnTo>
                        <a:pt x="24" y="86"/>
                      </a:lnTo>
                      <a:lnTo>
                        <a:pt x="26" y="84"/>
                      </a:lnTo>
                      <a:lnTo>
                        <a:pt x="28" y="82"/>
                      </a:lnTo>
                      <a:lnTo>
                        <a:pt x="28" y="82"/>
                      </a:lnTo>
                      <a:lnTo>
                        <a:pt x="32" y="80"/>
                      </a:lnTo>
                      <a:lnTo>
                        <a:pt x="38" y="78"/>
                      </a:lnTo>
                      <a:lnTo>
                        <a:pt x="46" y="74"/>
                      </a:lnTo>
                      <a:lnTo>
                        <a:pt x="54" y="70"/>
                      </a:lnTo>
                      <a:lnTo>
                        <a:pt x="62" y="56"/>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2" name="Freeform 500">
                  <a:extLst>
                    <a:ext uri="{FF2B5EF4-FFF2-40B4-BE49-F238E27FC236}">
                      <a16:creationId xmlns:a16="http://schemas.microsoft.com/office/drawing/2014/main" id="{5F5541C5-A3B6-5EBD-FC78-C5E2C66A2E9F}"/>
                    </a:ext>
                  </a:extLst>
                </p:cNvPr>
                <p:cNvSpPr/>
                <p:nvPr/>
              </p:nvSpPr>
              <p:spPr bwMode="gray">
                <a:xfrm>
                  <a:off x="3338246" y="4606071"/>
                  <a:ext cx="222168" cy="203516"/>
                </a:xfrm>
                <a:custGeom>
                  <a:avLst/>
                  <a:gdLst>
                    <a:gd name="T0" fmla="*/ 102 w 120"/>
                    <a:gd name="T1" fmla="*/ 32 h 110"/>
                    <a:gd name="T2" fmla="*/ 104 w 120"/>
                    <a:gd name="T3" fmla="*/ 34 h 110"/>
                    <a:gd name="T4" fmla="*/ 112 w 120"/>
                    <a:gd name="T5" fmla="*/ 36 h 110"/>
                    <a:gd name="T6" fmla="*/ 120 w 120"/>
                    <a:gd name="T7" fmla="*/ 42 h 110"/>
                    <a:gd name="T8" fmla="*/ 116 w 120"/>
                    <a:gd name="T9" fmla="*/ 46 h 110"/>
                    <a:gd name="T10" fmla="*/ 114 w 120"/>
                    <a:gd name="T11" fmla="*/ 48 h 110"/>
                    <a:gd name="T12" fmla="*/ 106 w 120"/>
                    <a:gd name="T13" fmla="*/ 50 h 110"/>
                    <a:gd name="T14" fmla="*/ 102 w 120"/>
                    <a:gd name="T15" fmla="*/ 54 h 110"/>
                    <a:gd name="T16" fmla="*/ 100 w 120"/>
                    <a:gd name="T17" fmla="*/ 56 h 110"/>
                    <a:gd name="T18" fmla="*/ 94 w 120"/>
                    <a:gd name="T19" fmla="*/ 70 h 110"/>
                    <a:gd name="T20" fmla="*/ 88 w 120"/>
                    <a:gd name="T21" fmla="*/ 76 h 110"/>
                    <a:gd name="T22" fmla="*/ 86 w 120"/>
                    <a:gd name="T23" fmla="*/ 80 h 110"/>
                    <a:gd name="T24" fmla="*/ 84 w 120"/>
                    <a:gd name="T25" fmla="*/ 84 h 110"/>
                    <a:gd name="T26" fmla="*/ 82 w 120"/>
                    <a:gd name="T27" fmla="*/ 94 h 110"/>
                    <a:gd name="T28" fmla="*/ 78 w 120"/>
                    <a:gd name="T29" fmla="*/ 102 h 110"/>
                    <a:gd name="T30" fmla="*/ 74 w 120"/>
                    <a:gd name="T31" fmla="*/ 106 h 110"/>
                    <a:gd name="T32" fmla="*/ 66 w 120"/>
                    <a:gd name="T33" fmla="*/ 108 h 110"/>
                    <a:gd name="T34" fmla="*/ 60 w 120"/>
                    <a:gd name="T35" fmla="*/ 100 h 110"/>
                    <a:gd name="T36" fmla="*/ 50 w 120"/>
                    <a:gd name="T37" fmla="*/ 98 h 110"/>
                    <a:gd name="T38" fmla="*/ 46 w 120"/>
                    <a:gd name="T39" fmla="*/ 96 h 110"/>
                    <a:gd name="T40" fmla="*/ 40 w 120"/>
                    <a:gd name="T41" fmla="*/ 96 h 110"/>
                    <a:gd name="T42" fmla="*/ 34 w 120"/>
                    <a:gd name="T43" fmla="*/ 96 h 110"/>
                    <a:gd name="T44" fmla="*/ 26 w 120"/>
                    <a:gd name="T45" fmla="*/ 94 h 110"/>
                    <a:gd name="T46" fmla="*/ 22 w 120"/>
                    <a:gd name="T47" fmla="*/ 90 h 110"/>
                    <a:gd name="T48" fmla="*/ 16 w 120"/>
                    <a:gd name="T49" fmla="*/ 86 h 110"/>
                    <a:gd name="T50" fmla="*/ 6 w 120"/>
                    <a:gd name="T51" fmla="*/ 82 h 110"/>
                    <a:gd name="T52" fmla="*/ 0 w 120"/>
                    <a:gd name="T53" fmla="*/ 78 h 110"/>
                    <a:gd name="T54" fmla="*/ 0 w 120"/>
                    <a:gd name="T55" fmla="*/ 74 h 110"/>
                    <a:gd name="T56" fmla="*/ 4 w 120"/>
                    <a:gd name="T57" fmla="*/ 72 h 110"/>
                    <a:gd name="T58" fmla="*/ 2 w 120"/>
                    <a:gd name="T59" fmla="*/ 60 h 110"/>
                    <a:gd name="T60" fmla="*/ 2 w 120"/>
                    <a:gd name="T61" fmla="*/ 52 h 110"/>
                    <a:gd name="T62" fmla="*/ 6 w 120"/>
                    <a:gd name="T63" fmla="*/ 44 h 110"/>
                    <a:gd name="T64" fmla="*/ 8 w 120"/>
                    <a:gd name="T65" fmla="*/ 42 h 110"/>
                    <a:gd name="T66" fmla="*/ 20 w 120"/>
                    <a:gd name="T67" fmla="*/ 46 h 110"/>
                    <a:gd name="T68" fmla="*/ 22 w 120"/>
                    <a:gd name="T69" fmla="*/ 48 h 110"/>
                    <a:gd name="T70" fmla="*/ 28 w 120"/>
                    <a:gd name="T71" fmla="*/ 52 h 110"/>
                    <a:gd name="T72" fmla="*/ 36 w 120"/>
                    <a:gd name="T73" fmla="*/ 52 h 110"/>
                    <a:gd name="T74" fmla="*/ 44 w 120"/>
                    <a:gd name="T75" fmla="*/ 44 h 110"/>
                    <a:gd name="T76" fmla="*/ 48 w 120"/>
                    <a:gd name="T77" fmla="*/ 42 h 110"/>
                    <a:gd name="T78" fmla="*/ 56 w 120"/>
                    <a:gd name="T79" fmla="*/ 38 h 110"/>
                    <a:gd name="T80" fmla="*/ 62 w 120"/>
                    <a:gd name="T81" fmla="*/ 34 h 110"/>
                    <a:gd name="T82" fmla="*/ 70 w 120"/>
                    <a:gd name="T83" fmla="*/ 30 h 110"/>
                    <a:gd name="T84" fmla="*/ 74 w 120"/>
                    <a:gd name="T85" fmla="*/ 28 h 110"/>
                    <a:gd name="T86" fmla="*/ 90 w 120"/>
                    <a:gd name="T87" fmla="*/ 4 h 110"/>
                    <a:gd name="T88" fmla="*/ 94 w 120"/>
                    <a:gd name="T89" fmla="*/ 4 h 110"/>
                    <a:gd name="T90" fmla="*/ 106 w 120"/>
                    <a:gd name="T91" fmla="*/ 4 h 110"/>
                    <a:gd name="T92" fmla="*/ 116 w 120"/>
                    <a:gd name="T93" fmla="*/ 2 h 110"/>
                    <a:gd name="T94" fmla="*/ 120 w 120"/>
                    <a:gd name="T95" fmla="*/ 2 h 110"/>
                    <a:gd name="T96" fmla="*/ 116 w 120"/>
                    <a:gd name="T97" fmla="*/ 6 h 110"/>
                    <a:gd name="T98" fmla="*/ 108 w 120"/>
                    <a:gd name="T99" fmla="*/ 12 h 110"/>
                    <a:gd name="T100" fmla="*/ 102 w 120"/>
                    <a:gd name="T101" fmla="*/ 28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20" h="110">
                      <a:moveTo>
                        <a:pt x="102" y="28"/>
                      </a:moveTo>
                      <a:lnTo>
                        <a:pt x="102" y="32"/>
                      </a:lnTo>
                      <a:lnTo>
                        <a:pt x="102" y="34"/>
                      </a:lnTo>
                      <a:lnTo>
                        <a:pt x="104" y="34"/>
                      </a:lnTo>
                      <a:lnTo>
                        <a:pt x="106" y="34"/>
                      </a:lnTo>
                      <a:lnTo>
                        <a:pt x="112" y="36"/>
                      </a:lnTo>
                      <a:lnTo>
                        <a:pt x="116" y="38"/>
                      </a:lnTo>
                      <a:lnTo>
                        <a:pt x="120" y="42"/>
                      </a:lnTo>
                      <a:lnTo>
                        <a:pt x="118" y="44"/>
                      </a:lnTo>
                      <a:lnTo>
                        <a:pt x="116" y="46"/>
                      </a:lnTo>
                      <a:lnTo>
                        <a:pt x="114" y="48"/>
                      </a:lnTo>
                      <a:lnTo>
                        <a:pt x="114" y="48"/>
                      </a:lnTo>
                      <a:lnTo>
                        <a:pt x="108" y="48"/>
                      </a:lnTo>
                      <a:lnTo>
                        <a:pt x="106" y="50"/>
                      </a:lnTo>
                      <a:lnTo>
                        <a:pt x="102" y="52"/>
                      </a:lnTo>
                      <a:lnTo>
                        <a:pt x="102" y="54"/>
                      </a:lnTo>
                      <a:lnTo>
                        <a:pt x="100" y="56"/>
                      </a:lnTo>
                      <a:lnTo>
                        <a:pt x="100" y="56"/>
                      </a:lnTo>
                      <a:lnTo>
                        <a:pt x="98" y="70"/>
                      </a:lnTo>
                      <a:lnTo>
                        <a:pt x="94" y="70"/>
                      </a:lnTo>
                      <a:lnTo>
                        <a:pt x="90" y="74"/>
                      </a:lnTo>
                      <a:lnTo>
                        <a:pt x="88" y="76"/>
                      </a:lnTo>
                      <a:lnTo>
                        <a:pt x="86" y="78"/>
                      </a:lnTo>
                      <a:lnTo>
                        <a:pt x="86" y="80"/>
                      </a:lnTo>
                      <a:lnTo>
                        <a:pt x="84" y="82"/>
                      </a:lnTo>
                      <a:lnTo>
                        <a:pt x="84" y="84"/>
                      </a:lnTo>
                      <a:lnTo>
                        <a:pt x="82" y="90"/>
                      </a:lnTo>
                      <a:lnTo>
                        <a:pt x="82" y="94"/>
                      </a:lnTo>
                      <a:lnTo>
                        <a:pt x="80" y="98"/>
                      </a:lnTo>
                      <a:lnTo>
                        <a:pt x="78" y="102"/>
                      </a:lnTo>
                      <a:lnTo>
                        <a:pt x="76" y="104"/>
                      </a:lnTo>
                      <a:lnTo>
                        <a:pt x="74" y="106"/>
                      </a:lnTo>
                      <a:lnTo>
                        <a:pt x="70" y="108"/>
                      </a:lnTo>
                      <a:lnTo>
                        <a:pt x="66" y="108"/>
                      </a:lnTo>
                      <a:lnTo>
                        <a:pt x="64" y="110"/>
                      </a:lnTo>
                      <a:lnTo>
                        <a:pt x="60" y="100"/>
                      </a:lnTo>
                      <a:lnTo>
                        <a:pt x="50" y="100"/>
                      </a:lnTo>
                      <a:lnTo>
                        <a:pt x="50" y="98"/>
                      </a:lnTo>
                      <a:lnTo>
                        <a:pt x="50" y="96"/>
                      </a:lnTo>
                      <a:lnTo>
                        <a:pt x="46" y="96"/>
                      </a:lnTo>
                      <a:lnTo>
                        <a:pt x="42" y="96"/>
                      </a:lnTo>
                      <a:lnTo>
                        <a:pt x="40" y="96"/>
                      </a:lnTo>
                      <a:lnTo>
                        <a:pt x="38" y="96"/>
                      </a:lnTo>
                      <a:lnTo>
                        <a:pt x="34" y="96"/>
                      </a:lnTo>
                      <a:lnTo>
                        <a:pt x="30" y="96"/>
                      </a:lnTo>
                      <a:lnTo>
                        <a:pt x="26" y="94"/>
                      </a:lnTo>
                      <a:lnTo>
                        <a:pt x="24" y="92"/>
                      </a:lnTo>
                      <a:lnTo>
                        <a:pt x="22" y="90"/>
                      </a:lnTo>
                      <a:lnTo>
                        <a:pt x="20" y="88"/>
                      </a:lnTo>
                      <a:lnTo>
                        <a:pt x="16" y="86"/>
                      </a:lnTo>
                      <a:lnTo>
                        <a:pt x="12" y="84"/>
                      </a:lnTo>
                      <a:lnTo>
                        <a:pt x="6" y="82"/>
                      </a:lnTo>
                      <a:lnTo>
                        <a:pt x="2" y="80"/>
                      </a:lnTo>
                      <a:lnTo>
                        <a:pt x="0" y="78"/>
                      </a:lnTo>
                      <a:lnTo>
                        <a:pt x="0" y="76"/>
                      </a:lnTo>
                      <a:lnTo>
                        <a:pt x="0" y="74"/>
                      </a:lnTo>
                      <a:lnTo>
                        <a:pt x="2" y="74"/>
                      </a:lnTo>
                      <a:lnTo>
                        <a:pt x="4" y="72"/>
                      </a:lnTo>
                      <a:lnTo>
                        <a:pt x="4" y="72"/>
                      </a:lnTo>
                      <a:lnTo>
                        <a:pt x="2" y="60"/>
                      </a:lnTo>
                      <a:lnTo>
                        <a:pt x="2" y="56"/>
                      </a:lnTo>
                      <a:lnTo>
                        <a:pt x="2" y="52"/>
                      </a:lnTo>
                      <a:lnTo>
                        <a:pt x="4" y="48"/>
                      </a:lnTo>
                      <a:lnTo>
                        <a:pt x="6" y="44"/>
                      </a:lnTo>
                      <a:lnTo>
                        <a:pt x="8" y="42"/>
                      </a:lnTo>
                      <a:lnTo>
                        <a:pt x="8" y="42"/>
                      </a:lnTo>
                      <a:lnTo>
                        <a:pt x="28" y="42"/>
                      </a:lnTo>
                      <a:lnTo>
                        <a:pt x="20" y="46"/>
                      </a:lnTo>
                      <a:lnTo>
                        <a:pt x="20" y="46"/>
                      </a:lnTo>
                      <a:lnTo>
                        <a:pt x="22" y="48"/>
                      </a:lnTo>
                      <a:lnTo>
                        <a:pt x="26" y="50"/>
                      </a:lnTo>
                      <a:lnTo>
                        <a:pt x="28" y="52"/>
                      </a:lnTo>
                      <a:lnTo>
                        <a:pt x="32" y="54"/>
                      </a:lnTo>
                      <a:lnTo>
                        <a:pt x="36" y="52"/>
                      </a:lnTo>
                      <a:lnTo>
                        <a:pt x="40" y="50"/>
                      </a:lnTo>
                      <a:lnTo>
                        <a:pt x="44" y="44"/>
                      </a:lnTo>
                      <a:lnTo>
                        <a:pt x="44" y="44"/>
                      </a:lnTo>
                      <a:lnTo>
                        <a:pt x="48" y="42"/>
                      </a:lnTo>
                      <a:lnTo>
                        <a:pt x="50" y="38"/>
                      </a:lnTo>
                      <a:lnTo>
                        <a:pt x="56" y="38"/>
                      </a:lnTo>
                      <a:lnTo>
                        <a:pt x="58" y="36"/>
                      </a:lnTo>
                      <a:lnTo>
                        <a:pt x="62" y="34"/>
                      </a:lnTo>
                      <a:lnTo>
                        <a:pt x="66" y="32"/>
                      </a:lnTo>
                      <a:lnTo>
                        <a:pt x="70" y="30"/>
                      </a:lnTo>
                      <a:lnTo>
                        <a:pt x="72" y="28"/>
                      </a:lnTo>
                      <a:lnTo>
                        <a:pt x="74" y="28"/>
                      </a:lnTo>
                      <a:lnTo>
                        <a:pt x="82" y="14"/>
                      </a:lnTo>
                      <a:lnTo>
                        <a:pt x="90" y="4"/>
                      </a:lnTo>
                      <a:lnTo>
                        <a:pt x="90" y="4"/>
                      </a:lnTo>
                      <a:lnTo>
                        <a:pt x="94" y="4"/>
                      </a:lnTo>
                      <a:lnTo>
                        <a:pt x="100" y="4"/>
                      </a:lnTo>
                      <a:lnTo>
                        <a:pt x="106" y="4"/>
                      </a:lnTo>
                      <a:lnTo>
                        <a:pt x="112" y="4"/>
                      </a:lnTo>
                      <a:lnTo>
                        <a:pt x="116" y="2"/>
                      </a:lnTo>
                      <a:lnTo>
                        <a:pt x="120" y="0"/>
                      </a:lnTo>
                      <a:lnTo>
                        <a:pt x="120" y="2"/>
                      </a:lnTo>
                      <a:lnTo>
                        <a:pt x="118" y="4"/>
                      </a:lnTo>
                      <a:lnTo>
                        <a:pt x="116" y="6"/>
                      </a:lnTo>
                      <a:lnTo>
                        <a:pt x="112" y="8"/>
                      </a:lnTo>
                      <a:lnTo>
                        <a:pt x="108" y="12"/>
                      </a:lnTo>
                      <a:lnTo>
                        <a:pt x="102" y="14"/>
                      </a:lnTo>
                      <a:lnTo>
                        <a:pt x="102" y="2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3" name="Freeform 501">
                  <a:extLst>
                    <a:ext uri="{FF2B5EF4-FFF2-40B4-BE49-F238E27FC236}">
                      <a16:creationId xmlns:a16="http://schemas.microsoft.com/office/drawing/2014/main" id="{1634C46C-C3C4-A8F7-49D5-7DE0094BB076}"/>
                    </a:ext>
                  </a:extLst>
                </p:cNvPr>
                <p:cNvSpPr/>
                <p:nvPr/>
              </p:nvSpPr>
              <p:spPr bwMode="gray">
                <a:xfrm>
                  <a:off x="4086210" y="4761484"/>
                  <a:ext cx="236979" cy="199816"/>
                </a:xfrm>
                <a:custGeom>
                  <a:avLst/>
                  <a:gdLst>
                    <a:gd name="T0" fmla="*/ 78 w 128"/>
                    <a:gd name="T1" fmla="*/ 40 h 108"/>
                    <a:gd name="T2" fmla="*/ 78 w 128"/>
                    <a:gd name="T3" fmla="*/ 38 h 108"/>
                    <a:gd name="T4" fmla="*/ 76 w 128"/>
                    <a:gd name="T5" fmla="*/ 36 h 108"/>
                    <a:gd name="T6" fmla="*/ 72 w 128"/>
                    <a:gd name="T7" fmla="*/ 36 h 108"/>
                    <a:gd name="T8" fmla="*/ 70 w 128"/>
                    <a:gd name="T9" fmla="*/ 34 h 108"/>
                    <a:gd name="T10" fmla="*/ 68 w 128"/>
                    <a:gd name="T11" fmla="*/ 32 h 108"/>
                    <a:gd name="T12" fmla="*/ 62 w 128"/>
                    <a:gd name="T13" fmla="*/ 28 h 108"/>
                    <a:gd name="T14" fmla="*/ 58 w 128"/>
                    <a:gd name="T15" fmla="*/ 24 h 108"/>
                    <a:gd name="T16" fmla="*/ 52 w 128"/>
                    <a:gd name="T17" fmla="*/ 20 h 108"/>
                    <a:gd name="T18" fmla="*/ 46 w 128"/>
                    <a:gd name="T19" fmla="*/ 16 h 108"/>
                    <a:gd name="T20" fmla="*/ 42 w 128"/>
                    <a:gd name="T21" fmla="*/ 12 h 108"/>
                    <a:gd name="T22" fmla="*/ 40 w 128"/>
                    <a:gd name="T23" fmla="*/ 10 h 108"/>
                    <a:gd name="T24" fmla="*/ 38 w 128"/>
                    <a:gd name="T25" fmla="*/ 10 h 108"/>
                    <a:gd name="T26" fmla="*/ 34 w 128"/>
                    <a:gd name="T27" fmla="*/ 10 h 108"/>
                    <a:gd name="T28" fmla="*/ 26 w 128"/>
                    <a:gd name="T29" fmla="*/ 8 h 108"/>
                    <a:gd name="T30" fmla="*/ 14 w 128"/>
                    <a:gd name="T31" fmla="*/ 4 h 108"/>
                    <a:gd name="T32" fmla="*/ 4 w 128"/>
                    <a:gd name="T33" fmla="*/ 0 h 108"/>
                    <a:gd name="T34" fmla="*/ 0 w 128"/>
                    <a:gd name="T35" fmla="*/ 80 h 108"/>
                    <a:gd name="T36" fmla="*/ 12 w 128"/>
                    <a:gd name="T37" fmla="*/ 86 h 108"/>
                    <a:gd name="T38" fmla="*/ 28 w 128"/>
                    <a:gd name="T39" fmla="*/ 80 h 108"/>
                    <a:gd name="T40" fmla="*/ 28 w 128"/>
                    <a:gd name="T41" fmla="*/ 78 h 108"/>
                    <a:gd name="T42" fmla="*/ 28 w 128"/>
                    <a:gd name="T43" fmla="*/ 76 h 108"/>
                    <a:gd name="T44" fmla="*/ 30 w 128"/>
                    <a:gd name="T45" fmla="*/ 74 h 108"/>
                    <a:gd name="T46" fmla="*/ 34 w 128"/>
                    <a:gd name="T47" fmla="*/ 72 h 108"/>
                    <a:gd name="T48" fmla="*/ 38 w 128"/>
                    <a:gd name="T49" fmla="*/ 68 h 108"/>
                    <a:gd name="T50" fmla="*/ 42 w 128"/>
                    <a:gd name="T51" fmla="*/ 68 h 108"/>
                    <a:gd name="T52" fmla="*/ 46 w 128"/>
                    <a:gd name="T53" fmla="*/ 66 h 108"/>
                    <a:gd name="T54" fmla="*/ 52 w 128"/>
                    <a:gd name="T55" fmla="*/ 68 h 108"/>
                    <a:gd name="T56" fmla="*/ 76 w 128"/>
                    <a:gd name="T57" fmla="*/ 82 h 108"/>
                    <a:gd name="T58" fmla="*/ 86 w 128"/>
                    <a:gd name="T59" fmla="*/ 94 h 108"/>
                    <a:gd name="T60" fmla="*/ 104 w 128"/>
                    <a:gd name="T61" fmla="*/ 102 h 108"/>
                    <a:gd name="T62" fmla="*/ 126 w 128"/>
                    <a:gd name="T63" fmla="*/ 108 h 108"/>
                    <a:gd name="T64" fmla="*/ 128 w 128"/>
                    <a:gd name="T65" fmla="*/ 108 h 108"/>
                    <a:gd name="T66" fmla="*/ 128 w 128"/>
                    <a:gd name="T67" fmla="*/ 106 h 108"/>
                    <a:gd name="T68" fmla="*/ 128 w 128"/>
                    <a:gd name="T69" fmla="*/ 104 h 108"/>
                    <a:gd name="T70" fmla="*/ 128 w 128"/>
                    <a:gd name="T71" fmla="*/ 100 h 108"/>
                    <a:gd name="T72" fmla="*/ 126 w 128"/>
                    <a:gd name="T73" fmla="*/ 98 h 108"/>
                    <a:gd name="T74" fmla="*/ 124 w 128"/>
                    <a:gd name="T75" fmla="*/ 94 h 108"/>
                    <a:gd name="T76" fmla="*/ 120 w 128"/>
                    <a:gd name="T77" fmla="*/ 92 h 108"/>
                    <a:gd name="T78" fmla="*/ 116 w 128"/>
                    <a:gd name="T79" fmla="*/ 88 h 108"/>
                    <a:gd name="T80" fmla="*/ 110 w 128"/>
                    <a:gd name="T81" fmla="*/ 84 h 108"/>
                    <a:gd name="T82" fmla="*/ 106 w 128"/>
                    <a:gd name="T83" fmla="*/ 80 h 108"/>
                    <a:gd name="T84" fmla="*/ 102 w 128"/>
                    <a:gd name="T85" fmla="*/ 76 h 108"/>
                    <a:gd name="T86" fmla="*/ 98 w 128"/>
                    <a:gd name="T87" fmla="*/ 72 h 108"/>
                    <a:gd name="T88" fmla="*/ 96 w 128"/>
                    <a:gd name="T89" fmla="*/ 70 h 108"/>
                    <a:gd name="T90" fmla="*/ 96 w 128"/>
                    <a:gd name="T91" fmla="*/ 70 h 108"/>
                    <a:gd name="T92" fmla="*/ 80 w 128"/>
                    <a:gd name="T93" fmla="*/ 60 h 108"/>
                    <a:gd name="T94" fmla="*/ 96 w 128"/>
                    <a:gd name="T95" fmla="*/ 54 h 108"/>
                    <a:gd name="T96" fmla="*/ 92 w 128"/>
                    <a:gd name="T97" fmla="*/ 46 h 108"/>
                    <a:gd name="T98" fmla="*/ 90 w 128"/>
                    <a:gd name="T99" fmla="*/ 46 h 108"/>
                    <a:gd name="T100" fmla="*/ 88 w 128"/>
                    <a:gd name="T101" fmla="*/ 44 h 108"/>
                    <a:gd name="T102" fmla="*/ 84 w 128"/>
                    <a:gd name="T103" fmla="*/ 44 h 108"/>
                    <a:gd name="T104" fmla="*/ 80 w 128"/>
                    <a:gd name="T105" fmla="*/ 42 h 108"/>
                    <a:gd name="T106" fmla="*/ 78 w 128"/>
                    <a:gd name="T107" fmla="*/ 42 h 108"/>
                    <a:gd name="T108" fmla="*/ 78 w 128"/>
                    <a:gd name="T109" fmla="*/ 4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8" h="108">
                      <a:moveTo>
                        <a:pt x="78" y="40"/>
                      </a:moveTo>
                      <a:lnTo>
                        <a:pt x="78" y="38"/>
                      </a:lnTo>
                      <a:lnTo>
                        <a:pt x="76" y="36"/>
                      </a:lnTo>
                      <a:lnTo>
                        <a:pt x="72" y="36"/>
                      </a:lnTo>
                      <a:lnTo>
                        <a:pt x="70" y="34"/>
                      </a:lnTo>
                      <a:lnTo>
                        <a:pt x="68" y="32"/>
                      </a:lnTo>
                      <a:lnTo>
                        <a:pt x="62" y="28"/>
                      </a:lnTo>
                      <a:lnTo>
                        <a:pt x="58" y="24"/>
                      </a:lnTo>
                      <a:lnTo>
                        <a:pt x="52" y="20"/>
                      </a:lnTo>
                      <a:lnTo>
                        <a:pt x="46" y="16"/>
                      </a:lnTo>
                      <a:lnTo>
                        <a:pt x="42" y="12"/>
                      </a:lnTo>
                      <a:lnTo>
                        <a:pt x="40" y="10"/>
                      </a:lnTo>
                      <a:lnTo>
                        <a:pt x="38" y="10"/>
                      </a:lnTo>
                      <a:lnTo>
                        <a:pt x="34" y="10"/>
                      </a:lnTo>
                      <a:lnTo>
                        <a:pt x="26" y="8"/>
                      </a:lnTo>
                      <a:lnTo>
                        <a:pt x="14" y="4"/>
                      </a:lnTo>
                      <a:lnTo>
                        <a:pt x="4" y="0"/>
                      </a:lnTo>
                      <a:lnTo>
                        <a:pt x="0" y="80"/>
                      </a:lnTo>
                      <a:lnTo>
                        <a:pt x="12" y="86"/>
                      </a:lnTo>
                      <a:lnTo>
                        <a:pt x="28" y="80"/>
                      </a:lnTo>
                      <a:lnTo>
                        <a:pt x="28" y="78"/>
                      </a:lnTo>
                      <a:lnTo>
                        <a:pt x="28" y="76"/>
                      </a:lnTo>
                      <a:lnTo>
                        <a:pt x="30" y="74"/>
                      </a:lnTo>
                      <a:lnTo>
                        <a:pt x="34" y="72"/>
                      </a:lnTo>
                      <a:lnTo>
                        <a:pt x="38" y="68"/>
                      </a:lnTo>
                      <a:lnTo>
                        <a:pt x="42" y="68"/>
                      </a:lnTo>
                      <a:lnTo>
                        <a:pt x="46" y="66"/>
                      </a:lnTo>
                      <a:lnTo>
                        <a:pt x="52" y="68"/>
                      </a:lnTo>
                      <a:lnTo>
                        <a:pt x="76" y="82"/>
                      </a:lnTo>
                      <a:lnTo>
                        <a:pt x="86" y="94"/>
                      </a:lnTo>
                      <a:lnTo>
                        <a:pt x="104" y="102"/>
                      </a:lnTo>
                      <a:lnTo>
                        <a:pt x="126" y="108"/>
                      </a:lnTo>
                      <a:lnTo>
                        <a:pt x="128" y="108"/>
                      </a:lnTo>
                      <a:lnTo>
                        <a:pt x="128" y="106"/>
                      </a:lnTo>
                      <a:lnTo>
                        <a:pt x="128" y="104"/>
                      </a:lnTo>
                      <a:lnTo>
                        <a:pt x="128" y="100"/>
                      </a:lnTo>
                      <a:lnTo>
                        <a:pt x="126" y="98"/>
                      </a:lnTo>
                      <a:lnTo>
                        <a:pt x="124" y="94"/>
                      </a:lnTo>
                      <a:lnTo>
                        <a:pt x="120" y="92"/>
                      </a:lnTo>
                      <a:lnTo>
                        <a:pt x="116" y="88"/>
                      </a:lnTo>
                      <a:lnTo>
                        <a:pt x="110" y="84"/>
                      </a:lnTo>
                      <a:lnTo>
                        <a:pt x="106" y="80"/>
                      </a:lnTo>
                      <a:lnTo>
                        <a:pt x="102" y="76"/>
                      </a:lnTo>
                      <a:lnTo>
                        <a:pt x="98" y="72"/>
                      </a:lnTo>
                      <a:lnTo>
                        <a:pt x="96" y="70"/>
                      </a:lnTo>
                      <a:lnTo>
                        <a:pt x="96" y="70"/>
                      </a:lnTo>
                      <a:lnTo>
                        <a:pt x="80" y="60"/>
                      </a:lnTo>
                      <a:lnTo>
                        <a:pt x="96" y="54"/>
                      </a:lnTo>
                      <a:lnTo>
                        <a:pt x="92" y="46"/>
                      </a:lnTo>
                      <a:lnTo>
                        <a:pt x="90" y="46"/>
                      </a:lnTo>
                      <a:lnTo>
                        <a:pt x="88" y="44"/>
                      </a:lnTo>
                      <a:lnTo>
                        <a:pt x="84" y="44"/>
                      </a:lnTo>
                      <a:lnTo>
                        <a:pt x="80" y="42"/>
                      </a:lnTo>
                      <a:lnTo>
                        <a:pt x="78" y="42"/>
                      </a:lnTo>
                      <a:lnTo>
                        <a:pt x="78" y="4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4" name="Freeform 502">
                  <a:extLst>
                    <a:ext uri="{FF2B5EF4-FFF2-40B4-BE49-F238E27FC236}">
                      <a16:creationId xmlns:a16="http://schemas.microsoft.com/office/drawing/2014/main" id="{30B06948-FCEC-FEFF-1A7A-A19409FBB66C}"/>
                    </a:ext>
                  </a:extLst>
                </p:cNvPr>
                <p:cNvSpPr/>
                <p:nvPr/>
              </p:nvSpPr>
              <p:spPr bwMode="gray">
                <a:xfrm>
                  <a:off x="3864043" y="4709680"/>
                  <a:ext cx="225870" cy="199816"/>
                </a:xfrm>
                <a:custGeom>
                  <a:avLst/>
                  <a:gdLst>
                    <a:gd name="T0" fmla="*/ 122 w 122"/>
                    <a:gd name="T1" fmla="*/ 28 h 108"/>
                    <a:gd name="T2" fmla="*/ 114 w 122"/>
                    <a:gd name="T3" fmla="*/ 24 h 108"/>
                    <a:gd name="T4" fmla="*/ 102 w 122"/>
                    <a:gd name="T5" fmla="*/ 18 h 108"/>
                    <a:gd name="T6" fmla="*/ 92 w 122"/>
                    <a:gd name="T7" fmla="*/ 14 h 108"/>
                    <a:gd name="T8" fmla="*/ 80 w 122"/>
                    <a:gd name="T9" fmla="*/ 14 h 108"/>
                    <a:gd name="T10" fmla="*/ 72 w 122"/>
                    <a:gd name="T11" fmla="*/ 20 h 108"/>
                    <a:gd name="T12" fmla="*/ 72 w 122"/>
                    <a:gd name="T13" fmla="*/ 20 h 108"/>
                    <a:gd name="T14" fmla="*/ 72 w 122"/>
                    <a:gd name="T15" fmla="*/ 24 h 108"/>
                    <a:gd name="T16" fmla="*/ 72 w 122"/>
                    <a:gd name="T17" fmla="*/ 28 h 108"/>
                    <a:gd name="T18" fmla="*/ 70 w 122"/>
                    <a:gd name="T19" fmla="*/ 32 h 108"/>
                    <a:gd name="T20" fmla="*/ 70 w 122"/>
                    <a:gd name="T21" fmla="*/ 36 h 108"/>
                    <a:gd name="T22" fmla="*/ 66 w 122"/>
                    <a:gd name="T23" fmla="*/ 40 h 108"/>
                    <a:gd name="T24" fmla="*/ 64 w 122"/>
                    <a:gd name="T25" fmla="*/ 42 h 108"/>
                    <a:gd name="T26" fmla="*/ 58 w 122"/>
                    <a:gd name="T27" fmla="*/ 42 h 108"/>
                    <a:gd name="T28" fmla="*/ 52 w 122"/>
                    <a:gd name="T29" fmla="*/ 42 h 108"/>
                    <a:gd name="T30" fmla="*/ 48 w 122"/>
                    <a:gd name="T31" fmla="*/ 40 h 108"/>
                    <a:gd name="T32" fmla="*/ 42 w 122"/>
                    <a:gd name="T33" fmla="*/ 38 h 108"/>
                    <a:gd name="T34" fmla="*/ 40 w 122"/>
                    <a:gd name="T35" fmla="*/ 32 h 108"/>
                    <a:gd name="T36" fmla="*/ 38 w 122"/>
                    <a:gd name="T37" fmla="*/ 28 h 108"/>
                    <a:gd name="T38" fmla="*/ 34 w 122"/>
                    <a:gd name="T39" fmla="*/ 22 h 108"/>
                    <a:gd name="T40" fmla="*/ 34 w 122"/>
                    <a:gd name="T41" fmla="*/ 18 h 108"/>
                    <a:gd name="T42" fmla="*/ 32 w 122"/>
                    <a:gd name="T43" fmla="*/ 14 h 108"/>
                    <a:gd name="T44" fmla="*/ 32 w 122"/>
                    <a:gd name="T45" fmla="*/ 12 h 108"/>
                    <a:gd name="T46" fmla="*/ 30 w 122"/>
                    <a:gd name="T47" fmla="*/ 12 h 108"/>
                    <a:gd name="T48" fmla="*/ 28 w 122"/>
                    <a:gd name="T49" fmla="*/ 10 h 108"/>
                    <a:gd name="T50" fmla="*/ 26 w 122"/>
                    <a:gd name="T51" fmla="*/ 6 h 108"/>
                    <a:gd name="T52" fmla="*/ 22 w 122"/>
                    <a:gd name="T53" fmla="*/ 4 h 108"/>
                    <a:gd name="T54" fmla="*/ 18 w 122"/>
                    <a:gd name="T55" fmla="*/ 2 h 108"/>
                    <a:gd name="T56" fmla="*/ 12 w 122"/>
                    <a:gd name="T57" fmla="*/ 0 h 108"/>
                    <a:gd name="T58" fmla="*/ 8 w 122"/>
                    <a:gd name="T59" fmla="*/ 2 h 108"/>
                    <a:gd name="T60" fmla="*/ 2 w 122"/>
                    <a:gd name="T61" fmla="*/ 4 h 108"/>
                    <a:gd name="T62" fmla="*/ 2 w 122"/>
                    <a:gd name="T63" fmla="*/ 6 h 108"/>
                    <a:gd name="T64" fmla="*/ 0 w 122"/>
                    <a:gd name="T65" fmla="*/ 8 h 108"/>
                    <a:gd name="T66" fmla="*/ 0 w 122"/>
                    <a:gd name="T67" fmla="*/ 10 h 108"/>
                    <a:gd name="T68" fmla="*/ 2 w 122"/>
                    <a:gd name="T69" fmla="*/ 14 h 108"/>
                    <a:gd name="T70" fmla="*/ 6 w 122"/>
                    <a:gd name="T71" fmla="*/ 18 h 108"/>
                    <a:gd name="T72" fmla="*/ 10 w 122"/>
                    <a:gd name="T73" fmla="*/ 26 h 108"/>
                    <a:gd name="T74" fmla="*/ 12 w 122"/>
                    <a:gd name="T75" fmla="*/ 32 h 108"/>
                    <a:gd name="T76" fmla="*/ 14 w 122"/>
                    <a:gd name="T77" fmla="*/ 38 h 108"/>
                    <a:gd name="T78" fmla="*/ 14 w 122"/>
                    <a:gd name="T79" fmla="*/ 42 h 108"/>
                    <a:gd name="T80" fmla="*/ 16 w 122"/>
                    <a:gd name="T81" fmla="*/ 46 h 108"/>
                    <a:gd name="T82" fmla="*/ 18 w 122"/>
                    <a:gd name="T83" fmla="*/ 48 h 108"/>
                    <a:gd name="T84" fmla="*/ 20 w 122"/>
                    <a:gd name="T85" fmla="*/ 50 h 108"/>
                    <a:gd name="T86" fmla="*/ 24 w 122"/>
                    <a:gd name="T87" fmla="*/ 50 h 108"/>
                    <a:gd name="T88" fmla="*/ 28 w 122"/>
                    <a:gd name="T89" fmla="*/ 48 h 108"/>
                    <a:gd name="T90" fmla="*/ 34 w 122"/>
                    <a:gd name="T91" fmla="*/ 48 h 108"/>
                    <a:gd name="T92" fmla="*/ 38 w 122"/>
                    <a:gd name="T93" fmla="*/ 50 h 108"/>
                    <a:gd name="T94" fmla="*/ 42 w 122"/>
                    <a:gd name="T95" fmla="*/ 52 h 108"/>
                    <a:gd name="T96" fmla="*/ 46 w 122"/>
                    <a:gd name="T97" fmla="*/ 54 h 108"/>
                    <a:gd name="T98" fmla="*/ 50 w 122"/>
                    <a:gd name="T99" fmla="*/ 54 h 108"/>
                    <a:gd name="T100" fmla="*/ 56 w 122"/>
                    <a:gd name="T101" fmla="*/ 56 h 108"/>
                    <a:gd name="T102" fmla="*/ 62 w 122"/>
                    <a:gd name="T103" fmla="*/ 56 h 108"/>
                    <a:gd name="T104" fmla="*/ 68 w 122"/>
                    <a:gd name="T105" fmla="*/ 58 h 108"/>
                    <a:gd name="T106" fmla="*/ 70 w 122"/>
                    <a:gd name="T107" fmla="*/ 58 h 108"/>
                    <a:gd name="T108" fmla="*/ 72 w 122"/>
                    <a:gd name="T109" fmla="*/ 58 h 108"/>
                    <a:gd name="T110" fmla="*/ 88 w 122"/>
                    <a:gd name="T111" fmla="*/ 72 h 108"/>
                    <a:gd name="T112" fmla="*/ 98 w 122"/>
                    <a:gd name="T113" fmla="*/ 90 h 108"/>
                    <a:gd name="T114" fmla="*/ 114 w 122"/>
                    <a:gd name="T115" fmla="*/ 104 h 108"/>
                    <a:gd name="T116" fmla="*/ 118 w 122"/>
                    <a:gd name="T117" fmla="*/ 108 h 108"/>
                    <a:gd name="T118" fmla="*/ 122 w 122"/>
                    <a:gd name="T119" fmla="*/ 2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2" h="108">
                      <a:moveTo>
                        <a:pt x="122" y="28"/>
                      </a:moveTo>
                      <a:lnTo>
                        <a:pt x="114" y="24"/>
                      </a:lnTo>
                      <a:lnTo>
                        <a:pt x="102" y="18"/>
                      </a:lnTo>
                      <a:lnTo>
                        <a:pt x="92" y="14"/>
                      </a:lnTo>
                      <a:lnTo>
                        <a:pt x="80" y="14"/>
                      </a:lnTo>
                      <a:lnTo>
                        <a:pt x="72" y="20"/>
                      </a:lnTo>
                      <a:lnTo>
                        <a:pt x="72" y="20"/>
                      </a:lnTo>
                      <a:lnTo>
                        <a:pt x="72" y="24"/>
                      </a:lnTo>
                      <a:lnTo>
                        <a:pt x="72" y="28"/>
                      </a:lnTo>
                      <a:lnTo>
                        <a:pt x="70" y="32"/>
                      </a:lnTo>
                      <a:lnTo>
                        <a:pt x="70" y="36"/>
                      </a:lnTo>
                      <a:lnTo>
                        <a:pt x="66" y="40"/>
                      </a:lnTo>
                      <a:lnTo>
                        <a:pt x="64" y="42"/>
                      </a:lnTo>
                      <a:lnTo>
                        <a:pt x="58" y="42"/>
                      </a:lnTo>
                      <a:lnTo>
                        <a:pt x="52" y="42"/>
                      </a:lnTo>
                      <a:lnTo>
                        <a:pt x="48" y="40"/>
                      </a:lnTo>
                      <a:lnTo>
                        <a:pt x="42" y="38"/>
                      </a:lnTo>
                      <a:lnTo>
                        <a:pt x="40" y="32"/>
                      </a:lnTo>
                      <a:lnTo>
                        <a:pt x="38" y="28"/>
                      </a:lnTo>
                      <a:lnTo>
                        <a:pt x="34" y="22"/>
                      </a:lnTo>
                      <a:lnTo>
                        <a:pt x="34" y="18"/>
                      </a:lnTo>
                      <a:lnTo>
                        <a:pt x="32" y="14"/>
                      </a:lnTo>
                      <a:lnTo>
                        <a:pt x="32" y="12"/>
                      </a:lnTo>
                      <a:lnTo>
                        <a:pt x="30" y="12"/>
                      </a:lnTo>
                      <a:lnTo>
                        <a:pt x="28" y="10"/>
                      </a:lnTo>
                      <a:lnTo>
                        <a:pt x="26" y="6"/>
                      </a:lnTo>
                      <a:lnTo>
                        <a:pt x="22" y="4"/>
                      </a:lnTo>
                      <a:lnTo>
                        <a:pt x="18" y="2"/>
                      </a:lnTo>
                      <a:lnTo>
                        <a:pt x="12" y="0"/>
                      </a:lnTo>
                      <a:lnTo>
                        <a:pt x="8" y="2"/>
                      </a:lnTo>
                      <a:lnTo>
                        <a:pt x="2" y="4"/>
                      </a:lnTo>
                      <a:lnTo>
                        <a:pt x="2" y="6"/>
                      </a:lnTo>
                      <a:lnTo>
                        <a:pt x="0" y="8"/>
                      </a:lnTo>
                      <a:lnTo>
                        <a:pt x="0" y="10"/>
                      </a:lnTo>
                      <a:lnTo>
                        <a:pt x="2" y="14"/>
                      </a:lnTo>
                      <a:lnTo>
                        <a:pt x="6" y="18"/>
                      </a:lnTo>
                      <a:lnTo>
                        <a:pt x="10" y="26"/>
                      </a:lnTo>
                      <a:lnTo>
                        <a:pt x="12" y="32"/>
                      </a:lnTo>
                      <a:lnTo>
                        <a:pt x="14" y="38"/>
                      </a:lnTo>
                      <a:lnTo>
                        <a:pt x="14" y="42"/>
                      </a:lnTo>
                      <a:lnTo>
                        <a:pt x="16" y="46"/>
                      </a:lnTo>
                      <a:lnTo>
                        <a:pt x="18" y="48"/>
                      </a:lnTo>
                      <a:lnTo>
                        <a:pt x="20" y="50"/>
                      </a:lnTo>
                      <a:lnTo>
                        <a:pt x="24" y="50"/>
                      </a:lnTo>
                      <a:lnTo>
                        <a:pt x="28" y="48"/>
                      </a:lnTo>
                      <a:lnTo>
                        <a:pt x="34" y="48"/>
                      </a:lnTo>
                      <a:lnTo>
                        <a:pt x="38" y="50"/>
                      </a:lnTo>
                      <a:lnTo>
                        <a:pt x="42" y="52"/>
                      </a:lnTo>
                      <a:lnTo>
                        <a:pt x="46" y="54"/>
                      </a:lnTo>
                      <a:lnTo>
                        <a:pt x="50" y="54"/>
                      </a:lnTo>
                      <a:lnTo>
                        <a:pt x="56" y="56"/>
                      </a:lnTo>
                      <a:lnTo>
                        <a:pt x="62" y="56"/>
                      </a:lnTo>
                      <a:lnTo>
                        <a:pt x="68" y="58"/>
                      </a:lnTo>
                      <a:lnTo>
                        <a:pt x="70" y="58"/>
                      </a:lnTo>
                      <a:lnTo>
                        <a:pt x="72" y="58"/>
                      </a:lnTo>
                      <a:lnTo>
                        <a:pt x="88" y="72"/>
                      </a:lnTo>
                      <a:lnTo>
                        <a:pt x="98" y="90"/>
                      </a:lnTo>
                      <a:lnTo>
                        <a:pt x="114" y="104"/>
                      </a:lnTo>
                      <a:lnTo>
                        <a:pt x="118" y="108"/>
                      </a:lnTo>
                      <a:lnTo>
                        <a:pt x="122" y="2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5" name="Freeform 503">
                  <a:extLst>
                    <a:ext uri="{FF2B5EF4-FFF2-40B4-BE49-F238E27FC236}">
                      <a16:creationId xmlns:a16="http://schemas.microsoft.com/office/drawing/2014/main" id="{87D535BB-FCF9-3FDD-00C6-F531AE60948D}"/>
                    </a:ext>
                  </a:extLst>
                </p:cNvPr>
                <p:cNvSpPr/>
                <p:nvPr/>
              </p:nvSpPr>
              <p:spPr bwMode="gray">
                <a:xfrm>
                  <a:off x="3441924" y="5039006"/>
                  <a:ext cx="940509" cy="754861"/>
                </a:xfrm>
                <a:custGeom>
                  <a:avLst/>
                  <a:gdLst>
                    <a:gd name="T0" fmla="*/ 98 w 508"/>
                    <a:gd name="T1" fmla="*/ 124 h 408"/>
                    <a:gd name="T2" fmla="*/ 110 w 508"/>
                    <a:gd name="T3" fmla="*/ 100 h 408"/>
                    <a:gd name="T4" fmla="*/ 128 w 508"/>
                    <a:gd name="T5" fmla="*/ 86 h 408"/>
                    <a:gd name="T6" fmla="*/ 134 w 508"/>
                    <a:gd name="T7" fmla="*/ 70 h 408"/>
                    <a:gd name="T8" fmla="*/ 170 w 508"/>
                    <a:gd name="T9" fmla="*/ 48 h 408"/>
                    <a:gd name="T10" fmla="*/ 190 w 508"/>
                    <a:gd name="T11" fmla="*/ 60 h 408"/>
                    <a:gd name="T12" fmla="*/ 202 w 508"/>
                    <a:gd name="T13" fmla="*/ 56 h 408"/>
                    <a:gd name="T14" fmla="*/ 196 w 508"/>
                    <a:gd name="T15" fmla="*/ 44 h 408"/>
                    <a:gd name="T16" fmla="*/ 204 w 508"/>
                    <a:gd name="T17" fmla="*/ 28 h 408"/>
                    <a:gd name="T18" fmla="*/ 230 w 508"/>
                    <a:gd name="T19" fmla="*/ 18 h 408"/>
                    <a:gd name="T20" fmla="*/ 222 w 508"/>
                    <a:gd name="T21" fmla="*/ 8 h 408"/>
                    <a:gd name="T22" fmla="*/ 238 w 508"/>
                    <a:gd name="T23" fmla="*/ 0 h 408"/>
                    <a:gd name="T24" fmla="*/ 246 w 508"/>
                    <a:gd name="T25" fmla="*/ 8 h 408"/>
                    <a:gd name="T26" fmla="*/ 252 w 508"/>
                    <a:gd name="T27" fmla="*/ 12 h 408"/>
                    <a:gd name="T28" fmla="*/ 256 w 508"/>
                    <a:gd name="T29" fmla="*/ 4 h 408"/>
                    <a:gd name="T30" fmla="*/ 268 w 508"/>
                    <a:gd name="T31" fmla="*/ 20 h 408"/>
                    <a:gd name="T32" fmla="*/ 298 w 508"/>
                    <a:gd name="T33" fmla="*/ 18 h 408"/>
                    <a:gd name="T34" fmla="*/ 300 w 508"/>
                    <a:gd name="T35" fmla="*/ 32 h 408"/>
                    <a:gd name="T36" fmla="*/ 286 w 508"/>
                    <a:gd name="T37" fmla="*/ 52 h 408"/>
                    <a:gd name="T38" fmla="*/ 326 w 508"/>
                    <a:gd name="T39" fmla="*/ 82 h 408"/>
                    <a:gd name="T40" fmla="*/ 344 w 508"/>
                    <a:gd name="T41" fmla="*/ 78 h 408"/>
                    <a:gd name="T42" fmla="*/ 358 w 508"/>
                    <a:gd name="T43" fmla="*/ 10 h 408"/>
                    <a:gd name="T44" fmla="*/ 364 w 508"/>
                    <a:gd name="T45" fmla="*/ 0 h 408"/>
                    <a:gd name="T46" fmla="*/ 378 w 508"/>
                    <a:gd name="T47" fmla="*/ 20 h 408"/>
                    <a:gd name="T48" fmla="*/ 376 w 508"/>
                    <a:gd name="T49" fmla="*/ 36 h 408"/>
                    <a:gd name="T50" fmla="*/ 390 w 508"/>
                    <a:gd name="T51" fmla="*/ 42 h 408"/>
                    <a:gd name="T52" fmla="*/ 404 w 508"/>
                    <a:gd name="T53" fmla="*/ 66 h 408"/>
                    <a:gd name="T54" fmla="*/ 412 w 508"/>
                    <a:gd name="T55" fmla="*/ 80 h 408"/>
                    <a:gd name="T56" fmla="*/ 424 w 508"/>
                    <a:gd name="T57" fmla="*/ 100 h 408"/>
                    <a:gd name="T58" fmla="*/ 454 w 508"/>
                    <a:gd name="T59" fmla="*/ 136 h 408"/>
                    <a:gd name="T60" fmla="*/ 506 w 508"/>
                    <a:gd name="T61" fmla="*/ 210 h 408"/>
                    <a:gd name="T62" fmla="*/ 508 w 508"/>
                    <a:gd name="T63" fmla="*/ 272 h 408"/>
                    <a:gd name="T64" fmla="*/ 488 w 508"/>
                    <a:gd name="T65" fmla="*/ 294 h 408"/>
                    <a:gd name="T66" fmla="*/ 472 w 508"/>
                    <a:gd name="T67" fmla="*/ 332 h 408"/>
                    <a:gd name="T68" fmla="*/ 460 w 508"/>
                    <a:gd name="T69" fmla="*/ 352 h 408"/>
                    <a:gd name="T70" fmla="*/ 460 w 508"/>
                    <a:gd name="T71" fmla="*/ 384 h 408"/>
                    <a:gd name="T72" fmla="*/ 414 w 508"/>
                    <a:gd name="T73" fmla="*/ 408 h 408"/>
                    <a:gd name="T74" fmla="*/ 394 w 508"/>
                    <a:gd name="T75" fmla="*/ 392 h 408"/>
                    <a:gd name="T76" fmla="*/ 376 w 508"/>
                    <a:gd name="T77" fmla="*/ 396 h 408"/>
                    <a:gd name="T78" fmla="*/ 344 w 508"/>
                    <a:gd name="T79" fmla="*/ 388 h 408"/>
                    <a:gd name="T80" fmla="*/ 274 w 508"/>
                    <a:gd name="T81" fmla="*/ 318 h 408"/>
                    <a:gd name="T82" fmla="*/ 214 w 508"/>
                    <a:gd name="T83" fmla="*/ 294 h 408"/>
                    <a:gd name="T84" fmla="*/ 134 w 508"/>
                    <a:gd name="T85" fmla="*/ 326 h 408"/>
                    <a:gd name="T86" fmla="*/ 120 w 508"/>
                    <a:gd name="T87" fmla="*/ 340 h 408"/>
                    <a:gd name="T88" fmla="*/ 80 w 508"/>
                    <a:gd name="T89" fmla="*/ 338 h 408"/>
                    <a:gd name="T90" fmla="*/ 64 w 508"/>
                    <a:gd name="T91" fmla="*/ 352 h 408"/>
                    <a:gd name="T92" fmla="*/ 36 w 508"/>
                    <a:gd name="T93" fmla="*/ 350 h 408"/>
                    <a:gd name="T94" fmla="*/ 30 w 508"/>
                    <a:gd name="T95" fmla="*/ 340 h 408"/>
                    <a:gd name="T96" fmla="*/ 20 w 508"/>
                    <a:gd name="T97" fmla="*/ 342 h 408"/>
                    <a:gd name="T98" fmla="*/ 26 w 508"/>
                    <a:gd name="T99" fmla="*/ 326 h 408"/>
                    <a:gd name="T100" fmla="*/ 24 w 508"/>
                    <a:gd name="T101" fmla="*/ 284 h 408"/>
                    <a:gd name="T102" fmla="*/ 4 w 508"/>
                    <a:gd name="T103" fmla="*/ 228 h 408"/>
                    <a:gd name="T104" fmla="*/ 4 w 508"/>
                    <a:gd name="T105" fmla="*/ 194 h 408"/>
                    <a:gd name="T106" fmla="*/ 12 w 508"/>
                    <a:gd name="T107" fmla="*/ 154 h 408"/>
                    <a:gd name="T108" fmla="*/ 30 w 508"/>
                    <a:gd name="T109" fmla="*/ 13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8" h="408">
                      <a:moveTo>
                        <a:pt x="30" y="138"/>
                      </a:moveTo>
                      <a:lnTo>
                        <a:pt x="60" y="136"/>
                      </a:lnTo>
                      <a:lnTo>
                        <a:pt x="92" y="130"/>
                      </a:lnTo>
                      <a:lnTo>
                        <a:pt x="92" y="130"/>
                      </a:lnTo>
                      <a:lnTo>
                        <a:pt x="94" y="128"/>
                      </a:lnTo>
                      <a:lnTo>
                        <a:pt x="98" y="124"/>
                      </a:lnTo>
                      <a:lnTo>
                        <a:pt x="100" y="120"/>
                      </a:lnTo>
                      <a:lnTo>
                        <a:pt x="104" y="116"/>
                      </a:lnTo>
                      <a:lnTo>
                        <a:pt x="106" y="112"/>
                      </a:lnTo>
                      <a:lnTo>
                        <a:pt x="108" y="108"/>
                      </a:lnTo>
                      <a:lnTo>
                        <a:pt x="110" y="104"/>
                      </a:lnTo>
                      <a:lnTo>
                        <a:pt x="110" y="100"/>
                      </a:lnTo>
                      <a:lnTo>
                        <a:pt x="110" y="96"/>
                      </a:lnTo>
                      <a:lnTo>
                        <a:pt x="112" y="92"/>
                      </a:lnTo>
                      <a:lnTo>
                        <a:pt x="114" y="88"/>
                      </a:lnTo>
                      <a:lnTo>
                        <a:pt x="118" y="86"/>
                      </a:lnTo>
                      <a:lnTo>
                        <a:pt x="122" y="86"/>
                      </a:lnTo>
                      <a:lnTo>
                        <a:pt x="128" y="86"/>
                      </a:lnTo>
                      <a:lnTo>
                        <a:pt x="128" y="84"/>
                      </a:lnTo>
                      <a:lnTo>
                        <a:pt x="128" y="82"/>
                      </a:lnTo>
                      <a:lnTo>
                        <a:pt x="128" y="80"/>
                      </a:lnTo>
                      <a:lnTo>
                        <a:pt x="130" y="76"/>
                      </a:lnTo>
                      <a:lnTo>
                        <a:pt x="130" y="72"/>
                      </a:lnTo>
                      <a:lnTo>
                        <a:pt x="134" y="70"/>
                      </a:lnTo>
                      <a:lnTo>
                        <a:pt x="136" y="70"/>
                      </a:lnTo>
                      <a:lnTo>
                        <a:pt x="140" y="66"/>
                      </a:lnTo>
                      <a:lnTo>
                        <a:pt x="146" y="56"/>
                      </a:lnTo>
                      <a:lnTo>
                        <a:pt x="156" y="48"/>
                      </a:lnTo>
                      <a:lnTo>
                        <a:pt x="170" y="48"/>
                      </a:lnTo>
                      <a:lnTo>
                        <a:pt x="170" y="48"/>
                      </a:lnTo>
                      <a:lnTo>
                        <a:pt x="172" y="50"/>
                      </a:lnTo>
                      <a:lnTo>
                        <a:pt x="176" y="52"/>
                      </a:lnTo>
                      <a:lnTo>
                        <a:pt x="180" y="54"/>
                      </a:lnTo>
                      <a:lnTo>
                        <a:pt x="182" y="56"/>
                      </a:lnTo>
                      <a:lnTo>
                        <a:pt x="186" y="58"/>
                      </a:lnTo>
                      <a:lnTo>
                        <a:pt x="190" y="60"/>
                      </a:lnTo>
                      <a:lnTo>
                        <a:pt x="194" y="60"/>
                      </a:lnTo>
                      <a:lnTo>
                        <a:pt x="196" y="60"/>
                      </a:lnTo>
                      <a:lnTo>
                        <a:pt x="198" y="62"/>
                      </a:lnTo>
                      <a:lnTo>
                        <a:pt x="198" y="60"/>
                      </a:lnTo>
                      <a:lnTo>
                        <a:pt x="200" y="58"/>
                      </a:lnTo>
                      <a:lnTo>
                        <a:pt x="202" y="56"/>
                      </a:lnTo>
                      <a:lnTo>
                        <a:pt x="202" y="54"/>
                      </a:lnTo>
                      <a:lnTo>
                        <a:pt x="202" y="52"/>
                      </a:lnTo>
                      <a:lnTo>
                        <a:pt x="200" y="50"/>
                      </a:lnTo>
                      <a:lnTo>
                        <a:pt x="198" y="48"/>
                      </a:lnTo>
                      <a:lnTo>
                        <a:pt x="196" y="46"/>
                      </a:lnTo>
                      <a:lnTo>
                        <a:pt x="196" y="44"/>
                      </a:lnTo>
                      <a:lnTo>
                        <a:pt x="198" y="42"/>
                      </a:lnTo>
                      <a:lnTo>
                        <a:pt x="202" y="40"/>
                      </a:lnTo>
                      <a:lnTo>
                        <a:pt x="204" y="32"/>
                      </a:lnTo>
                      <a:lnTo>
                        <a:pt x="202" y="32"/>
                      </a:lnTo>
                      <a:lnTo>
                        <a:pt x="204" y="30"/>
                      </a:lnTo>
                      <a:lnTo>
                        <a:pt x="204" y="28"/>
                      </a:lnTo>
                      <a:lnTo>
                        <a:pt x="206" y="24"/>
                      </a:lnTo>
                      <a:lnTo>
                        <a:pt x="208" y="22"/>
                      </a:lnTo>
                      <a:lnTo>
                        <a:pt x="212" y="20"/>
                      </a:lnTo>
                      <a:lnTo>
                        <a:pt x="228" y="20"/>
                      </a:lnTo>
                      <a:lnTo>
                        <a:pt x="228" y="18"/>
                      </a:lnTo>
                      <a:lnTo>
                        <a:pt x="230" y="18"/>
                      </a:lnTo>
                      <a:lnTo>
                        <a:pt x="232" y="16"/>
                      </a:lnTo>
                      <a:lnTo>
                        <a:pt x="232" y="14"/>
                      </a:lnTo>
                      <a:lnTo>
                        <a:pt x="232" y="10"/>
                      </a:lnTo>
                      <a:lnTo>
                        <a:pt x="222" y="10"/>
                      </a:lnTo>
                      <a:lnTo>
                        <a:pt x="222" y="10"/>
                      </a:lnTo>
                      <a:lnTo>
                        <a:pt x="222" y="8"/>
                      </a:lnTo>
                      <a:lnTo>
                        <a:pt x="224" y="6"/>
                      </a:lnTo>
                      <a:lnTo>
                        <a:pt x="224" y="4"/>
                      </a:lnTo>
                      <a:lnTo>
                        <a:pt x="228" y="2"/>
                      </a:lnTo>
                      <a:lnTo>
                        <a:pt x="232" y="0"/>
                      </a:lnTo>
                      <a:lnTo>
                        <a:pt x="234" y="0"/>
                      </a:lnTo>
                      <a:lnTo>
                        <a:pt x="238" y="0"/>
                      </a:lnTo>
                      <a:lnTo>
                        <a:pt x="242" y="0"/>
                      </a:lnTo>
                      <a:lnTo>
                        <a:pt x="244" y="0"/>
                      </a:lnTo>
                      <a:lnTo>
                        <a:pt x="246" y="2"/>
                      </a:lnTo>
                      <a:lnTo>
                        <a:pt x="248" y="2"/>
                      </a:lnTo>
                      <a:lnTo>
                        <a:pt x="246" y="6"/>
                      </a:lnTo>
                      <a:lnTo>
                        <a:pt x="246" y="8"/>
                      </a:lnTo>
                      <a:lnTo>
                        <a:pt x="244" y="8"/>
                      </a:lnTo>
                      <a:lnTo>
                        <a:pt x="244" y="10"/>
                      </a:lnTo>
                      <a:lnTo>
                        <a:pt x="244" y="10"/>
                      </a:lnTo>
                      <a:lnTo>
                        <a:pt x="246" y="10"/>
                      </a:lnTo>
                      <a:lnTo>
                        <a:pt x="248" y="12"/>
                      </a:lnTo>
                      <a:lnTo>
                        <a:pt x="252" y="12"/>
                      </a:lnTo>
                      <a:lnTo>
                        <a:pt x="252" y="12"/>
                      </a:lnTo>
                      <a:lnTo>
                        <a:pt x="254" y="10"/>
                      </a:lnTo>
                      <a:lnTo>
                        <a:pt x="254" y="8"/>
                      </a:lnTo>
                      <a:lnTo>
                        <a:pt x="254" y="6"/>
                      </a:lnTo>
                      <a:lnTo>
                        <a:pt x="254" y="4"/>
                      </a:lnTo>
                      <a:lnTo>
                        <a:pt x="256" y="4"/>
                      </a:lnTo>
                      <a:lnTo>
                        <a:pt x="258" y="4"/>
                      </a:lnTo>
                      <a:lnTo>
                        <a:pt x="262" y="6"/>
                      </a:lnTo>
                      <a:lnTo>
                        <a:pt x="264" y="12"/>
                      </a:lnTo>
                      <a:lnTo>
                        <a:pt x="266" y="16"/>
                      </a:lnTo>
                      <a:lnTo>
                        <a:pt x="268" y="18"/>
                      </a:lnTo>
                      <a:lnTo>
                        <a:pt x="268" y="20"/>
                      </a:lnTo>
                      <a:lnTo>
                        <a:pt x="280" y="14"/>
                      </a:lnTo>
                      <a:lnTo>
                        <a:pt x="282" y="14"/>
                      </a:lnTo>
                      <a:lnTo>
                        <a:pt x="284" y="14"/>
                      </a:lnTo>
                      <a:lnTo>
                        <a:pt x="290" y="14"/>
                      </a:lnTo>
                      <a:lnTo>
                        <a:pt x="294" y="16"/>
                      </a:lnTo>
                      <a:lnTo>
                        <a:pt x="298" y="18"/>
                      </a:lnTo>
                      <a:lnTo>
                        <a:pt x="300" y="20"/>
                      </a:lnTo>
                      <a:lnTo>
                        <a:pt x="302" y="24"/>
                      </a:lnTo>
                      <a:lnTo>
                        <a:pt x="304" y="28"/>
                      </a:lnTo>
                      <a:lnTo>
                        <a:pt x="302" y="30"/>
                      </a:lnTo>
                      <a:lnTo>
                        <a:pt x="302" y="32"/>
                      </a:lnTo>
                      <a:lnTo>
                        <a:pt x="300" y="32"/>
                      </a:lnTo>
                      <a:lnTo>
                        <a:pt x="298" y="34"/>
                      </a:lnTo>
                      <a:lnTo>
                        <a:pt x="294" y="36"/>
                      </a:lnTo>
                      <a:lnTo>
                        <a:pt x="292" y="40"/>
                      </a:lnTo>
                      <a:lnTo>
                        <a:pt x="290" y="44"/>
                      </a:lnTo>
                      <a:lnTo>
                        <a:pt x="288" y="48"/>
                      </a:lnTo>
                      <a:lnTo>
                        <a:pt x="286" y="52"/>
                      </a:lnTo>
                      <a:lnTo>
                        <a:pt x="286" y="54"/>
                      </a:lnTo>
                      <a:lnTo>
                        <a:pt x="290" y="56"/>
                      </a:lnTo>
                      <a:lnTo>
                        <a:pt x="298" y="62"/>
                      </a:lnTo>
                      <a:lnTo>
                        <a:pt x="308" y="70"/>
                      </a:lnTo>
                      <a:lnTo>
                        <a:pt x="318" y="76"/>
                      </a:lnTo>
                      <a:lnTo>
                        <a:pt x="326" y="82"/>
                      </a:lnTo>
                      <a:lnTo>
                        <a:pt x="330" y="82"/>
                      </a:lnTo>
                      <a:lnTo>
                        <a:pt x="330" y="84"/>
                      </a:lnTo>
                      <a:lnTo>
                        <a:pt x="334" y="84"/>
                      </a:lnTo>
                      <a:lnTo>
                        <a:pt x="336" y="84"/>
                      </a:lnTo>
                      <a:lnTo>
                        <a:pt x="340" y="82"/>
                      </a:lnTo>
                      <a:lnTo>
                        <a:pt x="344" y="78"/>
                      </a:lnTo>
                      <a:lnTo>
                        <a:pt x="348" y="70"/>
                      </a:lnTo>
                      <a:lnTo>
                        <a:pt x="352" y="58"/>
                      </a:lnTo>
                      <a:lnTo>
                        <a:pt x="354" y="48"/>
                      </a:lnTo>
                      <a:lnTo>
                        <a:pt x="356" y="42"/>
                      </a:lnTo>
                      <a:lnTo>
                        <a:pt x="358" y="12"/>
                      </a:lnTo>
                      <a:lnTo>
                        <a:pt x="358" y="10"/>
                      </a:lnTo>
                      <a:lnTo>
                        <a:pt x="358" y="10"/>
                      </a:lnTo>
                      <a:lnTo>
                        <a:pt x="358" y="6"/>
                      </a:lnTo>
                      <a:lnTo>
                        <a:pt x="358" y="4"/>
                      </a:lnTo>
                      <a:lnTo>
                        <a:pt x="360" y="2"/>
                      </a:lnTo>
                      <a:lnTo>
                        <a:pt x="360" y="0"/>
                      </a:lnTo>
                      <a:lnTo>
                        <a:pt x="364" y="0"/>
                      </a:lnTo>
                      <a:lnTo>
                        <a:pt x="368" y="0"/>
                      </a:lnTo>
                      <a:lnTo>
                        <a:pt x="372" y="4"/>
                      </a:lnTo>
                      <a:lnTo>
                        <a:pt x="376" y="6"/>
                      </a:lnTo>
                      <a:lnTo>
                        <a:pt x="376" y="12"/>
                      </a:lnTo>
                      <a:lnTo>
                        <a:pt x="378" y="16"/>
                      </a:lnTo>
                      <a:lnTo>
                        <a:pt x="378" y="20"/>
                      </a:lnTo>
                      <a:lnTo>
                        <a:pt x="378" y="22"/>
                      </a:lnTo>
                      <a:lnTo>
                        <a:pt x="378" y="24"/>
                      </a:lnTo>
                      <a:lnTo>
                        <a:pt x="376" y="24"/>
                      </a:lnTo>
                      <a:lnTo>
                        <a:pt x="376" y="28"/>
                      </a:lnTo>
                      <a:lnTo>
                        <a:pt x="376" y="32"/>
                      </a:lnTo>
                      <a:lnTo>
                        <a:pt x="376" y="36"/>
                      </a:lnTo>
                      <a:lnTo>
                        <a:pt x="378" y="40"/>
                      </a:lnTo>
                      <a:lnTo>
                        <a:pt x="378" y="42"/>
                      </a:lnTo>
                      <a:lnTo>
                        <a:pt x="382" y="42"/>
                      </a:lnTo>
                      <a:lnTo>
                        <a:pt x="384" y="42"/>
                      </a:lnTo>
                      <a:lnTo>
                        <a:pt x="388" y="42"/>
                      </a:lnTo>
                      <a:lnTo>
                        <a:pt x="390" y="42"/>
                      </a:lnTo>
                      <a:lnTo>
                        <a:pt x="392" y="44"/>
                      </a:lnTo>
                      <a:lnTo>
                        <a:pt x="394" y="46"/>
                      </a:lnTo>
                      <a:lnTo>
                        <a:pt x="396" y="50"/>
                      </a:lnTo>
                      <a:lnTo>
                        <a:pt x="398" y="56"/>
                      </a:lnTo>
                      <a:lnTo>
                        <a:pt x="402" y="62"/>
                      </a:lnTo>
                      <a:lnTo>
                        <a:pt x="404" y="66"/>
                      </a:lnTo>
                      <a:lnTo>
                        <a:pt x="408" y="68"/>
                      </a:lnTo>
                      <a:lnTo>
                        <a:pt x="408" y="68"/>
                      </a:lnTo>
                      <a:lnTo>
                        <a:pt x="408" y="70"/>
                      </a:lnTo>
                      <a:lnTo>
                        <a:pt x="410" y="72"/>
                      </a:lnTo>
                      <a:lnTo>
                        <a:pt x="410" y="76"/>
                      </a:lnTo>
                      <a:lnTo>
                        <a:pt x="412" y="80"/>
                      </a:lnTo>
                      <a:lnTo>
                        <a:pt x="414" y="84"/>
                      </a:lnTo>
                      <a:lnTo>
                        <a:pt x="416" y="88"/>
                      </a:lnTo>
                      <a:lnTo>
                        <a:pt x="416" y="92"/>
                      </a:lnTo>
                      <a:lnTo>
                        <a:pt x="418" y="94"/>
                      </a:lnTo>
                      <a:lnTo>
                        <a:pt x="420" y="98"/>
                      </a:lnTo>
                      <a:lnTo>
                        <a:pt x="424" y="100"/>
                      </a:lnTo>
                      <a:lnTo>
                        <a:pt x="426" y="104"/>
                      </a:lnTo>
                      <a:lnTo>
                        <a:pt x="430" y="108"/>
                      </a:lnTo>
                      <a:lnTo>
                        <a:pt x="434" y="112"/>
                      </a:lnTo>
                      <a:lnTo>
                        <a:pt x="436" y="114"/>
                      </a:lnTo>
                      <a:lnTo>
                        <a:pt x="436" y="114"/>
                      </a:lnTo>
                      <a:lnTo>
                        <a:pt x="454" y="136"/>
                      </a:lnTo>
                      <a:lnTo>
                        <a:pt x="454" y="144"/>
                      </a:lnTo>
                      <a:lnTo>
                        <a:pt x="488" y="170"/>
                      </a:lnTo>
                      <a:lnTo>
                        <a:pt x="490" y="174"/>
                      </a:lnTo>
                      <a:lnTo>
                        <a:pt x="496" y="182"/>
                      </a:lnTo>
                      <a:lnTo>
                        <a:pt x="502" y="194"/>
                      </a:lnTo>
                      <a:lnTo>
                        <a:pt x="506" y="210"/>
                      </a:lnTo>
                      <a:lnTo>
                        <a:pt x="506" y="224"/>
                      </a:lnTo>
                      <a:lnTo>
                        <a:pt x="508" y="240"/>
                      </a:lnTo>
                      <a:lnTo>
                        <a:pt x="508" y="256"/>
                      </a:lnTo>
                      <a:lnTo>
                        <a:pt x="508" y="268"/>
                      </a:lnTo>
                      <a:lnTo>
                        <a:pt x="508" y="272"/>
                      </a:lnTo>
                      <a:lnTo>
                        <a:pt x="508" y="272"/>
                      </a:lnTo>
                      <a:lnTo>
                        <a:pt x="508" y="276"/>
                      </a:lnTo>
                      <a:lnTo>
                        <a:pt x="504" y="280"/>
                      </a:lnTo>
                      <a:lnTo>
                        <a:pt x="502" y="284"/>
                      </a:lnTo>
                      <a:lnTo>
                        <a:pt x="498" y="288"/>
                      </a:lnTo>
                      <a:lnTo>
                        <a:pt x="494" y="292"/>
                      </a:lnTo>
                      <a:lnTo>
                        <a:pt x="488" y="294"/>
                      </a:lnTo>
                      <a:lnTo>
                        <a:pt x="480" y="312"/>
                      </a:lnTo>
                      <a:lnTo>
                        <a:pt x="480" y="312"/>
                      </a:lnTo>
                      <a:lnTo>
                        <a:pt x="478" y="316"/>
                      </a:lnTo>
                      <a:lnTo>
                        <a:pt x="476" y="322"/>
                      </a:lnTo>
                      <a:lnTo>
                        <a:pt x="474" y="326"/>
                      </a:lnTo>
                      <a:lnTo>
                        <a:pt x="472" y="332"/>
                      </a:lnTo>
                      <a:lnTo>
                        <a:pt x="470" y="336"/>
                      </a:lnTo>
                      <a:lnTo>
                        <a:pt x="466" y="338"/>
                      </a:lnTo>
                      <a:lnTo>
                        <a:pt x="462" y="340"/>
                      </a:lnTo>
                      <a:lnTo>
                        <a:pt x="460" y="344"/>
                      </a:lnTo>
                      <a:lnTo>
                        <a:pt x="460" y="346"/>
                      </a:lnTo>
                      <a:lnTo>
                        <a:pt x="460" y="352"/>
                      </a:lnTo>
                      <a:lnTo>
                        <a:pt x="462" y="358"/>
                      </a:lnTo>
                      <a:lnTo>
                        <a:pt x="464" y="364"/>
                      </a:lnTo>
                      <a:lnTo>
                        <a:pt x="466" y="370"/>
                      </a:lnTo>
                      <a:lnTo>
                        <a:pt x="466" y="376"/>
                      </a:lnTo>
                      <a:lnTo>
                        <a:pt x="464" y="380"/>
                      </a:lnTo>
                      <a:lnTo>
                        <a:pt x="460" y="384"/>
                      </a:lnTo>
                      <a:lnTo>
                        <a:pt x="452" y="388"/>
                      </a:lnTo>
                      <a:lnTo>
                        <a:pt x="440" y="394"/>
                      </a:lnTo>
                      <a:lnTo>
                        <a:pt x="430" y="402"/>
                      </a:lnTo>
                      <a:lnTo>
                        <a:pt x="420" y="406"/>
                      </a:lnTo>
                      <a:lnTo>
                        <a:pt x="416" y="408"/>
                      </a:lnTo>
                      <a:lnTo>
                        <a:pt x="414" y="408"/>
                      </a:lnTo>
                      <a:lnTo>
                        <a:pt x="412" y="406"/>
                      </a:lnTo>
                      <a:lnTo>
                        <a:pt x="408" y="404"/>
                      </a:lnTo>
                      <a:lnTo>
                        <a:pt x="402" y="400"/>
                      </a:lnTo>
                      <a:lnTo>
                        <a:pt x="398" y="396"/>
                      </a:lnTo>
                      <a:lnTo>
                        <a:pt x="396" y="392"/>
                      </a:lnTo>
                      <a:lnTo>
                        <a:pt x="394" y="392"/>
                      </a:lnTo>
                      <a:lnTo>
                        <a:pt x="392" y="392"/>
                      </a:lnTo>
                      <a:lnTo>
                        <a:pt x="390" y="392"/>
                      </a:lnTo>
                      <a:lnTo>
                        <a:pt x="386" y="394"/>
                      </a:lnTo>
                      <a:lnTo>
                        <a:pt x="384" y="396"/>
                      </a:lnTo>
                      <a:lnTo>
                        <a:pt x="380" y="396"/>
                      </a:lnTo>
                      <a:lnTo>
                        <a:pt x="376" y="396"/>
                      </a:lnTo>
                      <a:lnTo>
                        <a:pt x="372" y="396"/>
                      </a:lnTo>
                      <a:lnTo>
                        <a:pt x="368" y="394"/>
                      </a:lnTo>
                      <a:lnTo>
                        <a:pt x="366" y="394"/>
                      </a:lnTo>
                      <a:lnTo>
                        <a:pt x="364" y="392"/>
                      </a:lnTo>
                      <a:lnTo>
                        <a:pt x="346" y="392"/>
                      </a:lnTo>
                      <a:lnTo>
                        <a:pt x="344" y="388"/>
                      </a:lnTo>
                      <a:lnTo>
                        <a:pt x="338" y="380"/>
                      </a:lnTo>
                      <a:lnTo>
                        <a:pt x="334" y="366"/>
                      </a:lnTo>
                      <a:lnTo>
                        <a:pt x="330" y="354"/>
                      </a:lnTo>
                      <a:lnTo>
                        <a:pt x="318" y="334"/>
                      </a:lnTo>
                      <a:lnTo>
                        <a:pt x="292" y="332"/>
                      </a:lnTo>
                      <a:lnTo>
                        <a:pt x="274" y="318"/>
                      </a:lnTo>
                      <a:lnTo>
                        <a:pt x="272" y="316"/>
                      </a:lnTo>
                      <a:lnTo>
                        <a:pt x="266" y="310"/>
                      </a:lnTo>
                      <a:lnTo>
                        <a:pt x="256" y="304"/>
                      </a:lnTo>
                      <a:lnTo>
                        <a:pt x="240" y="296"/>
                      </a:lnTo>
                      <a:lnTo>
                        <a:pt x="220" y="292"/>
                      </a:lnTo>
                      <a:lnTo>
                        <a:pt x="214" y="294"/>
                      </a:lnTo>
                      <a:lnTo>
                        <a:pt x="204" y="296"/>
                      </a:lnTo>
                      <a:lnTo>
                        <a:pt x="190" y="300"/>
                      </a:lnTo>
                      <a:lnTo>
                        <a:pt x="178" y="304"/>
                      </a:lnTo>
                      <a:lnTo>
                        <a:pt x="144" y="324"/>
                      </a:lnTo>
                      <a:lnTo>
                        <a:pt x="136" y="324"/>
                      </a:lnTo>
                      <a:lnTo>
                        <a:pt x="134" y="326"/>
                      </a:lnTo>
                      <a:lnTo>
                        <a:pt x="134" y="328"/>
                      </a:lnTo>
                      <a:lnTo>
                        <a:pt x="132" y="332"/>
                      </a:lnTo>
                      <a:lnTo>
                        <a:pt x="130" y="334"/>
                      </a:lnTo>
                      <a:lnTo>
                        <a:pt x="128" y="338"/>
                      </a:lnTo>
                      <a:lnTo>
                        <a:pt x="124" y="340"/>
                      </a:lnTo>
                      <a:lnTo>
                        <a:pt x="120" y="340"/>
                      </a:lnTo>
                      <a:lnTo>
                        <a:pt x="116" y="340"/>
                      </a:lnTo>
                      <a:lnTo>
                        <a:pt x="110" y="340"/>
                      </a:lnTo>
                      <a:lnTo>
                        <a:pt x="106" y="340"/>
                      </a:lnTo>
                      <a:lnTo>
                        <a:pt x="104" y="338"/>
                      </a:lnTo>
                      <a:lnTo>
                        <a:pt x="102" y="338"/>
                      </a:lnTo>
                      <a:lnTo>
                        <a:pt x="80" y="338"/>
                      </a:lnTo>
                      <a:lnTo>
                        <a:pt x="78" y="338"/>
                      </a:lnTo>
                      <a:lnTo>
                        <a:pt x="76" y="340"/>
                      </a:lnTo>
                      <a:lnTo>
                        <a:pt x="74" y="342"/>
                      </a:lnTo>
                      <a:lnTo>
                        <a:pt x="70" y="344"/>
                      </a:lnTo>
                      <a:lnTo>
                        <a:pt x="68" y="346"/>
                      </a:lnTo>
                      <a:lnTo>
                        <a:pt x="64" y="352"/>
                      </a:lnTo>
                      <a:lnTo>
                        <a:pt x="60" y="352"/>
                      </a:lnTo>
                      <a:lnTo>
                        <a:pt x="52" y="352"/>
                      </a:lnTo>
                      <a:lnTo>
                        <a:pt x="48" y="352"/>
                      </a:lnTo>
                      <a:lnTo>
                        <a:pt x="44" y="352"/>
                      </a:lnTo>
                      <a:lnTo>
                        <a:pt x="40" y="352"/>
                      </a:lnTo>
                      <a:lnTo>
                        <a:pt x="36" y="350"/>
                      </a:lnTo>
                      <a:lnTo>
                        <a:pt x="34" y="350"/>
                      </a:lnTo>
                      <a:lnTo>
                        <a:pt x="32" y="348"/>
                      </a:lnTo>
                      <a:lnTo>
                        <a:pt x="32" y="346"/>
                      </a:lnTo>
                      <a:lnTo>
                        <a:pt x="32" y="342"/>
                      </a:lnTo>
                      <a:lnTo>
                        <a:pt x="32" y="342"/>
                      </a:lnTo>
                      <a:lnTo>
                        <a:pt x="30" y="340"/>
                      </a:lnTo>
                      <a:lnTo>
                        <a:pt x="30" y="342"/>
                      </a:lnTo>
                      <a:lnTo>
                        <a:pt x="28" y="342"/>
                      </a:lnTo>
                      <a:lnTo>
                        <a:pt x="26" y="344"/>
                      </a:lnTo>
                      <a:lnTo>
                        <a:pt x="24" y="344"/>
                      </a:lnTo>
                      <a:lnTo>
                        <a:pt x="22" y="344"/>
                      </a:lnTo>
                      <a:lnTo>
                        <a:pt x="20" y="342"/>
                      </a:lnTo>
                      <a:lnTo>
                        <a:pt x="18" y="342"/>
                      </a:lnTo>
                      <a:lnTo>
                        <a:pt x="16" y="338"/>
                      </a:lnTo>
                      <a:lnTo>
                        <a:pt x="16" y="336"/>
                      </a:lnTo>
                      <a:lnTo>
                        <a:pt x="16" y="332"/>
                      </a:lnTo>
                      <a:lnTo>
                        <a:pt x="20" y="330"/>
                      </a:lnTo>
                      <a:lnTo>
                        <a:pt x="26" y="326"/>
                      </a:lnTo>
                      <a:lnTo>
                        <a:pt x="30" y="300"/>
                      </a:lnTo>
                      <a:lnTo>
                        <a:pt x="30" y="300"/>
                      </a:lnTo>
                      <a:lnTo>
                        <a:pt x="28" y="296"/>
                      </a:lnTo>
                      <a:lnTo>
                        <a:pt x="28" y="292"/>
                      </a:lnTo>
                      <a:lnTo>
                        <a:pt x="26" y="288"/>
                      </a:lnTo>
                      <a:lnTo>
                        <a:pt x="24" y="284"/>
                      </a:lnTo>
                      <a:lnTo>
                        <a:pt x="22" y="280"/>
                      </a:lnTo>
                      <a:lnTo>
                        <a:pt x="22" y="278"/>
                      </a:lnTo>
                      <a:lnTo>
                        <a:pt x="18" y="272"/>
                      </a:lnTo>
                      <a:lnTo>
                        <a:pt x="12" y="258"/>
                      </a:lnTo>
                      <a:lnTo>
                        <a:pt x="8" y="242"/>
                      </a:lnTo>
                      <a:lnTo>
                        <a:pt x="4" y="228"/>
                      </a:lnTo>
                      <a:lnTo>
                        <a:pt x="4" y="218"/>
                      </a:lnTo>
                      <a:lnTo>
                        <a:pt x="8" y="214"/>
                      </a:lnTo>
                      <a:lnTo>
                        <a:pt x="8" y="208"/>
                      </a:lnTo>
                      <a:lnTo>
                        <a:pt x="8" y="202"/>
                      </a:lnTo>
                      <a:lnTo>
                        <a:pt x="6" y="196"/>
                      </a:lnTo>
                      <a:lnTo>
                        <a:pt x="4" y="194"/>
                      </a:lnTo>
                      <a:lnTo>
                        <a:pt x="2" y="188"/>
                      </a:lnTo>
                      <a:lnTo>
                        <a:pt x="0" y="178"/>
                      </a:lnTo>
                      <a:lnTo>
                        <a:pt x="0" y="168"/>
                      </a:lnTo>
                      <a:lnTo>
                        <a:pt x="4" y="160"/>
                      </a:lnTo>
                      <a:lnTo>
                        <a:pt x="8" y="158"/>
                      </a:lnTo>
                      <a:lnTo>
                        <a:pt x="12" y="154"/>
                      </a:lnTo>
                      <a:lnTo>
                        <a:pt x="16" y="150"/>
                      </a:lnTo>
                      <a:lnTo>
                        <a:pt x="20" y="148"/>
                      </a:lnTo>
                      <a:lnTo>
                        <a:pt x="24" y="144"/>
                      </a:lnTo>
                      <a:lnTo>
                        <a:pt x="28" y="140"/>
                      </a:lnTo>
                      <a:lnTo>
                        <a:pt x="30" y="138"/>
                      </a:lnTo>
                      <a:lnTo>
                        <a:pt x="30" y="13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6" name="Freeform 504">
                  <a:extLst>
                    <a:ext uri="{FF2B5EF4-FFF2-40B4-BE49-F238E27FC236}">
                      <a16:creationId xmlns:a16="http://schemas.microsoft.com/office/drawing/2014/main" id="{2FD5201C-209E-D2B4-C37A-7E6C846DDFAD}"/>
                    </a:ext>
                  </a:extLst>
                </p:cNvPr>
                <p:cNvSpPr/>
                <p:nvPr/>
              </p:nvSpPr>
              <p:spPr bwMode="gray">
                <a:xfrm>
                  <a:off x="3567819" y="4646774"/>
                  <a:ext cx="151815" cy="177614"/>
                </a:xfrm>
                <a:custGeom>
                  <a:avLst/>
                  <a:gdLst>
                    <a:gd name="T0" fmla="*/ 10 w 82"/>
                    <a:gd name="T1" fmla="*/ 92 h 96"/>
                    <a:gd name="T2" fmla="*/ 8 w 82"/>
                    <a:gd name="T3" fmla="*/ 86 h 96"/>
                    <a:gd name="T4" fmla="*/ 8 w 82"/>
                    <a:gd name="T5" fmla="*/ 78 h 96"/>
                    <a:gd name="T6" fmla="*/ 10 w 82"/>
                    <a:gd name="T7" fmla="*/ 68 h 96"/>
                    <a:gd name="T8" fmla="*/ 12 w 82"/>
                    <a:gd name="T9" fmla="*/ 62 h 96"/>
                    <a:gd name="T10" fmla="*/ 10 w 82"/>
                    <a:gd name="T11" fmla="*/ 56 h 96"/>
                    <a:gd name="T12" fmla="*/ 6 w 82"/>
                    <a:gd name="T13" fmla="*/ 52 h 96"/>
                    <a:gd name="T14" fmla="*/ 2 w 82"/>
                    <a:gd name="T15" fmla="*/ 52 h 96"/>
                    <a:gd name="T16" fmla="*/ 0 w 82"/>
                    <a:gd name="T17" fmla="*/ 46 h 96"/>
                    <a:gd name="T18" fmla="*/ 4 w 82"/>
                    <a:gd name="T19" fmla="*/ 38 h 96"/>
                    <a:gd name="T20" fmla="*/ 8 w 82"/>
                    <a:gd name="T21" fmla="*/ 32 h 96"/>
                    <a:gd name="T22" fmla="*/ 8 w 82"/>
                    <a:gd name="T23" fmla="*/ 30 h 96"/>
                    <a:gd name="T24" fmla="*/ 8 w 82"/>
                    <a:gd name="T25" fmla="*/ 24 h 96"/>
                    <a:gd name="T26" fmla="*/ 10 w 82"/>
                    <a:gd name="T27" fmla="*/ 18 h 96"/>
                    <a:gd name="T28" fmla="*/ 14 w 82"/>
                    <a:gd name="T29" fmla="*/ 18 h 96"/>
                    <a:gd name="T30" fmla="*/ 18 w 82"/>
                    <a:gd name="T31" fmla="*/ 16 h 96"/>
                    <a:gd name="T32" fmla="*/ 20 w 82"/>
                    <a:gd name="T33" fmla="*/ 12 h 96"/>
                    <a:gd name="T34" fmla="*/ 24 w 82"/>
                    <a:gd name="T35" fmla="*/ 8 h 96"/>
                    <a:gd name="T36" fmla="*/ 34 w 82"/>
                    <a:gd name="T37" fmla="*/ 2 h 96"/>
                    <a:gd name="T38" fmla="*/ 44 w 82"/>
                    <a:gd name="T39" fmla="*/ 0 h 96"/>
                    <a:gd name="T40" fmla="*/ 52 w 82"/>
                    <a:gd name="T41" fmla="*/ 0 h 96"/>
                    <a:gd name="T42" fmla="*/ 62 w 82"/>
                    <a:gd name="T43" fmla="*/ 2 h 96"/>
                    <a:gd name="T44" fmla="*/ 68 w 82"/>
                    <a:gd name="T45" fmla="*/ 4 h 96"/>
                    <a:gd name="T46" fmla="*/ 72 w 82"/>
                    <a:gd name="T47" fmla="*/ 6 h 96"/>
                    <a:gd name="T48" fmla="*/ 76 w 82"/>
                    <a:gd name="T49" fmla="*/ 6 h 96"/>
                    <a:gd name="T50" fmla="*/ 78 w 82"/>
                    <a:gd name="T51" fmla="*/ 4 h 96"/>
                    <a:gd name="T52" fmla="*/ 82 w 82"/>
                    <a:gd name="T53" fmla="*/ 10 h 96"/>
                    <a:gd name="T54" fmla="*/ 82 w 82"/>
                    <a:gd name="T55" fmla="*/ 18 h 96"/>
                    <a:gd name="T56" fmla="*/ 74 w 82"/>
                    <a:gd name="T57" fmla="*/ 22 h 96"/>
                    <a:gd name="T58" fmla="*/ 68 w 82"/>
                    <a:gd name="T59" fmla="*/ 22 h 96"/>
                    <a:gd name="T60" fmla="*/ 64 w 82"/>
                    <a:gd name="T61" fmla="*/ 16 h 96"/>
                    <a:gd name="T62" fmla="*/ 60 w 82"/>
                    <a:gd name="T63" fmla="*/ 12 h 96"/>
                    <a:gd name="T64" fmla="*/ 54 w 82"/>
                    <a:gd name="T65" fmla="*/ 8 h 96"/>
                    <a:gd name="T66" fmla="*/ 46 w 82"/>
                    <a:gd name="T67" fmla="*/ 6 h 96"/>
                    <a:gd name="T68" fmla="*/ 36 w 82"/>
                    <a:gd name="T69" fmla="*/ 10 h 96"/>
                    <a:gd name="T70" fmla="*/ 26 w 82"/>
                    <a:gd name="T71" fmla="*/ 16 h 96"/>
                    <a:gd name="T72" fmla="*/ 22 w 82"/>
                    <a:gd name="T73" fmla="*/ 22 h 96"/>
                    <a:gd name="T74" fmla="*/ 22 w 82"/>
                    <a:gd name="T75" fmla="*/ 28 h 96"/>
                    <a:gd name="T76" fmla="*/ 20 w 82"/>
                    <a:gd name="T77" fmla="*/ 34 h 96"/>
                    <a:gd name="T78" fmla="*/ 20 w 82"/>
                    <a:gd name="T79" fmla="*/ 38 h 96"/>
                    <a:gd name="T80" fmla="*/ 24 w 82"/>
                    <a:gd name="T81" fmla="*/ 38 h 96"/>
                    <a:gd name="T82" fmla="*/ 34 w 82"/>
                    <a:gd name="T83" fmla="*/ 36 h 96"/>
                    <a:gd name="T84" fmla="*/ 42 w 82"/>
                    <a:gd name="T85" fmla="*/ 34 h 96"/>
                    <a:gd name="T86" fmla="*/ 44 w 82"/>
                    <a:gd name="T87" fmla="*/ 30 h 96"/>
                    <a:gd name="T88" fmla="*/ 50 w 82"/>
                    <a:gd name="T89" fmla="*/ 28 h 96"/>
                    <a:gd name="T90" fmla="*/ 54 w 82"/>
                    <a:gd name="T91" fmla="*/ 28 h 96"/>
                    <a:gd name="T92" fmla="*/ 54 w 82"/>
                    <a:gd name="T93" fmla="*/ 32 h 96"/>
                    <a:gd name="T94" fmla="*/ 54 w 82"/>
                    <a:gd name="T95" fmla="*/ 36 h 96"/>
                    <a:gd name="T96" fmla="*/ 50 w 82"/>
                    <a:gd name="T97" fmla="*/ 38 h 96"/>
                    <a:gd name="T98" fmla="*/ 42 w 82"/>
                    <a:gd name="T99" fmla="*/ 40 h 96"/>
                    <a:gd name="T100" fmla="*/ 36 w 82"/>
                    <a:gd name="T101" fmla="*/ 44 h 96"/>
                    <a:gd name="T102" fmla="*/ 32 w 82"/>
                    <a:gd name="T103" fmla="*/ 44 h 96"/>
                    <a:gd name="T104" fmla="*/ 32 w 82"/>
                    <a:gd name="T105" fmla="*/ 46 h 96"/>
                    <a:gd name="T106" fmla="*/ 32 w 82"/>
                    <a:gd name="T107" fmla="*/ 50 h 96"/>
                    <a:gd name="T108" fmla="*/ 36 w 82"/>
                    <a:gd name="T109" fmla="*/ 52 h 96"/>
                    <a:gd name="T110" fmla="*/ 42 w 82"/>
                    <a:gd name="T111" fmla="*/ 58 h 96"/>
                    <a:gd name="T112" fmla="*/ 46 w 82"/>
                    <a:gd name="T113" fmla="*/ 66 h 96"/>
                    <a:gd name="T114" fmla="*/ 46 w 82"/>
                    <a:gd name="T115" fmla="*/ 70 h 96"/>
                    <a:gd name="T116" fmla="*/ 62 w 82"/>
                    <a:gd name="T117" fmla="*/ 90 h 96"/>
                    <a:gd name="T118" fmla="*/ 38 w 82"/>
                    <a:gd name="T119" fmla="*/ 96 h 96"/>
                    <a:gd name="T120" fmla="*/ 34 w 82"/>
                    <a:gd name="T121" fmla="*/ 64 h 96"/>
                    <a:gd name="T122" fmla="*/ 28 w 82"/>
                    <a:gd name="T123" fmla="*/ 58 h 96"/>
                    <a:gd name="T124" fmla="*/ 24 w 82"/>
                    <a:gd name="T125" fmla="*/ 7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2" h="96">
                      <a:moveTo>
                        <a:pt x="16" y="88"/>
                      </a:moveTo>
                      <a:lnTo>
                        <a:pt x="10" y="92"/>
                      </a:lnTo>
                      <a:lnTo>
                        <a:pt x="10" y="90"/>
                      </a:lnTo>
                      <a:lnTo>
                        <a:pt x="8" y="86"/>
                      </a:lnTo>
                      <a:lnTo>
                        <a:pt x="8" y="82"/>
                      </a:lnTo>
                      <a:lnTo>
                        <a:pt x="8" y="78"/>
                      </a:lnTo>
                      <a:lnTo>
                        <a:pt x="8" y="72"/>
                      </a:lnTo>
                      <a:lnTo>
                        <a:pt x="10" y="68"/>
                      </a:lnTo>
                      <a:lnTo>
                        <a:pt x="12" y="64"/>
                      </a:lnTo>
                      <a:lnTo>
                        <a:pt x="12" y="62"/>
                      </a:lnTo>
                      <a:lnTo>
                        <a:pt x="12" y="58"/>
                      </a:lnTo>
                      <a:lnTo>
                        <a:pt x="10" y="56"/>
                      </a:lnTo>
                      <a:lnTo>
                        <a:pt x="8" y="54"/>
                      </a:lnTo>
                      <a:lnTo>
                        <a:pt x="6" y="52"/>
                      </a:lnTo>
                      <a:lnTo>
                        <a:pt x="2" y="52"/>
                      </a:lnTo>
                      <a:lnTo>
                        <a:pt x="2" y="52"/>
                      </a:lnTo>
                      <a:lnTo>
                        <a:pt x="0" y="50"/>
                      </a:lnTo>
                      <a:lnTo>
                        <a:pt x="0" y="46"/>
                      </a:lnTo>
                      <a:lnTo>
                        <a:pt x="2" y="42"/>
                      </a:lnTo>
                      <a:lnTo>
                        <a:pt x="4" y="38"/>
                      </a:lnTo>
                      <a:lnTo>
                        <a:pt x="6" y="34"/>
                      </a:lnTo>
                      <a:lnTo>
                        <a:pt x="8" y="32"/>
                      </a:lnTo>
                      <a:lnTo>
                        <a:pt x="8" y="30"/>
                      </a:lnTo>
                      <a:lnTo>
                        <a:pt x="8" y="30"/>
                      </a:lnTo>
                      <a:lnTo>
                        <a:pt x="8" y="28"/>
                      </a:lnTo>
                      <a:lnTo>
                        <a:pt x="8" y="24"/>
                      </a:lnTo>
                      <a:lnTo>
                        <a:pt x="8" y="20"/>
                      </a:lnTo>
                      <a:lnTo>
                        <a:pt x="10" y="18"/>
                      </a:lnTo>
                      <a:lnTo>
                        <a:pt x="14" y="16"/>
                      </a:lnTo>
                      <a:lnTo>
                        <a:pt x="14" y="18"/>
                      </a:lnTo>
                      <a:lnTo>
                        <a:pt x="16" y="18"/>
                      </a:lnTo>
                      <a:lnTo>
                        <a:pt x="18" y="16"/>
                      </a:lnTo>
                      <a:lnTo>
                        <a:pt x="20" y="16"/>
                      </a:lnTo>
                      <a:lnTo>
                        <a:pt x="20" y="12"/>
                      </a:lnTo>
                      <a:lnTo>
                        <a:pt x="22" y="10"/>
                      </a:lnTo>
                      <a:lnTo>
                        <a:pt x="24" y="8"/>
                      </a:lnTo>
                      <a:lnTo>
                        <a:pt x="30" y="4"/>
                      </a:lnTo>
                      <a:lnTo>
                        <a:pt x="34" y="2"/>
                      </a:lnTo>
                      <a:lnTo>
                        <a:pt x="42" y="0"/>
                      </a:lnTo>
                      <a:lnTo>
                        <a:pt x="44" y="0"/>
                      </a:lnTo>
                      <a:lnTo>
                        <a:pt x="46" y="0"/>
                      </a:lnTo>
                      <a:lnTo>
                        <a:pt x="52" y="0"/>
                      </a:lnTo>
                      <a:lnTo>
                        <a:pt x="56" y="0"/>
                      </a:lnTo>
                      <a:lnTo>
                        <a:pt x="62" y="2"/>
                      </a:lnTo>
                      <a:lnTo>
                        <a:pt x="68" y="4"/>
                      </a:lnTo>
                      <a:lnTo>
                        <a:pt x="68" y="4"/>
                      </a:lnTo>
                      <a:lnTo>
                        <a:pt x="70" y="6"/>
                      </a:lnTo>
                      <a:lnTo>
                        <a:pt x="72" y="6"/>
                      </a:lnTo>
                      <a:lnTo>
                        <a:pt x="74" y="6"/>
                      </a:lnTo>
                      <a:lnTo>
                        <a:pt x="76" y="6"/>
                      </a:lnTo>
                      <a:lnTo>
                        <a:pt x="76" y="4"/>
                      </a:lnTo>
                      <a:lnTo>
                        <a:pt x="78" y="4"/>
                      </a:lnTo>
                      <a:lnTo>
                        <a:pt x="80" y="6"/>
                      </a:lnTo>
                      <a:lnTo>
                        <a:pt x="82" y="10"/>
                      </a:lnTo>
                      <a:lnTo>
                        <a:pt x="82" y="14"/>
                      </a:lnTo>
                      <a:lnTo>
                        <a:pt x="82" y="18"/>
                      </a:lnTo>
                      <a:lnTo>
                        <a:pt x="78" y="20"/>
                      </a:lnTo>
                      <a:lnTo>
                        <a:pt x="74" y="22"/>
                      </a:lnTo>
                      <a:lnTo>
                        <a:pt x="72" y="22"/>
                      </a:lnTo>
                      <a:lnTo>
                        <a:pt x="68" y="22"/>
                      </a:lnTo>
                      <a:lnTo>
                        <a:pt x="66" y="20"/>
                      </a:lnTo>
                      <a:lnTo>
                        <a:pt x="64" y="16"/>
                      </a:lnTo>
                      <a:lnTo>
                        <a:pt x="62" y="14"/>
                      </a:lnTo>
                      <a:lnTo>
                        <a:pt x="60" y="12"/>
                      </a:lnTo>
                      <a:lnTo>
                        <a:pt x="58" y="10"/>
                      </a:lnTo>
                      <a:lnTo>
                        <a:pt x="54" y="8"/>
                      </a:lnTo>
                      <a:lnTo>
                        <a:pt x="50" y="8"/>
                      </a:lnTo>
                      <a:lnTo>
                        <a:pt x="46" y="6"/>
                      </a:lnTo>
                      <a:lnTo>
                        <a:pt x="40" y="8"/>
                      </a:lnTo>
                      <a:lnTo>
                        <a:pt x="36" y="10"/>
                      </a:lnTo>
                      <a:lnTo>
                        <a:pt x="30" y="14"/>
                      </a:lnTo>
                      <a:lnTo>
                        <a:pt x="26" y="16"/>
                      </a:lnTo>
                      <a:lnTo>
                        <a:pt x="24" y="18"/>
                      </a:lnTo>
                      <a:lnTo>
                        <a:pt x="22" y="22"/>
                      </a:lnTo>
                      <a:lnTo>
                        <a:pt x="22" y="24"/>
                      </a:lnTo>
                      <a:lnTo>
                        <a:pt x="22" y="28"/>
                      </a:lnTo>
                      <a:lnTo>
                        <a:pt x="22" y="30"/>
                      </a:lnTo>
                      <a:lnTo>
                        <a:pt x="20" y="34"/>
                      </a:lnTo>
                      <a:lnTo>
                        <a:pt x="20" y="36"/>
                      </a:lnTo>
                      <a:lnTo>
                        <a:pt x="20" y="38"/>
                      </a:lnTo>
                      <a:lnTo>
                        <a:pt x="20" y="38"/>
                      </a:lnTo>
                      <a:lnTo>
                        <a:pt x="24" y="38"/>
                      </a:lnTo>
                      <a:lnTo>
                        <a:pt x="28" y="36"/>
                      </a:lnTo>
                      <a:lnTo>
                        <a:pt x="34" y="36"/>
                      </a:lnTo>
                      <a:lnTo>
                        <a:pt x="40" y="36"/>
                      </a:lnTo>
                      <a:lnTo>
                        <a:pt x="42" y="34"/>
                      </a:lnTo>
                      <a:lnTo>
                        <a:pt x="44" y="32"/>
                      </a:lnTo>
                      <a:lnTo>
                        <a:pt x="44" y="30"/>
                      </a:lnTo>
                      <a:lnTo>
                        <a:pt x="48" y="28"/>
                      </a:lnTo>
                      <a:lnTo>
                        <a:pt x="50" y="28"/>
                      </a:lnTo>
                      <a:lnTo>
                        <a:pt x="52" y="28"/>
                      </a:lnTo>
                      <a:lnTo>
                        <a:pt x="54" y="28"/>
                      </a:lnTo>
                      <a:lnTo>
                        <a:pt x="54" y="30"/>
                      </a:lnTo>
                      <a:lnTo>
                        <a:pt x="54" y="32"/>
                      </a:lnTo>
                      <a:lnTo>
                        <a:pt x="54" y="34"/>
                      </a:lnTo>
                      <a:lnTo>
                        <a:pt x="54" y="36"/>
                      </a:lnTo>
                      <a:lnTo>
                        <a:pt x="52" y="38"/>
                      </a:lnTo>
                      <a:lnTo>
                        <a:pt x="50" y="38"/>
                      </a:lnTo>
                      <a:lnTo>
                        <a:pt x="46" y="40"/>
                      </a:lnTo>
                      <a:lnTo>
                        <a:pt x="42" y="40"/>
                      </a:lnTo>
                      <a:lnTo>
                        <a:pt x="38" y="42"/>
                      </a:lnTo>
                      <a:lnTo>
                        <a:pt x="36" y="44"/>
                      </a:lnTo>
                      <a:lnTo>
                        <a:pt x="32" y="44"/>
                      </a:lnTo>
                      <a:lnTo>
                        <a:pt x="32" y="44"/>
                      </a:lnTo>
                      <a:lnTo>
                        <a:pt x="32" y="46"/>
                      </a:lnTo>
                      <a:lnTo>
                        <a:pt x="32" y="46"/>
                      </a:lnTo>
                      <a:lnTo>
                        <a:pt x="30" y="48"/>
                      </a:lnTo>
                      <a:lnTo>
                        <a:pt x="32" y="50"/>
                      </a:lnTo>
                      <a:lnTo>
                        <a:pt x="32" y="50"/>
                      </a:lnTo>
                      <a:lnTo>
                        <a:pt x="36" y="52"/>
                      </a:lnTo>
                      <a:lnTo>
                        <a:pt x="40" y="54"/>
                      </a:lnTo>
                      <a:lnTo>
                        <a:pt x="42" y="58"/>
                      </a:lnTo>
                      <a:lnTo>
                        <a:pt x="44" y="62"/>
                      </a:lnTo>
                      <a:lnTo>
                        <a:pt x="46" y="66"/>
                      </a:lnTo>
                      <a:lnTo>
                        <a:pt x="46" y="68"/>
                      </a:lnTo>
                      <a:lnTo>
                        <a:pt x="46" y="70"/>
                      </a:lnTo>
                      <a:lnTo>
                        <a:pt x="58" y="76"/>
                      </a:lnTo>
                      <a:lnTo>
                        <a:pt x="62" y="90"/>
                      </a:lnTo>
                      <a:lnTo>
                        <a:pt x="46" y="92"/>
                      </a:lnTo>
                      <a:lnTo>
                        <a:pt x="38" y="96"/>
                      </a:lnTo>
                      <a:lnTo>
                        <a:pt x="34" y="80"/>
                      </a:lnTo>
                      <a:lnTo>
                        <a:pt x="34" y="64"/>
                      </a:lnTo>
                      <a:lnTo>
                        <a:pt x="32" y="62"/>
                      </a:lnTo>
                      <a:lnTo>
                        <a:pt x="28" y="58"/>
                      </a:lnTo>
                      <a:lnTo>
                        <a:pt x="24" y="58"/>
                      </a:lnTo>
                      <a:lnTo>
                        <a:pt x="24" y="78"/>
                      </a:lnTo>
                      <a:lnTo>
                        <a:pt x="16" y="8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7" name="Freeform 505">
                  <a:extLst>
                    <a:ext uri="{FF2B5EF4-FFF2-40B4-BE49-F238E27FC236}">
                      <a16:creationId xmlns:a16="http://schemas.microsoft.com/office/drawing/2014/main" id="{BA386AD0-6CE3-2BFB-F34B-30CC794C50E1}"/>
                    </a:ext>
                  </a:extLst>
                </p:cNvPr>
                <p:cNvSpPr/>
                <p:nvPr/>
              </p:nvSpPr>
              <p:spPr bwMode="gray">
                <a:xfrm>
                  <a:off x="3001292" y="4569068"/>
                  <a:ext cx="251790" cy="273822"/>
                </a:xfrm>
                <a:custGeom>
                  <a:avLst/>
                  <a:gdLst>
                    <a:gd name="T0" fmla="*/ 2 w 136"/>
                    <a:gd name="T1" fmla="*/ 2 h 148"/>
                    <a:gd name="T2" fmla="*/ 8 w 136"/>
                    <a:gd name="T3" fmla="*/ 4 h 148"/>
                    <a:gd name="T4" fmla="*/ 18 w 136"/>
                    <a:gd name="T5" fmla="*/ 2 h 148"/>
                    <a:gd name="T6" fmla="*/ 24 w 136"/>
                    <a:gd name="T7" fmla="*/ 0 h 148"/>
                    <a:gd name="T8" fmla="*/ 32 w 136"/>
                    <a:gd name="T9" fmla="*/ 4 h 148"/>
                    <a:gd name="T10" fmla="*/ 38 w 136"/>
                    <a:gd name="T11" fmla="*/ 14 h 148"/>
                    <a:gd name="T12" fmla="*/ 42 w 136"/>
                    <a:gd name="T13" fmla="*/ 18 h 148"/>
                    <a:gd name="T14" fmla="*/ 42 w 136"/>
                    <a:gd name="T15" fmla="*/ 20 h 148"/>
                    <a:gd name="T16" fmla="*/ 66 w 136"/>
                    <a:gd name="T17" fmla="*/ 42 h 148"/>
                    <a:gd name="T18" fmla="*/ 72 w 136"/>
                    <a:gd name="T19" fmla="*/ 42 h 148"/>
                    <a:gd name="T20" fmla="*/ 92 w 136"/>
                    <a:gd name="T21" fmla="*/ 60 h 148"/>
                    <a:gd name="T22" fmla="*/ 110 w 136"/>
                    <a:gd name="T23" fmla="*/ 74 h 148"/>
                    <a:gd name="T24" fmla="*/ 108 w 136"/>
                    <a:gd name="T25" fmla="*/ 74 h 148"/>
                    <a:gd name="T26" fmla="*/ 104 w 136"/>
                    <a:gd name="T27" fmla="*/ 76 h 148"/>
                    <a:gd name="T28" fmla="*/ 104 w 136"/>
                    <a:gd name="T29" fmla="*/ 78 h 148"/>
                    <a:gd name="T30" fmla="*/ 114 w 136"/>
                    <a:gd name="T31" fmla="*/ 88 h 148"/>
                    <a:gd name="T32" fmla="*/ 126 w 136"/>
                    <a:gd name="T33" fmla="*/ 100 h 148"/>
                    <a:gd name="T34" fmla="*/ 128 w 136"/>
                    <a:gd name="T35" fmla="*/ 102 h 148"/>
                    <a:gd name="T36" fmla="*/ 132 w 136"/>
                    <a:gd name="T37" fmla="*/ 108 h 148"/>
                    <a:gd name="T38" fmla="*/ 136 w 136"/>
                    <a:gd name="T39" fmla="*/ 116 h 148"/>
                    <a:gd name="T40" fmla="*/ 134 w 136"/>
                    <a:gd name="T41" fmla="*/ 116 h 148"/>
                    <a:gd name="T42" fmla="*/ 134 w 136"/>
                    <a:gd name="T43" fmla="*/ 120 h 148"/>
                    <a:gd name="T44" fmla="*/ 136 w 136"/>
                    <a:gd name="T45" fmla="*/ 128 h 148"/>
                    <a:gd name="T46" fmla="*/ 136 w 136"/>
                    <a:gd name="T47" fmla="*/ 132 h 148"/>
                    <a:gd name="T48" fmla="*/ 136 w 136"/>
                    <a:gd name="T49" fmla="*/ 140 h 148"/>
                    <a:gd name="T50" fmla="*/ 132 w 136"/>
                    <a:gd name="T51" fmla="*/ 146 h 148"/>
                    <a:gd name="T52" fmla="*/ 126 w 136"/>
                    <a:gd name="T53" fmla="*/ 148 h 148"/>
                    <a:gd name="T54" fmla="*/ 122 w 136"/>
                    <a:gd name="T55" fmla="*/ 148 h 148"/>
                    <a:gd name="T56" fmla="*/ 100 w 136"/>
                    <a:gd name="T57" fmla="*/ 138 h 148"/>
                    <a:gd name="T58" fmla="*/ 82 w 136"/>
                    <a:gd name="T59" fmla="*/ 116 h 148"/>
                    <a:gd name="T60" fmla="*/ 62 w 136"/>
                    <a:gd name="T61" fmla="*/ 88 h 148"/>
                    <a:gd name="T62" fmla="*/ 52 w 136"/>
                    <a:gd name="T63" fmla="*/ 68 h 148"/>
                    <a:gd name="T64" fmla="*/ 44 w 136"/>
                    <a:gd name="T65" fmla="*/ 60 h 148"/>
                    <a:gd name="T66" fmla="*/ 40 w 136"/>
                    <a:gd name="T67" fmla="*/ 54 h 148"/>
                    <a:gd name="T68" fmla="*/ 34 w 136"/>
                    <a:gd name="T69" fmla="*/ 46 h 148"/>
                    <a:gd name="T70" fmla="*/ 14 w 136"/>
                    <a:gd name="T71" fmla="*/ 18 h 148"/>
                    <a:gd name="T72" fmla="*/ 12 w 136"/>
                    <a:gd name="T73" fmla="*/ 16 h 148"/>
                    <a:gd name="T74" fmla="*/ 6 w 136"/>
                    <a:gd name="T75" fmla="*/ 12 h 148"/>
                    <a:gd name="T76" fmla="*/ 0 w 136"/>
                    <a:gd name="T77" fmla="*/ 6 h 148"/>
                    <a:gd name="T78" fmla="*/ 0 w 136"/>
                    <a:gd name="T79" fmla="*/ 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6" h="148">
                      <a:moveTo>
                        <a:pt x="0" y="0"/>
                      </a:moveTo>
                      <a:lnTo>
                        <a:pt x="2" y="2"/>
                      </a:lnTo>
                      <a:lnTo>
                        <a:pt x="4" y="2"/>
                      </a:lnTo>
                      <a:lnTo>
                        <a:pt x="8" y="4"/>
                      </a:lnTo>
                      <a:lnTo>
                        <a:pt x="12" y="4"/>
                      </a:lnTo>
                      <a:lnTo>
                        <a:pt x="18" y="2"/>
                      </a:lnTo>
                      <a:lnTo>
                        <a:pt x="20" y="2"/>
                      </a:lnTo>
                      <a:lnTo>
                        <a:pt x="24" y="0"/>
                      </a:lnTo>
                      <a:lnTo>
                        <a:pt x="28" y="2"/>
                      </a:lnTo>
                      <a:lnTo>
                        <a:pt x="32" y="4"/>
                      </a:lnTo>
                      <a:lnTo>
                        <a:pt x="36" y="8"/>
                      </a:lnTo>
                      <a:lnTo>
                        <a:pt x="38" y="14"/>
                      </a:lnTo>
                      <a:lnTo>
                        <a:pt x="40" y="16"/>
                      </a:lnTo>
                      <a:lnTo>
                        <a:pt x="42" y="18"/>
                      </a:lnTo>
                      <a:lnTo>
                        <a:pt x="42" y="20"/>
                      </a:lnTo>
                      <a:lnTo>
                        <a:pt x="42" y="20"/>
                      </a:lnTo>
                      <a:lnTo>
                        <a:pt x="42" y="20"/>
                      </a:lnTo>
                      <a:lnTo>
                        <a:pt x="66" y="42"/>
                      </a:lnTo>
                      <a:lnTo>
                        <a:pt x="68" y="40"/>
                      </a:lnTo>
                      <a:lnTo>
                        <a:pt x="72" y="42"/>
                      </a:lnTo>
                      <a:lnTo>
                        <a:pt x="82" y="50"/>
                      </a:lnTo>
                      <a:lnTo>
                        <a:pt x="92" y="60"/>
                      </a:lnTo>
                      <a:lnTo>
                        <a:pt x="104" y="68"/>
                      </a:lnTo>
                      <a:lnTo>
                        <a:pt x="110" y="74"/>
                      </a:lnTo>
                      <a:lnTo>
                        <a:pt x="108" y="74"/>
                      </a:lnTo>
                      <a:lnTo>
                        <a:pt x="108" y="74"/>
                      </a:lnTo>
                      <a:lnTo>
                        <a:pt x="106" y="74"/>
                      </a:lnTo>
                      <a:lnTo>
                        <a:pt x="104" y="76"/>
                      </a:lnTo>
                      <a:lnTo>
                        <a:pt x="102" y="76"/>
                      </a:lnTo>
                      <a:lnTo>
                        <a:pt x="104" y="78"/>
                      </a:lnTo>
                      <a:lnTo>
                        <a:pt x="106" y="82"/>
                      </a:lnTo>
                      <a:lnTo>
                        <a:pt x="114" y="88"/>
                      </a:lnTo>
                      <a:lnTo>
                        <a:pt x="114" y="100"/>
                      </a:lnTo>
                      <a:lnTo>
                        <a:pt x="126" y="100"/>
                      </a:lnTo>
                      <a:lnTo>
                        <a:pt x="126" y="100"/>
                      </a:lnTo>
                      <a:lnTo>
                        <a:pt x="128" y="102"/>
                      </a:lnTo>
                      <a:lnTo>
                        <a:pt x="130" y="104"/>
                      </a:lnTo>
                      <a:lnTo>
                        <a:pt x="132" y="108"/>
                      </a:lnTo>
                      <a:lnTo>
                        <a:pt x="134" y="112"/>
                      </a:lnTo>
                      <a:lnTo>
                        <a:pt x="136" y="116"/>
                      </a:lnTo>
                      <a:lnTo>
                        <a:pt x="136" y="116"/>
                      </a:lnTo>
                      <a:lnTo>
                        <a:pt x="134" y="116"/>
                      </a:lnTo>
                      <a:lnTo>
                        <a:pt x="134" y="118"/>
                      </a:lnTo>
                      <a:lnTo>
                        <a:pt x="134" y="120"/>
                      </a:lnTo>
                      <a:lnTo>
                        <a:pt x="134" y="124"/>
                      </a:lnTo>
                      <a:lnTo>
                        <a:pt x="136" y="128"/>
                      </a:lnTo>
                      <a:lnTo>
                        <a:pt x="136" y="130"/>
                      </a:lnTo>
                      <a:lnTo>
                        <a:pt x="136" y="132"/>
                      </a:lnTo>
                      <a:lnTo>
                        <a:pt x="136" y="136"/>
                      </a:lnTo>
                      <a:lnTo>
                        <a:pt x="136" y="140"/>
                      </a:lnTo>
                      <a:lnTo>
                        <a:pt x="134" y="144"/>
                      </a:lnTo>
                      <a:lnTo>
                        <a:pt x="132" y="146"/>
                      </a:lnTo>
                      <a:lnTo>
                        <a:pt x="128" y="148"/>
                      </a:lnTo>
                      <a:lnTo>
                        <a:pt x="126" y="148"/>
                      </a:lnTo>
                      <a:lnTo>
                        <a:pt x="122" y="148"/>
                      </a:lnTo>
                      <a:lnTo>
                        <a:pt x="122" y="148"/>
                      </a:lnTo>
                      <a:lnTo>
                        <a:pt x="102" y="142"/>
                      </a:lnTo>
                      <a:lnTo>
                        <a:pt x="100" y="138"/>
                      </a:lnTo>
                      <a:lnTo>
                        <a:pt x="92" y="128"/>
                      </a:lnTo>
                      <a:lnTo>
                        <a:pt x="82" y="116"/>
                      </a:lnTo>
                      <a:lnTo>
                        <a:pt x="72" y="102"/>
                      </a:lnTo>
                      <a:lnTo>
                        <a:pt x="62" y="88"/>
                      </a:lnTo>
                      <a:lnTo>
                        <a:pt x="56" y="78"/>
                      </a:lnTo>
                      <a:lnTo>
                        <a:pt x="52" y="68"/>
                      </a:lnTo>
                      <a:lnTo>
                        <a:pt x="44" y="62"/>
                      </a:lnTo>
                      <a:lnTo>
                        <a:pt x="44" y="60"/>
                      </a:lnTo>
                      <a:lnTo>
                        <a:pt x="42" y="58"/>
                      </a:lnTo>
                      <a:lnTo>
                        <a:pt x="40" y="54"/>
                      </a:lnTo>
                      <a:lnTo>
                        <a:pt x="38" y="50"/>
                      </a:lnTo>
                      <a:lnTo>
                        <a:pt x="34" y="46"/>
                      </a:lnTo>
                      <a:lnTo>
                        <a:pt x="32" y="42"/>
                      </a:lnTo>
                      <a:lnTo>
                        <a:pt x="14" y="18"/>
                      </a:lnTo>
                      <a:lnTo>
                        <a:pt x="14" y="18"/>
                      </a:lnTo>
                      <a:lnTo>
                        <a:pt x="12" y="16"/>
                      </a:lnTo>
                      <a:lnTo>
                        <a:pt x="8" y="14"/>
                      </a:lnTo>
                      <a:lnTo>
                        <a:pt x="6" y="12"/>
                      </a:lnTo>
                      <a:lnTo>
                        <a:pt x="2" y="8"/>
                      </a:lnTo>
                      <a:lnTo>
                        <a:pt x="0" y="6"/>
                      </a:lnTo>
                      <a:lnTo>
                        <a:pt x="0" y="2"/>
                      </a:lnTo>
                      <a:lnTo>
                        <a:pt x="0" y="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8" name="Freeform 506">
                  <a:extLst>
                    <a:ext uri="{FF2B5EF4-FFF2-40B4-BE49-F238E27FC236}">
                      <a16:creationId xmlns:a16="http://schemas.microsoft.com/office/drawing/2014/main" id="{DF5EC857-FBA5-D001-E93F-31035F4759D9}"/>
                    </a:ext>
                  </a:extLst>
                </p:cNvPr>
                <p:cNvSpPr/>
                <p:nvPr/>
              </p:nvSpPr>
              <p:spPr bwMode="gray">
                <a:xfrm>
                  <a:off x="3245676" y="4850291"/>
                  <a:ext cx="214762" cy="59205"/>
                </a:xfrm>
                <a:custGeom>
                  <a:avLst/>
                  <a:gdLst>
                    <a:gd name="T0" fmla="*/ 50 w 116"/>
                    <a:gd name="T1" fmla="*/ 22 h 32"/>
                    <a:gd name="T2" fmla="*/ 22 w 116"/>
                    <a:gd name="T3" fmla="*/ 22 h 32"/>
                    <a:gd name="T4" fmla="*/ 0 w 116"/>
                    <a:gd name="T5" fmla="*/ 10 h 32"/>
                    <a:gd name="T6" fmla="*/ 2 w 116"/>
                    <a:gd name="T7" fmla="*/ 4 h 32"/>
                    <a:gd name="T8" fmla="*/ 2 w 116"/>
                    <a:gd name="T9" fmla="*/ 4 h 32"/>
                    <a:gd name="T10" fmla="*/ 6 w 116"/>
                    <a:gd name="T11" fmla="*/ 2 h 32"/>
                    <a:gd name="T12" fmla="*/ 10 w 116"/>
                    <a:gd name="T13" fmla="*/ 0 h 32"/>
                    <a:gd name="T14" fmla="*/ 14 w 116"/>
                    <a:gd name="T15" fmla="*/ 0 h 32"/>
                    <a:gd name="T16" fmla="*/ 20 w 116"/>
                    <a:gd name="T17" fmla="*/ 0 h 32"/>
                    <a:gd name="T18" fmla="*/ 26 w 116"/>
                    <a:gd name="T19" fmla="*/ 0 h 32"/>
                    <a:gd name="T20" fmla="*/ 56 w 116"/>
                    <a:gd name="T21" fmla="*/ 8 h 32"/>
                    <a:gd name="T22" fmla="*/ 58 w 116"/>
                    <a:gd name="T23" fmla="*/ 8 h 32"/>
                    <a:gd name="T24" fmla="*/ 62 w 116"/>
                    <a:gd name="T25" fmla="*/ 6 h 32"/>
                    <a:gd name="T26" fmla="*/ 66 w 116"/>
                    <a:gd name="T27" fmla="*/ 6 h 32"/>
                    <a:gd name="T28" fmla="*/ 72 w 116"/>
                    <a:gd name="T29" fmla="*/ 6 h 32"/>
                    <a:gd name="T30" fmla="*/ 80 w 116"/>
                    <a:gd name="T31" fmla="*/ 6 h 32"/>
                    <a:gd name="T32" fmla="*/ 84 w 116"/>
                    <a:gd name="T33" fmla="*/ 8 h 32"/>
                    <a:gd name="T34" fmla="*/ 90 w 116"/>
                    <a:gd name="T35" fmla="*/ 12 h 32"/>
                    <a:gd name="T36" fmla="*/ 96 w 116"/>
                    <a:gd name="T37" fmla="*/ 14 h 32"/>
                    <a:gd name="T38" fmla="*/ 102 w 116"/>
                    <a:gd name="T39" fmla="*/ 16 h 32"/>
                    <a:gd name="T40" fmla="*/ 108 w 116"/>
                    <a:gd name="T41" fmla="*/ 18 h 32"/>
                    <a:gd name="T42" fmla="*/ 110 w 116"/>
                    <a:gd name="T43" fmla="*/ 20 h 32"/>
                    <a:gd name="T44" fmla="*/ 112 w 116"/>
                    <a:gd name="T45" fmla="*/ 20 h 32"/>
                    <a:gd name="T46" fmla="*/ 112 w 116"/>
                    <a:gd name="T47" fmla="*/ 20 h 32"/>
                    <a:gd name="T48" fmla="*/ 114 w 116"/>
                    <a:gd name="T49" fmla="*/ 22 h 32"/>
                    <a:gd name="T50" fmla="*/ 114 w 116"/>
                    <a:gd name="T51" fmla="*/ 24 h 32"/>
                    <a:gd name="T52" fmla="*/ 116 w 116"/>
                    <a:gd name="T53" fmla="*/ 28 h 32"/>
                    <a:gd name="T54" fmla="*/ 114 w 116"/>
                    <a:gd name="T55" fmla="*/ 30 h 32"/>
                    <a:gd name="T56" fmla="*/ 114 w 116"/>
                    <a:gd name="T57" fmla="*/ 32 h 32"/>
                    <a:gd name="T58" fmla="*/ 110 w 116"/>
                    <a:gd name="T59" fmla="*/ 32 h 32"/>
                    <a:gd name="T60" fmla="*/ 100 w 116"/>
                    <a:gd name="T61" fmla="*/ 32 h 32"/>
                    <a:gd name="T62" fmla="*/ 88 w 116"/>
                    <a:gd name="T63" fmla="*/ 30 h 32"/>
                    <a:gd name="T64" fmla="*/ 76 w 116"/>
                    <a:gd name="T65" fmla="*/ 30 h 32"/>
                    <a:gd name="T66" fmla="*/ 72 w 116"/>
                    <a:gd name="T67" fmla="*/ 28 h 32"/>
                    <a:gd name="T68" fmla="*/ 50 w 116"/>
                    <a:gd name="T69"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6" h="32">
                      <a:moveTo>
                        <a:pt x="50" y="22"/>
                      </a:moveTo>
                      <a:lnTo>
                        <a:pt x="22" y="22"/>
                      </a:lnTo>
                      <a:lnTo>
                        <a:pt x="0" y="10"/>
                      </a:lnTo>
                      <a:lnTo>
                        <a:pt x="2" y="4"/>
                      </a:lnTo>
                      <a:lnTo>
                        <a:pt x="2" y="4"/>
                      </a:lnTo>
                      <a:lnTo>
                        <a:pt x="6" y="2"/>
                      </a:lnTo>
                      <a:lnTo>
                        <a:pt x="10" y="0"/>
                      </a:lnTo>
                      <a:lnTo>
                        <a:pt x="14" y="0"/>
                      </a:lnTo>
                      <a:lnTo>
                        <a:pt x="20" y="0"/>
                      </a:lnTo>
                      <a:lnTo>
                        <a:pt x="26" y="0"/>
                      </a:lnTo>
                      <a:lnTo>
                        <a:pt x="56" y="8"/>
                      </a:lnTo>
                      <a:lnTo>
                        <a:pt x="58" y="8"/>
                      </a:lnTo>
                      <a:lnTo>
                        <a:pt x="62" y="6"/>
                      </a:lnTo>
                      <a:lnTo>
                        <a:pt x="66" y="6"/>
                      </a:lnTo>
                      <a:lnTo>
                        <a:pt x="72" y="6"/>
                      </a:lnTo>
                      <a:lnTo>
                        <a:pt x="80" y="6"/>
                      </a:lnTo>
                      <a:lnTo>
                        <a:pt x="84" y="8"/>
                      </a:lnTo>
                      <a:lnTo>
                        <a:pt x="90" y="12"/>
                      </a:lnTo>
                      <a:lnTo>
                        <a:pt x="96" y="14"/>
                      </a:lnTo>
                      <a:lnTo>
                        <a:pt x="102" y="16"/>
                      </a:lnTo>
                      <a:lnTo>
                        <a:pt x="108" y="18"/>
                      </a:lnTo>
                      <a:lnTo>
                        <a:pt x="110" y="20"/>
                      </a:lnTo>
                      <a:lnTo>
                        <a:pt x="112" y="20"/>
                      </a:lnTo>
                      <a:lnTo>
                        <a:pt x="112" y="20"/>
                      </a:lnTo>
                      <a:lnTo>
                        <a:pt x="114" y="22"/>
                      </a:lnTo>
                      <a:lnTo>
                        <a:pt x="114" y="24"/>
                      </a:lnTo>
                      <a:lnTo>
                        <a:pt x="116" y="28"/>
                      </a:lnTo>
                      <a:lnTo>
                        <a:pt x="114" y="30"/>
                      </a:lnTo>
                      <a:lnTo>
                        <a:pt x="114" y="32"/>
                      </a:lnTo>
                      <a:lnTo>
                        <a:pt x="110" y="32"/>
                      </a:lnTo>
                      <a:lnTo>
                        <a:pt x="100" y="32"/>
                      </a:lnTo>
                      <a:lnTo>
                        <a:pt x="88" y="30"/>
                      </a:lnTo>
                      <a:lnTo>
                        <a:pt x="76" y="30"/>
                      </a:lnTo>
                      <a:lnTo>
                        <a:pt x="72" y="28"/>
                      </a:lnTo>
                      <a:lnTo>
                        <a:pt x="50" y="22"/>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79" name="Freeform 507">
                  <a:extLst>
                    <a:ext uri="{FF2B5EF4-FFF2-40B4-BE49-F238E27FC236}">
                      <a16:creationId xmlns:a16="http://schemas.microsoft.com/office/drawing/2014/main" id="{93E97D49-16C3-F3F5-3F11-C4A61A569C64}"/>
                    </a:ext>
                  </a:extLst>
                </p:cNvPr>
                <p:cNvSpPr/>
                <p:nvPr/>
              </p:nvSpPr>
              <p:spPr bwMode="gray">
                <a:xfrm>
                  <a:off x="7637188" y="4968701"/>
                  <a:ext cx="325846" cy="377431"/>
                </a:xfrm>
                <a:custGeom>
                  <a:avLst/>
                  <a:gdLst>
                    <a:gd name="T0" fmla="*/ 2 w 176"/>
                    <a:gd name="T1" fmla="*/ 94 h 204"/>
                    <a:gd name="T2" fmla="*/ 8 w 176"/>
                    <a:gd name="T3" fmla="*/ 90 h 204"/>
                    <a:gd name="T4" fmla="*/ 22 w 176"/>
                    <a:gd name="T5" fmla="*/ 84 h 204"/>
                    <a:gd name="T6" fmla="*/ 28 w 176"/>
                    <a:gd name="T7" fmla="*/ 80 h 204"/>
                    <a:gd name="T8" fmla="*/ 26 w 176"/>
                    <a:gd name="T9" fmla="*/ 70 h 204"/>
                    <a:gd name="T10" fmla="*/ 24 w 176"/>
                    <a:gd name="T11" fmla="*/ 66 h 204"/>
                    <a:gd name="T12" fmla="*/ 24 w 176"/>
                    <a:gd name="T13" fmla="*/ 52 h 204"/>
                    <a:gd name="T14" fmla="*/ 28 w 176"/>
                    <a:gd name="T15" fmla="*/ 44 h 204"/>
                    <a:gd name="T16" fmla="*/ 26 w 176"/>
                    <a:gd name="T17" fmla="*/ 36 h 204"/>
                    <a:gd name="T18" fmla="*/ 34 w 176"/>
                    <a:gd name="T19" fmla="*/ 18 h 204"/>
                    <a:gd name="T20" fmla="*/ 42 w 176"/>
                    <a:gd name="T21" fmla="*/ 16 h 204"/>
                    <a:gd name="T22" fmla="*/ 48 w 176"/>
                    <a:gd name="T23" fmla="*/ 8 h 204"/>
                    <a:gd name="T24" fmla="*/ 58 w 176"/>
                    <a:gd name="T25" fmla="*/ 4 h 204"/>
                    <a:gd name="T26" fmla="*/ 64 w 176"/>
                    <a:gd name="T27" fmla="*/ 6 h 204"/>
                    <a:gd name="T28" fmla="*/ 68 w 176"/>
                    <a:gd name="T29" fmla="*/ 0 h 204"/>
                    <a:gd name="T30" fmla="*/ 74 w 176"/>
                    <a:gd name="T31" fmla="*/ 2 h 204"/>
                    <a:gd name="T32" fmla="*/ 72 w 176"/>
                    <a:gd name="T33" fmla="*/ 20 h 204"/>
                    <a:gd name="T34" fmla="*/ 98 w 176"/>
                    <a:gd name="T35" fmla="*/ 46 h 204"/>
                    <a:gd name="T36" fmla="*/ 110 w 176"/>
                    <a:gd name="T37" fmla="*/ 48 h 204"/>
                    <a:gd name="T38" fmla="*/ 118 w 176"/>
                    <a:gd name="T39" fmla="*/ 60 h 204"/>
                    <a:gd name="T40" fmla="*/ 128 w 176"/>
                    <a:gd name="T41" fmla="*/ 66 h 204"/>
                    <a:gd name="T42" fmla="*/ 140 w 176"/>
                    <a:gd name="T43" fmla="*/ 78 h 204"/>
                    <a:gd name="T44" fmla="*/ 166 w 176"/>
                    <a:gd name="T45" fmla="*/ 90 h 204"/>
                    <a:gd name="T46" fmla="*/ 166 w 176"/>
                    <a:gd name="T47" fmla="*/ 98 h 204"/>
                    <a:gd name="T48" fmla="*/ 168 w 176"/>
                    <a:gd name="T49" fmla="*/ 104 h 204"/>
                    <a:gd name="T50" fmla="*/ 174 w 176"/>
                    <a:gd name="T51" fmla="*/ 108 h 204"/>
                    <a:gd name="T52" fmla="*/ 176 w 176"/>
                    <a:gd name="T53" fmla="*/ 120 h 204"/>
                    <a:gd name="T54" fmla="*/ 174 w 176"/>
                    <a:gd name="T55" fmla="*/ 156 h 204"/>
                    <a:gd name="T56" fmla="*/ 162 w 176"/>
                    <a:gd name="T57" fmla="*/ 152 h 204"/>
                    <a:gd name="T58" fmla="*/ 132 w 176"/>
                    <a:gd name="T59" fmla="*/ 150 h 204"/>
                    <a:gd name="T60" fmla="*/ 112 w 176"/>
                    <a:gd name="T61" fmla="*/ 180 h 204"/>
                    <a:gd name="T62" fmla="*/ 106 w 176"/>
                    <a:gd name="T63" fmla="*/ 190 h 204"/>
                    <a:gd name="T64" fmla="*/ 98 w 176"/>
                    <a:gd name="T65" fmla="*/ 186 h 204"/>
                    <a:gd name="T66" fmla="*/ 84 w 176"/>
                    <a:gd name="T67" fmla="*/ 200 h 204"/>
                    <a:gd name="T68" fmla="*/ 82 w 176"/>
                    <a:gd name="T69" fmla="*/ 194 h 204"/>
                    <a:gd name="T70" fmla="*/ 76 w 176"/>
                    <a:gd name="T71" fmla="*/ 188 h 204"/>
                    <a:gd name="T72" fmla="*/ 56 w 176"/>
                    <a:gd name="T73" fmla="*/ 188 h 204"/>
                    <a:gd name="T74" fmla="*/ 50 w 176"/>
                    <a:gd name="T75" fmla="*/ 198 h 204"/>
                    <a:gd name="T76" fmla="*/ 46 w 176"/>
                    <a:gd name="T77" fmla="*/ 202 h 204"/>
                    <a:gd name="T78" fmla="*/ 40 w 176"/>
                    <a:gd name="T79" fmla="*/ 204 h 204"/>
                    <a:gd name="T80" fmla="*/ 30 w 176"/>
                    <a:gd name="T81" fmla="*/ 160 h 204"/>
                    <a:gd name="T82" fmla="*/ 30 w 176"/>
                    <a:gd name="T83" fmla="*/ 150 h 204"/>
                    <a:gd name="T84" fmla="*/ 24 w 176"/>
                    <a:gd name="T85" fmla="*/ 138 h 204"/>
                    <a:gd name="T86" fmla="*/ 10 w 176"/>
                    <a:gd name="T87" fmla="*/ 118 h 204"/>
                    <a:gd name="T88" fmla="*/ 2 w 176"/>
                    <a:gd name="T89" fmla="*/ 10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6" h="204">
                      <a:moveTo>
                        <a:pt x="0" y="96"/>
                      </a:moveTo>
                      <a:lnTo>
                        <a:pt x="2" y="94"/>
                      </a:lnTo>
                      <a:lnTo>
                        <a:pt x="2" y="94"/>
                      </a:lnTo>
                      <a:lnTo>
                        <a:pt x="4" y="94"/>
                      </a:lnTo>
                      <a:lnTo>
                        <a:pt x="6" y="92"/>
                      </a:lnTo>
                      <a:lnTo>
                        <a:pt x="8" y="90"/>
                      </a:lnTo>
                      <a:lnTo>
                        <a:pt x="12" y="88"/>
                      </a:lnTo>
                      <a:lnTo>
                        <a:pt x="18" y="86"/>
                      </a:lnTo>
                      <a:lnTo>
                        <a:pt x="22" y="84"/>
                      </a:lnTo>
                      <a:lnTo>
                        <a:pt x="24" y="84"/>
                      </a:lnTo>
                      <a:lnTo>
                        <a:pt x="26" y="82"/>
                      </a:lnTo>
                      <a:lnTo>
                        <a:pt x="28" y="80"/>
                      </a:lnTo>
                      <a:lnTo>
                        <a:pt x="28" y="76"/>
                      </a:lnTo>
                      <a:lnTo>
                        <a:pt x="28" y="74"/>
                      </a:lnTo>
                      <a:lnTo>
                        <a:pt x="26" y="70"/>
                      </a:lnTo>
                      <a:lnTo>
                        <a:pt x="26" y="68"/>
                      </a:lnTo>
                      <a:lnTo>
                        <a:pt x="24" y="68"/>
                      </a:lnTo>
                      <a:lnTo>
                        <a:pt x="24" y="66"/>
                      </a:lnTo>
                      <a:lnTo>
                        <a:pt x="24" y="62"/>
                      </a:lnTo>
                      <a:lnTo>
                        <a:pt x="24" y="56"/>
                      </a:lnTo>
                      <a:lnTo>
                        <a:pt x="24" y="52"/>
                      </a:lnTo>
                      <a:lnTo>
                        <a:pt x="26" y="48"/>
                      </a:lnTo>
                      <a:lnTo>
                        <a:pt x="26" y="46"/>
                      </a:lnTo>
                      <a:lnTo>
                        <a:pt x="28" y="44"/>
                      </a:lnTo>
                      <a:lnTo>
                        <a:pt x="28" y="40"/>
                      </a:lnTo>
                      <a:lnTo>
                        <a:pt x="26" y="38"/>
                      </a:lnTo>
                      <a:lnTo>
                        <a:pt x="26" y="36"/>
                      </a:lnTo>
                      <a:lnTo>
                        <a:pt x="26" y="36"/>
                      </a:lnTo>
                      <a:lnTo>
                        <a:pt x="16" y="20"/>
                      </a:lnTo>
                      <a:lnTo>
                        <a:pt x="34" y="18"/>
                      </a:lnTo>
                      <a:lnTo>
                        <a:pt x="36" y="18"/>
                      </a:lnTo>
                      <a:lnTo>
                        <a:pt x="38" y="18"/>
                      </a:lnTo>
                      <a:lnTo>
                        <a:pt x="42" y="16"/>
                      </a:lnTo>
                      <a:lnTo>
                        <a:pt x="44" y="12"/>
                      </a:lnTo>
                      <a:lnTo>
                        <a:pt x="46" y="10"/>
                      </a:lnTo>
                      <a:lnTo>
                        <a:pt x="48" y="8"/>
                      </a:lnTo>
                      <a:lnTo>
                        <a:pt x="52" y="6"/>
                      </a:lnTo>
                      <a:lnTo>
                        <a:pt x="54" y="4"/>
                      </a:lnTo>
                      <a:lnTo>
                        <a:pt x="58" y="4"/>
                      </a:lnTo>
                      <a:lnTo>
                        <a:pt x="60" y="6"/>
                      </a:lnTo>
                      <a:lnTo>
                        <a:pt x="62" y="6"/>
                      </a:lnTo>
                      <a:lnTo>
                        <a:pt x="64" y="6"/>
                      </a:lnTo>
                      <a:lnTo>
                        <a:pt x="66" y="4"/>
                      </a:lnTo>
                      <a:lnTo>
                        <a:pt x="66" y="2"/>
                      </a:lnTo>
                      <a:lnTo>
                        <a:pt x="68" y="0"/>
                      </a:lnTo>
                      <a:lnTo>
                        <a:pt x="70" y="0"/>
                      </a:lnTo>
                      <a:lnTo>
                        <a:pt x="72" y="0"/>
                      </a:lnTo>
                      <a:lnTo>
                        <a:pt x="74" y="2"/>
                      </a:lnTo>
                      <a:lnTo>
                        <a:pt x="74" y="6"/>
                      </a:lnTo>
                      <a:lnTo>
                        <a:pt x="72" y="10"/>
                      </a:lnTo>
                      <a:lnTo>
                        <a:pt x="72" y="20"/>
                      </a:lnTo>
                      <a:lnTo>
                        <a:pt x="76" y="32"/>
                      </a:lnTo>
                      <a:lnTo>
                        <a:pt x="86" y="42"/>
                      </a:lnTo>
                      <a:lnTo>
                        <a:pt x="98" y="46"/>
                      </a:lnTo>
                      <a:lnTo>
                        <a:pt x="108" y="44"/>
                      </a:lnTo>
                      <a:lnTo>
                        <a:pt x="108" y="46"/>
                      </a:lnTo>
                      <a:lnTo>
                        <a:pt x="110" y="48"/>
                      </a:lnTo>
                      <a:lnTo>
                        <a:pt x="112" y="52"/>
                      </a:lnTo>
                      <a:lnTo>
                        <a:pt x="114" y="56"/>
                      </a:lnTo>
                      <a:lnTo>
                        <a:pt x="118" y="60"/>
                      </a:lnTo>
                      <a:lnTo>
                        <a:pt x="124" y="62"/>
                      </a:lnTo>
                      <a:lnTo>
                        <a:pt x="124" y="62"/>
                      </a:lnTo>
                      <a:lnTo>
                        <a:pt x="128" y="66"/>
                      </a:lnTo>
                      <a:lnTo>
                        <a:pt x="132" y="68"/>
                      </a:lnTo>
                      <a:lnTo>
                        <a:pt x="136" y="72"/>
                      </a:lnTo>
                      <a:lnTo>
                        <a:pt x="140" y="78"/>
                      </a:lnTo>
                      <a:lnTo>
                        <a:pt x="142" y="82"/>
                      </a:lnTo>
                      <a:lnTo>
                        <a:pt x="144" y="88"/>
                      </a:lnTo>
                      <a:lnTo>
                        <a:pt x="166" y="90"/>
                      </a:lnTo>
                      <a:lnTo>
                        <a:pt x="166" y="92"/>
                      </a:lnTo>
                      <a:lnTo>
                        <a:pt x="166" y="94"/>
                      </a:lnTo>
                      <a:lnTo>
                        <a:pt x="166" y="98"/>
                      </a:lnTo>
                      <a:lnTo>
                        <a:pt x="166" y="102"/>
                      </a:lnTo>
                      <a:lnTo>
                        <a:pt x="168" y="104"/>
                      </a:lnTo>
                      <a:lnTo>
                        <a:pt x="168" y="104"/>
                      </a:lnTo>
                      <a:lnTo>
                        <a:pt x="170" y="106"/>
                      </a:lnTo>
                      <a:lnTo>
                        <a:pt x="172" y="106"/>
                      </a:lnTo>
                      <a:lnTo>
                        <a:pt x="174" y="108"/>
                      </a:lnTo>
                      <a:lnTo>
                        <a:pt x="176" y="112"/>
                      </a:lnTo>
                      <a:lnTo>
                        <a:pt x="176" y="116"/>
                      </a:lnTo>
                      <a:lnTo>
                        <a:pt x="176" y="120"/>
                      </a:lnTo>
                      <a:lnTo>
                        <a:pt x="176" y="132"/>
                      </a:lnTo>
                      <a:lnTo>
                        <a:pt x="176" y="144"/>
                      </a:lnTo>
                      <a:lnTo>
                        <a:pt x="174" y="156"/>
                      </a:lnTo>
                      <a:lnTo>
                        <a:pt x="172" y="162"/>
                      </a:lnTo>
                      <a:lnTo>
                        <a:pt x="170" y="160"/>
                      </a:lnTo>
                      <a:lnTo>
                        <a:pt x="162" y="152"/>
                      </a:lnTo>
                      <a:lnTo>
                        <a:pt x="150" y="148"/>
                      </a:lnTo>
                      <a:lnTo>
                        <a:pt x="136" y="148"/>
                      </a:lnTo>
                      <a:lnTo>
                        <a:pt x="132" y="150"/>
                      </a:lnTo>
                      <a:lnTo>
                        <a:pt x="126" y="158"/>
                      </a:lnTo>
                      <a:lnTo>
                        <a:pt x="116" y="168"/>
                      </a:lnTo>
                      <a:lnTo>
                        <a:pt x="112" y="180"/>
                      </a:lnTo>
                      <a:lnTo>
                        <a:pt x="108" y="192"/>
                      </a:lnTo>
                      <a:lnTo>
                        <a:pt x="108" y="190"/>
                      </a:lnTo>
                      <a:lnTo>
                        <a:pt x="106" y="190"/>
                      </a:lnTo>
                      <a:lnTo>
                        <a:pt x="104" y="188"/>
                      </a:lnTo>
                      <a:lnTo>
                        <a:pt x="102" y="186"/>
                      </a:lnTo>
                      <a:lnTo>
                        <a:pt x="98" y="186"/>
                      </a:lnTo>
                      <a:lnTo>
                        <a:pt x="94" y="188"/>
                      </a:lnTo>
                      <a:lnTo>
                        <a:pt x="88" y="192"/>
                      </a:lnTo>
                      <a:lnTo>
                        <a:pt x="84" y="200"/>
                      </a:lnTo>
                      <a:lnTo>
                        <a:pt x="84" y="200"/>
                      </a:lnTo>
                      <a:lnTo>
                        <a:pt x="82" y="196"/>
                      </a:lnTo>
                      <a:lnTo>
                        <a:pt x="82" y="194"/>
                      </a:lnTo>
                      <a:lnTo>
                        <a:pt x="80" y="192"/>
                      </a:lnTo>
                      <a:lnTo>
                        <a:pt x="78" y="188"/>
                      </a:lnTo>
                      <a:lnTo>
                        <a:pt x="76" y="188"/>
                      </a:lnTo>
                      <a:lnTo>
                        <a:pt x="58" y="184"/>
                      </a:lnTo>
                      <a:lnTo>
                        <a:pt x="58" y="186"/>
                      </a:lnTo>
                      <a:lnTo>
                        <a:pt x="56" y="188"/>
                      </a:lnTo>
                      <a:lnTo>
                        <a:pt x="54" y="192"/>
                      </a:lnTo>
                      <a:lnTo>
                        <a:pt x="52" y="194"/>
                      </a:lnTo>
                      <a:lnTo>
                        <a:pt x="50" y="198"/>
                      </a:lnTo>
                      <a:lnTo>
                        <a:pt x="48" y="198"/>
                      </a:lnTo>
                      <a:lnTo>
                        <a:pt x="46" y="200"/>
                      </a:lnTo>
                      <a:lnTo>
                        <a:pt x="46" y="202"/>
                      </a:lnTo>
                      <a:lnTo>
                        <a:pt x="44" y="202"/>
                      </a:lnTo>
                      <a:lnTo>
                        <a:pt x="42" y="204"/>
                      </a:lnTo>
                      <a:lnTo>
                        <a:pt x="40" y="204"/>
                      </a:lnTo>
                      <a:lnTo>
                        <a:pt x="38" y="202"/>
                      </a:lnTo>
                      <a:lnTo>
                        <a:pt x="34" y="180"/>
                      </a:lnTo>
                      <a:lnTo>
                        <a:pt x="30" y="160"/>
                      </a:lnTo>
                      <a:lnTo>
                        <a:pt x="30" y="158"/>
                      </a:lnTo>
                      <a:lnTo>
                        <a:pt x="30" y="154"/>
                      </a:lnTo>
                      <a:lnTo>
                        <a:pt x="30" y="150"/>
                      </a:lnTo>
                      <a:lnTo>
                        <a:pt x="28" y="144"/>
                      </a:lnTo>
                      <a:lnTo>
                        <a:pt x="26" y="140"/>
                      </a:lnTo>
                      <a:lnTo>
                        <a:pt x="24" y="138"/>
                      </a:lnTo>
                      <a:lnTo>
                        <a:pt x="12" y="122"/>
                      </a:lnTo>
                      <a:lnTo>
                        <a:pt x="12" y="120"/>
                      </a:lnTo>
                      <a:lnTo>
                        <a:pt x="10" y="118"/>
                      </a:lnTo>
                      <a:lnTo>
                        <a:pt x="6" y="114"/>
                      </a:lnTo>
                      <a:lnTo>
                        <a:pt x="4" y="108"/>
                      </a:lnTo>
                      <a:lnTo>
                        <a:pt x="2" y="102"/>
                      </a:lnTo>
                      <a:lnTo>
                        <a:pt x="0" y="9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0" name="Freeform 508">
                  <a:extLst>
                    <a:ext uri="{FF2B5EF4-FFF2-40B4-BE49-F238E27FC236}">
                      <a16:creationId xmlns:a16="http://schemas.microsoft.com/office/drawing/2014/main" id="{72EA5FF7-F5F4-8357-27ED-8D1DEC760D56}"/>
                    </a:ext>
                  </a:extLst>
                </p:cNvPr>
                <p:cNvSpPr/>
                <p:nvPr/>
              </p:nvSpPr>
              <p:spPr bwMode="gray">
                <a:xfrm>
                  <a:off x="7359479" y="4709680"/>
                  <a:ext cx="329549" cy="451437"/>
                </a:xfrm>
                <a:custGeom>
                  <a:avLst/>
                  <a:gdLst>
                    <a:gd name="T0" fmla="*/ 72 w 178"/>
                    <a:gd name="T1" fmla="*/ 216 h 244"/>
                    <a:gd name="T2" fmla="*/ 68 w 178"/>
                    <a:gd name="T3" fmla="*/ 200 h 244"/>
                    <a:gd name="T4" fmla="*/ 58 w 178"/>
                    <a:gd name="T5" fmla="*/ 176 h 244"/>
                    <a:gd name="T6" fmla="*/ 46 w 178"/>
                    <a:gd name="T7" fmla="*/ 148 h 244"/>
                    <a:gd name="T8" fmla="*/ 18 w 178"/>
                    <a:gd name="T9" fmla="*/ 108 h 244"/>
                    <a:gd name="T10" fmla="*/ 4 w 178"/>
                    <a:gd name="T11" fmla="*/ 90 h 244"/>
                    <a:gd name="T12" fmla="*/ 6 w 178"/>
                    <a:gd name="T13" fmla="*/ 84 h 244"/>
                    <a:gd name="T14" fmla="*/ 4 w 178"/>
                    <a:gd name="T15" fmla="*/ 78 h 244"/>
                    <a:gd name="T16" fmla="*/ 0 w 178"/>
                    <a:gd name="T17" fmla="*/ 74 h 244"/>
                    <a:gd name="T18" fmla="*/ 6 w 178"/>
                    <a:gd name="T19" fmla="*/ 64 h 244"/>
                    <a:gd name="T20" fmla="*/ 14 w 178"/>
                    <a:gd name="T21" fmla="*/ 64 h 244"/>
                    <a:gd name="T22" fmla="*/ 28 w 178"/>
                    <a:gd name="T23" fmla="*/ 68 h 244"/>
                    <a:gd name="T24" fmla="*/ 36 w 178"/>
                    <a:gd name="T25" fmla="*/ 66 h 244"/>
                    <a:gd name="T26" fmla="*/ 38 w 178"/>
                    <a:gd name="T27" fmla="*/ 62 h 244"/>
                    <a:gd name="T28" fmla="*/ 42 w 178"/>
                    <a:gd name="T29" fmla="*/ 54 h 244"/>
                    <a:gd name="T30" fmla="*/ 46 w 178"/>
                    <a:gd name="T31" fmla="*/ 48 h 244"/>
                    <a:gd name="T32" fmla="*/ 60 w 178"/>
                    <a:gd name="T33" fmla="*/ 44 h 244"/>
                    <a:gd name="T34" fmla="*/ 82 w 178"/>
                    <a:gd name="T35" fmla="*/ 18 h 244"/>
                    <a:gd name="T36" fmla="*/ 82 w 178"/>
                    <a:gd name="T37" fmla="*/ 8 h 244"/>
                    <a:gd name="T38" fmla="*/ 88 w 178"/>
                    <a:gd name="T39" fmla="*/ 4 h 244"/>
                    <a:gd name="T40" fmla="*/ 100 w 178"/>
                    <a:gd name="T41" fmla="*/ 8 h 244"/>
                    <a:gd name="T42" fmla="*/ 116 w 178"/>
                    <a:gd name="T43" fmla="*/ 14 h 244"/>
                    <a:gd name="T44" fmla="*/ 124 w 178"/>
                    <a:gd name="T45" fmla="*/ 22 h 244"/>
                    <a:gd name="T46" fmla="*/ 126 w 178"/>
                    <a:gd name="T47" fmla="*/ 28 h 244"/>
                    <a:gd name="T48" fmla="*/ 134 w 178"/>
                    <a:gd name="T49" fmla="*/ 36 h 244"/>
                    <a:gd name="T50" fmla="*/ 146 w 178"/>
                    <a:gd name="T51" fmla="*/ 36 h 244"/>
                    <a:gd name="T52" fmla="*/ 158 w 178"/>
                    <a:gd name="T53" fmla="*/ 38 h 244"/>
                    <a:gd name="T54" fmla="*/ 162 w 178"/>
                    <a:gd name="T55" fmla="*/ 42 h 244"/>
                    <a:gd name="T56" fmla="*/ 162 w 178"/>
                    <a:gd name="T57" fmla="*/ 60 h 244"/>
                    <a:gd name="T58" fmla="*/ 156 w 178"/>
                    <a:gd name="T59" fmla="*/ 66 h 244"/>
                    <a:gd name="T60" fmla="*/ 148 w 178"/>
                    <a:gd name="T61" fmla="*/ 64 h 244"/>
                    <a:gd name="T62" fmla="*/ 142 w 178"/>
                    <a:gd name="T63" fmla="*/ 66 h 244"/>
                    <a:gd name="T64" fmla="*/ 128 w 178"/>
                    <a:gd name="T65" fmla="*/ 72 h 244"/>
                    <a:gd name="T66" fmla="*/ 122 w 178"/>
                    <a:gd name="T67" fmla="*/ 82 h 244"/>
                    <a:gd name="T68" fmla="*/ 118 w 178"/>
                    <a:gd name="T69" fmla="*/ 92 h 244"/>
                    <a:gd name="T70" fmla="*/ 114 w 178"/>
                    <a:gd name="T71" fmla="*/ 98 h 244"/>
                    <a:gd name="T72" fmla="*/ 110 w 178"/>
                    <a:gd name="T73" fmla="*/ 116 h 244"/>
                    <a:gd name="T74" fmla="*/ 114 w 178"/>
                    <a:gd name="T75" fmla="*/ 126 h 244"/>
                    <a:gd name="T76" fmla="*/ 116 w 178"/>
                    <a:gd name="T77" fmla="*/ 134 h 244"/>
                    <a:gd name="T78" fmla="*/ 118 w 178"/>
                    <a:gd name="T79" fmla="*/ 134 h 244"/>
                    <a:gd name="T80" fmla="*/ 126 w 178"/>
                    <a:gd name="T81" fmla="*/ 134 h 244"/>
                    <a:gd name="T82" fmla="*/ 126 w 178"/>
                    <a:gd name="T83" fmla="*/ 136 h 244"/>
                    <a:gd name="T84" fmla="*/ 138 w 178"/>
                    <a:gd name="T85" fmla="*/ 140 h 244"/>
                    <a:gd name="T86" fmla="*/ 142 w 178"/>
                    <a:gd name="T87" fmla="*/ 140 h 244"/>
                    <a:gd name="T88" fmla="*/ 150 w 178"/>
                    <a:gd name="T89" fmla="*/ 134 h 244"/>
                    <a:gd name="T90" fmla="*/ 152 w 178"/>
                    <a:gd name="T91" fmla="*/ 156 h 244"/>
                    <a:gd name="T92" fmla="*/ 156 w 178"/>
                    <a:gd name="T93" fmla="*/ 158 h 244"/>
                    <a:gd name="T94" fmla="*/ 164 w 178"/>
                    <a:gd name="T95" fmla="*/ 160 h 244"/>
                    <a:gd name="T96" fmla="*/ 176 w 178"/>
                    <a:gd name="T97" fmla="*/ 176 h 244"/>
                    <a:gd name="T98" fmla="*/ 178 w 178"/>
                    <a:gd name="T99" fmla="*/ 184 h 244"/>
                    <a:gd name="T100" fmla="*/ 174 w 178"/>
                    <a:gd name="T101" fmla="*/ 192 h 244"/>
                    <a:gd name="T102" fmla="*/ 174 w 178"/>
                    <a:gd name="T103" fmla="*/ 206 h 244"/>
                    <a:gd name="T104" fmla="*/ 176 w 178"/>
                    <a:gd name="T105" fmla="*/ 210 h 244"/>
                    <a:gd name="T106" fmla="*/ 178 w 178"/>
                    <a:gd name="T107" fmla="*/ 220 h 244"/>
                    <a:gd name="T108" fmla="*/ 170 w 178"/>
                    <a:gd name="T109" fmla="*/ 224 h 244"/>
                    <a:gd name="T110" fmla="*/ 156 w 178"/>
                    <a:gd name="T111" fmla="*/ 230 h 244"/>
                    <a:gd name="T112" fmla="*/ 148 w 178"/>
                    <a:gd name="T113" fmla="*/ 238 h 244"/>
                    <a:gd name="T114" fmla="*/ 132 w 178"/>
                    <a:gd name="T115" fmla="*/ 244 h 244"/>
                    <a:gd name="T116" fmla="*/ 120 w 178"/>
                    <a:gd name="T117" fmla="*/ 244 h 244"/>
                    <a:gd name="T118" fmla="*/ 112 w 178"/>
                    <a:gd name="T119" fmla="*/ 240 h 244"/>
                    <a:gd name="T120" fmla="*/ 98 w 178"/>
                    <a:gd name="T121" fmla="*/ 234 h 244"/>
                    <a:gd name="T122" fmla="*/ 82 w 178"/>
                    <a:gd name="T123" fmla="*/ 226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8" h="244">
                      <a:moveTo>
                        <a:pt x="82" y="226"/>
                      </a:moveTo>
                      <a:lnTo>
                        <a:pt x="76" y="222"/>
                      </a:lnTo>
                      <a:lnTo>
                        <a:pt x="72" y="216"/>
                      </a:lnTo>
                      <a:lnTo>
                        <a:pt x="70" y="210"/>
                      </a:lnTo>
                      <a:lnTo>
                        <a:pt x="68" y="204"/>
                      </a:lnTo>
                      <a:lnTo>
                        <a:pt x="68" y="200"/>
                      </a:lnTo>
                      <a:lnTo>
                        <a:pt x="66" y="196"/>
                      </a:lnTo>
                      <a:lnTo>
                        <a:pt x="64" y="190"/>
                      </a:lnTo>
                      <a:lnTo>
                        <a:pt x="58" y="176"/>
                      </a:lnTo>
                      <a:lnTo>
                        <a:pt x="52" y="164"/>
                      </a:lnTo>
                      <a:lnTo>
                        <a:pt x="48" y="152"/>
                      </a:lnTo>
                      <a:lnTo>
                        <a:pt x="46" y="148"/>
                      </a:lnTo>
                      <a:lnTo>
                        <a:pt x="40" y="136"/>
                      </a:lnTo>
                      <a:lnTo>
                        <a:pt x="30" y="122"/>
                      </a:lnTo>
                      <a:lnTo>
                        <a:pt x="18" y="108"/>
                      </a:lnTo>
                      <a:lnTo>
                        <a:pt x="10" y="98"/>
                      </a:lnTo>
                      <a:lnTo>
                        <a:pt x="6" y="94"/>
                      </a:lnTo>
                      <a:lnTo>
                        <a:pt x="4" y="90"/>
                      </a:lnTo>
                      <a:lnTo>
                        <a:pt x="4" y="86"/>
                      </a:lnTo>
                      <a:lnTo>
                        <a:pt x="4" y="84"/>
                      </a:lnTo>
                      <a:lnTo>
                        <a:pt x="6" y="84"/>
                      </a:lnTo>
                      <a:lnTo>
                        <a:pt x="6" y="84"/>
                      </a:lnTo>
                      <a:lnTo>
                        <a:pt x="6" y="80"/>
                      </a:lnTo>
                      <a:lnTo>
                        <a:pt x="4" y="78"/>
                      </a:lnTo>
                      <a:lnTo>
                        <a:pt x="4" y="76"/>
                      </a:lnTo>
                      <a:lnTo>
                        <a:pt x="2" y="74"/>
                      </a:lnTo>
                      <a:lnTo>
                        <a:pt x="0" y="74"/>
                      </a:lnTo>
                      <a:lnTo>
                        <a:pt x="2" y="68"/>
                      </a:lnTo>
                      <a:lnTo>
                        <a:pt x="4" y="66"/>
                      </a:lnTo>
                      <a:lnTo>
                        <a:pt x="6" y="64"/>
                      </a:lnTo>
                      <a:lnTo>
                        <a:pt x="8" y="62"/>
                      </a:lnTo>
                      <a:lnTo>
                        <a:pt x="10" y="62"/>
                      </a:lnTo>
                      <a:lnTo>
                        <a:pt x="14" y="64"/>
                      </a:lnTo>
                      <a:lnTo>
                        <a:pt x="16" y="66"/>
                      </a:lnTo>
                      <a:lnTo>
                        <a:pt x="26" y="66"/>
                      </a:lnTo>
                      <a:lnTo>
                        <a:pt x="28" y="68"/>
                      </a:lnTo>
                      <a:lnTo>
                        <a:pt x="30" y="68"/>
                      </a:lnTo>
                      <a:lnTo>
                        <a:pt x="34" y="68"/>
                      </a:lnTo>
                      <a:lnTo>
                        <a:pt x="36" y="66"/>
                      </a:lnTo>
                      <a:lnTo>
                        <a:pt x="36" y="64"/>
                      </a:lnTo>
                      <a:lnTo>
                        <a:pt x="36" y="64"/>
                      </a:lnTo>
                      <a:lnTo>
                        <a:pt x="38" y="62"/>
                      </a:lnTo>
                      <a:lnTo>
                        <a:pt x="40" y="60"/>
                      </a:lnTo>
                      <a:lnTo>
                        <a:pt x="40" y="56"/>
                      </a:lnTo>
                      <a:lnTo>
                        <a:pt x="42" y="54"/>
                      </a:lnTo>
                      <a:lnTo>
                        <a:pt x="42" y="54"/>
                      </a:lnTo>
                      <a:lnTo>
                        <a:pt x="44" y="50"/>
                      </a:lnTo>
                      <a:lnTo>
                        <a:pt x="46" y="48"/>
                      </a:lnTo>
                      <a:lnTo>
                        <a:pt x="46" y="48"/>
                      </a:lnTo>
                      <a:lnTo>
                        <a:pt x="48" y="48"/>
                      </a:lnTo>
                      <a:lnTo>
                        <a:pt x="60" y="44"/>
                      </a:lnTo>
                      <a:lnTo>
                        <a:pt x="70" y="36"/>
                      </a:lnTo>
                      <a:lnTo>
                        <a:pt x="78" y="28"/>
                      </a:lnTo>
                      <a:lnTo>
                        <a:pt x="82" y="18"/>
                      </a:lnTo>
                      <a:lnTo>
                        <a:pt x="84" y="14"/>
                      </a:lnTo>
                      <a:lnTo>
                        <a:pt x="84" y="10"/>
                      </a:lnTo>
                      <a:lnTo>
                        <a:pt x="82" y="8"/>
                      </a:lnTo>
                      <a:lnTo>
                        <a:pt x="82" y="4"/>
                      </a:lnTo>
                      <a:lnTo>
                        <a:pt x="82" y="0"/>
                      </a:lnTo>
                      <a:lnTo>
                        <a:pt x="88" y="4"/>
                      </a:lnTo>
                      <a:lnTo>
                        <a:pt x="94" y="6"/>
                      </a:lnTo>
                      <a:lnTo>
                        <a:pt x="96" y="6"/>
                      </a:lnTo>
                      <a:lnTo>
                        <a:pt x="100" y="8"/>
                      </a:lnTo>
                      <a:lnTo>
                        <a:pt x="104" y="10"/>
                      </a:lnTo>
                      <a:lnTo>
                        <a:pt x="110" y="12"/>
                      </a:lnTo>
                      <a:lnTo>
                        <a:pt x="116" y="14"/>
                      </a:lnTo>
                      <a:lnTo>
                        <a:pt x="122" y="18"/>
                      </a:lnTo>
                      <a:lnTo>
                        <a:pt x="124" y="22"/>
                      </a:lnTo>
                      <a:lnTo>
                        <a:pt x="124" y="22"/>
                      </a:lnTo>
                      <a:lnTo>
                        <a:pt x="124" y="24"/>
                      </a:lnTo>
                      <a:lnTo>
                        <a:pt x="124" y="26"/>
                      </a:lnTo>
                      <a:lnTo>
                        <a:pt x="126" y="28"/>
                      </a:lnTo>
                      <a:lnTo>
                        <a:pt x="126" y="32"/>
                      </a:lnTo>
                      <a:lnTo>
                        <a:pt x="130" y="34"/>
                      </a:lnTo>
                      <a:lnTo>
                        <a:pt x="134" y="36"/>
                      </a:lnTo>
                      <a:lnTo>
                        <a:pt x="140" y="36"/>
                      </a:lnTo>
                      <a:lnTo>
                        <a:pt x="142" y="36"/>
                      </a:lnTo>
                      <a:lnTo>
                        <a:pt x="146" y="36"/>
                      </a:lnTo>
                      <a:lnTo>
                        <a:pt x="150" y="36"/>
                      </a:lnTo>
                      <a:lnTo>
                        <a:pt x="154" y="38"/>
                      </a:lnTo>
                      <a:lnTo>
                        <a:pt x="158" y="38"/>
                      </a:lnTo>
                      <a:lnTo>
                        <a:pt x="158" y="38"/>
                      </a:lnTo>
                      <a:lnTo>
                        <a:pt x="160" y="40"/>
                      </a:lnTo>
                      <a:lnTo>
                        <a:pt x="162" y="42"/>
                      </a:lnTo>
                      <a:lnTo>
                        <a:pt x="162" y="44"/>
                      </a:lnTo>
                      <a:lnTo>
                        <a:pt x="156" y="60"/>
                      </a:lnTo>
                      <a:lnTo>
                        <a:pt x="162" y="60"/>
                      </a:lnTo>
                      <a:lnTo>
                        <a:pt x="162" y="66"/>
                      </a:lnTo>
                      <a:lnTo>
                        <a:pt x="156" y="66"/>
                      </a:lnTo>
                      <a:lnTo>
                        <a:pt x="156" y="66"/>
                      </a:lnTo>
                      <a:lnTo>
                        <a:pt x="154" y="64"/>
                      </a:lnTo>
                      <a:lnTo>
                        <a:pt x="152" y="64"/>
                      </a:lnTo>
                      <a:lnTo>
                        <a:pt x="148" y="64"/>
                      </a:lnTo>
                      <a:lnTo>
                        <a:pt x="146" y="66"/>
                      </a:lnTo>
                      <a:lnTo>
                        <a:pt x="146" y="66"/>
                      </a:lnTo>
                      <a:lnTo>
                        <a:pt x="142" y="66"/>
                      </a:lnTo>
                      <a:lnTo>
                        <a:pt x="138" y="68"/>
                      </a:lnTo>
                      <a:lnTo>
                        <a:pt x="134" y="68"/>
                      </a:lnTo>
                      <a:lnTo>
                        <a:pt x="128" y="72"/>
                      </a:lnTo>
                      <a:lnTo>
                        <a:pt x="124" y="76"/>
                      </a:lnTo>
                      <a:lnTo>
                        <a:pt x="122" y="80"/>
                      </a:lnTo>
                      <a:lnTo>
                        <a:pt x="122" y="82"/>
                      </a:lnTo>
                      <a:lnTo>
                        <a:pt x="122" y="86"/>
                      </a:lnTo>
                      <a:lnTo>
                        <a:pt x="120" y="90"/>
                      </a:lnTo>
                      <a:lnTo>
                        <a:pt x="118" y="92"/>
                      </a:lnTo>
                      <a:lnTo>
                        <a:pt x="118" y="94"/>
                      </a:lnTo>
                      <a:lnTo>
                        <a:pt x="116" y="96"/>
                      </a:lnTo>
                      <a:lnTo>
                        <a:pt x="114" y="98"/>
                      </a:lnTo>
                      <a:lnTo>
                        <a:pt x="112" y="102"/>
                      </a:lnTo>
                      <a:lnTo>
                        <a:pt x="110" y="108"/>
                      </a:lnTo>
                      <a:lnTo>
                        <a:pt x="110" y="116"/>
                      </a:lnTo>
                      <a:lnTo>
                        <a:pt x="114" y="122"/>
                      </a:lnTo>
                      <a:lnTo>
                        <a:pt x="114" y="124"/>
                      </a:lnTo>
                      <a:lnTo>
                        <a:pt x="114" y="126"/>
                      </a:lnTo>
                      <a:lnTo>
                        <a:pt x="116" y="128"/>
                      </a:lnTo>
                      <a:lnTo>
                        <a:pt x="116" y="132"/>
                      </a:lnTo>
                      <a:lnTo>
                        <a:pt x="116" y="134"/>
                      </a:lnTo>
                      <a:lnTo>
                        <a:pt x="116" y="134"/>
                      </a:lnTo>
                      <a:lnTo>
                        <a:pt x="116" y="134"/>
                      </a:lnTo>
                      <a:lnTo>
                        <a:pt x="118" y="134"/>
                      </a:lnTo>
                      <a:lnTo>
                        <a:pt x="120" y="132"/>
                      </a:lnTo>
                      <a:lnTo>
                        <a:pt x="122" y="132"/>
                      </a:lnTo>
                      <a:lnTo>
                        <a:pt x="126" y="134"/>
                      </a:lnTo>
                      <a:lnTo>
                        <a:pt x="126" y="136"/>
                      </a:lnTo>
                      <a:lnTo>
                        <a:pt x="126" y="136"/>
                      </a:lnTo>
                      <a:lnTo>
                        <a:pt x="126" y="136"/>
                      </a:lnTo>
                      <a:lnTo>
                        <a:pt x="128" y="138"/>
                      </a:lnTo>
                      <a:lnTo>
                        <a:pt x="132" y="138"/>
                      </a:lnTo>
                      <a:lnTo>
                        <a:pt x="138" y="140"/>
                      </a:lnTo>
                      <a:lnTo>
                        <a:pt x="140" y="140"/>
                      </a:lnTo>
                      <a:lnTo>
                        <a:pt x="142" y="140"/>
                      </a:lnTo>
                      <a:lnTo>
                        <a:pt x="142" y="140"/>
                      </a:lnTo>
                      <a:lnTo>
                        <a:pt x="144" y="138"/>
                      </a:lnTo>
                      <a:lnTo>
                        <a:pt x="148" y="136"/>
                      </a:lnTo>
                      <a:lnTo>
                        <a:pt x="150" y="134"/>
                      </a:lnTo>
                      <a:lnTo>
                        <a:pt x="152" y="132"/>
                      </a:lnTo>
                      <a:lnTo>
                        <a:pt x="154" y="130"/>
                      </a:lnTo>
                      <a:lnTo>
                        <a:pt x="152" y="156"/>
                      </a:lnTo>
                      <a:lnTo>
                        <a:pt x="152" y="156"/>
                      </a:lnTo>
                      <a:lnTo>
                        <a:pt x="154" y="158"/>
                      </a:lnTo>
                      <a:lnTo>
                        <a:pt x="156" y="158"/>
                      </a:lnTo>
                      <a:lnTo>
                        <a:pt x="160" y="160"/>
                      </a:lnTo>
                      <a:lnTo>
                        <a:pt x="160" y="160"/>
                      </a:lnTo>
                      <a:lnTo>
                        <a:pt x="164" y="160"/>
                      </a:lnTo>
                      <a:lnTo>
                        <a:pt x="166" y="160"/>
                      </a:lnTo>
                      <a:lnTo>
                        <a:pt x="176" y="176"/>
                      </a:lnTo>
                      <a:lnTo>
                        <a:pt x="176" y="176"/>
                      </a:lnTo>
                      <a:lnTo>
                        <a:pt x="176" y="178"/>
                      </a:lnTo>
                      <a:lnTo>
                        <a:pt x="178" y="180"/>
                      </a:lnTo>
                      <a:lnTo>
                        <a:pt x="178" y="184"/>
                      </a:lnTo>
                      <a:lnTo>
                        <a:pt x="176" y="186"/>
                      </a:lnTo>
                      <a:lnTo>
                        <a:pt x="176" y="188"/>
                      </a:lnTo>
                      <a:lnTo>
                        <a:pt x="174" y="192"/>
                      </a:lnTo>
                      <a:lnTo>
                        <a:pt x="174" y="196"/>
                      </a:lnTo>
                      <a:lnTo>
                        <a:pt x="174" y="202"/>
                      </a:lnTo>
                      <a:lnTo>
                        <a:pt x="174" y="206"/>
                      </a:lnTo>
                      <a:lnTo>
                        <a:pt x="174" y="208"/>
                      </a:lnTo>
                      <a:lnTo>
                        <a:pt x="176" y="208"/>
                      </a:lnTo>
                      <a:lnTo>
                        <a:pt x="176" y="210"/>
                      </a:lnTo>
                      <a:lnTo>
                        <a:pt x="178" y="214"/>
                      </a:lnTo>
                      <a:lnTo>
                        <a:pt x="178" y="216"/>
                      </a:lnTo>
                      <a:lnTo>
                        <a:pt x="178" y="220"/>
                      </a:lnTo>
                      <a:lnTo>
                        <a:pt x="176" y="222"/>
                      </a:lnTo>
                      <a:lnTo>
                        <a:pt x="174" y="224"/>
                      </a:lnTo>
                      <a:lnTo>
                        <a:pt x="170" y="224"/>
                      </a:lnTo>
                      <a:lnTo>
                        <a:pt x="166" y="226"/>
                      </a:lnTo>
                      <a:lnTo>
                        <a:pt x="160" y="228"/>
                      </a:lnTo>
                      <a:lnTo>
                        <a:pt x="156" y="230"/>
                      </a:lnTo>
                      <a:lnTo>
                        <a:pt x="154" y="234"/>
                      </a:lnTo>
                      <a:lnTo>
                        <a:pt x="152" y="236"/>
                      </a:lnTo>
                      <a:lnTo>
                        <a:pt x="148" y="238"/>
                      </a:lnTo>
                      <a:lnTo>
                        <a:pt x="142" y="240"/>
                      </a:lnTo>
                      <a:lnTo>
                        <a:pt x="138" y="242"/>
                      </a:lnTo>
                      <a:lnTo>
                        <a:pt x="132" y="244"/>
                      </a:lnTo>
                      <a:lnTo>
                        <a:pt x="130" y="244"/>
                      </a:lnTo>
                      <a:lnTo>
                        <a:pt x="128" y="244"/>
                      </a:lnTo>
                      <a:lnTo>
                        <a:pt x="120" y="244"/>
                      </a:lnTo>
                      <a:lnTo>
                        <a:pt x="118" y="244"/>
                      </a:lnTo>
                      <a:lnTo>
                        <a:pt x="116" y="242"/>
                      </a:lnTo>
                      <a:lnTo>
                        <a:pt x="112" y="240"/>
                      </a:lnTo>
                      <a:lnTo>
                        <a:pt x="108" y="238"/>
                      </a:lnTo>
                      <a:lnTo>
                        <a:pt x="104" y="236"/>
                      </a:lnTo>
                      <a:lnTo>
                        <a:pt x="98" y="234"/>
                      </a:lnTo>
                      <a:lnTo>
                        <a:pt x="96" y="232"/>
                      </a:lnTo>
                      <a:lnTo>
                        <a:pt x="94" y="230"/>
                      </a:lnTo>
                      <a:lnTo>
                        <a:pt x="82" y="226"/>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1" name="Freeform 509">
                  <a:extLst>
                    <a:ext uri="{FF2B5EF4-FFF2-40B4-BE49-F238E27FC236}">
                      <a16:creationId xmlns:a16="http://schemas.microsoft.com/office/drawing/2014/main" id="{6CC1745C-C23A-5CE6-CB74-0A01215D7C6E}"/>
                    </a:ext>
                  </a:extLst>
                </p:cNvPr>
                <p:cNvSpPr/>
                <p:nvPr/>
              </p:nvSpPr>
              <p:spPr bwMode="gray">
                <a:xfrm>
                  <a:off x="7589052" y="4376653"/>
                  <a:ext cx="325846" cy="318226"/>
                </a:xfrm>
                <a:custGeom>
                  <a:avLst/>
                  <a:gdLst>
                    <a:gd name="T0" fmla="*/ 166 w 176"/>
                    <a:gd name="T1" fmla="*/ 50 h 172"/>
                    <a:gd name="T2" fmla="*/ 162 w 176"/>
                    <a:gd name="T3" fmla="*/ 46 h 172"/>
                    <a:gd name="T4" fmla="*/ 152 w 176"/>
                    <a:gd name="T5" fmla="*/ 38 h 172"/>
                    <a:gd name="T6" fmla="*/ 142 w 176"/>
                    <a:gd name="T7" fmla="*/ 34 h 172"/>
                    <a:gd name="T8" fmla="*/ 134 w 176"/>
                    <a:gd name="T9" fmla="*/ 26 h 172"/>
                    <a:gd name="T10" fmla="*/ 126 w 176"/>
                    <a:gd name="T11" fmla="*/ 22 h 172"/>
                    <a:gd name="T12" fmla="*/ 110 w 176"/>
                    <a:gd name="T13" fmla="*/ 26 h 172"/>
                    <a:gd name="T14" fmla="*/ 100 w 176"/>
                    <a:gd name="T15" fmla="*/ 30 h 172"/>
                    <a:gd name="T16" fmla="*/ 84 w 176"/>
                    <a:gd name="T17" fmla="*/ 32 h 172"/>
                    <a:gd name="T18" fmla="*/ 72 w 176"/>
                    <a:gd name="T19" fmla="*/ 30 h 172"/>
                    <a:gd name="T20" fmla="*/ 62 w 176"/>
                    <a:gd name="T21" fmla="*/ 22 h 172"/>
                    <a:gd name="T22" fmla="*/ 54 w 176"/>
                    <a:gd name="T23" fmla="*/ 14 h 172"/>
                    <a:gd name="T24" fmla="*/ 48 w 176"/>
                    <a:gd name="T25" fmla="*/ 6 h 172"/>
                    <a:gd name="T26" fmla="*/ 42 w 176"/>
                    <a:gd name="T27" fmla="*/ 4 h 172"/>
                    <a:gd name="T28" fmla="*/ 42 w 176"/>
                    <a:gd name="T29" fmla="*/ 0 h 172"/>
                    <a:gd name="T30" fmla="*/ 40 w 176"/>
                    <a:gd name="T31" fmla="*/ 2 h 172"/>
                    <a:gd name="T32" fmla="*/ 40 w 176"/>
                    <a:gd name="T33" fmla="*/ 6 h 172"/>
                    <a:gd name="T34" fmla="*/ 38 w 176"/>
                    <a:gd name="T35" fmla="*/ 8 h 172"/>
                    <a:gd name="T36" fmla="*/ 36 w 176"/>
                    <a:gd name="T37" fmla="*/ 12 h 172"/>
                    <a:gd name="T38" fmla="*/ 36 w 176"/>
                    <a:gd name="T39" fmla="*/ 16 h 172"/>
                    <a:gd name="T40" fmla="*/ 36 w 176"/>
                    <a:gd name="T41" fmla="*/ 20 h 172"/>
                    <a:gd name="T42" fmla="*/ 32 w 176"/>
                    <a:gd name="T43" fmla="*/ 18 h 172"/>
                    <a:gd name="T44" fmla="*/ 32 w 176"/>
                    <a:gd name="T45" fmla="*/ 14 h 172"/>
                    <a:gd name="T46" fmla="*/ 34 w 176"/>
                    <a:gd name="T47" fmla="*/ 10 h 172"/>
                    <a:gd name="T48" fmla="*/ 32 w 176"/>
                    <a:gd name="T49" fmla="*/ 6 h 172"/>
                    <a:gd name="T50" fmla="*/ 24 w 176"/>
                    <a:gd name="T51" fmla="*/ 10 h 172"/>
                    <a:gd name="T52" fmla="*/ 18 w 176"/>
                    <a:gd name="T53" fmla="*/ 16 h 172"/>
                    <a:gd name="T54" fmla="*/ 10 w 176"/>
                    <a:gd name="T55" fmla="*/ 20 h 172"/>
                    <a:gd name="T56" fmla="*/ 0 w 176"/>
                    <a:gd name="T57" fmla="*/ 30 h 172"/>
                    <a:gd name="T58" fmla="*/ 0 w 176"/>
                    <a:gd name="T59" fmla="*/ 36 h 172"/>
                    <a:gd name="T60" fmla="*/ 2 w 176"/>
                    <a:gd name="T61" fmla="*/ 48 h 172"/>
                    <a:gd name="T62" fmla="*/ 4 w 176"/>
                    <a:gd name="T63" fmla="*/ 54 h 172"/>
                    <a:gd name="T64" fmla="*/ 2 w 176"/>
                    <a:gd name="T65" fmla="*/ 62 h 172"/>
                    <a:gd name="T66" fmla="*/ 0 w 176"/>
                    <a:gd name="T67" fmla="*/ 72 h 172"/>
                    <a:gd name="T68" fmla="*/ 6 w 176"/>
                    <a:gd name="T69" fmla="*/ 84 h 172"/>
                    <a:gd name="T70" fmla="*/ 48 w 176"/>
                    <a:gd name="T71" fmla="*/ 98 h 172"/>
                    <a:gd name="T72" fmla="*/ 56 w 176"/>
                    <a:gd name="T73" fmla="*/ 98 h 172"/>
                    <a:gd name="T74" fmla="*/ 62 w 176"/>
                    <a:gd name="T75" fmla="*/ 96 h 172"/>
                    <a:gd name="T76" fmla="*/ 66 w 176"/>
                    <a:gd name="T77" fmla="*/ 96 h 172"/>
                    <a:gd name="T78" fmla="*/ 66 w 176"/>
                    <a:gd name="T79" fmla="*/ 102 h 172"/>
                    <a:gd name="T80" fmla="*/ 60 w 176"/>
                    <a:gd name="T81" fmla="*/ 108 h 172"/>
                    <a:gd name="T82" fmla="*/ 60 w 176"/>
                    <a:gd name="T83" fmla="*/ 122 h 172"/>
                    <a:gd name="T84" fmla="*/ 60 w 176"/>
                    <a:gd name="T85" fmla="*/ 140 h 172"/>
                    <a:gd name="T86" fmla="*/ 64 w 176"/>
                    <a:gd name="T87" fmla="*/ 148 h 172"/>
                    <a:gd name="T88" fmla="*/ 68 w 176"/>
                    <a:gd name="T89" fmla="*/ 164 h 172"/>
                    <a:gd name="T90" fmla="*/ 116 w 176"/>
                    <a:gd name="T91" fmla="*/ 152 h 172"/>
                    <a:gd name="T92" fmla="*/ 122 w 176"/>
                    <a:gd name="T93" fmla="*/ 140 h 172"/>
                    <a:gd name="T94" fmla="*/ 116 w 176"/>
                    <a:gd name="T95" fmla="*/ 140 h 172"/>
                    <a:gd name="T96" fmla="*/ 112 w 176"/>
                    <a:gd name="T97" fmla="*/ 136 h 172"/>
                    <a:gd name="T98" fmla="*/ 108 w 176"/>
                    <a:gd name="T99" fmla="*/ 126 h 172"/>
                    <a:gd name="T100" fmla="*/ 104 w 176"/>
                    <a:gd name="T101" fmla="*/ 124 h 172"/>
                    <a:gd name="T102" fmla="*/ 106 w 176"/>
                    <a:gd name="T103" fmla="*/ 118 h 172"/>
                    <a:gd name="T104" fmla="*/ 126 w 176"/>
                    <a:gd name="T105" fmla="*/ 124 h 172"/>
                    <a:gd name="T106" fmla="*/ 144 w 176"/>
                    <a:gd name="T107" fmla="*/ 124 h 172"/>
                    <a:gd name="T108" fmla="*/ 156 w 176"/>
                    <a:gd name="T109" fmla="*/ 122 h 172"/>
                    <a:gd name="T110" fmla="*/ 162 w 176"/>
                    <a:gd name="T111" fmla="*/ 120 h 172"/>
                    <a:gd name="T112" fmla="*/ 156 w 176"/>
                    <a:gd name="T113" fmla="*/ 100 h 172"/>
                    <a:gd name="T114" fmla="*/ 154 w 176"/>
                    <a:gd name="T115" fmla="*/ 90 h 172"/>
                    <a:gd name="T116" fmla="*/ 166 w 176"/>
                    <a:gd name="T117" fmla="*/ 76 h 172"/>
                    <a:gd name="T118" fmla="*/ 168 w 176"/>
                    <a:gd name="T119" fmla="*/ 62 h 172"/>
                    <a:gd name="T120" fmla="*/ 176 w 176"/>
                    <a:gd name="T121" fmla="*/ 5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76" h="172">
                      <a:moveTo>
                        <a:pt x="176" y="58"/>
                      </a:moveTo>
                      <a:lnTo>
                        <a:pt x="170" y="54"/>
                      </a:lnTo>
                      <a:lnTo>
                        <a:pt x="166" y="50"/>
                      </a:lnTo>
                      <a:lnTo>
                        <a:pt x="166" y="50"/>
                      </a:lnTo>
                      <a:lnTo>
                        <a:pt x="164" y="48"/>
                      </a:lnTo>
                      <a:lnTo>
                        <a:pt x="162" y="46"/>
                      </a:lnTo>
                      <a:lnTo>
                        <a:pt x="160" y="44"/>
                      </a:lnTo>
                      <a:lnTo>
                        <a:pt x="156" y="40"/>
                      </a:lnTo>
                      <a:lnTo>
                        <a:pt x="152" y="38"/>
                      </a:lnTo>
                      <a:lnTo>
                        <a:pt x="146" y="36"/>
                      </a:lnTo>
                      <a:lnTo>
                        <a:pt x="144" y="34"/>
                      </a:lnTo>
                      <a:lnTo>
                        <a:pt x="142" y="34"/>
                      </a:lnTo>
                      <a:lnTo>
                        <a:pt x="138" y="32"/>
                      </a:lnTo>
                      <a:lnTo>
                        <a:pt x="136" y="28"/>
                      </a:lnTo>
                      <a:lnTo>
                        <a:pt x="134" y="26"/>
                      </a:lnTo>
                      <a:lnTo>
                        <a:pt x="132" y="24"/>
                      </a:lnTo>
                      <a:lnTo>
                        <a:pt x="132" y="24"/>
                      </a:lnTo>
                      <a:lnTo>
                        <a:pt x="126" y="22"/>
                      </a:lnTo>
                      <a:lnTo>
                        <a:pt x="120" y="24"/>
                      </a:lnTo>
                      <a:lnTo>
                        <a:pt x="116" y="24"/>
                      </a:lnTo>
                      <a:lnTo>
                        <a:pt x="110" y="26"/>
                      </a:lnTo>
                      <a:lnTo>
                        <a:pt x="108" y="26"/>
                      </a:lnTo>
                      <a:lnTo>
                        <a:pt x="106" y="28"/>
                      </a:lnTo>
                      <a:lnTo>
                        <a:pt x="100" y="30"/>
                      </a:lnTo>
                      <a:lnTo>
                        <a:pt x="94" y="32"/>
                      </a:lnTo>
                      <a:lnTo>
                        <a:pt x="88" y="32"/>
                      </a:lnTo>
                      <a:lnTo>
                        <a:pt x="84" y="32"/>
                      </a:lnTo>
                      <a:lnTo>
                        <a:pt x="80" y="32"/>
                      </a:lnTo>
                      <a:lnTo>
                        <a:pt x="78" y="32"/>
                      </a:lnTo>
                      <a:lnTo>
                        <a:pt x="72" y="30"/>
                      </a:lnTo>
                      <a:lnTo>
                        <a:pt x="68" y="28"/>
                      </a:lnTo>
                      <a:lnTo>
                        <a:pt x="64" y="24"/>
                      </a:lnTo>
                      <a:lnTo>
                        <a:pt x="62" y="22"/>
                      </a:lnTo>
                      <a:lnTo>
                        <a:pt x="62" y="22"/>
                      </a:lnTo>
                      <a:lnTo>
                        <a:pt x="56" y="18"/>
                      </a:lnTo>
                      <a:lnTo>
                        <a:pt x="54" y="14"/>
                      </a:lnTo>
                      <a:lnTo>
                        <a:pt x="50" y="10"/>
                      </a:lnTo>
                      <a:lnTo>
                        <a:pt x="50" y="8"/>
                      </a:lnTo>
                      <a:lnTo>
                        <a:pt x="48" y="6"/>
                      </a:lnTo>
                      <a:lnTo>
                        <a:pt x="46" y="4"/>
                      </a:lnTo>
                      <a:lnTo>
                        <a:pt x="44" y="4"/>
                      </a:lnTo>
                      <a:lnTo>
                        <a:pt x="42" y="4"/>
                      </a:lnTo>
                      <a:lnTo>
                        <a:pt x="42" y="2"/>
                      </a:lnTo>
                      <a:lnTo>
                        <a:pt x="42" y="2"/>
                      </a:lnTo>
                      <a:lnTo>
                        <a:pt x="42" y="0"/>
                      </a:lnTo>
                      <a:lnTo>
                        <a:pt x="42" y="0"/>
                      </a:lnTo>
                      <a:lnTo>
                        <a:pt x="40" y="0"/>
                      </a:lnTo>
                      <a:lnTo>
                        <a:pt x="40" y="2"/>
                      </a:lnTo>
                      <a:lnTo>
                        <a:pt x="42" y="4"/>
                      </a:lnTo>
                      <a:lnTo>
                        <a:pt x="40" y="4"/>
                      </a:lnTo>
                      <a:lnTo>
                        <a:pt x="40" y="6"/>
                      </a:lnTo>
                      <a:lnTo>
                        <a:pt x="40" y="8"/>
                      </a:lnTo>
                      <a:lnTo>
                        <a:pt x="38" y="8"/>
                      </a:lnTo>
                      <a:lnTo>
                        <a:pt x="38" y="8"/>
                      </a:lnTo>
                      <a:lnTo>
                        <a:pt x="38" y="10"/>
                      </a:lnTo>
                      <a:lnTo>
                        <a:pt x="36" y="12"/>
                      </a:lnTo>
                      <a:lnTo>
                        <a:pt x="36" y="12"/>
                      </a:lnTo>
                      <a:lnTo>
                        <a:pt x="36" y="12"/>
                      </a:lnTo>
                      <a:lnTo>
                        <a:pt x="36" y="14"/>
                      </a:lnTo>
                      <a:lnTo>
                        <a:pt x="36" y="16"/>
                      </a:lnTo>
                      <a:lnTo>
                        <a:pt x="36" y="16"/>
                      </a:lnTo>
                      <a:lnTo>
                        <a:pt x="36" y="18"/>
                      </a:lnTo>
                      <a:lnTo>
                        <a:pt x="36" y="20"/>
                      </a:lnTo>
                      <a:lnTo>
                        <a:pt x="34" y="20"/>
                      </a:lnTo>
                      <a:lnTo>
                        <a:pt x="34" y="20"/>
                      </a:lnTo>
                      <a:lnTo>
                        <a:pt x="32" y="18"/>
                      </a:lnTo>
                      <a:lnTo>
                        <a:pt x="32" y="16"/>
                      </a:lnTo>
                      <a:lnTo>
                        <a:pt x="32" y="16"/>
                      </a:lnTo>
                      <a:lnTo>
                        <a:pt x="32" y="14"/>
                      </a:lnTo>
                      <a:lnTo>
                        <a:pt x="34" y="14"/>
                      </a:lnTo>
                      <a:lnTo>
                        <a:pt x="34" y="12"/>
                      </a:lnTo>
                      <a:lnTo>
                        <a:pt x="34" y="10"/>
                      </a:lnTo>
                      <a:lnTo>
                        <a:pt x="32" y="8"/>
                      </a:lnTo>
                      <a:lnTo>
                        <a:pt x="32" y="6"/>
                      </a:lnTo>
                      <a:lnTo>
                        <a:pt x="32" y="6"/>
                      </a:lnTo>
                      <a:lnTo>
                        <a:pt x="32" y="4"/>
                      </a:lnTo>
                      <a:lnTo>
                        <a:pt x="28" y="6"/>
                      </a:lnTo>
                      <a:lnTo>
                        <a:pt x="24" y="10"/>
                      </a:lnTo>
                      <a:lnTo>
                        <a:pt x="22" y="14"/>
                      </a:lnTo>
                      <a:lnTo>
                        <a:pt x="20" y="16"/>
                      </a:lnTo>
                      <a:lnTo>
                        <a:pt x="18" y="16"/>
                      </a:lnTo>
                      <a:lnTo>
                        <a:pt x="18" y="18"/>
                      </a:lnTo>
                      <a:lnTo>
                        <a:pt x="14" y="18"/>
                      </a:lnTo>
                      <a:lnTo>
                        <a:pt x="10" y="20"/>
                      </a:lnTo>
                      <a:lnTo>
                        <a:pt x="6" y="24"/>
                      </a:lnTo>
                      <a:lnTo>
                        <a:pt x="2" y="26"/>
                      </a:lnTo>
                      <a:lnTo>
                        <a:pt x="0" y="30"/>
                      </a:lnTo>
                      <a:lnTo>
                        <a:pt x="0" y="30"/>
                      </a:lnTo>
                      <a:lnTo>
                        <a:pt x="0" y="32"/>
                      </a:lnTo>
                      <a:lnTo>
                        <a:pt x="0" y="36"/>
                      </a:lnTo>
                      <a:lnTo>
                        <a:pt x="0" y="42"/>
                      </a:lnTo>
                      <a:lnTo>
                        <a:pt x="0" y="46"/>
                      </a:lnTo>
                      <a:lnTo>
                        <a:pt x="2" y="48"/>
                      </a:lnTo>
                      <a:lnTo>
                        <a:pt x="2" y="48"/>
                      </a:lnTo>
                      <a:lnTo>
                        <a:pt x="2" y="50"/>
                      </a:lnTo>
                      <a:lnTo>
                        <a:pt x="4" y="54"/>
                      </a:lnTo>
                      <a:lnTo>
                        <a:pt x="4" y="58"/>
                      </a:lnTo>
                      <a:lnTo>
                        <a:pt x="2" y="60"/>
                      </a:lnTo>
                      <a:lnTo>
                        <a:pt x="2" y="62"/>
                      </a:lnTo>
                      <a:lnTo>
                        <a:pt x="2" y="64"/>
                      </a:lnTo>
                      <a:lnTo>
                        <a:pt x="0" y="68"/>
                      </a:lnTo>
                      <a:lnTo>
                        <a:pt x="0" y="72"/>
                      </a:lnTo>
                      <a:lnTo>
                        <a:pt x="2" y="76"/>
                      </a:lnTo>
                      <a:lnTo>
                        <a:pt x="2" y="80"/>
                      </a:lnTo>
                      <a:lnTo>
                        <a:pt x="6" y="84"/>
                      </a:lnTo>
                      <a:lnTo>
                        <a:pt x="12" y="86"/>
                      </a:lnTo>
                      <a:lnTo>
                        <a:pt x="44" y="90"/>
                      </a:lnTo>
                      <a:lnTo>
                        <a:pt x="48" y="98"/>
                      </a:lnTo>
                      <a:lnTo>
                        <a:pt x="48" y="98"/>
                      </a:lnTo>
                      <a:lnTo>
                        <a:pt x="52" y="98"/>
                      </a:lnTo>
                      <a:lnTo>
                        <a:pt x="56" y="98"/>
                      </a:lnTo>
                      <a:lnTo>
                        <a:pt x="60" y="98"/>
                      </a:lnTo>
                      <a:lnTo>
                        <a:pt x="60" y="98"/>
                      </a:lnTo>
                      <a:lnTo>
                        <a:pt x="62" y="96"/>
                      </a:lnTo>
                      <a:lnTo>
                        <a:pt x="62" y="96"/>
                      </a:lnTo>
                      <a:lnTo>
                        <a:pt x="64" y="96"/>
                      </a:lnTo>
                      <a:lnTo>
                        <a:pt x="66" y="96"/>
                      </a:lnTo>
                      <a:lnTo>
                        <a:pt x="66" y="98"/>
                      </a:lnTo>
                      <a:lnTo>
                        <a:pt x="66" y="102"/>
                      </a:lnTo>
                      <a:lnTo>
                        <a:pt x="66" y="102"/>
                      </a:lnTo>
                      <a:lnTo>
                        <a:pt x="64" y="104"/>
                      </a:lnTo>
                      <a:lnTo>
                        <a:pt x="62" y="106"/>
                      </a:lnTo>
                      <a:lnTo>
                        <a:pt x="60" y="108"/>
                      </a:lnTo>
                      <a:lnTo>
                        <a:pt x="60" y="112"/>
                      </a:lnTo>
                      <a:lnTo>
                        <a:pt x="58" y="116"/>
                      </a:lnTo>
                      <a:lnTo>
                        <a:pt x="60" y="122"/>
                      </a:lnTo>
                      <a:lnTo>
                        <a:pt x="62" y="128"/>
                      </a:lnTo>
                      <a:lnTo>
                        <a:pt x="68" y="132"/>
                      </a:lnTo>
                      <a:lnTo>
                        <a:pt x="60" y="140"/>
                      </a:lnTo>
                      <a:lnTo>
                        <a:pt x="62" y="140"/>
                      </a:lnTo>
                      <a:lnTo>
                        <a:pt x="62" y="144"/>
                      </a:lnTo>
                      <a:lnTo>
                        <a:pt x="64" y="148"/>
                      </a:lnTo>
                      <a:lnTo>
                        <a:pt x="66" y="154"/>
                      </a:lnTo>
                      <a:lnTo>
                        <a:pt x="68" y="160"/>
                      </a:lnTo>
                      <a:lnTo>
                        <a:pt x="68" y="164"/>
                      </a:lnTo>
                      <a:lnTo>
                        <a:pt x="80" y="166"/>
                      </a:lnTo>
                      <a:lnTo>
                        <a:pt x="98" y="172"/>
                      </a:lnTo>
                      <a:lnTo>
                        <a:pt x="116" y="152"/>
                      </a:lnTo>
                      <a:lnTo>
                        <a:pt x="124" y="148"/>
                      </a:lnTo>
                      <a:lnTo>
                        <a:pt x="124" y="140"/>
                      </a:lnTo>
                      <a:lnTo>
                        <a:pt x="122" y="140"/>
                      </a:lnTo>
                      <a:lnTo>
                        <a:pt x="122" y="140"/>
                      </a:lnTo>
                      <a:lnTo>
                        <a:pt x="118" y="140"/>
                      </a:lnTo>
                      <a:lnTo>
                        <a:pt x="116" y="140"/>
                      </a:lnTo>
                      <a:lnTo>
                        <a:pt x="114" y="140"/>
                      </a:lnTo>
                      <a:lnTo>
                        <a:pt x="112" y="138"/>
                      </a:lnTo>
                      <a:lnTo>
                        <a:pt x="112" y="136"/>
                      </a:lnTo>
                      <a:lnTo>
                        <a:pt x="112" y="130"/>
                      </a:lnTo>
                      <a:lnTo>
                        <a:pt x="110" y="128"/>
                      </a:lnTo>
                      <a:lnTo>
                        <a:pt x="108" y="126"/>
                      </a:lnTo>
                      <a:lnTo>
                        <a:pt x="106" y="124"/>
                      </a:lnTo>
                      <a:lnTo>
                        <a:pt x="104" y="124"/>
                      </a:lnTo>
                      <a:lnTo>
                        <a:pt x="104" y="124"/>
                      </a:lnTo>
                      <a:lnTo>
                        <a:pt x="104" y="122"/>
                      </a:lnTo>
                      <a:lnTo>
                        <a:pt x="104" y="118"/>
                      </a:lnTo>
                      <a:lnTo>
                        <a:pt x="106" y="118"/>
                      </a:lnTo>
                      <a:lnTo>
                        <a:pt x="108" y="120"/>
                      </a:lnTo>
                      <a:lnTo>
                        <a:pt x="114" y="122"/>
                      </a:lnTo>
                      <a:lnTo>
                        <a:pt x="126" y="124"/>
                      </a:lnTo>
                      <a:lnTo>
                        <a:pt x="128" y="130"/>
                      </a:lnTo>
                      <a:lnTo>
                        <a:pt x="144" y="128"/>
                      </a:lnTo>
                      <a:lnTo>
                        <a:pt x="144" y="124"/>
                      </a:lnTo>
                      <a:lnTo>
                        <a:pt x="152" y="120"/>
                      </a:lnTo>
                      <a:lnTo>
                        <a:pt x="154" y="120"/>
                      </a:lnTo>
                      <a:lnTo>
                        <a:pt x="156" y="122"/>
                      </a:lnTo>
                      <a:lnTo>
                        <a:pt x="158" y="122"/>
                      </a:lnTo>
                      <a:lnTo>
                        <a:pt x="160" y="120"/>
                      </a:lnTo>
                      <a:lnTo>
                        <a:pt x="162" y="120"/>
                      </a:lnTo>
                      <a:lnTo>
                        <a:pt x="164" y="118"/>
                      </a:lnTo>
                      <a:lnTo>
                        <a:pt x="164" y="116"/>
                      </a:lnTo>
                      <a:lnTo>
                        <a:pt x="156" y="100"/>
                      </a:lnTo>
                      <a:lnTo>
                        <a:pt x="156" y="98"/>
                      </a:lnTo>
                      <a:lnTo>
                        <a:pt x="154" y="96"/>
                      </a:lnTo>
                      <a:lnTo>
                        <a:pt x="154" y="90"/>
                      </a:lnTo>
                      <a:lnTo>
                        <a:pt x="154" y="84"/>
                      </a:lnTo>
                      <a:lnTo>
                        <a:pt x="156" y="78"/>
                      </a:lnTo>
                      <a:lnTo>
                        <a:pt x="166" y="76"/>
                      </a:lnTo>
                      <a:lnTo>
                        <a:pt x="164" y="64"/>
                      </a:lnTo>
                      <a:lnTo>
                        <a:pt x="164" y="64"/>
                      </a:lnTo>
                      <a:lnTo>
                        <a:pt x="168" y="62"/>
                      </a:lnTo>
                      <a:lnTo>
                        <a:pt x="170" y="62"/>
                      </a:lnTo>
                      <a:lnTo>
                        <a:pt x="174" y="60"/>
                      </a:lnTo>
                      <a:lnTo>
                        <a:pt x="176" y="58"/>
                      </a:lnTo>
                      <a:lnTo>
                        <a:pt x="176" y="58"/>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2" name="Freeform 510">
                  <a:extLst>
                    <a:ext uri="{FF2B5EF4-FFF2-40B4-BE49-F238E27FC236}">
                      <a16:creationId xmlns:a16="http://schemas.microsoft.com/office/drawing/2014/main" id="{4ADE200A-0161-2D4B-02BF-CA666484A4CB}"/>
                    </a:ext>
                  </a:extLst>
                </p:cNvPr>
                <p:cNvSpPr/>
                <p:nvPr/>
              </p:nvSpPr>
              <p:spPr bwMode="gray">
                <a:xfrm>
                  <a:off x="7874167" y="4483961"/>
                  <a:ext cx="96273" cy="159113"/>
                </a:xfrm>
                <a:custGeom>
                  <a:avLst/>
                  <a:gdLst>
                    <a:gd name="T0" fmla="*/ 52 w 52"/>
                    <a:gd name="T1" fmla="*/ 28 h 86"/>
                    <a:gd name="T2" fmla="*/ 52 w 52"/>
                    <a:gd name="T3" fmla="*/ 28 h 86"/>
                    <a:gd name="T4" fmla="*/ 48 w 52"/>
                    <a:gd name="T5" fmla="*/ 26 h 86"/>
                    <a:gd name="T6" fmla="*/ 46 w 52"/>
                    <a:gd name="T7" fmla="*/ 22 h 86"/>
                    <a:gd name="T8" fmla="*/ 40 w 52"/>
                    <a:gd name="T9" fmla="*/ 16 h 86"/>
                    <a:gd name="T10" fmla="*/ 34 w 52"/>
                    <a:gd name="T11" fmla="*/ 12 h 86"/>
                    <a:gd name="T12" fmla="*/ 28 w 52"/>
                    <a:gd name="T13" fmla="*/ 6 h 86"/>
                    <a:gd name="T14" fmla="*/ 22 w 52"/>
                    <a:gd name="T15" fmla="*/ 0 h 86"/>
                    <a:gd name="T16" fmla="*/ 22 w 52"/>
                    <a:gd name="T17" fmla="*/ 0 h 86"/>
                    <a:gd name="T18" fmla="*/ 20 w 52"/>
                    <a:gd name="T19" fmla="*/ 2 h 86"/>
                    <a:gd name="T20" fmla="*/ 16 w 52"/>
                    <a:gd name="T21" fmla="*/ 4 h 86"/>
                    <a:gd name="T22" fmla="*/ 14 w 52"/>
                    <a:gd name="T23" fmla="*/ 4 h 86"/>
                    <a:gd name="T24" fmla="*/ 10 w 52"/>
                    <a:gd name="T25" fmla="*/ 6 h 86"/>
                    <a:gd name="T26" fmla="*/ 10 w 52"/>
                    <a:gd name="T27" fmla="*/ 6 h 86"/>
                    <a:gd name="T28" fmla="*/ 12 w 52"/>
                    <a:gd name="T29" fmla="*/ 18 h 86"/>
                    <a:gd name="T30" fmla="*/ 2 w 52"/>
                    <a:gd name="T31" fmla="*/ 20 h 86"/>
                    <a:gd name="T32" fmla="*/ 0 w 52"/>
                    <a:gd name="T33" fmla="*/ 26 h 86"/>
                    <a:gd name="T34" fmla="*/ 0 w 52"/>
                    <a:gd name="T35" fmla="*/ 32 h 86"/>
                    <a:gd name="T36" fmla="*/ 0 w 52"/>
                    <a:gd name="T37" fmla="*/ 38 h 86"/>
                    <a:gd name="T38" fmla="*/ 2 w 52"/>
                    <a:gd name="T39" fmla="*/ 40 h 86"/>
                    <a:gd name="T40" fmla="*/ 2 w 52"/>
                    <a:gd name="T41" fmla="*/ 42 h 86"/>
                    <a:gd name="T42" fmla="*/ 10 w 52"/>
                    <a:gd name="T43" fmla="*/ 58 h 86"/>
                    <a:gd name="T44" fmla="*/ 14 w 52"/>
                    <a:gd name="T45" fmla="*/ 58 h 86"/>
                    <a:gd name="T46" fmla="*/ 16 w 52"/>
                    <a:gd name="T47" fmla="*/ 60 h 86"/>
                    <a:gd name="T48" fmla="*/ 16 w 52"/>
                    <a:gd name="T49" fmla="*/ 62 h 86"/>
                    <a:gd name="T50" fmla="*/ 18 w 52"/>
                    <a:gd name="T51" fmla="*/ 66 h 86"/>
                    <a:gd name="T52" fmla="*/ 18 w 52"/>
                    <a:gd name="T53" fmla="*/ 70 h 86"/>
                    <a:gd name="T54" fmla="*/ 18 w 52"/>
                    <a:gd name="T55" fmla="*/ 72 h 86"/>
                    <a:gd name="T56" fmla="*/ 16 w 52"/>
                    <a:gd name="T57" fmla="*/ 74 h 86"/>
                    <a:gd name="T58" fmla="*/ 16 w 52"/>
                    <a:gd name="T59" fmla="*/ 78 h 86"/>
                    <a:gd name="T60" fmla="*/ 16 w 52"/>
                    <a:gd name="T61" fmla="*/ 80 h 86"/>
                    <a:gd name="T62" fmla="*/ 16 w 52"/>
                    <a:gd name="T63" fmla="*/ 84 h 86"/>
                    <a:gd name="T64" fmla="*/ 18 w 52"/>
                    <a:gd name="T65" fmla="*/ 86 h 86"/>
                    <a:gd name="T66" fmla="*/ 24 w 52"/>
                    <a:gd name="T67" fmla="*/ 84 h 86"/>
                    <a:gd name="T68" fmla="*/ 26 w 52"/>
                    <a:gd name="T69" fmla="*/ 84 h 86"/>
                    <a:gd name="T70" fmla="*/ 36 w 52"/>
                    <a:gd name="T71" fmla="*/ 82 h 86"/>
                    <a:gd name="T72" fmla="*/ 40 w 52"/>
                    <a:gd name="T73" fmla="*/ 82 h 86"/>
                    <a:gd name="T74" fmla="*/ 46 w 52"/>
                    <a:gd name="T75" fmla="*/ 82 h 86"/>
                    <a:gd name="T76" fmla="*/ 46 w 52"/>
                    <a:gd name="T77" fmla="*/ 82 h 86"/>
                    <a:gd name="T78" fmla="*/ 44 w 52"/>
                    <a:gd name="T79" fmla="*/ 80 h 86"/>
                    <a:gd name="T80" fmla="*/ 42 w 52"/>
                    <a:gd name="T81" fmla="*/ 78 h 86"/>
                    <a:gd name="T82" fmla="*/ 42 w 52"/>
                    <a:gd name="T83" fmla="*/ 74 h 86"/>
                    <a:gd name="T84" fmla="*/ 40 w 52"/>
                    <a:gd name="T85" fmla="*/ 64 h 86"/>
                    <a:gd name="T86" fmla="*/ 36 w 52"/>
                    <a:gd name="T87" fmla="*/ 62 h 86"/>
                    <a:gd name="T88" fmla="*/ 36 w 52"/>
                    <a:gd name="T89" fmla="*/ 62 h 86"/>
                    <a:gd name="T90" fmla="*/ 34 w 52"/>
                    <a:gd name="T91" fmla="*/ 58 h 86"/>
                    <a:gd name="T92" fmla="*/ 32 w 52"/>
                    <a:gd name="T93" fmla="*/ 54 h 86"/>
                    <a:gd name="T94" fmla="*/ 32 w 52"/>
                    <a:gd name="T95" fmla="*/ 50 h 86"/>
                    <a:gd name="T96" fmla="*/ 32 w 52"/>
                    <a:gd name="T97" fmla="*/ 44 h 86"/>
                    <a:gd name="T98" fmla="*/ 34 w 52"/>
                    <a:gd name="T99" fmla="*/ 40 h 86"/>
                    <a:gd name="T100" fmla="*/ 38 w 52"/>
                    <a:gd name="T101" fmla="*/ 40 h 86"/>
                    <a:gd name="T102" fmla="*/ 40 w 52"/>
                    <a:gd name="T103" fmla="*/ 40 h 86"/>
                    <a:gd name="T104" fmla="*/ 42 w 52"/>
                    <a:gd name="T105" fmla="*/ 42 h 86"/>
                    <a:gd name="T106" fmla="*/ 44 w 52"/>
                    <a:gd name="T107" fmla="*/ 42 h 86"/>
                    <a:gd name="T108" fmla="*/ 44 w 52"/>
                    <a:gd name="T109" fmla="*/ 40 h 86"/>
                    <a:gd name="T110" fmla="*/ 46 w 52"/>
                    <a:gd name="T111" fmla="*/ 38 h 86"/>
                    <a:gd name="T112" fmla="*/ 46 w 52"/>
                    <a:gd name="T113" fmla="*/ 38 h 86"/>
                    <a:gd name="T114" fmla="*/ 46 w 52"/>
                    <a:gd name="T115" fmla="*/ 36 h 86"/>
                    <a:gd name="T116" fmla="*/ 48 w 52"/>
                    <a:gd name="T117" fmla="*/ 34 h 86"/>
                    <a:gd name="T118" fmla="*/ 48 w 52"/>
                    <a:gd name="T119" fmla="*/ 32 h 86"/>
                    <a:gd name="T120" fmla="*/ 52 w 52"/>
                    <a:gd name="T121"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2" h="86">
                      <a:moveTo>
                        <a:pt x="52" y="28"/>
                      </a:moveTo>
                      <a:lnTo>
                        <a:pt x="52" y="28"/>
                      </a:lnTo>
                      <a:lnTo>
                        <a:pt x="48" y="26"/>
                      </a:lnTo>
                      <a:lnTo>
                        <a:pt x="46" y="22"/>
                      </a:lnTo>
                      <a:lnTo>
                        <a:pt x="40" y="16"/>
                      </a:lnTo>
                      <a:lnTo>
                        <a:pt x="34" y="12"/>
                      </a:lnTo>
                      <a:lnTo>
                        <a:pt x="28" y="6"/>
                      </a:lnTo>
                      <a:lnTo>
                        <a:pt x="22" y="0"/>
                      </a:lnTo>
                      <a:lnTo>
                        <a:pt x="22" y="0"/>
                      </a:lnTo>
                      <a:lnTo>
                        <a:pt x="20" y="2"/>
                      </a:lnTo>
                      <a:lnTo>
                        <a:pt x="16" y="4"/>
                      </a:lnTo>
                      <a:lnTo>
                        <a:pt x="14" y="4"/>
                      </a:lnTo>
                      <a:lnTo>
                        <a:pt x="10" y="6"/>
                      </a:lnTo>
                      <a:lnTo>
                        <a:pt x="10" y="6"/>
                      </a:lnTo>
                      <a:lnTo>
                        <a:pt x="12" y="18"/>
                      </a:lnTo>
                      <a:lnTo>
                        <a:pt x="2" y="20"/>
                      </a:lnTo>
                      <a:lnTo>
                        <a:pt x="0" y="26"/>
                      </a:lnTo>
                      <a:lnTo>
                        <a:pt x="0" y="32"/>
                      </a:lnTo>
                      <a:lnTo>
                        <a:pt x="0" y="38"/>
                      </a:lnTo>
                      <a:lnTo>
                        <a:pt x="2" y="40"/>
                      </a:lnTo>
                      <a:lnTo>
                        <a:pt x="2" y="42"/>
                      </a:lnTo>
                      <a:lnTo>
                        <a:pt x="10" y="58"/>
                      </a:lnTo>
                      <a:lnTo>
                        <a:pt x="14" y="58"/>
                      </a:lnTo>
                      <a:lnTo>
                        <a:pt x="16" y="60"/>
                      </a:lnTo>
                      <a:lnTo>
                        <a:pt x="16" y="62"/>
                      </a:lnTo>
                      <a:lnTo>
                        <a:pt x="18" y="66"/>
                      </a:lnTo>
                      <a:lnTo>
                        <a:pt x="18" y="70"/>
                      </a:lnTo>
                      <a:lnTo>
                        <a:pt x="18" y="72"/>
                      </a:lnTo>
                      <a:lnTo>
                        <a:pt x="16" y="74"/>
                      </a:lnTo>
                      <a:lnTo>
                        <a:pt x="16" y="78"/>
                      </a:lnTo>
                      <a:lnTo>
                        <a:pt x="16" y="80"/>
                      </a:lnTo>
                      <a:lnTo>
                        <a:pt x="16" y="84"/>
                      </a:lnTo>
                      <a:lnTo>
                        <a:pt x="18" y="86"/>
                      </a:lnTo>
                      <a:lnTo>
                        <a:pt x="24" y="84"/>
                      </a:lnTo>
                      <a:lnTo>
                        <a:pt x="26" y="84"/>
                      </a:lnTo>
                      <a:lnTo>
                        <a:pt x="36" y="82"/>
                      </a:lnTo>
                      <a:lnTo>
                        <a:pt x="40" y="82"/>
                      </a:lnTo>
                      <a:lnTo>
                        <a:pt x="46" y="82"/>
                      </a:lnTo>
                      <a:lnTo>
                        <a:pt x="46" y="82"/>
                      </a:lnTo>
                      <a:lnTo>
                        <a:pt x="44" y="80"/>
                      </a:lnTo>
                      <a:lnTo>
                        <a:pt x="42" y="78"/>
                      </a:lnTo>
                      <a:lnTo>
                        <a:pt x="42" y="74"/>
                      </a:lnTo>
                      <a:lnTo>
                        <a:pt x="40" y="64"/>
                      </a:lnTo>
                      <a:lnTo>
                        <a:pt x="36" y="62"/>
                      </a:lnTo>
                      <a:lnTo>
                        <a:pt x="36" y="62"/>
                      </a:lnTo>
                      <a:lnTo>
                        <a:pt x="34" y="58"/>
                      </a:lnTo>
                      <a:lnTo>
                        <a:pt x="32" y="54"/>
                      </a:lnTo>
                      <a:lnTo>
                        <a:pt x="32" y="50"/>
                      </a:lnTo>
                      <a:lnTo>
                        <a:pt x="32" y="44"/>
                      </a:lnTo>
                      <a:lnTo>
                        <a:pt x="34" y="40"/>
                      </a:lnTo>
                      <a:lnTo>
                        <a:pt x="38" y="40"/>
                      </a:lnTo>
                      <a:lnTo>
                        <a:pt x="40" y="40"/>
                      </a:lnTo>
                      <a:lnTo>
                        <a:pt x="42" y="42"/>
                      </a:lnTo>
                      <a:lnTo>
                        <a:pt x="44" y="42"/>
                      </a:lnTo>
                      <a:lnTo>
                        <a:pt x="44" y="40"/>
                      </a:lnTo>
                      <a:lnTo>
                        <a:pt x="46" y="38"/>
                      </a:lnTo>
                      <a:lnTo>
                        <a:pt x="46" y="38"/>
                      </a:lnTo>
                      <a:lnTo>
                        <a:pt x="46" y="36"/>
                      </a:lnTo>
                      <a:lnTo>
                        <a:pt x="48" y="34"/>
                      </a:lnTo>
                      <a:lnTo>
                        <a:pt x="48" y="32"/>
                      </a:lnTo>
                      <a:lnTo>
                        <a:pt x="52" y="2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3" name="Freeform 511">
                  <a:extLst>
                    <a:ext uri="{FF2B5EF4-FFF2-40B4-BE49-F238E27FC236}">
                      <a16:creationId xmlns:a16="http://schemas.microsoft.com/office/drawing/2014/main" id="{E655A19F-2D65-3907-0CBA-81EB1E27D34F}"/>
                    </a:ext>
                  </a:extLst>
                </p:cNvPr>
                <p:cNvSpPr/>
                <p:nvPr/>
              </p:nvSpPr>
              <p:spPr bwMode="gray">
                <a:xfrm>
                  <a:off x="7933412" y="4535765"/>
                  <a:ext cx="85164" cy="103608"/>
                </a:xfrm>
                <a:custGeom>
                  <a:avLst/>
                  <a:gdLst>
                    <a:gd name="T0" fmla="*/ 20 w 46"/>
                    <a:gd name="T1" fmla="*/ 0 h 56"/>
                    <a:gd name="T2" fmla="*/ 28 w 46"/>
                    <a:gd name="T3" fmla="*/ 4 h 56"/>
                    <a:gd name="T4" fmla="*/ 36 w 46"/>
                    <a:gd name="T5" fmla="*/ 8 h 56"/>
                    <a:gd name="T6" fmla="*/ 46 w 46"/>
                    <a:gd name="T7" fmla="*/ 10 h 56"/>
                    <a:gd name="T8" fmla="*/ 44 w 46"/>
                    <a:gd name="T9" fmla="*/ 16 h 56"/>
                    <a:gd name="T10" fmla="*/ 44 w 46"/>
                    <a:gd name="T11" fmla="*/ 16 h 56"/>
                    <a:gd name="T12" fmla="*/ 42 w 46"/>
                    <a:gd name="T13" fmla="*/ 18 h 56"/>
                    <a:gd name="T14" fmla="*/ 40 w 46"/>
                    <a:gd name="T15" fmla="*/ 20 h 56"/>
                    <a:gd name="T16" fmla="*/ 38 w 46"/>
                    <a:gd name="T17" fmla="*/ 22 h 56"/>
                    <a:gd name="T18" fmla="*/ 38 w 46"/>
                    <a:gd name="T19" fmla="*/ 24 h 56"/>
                    <a:gd name="T20" fmla="*/ 36 w 46"/>
                    <a:gd name="T21" fmla="*/ 26 h 56"/>
                    <a:gd name="T22" fmla="*/ 36 w 46"/>
                    <a:gd name="T23" fmla="*/ 28 h 56"/>
                    <a:gd name="T24" fmla="*/ 38 w 46"/>
                    <a:gd name="T25" fmla="*/ 30 h 56"/>
                    <a:gd name="T26" fmla="*/ 38 w 46"/>
                    <a:gd name="T27" fmla="*/ 30 h 56"/>
                    <a:gd name="T28" fmla="*/ 40 w 46"/>
                    <a:gd name="T29" fmla="*/ 32 h 56"/>
                    <a:gd name="T30" fmla="*/ 42 w 46"/>
                    <a:gd name="T31" fmla="*/ 36 h 56"/>
                    <a:gd name="T32" fmla="*/ 42 w 46"/>
                    <a:gd name="T33" fmla="*/ 38 h 56"/>
                    <a:gd name="T34" fmla="*/ 42 w 46"/>
                    <a:gd name="T35" fmla="*/ 38 h 56"/>
                    <a:gd name="T36" fmla="*/ 40 w 46"/>
                    <a:gd name="T37" fmla="*/ 42 h 56"/>
                    <a:gd name="T38" fmla="*/ 40 w 46"/>
                    <a:gd name="T39" fmla="*/ 44 h 56"/>
                    <a:gd name="T40" fmla="*/ 40 w 46"/>
                    <a:gd name="T41" fmla="*/ 46 h 56"/>
                    <a:gd name="T42" fmla="*/ 40 w 46"/>
                    <a:gd name="T43" fmla="*/ 48 h 56"/>
                    <a:gd name="T44" fmla="*/ 40 w 46"/>
                    <a:gd name="T45" fmla="*/ 50 h 56"/>
                    <a:gd name="T46" fmla="*/ 38 w 46"/>
                    <a:gd name="T47" fmla="*/ 52 h 56"/>
                    <a:gd name="T48" fmla="*/ 36 w 46"/>
                    <a:gd name="T49" fmla="*/ 52 h 56"/>
                    <a:gd name="T50" fmla="*/ 34 w 46"/>
                    <a:gd name="T51" fmla="*/ 52 h 56"/>
                    <a:gd name="T52" fmla="*/ 34 w 46"/>
                    <a:gd name="T53" fmla="*/ 52 h 56"/>
                    <a:gd name="T54" fmla="*/ 32 w 46"/>
                    <a:gd name="T55" fmla="*/ 50 h 56"/>
                    <a:gd name="T56" fmla="*/ 28 w 46"/>
                    <a:gd name="T57" fmla="*/ 50 h 56"/>
                    <a:gd name="T58" fmla="*/ 26 w 46"/>
                    <a:gd name="T59" fmla="*/ 52 h 56"/>
                    <a:gd name="T60" fmla="*/ 24 w 46"/>
                    <a:gd name="T61" fmla="*/ 52 h 56"/>
                    <a:gd name="T62" fmla="*/ 20 w 46"/>
                    <a:gd name="T63" fmla="*/ 50 h 56"/>
                    <a:gd name="T64" fmla="*/ 20 w 46"/>
                    <a:gd name="T65" fmla="*/ 50 h 56"/>
                    <a:gd name="T66" fmla="*/ 18 w 46"/>
                    <a:gd name="T67" fmla="*/ 54 h 56"/>
                    <a:gd name="T68" fmla="*/ 20 w 46"/>
                    <a:gd name="T69" fmla="*/ 56 h 56"/>
                    <a:gd name="T70" fmla="*/ 14 w 46"/>
                    <a:gd name="T71" fmla="*/ 54 h 56"/>
                    <a:gd name="T72" fmla="*/ 14 w 46"/>
                    <a:gd name="T73" fmla="*/ 54 h 56"/>
                    <a:gd name="T74" fmla="*/ 12 w 46"/>
                    <a:gd name="T75" fmla="*/ 52 h 56"/>
                    <a:gd name="T76" fmla="*/ 10 w 46"/>
                    <a:gd name="T77" fmla="*/ 50 h 56"/>
                    <a:gd name="T78" fmla="*/ 10 w 46"/>
                    <a:gd name="T79" fmla="*/ 46 h 56"/>
                    <a:gd name="T80" fmla="*/ 8 w 46"/>
                    <a:gd name="T81" fmla="*/ 36 h 56"/>
                    <a:gd name="T82" fmla="*/ 4 w 46"/>
                    <a:gd name="T83" fmla="*/ 34 h 56"/>
                    <a:gd name="T84" fmla="*/ 4 w 46"/>
                    <a:gd name="T85" fmla="*/ 34 h 56"/>
                    <a:gd name="T86" fmla="*/ 2 w 46"/>
                    <a:gd name="T87" fmla="*/ 30 h 56"/>
                    <a:gd name="T88" fmla="*/ 0 w 46"/>
                    <a:gd name="T89" fmla="*/ 26 h 56"/>
                    <a:gd name="T90" fmla="*/ 0 w 46"/>
                    <a:gd name="T91" fmla="*/ 22 h 56"/>
                    <a:gd name="T92" fmla="*/ 0 w 46"/>
                    <a:gd name="T93" fmla="*/ 16 h 56"/>
                    <a:gd name="T94" fmla="*/ 2 w 46"/>
                    <a:gd name="T95" fmla="*/ 12 h 56"/>
                    <a:gd name="T96" fmla="*/ 6 w 46"/>
                    <a:gd name="T97" fmla="*/ 12 h 56"/>
                    <a:gd name="T98" fmla="*/ 8 w 46"/>
                    <a:gd name="T99" fmla="*/ 12 h 56"/>
                    <a:gd name="T100" fmla="*/ 10 w 46"/>
                    <a:gd name="T101" fmla="*/ 14 h 56"/>
                    <a:gd name="T102" fmla="*/ 12 w 46"/>
                    <a:gd name="T103" fmla="*/ 14 h 56"/>
                    <a:gd name="T104" fmla="*/ 12 w 46"/>
                    <a:gd name="T105" fmla="*/ 12 h 56"/>
                    <a:gd name="T106" fmla="*/ 14 w 46"/>
                    <a:gd name="T107" fmla="*/ 10 h 56"/>
                    <a:gd name="T108" fmla="*/ 14 w 46"/>
                    <a:gd name="T109" fmla="*/ 10 h 56"/>
                    <a:gd name="T110" fmla="*/ 14 w 46"/>
                    <a:gd name="T111" fmla="*/ 8 h 56"/>
                    <a:gd name="T112" fmla="*/ 16 w 46"/>
                    <a:gd name="T113" fmla="*/ 6 h 56"/>
                    <a:gd name="T114" fmla="*/ 16 w 46"/>
                    <a:gd name="T115" fmla="*/ 4 h 56"/>
                    <a:gd name="T116" fmla="*/ 20 w 46"/>
                    <a:gd name="T117"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6" h="56">
                      <a:moveTo>
                        <a:pt x="20" y="0"/>
                      </a:moveTo>
                      <a:lnTo>
                        <a:pt x="28" y="4"/>
                      </a:lnTo>
                      <a:lnTo>
                        <a:pt x="36" y="8"/>
                      </a:lnTo>
                      <a:lnTo>
                        <a:pt x="46" y="10"/>
                      </a:lnTo>
                      <a:lnTo>
                        <a:pt x="44" y="16"/>
                      </a:lnTo>
                      <a:lnTo>
                        <a:pt x="44" y="16"/>
                      </a:lnTo>
                      <a:lnTo>
                        <a:pt x="42" y="18"/>
                      </a:lnTo>
                      <a:lnTo>
                        <a:pt x="40" y="20"/>
                      </a:lnTo>
                      <a:lnTo>
                        <a:pt x="38" y="22"/>
                      </a:lnTo>
                      <a:lnTo>
                        <a:pt x="38" y="24"/>
                      </a:lnTo>
                      <a:lnTo>
                        <a:pt x="36" y="26"/>
                      </a:lnTo>
                      <a:lnTo>
                        <a:pt x="36" y="28"/>
                      </a:lnTo>
                      <a:lnTo>
                        <a:pt x="38" y="30"/>
                      </a:lnTo>
                      <a:lnTo>
                        <a:pt x="38" y="30"/>
                      </a:lnTo>
                      <a:lnTo>
                        <a:pt x="40" y="32"/>
                      </a:lnTo>
                      <a:lnTo>
                        <a:pt x="42" y="36"/>
                      </a:lnTo>
                      <a:lnTo>
                        <a:pt x="42" y="38"/>
                      </a:lnTo>
                      <a:lnTo>
                        <a:pt x="42" y="38"/>
                      </a:lnTo>
                      <a:lnTo>
                        <a:pt x="40" y="42"/>
                      </a:lnTo>
                      <a:lnTo>
                        <a:pt x="40" y="44"/>
                      </a:lnTo>
                      <a:lnTo>
                        <a:pt x="40" y="46"/>
                      </a:lnTo>
                      <a:lnTo>
                        <a:pt x="40" y="48"/>
                      </a:lnTo>
                      <a:lnTo>
                        <a:pt x="40" y="50"/>
                      </a:lnTo>
                      <a:lnTo>
                        <a:pt x="38" y="52"/>
                      </a:lnTo>
                      <a:lnTo>
                        <a:pt x="36" y="52"/>
                      </a:lnTo>
                      <a:lnTo>
                        <a:pt x="34" y="52"/>
                      </a:lnTo>
                      <a:lnTo>
                        <a:pt x="34" y="52"/>
                      </a:lnTo>
                      <a:lnTo>
                        <a:pt x="32" y="50"/>
                      </a:lnTo>
                      <a:lnTo>
                        <a:pt x="28" y="50"/>
                      </a:lnTo>
                      <a:lnTo>
                        <a:pt x="26" y="52"/>
                      </a:lnTo>
                      <a:lnTo>
                        <a:pt x="24" y="52"/>
                      </a:lnTo>
                      <a:lnTo>
                        <a:pt x="20" y="50"/>
                      </a:lnTo>
                      <a:lnTo>
                        <a:pt x="20" y="50"/>
                      </a:lnTo>
                      <a:lnTo>
                        <a:pt x="18" y="54"/>
                      </a:lnTo>
                      <a:lnTo>
                        <a:pt x="20" y="56"/>
                      </a:lnTo>
                      <a:lnTo>
                        <a:pt x="14" y="54"/>
                      </a:lnTo>
                      <a:lnTo>
                        <a:pt x="14" y="54"/>
                      </a:lnTo>
                      <a:lnTo>
                        <a:pt x="12" y="52"/>
                      </a:lnTo>
                      <a:lnTo>
                        <a:pt x="10" y="50"/>
                      </a:lnTo>
                      <a:lnTo>
                        <a:pt x="10" y="46"/>
                      </a:lnTo>
                      <a:lnTo>
                        <a:pt x="8" y="36"/>
                      </a:lnTo>
                      <a:lnTo>
                        <a:pt x="4" y="34"/>
                      </a:lnTo>
                      <a:lnTo>
                        <a:pt x="4" y="34"/>
                      </a:lnTo>
                      <a:lnTo>
                        <a:pt x="2" y="30"/>
                      </a:lnTo>
                      <a:lnTo>
                        <a:pt x="0" y="26"/>
                      </a:lnTo>
                      <a:lnTo>
                        <a:pt x="0" y="22"/>
                      </a:lnTo>
                      <a:lnTo>
                        <a:pt x="0" y="16"/>
                      </a:lnTo>
                      <a:lnTo>
                        <a:pt x="2" y="12"/>
                      </a:lnTo>
                      <a:lnTo>
                        <a:pt x="6" y="12"/>
                      </a:lnTo>
                      <a:lnTo>
                        <a:pt x="8" y="12"/>
                      </a:lnTo>
                      <a:lnTo>
                        <a:pt x="10" y="14"/>
                      </a:lnTo>
                      <a:lnTo>
                        <a:pt x="12" y="14"/>
                      </a:lnTo>
                      <a:lnTo>
                        <a:pt x="12" y="12"/>
                      </a:lnTo>
                      <a:lnTo>
                        <a:pt x="14" y="10"/>
                      </a:lnTo>
                      <a:lnTo>
                        <a:pt x="14" y="10"/>
                      </a:lnTo>
                      <a:lnTo>
                        <a:pt x="14" y="8"/>
                      </a:lnTo>
                      <a:lnTo>
                        <a:pt x="16" y="6"/>
                      </a:lnTo>
                      <a:lnTo>
                        <a:pt x="16" y="4"/>
                      </a:lnTo>
                      <a:lnTo>
                        <a:pt x="20"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4" name="Freeform 512">
                  <a:extLst>
                    <a:ext uri="{FF2B5EF4-FFF2-40B4-BE49-F238E27FC236}">
                      <a16:creationId xmlns:a16="http://schemas.microsoft.com/office/drawing/2014/main" id="{F765149A-E4DF-79A5-A45A-1674B256A11C}"/>
                    </a:ext>
                  </a:extLst>
                </p:cNvPr>
                <p:cNvSpPr/>
                <p:nvPr/>
              </p:nvSpPr>
              <p:spPr bwMode="gray">
                <a:xfrm>
                  <a:off x="8000062" y="4554267"/>
                  <a:ext cx="85164" cy="77706"/>
                </a:xfrm>
                <a:custGeom>
                  <a:avLst/>
                  <a:gdLst>
                    <a:gd name="T0" fmla="*/ 46 w 46"/>
                    <a:gd name="T1" fmla="*/ 18 h 42"/>
                    <a:gd name="T2" fmla="*/ 38 w 46"/>
                    <a:gd name="T3" fmla="*/ 12 h 42"/>
                    <a:gd name="T4" fmla="*/ 32 w 46"/>
                    <a:gd name="T5" fmla="*/ 8 h 42"/>
                    <a:gd name="T6" fmla="*/ 20 w 46"/>
                    <a:gd name="T7" fmla="*/ 4 h 42"/>
                    <a:gd name="T8" fmla="*/ 10 w 46"/>
                    <a:gd name="T9" fmla="*/ 0 h 42"/>
                    <a:gd name="T10" fmla="*/ 8 w 46"/>
                    <a:gd name="T11" fmla="*/ 2 h 42"/>
                    <a:gd name="T12" fmla="*/ 8 w 46"/>
                    <a:gd name="T13" fmla="*/ 6 h 42"/>
                    <a:gd name="T14" fmla="*/ 8 w 46"/>
                    <a:gd name="T15" fmla="*/ 6 h 42"/>
                    <a:gd name="T16" fmla="*/ 6 w 46"/>
                    <a:gd name="T17" fmla="*/ 8 h 42"/>
                    <a:gd name="T18" fmla="*/ 4 w 46"/>
                    <a:gd name="T19" fmla="*/ 10 h 42"/>
                    <a:gd name="T20" fmla="*/ 2 w 46"/>
                    <a:gd name="T21" fmla="*/ 12 h 42"/>
                    <a:gd name="T22" fmla="*/ 2 w 46"/>
                    <a:gd name="T23" fmla="*/ 14 h 42"/>
                    <a:gd name="T24" fmla="*/ 0 w 46"/>
                    <a:gd name="T25" fmla="*/ 16 h 42"/>
                    <a:gd name="T26" fmla="*/ 0 w 46"/>
                    <a:gd name="T27" fmla="*/ 18 h 42"/>
                    <a:gd name="T28" fmla="*/ 2 w 46"/>
                    <a:gd name="T29" fmla="*/ 20 h 42"/>
                    <a:gd name="T30" fmla="*/ 2 w 46"/>
                    <a:gd name="T31" fmla="*/ 20 h 42"/>
                    <a:gd name="T32" fmla="*/ 4 w 46"/>
                    <a:gd name="T33" fmla="*/ 22 h 42"/>
                    <a:gd name="T34" fmla="*/ 6 w 46"/>
                    <a:gd name="T35" fmla="*/ 26 h 42"/>
                    <a:gd name="T36" fmla="*/ 6 w 46"/>
                    <a:gd name="T37" fmla="*/ 28 h 42"/>
                    <a:gd name="T38" fmla="*/ 6 w 46"/>
                    <a:gd name="T39" fmla="*/ 28 h 42"/>
                    <a:gd name="T40" fmla="*/ 4 w 46"/>
                    <a:gd name="T41" fmla="*/ 32 h 42"/>
                    <a:gd name="T42" fmla="*/ 4 w 46"/>
                    <a:gd name="T43" fmla="*/ 34 h 42"/>
                    <a:gd name="T44" fmla="*/ 4 w 46"/>
                    <a:gd name="T45" fmla="*/ 36 h 42"/>
                    <a:gd name="T46" fmla="*/ 4 w 46"/>
                    <a:gd name="T47" fmla="*/ 38 h 42"/>
                    <a:gd name="T48" fmla="*/ 4 w 46"/>
                    <a:gd name="T49" fmla="*/ 40 h 42"/>
                    <a:gd name="T50" fmla="*/ 2 w 46"/>
                    <a:gd name="T51" fmla="*/ 40 h 42"/>
                    <a:gd name="T52" fmla="*/ 2 w 46"/>
                    <a:gd name="T53" fmla="*/ 42 h 42"/>
                    <a:gd name="T54" fmla="*/ 4 w 46"/>
                    <a:gd name="T55" fmla="*/ 42 h 42"/>
                    <a:gd name="T56" fmla="*/ 8 w 46"/>
                    <a:gd name="T57" fmla="*/ 42 h 42"/>
                    <a:gd name="T58" fmla="*/ 8 w 46"/>
                    <a:gd name="T59" fmla="*/ 42 h 42"/>
                    <a:gd name="T60" fmla="*/ 10 w 46"/>
                    <a:gd name="T61" fmla="*/ 40 h 42"/>
                    <a:gd name="T62" fmla="*/ 10 w 46"/>
                    <a:gd name="T63" fmla="*/ 40 h 42"/>
                    <a:gd name="T64" fmla="*/ 12 w 46"/>
                    <a:gd name="T65" fmla="*/ 40 h 42"/>
                    <a:gd name="T66" fmla="*/ 14 w 46"/>
                    <a:gd name="T67" fmla="*/ 40 h 42"/>
                    <a:gd name="T68" fmla="*/ 16 w 46"/>
                    <a:gd name="T69" fmla="*/ 40 h 42"/>
                    <a:gd name="T70" fmla="*/ 16 w 46"/>
                    <a:gd name="T71" fmla="*/ 40 h 42"/>
                    <a:gd name="T72" fmla="*/ 18 w 46"/>
                    <a:gd name="T73" fmla="*/ 40 h 42"/>
                    <a:gd name="T74" fmla="*/ 20 w 46"/>
                    <a:gd name="T75" fmla="*/ 40 h 42"/>
                    <a:gd name="T76" fmla="*/ 22 w 46"/>
                    <a:gd name="T77" fmla="*/ 42 h 42"/>
                    <a:gd name="T78" fmla="*/ 24 w 46"/>
                    <a:gd name="T79" fmla="*/ 42 h 42"/>
                    <a:gd name="T80" fmla="*/ 26 w 46"/>
                    <a:gd name="T81" fmla="*/ 42 h 42"/>
                    <a:gd name="T82" fmla="*/ 26 w 46"/>
                    <a:gd name="T83" fmla="*/ 42 h 42"/>
                    <a:gd name="T84" fmla="*/ 28 w 46"/>
                    <a:gd name="T85" fmla="*/ 42 h 42"/>
                    <a:gd name="T86" fmla="*/ 28 w 46"/>
                    <a:gd name="T87" fmla="*/ 40 h 42"/>
                    <a:gd name="T88" fmla="*/ 30 w 46"/>
                    <a:gd name="T89" fmla="*/ 38 h 42"/>
                    <a:gd name="T90" fmla="*/ 30 w 46"/>
                    <a:gd name="T91" fmla="*/ 36 h 42"/>
                    <a:gd name="T92" fmla="*/ 32 w 46"/>
                    <a:gd name="T93" fmla="*/ 32 h 42"/>
                    <a:gd name="T94" fmla="*/ 34 w 46"/>
                    <a:gd name="T95" fmla="*/ 28 h 42"/>
                    <a:gd name="T96" fmla="*/ 36 w 46"/>
                    <a:gd name="T97" fmla="*/ 26 h 42"/>
                    <a:gd name="T98" fmla="*/ 40 w 46"/>
                    <a:gd name="T99" fmla="*/ 26 h 42"/>
                    <a:gd name="T100" fmla="*/ 42 w 46"/>
                    <a:gd name="T101" fmla="*/ 22 h 42"/>
                    <a:gd name="T102" fmla="*/ 46 w 46"/>
                    <a:gd name="T103"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6" h="42">
                      <a:moveTo>
                        <a:pt x="46" y="18"/>
                      </a:moveTo>
                      <a:lnTo>
                        <a:pt x="38" y="12"/>
                      </a:lnTo>
                      <a:lnTo>
                        <a:pt x="32" y="8"/>
                      </a:lnTo>
                      <a:lnTo>
                        <a:pt x="20" y="4"/>
                      </a:lnTo>
                      <a:lnTo>
                        <a:pt x="10" y="0"/>
                      </a:lnTo>
                      <a:lnTo>
                        <a:pt x="8" y="2"/>
                      </a:lnTo>
                      <a:lnTo>
                        <a:pt x="8" y="6"/>
                      </a:lnTo>
                      <a:lnTo>
                        <a:pt x="8" y="6"/>
                      </a:lnTo>
                      <a:lnTo>
                        <a:pt x="6" y="8"/>
                      </a:lnTo>
                      <a:lnTo>
                        <a:pt x="4" y="10"/>
                      </a:lnTo>
                      <a:lnTo>
                        <a:pt x="2" y="12"/>
                      </a:lnTo>
                      <a:lnTo>
                        <a:pt x="2" y="14"/>
                      </a:lnTo>
                      <a:lnTo>
                        <a:pt x="0" y="16"/>
                      </a:lnTo>
                      <a:lnTo>
                        <a:pt x="0" y="18"/>
                      </a:lnTo>
                      <a:lnTo>
                        <a:pt x="2" y="20"/>
                      </a:lnTo>
                      <a:lnTo>
                        <a:pt x="2" y="20"/>
                      </a:lnTo>
                      <a:lnTo>
                        <a:pt x="4" y="22"/>
                      </a:lnTo>
                      <a:lnTo>
                        <a:pt x="6" y="26"/>
                      </a:lnTo>
                      <a:lnTo>
                        <a:pt x="6" y="28"/>
                      </a:lnTo>
                      <a:lnTo>
                        <a:pt x="6" y="28"/>
                      </a:lnTo>
                      <a:lnTo>
                        <a:pt x="4" y="32"/>
                      </a:lnTo>
                      <a:lnTo>
                        <a:pt x="4" y="34"/>
                      </a:lnTo>
                      <a:lnTo>
                        <a:pt x="4" y="36"/>
                      </a:lnTo>
                      <a:lnTo>
                        <a:pt x="4" y="38"/>
                      </a:lnTo>
                      <a:lnTo>
                        <a:pt x="4" y="40"/>
                      </a:lnTo>
                      <a:lnTo>
                        <a:pt x="2" y="40"/>
                      </a:lnTo>
                      <a:lnTo>
                        <a:pt x="2" y="42"/>
                      </a:lnTo>
                      <a:lnTo>
                        <a:pt x="4" y="42"/>
                      </a:lnTo>
                      <a:lnTo>
                        <a:pt x="8" y="42"/>
                      </a:lnTo>
                      <a:lnTo>
                        <a:pt x="8" y="42"/>
                      </a:lnTo>
                      <a:lnTo>
                        <a:pt x="10" y="40"/>
                      </a:lnTo>
                      <a:lnTo>
                        <a:pt x="10" y="40"/>
                      </a:lnTo>
                      <a:lnTo>
                        <a:pt x="12" y="40"/>
                      </a:lnTo>
                      <a:lnTo>
                        <a:pt x="14" y="40"/>
                      </a:lnTo>
                      <a:lnTo>
                        <a:pt x="16" y="40"/>
                      </a:lnTo>
                      <a:lnTo>
                        <a:pt x="16" y="40"/>
                      </a:lnTo>
                      <a:lnTo>
                        <a:pt x="18" y="40"/>
                      </a:lnTo>
                      <a:lnTo>
                        <a:pt x="20" y="40"/>
                      </a:lnTo>
                      <a:lnTo>
                        <a:pt x="22" y="42"/>
                      </a:lnTo>
                      <a:lnTo>
                        <a:pt x="24" y="42"/>
                      </a:lnTo>
                      <a:lnTo>
                        <a:pt x="26" y="42"/>
                      </a:lnTo>
                      <a:lnTo>
                        <a:pt x="26" y="42"/>
                      </a:lnTo>
                      <a:lnTo>
                        <a:pt x="28" y="42"/>
                      </a:lnTo>
                      <a:lnTo>
                        <a:pt x="28" y="40"/>
                      </a:lnTo>
                      <a:lnTo>
                        <a:pt x="30" y="38"/>
                      </a:lnTo>
                      <a:lnTo>
                        <a:pt x="30" y="36"/>
                      </a:lnTo>
                      <a:lnTo>
                        <a:pt x="32" y="32"/>
                      </a:lnTo>
                      <a:lnTo>
                        <a:pt x="34" y="28"/>
                      </a:lnTo>
                      <a:lnTo>
                        <a:pt x="36" y="26"/>
                      </a:lnTo>
                      <a:lnTo>
                        <a:pt x="40" y="26"/>
                      </a:lnTo>
                      <a:lnTo>
                        <a:pt x="42" y="22"/>
                      </a:lnTo>
                      <a:lnTo>
                        <a:pt x="46" y="1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5" name="Freeform 513">
                  <a:extLst>
                    <a:ext uri="{FF2B5EF4-FFF2-40B4-BE49-F238E27FC236}">
                      <a16:creationId xmlns:a16="http://schemas.microsoft.com/office/drawing/2014/main" id="{D867A75E-1A3D-5177-0C01-7A5BCE61260A}"/>
                    </a:ext>
                  </a:extLst>
                </p:cNvPr>
                <p:cNvSpPr/>
                <p:nvPr/>
              </p:nvSpPr>
              <p:spPr bwMode="gray">
                <a:xfrm>
                  <a:off x="7440940" y="4372952"/>
                  <a:ext cx="274007" cy="447736"/>
                </a:xfrm>
                <a:custGeom>
                  <a:avLst/>
                  <a:gdLst>
                    <a:gd name="T0" fmla="*/ 128 w 148"/>
                    <a:gd name="T1" fmla="*/ 204 h 242"/>
                    <a:gd name="T2" fmla="*/ 126 w 148"/>
                    <a:gd name="T3" fmla="*/ 212 h 242"/>
                    <a:gd name="T4" fmla="*/ 114 w 148"/>
                    <a:gd name="T5" fmla="*/ 240 h 242"/>
                    <a:gd name="T6" fmla="*/ 118 w 148"/>
                    <a:gd name="T7" fmla="*/ 226 h 242"/>
                    <a:gd name="T8" fmla="*/ 114 w 148"/>
                    <a:gd name="T9" fmla="*/ 220 h 242"/>
                    <a:gd name="T10" fmla="*/ 106 w 148"/>
                    <a:gd name="T11" fmla="*/ 218 h 242"/>
                    <a:gd name="T12" fmla="*/ 96 w 148"/>
                    <a:gd name="T13" fmla="*/ 218 h 242"/>
                    <a:gd name="T14" fmla="*/ 82 w 148"/>
                    <a:gd name="T15" fmla="*/ 214 h 242"/>
                    <a:gd name="T16" fmla="*/ 80 w 148"/>
                    <a:gd name="T17" fmla="*/ 206 h 242"/>
                    <a:gd name="T18" fmla="*/ 78 w 148"/>
                    <a:gd name="T19" fmla="*/ 200 h 242"/>
                    <a:gd name="T20" fmla="*/ 60 w 148"/>
                    <a:gd name="T21" fmla="*/ 192 h 242"/>
                    <a:gd name="T22" fmla="*/ 50 w 148"/>
                    <a:gd name="T23" fmla="*/ 188 h 242"/>
                    <a:gd name="T24" fmla="*/ 36 w 148"/>
                    <a:gd name="T25" fmla="*/ 180 h 242"/>
                    <a:gd name="T26" fmla="*/ 26 w 148"/>
                    <a:gd name="T27" fmla="*/ 172 h 242"/>
                    <a:gd name="T28" fmla="*/ 26 w 148"/>
                    <a:gd name="T29" fmla="*/ 172 h 242"/>
                    <a:gd name="T30" fmla="*/ 14 w 148"/>
                    <a:gd name="T31" fmla="*/ 168 h 242"/>
                    <a:gd name="T32" fmla="*/ 2 w 148"/>
                    <a:gd name="T33" fmla="*/ 166 h 242"/>
                    <a:gd name="T34" fmla="*/ 4 w 148"/>
                    <a:gd name="T35" fmla="*/ 160 h 242"/>
                    <a:gd name="T36" fmla="*/ 14 w 148"/>
                    <a:gd name="T37" fmla="*/ 142 h 242"/>
                    <a:gd name="T38" fmla="*/ 18 w 148"/>
                    <a:gd name="T39" fmla="*/ 122 h 242"/>
                    <a:gd name="T40" fmla="*/ 18 w 148"/>
                    <a:gd name="T41" fmla="*/ 92 h 242"/>
                    <a:gd name="T42" fmla="*/ 20 w 148"/>
                    <a:gd name="T43" fmla="*/ 72 h 242"/>
                    <a:gd name="T44" fmla="*/ 18 w 148"/>
                    <a:gd name="T45" fmla="*/ 66 h 242"/>
                    <a:gd name="T46" fmla="*/ 18 w 148"/>
                    <a:gd name="T47" fmla="*/ 56 h 242"/>
                    <a:gd name="T48" fmla="*/ 34 w 148"/>
                    <a:gd name="T49" fmla="*/ 50 h 242"/>
                    <a:gd name="T50" fmla="*/ 68 w 148"/>
                    <a:gd name="T51" fmla="*/ 22 h 242"/>
                    <a:gd name="T52" fmla="*/ 78 w 148"/>
                    <a:gd name="T53" fmla="*/ 12 h 242"/>
                    <a:gd name="T54" fmla="*/ 86 w 148"/>
                    <a:gd name="T55" fmla="*/ 8 h 242"/>
                    <a:gd name="T56" fmla="*/ 94 w 148"/>
                    <a:gd name="T57" fmla="*/ 6 h 242"/>
                    <a:gd name="T58" fmla="*/ 102 w 148"/>
                    <a:gd name="T59" fmla="*/ 2 h 242"/>
                    <a:gd name="T60" fmla="*/ 112 w 148"/>
                    <a:gd name="T61" fmla="*/ 0 h 242"/>
                    <a:gd name="T62" fmla="*/ 116 w 148"/>
                    <a:gd name="T63" fmla="*/ 2 h 242"/>
                    <a:gd name="T64" fmla="*/ 114 w 148"/>
                    <a:gd name="T65" fmla="*/ 6 h 242"/>
                    <a:gd name="T66" fmla="*/ 106 w 148"/>
                    <a:gd name="T67" fmla="*/ 10 h 242"/>
                    <a:gd name="T68" fmla="*/ 98 w 148"/>
                    <a:gd name="T69" fmla="*/ 20 h 242"/>
                    <a:gd name="T70" fmla="*/ 86 w 148"/>
                    <a:gd name="T71" fmla="*/ 26 h 242"/>
                    <a:gd name="T72" fmla="*/ 80 w 148"/>
                    <a:gd name="T73" fmla="*/ 32 h 242"/>
                    <a:gd name="T74" fmla="*/ 80 w 148"/>
                    <a:gd name="T75" fmla="*/ 44 h 242"/>
                    <a:gd name="T76" fmla="*/ 82 w 148"/>
                    <a:gd name="T77" fmla="*/ 50 h 242"/>
                    <a:gd name="T78" fmla="*/ 84 w 148"/>
                    <a:gd name="T79" fmla="*/ 60 h 242"/>
                    <a:gd name="T80" fmla="*/ 82 w 148"/>
                    <a:gd name="T81" fmla="*/ 66 h 242"/>
                    <a:gd name="T82" fmla="*/ 82 w 148"/>
                    <a:gd name="T83" fmla="*/ 78 h 242"/>
                    <a:gd name="T84" fmla="*/ 92 w 148"/>
                    <a:gd name="T85" fmla="*/ 88 h 242"/>
                    <a:gd name="T86" fmla="*/ 128 w 148"/>
                    <a:gd name="T87" fmla="*/ 100 h 242"/>
                    <a:gd name="T88" fmla="*/ 140 w 148"/>
                    <a:gd name="T89" fmla="*/ 100 h 242"/>
                    <a:gd name="T90" fmla="*/ 142 w 148"/>
                    <a:gd name="T91" fmla="*/ 98 h 242"/>
                    <a:gd name="T92" fmla="*/ 146 w 148"/>
                    <a:gd name="T93" fmla="*/ 100 h 242"/>
                    <a:gd name="T94" fmla="*/ 144 w 148"/>
                    <a:gd name="T95" fmla="*/ 106 h 242"/>
                    <a:gd name="T96" fmla="*/ 140 w 148"/>
                    <a:gd name="T97" fmla="*/ 114 h 242"/>
                    <a:gd name="T98" fmla="*/ 142 w 148"/>
                    <a:gd name="T99" fmla="*/ 130 h 242"/>
                    <a:gd name="T100" fmla="*/ 142 w 148"/>
                    <a:gd name="T101" fmla="*/ 142 h 242"/>
                    <a:gd name="T102" fmla="*/ 146 w 148"/>
                    <a:gd name="T103" fmla="*/ 156 h 242"/>
                    <a:gd name="T104" fmla="*/ 146 w 148"/>
                    <a:gd name="T105" fmla="*/ 166 h 242"/>
                    <a:gd name="T106" fmla="*/ 144 w 148"/>
                    <a:gd name="T107" fmla="*/ 160 h 242"/>
                    <a:gd name="T108" fmla="*/ 120 w 148"/>
                    <a:gd name="T109" fmla="*/ 168 h 242"/>
                    <a:gd name="T110" fmla="*/ 128 w 148"/>
                    <a:gd name="T111" fmla="*/ 178 h 242"/>
                    <a:gd name="T112" fmla="*/ 122 w 148"/>
                    <a:gd name="T113" fmla="*/ 174 h 242"/>
                    <a:gd name="T114" fmla="*/ 120 w 148"/>
                    <a:gd name="T115" fmla="*/ 186 h 242"/>
                    <a:gd name="T116" fmla="*/ 124 w 148"/>
                    <a:gd name="T117" fmla="*/ 194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8" h="242">
                      <a:moveTo>
                        <a:pt x="124" y="194"/>
                      </a:moveTo>
                      <a:lnTo>
                        <a:pt x="126" y="200"/>
                      </a:lnTo>
                      <a:lnTo>
                        <a:pt x="128" y="204"/>
                      </a:lnTo>
                      <a:lnTo>
                        <a:pt x="128" y="208"/>
                      </a:lnTo>
                      <a:lnTo>
                        <a:pt x="126" y="212"/>
                      </a:lnTo>
                      <a:lnTo>
                        <a:pt x="126" y="212"/>
                      </a:lnTo>
                      <a:lnTo>
                        <a:pt x="118" y="242"/>
                      </a:lnTo>
                      <a:lnTo>
                        <a:pt x="116" y="240"/>
                      </a:lnTo>
                      <a:lnTo>
                        <a:pt x="114" y="240"/>
                      </a:lnTo>
                      <a:lnTo>
                        <a:pt x="112" y="242"/>
                      </a:lnTo>
                      <a:lnTo>
                        <a:pt x="112" y="242"/>
                      </a:lnTo>
                      <a:lnTo>
                        <a:pt x="118" y="226"/>
                      </a:lnTo>
                      <a:lnTo>
                        <a:pt x="118" y="224"/>
                      </a:lnTo>
                      <a:lnTo>
                        <a:pt x="116" y="222"/>
                      </a:lnTo>
                      <a:lnTo>
                        <a:pt x="114" y="220"/>
                      </a:lnTo>
                      <a:lnTo>
                        <a:pt x="114" y="220"/>
                      </a:lnTo>
                      <a:lnTo>
                        <a:pt x="110" y="220"/>
                      </a:lnTo>
                      <a:lnTo>
                        <a:pt x="106" y="218"/>
                      </a:lnTo>
                      <a:lnTo>
                        <a:pt x="102" y="218"/>
                      </a:lnTo>
                      <a:lnTo>
                        <a:pt x="98" y="218"/>
                      </a:lnTo>
                      <a:lnTo>
                        <a:pt x="96" y="218"/>
                      </a:lnTo>
                      <a:lnTo>
                        <a:pt x="90" y="218"/>
                      </a:lnTo>
                      <a:lnTo>
                        <a:pt x="86" y="216"/>
                      </a:lnTo>
                      <a:lnTo>
                        <a:pt x="82" y="214"/>
                      </a:lnTo>
                      <a:lnTo>
                        <a:pt x="82" y="210"/>
                      </a:lnTo>
                      <a:lnTo>
                        <a:pt x="80" y="208"/>
                      </a:lnTo>
                      <a:lnTo>
                        <a:pt x="80" y="206"/>
                      </a:lnTo>
                      <a:lnTo>
                        <a:pt x="80" y="204"/>
                      </a:lnTo>
                      <a:lnTo>
                        <a:pt x="80" y="204"/>
                      </a:lnTo>
                      <a:lnTo>
                        <a:pt x="78" y="200"/>
                      </a:lnTo>
                      <a:lnTo>
                        <a:pt x="72" y="196"/>
                      </a:lnTo>
                      <a:lnTo>
                        <a:pt x="66" y="194"/>
                      </a:lnTo>
                      <a:lnTo>
                        <a:pt x="60" y="192"/>
                      </a:lnTo>
                      <a:lnTo>
                        <a:pt x="56" y="190"/>
                      </a:lnTo>
                      <a:lnTo>
                        <a:pt x="52" y="188"/>
                      </a:lnTo>
                      <a:lnTo>
                        <a:pt x="50" y="188"/>
                      </a:lnTo>
                      <a:lnTo>
                        <a:pt x="46" y="186"/>
                      </a:lnTo>
                      <a:lnTo>
                        <a:pt x="40" y="184"/>
                      </a:lnTo>
                      <a:lnTo>
                        <a:pt x="36" y="180"/>
                      </a:lnTo>
                      <a:lnTo>
                        <a:pt x="32" y="178"/>
                      </a:lnTo>
                      <a:lnTo>
                        <a:pt x="28" y="174"/>
                      </a:lnTo>
                      <a:lnTo>
                        <a:pt x="26" y="172"/>
                      </a:lnTo>
                      <a:lnTo>
                        <a:pt x="26" y="172"/>
                      </a:lnTo>
                      <a:lnTo>
                        <a:pt x="26" y="172"/>
                      </a:lnTo>
                      <a:lnTo>
                        <a:pt x="26" y="172"/>
                      </a:lnTo>
                      <a:lnTo>
                        <a:pt x="26" y="172"/>
                      </a:lnTo>
                      <a:lnTo>
                        <a:pt x="20" y="170"/>
                      </a:lnTo>
                      <a:lnTo>
                        <a:pt x="14" y="168"/>
                      </a:lnTo>
                      <a:lnTo>
                        <a:pt x="10" y="168"/>
                      </a:lnTo>
                      <a:lnTo>
                        <a:pt x="4" y="166"/>
                      </a:lnTo>
                      <a:lnTo>
                        <a:pt x="2" y="166"/>
                      </a:lnTo>
                      <a:lnTo>
                        <a:pt x="0" y="166"/>
                      </a:lnTo>
                      <a:lnTo>
                        <a:pt x="2" y="162"/>
                      </a:lnTo>
                      <a:lnTo>
                        <a:pt x="4" y="160"/>
                      </a:lnTo>
                      <a:lnTo>
                        <a:pt x="4" y="160"/>
                      </a:lnTo>
                      <a:lnTo>
                        <a:pt x="10" y="154"/>
                      </a:lnTo>
                      <a:lnTo>
                        <a:pt x="14" y="142"/>
                      </a:lnTo>
                      <a:lnTo>
                        <a:pt x="16" y="136"/>
                      </a:lnTo>
                      <a:lnTo>
                        <a:pt x="18" y="130"/>
                      </a:lnTo>
                      <a:lnTo>
                        <a:pt x="18" y="122"/>
                      </a:lnTo>
                      <a:lnTo>
                        <a:pt x="18" y="114"/>
                      </a:lnTo>
                      <a:lnTo>
                        <a:pt x="18" y="104"/>
                      </a:lnTo>
                      <a:lnTo>
                        <a:pt x="18" y="92"/>
                      </a:lnTo>
                      <a:lnTo>
                        <a:pt x="18" y="80"/>
                      </a:lnTo>
                      <a:lnTo>
                        <a:pt x="20" y="74"/>
                      </a:lnTo>
                      <a:lnTo>
                        <a:pt x="20" y="72"/>
                      </a:lnTo>
                      <a:lnTo>
                        <a:pt x="20" y="70"/>
                      </a:lnTo>
                      <a:lnTo>
                        <a:pt x="18" y="68"/>
                      </a:lnTo>
                      <a:lnTo>
                        <a:pt x="18" y="66"/>
                      </a:lnTo>
                      <a:lnTo>
                        <a:pt x="20" y="62"/>
                      </a:lnTo>
                      <a:lnTo>
                        <a:pt x="18" y="58"/>
                      </a:lnTo>
                      <a:lnTo>
                        <a:pt x="18" y="56"/>
                      </a:lnTo>
                      <a:lnTo>
                        <a:pt x="20" y="56"/>
                      </a:lnTo>
                      <a:lnTo>
                        <a:pt x="20" y="54"/>
                      </a:lnTo>
                      <a:lnTo>
                        <a:pt x="34" y="50"/>
                      </a:lnTo>
                      <a:lnTo>
                        <a:pt x="44" y="34"/>
                      </a:lnTo>
                      <a:lnTo>
                        <a:pt x="50" y="24"/>
                      </a:lnTo>
                      <a:lnTo>
                        <a:pt x="68" y="22"/>
                      </a:lnTo>
                      <a:lnTo>
                        <a:pt x="76" y="14"/>
                      </a:lnTo>
                      <a:lnTo>
                        <a:pt x="76" y="14"/>
                      </a:lnTo>
                      <a:lnTo>
                        <a:pt x="78" y="12"/>
                      </a:lnTo>
                      <a:lnTo>
                        <a:pt x="80" y="10"/>
                      </a:lnTo>
                      <a:lnTo>
                        <a:pt x="84" y="8"/>
                      </a:lnTo>
                      <a:lnTo>
                        <a:pt x="86" y="8"/>
                      </a:lnTo>
                      <a:lnTo>
                        <a:pt x="88" y="8"/>
                      </a:lnTo>
                      <a:lnTo>
                        <a:pt x="92" y="8"/>
                      </a:lnTo>
                      <a:lnTo>
                        <a:pt x="94" y="6"/>
                      </a:lnTo>
                      <a:lnTo>
                        <a:pt x="96" y="6"/>
                      </a:lnTo>
                      <a:lnTo>
                        <a:pt x="98" y="4"/>
                      </a:lnTo>
                      <a:lnTo>
                        <a:pt x="102" y="2"/>
                      </a:lnTo>
                      <a:lnTo>
                        <a:pt x="106" y="2"/>
                      </a:lnTo>
                      <a:lnTo>
                        <a:pt x="110" y="0"/>
                      </a:lnTo>
                      <a:lnTo>
                        <a:pt x="112" y="0"/>
                      </a:lnTo>
                      <a:lnTo>
                        <a:pt x="114" y="0"/>
                      </a:lnTo>
                      <a:lnTo>
                        <a:pt x="114" y="2"/>
                      </a:lnTo>
                      <a:lnTo>
                        <a:pt x="116" y="2"/>
                      </a:lnTo>
                      <a:lnTo>
                        <a:pt x="116" y="4"/>
                      </a:lnTo>
                      <a:lnTo>
                        <a:pt x="114" y="4"/>
                      </a:lnTo>
                      <a:lnTo>
                        <a:pt x="114" y="6"/>
                      </a:lnTo>
                      <a:lnTo>
                        <a:pt x="112" y="6"/>
                      </a:lnTo>
                      <a:lnTo>
                        <a:pt x="110" y="8"/>
                      </a:lnTo>
                      <a:lnTo>
                        <a:pt x="106" y="10"/>
                      </a:lnTo>
                      <a:lnTo>
                        <a:pt x="102" y="14"/>
                      </a:lnTo>
                      <a:lnTo>
                        <a:pt x="98" y="18"/>
                      </a:lnTo>
                      <a:lnTo>
                        <a:pt x="98" y="20"/>
                      </a:lnTo>
                      <a:lnTo>
                        <a:pt x="94" y="20"/>
                      </a:lnTo>
                      <a:lnTo>
                        <a:pt x="90" y="22"/>
                      </a:lnTo>
                      <a:lnTo>
                        <a:pt x="86" y="26"/>
                      </a:lnTo>
                      <a:lnTo>
                        <a:pt x="82" y="28"/>
                      </a:lnTo>
                      <a:lnTo>
                        <a:pt x="80" y="32"/>
                      </a:lnTo>
                      <a:lnTo>
                        <a:pt x="80" y="32"/>
                      </a:lnTo>
                      <a:lnTo>
                        <a:pt x="80" y="34"/>
                      </a:lnTo>
                      <a:lnTo>
                        <a:pt x="80" y="38"/>
                      </a:lnTo>
                      <a:lnTo>
                        <a:pt x="80" y="44"/>
                      </a:lnTo>
                      <a:lnTo>
                        <a:pt x="80" y="48"/>
                      </a:lnTo>
                      <a:lnTo>
                        <a:pt x="82" y="50"/>
                      </a:lnTo>
                      <a:lnTo>
                        <a:pt x="82" y="50"/>
                      </a:lnTo>
                      <a:lnTo>
                        <a:pt x="82" y="52"/>
                      </a:lnTo>
                      <a:lnTo>
                        <a:pt x="84" y="56"/>
                      </a:lnTo>
                      <a:lnTo>
                        <a:pt x="84" y="60"/>
                      </a:lnTo>
                      <a:lnTo>
                        <a:pt x="82" y="62"/>
                      </a:lnTo>
                      <a:lnTo>
                        <a:pt x="82" y="64"/>
                      </a:lnTo>
                      <a:lnTo>
                        <a:pt x="82" y="66"/>
                      </a:lnTo>
                      <a:lnTo>
                        <a:pt x="80" y="70"/>
                      </a:lnTo>
                      <a:lnTo>
                        <a:pt x="80" y="74"/>
                      </a:lnTo>
                      <a:lnTo>
                        <a:pt x="82" y="78"/>
                      </a:lnTo>
                      <a:lnTo>
                        <a:pt x="82" y="82"/>
                      </a:lnTo>
                      <a:lnTo>
                        <a:pt x="86" y="86"/>
                      </a:lnTo>
                      <a:lnTo>
                        <a:pt x="92" y="88"/>
                      </a:lnTo>
                      <a:lnTo>
                        <a:pt x="124" y="92"/>
                      </a:lnTo>
                      <a:lnTo>
                        <a:pt x="128" y="100"/>
                      </a:lnTo>
                      <a:lnTo>
                        <a:pt x="128" y="100"/>
                      </a:lnTo>
                      <a:lnTo>
                        <a:pt x="132" y="100"/>
                      </a:lnTo>
                      <a:lnTo>
                        <a:pt x="136" y="100"/>
                      </a:lnTo>
                      <a:lnTo>
                        <a:pt x="140" y="100"/>
                      </a:lnTo>
                      <a:lnTo>
                        <a:pt x="140" y="100"/>
                      </a:lnTo>
                      <a:lnTo>
                        <a:pt x="142" y="98"/>
                      </a:lnTo>
                      <a:lnTo>
                        <a:pt x="142" y="98"/>
                      </a:lnTo>
                      <a:lnTo>
                        <a:pt x="144" y="98"/>
                      </a:lnTo>
                      <a:lnTo>
                        <a:pt x="146" y="98"/>
                      </a:lnTo>
                      <a:lnTo>
                        <a:pt x="146" y="100"/>
                      </a:lnTo>
                      <a:lnTo>
                        <a:pt x="146" y="104"/>
                      </a:lnTo>
                      <a:lnTo>
                        <a:pt x="146" y="104"/>
                      </a:lnTo>
                      <a:lnTo>
                        <a:pt x="144" y="106"/>
                      </a:lnTo>
                      <a:lnTo>
                        <a:pt x="142" y="108"/>
                      </a:lnTo>
                      <a:lnTo>
                        <a:pt x="140" y="110"/>
                      </a:lnTo>
                      <a:lnTo>
                        <a:pt x="140" y="114"/>
                      </a:lnTo>
                      <a:lnTo>
                        <a:pt x="138" y="118"/>
                      </a:lnTo>
                      <a:lnTo>
                        <a:pt x="140" y="124"/>
                      </a:lnTo>
                      <a:lnTo>
                        <a:pt x="142" y="130"/>
                      </a:lnTo>
                      <a:lnTo>
                        <a:pt x="148" y="134"/>
                      </a:lnTo>
                      <a:lnTo>
                        <a:pt x="140" y="142"/>
                      </a:lnTo>
                      <a:lnTo>
                        <a:pt x="142" y="142"/>
                      </a:lnTo>
                      <a:lnTo>
                        <a:pt x="142" y="146"/>
                      </a:lnTo>
                      <a:lnTo>
                        <a:pt x="144" y="150"/>
                      </a:lnTo>
                      <a:lnTo>
                        <a:pt x="146" y="156"/>
                      </a:lnTo>
                      <a:lnTo>
                        <a:pt x="148" y="162"/>
                      </a:lnTo>
                      <a:lnTo>
                        <a:pt x="148" y="166"/>
                      </a:lnTo>
                      <a:lnTo>
                        <a:pt x="146" y="166"/>
                      </a:lnTo>
                      <a:lnTo>
                        <a:pt x="146" y="166"/>
                      </a:lnTo>
                      <a:lnTo>
                        <a:pt x="146" y="164"/>
                      </a:lnTo>
                      <a:lnTo>
                        <a:pt x="144" y="160"/>
                      </a:lnTo>
                      <a:lnTo>
                        <a:pt x="142" y="156"/>
                      </a:lnTo>
                      <a:lnTo>
                        <a:pt x="118" y="160"/>
                      </a:lnTo>
                      <a:lnTo>
                        <a:pt x="120" y="168"/>
                      </a:lnTo>
                      <a:lnTo>
                        <a:pt x="126" y="168"/>
                      </a:lnTo>
                      <a:lnTo>
                        <a:pt x="130" y="178"/>
                      </a:lnTo>
                      <a:lnTo>
                        <a:pt x="128" y="178"/>
                      </a:lnTo>
                      <a:lnTo>
                        <a:pt x="126" y="176"/>
                      </a:lnTo>
                      <a:lnTo>
                        <a:pt x="124" y="176"/>
                      </a:lnTo>
                      <a:lnTo>
                        <a:pt x="122" y="174"/>
                      </a:lnTo>
                      <a:lnTo>
                        <a:pt x="120" y="174"/>
                      </a:lnTo>
                      <a:lnTo>
                        <a:pt x="120" y="176"/>
                      </a:lnTo>
                      <a:lnTo>
                        <a:pt x="120" y="186"/>
                      </a:lnTo>
                      <a:lnTo>
                        <a:pt x="120" y="186"/>
                      </a:lnTo>
                      <a:lnTo>
                        <a:pt x="122" y="188"/>
                      </a:lnTo>
                      <a:lnTo>
                        <a:pt x="124" y="194"/>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6" name="Freeform 514">
                  <a:extLst>
                    <a:ext uri="{FF2B5EF4-FFF2-40B4-BE49-F238E27FC236}">
                      <a16:creationId xmlns:a16="http://schemas.microsoft.com/office/drawing/2014/main" id="{2E57BB5F-81AF-CC91-9834-5E7ADA8DA287}"/>
                    </a:ext>
                  </a:extLst>
                </p:cNvPr>
                <p:cNvSpPr/>
                <p:nvPr/>
              </p:nvSpPr>
              <p:spPr bwMode="gray">
                <a:xfrm>
                  <a:off x="7366884" y="4680077"/>
                  <a:ext cx="148112" cy="155413"/>
                </a:xfrm>
                <a:custGeom>
                  <a:avLst/>
                  <a:gdLst>
                    <a:gd name="T0" fmla="*/ 10 w 80"/>
                    <a:gd name="T1" fmla="*/ 80 h 84"/>
                    <a:gd name="T2" fmla="*/ 10 w 80"/>
                    <a:gd name="T3" fmla="*/ 74 h 84"/>
                    <a:gd name="T4" fmla="*/ 6 w 80"/>
                    <a:gd name="T5" fmla="*/ 74 h 84"/>
                    <a:gd name="T6" fmla="*/ 4 w 80"/>
                    <a:gd name="T7" fmla="*/ 72 h 84"/>
                    <a:gd name="T8" fmla="*/ 2 w 80"/>
                    <a:gd name="T9" fmla="*/ 70 h 84"/>
                    <a:gd name="T10" fmla="*/ 0 w 80"/>
                    <a:gd name="T11" fmla="*/ 68 h 84"/>
                    <a:gd name="T12" fmla="*/ 0 w 80"/>
                    <a:gd name="T13" fmla="*/ 66 h 84"/>
                    <a:gd name="T14" fmla="*/ 6 w 80"/>
                    <a:gd name="T15" fmla="*/ 54 h 84"/>
                    <a:gd name="T16" fmla="*/ 14 w 80"/>
                    <a:gd name="T17" fmla="*/ 44 h 84"/>
                    <a:gd name="T18" fmla="*/ 24 w 80"/>
                    <a:gd name="T19" fmla="*/ 36 h 84"/>
                    <a:gd name="T20" fmla="*/ 28 w 80"/>
                    <a:gd name="T21" fmla="*/ 34 h 84"/>
                    <a:gd name="T22" fmla="*/ 30 w 80"/>
                    <a:gd name="T23" fmla="*/ 22 h 84"/>
                    <a:gd name="T24" fmla="*/ 32 w 80"/>
                    <a:gd name="T25" fmla="*/ 20 h 84"/>
                    <a:gd name="T26" fmla="*/ 34 w 80"/>
                    <a:gd name="T27" fmla="*/ 18 h 84"/>
                    <a:gd name="T28" fmla="*/ 36 w 80"/>
                    <a:gd name="T29" fmla="*/ 18 h 84"/>
                    <a:gd name="T30" fmla="*/ 38 w 80"/>
                    <a:gd name="T31" fmla="*/ 16 h 84"/>
                    <a:gd name="T32" fmla="*/ 38 w 80"/>
                    <a:gd name="T33" fmla="*/ 12 h 84"/>
                    <a:gd name="T34" fmla="*/ 38 w 80"/>
                    <a:gd name="T35" fmla="*/ 8 h 84"/>
                    <a:gd name="T36" fmla="*/ 38 w 80"/>
                    <a:gd name="T37" fmla="*/ 6 h 84"/>
                    <a:gd name="T38" fmla="*/ 40 w 80"/>
                    <a:gd name="T39" fmla="*/ 2 h 84"/>
                    <a:gd name="T40" fmla="*/ 40 w 80"/>
                    <a:gd name="T41" fmla="*/ 0 h 84"/>
                    <a:gd name="T42" fmla="*/ 42 w 80"/>
                    <a:gd name="T43" fmla="*/ 0 h 84"/>
                    <a:gd name="T44" fmla="*/ 44 w 80"/>
                    <a:gd name="T45" fmla="*/ 0 h 84"/>
                    <a:gd name="T46" fmla="*/ 50 w 80"/>
                    <a:gd name="T47" fmla="*/ 2 h 84"/>
                    <a:gd name="T48" fmla="*/ 54 w 80"/>
                    <a:gd name="T49" fmla="*/ 2 h 84"/>
                    <a:gd name="T50" fmla="*/ 60 w 80"/>
                    <a:gd name="T51" fmla="*/ 4 h 84"/>
                    <a:gd name="T52" fmla="*/ 66 w 80"/>
                    <a:gd name="T53" fmla="*/ 6 h 84"/>
                    <a:gd name="T54" fmla="*/ 66 w 80"/>
                    <a:gd name="T55" fmla="*/ 6 h 84"/>
                    <a:gd name="T56" fmla="*/ 66 w 80"/>
                    <a:gd name="T57" fmla="*/ 6 h 84"/>
                    <a:gd name="T58" fmla="*/ 66 w 80"/>
                    <a:gd name="T59" fmla="*/ 6 h 84"/>
                    <a:gd name="T60" fmla="*/ 68 w 80"/>
                    <a:gd name="T61" fmla="*/ 6 h 84"/>
                    <a:gd name="T62" fmla="*/ 70 w 80"/>
                    <a:gd name="T63" fmla="*/ 10 h 84"/>
                    <a:gd name="T64" fmla="*/ 74 w 80"/>
                    <a:gd name="T65" fmla="*/ 12 h 84"/>
                    <a:gd name="T66" fmla="*/ 78 w 80"/>
                    <a:gd name="T67" fmla="*/ 16 h 84"/>
                    <a:gd name="T68" fmla="*/ 78 w 80"/>
                    <a:gd name="T69" fmla="*/ 18 h 84"/>
                    <a:gd name="T70" fmla="*/ 78 w 80"/>
                    <a:gd name="T71" fmla="*/ 20 h 84"/>
                    <a:gd name="T72" fmla="*/ 78 w 80"/>
                    <a:gd name="T73" fmla="*/ 24 h 84"/>
                    <a:gd name="T74" fmla="*/ 80 w 80"/>
                    <a:gd name="T75" fmla="*/ 26 h 84"/>
                    <a:gd name="T76" fmla="*/ 80 w 80"/>
                    <a:gd name="T77" fmla="*/ 30 h 84"/>
                    <a:gd name="T78" fmla="*/ 78 w 80"/>
                    <a:gd name="T79" fmla="*/ 34 h 84"/>
                    <a:gd name="T80" fmla="*/ 74 w 80"/>
                    <a:gd name="T81" fmla="*/ 44 h 84"/>
                    <a:gd name="T82" fmla="*/ 66 w 80"/>
                    <a:gd name="T83" fmla="*/ 52 h 84"/>
                    <a:gd name="T84" fmla="*/ 56 w 80"/>
                    <a:gd name="T85" fmla="*/ 60 h 84"/>
                    <a:gd name="T86" fmla="*/ 44 w 80"/>
                    <a:gd name="T87" fmla="*/ 64 h 84"/>
                    <a:gd name="T88" fmla="*/ 42 w 80"/>
                    <a:gd name="T89" fmla="*/ 64 h 84"/>
                    <a:gd name="T90" fmla="*/ 42 w 80"/>
                    <a:gd name="T91" fmla="*/ 64 h 84"/>
                    <a:gd name="T92" fmla="*/ 40 w 80"/>
                    <a:gd name="T93" fmla="*/ 66 h 84"/>
                    <a:gd name="T94" fmla="*/ 38 w 80"/>
                    <a:gd name="T95" fmla="*/ 70 h 84"/>
                    <a:gd name="T96" fmla="*/ 38 w 80"/>
                    <a:gd name="T97" fmla="*/ 70 h 84"/>
                    <a:gd name="T98" fmla="*/ 36 w 80"/>
                    <a:gd name="T99" fmla="*/ 72 h 84"/>
                    <a:gd name="T100" fmla="*/ 36 w 80"/>
                    <a:gd name="T101" fmla="*/ 76 h 84"/>
                    <a:gd name="T102" fmla="*/ 34 w 80"/>
                    <a:gd name="T103" fmla="*/ 78 h 84"/>
                    <a:gd name="T104" fmla="*/ 32 w 80"/>
                    <a:gd name="T105" fmla="*/ 80 h 84"/>
                    <a:gd name="T106" fmla="*/ 32 w 80"/>
                    <a:gd name="T107" fmla="*/ 80 h 84"/>
                    <a:gd name="T108" fmla="*/ 32 w 80"/>
                    <a:gd name="T109" fmla="*/ 82 h 84"/>
                    <a:gd name="T110" fmla="*/ 30 w 80"/>
                    <a:gd name="T111" fmla="*/ 84 h 84"/>
                    <a:gd name="T112" fmla="*/ 26 w 80"/>
                    <a:gd name="T113" fmla="*/ 84 h 84"/>
                    <a:gd name="T114" fmla="*/ 24 w 80"/>
                    <a:gd name="T115" fmla="*/ 84 h 84"/>
                    <a:gd name="T116" fmla="*/ 22 w 80"/>
                    <a:gd name="T117" fmla="*/ 82 h 84"/>
                    <a:gd name="T118" fmla="*/ 12 w 80"/>
                    <a:gd name="T119" fmla="*/ 82 h 84"/>
                    <a:gd name="T120" fmla="*/ 10 w 80"/>
                    <a:gd name="T121" fmla="*/ 8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0" h="84">
                      <a:moveTo>
                        <a:pt x="10" y="80"/>
                      </a:moveTo>
                      <a:lnTo>
                        <a:pt x="10" y="74"/>
                      </a:lnTo>
                      <a:lnTo>
                        <a:pt x="6" y="74"/>
                      </a:lnTo>
                      <a:lnTo>
                        <a:pt x="4" y="72"/>
                      </a:lnTo>
                      <a:lnTo>
                        <a:pt x="2" y="70"/>
                      </a:lnTo>
                      <a:lnTo>
                        <a:pt x="0" y="68"/>
                      </a:lnTo>
                      <a:lnTo>
                        <a:pt x="0" y="66"/>
                      </a:lnTo>
                      <a:lnTo>
                        <a:pt x="6" y="54"/>
                      </a:lnTo>
                      <a:lnTo>
                        <a:pt x="14" y="44"/>
                      </a:lnTo>
                      <a:lnTo>
                        <a:pt x="24" y="36"/>
                      </a:lnTo>
                      <a:lnTo>
                        <a:pt x="28" y="34"/>
                      </a:lnTo>
                      <a:lnTo>
                        <a:pt x="30" y="22"/>
                      </a:lnTo>
                      <a:lnTo>
                        <a:pt x="32" y="20"/>
                      </a:lnTo>
                      <a:lnTo>
                        <a:pt x="34" y="18"/>
                      </a:lnTo>
                      <a:lnTo>
                        <a:pt x="36" y="18"/>
                      </a:lnTo>
                      <a:lnTo>
                        <a:pt x="38" y="16"/>
                      </a:lnTo>
                      <a:lnTo>
                        <a:pt x="38" y="12"/>
                      </a:lnTo>
                      <a:lnTo>
                        <a:pt x="38" y="8"/>
                      </a:lnTo>
                      <a:lnTo>
                        <a:pt x="38" y="6"/>
                      </a:lnTo>
                      <a:lnTo>
                        <a:pt x="40" y="2"/>
                      </a:lnTo>
                      <a:lnTo>
                        <a:pt x="40" y="0"/>
                      </a:lnTo>
                      <a:lnTo>
                        <a:pt x="42" y="0"/>
                      </a:lnTo>
                      <a:lnTo>
                        <a:pt x="44" y="0"/>
                      </a:lnTo>
                      <a:lnTo>
                        <a:pt x="50" y="2"/>
                      </a:lnTo>
                      <a:lnTo>
                        <a:pt x="54" y="2"/>
                      </a:lnTo>
                      <a:lnTo>
                        <a:pt x="60" y="4"/>
                      </a:lnTo>
                      <a:lnTo>
                        <a:pt x="66" y="6"/>
                      </a:lnTo>
                      <a:lnTo>
                        <a:pt x="66" y="6"/>
                      </a:lnTo>
                      <a:lnTo>
                        <a:pt x="66" y="6"/>
                      </a:lnTo>
                      <a:lnTo>
                        <a:pt x="66" y="6"/>
                      </a:lnTo>
                      <a:lnTo>
                        <a:pt x="68" y="6"/>
                      </a:lnTo>
                      <a:lnTo>
                        <a:pt x="70" y="10"/>
                      </a:lnTo>
                      <a:lnTo>
                        <a:pt x="74" y="12"/>
                      </a:lnTo>
                      <a:lnTo>
                        <a:pt x="78" y="16"/>
                      </a:lnTo>
                      <a:lnTo>
                        <a:pt x="78" y="18"/>
                      </a:lnTo>
                      <a:lnTo>
                        <a:pt x="78" y="20"/>
                      </a:lnTo>
                      <a:lnTo>
                        <a:pt x="78" y="24"/>
                      </a:lnTo>
                      <a:lnTo>
                        <a:pt x="80" y="26"/>
                      </a:lnTo>
                      <a:lnTo>
                        <a:pt x="80" y="30"/>
                      </a:lnTo>
                      <a:lnTo>
                        <a:pt x="78" y="34"/>
                      </a:lnTo>
                      <a:lnTo>
                        <a:pt x="74" y="44"/>
                      </a:lnTo>
                      <a:lnTo>
                        <a:pt x="66" y="52"/>
                      </a:lnTo>
                      <a:lnTo>
                        <a:pt x="56" y="60"/>
                      </a:lnTo>
                      <a:lnTo>
                        <a:pt x="44" y="64"/>
                      </a:lnTo>
                      <a:lnTo>
                        <a:pt x="42" y="64"/>
                      </a:lnTo>
                      <a:lnTo>
                        <a:pt x="42" y="64"/>
                      </a:lnTo>
                      <a:lnTo>
                        <a:pt x="40" y="66"/>
                      </a:lnTo>
                      <a:lnTo>
                        <a:pt x="38" y="70"/>
                      </a:lnTo>
                      <a:lnTo>
                        <a:pt x="38" y="70"/>
                      </a:lnTo>
                      <a:lnTo>
                        <a:pt x="36" y="72"/>
                      </a:lnTo>
                      <a:lnTo>
                        <a:pt x="36" y="76"/>
                      </a:lnTo>
                      <a:lnTo>
                        <a:pt x="34" y="78"/>
                      </a:lnTo>
                      <a:lnTo>
                        <a:pt x="32" y="80"/>
                      </a:lnTo>
                      <a:lnTo>
                        <a:pt x="32" y="80"/>
                      </a:lnTo>
                      <a:lnTo>
                        <a:pt x="32" y="82"/>
                      </a:lnTo>
                      <a:lnTo>
                        <a:pt x="30" y="84"/>
                      </a:lnTo>
                      <a:lnTo>
                        <a:pt x="26" y="84"/>
                      </a:lnTo>
                      <a:lnTo>
                        <a:pt x="24" y="84"/>
                      </a:lnTo>
                      <a:lnTo>
                        <a:pt x="22" y="82"/>
                      </a:lnTo>
                      <a:lnTo>
                        <a:pt x="12" y="82"/>
                      </a:lnTo>
                      <a:lnTo>
                        <a:pt x="10" y="8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7" name="Freeform 515">
                  <a:extLst>
                    <a:ext uri="{FF2B5EF4-FFF2-40B4-BE49-F238E27FC236}">
                      <a16:creationId xmlns:a16="http://schemas.microsoft.com/office/drawing/2014/main" id="{E935D402-92B9-AD32-132D-0DEFE1A70885}"/>
                    </a:ext>
                  </a:extLst>
                </p:cNvPr>
                <p:cNvSpPr/>
                <p:nvPr/>
              </p:nvSpPr>
              <p:spPr bwMode="gray">
                <a:xfrm>
                  <a:off x="7570538" y="5309128"/>
                  <a:ext cx="496174" cy="1221099"/>
                </a:xfrm>
                <a:custGeom>
                  <a:avLst/>
                  <a:gdLst>
                    <a:gd name="T0" fmla="*/ 82 w 268"/>
                    <a:gd name="T1" fmla="*/ 28 h 660"/>
                    <a:gd name="T2" fmla="*/ 78 w 268"/>
                    <a:gd name="T3" fmla="*/ 38 h 660"/>
                    <a:gd name="T4" fmla="*/ 68 w 268"/>
                    <a:gd name="T5" fmla="*/ 58 h 660"/>
                    <a:gd name="T6" fmla="*/ 52 w 268"/>
                    <a:gd name="T7" fmla="*/ 90 h 660"/>
                    <a:gd name="T8" fmla="*/ 46 w 268"/>
                    <a:gd name="T9" fmla="*/ 126 h 660"/>
                    <a:gd name="T10" fmla="*/ 44 w 268"/>
                    <a:gd name="T11" fmla="*/ 238 h 660"/>
                    <a:gd name="T12" fmla="*/ 32 w 268"/>
                    <a:gd name="T13" fmla="*/ 256 h 660"/>
                    <a:gd name="T14" fmla="*/ 22 w 268"/>
                    <a:gd name="T15" fmla="*/ 282 h 660"/>
                    <a:gd name="T16" fmla="*/ 24 w 268"/>
                    <a:gd name="T17" fmla="*/ 310 h 660"/>
                    <a:gd name="T18" fmla="*/ 20 w 268"/>
                    <a:gd name="T19" fmla="*/ 332 h 660"/>
                    <a:gd name="T20" fmla="*/ 20 w 268"/>
                    <a:gd name="T21" fmla="*/ 370 h 660"/>
                    <a:gd name="T22" fmla="*/ 18 w 268"/>
                    <a:gd name="T23" fmla="*/ 382 h 660"/>
                    <a:gd name="T24" fmla="*/ 22 w 268"/>
                    <a:gd name="T25" fmla="*/ 390 h 660"/>
                    <a:gd name="T26" fmla="*/ 20 w 268"/>
                    <a:gd name="T27" fmla="*/ 428 h 660"/>
                    <a:gd name="T28" fmla="*/ 10 w 268"/>
                    <a:gd name="T29" fmla="*/ 438 h 660"/>
                    <a:gd name="T30" fmla="*/ 2 w 268"/>
                    <a:gd name="T31" fmla="*/ 466 h 660"/>
                    <a:gd name="T32" fmla="*/ 2 w 268"/>
                    <a:gd name="T33" fmla="*/ 530 h 660"/>
                    <a:gd name="T34" fmla="*/ 2 w 268"/>
                    <a:gd name="T35" fmla="*/ 554 h 660"/>
                    <a:gd name="T36" fmla="*/ 54 w 268"/>
                    <a:gd name="T37" fmla="*/ 570 h 660"/>
                    <a:gd name="T38" fmla="*/ 56 w 268"/>
                    <a:gd name="T39" fmla="*/ 588 h 660"/>
                    <a:gd name="T40" fmla="*/ 114 w 268"/>
                    <a:gd name="T41" fmla="*/ 660 h 660"/>
                    <a:gd name="T42" fmla="*/ 106 w 268"/>
                    <a:gd name="T43" fmla="*/ 624 h 660"/>
                    <a:gd name="T44" fmla="*/ 82 w 268"/>
                    <a:gd name="T45" fmla="*/ 616 h 660"/>
                    <a:gd name="T46" fmla="*/ 56 w 268"/>
                    <a:gd name="T47" fmla="*/ 568 h 660"/>
                    <a:gd name="T48" fmla="*/ 54 w 268"/>
                    <a:gd name="T49" fmla="*/ 534 h 660"/>
                    <a:gd name="T50" fmla="*/ 78 w 268"/>
                    <a:gd name="T51" fmla="*/ 506 h 660"/>
                    <a:gd name="T52" fmla="*/ 92 w 268"/>
                    <a:gd name="T53" fmla="*/ 492 h 660"/>
                    <a:gd name="T54" fmla="*/ 96 w 268"/>
                    <a:gd name="T55" fmla="*/ 482 h 660"/>
                    <a:gd name="T56" fmla="*/ 96 w 268"/>
                    <a:gd name="T57" fmla="*/ 466 h 660"/>
                    <a:gd name="T58" fmla="*/ 82 w 268"/>
                    <a:gd name="T59" fmla="*/ 456 h 660"/>
                    <a:gd name="T60" fmla="*/ 74 w 268"/>
                    <a:gd name="T61" fmla="*/ 436 h 660"/>
                    <a:gd name="T62" fmla="*/ 82 w 268"/>
                    <a:gd name="T63" fmla="*/ 424 h 660"/>
                    <a:gd name="T64" fmla="*/ 88 w 268"/>
                    <a:gd name="T65" fmla="*/ 424 h 660"/>
                    <a:gd name="T66" fmla="*/ 124 w 268"/>
                    <a:gd name="T67" fmla="*/ 368 h 660"/>
                    <a:gd name="T68" fmla="*/ 112 w 268"/>
                    <a:gd name="T69" fmla="*/ 346 h 660"/>
                    <a:gd name="T70" fmla="*/ 112 w 268"/>
                    <a:gd name="T71" fmla="*/ 334 h 660"/>
                    <a:gd name="T72" fmla="*/ 142 w 268"/>
                    <a:gd name="T73" fmla="*/ 314 h 660"/>
                    <a:gd name="T74" fmla="*/ 148 w 268"/>
                    <a:gd name="T75" fmla="*/ 300 h 660"/>
                    <a:gd name="T76" fmla="*/ 164 w 268"/>
                    <a:gd name="T77" fmla="*/ 294 h 660"/>
                    <a:gd name="T78" fmla="*/ 210 w 268"/>
                    <a:gd name="T79" fmla="*/ 282 h 660"/>
                    <a:gd name="T80" fmla="*/ 218 w 268"/>
                    <a:gd name="T81" fmla="*/ 250 h 660"/>
                    <a:gd name="T82" fmla="*/ 206 w 268"/>
                    <a:gd name="T83" fmla="*/ 216 h 660"/>
                    <a:gd name="T84" fmla="*/ 200 w 268"/>
                    <a:gd name="T85" fmla="*/ 202 h 660"/>
                    <a:gd name="T86" fmla="*/ 200 w 268"/>
                    <a:gd name="T87" fmla="*/ 180 h 660"/>
                    <a:gd name="T88" fmla="*/ 214 w 268"/>
                    <a:gd name="T89" fmla="*/ 134 h 660"/>
                    <a:gd name="T90" fmla="*/ 220 w 268"/>
                    <a:gd name="T91" fmla="*/ 120 h 660"/>
                    <a:gd name="T92" fmla="*/ 230 w 268"/>
                    <a:gd name="T93" fmla="*/ 110 h 660"/>
                    <a:gd name="T94" fmla="*/ 262 w 268"/>
                    <a:gd name="T95" fmla="*/ 84 h 660"/>
                    <a:gd name="T96" fmla="*/ 268 w 268"/>
                    <a:gd name="T97" fmla="*/ 68 h 660"/>
                    <a:gd name="T98" fmla="*/ 262 w 268"/>
                    <a:gd name="T99" fmla="*/ 62 h 660"/>
                    <a:gd name="T100" fmla="*/ 258 w 268"/>
                    <a:gd name="T101" fmla="*/ 58 h 660"/>
                    <a:gd name="T102" fmla="*/ 252 w 268"/>
                    <a:gd name="T103" fmla="*/ 58 h 660"/>
                    <a:gd name="T104" fmla="*/ 250 w 268"/>
                    <a:gd name="T105" fmla="*/ 72 h 660"/>
                    <a:gd name="T106" fmla="*/ 246 w 268"/>
                    <a:gd name="T107" fmla="*/ 86 h 660"/>
                    <a:gd name="T108" fmla="*/ 176 w 268"/>
                    <a:gd name="T109" fmla="*/ 34 h 660"/>
                    <a:gd name="T110" fmla="*/ 146 w 268"/>
                    <a:gd name="T111" fmla="*/ 18 h 660"/>
                    <a:gd name="T112" fmla="*/ 144 w 268"/>
                    <a:gd name="T113" fmla="*/ 6 h 660"/>
                    <a:gd name="T114" fmla="*/ 138 w 268"/>
                    <a:gd name="T115" fmla="*/ 2 h 660"/>
                    <a:gd name="T116" fmla="*/ 120 w 268"/>
                    <a:gd name="T117" fmla="*/ 16 h 660"/>
                    <a:gd name="T118" fmla="*/ 118 w 268"/>
                    <a:gd name="T119" fmla="*/ 8 h 660"/>
                    <a:gd name="T120" fmla="*/ 94 w 268"/>
                    <a:gd name="T121" fmla="*/ 0 h 660"/>
                    <a:gd name="T122" fmla="*/ 86 w 268"/>
                    <a:gd name="T123" fmla="*/ 14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8" h="660">
                      <a:moveTo>
                        <a:pt x="82" y="18"/>
                      </a:moveTo>
                      <a:lnTo>
                        <a:pt x="82" y="20"/>
                      </a:lnTo>
                      <a:lnTo>
                        <a:pt x="82" y="22"/>
                      </a:lnTo>
                      <a:lnTo>
                        <a:pt x="82" y="28"/>
                      </a:lnTo>
                      <a:lnTo>
                        <a:pt x="82" y="32"/>
                      </a:lnTo>
                      <a:lnTo>
                        <a:pt x="82" y="36"/>
                      </a:lnTo>
                      <a:lnTo>
                        <a:pt x="80" y="36"/>
                      </a:lnTo>
                      <a:lnTo>
                        <a:pt x="78" y="38"/>
                      </a:lnTo>
                      <a:lnTo>
                        <a:pt x="76" y="40"/>
                      </a:lnTo>
                      <a:lnTo>
                        <a:pt x="72" y="44"/>
                      </a:lnTo>
                      <a:lnTo>
                        <a:pt x="70" y="50"/>
                      </a:lnTo>
                      <a:lnTo>
                        <a:pt x="68" y="58"/>
                      </a:lnTo>
                      <a:lnTo>
                        <a:pt x="66" y="62"/>
                      </a:lnTo>
                      <a:lnTo>
                        <a:pt x="62" y="70"/>
                      </a:lnTo>
                      <a:lnTo>
                        <a:pt x="56" y="80"/>
                      </a:lnTo>
                      <a:lnTo>
                        <a:pt x="52" y="90"/>
                      </a:lnTo>
                      <a:lnTo>
                        <a:pt x="50" y="98"/>
                      </a:lnTo>
                      <a:lnTo>
                        <a:pt x="48" y="104"/>
                      </a:lnTo>
                      <a:lnTo>
                        <a:pt x="48" y="112"/>
                      </a:lnTo>
                      <a:lnTo>
                        <a:pt x="46" y="126"/>
                      </a:lnTo>
                      <a:lnTo>
                        <a:pt x="48" y="144"/>
                      </a:lnTo>
                      <a:lnTo>
                        <a:pt x="46" y="234"/>
                      </a:lnTo>
                      <a:lnTo>
                        <a:pt x="46" y="236"/>
                      </a:lnTo>
                      <a:lnTo>
                        <a:pt x="44" y="238"/>
                      </a:lnTo>
                      <a:lnTo>
                        <a:pt x="40" y="242"/>
                      </a:lnTo>
                      <a:lnTo>
                        <a:pt x="38" y="246"/>
                      </a:lnTo>
                      <a:lnTo>
                        <a:pt x="34" y="250"/>
                      </a:lnTo>
                      <a:lnTo>
                        <a:pt x="32" y="256"/>
                      </a:lnTo>
                      <a:lnTo>
                        <a:pt x="30" y="260"/>
                      </a:lnTo>
                      <a:lnTo>
                        <a:pt x="28" y="262"/>
                      </a:lnTo>
                      <a:lnTo>
                        <a:pt x="24" y="280"/>
                      </a:lnTo>
                      <a:lnTo>
                        <a:pt x="22" y="282"/>
                      </a:lnTo>
                      <a:lnTo>
                        <a:pt x="22" y="284"/>
                      </a:lnTo>
                      <a:lnTo>
                        <a:pt x="24" y="292"/>
                      </a:lnTo>
                      <a:lnTo>
                        <a:pt x="22" y="302"/>
                      </a:lnTo>
                      <a:lnTo>
                        <a:pt x="24" y="310"/>
                      </a:lnTo>
                      <a:lnTo>
                        <a:pt x="22" y="322"/>
                      </a:lnTo>
                      <a:lnTo>
                        <a:pt x="18" y="324"/>
                      </a:lnTo>
                      <a:lnTo>
                        <a:pt x="18" y="332"/>
                      </a:lnTo>
                      <a:lnTo>
                        <a:pt x="20" y="332"/>
                      </a:lnTo>
                      <a:lnTo>
                        <a:pt x="20" y="336"/>
                      </a:lnTo>
                      <a:lnTo>
                        <a:pt x="20" y="348"/>
                      </a:lnTo>
                      <a:lnTo>
                        <a:pt x="20" y="360"/>
                      </a:lnTo>
                      <a:lnTo>
                        <a:pt x="20" y="370"/>
                      </a:lnTo>
                      <a:lnTo>
                        <a:pt x="20" y="374"/>
                      </a:lnTo>
                      <a:lnTo>
                        <a:pt x="18" y="378"/>
                      </a:lnTo>
                      <a:lnTo>
                        <a:pt x="18" y="380"/>
                      </a:lnTo>
                      <a:lnTo>
                        <a:pt x="18" y="382"/>
                      </a:lnTo>
                      <a:lnTo>
                        <a:pt x="18" y="384"/>
                      </a:lnTo>
                      <a:lnTo>
                        <a:pt x="20" y="386"/>
                      </a:lnTo>
                      <a:lnTo>
                        <a:pt x="20" y="388"/>
                      </a:lnTo>
                      <a:lnTo>
                        <a:pt x="22" y="390"/>
                      </a:lnTo>
                      <a:lnTo>
                        <a:pt x="22" y="396"/>
                      </a:lnTo>
                      <a:lnTo>
                        <a:pt x="22" y="408"/>
                      </a:lnTo>
                      <a:lnTo>
                        <a:pt x="22" y="420"/>
                      </a:lnTo>
                      <a:lnTo>
                        <a:pt x="20" y="428"/>
                      </a:lnTo>
                      <a:lnTo>
                        <a:pt x="20" y="430"/>
                      </a:lnTo>
                      <a:lnTo>
                        <a:pt x="16" y="432"/>
                      </a:lnTo>
                      <a:lnTo>
                        <a:pt x="14" y="434"/>
                      </a:lnTo>
                      <a:lnTo>
                        <a:pt x="10" y="438"/>
                      </a:lnTo>
                      <a:lnTo>
                        <a:pt x="6" y="442"/>
                      </a:lnTo>
                      <a:lnTo>
                        <a:pt x="4" y="446"/>
                      </a:lnTo>
                      <a:lnTo>
                        <a:pt x="2" y="452"/>
                      </a:lnTo>
                      <a:lnTo>
                        <a:pt x="2" y="466"/>
                      </a:lnTo>
                      <a:lnTo>
                        <a:pt x="2" y="486"/>
                      </a:lnTo>
                      <a:lnTo>
                        <a:pt x="2" y="506"/>
                      </a:lnTo>
                      <a:lnTo>
                        <a:pt x="2" y="524"/>
                      </a:lnTo>
                      <a:lnTo>
                        <a:pt x="2" y="530"/>
                      </a:lnTo>
                      <a:lnTo>
                        <a:pt x="0" y="532"/>
                      </a:lnTo>
                      <a:lnTo>
                        <a:pt x="0" y="536"/>
                      </a:lnTo>
                      <a:lnTo>
                        <a:pt x="2" y="542"/>
                      </a:lnTo>
                      <a:lnTo>
                        <a:pt x="2" y="554"/>
                      </a:lnTo>
                      <a:lnTo>
                        <a:pt x="14" y="568"/>
                      </a:lnTo>
                      <a:lnTo>
                        <a:pt x="52" y="568"/>
                      </a:lnTo>
                      <a:lnTo>
                        <a:pt x="54" y="568"/>
                      </a:lnTo>
                      <a:lnTo>
                        <a:pt x="54" y="570"/>
                      </a:lnTo>
                      <a:lnTo>
                        <a:pt x="54" y="572"/>
                      </a:lnTo>
                      <a:lnTo>
                        <a:pt x="54" y="574"/>
                      </a:lnTo>
                      <a:lnTo>
                        <a:pt x="54" y="580"/>
                      </a:lnTo>
                      <a:lnTo>
                        <a:pt x="56" y="588"/>
                      </a:lnTo>
                      <a:lnTo>
                        <a:pt x="56" y="612"/>
                      </a:lnTo>
                      <a:lnTo>
                        <a:pt x="60" y="638"/>
                      </a:lnTo>
                      <a:lnTo>
                        <a:pt x="100" y="640"/>
                      </a:lnTo>
                      <a:lnTo>
                        <a:pt x="114" y="660"/>
                      </a:lnTo>
                      <a:lnTo>
                        <a:pt x="116" y="654"/>
                      </a:lnTo>
                      <a:lnTo>
                        <a:pt x="118" y="648"/>
                      </a:lnTo>
                      <a:lnTo>
                        <a:pt x="118" y="638"/>
                      </a:lnTo>
                      <a:lnTo>
                        <a:pt x="106" y="624"/>
                      </a:lnTo>
                      <a:lnTo>
                        <a:pt x="94" y="614"/>
                      </a:lnTo>
                      <a:lnTo>
                        <a:pt x="92" y="616"/>
                      </a:lnTo>
                      <a:lnTo>
                        <a:pt x="88" y="616"/>
                      </a:lnTo>
                      <a:lnTo>
                        <a:pt x="82" y="616"/>
                      </a:lnTo>
                      <a:lnTo>
                        <a:pt x="74" y="612"/>
                      </a:lnTo>
                      <a:lnTo>
                        <a:pt x="66" y="604"/>
                      </a:lnTo>
                      <a:lnTo>
                        <a:pt x="60" y="590"/>
                      </a:lnTo>
                      <a:lnTo>
                        <a:pt x="56" y="568"/>
                      </a:lnTo>
                      <a:lnTo>
                        <a:pt x="56" y="564"/>
                      </a:lnTo>
                      <a:lnTo>
                        <a:pt x="54" y="554"/>
                      </a:lnTo>
                      <a:lnTo>
                        <a:pt x="52" y="544"/>
                      </a:lnTo>
                      <a:lnTo>
                        <a:pt x="54" y="534"/>
                      </a:lnTo>
                      <a:lnTo>
                        <a:pt x="62" y="526"/>
                      </a:lnTo>
                      <a:lnTo>
                        <a:pt x="74" y="508"/>
                      </a:lnTo>
                      <a:lnTo>
                        <a:pt x="74" y="508"/>
                      </a:lnTo>
                      <a:lnTo>
                        <a:pt x="78" y="506"/>
                      </a:lnTo>
                      <a:lnTo>
                        <a:pt x="80" y="502"/>
                      </a:lnTo>
                      <a:lnTo>
                        <a:pt x="84" y="500"/>
                      </a:lnTo>
                      <a:lnTo>
                        <a:pt x="88" y="496"/>
                      </a:lnTo>
                      <a:lnTo>
                        <a:pt x="92" y="492"/>
                      </a:lnTo>
                      <a:lnTo>
                        <a:pt x="94" y="490"/>
                      </a:lnTo>
                      <a:lnTo>
                        <a:pt x="94" y="486"/>
                      </a:lnTo>
                      <a:lnTo>
                        <a:pt x="94" y="484"/>
                      </a:lnTo>
                      <a:lnTo>
                        <a:pt x="96" y="482"/>
                      </a:lnTo>
                      <a:lnTo>
                        <a:pt x="96" y="478"/>
                      </a:lnTo>
                      <a:lnTo>
                        <a:pt x="96" y="474"/>
                      </a:lnTo>
                      <a:lnTo>
                        <a:pt x="96" y="470"/>
                      </a:lnTo>
                      <a:lnTo>
                        <a:pt x="96" y="466"/>
                      </a:lnTo>
                      <a:lnTo>
                        <a:pt x="94" y="462"/>
                      </a:lnTo>
                      <a:lnTo>
                        <a:pt x="90" y="460"/>
                      </a:lnTo>
                      <a:lnTo>
                        <a:pt x="86" y="458"/>
                      </a:lnTo>
                      <a:lnTo>
                        <a:pt x="82" y="456"/>
                      </a:lnTo>
                      <a:lnTo>
                        <a:pt x="78" y="452"/>
                      </a:lnTo>
                      <a:lnTo>
                        <a:pt x="76" y="448"/>
                      </a:lnTo>
                      <a:lnTo>
                        <a:pt x="74" y="444"/>
                      </a:lnTo>
                      <a:lnTo>
                        <a:pt x="74" y="436"/>
                      </a:lnTo>
                      <a:lnTo>
                        <a:pt x="74" y="432"/>
                      </a:lnTo>
                      <a:lnTo>
                        <a:pt x="76" y="428"/>
                      </a:lnTo>
                      <a:lnTo>
                        <a:pt x="78" y="426"/>
                      </a:lnTo>
                      <a:lnTo>
                        <a:pt x="82" y="424"/>
                      </a:lnTo>
                      <a:lnTo>
                        <a:pt x="84" y="424"/>
                      </a:lnTo>
                      <a:lnTo>
                        <a:pt x="86" y="424"/>
                      </a:lnTo>
                      <a:lnTo>
                        <a:pt x="88" y="424"/>
                      </a:lnTo>
                      <a:lnTo>
                        <a:pt x="88" y="424"/>
                      </a:lnTo>
                      <a:lnTo>
                        <a:pt x="104" y="402"/>
                      </a:lnTo>
                      <a:lnTo>
                        <a:pt x="112" y="382"/>
                      </a:lnTo>
                      <a:lnTo>
                        <a:pt x="112" y="370"/>
                      </a:lnTo>
                      <a:lnTo>
                        <a:pt x="124" y="368"/>
                      </a:lnTo>
                      <a:lnTo>
                        <a:pt x="124" y="354"/>
                      </a:lnTo>
                      <a:lnTo>
                        <a:pt x="112" y="348"/>
                      </a:lnTo>
                      <a:lnTo>
                        <a:pt x="112" y="348"/>
                      </a:lnTo>
                      <a:lnTo>
                        <a:pt x="112" y="346"/>
                      </a:lnTo>
                      <a:lnTo>
                        <a:pt x="110" y="344"/>
                      </a:lnTo>
                      <a:lnTo>
                        <a:pt x="110" y="340"/>
                      </a:lnTo>
                      <a:lnTo>
                        <a:pt x="110" y="336"/>
                      </a:lnTo>
                      <a:lnTo>
                        <a:pt x="112" y="334"/>
                      </a:lnTo>
                      <a:lnTo>
                        <a:pt x="114" y="332"/>
                      </a:lnTo>
                      <a:lnTo>
                        <a:pt x="118" y="332"/>
                      </a:lnTo>
                      <a:lnTo>
                        <a:pt x="138" y="334"/>
                      </a:lnTo>
                      <a:lnTo>
                        <a:pt x="142" y="314"/>
                      </a:lnTo>
                      <a:lnTo>
                        <a:pt x="142" y="312"/>
                      </a:lnTo>
                      <a:lnTo>
                        <a:pt x="144" y="310"/>
                      </a:lnTo>
                      <a:lnTo>
                        <a:pt x="144" y="306"/>
                      </a:lnTo>
                      <a:lnTo>
                        <a:pt x="148" y="300"/>
                      </a:lnTo>
                      <a:lnTo>
                        <a:pt x="150" y="296"/>
                      </a:lnTo>
                      <a:lnTo>
                        <a:pt x="154" y="294"/>
                      </a:lnTo>
                      <a:lnTo>
                        <a:pt x="160" y="292"/>
                      </a:lnTo>
                      <a:lnTo>
                        <a:pt x="164" y="294"/>
                      </a:lnTo>
                      <a:lnTo>
                        <a:pt x="172" y="294"/>
                      </a:lnTo>
                      <a:lnTo>
                        <a:pt x="184" y="294"/>
                      </a:lnTo>
                      <a:lnTo>
                        <a:pt x="198" y="290"/>
                      </a:lnTo>
                      <a:lnTo>
                        <a:pt x="210" y="282"/>
                      </a:lnTo>
                      <a:lnTo>
                        <a:pt x="218" y="266"/>
                      </a:lnTo>
                      <a:lnTo>
                        <a:pt x="220" y="262"/>
                      </a:lnTo>
                      <a:lnTo>
                        <a:pt x="220" y="256"/>
                      </a:lnTo>
                      <a:lnTo>
                        <a:pt x="218" y="250"/>
                      </a:lnTo>
                      <a:lnTo>
                        <a:pt x="216" y="242"/>
                      </a:lnTo>
                      <a:lnTo>
                        <a:pt x="214" y="234"/>
                      </a:lnTo>
                      <a:lnTo>
                        <a:pt x="208" y="218"/>
                      </a:lnTo>
                      <a:lnTo>
                        <a:pt x="206" y="216"/>
                      </a:lnTo>
                      <a:lnTo>
                        <a:pt x="206" y="214"/>
                      </a:lnTo>
                      <a:lnTo>
                        <a:pt x="204" y="210"/>
                      </a:lnTo>
                      <a:lnTo>
                        <a:pt x="202" y="206"/>
                      </a:lnTo>
                      <a:lnTo>
                        <a:pt x="200" y="202"/>
                      </a:lnTo>
                      <a:lnTo>
                        <a:pt x="200" y="196"/>
                      </a:lnTo>
                      <a:lnTo>
                        <a:pt x="202" y="194"/>
                      </a:lnTo>
                      <a:lnTo>
                        <a:pt x="202" y="190"/>
                      </a:lnTo>
                      <a:lnTo>
                        <a:pt x="200" y="180"/>
                      </a:lnTo>
                      <a:lnTo>
                        <a:pt x="200" y="168"/>
                      </a:lnTo>
                      <a:lnTo>
                        <a:pt x="200" y="158"/>
                      </a:lnTo>
                      <a:lnTo>
                        <a:pt x="202" y="152"/>
                      </a:lnTo>
                      <a:lnTo>
                        <a:pt x="214" y="134"/>
                      </a:lnTo>
                      <a:lnTo>
                        <a:pt x="214" y="132"/>
                      </a:lnTo>
                      <a:lnTo>
                        <a:pt x="214" y="128"/>
                      </a:lnTo>
                      <a:lnTo>
                        <a:pt x="218" y="124"/>
                      </a:lnTo>
                      <a:lnTo>
                        <a:pt x="220" y="120"/>
                      </a:lnTo>
                      <a:lnTo>
                        <a:pt x="224" y="116"/>
                      </a:lnTo>
                      <a:lnTo>
                        <a:pt x="228" y="112"/>
                      </a:lnTo>
                      <a:lnTo>
                        <a:pt x="230" y="110"/>
                      </a:lnTo>
                      <a:lnTo>
                        <a:pt x="230" y="110"/>
                      </a:lnTo>
                      <a:lnTo>
                        <a:pt x="238" y="104"/>
                      </a:lnTo>
                      <a:lnTo>
                        <a:pt x="246" y="98"/>
                      </a:lnTo>
                      <a:lnTo>
                        <a:pt x="254" y="90"/>
                      </a:lnTo>
                      <a:lnTo>
                        <a:pt x="262" y="84"/>
                      </a:lnTo>
                      <a:lnTo>
                        <a:pt x="264" y="82"/>
                      </a:lnTo>
                      <a:lnTo>
                        <a:pt x="266" y="76"/>
                      </a:lnTo>
                      <a:lnTo>
                        <a:pt x="268" y="72"/>
                      </a:lnTo>
                      <a:lnTo>
                        <a:pt x="268" y="68"/>
                      </a:lnTo>
                      <a:lnTo>
                        <a:pt x="268" y="64"/>
                      </a:lnTo>
                      <a:lnTo>
                        <a:pt x="266" y="62"/>
                      </a:lnTo>
                      <a:lnTo>
                        <a:pt x="264" y="62"/>
                      </a:lnTo>
                      <a:lnTo>
                        <a:pt x="262" y="62"/>
                      </a:lnTo>
                      <a:lnTo>
                        <a:pt x="262" y="60"/>
                      </a:lnTo>
                      <a:lnTo>
                        <a:pt x="260" y="60"/>
                      </a:lnTo>
                      <a:lnTo>
                        <a:pt x="258" y="60"/>
                      </a:lnTo>
                      <a:lnTo>
                        <a:pt x="258" y="58"/>
                      </a:lnTo>
                      <a:lnTo>
                        <a:pt x="258" y="58"/>
                      </a:lnTo>
                      <a:lnTo>
                        <a:pt x="258" y="56"/>
                      </a:lnTo>
                      <a:lnTo>
                        <a:pt x="260" y="56"/>
                      </a:lnTo>
                      <a:lnTo>
                        <a:pt x="252" y="58"/>
                      </a:lnTo>
                      <a:lnTo>
                        <a:pt x="252" y="60"/>
                      </a:lnTo>
                      <a:lnTo>
                        <a:pt x="250" y="66"/>
                      </a:lnTo>
                      <a:lnTo>
                        <a:pt x="250" y="70"/>
                      </a:lnTo>
                      <a:lnTo>
                        <a:pt x="250" y="72"/>
                      </a:lnTo>
                      <a:lnTo>
                        <a:pt x="250" y="74"/>
                      </a:lnTo>
                      <a:lnTo>
                        <a:pt x="248" y="78"/>
                      </a:lnTo>
                      <a:lnTo>
                        <a:pt x="246" y="82"/>
                      </a:lnTo>
                      <a:lnTo>
                        <a:pt x="246" y="86"/>
                      </a:lnTo>
                      <a:lnTo>
                        <a:pt x="246" y="88"/>
                      </a:lnTo>
                      <a:lnTo>
                        <a:pt x="194" y="88"/>
                      </a:lnTo>
                      <a:lnTo>
                        <a:pt x="210" y="52"/>
                      </a:lnTo>
                      <a:lnTo>
                        <a:pt x="176" y="34"/>
                      </a:lnTo>
                      <a:lnTo>
                        <a:pt x="170" y="28"/>
                      </a:lnTo>
                      <a:lnTo>
                        <a:pt x="154" y="22"/>
                      </a:lnTo>
                      <a:lnTo>
                        <a:pt x="150" y="20"/>
                      </a:lnTo>
                      <a:lnTo>
                        <a:pt x="146" y="18"/>
                      </a:lnTo>
                      <a:lnTo>
                        <a:pt x="144" y="16"/>
                      </a:lnTo>
                      <a:lnTo>
                        <a:pt x="144" y="14"/>
                      </a:lnTo>
                      <a:lnTo>
                        <a:pt x="144" y="10"/>
                      </a:lnTo>
                      <a:lnTo>
                        <a:pt x="144" y="6"/>
                      </a:lnTo>
                      <a:lnTo>
                        <a:pt x="144" y="6"/>
                      </a:lnTo>
                      <a:lnTo>
                        <a:pt x="142" y="4"/>
                      </a:lnTo>
                      <a:lnTo>
                        <a:pt x="140" y="2"/>
                      </a:lnTo>
                      <a:lnTo>
                        <a:pt x="138" y="2"/>
                      </a:lnTo>
                      <a:lnTo>
                        <a:pt x="134" y="0"/>
                      </a:lnTo>
                      <a:lnTo>
                        <a:pt x="132" y="2"/>
                      </a:lnTo>
                      <a:lnTo>
                        <a:pt x="130" y="4"/>
                      </a:lnTo>
                      <a:lnTo>
                        <a:pt x="120" y="16"/>
                      </a:lnTo>
                      <a:lnTo>
                        <a:pt x="120" y="16"/>
                      </a:lnTo>
                      <a:lnTo>
                        <a:pt x="120" y="14"/>
                      </a:lnTo>
                      <a:lnTo>
                        <a:pt x="120" y="12"/>
                      </a:lnTo>
                      <a:lnTo>
                        <a:pt x="118" y="8"/>
                      </a:lnTo>
                      <a:lnTo>
                        <a:pt x="116" y="6"/>
                      </a:lnTo>
                      <a:lnTo>
                        <a:pt x="114" y="4"/>
                      </a:lnTo>
                      <a:lnTo>
                        <a:pt x="108" y="4"/>
                      </a:lnTo>
                      <a:lnTo>
                        <a:pt x="94" y="0"/>
                      </a:lnTo>
                      <a:lnTo>
                        <a:pt x="94" y="2"/>
                      </a:lnTo>
                      <a:lnTo>
                        <a:pt x="92" y="6"/>
                      </a:lnTo>
                      <a:lnTo>
                        <a:pt x="90" y="10"/>
                      </a:lnTo>
                      <a:lnTo>
                        <a:pt x="86" y="14"/>
                      </a:lnTo>
                      <a:lnTo>
                        <a:pt x="82" y="1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8" name="Freeform 516">
                  <a:extLst>
                    <a:ext uri="{FF2B5EF4-FFF2-40B4-BE49-F238E27FC236}">
                      <a16:creationId xmlns:a16="http://schemas.microsoft.com/office/drawing/2014/main" id="{561DD0A7-479D-FC94-DBC9-E12DE099C1AC}"/>
                    </a:ext>
                  </a:extLst>
                </p:cNvPr>
                <p:cNvSpPr/>
                <p:nvPr/>
              </p:nvSpPr>
              <p:spPr bwMode="gray">
                <a:xfrm>
                  <a:off x="7563133" y="4587570"/>
                  <a:ext cx="984943" cy="1058286"/>
                </a:xfrm>
                <a:custGeom>
                  <a:avLst/>
                  <a:gdLst>
                    <a:gd name="T0" fmla="*/ 324 w 532"/>
                    <a:gd name="T1" fmla="*/ 492 h 572"/>
                    <a:gd name="T2" fmla="*/ 418 w 532"/>
                    <a:gd name="T3" fmla="*/ 404 h 572"/>
                    <a:gd name="T4" fmla="*/ 474 w 532"/>
                    <a:gd name="T5" fmla="*/ 284 h 572"/>
                    <a:gd name="T6" fmla="*/ 532 w 532"/>
                    <a:gd name="T7" fmla="*/ 162 h 572"/>
                    <a:gd name="T8" fmla="*/ 478 w 532"/>
                    <a:gd name="T9" fmla="*/ 116 h 572"/>
                    <a:gd name="T10" fmla="*/ 382 w 532"/>
                    <a:gd name="T11" fmla="*/ 96 h 572"/>
                    <a:gd name="T12" fmla="*/ 384 w 532"/>
                    <a:gd name="T13" fmla="*/ 80 h 572"/>
                    <a:gd name="T14" fmla="*/ 366 w 532"/>
                    <a:gd name="T15" fmla="*/ 76 h 572"/>
                    <a:gd name="T16" fmla="*/ 336 w 532"/>
                    <a:gd name="T17" fmla="*/ 72 h 572"/>
                    <a:gd name="T18" fmla="*/ 306 w 532"/>
                    <a:gd name="T19" fmla="*/ 84 h 572"/>
                    <a:gd name="T20" fmla="*/ 282 w 532"/>
                    <a:gd name="T21" fmla="*/ 96 h 572"/>
                    <a:gd name="T22" fmla="*/ 300 w 532"/>
                    <a:gd name="T23" fmla="*/ 76 h 572"/>
                    <a:gd name="T24" fmla="*/ 322 w 532"/>
                    <a:gd name="T25" fmla="*/ 50 h 572"/>
                    <a:gd name="T26" fmla="*/ 282 w 532"/>
                    <a:gd name="T27" fmla="*/ 0 h 572"/>
                    <a:gd name="T28" fmla="*/ 264 w 532"/>
                    <a:gd name="T29" fmla="*/ 20 h 572"/>
                    <a:gd name="T30" fmla="*/ 254 w 532"/>
                    <a:gd name="T31" fmla="*/ 22 h 572"/>
                    <a:gd name="T32" fmla="*/ 244 w 532"/>
                    <a:gd name="T33" fmla="*/ 22 h 572"/>
                    <a:gd name="T34" fmla="*/ 234 w 532"/>
                    <a:gd name="T35" fmla="*/ 24 h 572"/>
                    <a:gd name="T36" fmla="*/ 218 w 532"/>
                    <a:gd name="T37" fmla="*/ 22 h 572"/>
                    <a:gd name="T38" fmla="*/ 202 w 532"/>
                    <a:gd name="T39" fmla="*/ 26 h 572"/>
                    <a:gd name="T40" fmla="*/ 184 w 532"/>
                    <a:gd name="T41" fmla="*/ 24 h 572"/>
                    <a:gd name="T42" fmla="*/ 176 w 532"/>
                    <a:gd name="T43" fmla="*/ 2 h 572"/>
                    <a:gd name="T44" fmla="*/ 156 w 532"/>
                    <a:gd name="T45" fmla="*/ 14 h 572"/>
                    <a:gd name="T46" fmla="*/ 120 w 532"/>
                    <a:gd name="T47" fmla="*/ 6 h 572"/>
                    <a:gd name="T48" fmla="*/ 120 w 532"/>
                    <a:gd name="T49" fmla="*/ 10 h 572"/>
                    <a:gd name="T50" fmla="*/ 130 w 532"/>
                    <a:gd name="T51" fmla="*/ 26 h 572"/>
                    <a:gd name="T52" fmla="*/ 90 w 532"/>
                    <a:gd name="T53" fmla="*/ 52 h 572"/>
                    <a:gd name="T54" fmla="*/ 76 w 532"/>
                    <a:gd name="T55" fmla="*/ 44 h 572"/>
                    <a:gd name="T56" fmla="*/ 62 w 532"/>
                    <a:gd name="T57" fmla="*/ 62 h 572"/>
                    <a:gd name="T58" fmla="*/ 52 w 532"/>
                    <a:gd name="T59" fmla="*/ 70 h 572"/>
                    <a:gd name="T60" fmla="*/ 60 w 532"/>
                    <a:gd name="T61" fmla="*/ 96 h 572"/>
                    <a:gd name="T62" fmla="*/ 36 w 532"/>
                    <a:gd name="T63" fmla="*/ 132 h 572"/>
                    <a:gd name="T64" fmla="*/ 10 w 532"/>
                    <a:gd name="T65" fmla="*/ 146 h 572"/>
                    <a:gd name="T66" fmla="*/ 2 w 532"/>
                    <a:gd name="T67" fmla="*/ 164 h 572"/>
                    <a:gd name="T68" fmla="*/ 4 w 532"/>
                    <a:gd name="T69" fmla="*/ 194 h 572"/>
                    <a:gd name="T70" fmla="*/ 12 w 532"/>
                    <a:gd name="T71" fmla="*/ 198 h 572"/>
                    <a:gd name="T72" fmla="*/ 26 w 532"/>
                    <a:gd name="T73" fmla="*/ 206 h 572"/>
                    <a:gd name="T74" fmla="*/ 42 w 532"/>
                    <a:gd name="T75" fmla="*/ 198 h 572"/>
                    <a:gd name="T76" fmla="*/ 50 w 532"/>
                    <a:gd name="T77" fmla="*/ 226 h 572"/>
                    <a:gd name="T78" fmla="*/ 78 w 532"/>
                    <a:gd name="T79" fmla="*/ 224 h 572"/>
                    <a:gd name="T80" fmla="*/ 96 w 532"/>
                    <a:gd name="T81" fmla="*/ 210 h 572"/>
                    <a:gd name="T82" fmla="*/ 110 w 532"/>
                    <a:gd name="T83" fmla="*/ 206 h 572"/>
                    <a:gd name="T84" fmla="*/ 124 w 532"/>
                    <a:gd name="T85" fmla="*/ 248 h 572"/>
                    <a:gd name="T86" fmla="*/ 156 w 532"/>
                    <a:gd name="T87" fmla="*/ 266 h 572"/>
                    <a:gd name="T88" fmla="*/ 182 w 532"/>
                    <a:gd name="T89" fmla="*/ 288 h 572"/>
                    <a:gd name="T90" fmla="*/ 206 w 532"/>
                    <a:gd name="T91" fmla="*/ 310 h 572"/>
                    <a:gd name="T92" fmla="*/ 214 w 532"/>
                    <a:gd name="T93" fmla="*/ 326 h 572"/>
                    <a:gd name="T94" fmla="*/ 214 w 532"/>
                    <a:gd name="T95" fmla="*/ 372 h 572"/>
                    <a:gd name="T96" fmla="*/ 220 w 532"/>
                    <a:gd name="T97" fmla="*/ 416 h 572"/>
                    <a:gd name="T98" fmla="*/ 242 w 532"/>
                    <a:gd name="T99" fmla="*/ 422 h 572"/>
                    <a:gd name="T100" fmla="*/ 254 w 532"/>
                    <a:gd name="T101" fmla="*/ 436 h 572"/>
                    <a:gd name="T102" fmla="*/ 264 w 532"/>
                    <a:gd name="T103" fmla="*/ 450 h 572"/>
                    <a:gd name="T104" fmla="*/ 270 w 532"/>
                    <a:gd name="T105" fmla="*/ 466 h 572"/>
                    <a:gd name="T106" fmla="*/ 232 w 532"/>
                    <a:gd name="T107" fmla="*/ 500 h 572"/>
                    <a:gd name="T108" fmla="*/ 216 w 532"/>
                    <a:gd name="T109" fmla="*/ 524 h 572"/>
                    <a:gd name="T110" fmla="*/ 240 w 532"/>
                    <a:gd name="T111" fmla="*/ 538 h 572"/>
                    <a:gd name="T112" fmla="*/ 264 w 532"/>
                    <a:gd name="T113" fmla="*/ 552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2" h="572">
                      <a:moveTo>
                        <a:pt x="290" y="562"/>
                      </a:moveTo>
                      <a:lnTo>
                        <a:pt x="292" y="556"/>
                      </a:lnTo>
                      <a:lnTo>
                        <a:pt x="294" y="552"/>
                      </a:lnTo>
                      <a:lnTo>
                        <a:pt x="296" y="548"/>
                      </a:lnTo>
                      <a:lnTo>
                        <a:pt x="304" y="536"/>
                      </a:lnTo>
                      <a:lnTo>
                        <a:pt x="314" y="518"/>
                      </a:lnTo>
                      <a:lnTo>
                        <a:pt x="324" y="492"/>
                      </a:lnTo>
                      <a:lnTo>
                        <a:pt x="336" y="458"/>
                      </a:lnTo>
                      <a:lnTo>
                        <a:pt x="342" y="452"/>
                      </a:lnTo>
                      <a:lnTo>
                        <a:pt x="354" y="440"/>
                      </a:lnTo>
                      <a:lnTo>
                        <a:pt x="370" y="426"/>
                      </a:lnTo>
                      <a:lnTo>
                        <a:pt x="392" y="414"/>
                      </a:lnTo>
                      <a:lnTo>
                        <a:pt x="416" y="406"/>
                      </a:lnTo>
                      <a:lnTo>
                        <a:pt x="418" y="404"/>
                      </a:lnTo>
                      <a:lnTo>
                        <a:pt x="426" y="400"/>
                      </a:lnTo>
                      <a:lnTo>
                        <a:pt x="434" y="394"/>
                      </a:lnTo>
                      <a:lnTo>
                        <a:pt x="446" y="382"/>
                      </a:lnTo>
                      <a:lnTo>
                        <a:pt x="456" y="366"/>
                      </a:lnTo>
                      <a:lnTo>
                        <a:pt x="466" y="344"/>
                      </a:lnTo>
                      <a:lnTo>
                        <a:pt x="472" y="318"/>
                      </a:lnTo>
                      <a:lnTo>
                        <a:pt x="474" y="284"/>
                      </a:lnTo>
                      <a:lnTo>
                        <a:pt x="514" y="216"/>
                      </a:lnTo>
                      <a:lnTo>
                        <a:pt x="516" y="214"/>
                      </a:lnTo>
                      <a:lnTo>
                        <a:pt x="524" y="204"/>
                      </a:lnTo>
                      <a:lnTo>
                        <a:pt x="530" y="190"/>
                      </a:lnTo>
                      <a:lnTo>
                        <a:pt x="532" y="170"/>
                      </a:lnTo>
                      <a:lnTo>
                        <a:pt x="532" y="168"/>
                      </a:lnTo>
                      <a:lnTo>
                        <a:pt x="532" y="162"/>
                      </a:lnTo>
                      <a:lnTo>
                        <a:pt x="532" y="154"/>
                      </a:lnTo>
                      <a:lnTo>
                        <a:pt x="528" y="146"/>
                      </a:lnTo>
                      <a:lnTo>
                        <a:pt x="518" y="138"/>
                      </a:lnTo>
                      <a:lnTo>
                        <a:pt x="502" y="132"/>
                      </a:lnTo>
                      <a:lnTo>
                        <a:pt x="498" y="130"/>
                      </a:lnTo>
                      <a:lnTo>
                        <a:pt x="490" y="124"/>
                      </a:lnTo>
                      <a:lnTo>
                        <a:pt x="478" y="116"/>
                      </a:lnTo>
                      <a:lnTo>
                        <a:pt x="464" y="110"/>
                      </a:lnTo>
                      <a:lnTo>
                        <a:pt x="448" y="110"/>
                      </a:lnTo>
                      <a:lnTo>
                        <a:pt x="398" y="94"/>
                      </a:lnTo>
                      <a:lnTo>
                        <a:pt x="394" y="92"/>
                      </a:lnTo>
                      <a:lnTo>
                        <a:pt x="390" y="94"/>
                      </a:lnTo>
                      <a:lnTo>
                        <a:pt x="386" y="94"/>
                      </a:lnTo>
                      <a:lnTo>
                        <a:pt x="382" y="96"/>
                      </a:lnTo>
                      <a:lnTo>
                        <a:pt x="380" y="98"/>
                      </a:lnTo>
                      <a:lnTo>
                        <a:pt x="378" y="98"/>
                      </a:lnTo>
                      <a:lnTo>
                        <a:pt x="380" y="94"/>
                      </a:lnTo>
                      <a:lnTo>
                        <a:pt x="382" y="90"/>
                      </a:lnTo>
                      <a:lnTo>
                        <a:pt x="382" y="86"/>
                      </a:lnTo>
                      <a:lnTo>
                        <a:pt x="384" y="82"/>
                      </a:lnTo>
                      <a:lnTo>
                        <a:pt x="384" y="80"/>
                      </a:lnTo>
                      <a:lnTo>
                        <a:pt x="382" y="78"/>
                      </a:lnTo>
                      <a:lnTo>
                        <a:pt x="380" y="76"/>
                      </a:lnTo>
                      <a:lnTo>
                        <a:pt x="376" y="76"/>
                      </a:lnTo>
                      <a:lnTo>
                        <a:pt x="374" y="76"/>
                      </a:lnTo>
                      <a:lnTo>
                        <a:pt x="370" y="76"/>
                      </a:lnTo>
                      <a:lnTo>
                        <a:pt x="368" y="76"/>
                      </a:lnTo>
                      <a:lnTo>
                        <a:pt x="366" y="76"/>
                      </a:lnTo>
                      <a:lnTo>
                        <a:pt x="362" y="76"/>
                      </a:lnTo>
                      <a:lnTo>
                        <a:pt x="358" y="74"/>
                      </a:lnTo>
                      <a:lnTo>
                        <a:pt x="352" y="74"/>
                      </a:lnTo>
                      <a:lnTo>
                        <a:pt x="346" y="72"/>
                      </a:lnTo>
                      <a:lnTo>
                        <a:pt x="340" y="72"/>
                      </a:lnTo>
                      <a:lnTo>
                        <a:pt x="338" y="72"/>
                      </a:lnTo>
                      <a:lnTo>
                        <a:pt x="336" y="72"/>
                      </a:lnTo>
                      <a:lnTo>
                        <a:pt x="330" y="72"/>
                      </a:lnTo>
                      <a:lnTo>
                        <a:pt x="324" y="76"/>
                      </a:lnTo>
                      <a:lnTo>
                        <a:pt x="318" y="78"/>
                      </a:lnTo>
                      <a:lnTo>
                        <a:pt x="314" y="80"/>
                      </a:lnTo>
                      <a:lnTo>
                        <a:pt x="310" y="82"/>
                      </a:lnTo>
                      <a:lnTo>
                        <a:pt x="306" y="84"/>
                      </a:lnTo>
                      <a:lnTo>
                        <a:pt x="306" y="84"/>
                      </a:lnTo>
                      <a:lnTo>
                        <a:pt x="298" y="90"/>
                      </a:lnTo>
                      <a:lnTo>
                        <a:pt x="292" y="94"/>
                      </a:lnTo>
                      <a:lnTo>
                        <a:pt x="286" y="98"/>
                      </a:lnTo>
                      <a:lnTo>
                        <a:pt x="282" y="98"/>
                      </a:lnTo>
                      <a:lnTo>
                        <a:pt x="278" y="98"/>
                      </a:lnTo>
                      <a:lnTo>
                        <a:pt x="278" y="98"/>
                      </a:lnTo>
                      <a:lnTo>
                        <a:pt x="282" y="96"/>
                      </a:lnTo>
                      <a:lnTo>
                        <a:pt x="286" y="94"/>
                      </a:lnTo>
                      <a:lnTo>
                        <a:pt x="290" y="90"/>
                      </a:lnTo>
                      <a:lnTo>
                        <a:pt x="292" y="86"/>
                      </a:lnTo>
                      <a:lnTo>
                        <a:pt x="294" y="84"/>
                      </a:lnTo>
                      <a:lnTo>
                        <a:pt x="294" y="84"/>
                      </a:lnTo>
                      <a:lnTo>
                        <a:pt x="298" y="80"/>
                      </a:lnTo>
                      <a:lnTo>
                        <a:pt x="300" y="76"/>
                      </a:lnTo>
                      <a:lnTo>
                        <a:pt x="304" y="72"/>
                      </a:lnTo>
                      <a:lnTo>
                        <a:pt x="308" y="68"/>
                      </a:lnTo>
                      <a:lnTo>
                        <a:pt x="312" y="66"/>
                      </a:lnTo>
                      <a:lnTo>
                        <a:pt x="314" y="64"/>
                      </a:lnTo>
                      <a:lnTo>
                        <a:pt x="316" y="62"/>
                      </a:lnTo>
                      <a:lnTo>
                        <a:pt x="320" y="56"/>
                      </a:lnTo>
                      <a:lnTo>
                        <a:pt x="322" y="50"/>
                      </a:lnTo>
                      <a:lnTo>
                        <a:pt x="322" y="46"/>
                      </a:lnTo>
                      <a:lnTo>
                        <a:pt x="322" y="46"/>
                      </a:lnTo>
                      <a:lnTo>
                        <a:pt x="312" y="26"/>
                      </a:lnTo>
                      <a:lnTo>
                        <a:pt x="296" y="8"/>
                      </a:lnTo>
                      <a:lnTo>
                        <a:pt x="290" y="4"/>
                      </a:lnTo>
                      <a:lnTo>
                        <a:pt x="282" y="0"/>
                      </a:lnTo>
                      <a:lnTo>
                        <a:pt x="282" y="0"/>
                      </a:lnTo>
                      <a:lnTo>
                        <a:pt x="276" y="4"/>
                      </a:lnTo>
                      <a:lnTo>
                        <a:pt x="274" y="8"/>
                      </a:lnTo>
                      <a:lnTo>
                        <a:pt x="270" y="8"/>
                      </a:lnTo>
                      <a:lnTo>
                        <a:pt x="270" y="10"/>
                      </a:lnTo>
                      <a:lnTo>
                        <a:pt x="268" y="14"/>
                      </a:lnTo>
                      <a:lnTo>
                        <a:pt x="266" y="18"/>
                      </a:lnTo>
                      <a:lnTo>
                        <a:pt x="264" y="20"/>
                      </a:lnTo>
                      <a:lnTo>
                        <a:pt x="264" y="22"/>
                      </a:lnTo>
                      <a:lnTo>
                        <a:pt x="262" y="24"/>
                      </a:lnTo>
                      <a:lnTo>
                        <a:pt x="260" y="24"/>
                      </a:lnTo>
                      <a:lnTo>
                        <a:pt x="260" y="24"/>
                      </a:lnTo>
                      <a:lnTo>
                        <a:pt x="258" y="24"/>
                      </a:lnTo>
                      <a:lnTo>
                        <a:pt x="256" y="24"/>
                      </a:lnTo>
                      <a:lnTo>
                        <a:pt x="254" y="22"/>
                      </a:lnTo>
                      <a:lnTo>
                        <a:pt x="252" y="22"/>
                      </a:lnTo>
                      <a:lnTo>
                        <a:pt x="252" y="22"/>
                      </a:lnTo>
                      <a:lnTo>
                        <a:pt x="250" y="22"/>
                      </a:lnTo>
                      <a:lnTo>
                        <a:pt x="248" y="22"/>
                      </a:lnTo>
                      <a:lnTo>
                        <a:pt x="248" y="22"/>
                      </a:lnTo>
                      <a:lnTo>
                        <a:pt x="246" y="22"/>
                      </a:lnTo>
                      <a:lnTo>
                        <a:pt x="244" y="22"/>
                      </a:lnTo>
                      <a:lnTo>
                        <a:pt x="242" y="24"/>
                      </a:lnTo>
                      <a:lnTo>
                        <a:pt x="242" y="24"/>
                      </a:lnTo>
                      <a:lnTo>
                        <a:pt x="240" y="24"/>
                      </a:lnTo>
                      <a:lnTo>
                        <a:pt x="238" y="24"/>
                      </a:lnTo>
                      <a:lnTo>
                        <a:pt x="236" y="24"/>
                      </a:lnTo>
                      <a:lnTo>
                        <a:pt x="236" y="24"/>
                      </a:lnTo>
                      <a:lnTo>
                        <a:pt x="234" y="24"/>
                      </a:lnTo>
                      <a:lnTo>
                        <a:pt x="232" y="22"/>
                      </a:lnTo>
                      <a:lnTo>
                        <a:pt x="230" y="22"/>
                      </a:lnTo>
                      <a:lnTo>
                        <a:pt x="230" y="22"/>
                      </a:lnTo>
                      <a:lnTo>
                        <a:pt x="228" y="22"/>
                      </a:lnTo>
                      <a:lnTo>
                        <a:pt x="226" y="24"/>
                      </a:lnTo>
                      <a:lnTo>
                        <a:pt x="224" y="24"/>
                      </a:lnTo>
                      <a:lnTo>
                        <a:pt x="218" y="22"/>
                      </a:lnTo>
                      <a:lnTo>
                        <a:pt x="218" y="26"/>
                      </a:lnTo>
                      <a:lnTo>
                        <a:pt x="218" y="28"/>
                      </a:lnTo>
                      <a:lnTo>
                        <a:pt x="218" y="28"/>
                      </a:lnTo>
                      <a:lnTo>
                        <a:pt x="214" y="28"/>
                      </a:lnTo>
                      <a:lnTo>
                        <a:pt x="212" y="26"/>
                      </a:lnTo>
                      <a:lnTo>
                        <a:pt x="206" y="26"/>
                      </a:lnTo>
                      <a:lnTo>
                        <a:pt x="202" y="26"/>
                      </a:lnTo>
                      <a:lnTo>
                        <a:pt x="194" y="28"/>
                      </a:lnTo>
                      <a:lnTo>
                        <a:pt x="192" y="28"/>
                      </a:lnTo>
                      <a:lnTo>
                        <a:pt x="184" y="30"/>
                      </a:lnTo>
                      <a:lnTo>
                        <a:pt x="184" y="30"/>
                      </a:lnTo>
                      <a:lnTo>
                        <a:pt x="184" y="30"/>
                      </a:lnTo>
                      <a:lnTo>
                        <a:pt x="184" y="28"/>
                      </a:lnTo>
                      <a:lnTo>
                        <a:pt x="184" y="24"/>
                      </a:lnTo>
                      <a:lnTo>
                        <a:pt x="184" y="20"/>
                      </a:lnTo>
                      <a:lnTo>
                        <a:pt x="184" y="18"/>
                      </a:lnTo>
                      <a:lnTo>
                        <a:pt x="184" y="14"/>
                      </a:lnTo>
                      <a:lnTo>
                        <a:pt x="184" y="10"/>
                      </a:lnTo>
                      <a:lnTo>
                        <a:pt x="184" y="6"/>
                      </a:lnTo>
                      <a:lnTo>
                        <a:pt x="182" y="2"/>
                      </a:lnTo>
                      <a:lnTo>
                        <a:pt x="176" y="2"/>
                      </a:lnTo>
                      <a:lnTo>
                        <a:pt x="176" y="2"/>
                      </a:lnTo>
                      <a:lnTo>
                        <a:pt x="176" y="4"/>
                      </a:lnTo>
                      <a:lnTo>
                        <a:pt x="174" y="6"/>
                      </a:lnTo>
                      <a:lnTo>
                        <a:pt x="172" y="8"/>
                      </a:lnTo>
                      <a:lnTo>
                        <a:pt x="166" y="6"/>
                      </a:lnTo>
                      <a:lnTo>
                        <a:pt x="156" y="10"/>
                      </a:lnTo>
                      <a:lnTo>
                        <a:pt x="156" y="14"/>
                      </a:lnTo>
                      <a:lnTo>
                        <a:pt x="142" y="16"/>
                      </a:lnTo>
                      <a:lnTo>
                        <a:pt x="138" y="10"/>
                      </a:lnTo>
                      <a:lnTo>
                        <a:pt x="136" y="10"/>
                      </a:lnTo>
                      <a:lnTo>
                        <a:pt x="134" y="10"/>
                      </a:lnTo>
                      <a:lnTo>
                        <a:pt x="128" y="8"/>
                      </a:lnTo>
                      <a:lnTo>
                        <a:pt x="124" y="8"/>
                      </a:lnTo>
                      <a:lnTo>
                        <a:pt x="120" y="6"/>
                      </a:lnTo>
                      <a:lnTo>
                        <a:pt x="116" y="4"/>
                      </a:lnTo>
                      <a:lnTo>
                        <a:pt x="116" y="6"/>
                      </a:lnTo>
                      <a:lnTo>
                        <a:pt x="116" y="8"/>
                      </a:lnTo>
                      <a:lnTo>
                        <a:pt x="116" y="8"/>
                      </a:lnTo>
                      <a:lnTo>
                        <a:pt x="116" y="10"/>
                      </a:lnTo>
                      <a:lnTo>
                        <a:pt x="118" y="10"/>
                      </a:lnTo>
                      <a:lnTo>
                        <a:pt x="120" y="10"/>
                      </a:lnTo>
                      <a:lnTo>
                        <a:pt x="122" y="12"/>
                      </a:lnTo>
                      <a:lnTo>
                        <a:pt x="124" y="14"/>
                      </a:lnTo>
                      <a:lnTo>
                        <a:pt x="124" y="18"/>
                      </a:lnTo>
                      <a:lnTo>
                        <a:pt x="124" y="22"/>
                      </a:lnTo>
                      <a:lnTo>
                        <a:pt x="126" y="24"/>
                      </a:lnTo>
                      <a:lnTo>
                        <a:pt x="128" y="26"/>
                      </a:lnTo>
                      <a:lnTo>
                        <a:pt x="130" y="26"/>
                      </a:lnTo>
                      <a:lnTo>
                        <a:pt x="134" y="26"/>
                      </a:lnTo>
                      <a:lnTo>
                        <a:pt x="136" y="26"/>
                      </a:lnTo>
                      <a:lnTo>
                        <a:pt x="136" y="34"/>
                      </a:lnTo>
                      <a:lnTo>
                        <a:pt x="128" y="38"/>
                      </a:lnTo>
                      <a:lnTo>
                        <a:pt x="110" y="58"/>
                      </a:lnTo>
                      <a:lnTo>
                        <a:pt x="92" y="52"/>
                      </a:lnTo>
                      <a:lnTo>
                        <a:pt x="90" y="52"/>
                      </a:lnTo>
                      <a:lnTo>
                        <a:pt x="88" y="52"/>
                      </a:lnTo>
                      <a:lnTo>
                        <a:pt x="84" y="50"/>
                      </a:lnTo>
                      <a:lnTo>
                        <a:pt x="80" y="50"/>
                      </a:lnTo>
                      <a:lnTo>
                        <a:pt x="78" y="50"/>
                      </a:lnTo>
                      <a:lnTo>
                        <a:pt x="78" y="50"/>
                      </a:lnTo>
                      <a:lnTo>
                        <a:pt x="78" y="46"/>
                      </a:lnTo>
                      <a:lnTo>
                        <a:pt x="76" y="44"/>
                      </a:lnTo>
                      <a:lnTo>
                        <a:pt x="76" y="42"/>
                      </a:lnTo>
                      <a:lnTo>
                        <a:pt x="76" y="42"/>
                      </a:lnTo>
                      <a:lnTo>
                        <a:pt x="74" y="40"/>
                      </a:lnTo>
                      <a:lnTo>
                        <a:pt x="52" y="44"/>
                      </a:lnTo>
                      <a:lnTo>
                        <a:pt x="52" y="52"/>
                      </a:lnTo>
                      <a:lnTo>
                        <a:pt x="60" y="52"/>
                      </a:lnTo>
                      <a:lnTo>
                        <a:pt x="62" y="62"/>
                      </a:lnTo>
                      <a:lnTo>
                        <a:pt x="62" y="62"/>
                      </a:lnTo>
                      <a:lnTo>
                        <a:pt x="60" y="60"/>
                      </a:lnTo>
                      <a:lnTo>
                        <a:pt x="58" y="60"/>
                      </a:lnTo>
                      <a:lnTo>
                        <a:pt x="56" y="58"/>
                      </a:lnTo>
                      <a:lnTo>
                        <a:pt x="54" y="58"/>
                      </a:lnTo>
                      <a:lnTo>
                        <a:pt x="52" y="60"/>
                      </a:lnTo>
                      <a:lnTo>
                        <a:pt x="52" y="70"/>
                      </a:lnTo>
                      <a:lnTo>
                        <a:pt x="54" y="70"/>
                      </a:lnTo>
                      <a:lnTo>
                        <a:pt x="54" y="72"/>
                      </a:lnTo>
                      <a:lnTo>
                        <a:pt x="56" y="76"/>
                      </a:lnTo>
                      <a:lnTo>
                        <a:pt x="58" y="80"/>
                      </a:lnTo>
                      <a:lnTo>
                        <a:pt x="60" y="86"/>
                      </a:lnTo>
                      <a:lnTo>
                        <a:pt x="60" y="92"/>
                      </a:lnTo>
                      <a:lnTo>
                        <a:pt x="60" y="96"/>
                      </a:lnTo>
                      <a:lnTo>
                        <a:pt x="52" y="126"/>
                      </a:lnTo>
                      <a:lnTo>
                        <a:pt x="50" y="132"/>
                      </a:lnTo>
                      <a:lnTo>
                        <a:pt x="44" y="132"/>
                      </a:lnTo>
                      <a:lnTo>
                        <a:pt x="44" y="132"/>
                      </a:lnTo>
                      <a:lnTo>
                        <a:pt x="42" y="130"/>
                      </a:lnTo>
                      <a:lnTo>
                        <a:pt x="38" y="130"/>
                      </a:lnTo>
                      <a:lnTo>
                        <a:pt x="36" y="132"/>
                      </a:lnTo>
                      <a:lnTo>
                        <a:pt x="34" y="132"/>
                      </a:lnTo>
                      <a:lnTo>
                        <a:pt x="32" y="132"/>
                      </a:lnTo>
                      <a:lnTo>
                        <a:pt x="28" y="134"/>
                      </a:lnTo>
                      <a:lnTo>
                        <a:pt x="22" y="134"/>
                      </a:lnTo>
                      <a:lnTo>
                        <a:pt x="18" y="138"/>
                      </a:lnTo>
                      <a:lnTo>
                        <a:pt x="14" y="142"/>
                      </a:lnTo>
                      <a:lnTo>
                        <a:pt x="10" y="146"/>
                      </a:lnTo>
                      <a:lnTo>
                        <a:pt x="10" y="148"/>
                      </a:lnTo>
                      <a:lnTo>
                        <a:pt x="10" y="152"/>
                      </a:lnTo>
                      <a:lnTo>
                        <a:pt x="8" y="156"/>
                      </a:lnTo>
                      <a:lnTo>
                        <a:pt x="6" y="158"/>
                      </a:lnTo>
                      <a:lnTo>
                        <a:pt x="6" y="160"/>
                      </a:lnTo>
                      <a:lnTo>
                        <a:pt x="4" y="162"/>
                      </a:lnTo>
                      <a:lnTo>
                        <a:pt x="2" y="164"/>
                      </a:lnTo>
                      <a:lnTo>
                        <a:pt x="0" y="168"/>
                      </a:lnTo>
                      <a:lnTo>
                        <a:pt x="0" y="174"/>
                      </a:lnTo>
                      <a:lnTo>
                        <a:pt x="0" y="182"/>
                      </a:lnTo>
                      <a:lnTo>
                        <a:pt x="2" y="188"/>
                      </a:lnTo>
                      <a:lnTo>
                        <a:pt x="2" y="190"/>
                      </a:lnTo>
                      <a:lnTo>
                        <a:pt x="4" y="192"/>
                      </a:lnTo>
                      <a:lnTo>
                        <a:pt x="4" y="194"/>
                      </a:lnTo>
                      <a:lnTo>
                        <a:pt x="6" y="198"/>
                      </a:lnTo>
                      <a:lnTo>
                        <a:pt x="6" y="200"/>
                      </a:lnTo>
                      <a:lnTo>
                        <a:pt x="4" y="200"/>
                      </a:lnTo>
                      <a:lnTo>
                        <a:pt x="4" y="200"/>
                      </a:lnTo>
                      <a:lnTo>
                        <a:pt x="6" y="200"/>
                      </a:lnTo>
                      <a:lnTo>
                        <a:pt x="10" y="198"/>
                      </a:lnTo>
                      <a:lnTo>
                        <a:pt x="12" y="198"/>
                      </a:lnTo>
                      <a:lnTo>
                        <a:pt x="14" y="200"/>
                      </a:lnTo>
                      <a:lnTo>
                        <a:pt x="16" y="202"/>
                      </a:lnTo>
                      <a:lnTo>
                        <a:pt x="16" y="202"/>
                      </a:lnTo>
                      <a:lnTo>
                        <a:pt x="16" y="202"/>
                      </a:lnTo>
                      <a:lnTo>
                        <a:pt x="18" y="204"/>
                      </a:lnTo>
                      <a:lnTo>
                        <a:pt x="22" y="204"/>
                      </a:lnTo>
                      <a:lnTo>
                        <a:pt x="26" y="206"/>
                      </a:lnTo>
                      <a:lnTo>
                        <a:pt x="30" y="206"/>
                      </a:lnTo>
                      <a:lnTo>
                        <a:pt x="30" y="206"/>
                      </a:lnTo>
                      <a:lnTo>
                        <a:pt x="30" y="206"/>
                      </a:lnTo>
                      <a:lnTo>
                        <a:pt x="34" y="204"/>
                      </a:lnTo>
                      <a:lnTo>
                        <a:pt x="36" y="202"/>
                      </a:lnTo>
                      <a:lnTo>
                        <a:pt x="38" y="200"/>
                      </a:lnTo>
                      <a:lnTo>
                        <a:pt x="42" y="198"/>
                      </a:lnTo>
                      <a:lnTo>
                        <a:pt x="42" y="196"/>
                      </a:lnTo>
                      <a:lnTo>
                        <a:pt x="42" y="222"/>
                      </a:lnTo>
                      <a:lnTo>
                        <a:pt x="42" y="222"/>
                      </a:lnTo>
                      <a:lnTo>
                        <a:pt x="42" y="224"/>
                      </a:lnTo>
                      <a:lnTo>
                        <a:pt x="44" y="224"/>
                      </a:lnTo>
                      <a:lnTo>
                        <a:pt x="48" y="226"/>
                      </a:lnTo>
                      <a:lnTo>
                        <a:pt x="50" y="226"/>
                      </a:lnTo>
                      <a:lnTo>
                        <a:pt x="54" y="226"/>
                      </a:lnTo>
                      <a:lnTo>
                        <a:pt x="58" y="226"/>
                      </a:lnTo>
                      <a:lnTo>
                        <a:pt x="64" y="226"/>
                      </a:lnTo>
                      <a:lnTo>
                        <a:pt x="70" y="226"/>
                      </a:lnTo>
                      <a:lnTo>
                        <a:pt x="74" y="224"/>
                      </a:lnTo>
                      <a:lnTo>
                        <a:pt x="74" y="224"/>
                      </a:lnTo>
                      <a:lnTo>
                        <a:pt x="78" y="224"/>
                      </a:lnTo>
                      <a:lnTo>
                        <a:pt x="80" y="222"/>
                      </a:lnTo>
                      <a:lnTo>
                        <a:pt x="84" y="218"/>
                      </a:lnTo>
                      <a:lnTo>
                        <a:pt x="86" y="216"/>
                      </a:lnTo>
                      <a:lnTo>
                        <a:pt x="86" y="214"/>
                      </a:lnTo>
                      <a:lnTo>
                        <a:pt x="90" y="212"/>
                      </a:lnTo>
                      <a:lnTo>
                        <a:pt x="94" y="210"/>
                      </a:lnTo>
                      <a:lnTo>
                        <a:pt x="96" y="210"/>
                      </a:lnTo>
                      <a:lnTo>
                        <a:pt x="100" y="212"/>
                      </a:lnTo>
                      <a:lnTo>
                        <a:pt x="102" y="212"/>
                      </a:lnTo>
                      <a:lnTo>
                        <a:pt x="102" y="212"/>
                      </a:lnTo>
                      <a:lnTo>
                        <a:pt x="104" y="210"/>
                      </a:lnTo>
                      <a:lnTo>
                        <a:pt x="106" y="208"/>
                      </a:lnTo>
                      <a:lnTo>
                        <a:pt x="108" y="206"/>
                      </a:lnTo>
                      <a:lnTo>
                        <a:pt x="110" y="206"/>
                      </a:lnTo>
                      <a:lnTo>
                        <a:pt x="112" y="206"/>
                      </a:lnTo>
                      <a:lnTo>
                        <a:pt x="112" y="208"/>
                      </a:lnTo>
                      <a:lnTo>
                        <a:pt x="112" y="212"/>
                      </a:lnTo>
                      <a:lnTo>
                        <a:pt x="112" y="216"/>
                      </a:lnTo>
                      <a:lnTo>
                        <a:pt x="112" y="226"/>
                      </a:lnTo>
                      <a:lnTo>
                        <a:pt x="114" y="238"/>
                      </a:lnTo>
                      <a:lnTo>
                        <a:pt x="124" y="248"/>
                      </a:lnTo>
                      <a:lnTo>
                        <a:pt x="136" y="252"/>
                      </a:lnTo>
                      <a:lnTo>
                        <a:pt x="146" y="250"/>
                      </a:lnTo>
                      <a:lnTo>
                        <a:pt x="148" y="252"/>
                      </a:lnTo>
                      <a:lnTo>
                        <a:pt x="148" y="254"/>
                      </a:lnTo>
                      <a:lnTo>
                        <a:pt x="150" y="258"/>
                      </a:lnTo>
                      <a:lnTo>
                        <a:pt x="152" y="262"/>
                      </a:lnTo>
                      <a:lnTo>
                        <a:pt x="156" y="266"/>
                      </a:lnTo>
                      <a:lnTo>
                        <a:pt x="162" y="268"/>
                      </a:lnTo>
                      <a:lnTo>
                        <a:pt x="164" y="268"/>
                      </a:lnTo>
                      <a:lnTo>
                        <a:pt x="166" y="272"/>
                      </a:lnTo>
                      <a:lnTo>
                        <a:pt x="170" y="274"/>
                      </a:lnTo>
                      <a:lnTo>
                        <a:pt x="174" y="278"/>
                      </a:lnTo>
                      <a:lnTo>
                        <a:pt x="178" y="284"/>
                      </a:lnTo>
                      <a:lnTo>
                        <a:pt x="182" y="288"/>
                      </a:lnTo>
                      <a:lnTo>
                        <a:pt x="182" y="294"/>
                      </a:lnTo>
                      <a:lnTo>
                        <a:pt x="206" y="296"/>
                      </a:lnTo>
                      <a:lnTo>
                        <a:pt x="206" y="298"/>
                      </a:lnTo>
                      <a:lnTo>
                        <a:pt x="204" y="300"/>
                      </a:lnTo>
                      <a:lnTo>
                        <a:pt x="204" y="304"/>
                      </a:lnTo>
                      <a:lnTo>
                        <a:pt x="204" y="308"/>
                      </a:lnTo>
                      <a:lnTo>
                        <a:pt x="206" y="310"/>
                      </a:lnTo>
                      <a:lnTo>
                        <a:pt x="206" y="310"/>
                      </a:lnTo>
                      <a:lnTo>
                        <a:pt x="208" y="312"/>
                      </a:lnTo>
                      <a:lnTo>
                        <a:pt x="210" y="312"/>
                      </a:lnTo>
                      <a:lnTo>
                        <a:pt x="212" y="314"/>
                      </a:lnTo>
                      <a:lnTo>
                        <a:pt x="214" y="318"/>
                      </a:lnTo>
                      <a:lnTo>
                        <a:pt x="214" y="322"/>
                      </a:lnTo>
                      <a:lnTo>
                        <a:pt x="214" y="326"/>
                      </a:lnTo>
                      <a:lnTo>
                        <a:pt x="214" y="338"/>
                      </a:lnTo>
                      <a:lnTo>
                        <a:pt x="214" y="350"/>
                      </a:lnTo>
                      <a:lnTo>
                        <a:pt x="214" y="362"/>
                      </a:lnTo>
                      <a:lnTo>
                        <a:pt x="210" y="368"/>
                      </a:lnTo>
                      <a:lnTo>
                        <a:pt x="212" y="368"/>
                      </a:lnTo>
                      <a:lnTo>
                        <a:pt x="212" y="370"/>
                      </a:lnTo>
                      <a:lnTo>
                        <a:pt x="214" y="372"/>
                      </a:lnTo>
                      <a:lnTo>
                        <a:pt x="214" y="374"/>
                      </a:lnTo>
                      <a:lnTo>
                        <a:pt x="214" y="380"/>
                      </a:lnTo>
                      <a:lnTo>
                        <a:pt x="216" y="384"/>
                      </a:lnTo>
                      <a:lnTo>
                        <a:pt x="216" y="396"/>
                      </a:lnTo>
                      <a:lnTo>
                        <a:pt x="218" y="408"/>
                      </a:lnTo>
                      <a:lnTo>
                        <a:pt x="218" y="416"/>
                      </a:lnTo>
                      <a:lnTo>
                        <a:pt x="220" y="416"/>
                      </a:lnTo>
                      <a:lnTo>
                        <a:pt x="220" y="418"/>
                      </a:lnTo>
                      <a:lnTo>
                        <a:pt x="222" y="420"/>
                      </a:lnTo>
                      <a:lnTo>
                        <a:pt x="226" y="420"/>
                      </a:lnTo>
                      <a:lnTo>
                        <a:pt x="236" y="424"/>
                      </a:lnTo>
                      <a:lnTo>
                        <a:pt x="238" y="422"/>
                      </a:lnTo>
                      <a:lnTo>
                        <a:pt x="240" y="422"/>
                      </a:lnTo>
                      <a:lnTo>
                        <a:pt x="242" y="422"/>
                      </a:lnTo>
                      <a:lnTo>
                        <a:pt x="244" y="422"/>
                      </a:lnTo>
                      <a:lnTo>
                        <a:pt x="246" y="422"/>
                      </a:lnTo>
                      <a:lnTo>
                        <a:pt x="248" y="424"/>
                      </a:lnTo>
                      <a:lnTo>
                        <a:pt x="248" y="424"/>
                      </a:lnTo>
                      <a:lnTo>
                        <a:pt x="250" y="428"/>
                      </a:lnTo>
                      <a:lnTo>
                        <a:pt x="252" y="432"/>
                      </a:lnTo>
                      <a:lnTo>
                        <a:pt x="254" y="436"/>
                      </a:lnTo>
                      <a:lnTo>
                        <a:pt x="256" y="442"/>
                      </a:lnTo>
                      <a:lnTo>
                        <a:pt x="256" y="446"/>
                      </a:lnTo>
                      <a:lnTo>
                        <a:pt x="256" y="448"/>
                      </a:lnTo>
                      <a:lnTo>
                        <a:pt x="256" y="448"/>
                      </a:lnTo>
                      <a:lnTo>
                        <a:pt x="260" y="450"/>
                      </a:lnTo>
                      <a:lnTo>
                        <a:pt x="264" y="450"/>
                      </a:lnTo>
                      <a:lnTo>
                        <a:pt x="264" y="450"/>
                      </a:lnTo>
                      <a:lnTo>
                        <a:pt x="266" y="452"/>
                      </a:lnTo>
                      <a:lnTo>
                        <a:pt x="266" y="452"/>
                      </a:lnTo>
                      <a:lnTo>
                        <a:pt x="268" y="452"/>
                      </a:lnTo>
                      <a:lnTo>
                        <a:pt x="270" y="454"/>
                      </a:lnTo>
                      <a:lnTo>
                        <a:pt x="270" y="458"/>
                      </a:lnTo>
                      <a:lnTo>
                        <a:pt x="270" y="462"/>
                      </a:lnTo>
                      <a:lnTo>
                        <a:pt x="270" y="466"/>
                      </a:lnTo>
                      <a:lnTo>
                        <a:pt x="266" y="472"/>
                      </a:lnTo>
                      <a:lnTo>
                        <a:pt x="264" y="474"/>
                      </a:lnTo>
                      <a:lnTo>
                        <a:pt x="258" y="480"/>
                      </a:lnTo>
                      <a:lnTo>
                        <a:pt x="248" y="488"/>
                      </a:lnTo>
                      <a:lnTo>
                        <a:pt x="240" y="494"/>
                      </a:lnTo>
                      <a:lnTo>
                        <a:pt x="234" y="500"/>
                      </a:lnTo>
                      <a:lnTo>
                        <a:pt x="232" y="500"/>
                      </a:lnTo>
                      <a:lnTo>
                        <a:pt x="230" y="502"/>
                      </a:lnTo>
                      <a:lnTo>
                        <a:pt x="228" y="506"/>
                      </a:lnTo>
                      <a:lnTo>
                        <a:pt x="224" y="510"/>
                      </a:lnTo>
                      <a:lnTo>
                        <a:pt x="220" y="514"/>
                      </a:lnTo>
                      <a:lnTo>
                        <a:pt x="218" y="518"/>
                      </a:lnTo>
                      <a:lnTo>
                        <a:pt x="216" y="522"/>
                      </a:lnTo>
                      <a:lnTo>
                        <a:pt x="216" y="524"/>
                      </a:lnTo>
                      <a:lnTo>
                        <a:pt x="216" y="524"/>
                      </a:lnTo>
                      <a:lnTo>
                        <a:pt x="218" y="524"/>
                      </a:lnTo>
                      <a:lnTo>
                        <a:pt x="220" y="522"/>
                      </a:lnTo>
                      <a:lnTo>
                        <a:pt x="224" y="524"/>
                      </a:lnTo>
                      <a:lnTo>
                        <a:pt x="226" y="526"/>
                      </a:lnTo>
                      <a:lnTo>
                        <a:pt x="230" y="530"/>
                      </a:lnTo>
                      <a:lnTo>
                        <a:pt x="240" y="538"/>
                      </a:lnTo>
                      <a:lnTo>
                        <a:pt x="240" y="540"/>
                      </a:lnTo>
                      <a:lnTo>
                        <a:pt x="244" y="540"/>
                      </a:lnTo>
                      <a:lnTo>
                        <a:pt x="248" y="542"/>
                      </a:lnTo>
                      <a:lnTo>
                        <a:pt x="254" y="544"/>
                      </a:lnTo>
                      <a:lnTo>
                        <a:pt x="258" y="546"/>
                      </a:lnTo>
                      <a:lnTo>
                        <a:pt x="262" y="548"/>
                      </a:lnTo>
                      <a:lnTo>
                        <a:pt x="264" y="552"/>
                      </a:lnTo>
                      <a:lnTo>
                        <a:pt x="278" y="568"/>
                      </a:lnTo>
                      <a:lnTo>
                        <a:pt x="282" y="572"/>
                      </a:lnTo>
                      <a:lnTo>
                        <a:pt x="290" y="562"/>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89" name="Freeform 517">
                  <a:extLst>
                    <a:ext uri="{FF2B5EF4-FFF2-40B4-BE49-F238E27FC236}">
                      <a16:creationId xmlns:a16="http://schemas.microsoft.com/office/drawing/2014/main" id="{792AD273-4C85-2C8E-3BC7-9893315FA778}"/>
                    </a:ext>
                  </a:extLst>
                </p:cNvPr>
                <p:cNvSpPr/>
                <p:nvPr/>
              </p:nvSpPr>
              <p:spPr bwMode="gray">
                <a:xfrm>
                  <a:off x="7503888" y="5146315"/>
                  <a:ext cx="277709" cy="1398713"/>
                </a:xfrm>
                <a:custGeom>
                  <a:avLst/>
                  <a:gdLst>
                    <a:gd name="T0" fmla="*/ 130 w 150"/>
                    <a:gd name="T1" fmla="*/ 742 h 756"/>
                    <a:gd name="T2" fmla="*/ 102 w 150"/>
                    <a:gd name="T3" fmla="*/ 748 h 756"/>
                    <a:gd name="T4" fmla="*/ 92 w 150"/>
                    <a:gd name="T5" fmla="*/ 748 h 756"/>
                    <a:gd name="T6" fmla="*/ 54 w 150"/>
                    <a:gd name="T7" fmla="*/ 716 h 756"/>
                    <a:gd name="T8" fmla="*/ 70 w 150"/>
                    <a:gd name="T9" fmla="*/ 688 h 756"/>
                    <a:gd name="T10" fmla="*/ 58 w 150"/>
                    <a:gd name="T11" fmla="*/ 678 h 756"/>
                    <a:gd name="T12" fmla="*/ 42 w 150"/>
                    <a:gd name="T13" fmla="*/ 678 h 756"/>
                    <a:gd name="T14" fmla="*/ 34 w 150"/>
                    <a:gd name="T15" fmla="*/ 686 h 756"/>
                    <a:gd name="T16" fmla="*/ 0 w 150"/>
                    <a:gd name="T17" fmla="*/ 622 h 756"/>
                    <a:gd name="T18" fmla="*/ 8 w 150"/>
                    <a:gd name="T19" fmla="*/ 540 h 756"/>
                    <a:gd name="T20" fmla="*/ 30 w 150"/>
                    <a:gd name="T21" fmla="*/ 452 h 756"/>
                    <a:gd name="T22" fmla="*/ 28 w 150"/>
                    <a:gd name="T23" fmla="*/ 398 h 756"/>
                    <a:gd name="T24" fmla="*/ 48 w 150"/>
                    <a:gd name="T25" fmla="*/ 368 h 756"/>
                    <a:gd name="T26" fmla="*/ 46 w 150"/>
                    <a:gd name="T27" fmla="*/ 336 h 756"/>
                    <a:gd name="T28" fmla="*/ 38 w 150"/>
                    <a:gd name="T29" fmla="*/ 352 h 756"/>
                    <a:gd name="T30" fmla="*/ 36 w 150"/>
                    <a:gd name="T31" fmla="*/ 372 h 756"/>
                    <a:gd name="T32" fmla="*/ 30 w 150"/>
                    <a:gd name="T33" fmla="*/ 380 h 756"/>
                    <a:gd name="T34" fmla="*/ 50 w 150"/>
                    <a:gd name="T35" fmla="*/ 260 h 756"/>
                    <a:gd name="T36" fmla="*/ 56 w 150"/>
                    <a:gd name="T37" fmla="*/ 214 h 756"/>
                    <a:gd name="T38" fmla="*/ 66 w 150"/>
                    <a:gd name="T39" fmla="*/ 184 h 756"/>
                    <a:gd name="T40" fmla="*/ 66 w 150"/>
                    <a:gd name="T41" fmla="*/ 166 h 756"/>
                    <a:gd name="T42" fmla="*/ 68 w 150"/>
                    <a:gd name="T43" fmla="*/ 150 h 756"/>
                    <a:gd name="T44" fmla="*/ 70 w 150"/>
                    <a:gd name="T45" fmla="*/ 134 h 756"/>
                    <a:gd name="T46" fmla="*/ 68 w 150"/>
                    <a:gd name="T47" fmla="*/ 110 h 756"/>
                    <a:gd name="T48" fmla="*/ 72 w 150"/>
                    <a:gd name="T49" fmla="*/ 88 h 756"/>
                    <a:gd name="T50" fmla="*/ 64 w 150"/>
                    <a:gd name="T51" fmla="*/ 30 h 756"/>
                    <a:gd name="T52" fmla="*/ 46 w 150"/>
                    <a:gd name="T53" fmla="*/ 10 h 756"/>
                    <a:gd name="T54" fmla="*/ 60 w 150"/>
                    <a:gd name="T55" fmla="*/ 6 h 756"/>
                    <a:gd name="T56" fmla="*/ 74 w 150"/>
                    <a:gd name="T57" fmla="*/ 8 h 756"/>
                    <a:gd name="T58" fmla="*/ 100 w 150"/>
                    <a:gd name="T59" fmla="*/ 46 h 756"/>
                    <a:gd name="T60" fmla="*/ 110 w 150"/>
                    <a:gd name="T61" fmla="*/ 106 h 756"/>
                    <a:gd name="T62" fmla="*/ 116 w 150"/>
                    <a:gd name="T63" fmla="*/ 108 h 756"/>
                    <a:gd name="T64" fmla="*/ 118 w 150"/>
                    <a:gd name="T65" fmla="*/ 116 h 756"/>
                    <a:gd name="T66" fmla="*/ 114 w 150"/>
                    <a:gd name="T67" fmla="*/ 126 h 756"/>
                    <a:gd name="T68" fmla="*/ 104 w 150"/>
                    <a:gd name="T69" fmla="*/ 146 h 756"/>
                    <a:gd name="T70" fmla="*/ 88 w 150"/>
                    <a:gd name="T71" fmla="*/ 178 h 756"/>
                    <a:gd name="T72" fmla="*/ 82 w 150"/>
                    <a:gd name="T73" fmla="*/ 214 h 756"/>
                    <a:gd name="T74" fmla="*/ 80 w 150"/>
                    <a:gd name="T75" fmla="*/ 326 h 756"/>
                    <a:gd name="T76" fmla="*/ 68 w 150"/>
                    <a:gd name="T77" fmla="*/ 344 h 756"/>
                    <a:gd name="T78" fmla="*/ 58 w 150"/>
                    <a:gd name="T79" fmla="*/ 370 h 756"/>
                    <a:gd name="T80" fmla="*/ 60 w 150"/>
                    <a:gd name="T81" fmla="*/ 398 h 756"/>
                    <a:gd name="T82" fmla="*/ 56 w 150"/>
                    <a:gd name="T83" fmla="*/ 420 h 756"/>
                    <a:gd name="T84" fmla="*/ 56 w 150"/>
                    <a:gd name="T85" fmla="*/ 458 h 756"/>
                    <a:gd name="T86" fmla="*/ 54 w 150"/>
                    <a:gd name="T87" fmla="*/ 470 h 756"/>
                    <a:gd name="T88" fmla="*/ 58 w 150"/>
                    <a:gd name="T89" fmla="*/ 478 h 756"/>
                    <a:gd name="T90" fmla="*/ 56 w 150"/>
                    <a:gd name="T91" fmla="*/ 516 h 756"/>
                    <a:gd name="T92" fmla="*/ 46 w 150"/>
                    <a:gd name="T93" fmla="*/ 526 h 756"/>
                    <a:gd name="T94" fmla="*/ 38 w 150"/>
                    <a:gd name="T95" fmla="*/ 554 h 756"/>
                    <a:gd name="T96" fmla="*/ 38 w 150"/>
                    <a:gd name="T97" fmla="*/ 618 h 756"/>
                    <a:gd name="T98" fmla="*/ 38 w 150"/>
                    <a:gd name="T99" fmla="*/ 642 h 756"/>
                    <a:gd name="T100" fmla="*/ 90 w 150"/>
                    <a:gd name="T101" fmla="*/ 658 h 756"/>
                    <a:gd name="T102" fmla="*/ 92 w 150"/>
                    <a:gd name="T103" fmla="*/ 676 h 756"/>
                    <a:gd name="T104" fmla="*/ 150 w 150"/>
                    <a:gd name="T105" fmla="*/ 748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0" h="756">
                      <a:moveTo>
                        <a:pt x="150" y="748"/>
                      </a:moveTo>
                      <a:lnTo>
                        <a:pt x="144" y="752"/>
                      </a:lnTo>
                      <a:lnTo>
                        <a:pt x="136" y="748"/>
                      </a:lnTo>
                      <a:lnTo>
                        <a:pt x="130" y="742"/>
                      </a:lnTo>
                      <a:lnTo>
                        <a:pt x="122" y="744"/>
                      </a:lnTo>
                      <a:lnTo>
                        <a:pt x="112" y="750"/>
                      </a:lnTo>
                      <a:lnTo>
                        <a:pt x="106" y="756"/>
                      </a:lnTo>
                      <a:lnTo>
                        <a:pt x="102" y="748"/>
                      </a:lnTo>
                      <a:lnTo>
                        <a:pt x="104" y="738"/>
                      </a:lnTo>
                      <a:lnTo>
                        <a:pt x="102" y="732"/>
                      </a:lnTo>
                      <a:lnTo>
                        <a:pt x="92" y="736"/>
                      </a:lnTo>
                      <a:lnTo>
                        <a:pt x="92" y="748"/>
                      </a:lnTo>
                      <a:lnTo>
                        <a:pt x="76" y="748"/>
                      </a:lnTo>
                      <a:lnTo>
                        <a:pt x="70" y="728"/>
                      </a:lnTo>
                      <a:lnTo>
                        <a:pt x="54" y="730"/>
                      </a:lnTo>
                      <a:lnTo>
                        <a:pt x="54" y="716"/>
                      </a:lnTo>
                      <a:lnTo>
                        <a:pt x="66" y="712"/>
                      </a:lnTo>
                      <a:lnTo>
                        <a:pt x="72" y="694"/>
                      </a:lnTo>
                      <a:lnTo>
                        <a:pt x="72" y="690"/>
                      </a:lnTo>
                      <a:lnTo>
                        <a:pt x="70" y="688"/>
                      </a:lnTo>
                      <a:lnTo>
                        <a:pt x="66" y="684"/>
                      </a:lnTo>
                      <a:lnTo>
                        <a:pt x="62" y="682"/>
                      </a:lnTo>
                      <a:lnTo>
                        <a:pt x="60" y="680"/>
                      </a:lnTo>
                      <a:lnTo>
                        <a:pt x="58" y="678"/>
                      </a:lnTo>
                      <a:lnTo>
                        <a:pt x="56" y="676"/>
                      </a:lnTo>
                      <a:lnTo>
                        <a:pt x="50" y="676"/>
                      </a:lnTo>
                      <a:lnTo>
                        <a:pt x="46" y="676"/>
                      </a:lnTo>
                      <a:lnTo>
                        <a:pt x="42" y="678"/>
                      </a:lnTo>
                      <a:lnTo>
                        <a:pt x="38" y="680"/>
                      </a:lnTo>
                      <a:lnTo>
                        <a:pt x="36" y="682"/>
                      </a:lnTo>
                      <a:lnTo>
                        <a:pt x="34" y="684"/>
                      </a:lnTo>
                      <a:lnTo>
                        <a:pt x="34" y="686"/>
                      </a:lnTo>
                      <a:lnTo>
                        <a:pt x="34" y="686"/>
                      </a:lnTo>
                      <a:lnTo>
                        <a:pt x="2" y="654"/>
                      </a:lnTo>
                      <a:lnTo>
                        <a:pt x="0" y="642"/>
                      </a:lnTo>
                      <a:lnTo>
                        <a:pt x="0" y="622"/>
                      </a:lnTo>
                      <a:lnTo>
                        <a:pt x="0" y="600"/>
                      </a:lnTo>
                      <a:lnTo>
                        <a:pt x="4" y="576"/>
                      </a:lnTo>
                      <a:lnTo>
                        <a:pt x="6" y="554"/>
                      </a:lnTo>
                      <a:lnTo>
                        <a:pt x="8" y="540"/>
                      </a:lnTo>
                      <a:lnTo>
                        <a:pt x="8" y="534"/>
                      </a:lnTo>
                      <a:lnTo>
                        <a:pt x="26" y="510"/>
                      </a:lnTo>
                      <a:lnTo>
                        <a:pt x="30" y="484"/>
                      </a:lnTo>
                      <a:lnTo>
                        <a:pt x="30" y="452"/>
                      </a:lnTo>
                      <a:lnTo>
                        <a:pt x="16" y="432"/>
                      </a:lnTo>
                      <a:lnTo>
                        <a:pt x="34" y="414"/>
                      </a:lnTo>
                      <a:lnTo>
                        <a:pt x="36" y="398"/>
                      </a:lnTo>
                      <a:lnTo>
                        <a:pt x="28" y="398"/>
                      </a:lnTo>
                      <a:lnTo>
                        <a:pt x="32" y="388"/>
                      </a:lnTo>
                      <a:lnTo>
                        <a:pt x="38" y="388"/>
                      </a:lnTo>
                      <a:lnTo>
                        <a:pt x="46" y="384"/>
                      </a:lnTo>
                      <a:lnTo>
                        <a:pt x="48" y="368"/>
                      </a:lnTo>
                      <a:lnTo>
                        <a:pt x="48" y="358"/>
                      </a:lnTo>
                      <a:lnTo>
                        <a:pt x="50" y="348"/>
                      </a:lnTo>
                      <a:lnTo>
                        <a:pt x="54" y="332"/>
                      </a:lnTo>
                      <a:lnTo>
                        <a:pt x="46" y="336"/>
                      </a:lnTo>
                      <a:lnTo>
                        <a:pt x="42" y="344"/>
                      </a:lnTo>
                      <a:lnTo>
                        <a:pt x="40" y="346"/>
                      </a:lnTo>
                      <a:lnTo>
                        <a:pt x="40" y="348"/>
                      </a:lnTo>
                      <a:lnTo>
                        <a:pt x="38" y="352"/>
                      </a:lnTo>
                      <a:lnTo>
                        <a:pt x="38" y="356"/>
                      </a:lnTo>
                      <a:lnTo>
                        <a:pt x="38" y="362"/>
                      </a:lnTo>
                      <a:lnTo>
                        <a:pt x="38" y="368"/>
                      </a:lnTo>
                      <a:lnTo>
                        <a:pt x="36" y="372"/>
                      </a:lnTo>
                      <a:lnTo>
                        <a:pt x="34" y="376"/>
                      </a:lnTo>
                      <a:lnTo>
                        <a:pt x="32" y="378"/>
                      </a:lnTo>
                      <a:lnTo>
                        <a:pt x="30" y="378"/>
                      </a:lnTo>
                      <a:lnTo>
                        <a:pt x="30" y="380"/>
                      </a:lnTo>
                      <a:lnTo>
                        <a:pt x="28" y="352"/>
                      </a:lnTo>
                      <a:lnTo>
                        <a:pt x="40" y="314"/>
                      </a:lnTo>
                      <a:lnTo>
                        <a:pt x="46" y="282"/>
                      </a:lnTo>
                      <a:lnTo>
                        <a:pt x="50" y="260"/>
                      </a:lnTo>
                      <a:lnTo>
                        <a:pt x="50" y="244"/>
                      </a:lnTo>
                      <a:lnTo>
                        <a:pt x="50" y="240"/>
                      </a:lnTo>
                      <a:lnTo>
                        <a:pt x="50" y="228"/>
                      </a:lnTo>
                      <a:lnTo>
                        <a:pt x="56" y="214"/>
                      </a:lnTo>
                      <a:lnTo>
                        <a:pt x="60" y="200"/>
                      </a:lnTo>
                      <a:lnTo>
                        <a:pt x="64" y="190"/>
                      </a:lnTo>
                      <a:lnTo>
                        <a:pt x="66" y="186"/>
                      </a:lnTo>
                      <a:lnTo>
                        <a:pt x="66" y="184"/>
                      </a:lnTo>
                      <a:lnTo>
                        <a:pt x="66" y="182"/>
                      </a:lnTo>
                      <a:lnTo>
                        <a:pt x="66" y="176"/>
                      </a:lnTo>
                      <a:lnTo>
                        <a:pt x="66" y="172"/>
                      </a:lnTo>
                      <a:lnTo>
                        <a:pt x="66" y="166"/>
                      </a:lnTo>
                      <a:lnTo>
                        <a:pt x="66" y="164"/>
                      </a:lnTo>
                      <a:lnTo>
                        <a:pt x="68" y="160"/>
                      </a:lnTo>
                      <a:lnTo>
                        <a:pt x="68" y="154"/>
                      </a:lnTo>
                      <a:lnTo>
                        <a:pt x="68" y="150"/>
                      </a:lnTo>
                      <a:lnTo>
                        <a:pt x="70" y="146"/>
                      </a:lnTo>
                      <a:lnTo>
                        <a:pt x="70" y="142"/>
                      </a:lnTo>
                      <a:lnTo>
                        <a:pt x="70" y="140"/>
                      </a:lnTo>
                      <a:lnTo>
                        <a:pt x="70" y="134"/>
                      </a:lnTo>
                      <a:lnTo>
                        <a:pt x="70" y="128"/>
                      </a:lnTo>
                      <a:lnTo>
                        <a:pt x="70" y="122"/>
                      </a:lnTo>
                      <a:lnTo>
                        <a:pt x="70" y="116"/>
                      </a:lnTo>
                      <a:lnTo>
                        <a:pt x="68" y="110"/>
                      </a:lnTo>
                      <a:lnTo>
                        <a:pt x="70" y="106"/>
                      </a:lnTo>
                      <a:lnTo>
                        <a:pt x="70" y="100"/>
                      </a:lnTo>
                      <a:lnTo>
                        <a:pt x="72" y="96"/>
                      </a:lnTo>
                      <a:lnTo>
                        <a:pt x="72" y="88"/>
                      </a:lnTo>
                      <a:lnTo>
                        <a:pt x="74" y="74"/>
                      </a:lnTo>
                      <a:lnTo>
                        <a:pt x="72" y="56"/>
                      </a:lnTo>
                      <a:lnTo>
                        <a:pt x="68" y="36"/>
                      </a:lnTo>
                      <a:lnTo>
                        <a:pt x="64" y="30"/>
                      </a:lnTo>
                      <a:lnTo>
                        <a:pt x="60" y="22"/>
                      </a:lnTo>
                      <a:lnTo>
                        <a:pt x="54" y="16"/>
                      </a:lnTo>
                      <a:lnTo>
                        <a:pt x="48" y="12"/>
                      </a:lnTo>
                      <a:lnTo>
                        <a:pt x="46" y="10"/>
                      </a:lnTo>
                      <a:lnTo>
                        <a:pt x="46" y="10"/>
                      </a:lnTo>
                      <a:lnTo>
                        <a:pt x="50" y="8"/>
                      </a:lnTo>
                      <a:lnTo>
                        <a:pt x="54" y="8"/>
                      </a:lnTo>
                      <a:lnTo>
                        <a:pt x="60" y="6"/>
                      </a:lnTo>
                      <a:lnTo>
                        <a:pt x="66" y="2"/>
                      </a:lnTo>
                      <a:lnTo>
                        <a:pt x="72" y="0"/>
                      </a:lnTo>
                      <a:lnTo>
                        <a:pt x="72" y="2"/>
                      </a:lnTo>
                      <a:lnTo>
                        <a:pt x="74" y="8"/>
                      </a:lnTo>
                      <a:lnTo>
                        <a:pt x="80" y="18"/>
                      </a:lnTo>
                      <a:lnTo>
                        <a:pt x="90" y="34"/>
                      </a:lnTo>
                      <a:lnTo>
                        <a:pt x="98" y="46"/>
                      </a:lnTo>
                      <a:lnTo>
                        <a:pt x="100" y="46"/>
                      </a:lnTo>
                      <a:lnTo>
                        <a:pt x="100" y="48"/>
                      </a:lnTo>
                      <a:lnTo>
                        <a:pt x="102" y="52"/>
                      </a:lnTo>
                      <a:lnTo>
                        <a:pt x="102" y="60"/>
                      </a:lnTo>
                      <a:lnTo>
                        <a:pt x="110" y="106"/>
                      </a:lnTo>
                      <a:lnTo>
                        <a:pt x="112" y="106"/>
                      </a:lnTo>
                      <a:lnTo>
                        <a:pt x="112" y="106"/>
                      </a:lnTo>
                      <a:lnTo>
                        <a:pt x="114" y="108"/>
                      </a:lnTo>
                      <a:lnTo>
                        <a:pt x="116" y="108"/>
                      </a:lnTo>
                      <a:lnTo>
                        <a:pt x="118" y="106"/>
                      </a:lnTo>
                      <a:lnTo>
                        <a:pt x="118" y="108"/>
                      </a:lnTo>
                      <a:lnTo>
                        <a:pt x="118" y="110"/>
                      </a:lnTo>
                      <a:lnTo>
                        <a:pt x="118" y="116"/>
                      </a:lnTo>
                      <a:lnTo>
                        <a:pt x="118" y="120"/>
                      </a:lnTo>
                      <a:lnTo>
                        <a:pt x="118" y="124"/>
                      </a:lnTo>
                      <a:lnTo>
                        <a:pt x="116" y="124"/>
                      </a:lnTo>
                      <a:lnTo>
                        <a:pt x="114" y="126"/>
                      </a:lnTo>
                      <a:lnTo>
                        <a:pt x="112" y="128"/>
                      </a:lnTo>
                      <a:lnTo>
                        <a:pt x="108" y="132"/>
                      </a:lnTo>
                      <a:lnTo>
                        <a:pt x="106" y="138"/>
                      </a:lnTo>
                      <a:lnTo>
                        <a:pt x="104" y="146"/>
                      </a:lnTo>
                      <a:lnTo>
                        <a:pt x="102" y="150"/>
                      </a:lnTo>
                      <a:lnTo>
                        <a:pt x="98" y="158"/>
                      </a:lnTo>
                      <a:lnTo>
                        <a:pt x="92" y="168"/>
                      </a:lnTo>
                      <a:lnTo>
                        <a:pt x="88" y="178"/>
                      </a:lnTo>
                      <a:lnTo>
                        <a:pt x="86" y="186"/>
                      </a:lnTo>
                      <a:lnTo>
                        <a:pt x="84" y="192"/>
                      </a:lnTo>
                      <a:lnTo>
                        <a:pt x="84" y="200"/>
                      </a:lnTo>
                      <a:lnTo>
                        <a:pt x="82" y="214"/>
                      </a:lnTo>
                      <a:lnTo>
                        <a:pt x="84" y="232"/>
                      </a:lnTo>
                      <a:lnTo>
                        <a:pt x="82" y="322"/>
                      </a:lnTo>
                      <a:lnTo>
                        <a:pt x="82" y="324"/>
                      </a:lnTo>
                      <a:lnTo>
                        <a:pt x="80" y="326"/>
                      </a:lnTo>
                      <a:lnTo>
                        <a:pt x="76" y="330"/>
                      </a:lnTo>
                      <a:lnTo>
                        <a:pt x="74" y="334"/>
                      </a:lnTo>
                      <a:lnTo>
                        <a:pt x="70" y="338"/>
                      </a:lnTo>
                      <a:lnTo>
                        <a:pt x="68" y="344"/>
                      </a:lnTo>
                      <a:lnTo>
                        <a:pt x="66" y="348"/>
                      </a:lnTo>
                      <a:lnTo>
                        <a:pt x="64" y="350"/>
                      </a:lnTo>
                      <a:lnTo>
                        <a:pt x="60" y="368"/>
                      </a:lnTo>
                      <a:lnTo>
                        <a:pt x="58" y="370"/>
                      </a:lnTo>
                      <a:lnTo>
                        <a:pt x="58" y="372"/>
                      </a:lnTo>
                      <a:lnTo>
                        <a:pt x="60" y="380"/>
                      </a:lnTo>
                      <a:lnTo>
                        <a:pt x="58" y="390"/>
                      </a:lnTo>
                      <a:lnTo>
                        <a:pt x="60" y="398"/>
                      </a:lnTo>
                      <a:lnTo>
                        <a:pt x="58" y="410"/>
                      </a:lnTo>
                      <a:lnTo>
                        <a:pt x="54" y="412"/>
                      </a:lnTo>
                      <a:lnTo>
                        <a:pt x="54" y="420"/>
                      </a:lnTo>
                      <a:lnTo>
                        <a:pt x="56" y="420"/>
                      </a:lnTo>
                      <a:lnTo>
                        <a:pt x="56" y="424"/>
                      </a:lnTo>
                      <a:lnTo>
                        <a:pt x="56" y="436"/>
                      </a:lnTo>
                      <a:lnTo>
                        <a:pt x="56" y="448"/>
                      </a:lnTo>
                      <a:lnTo>
                        <a:pt x="56" y="458"/>
                      </a:lnTo>
                      <a:lnTo>
                        <a:pt x="56" y="462"/>
                      </a:lnTo>
                      <a:lnTo>
                        <a:pt x="54" y="466"/>
                      </a:lnTo>
                      <a:lnTo>
                        <a:pt x="54" y="468"/>
                      </a:lnTo>
                      <a:lnTo>
                        <a:pt x="54" y="470"/>
                      </a:lnTo>
                      <a:lnTo>
                        <a:pt x="54" y="472"/>
                      </a:lnTo>
                      <a:lnTo>
                        <a:pt x="56" y="474"/>
                      </a:lnTo>
                      <a:lnTo>
                        <a:pt x="56" y="476"/>
                      </a:lnTo>
                      <a:lnTo>
                        <a:pt x="58" y="478"/>
                      </a:lnTo>
                      <a:lnTo>
                        <a:pt x="58" y="484"/>
                      </a:lnTo>
                      <a:lnTo>
                        <a:pt x="58" y="496"/>
                      </a:lnTo>
                      <a:lnTo>
                        <a:pt x="58" y="508"/>
                      </a:lnTo>
                      <a:lnTo>
                        <a:pt x="56" y="516"/>
                      </a:lnTo>
                      <a:lnTo>
                        <a:pt x="56" y="518"/>
                      </a:lnTo>
                      <a:lnTo>
                        <a:pt x="52" y="520"/>
                      </a:lnTo>
                      <a:lnTo>
                        <a:pt x="50" y="522"/>
                      </a:lnTo>
                      <a:lnTo>
                        <a:pt x="46" y="526"/>
                      </a:lnTo>
                      <a:lnTo>
                        <a:pt x="42" y="530"/>
                      </a:lnTo>
                      <a:lnTo>
                        <a:pt x="40" y="534"/>
                      </a:lnTo>
                      <a:lnTo>
                        <a:pt x="38" y="540"/>
                      </a:lnTo>
                      <a:lnTo>
                        <a:pt x="38" y="554"/>
                      </a:lnTo>
                      <a:lnTo>
                        <a:pt x="38" y="574"/>
                      </a:lnTo>
                      <a:lnTo>
                        <a:pt x="38" y="594"/>
                      </a:lnTo>
                      <a:lnTo>
                        <a:pt x="38" y="612"/>
                      </a:lnTo>
                      <a:lnTo>
                        <a:pt x="38" y="618"/>
                      </a:lnTo>
                      <a:lnTo>
                        <a:pt x="36" y="620"/>
                      </a:lnTo>
                      <a:lnTo>
                        <a:pt x="36" y="624"/>
                      </a:lnTo>
                      <a:lnTo>
                        <a:pt x="38" y="630"/>
                      </a:lnTo>
                      <a:lnTo>
                        <a:pt x="38" y="642"/>
                      </a:lnTo>
                      <a:lnTo>
                        <a:pt x="50" y="656"/>
                      </a:lnTo>
                      <a:lnTo>
                        <a:pt x="88" y="656"/>
                      </a:lnTo>
                      <a:lnTo>
                        <a:pt x="90" y="656"/>
                      </a:lnTo>
                      <a:lnTo>
                        <a:pt x="90" y="658"/>
                      </a:lnTo>
                      <a:lnTo>
                        <a:pt x="90" y="660"/>
                      </a:lnTo>
                      <a:lnTo>
                        <a:pt x="90" y="662"/>
                      </a:lnTo>
                      <a:lnTo>
                        <a:pt x="90" y="668"/>
                      </a:lnTo>
                      <a:lnTo>
                        <a:pt x="92" y="676"/>
                      </a:lnTo>
                      <a:lnTo>
                        <a:pt x="92" y="700"/>
                      </a:lnTo>
                      <a:lnTo>
                        <a:pt x="96" y="726"/>
                      </a:lnTo>
                      <a:lnTo>
                        <a:pt x="136" y="728"/>
                      </a:lnTo>
                      <a:lnTo>
                        <a:pt x="150" y="74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0" name="Freeform 518">
                  <a:extLst>
                    <a:ext uri="{FF2B5EF4-FFF2-40B4-BE49-F238E27FC236}">
                      <a16:creationId xmlns:a16="http://schemas.microsoft.com/office/drawing/2014/main" id="{0F0279CC-EE1B-7DF7-61E3-3F1410B4EF2E}"/>
                    </a:ext>
                  </a:extLst>
                </p:cNvPr>
                <p:cNvSpPr/>
                <p:nvPr/>
              </p:nvSpPr>
              <p:spPr bwMode="gray">
                <a:xfrm>
                  <a:off x="7837139" y="5238822"/>
                  <a:ext cx="203654" cy="233119"/>
                </a:xfrm>
                <a:custGeom>
                  <a:avLst/>
                  <a:gdLst>
                    <a:gd name="T0" fmla="*/ 110 w 110"/>
                    <a:gd name="T1" fmla="*/ 94 h 126"/>
                    <a:gd name="T2" fmla="*/ 108 w 110"/>
                    <a:gd name="T3" fmla="*/ 84 h 126"/>
                    <a:gd name="T4" fmla="*/ 104 w 110"/>
                    <a:gd name="T5" fmla="*/ 76 h 126"/>
                    <a:gd name="T6" fmla="*/ 102 w 110"/>
                    <a:gd name="T7" fmla="*/ 72 h 126"/>
                    <a:gd name="T8" fmla="*/ 98 w 110"/>
                    <a:gd name="T9" fmla="*/ 70 h 126"/>
                    <a:gd name="T10" fmla="*/ 92 w 110"/>
                    <a:gd name="T11" fmla="*/ 70 h 126"/>
                    <a:gd name="T12" fmla="*/ 90 w 110"/>
                    <a:gd name="T13" fmla="*/ 72 h 126"/>
                    <a:gd name="T14" fmla="*/ 76 w 110"/>
                    <a:gd name="T15" fmla="*/ 68 h 126"/>
                    <a:gd name="T16" fmla="*/ 72 w 110"/>
                    <a:gd name="T17" fmla="*/ 64 h 126"/>
                    <a:gd name="T18" fmla="*/ 72 w 110"/>
                    <a:gd name="T19" fmla="*/ 54 h 126"/>
                    <a:gd name="T20" fmla="*/ 68 w 110"/>
                    <a:gd name="T21" fmla="*/ 32 h 126"/>
                    <a:gd name="T22" fmla="*/ 68 w 110"/>
                    <a:gd name="T23" fmla="*/ 24 h 126"/>
                    <a:gd name="T24" fmla="*/ 68 w 110"/>
                    <a:gd name="T25" fmla="*/ 18 h 126"/>
                    <a:gd name="T26" fmla="*/ 68 w 110"/>
                    <a:gd name="T27" fmla="*/ 18 h 126"/>
                    <a:gd name="T28" fmla="*/ 64 w 110"/>
                    <a:gd name="T29" fmla="*/ 16 h 126"/>
                    <a:gd name="T30" fmla="*/ 56 w 110"/>
                    <a:gd name="T31" fmla="*/ 8 h 126"/>
                    <a:gd name="T32" fmla="*/ 46 w 110"/>
                    <a:gd name="T33" fmla="*/ 2 h 126"/>
                    <a:gd name="T34" fmla="*/ 36 w 110"/>
                    <a:gd name="T35" fmla="*/ 0 h 126"/>
                    <a:gd name="T36" fmla="*/ 30 w 110"/>
                    <a:gd name="T37" fmla="*/ 4 h 126"/>
                    <a:gd name="T38" fmla="*/ 18 w 110"/>
                    <a:gd name="T39" fmla="*/ 10 h 126"/>
                    <a:gd name="T40" fmla="*/ 8 w 110"/>
                    <a:gd name="T41" fmla="*/ 24 h 126"/>
                    <a:gd name="T42" fmla="*/ 6 w 110"/>
                    <a:gd name="T43" fmla="*/ 28 h 126"/>
                    <a:gd name="T44" fmla="*/ 2 w 110"/>
                    <a:gd name="T45" fmla="*/ 38 h 126"/>
                    <a:gd name="T46" fmla="*/ 0 w 110"/>
                    <a:gd name="T47" fmla="*/ 52 h 126"/>
                    <a:gd name="T48" fmla="*/ 2 w 110"/>
                    <a:gd name="T49" fmla="*/ 56 h 126"/>
                    <a:gd name="T50" fmla="*/ 10 w 110"/>
                    <a:gd name="T51" fmla="*/ 60 h 126"/>
                    <a:gd name="T52" fmla="*/ 32 w 110"/>
                    <a:gd name="T53" fmla="*/ 72 h 126"/>
                    <a:gd name="T54" fmla="*/ 50 w 110"/>
                    <a:gd name="T55" fmla="*/ 126 h 126"/>
                    <a:gd name="T56" fmla="*/ 102 w 110"/>
                    <a:gd name="T57" fmla="*/ 124 h 126"/>
                    <a:gd name="T58" fmla="*/ 104 w 110"/>
                    <a:gd name="T59" fmla="*/ 116 h 126"/>
                    <a:gd name="T60" fmla="*/ 106 w 110"/>
                    <a:gd name="T61" fmla="*/ 110 h 126"/>
                    <a:gd name="T62" fmla="*/ 106 w 110"/>
                    <a:gd name="T63" fmla="*/ 104 h 126"/>
                    <a:gd name="T64" fmla="*/ 108 w 110"/>
                    <a:gd name="T65" fmla="*/ 9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26">
                      <a:moveTo>
                        <a:pt x="108" y="96"/>
                      </a:moveTo>
                      <a:lnTo>
                        <a:pt x="110" y="94"/>
                      </a:lnTo>
                      <a:lnTo>
                        <a:pt x="108" y="90"/>
                      </a:lnTo>
                      <a:lnTo>
                        <a:pt x="108" y="84"/>
                      </a:lnTo>
                      <a:lnTo>
                        <a:pt x="106" y="80"/>
                      </a:lnTo>
                      <a:lnTo>
                        <a:pt x="104" y="76"/>
                      </a:lnTo>
                      <a:lnTo>
                        <a:pt x="102" y="72"/>
                      </a:lnTo>
                      <a:lnTo>
                        <a:pt x="102" y="72"/>
                      </a:lnTo>
                      <a:lnTo>
                        <a:pt x="100" y="70"/>
                      </a:lnTo>
                      <a:lnTo>
                        <a:pt x="98" y="70"/>
                      </a:lnTo>
                      <a:lnTo>
                        <a:pt x="94" y="70"/>
                      </a:lnTo>
                      <a:lnTo>
                        <a:pt x="92" y="70"/>
                      </a:lnTo>
                      <a:lnTo>
                        <a:pt x="90" y="70"/>
                      </a:lnTo>
                      <a:lnTo>
                        <a:pt x="90" y="72"/>
                      </a:lnTo>
                      <a:lnTo>
                        <a:pt x="78" y="68"/>
                      </a:lnTo>
                      <a:lnTo>
                        <a:pt x="76" y="68"/>
                      </a:lnTo>
                      <a:lnTo>
                        <a:pt x="74" y="66"/>
                      </a:lnTo>
                      <a:lnTo>
                        <a:pt x="72" y="64"/>
                      </a:lnTo>
                      <a:lnTo>
                        <a:pt x="72" y="64"/>
                      </a:lnTo>
                      <a:lnTo>
                        <a:pt x="72" y="54"/>
                      </a:lnTo>
                      <a:lnTo>
                        <a:pt x="70" y="42"/>
                      </a:lnTo>
                      <a:lnTo>
                        <a:pt x="68" y="32"/>
                      </a:lnTo>
                      <a:lnTo>
                        <a:pt x="68" y="28"/>
                      </a:lnTo>
                      <a:lnTo>
                        <a:pt x="68" y="24"/>
                      </a:lnTo>
                      <a:lnTo>
                        <a:pt x="68" y="20"/>
                      </a:lnTo>
                      <a:lnTo>
                        <a:pt x="68" y="18"/>
                      </a:lnTo>
                      <a:lnTo>
                        <a:pt x="68" y="18"/>
                      </a:lnTo>
                      <a:lnTo>
                        <a:pt x="68" y="18"/>
                      </a:lnTo>
                      <a:lnTo>
                        <a:pt x="66" y="18"/>
                      </a:lnTo>
                      <a:lnTo>
                        <a:pt x="64" y="16"/>
                      </a:lnTo>
                      <a:lnTo>
                        <a:pt x="60" y="12"/>
                      </a:lnTo>
                      <a:lnTo>
                        <a:pt x="56" y="8"/>
                      </a:lnTo>
                      <a:lnTo>
                        <a:pt x="52" y="6"/>
                      </a:lnTo>
                      <a:lnTo>
                        <a:pt x="46" y="2"/>
                      </a:lnTo>
                      <a:lnTo>
                        <a:pt x="42" y="2"/>
                      </a:lnTo>
                      <a:lnTo>
                        <a:pt x="36" y="0"/>
                      </a:lnTo>
                      <a:lnTo>
                        <a:pt x="34" y="2"/>
                      </a:lnTo>
                      <a:lnTo>
                        <a:pt x="30" y="4"/>
                      </a:lnTo>
                      <a:lnTo>
                        <a:pt x="24" y="6"/>
                      </a:lnTo>
                      <a:lnTo>
                        <a:pt x="18" y="10"/>
                      </a:lnTo>
                      <a:lnTo>
                        <a:pt x="12" y="16"/>
                      </a:lnTo>
                      <a:lnTo>
                        <a:pt x="8" y="24"/>
                      </a:lnTo>
                      <a:lnTo>
                        <a:pt x="6" y="24"/>
                      </a:lnTo>
                      <a:lnTo>
                        <a:pt x="6" y="28"/>
                      </a:lnTo>
                      <a:lnTo>
                        <a:pt x="4" y="32"/>
                      </a:lnTo>
                      <a:lnTo>
                        <a:pt x="2" y="38"/>
                      </a:lnTo>
                      <a:lnTo>
                        <a:pt x="0" y="46"/>
                      </a:lnTo>
                      <a:lnTo>
                        <a:pt x="0" y="52"/>
                      </a:lnTo>
                      <a:lnTo>
                        <a:pt x="0" y="54"/>
                      </a:lnTo>
                      <a:lnTo>
                        <a:pt x="2" y="56"/>
                      </a:lnTo>
                      <a:lnTo>
                        <a:pt x="6" y="58"/>
                      </a:lnTo>
                      <a:lnTo>
                        <a:pt x="10" y="60"/>
                      </a:lnTo>
                      <a:lnTo>
                        <a:pt x="26" y="66"/>
                      </a:lnTo>
                      <a:lnTo>
                        <a:pt x="32" y="72"/>
                      </a:lnTo>
                      <a:lnTo>
                        <a:pt x="66" y="90"/>
                      </a:lnTo>
                      <a:lnTo>
                        <a:pt x="50" y="126"/>
                      </a:lnTo>
                      <a:lnTo>
                        <a:pt x="102" y="126"/>
                      </a:lnTo>
                      <a:lnTo>
                        <a:pt x="102" y="124"/>
                      </a:lnTo>
                      <a:lnTo>
                        <a:pt x="102" y="120"/>
                      </a:lnTo>
                      <a:lnTo>
                        <a:pt x="104" y="116"/>
                      </a:lnTo>
                      <a:lnTo>
                        <a:pt x="106" y="112"/>
                      </a:lnTo>
                      <a:lnTo>
                        <a:pt x="106" y="110"/>
                      </a:lnTo>
                      <a:lnTo>
                        <a:pt x="106" y="108"/>
                      </a:lnTo>
                      <a:lnTo>
                        <a:pt x="106" y="104"/>
                      </a:lnTo>
                      <a:lnTo>
                        <a:pt x="108" y="98"/>
                      </a:lnTo>
                      <a:lnTo>
                        <a:pt x="108" y="9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1" name="Freeform 519">
                  <a:extLst>
                    <a:ext uri="{FF2B5EF4-FFF2-40B4-BE49-F238E27FC236}">
                      <a16:creationId xmlns:a16="http://schemas.microsoft.com/office/drawing/2014/main" id="{974EAF71-9E67-9898-670F-32EFE0EE270C}"/>
                    </a:ext>
                  </a:extLst>
                </p:cNvPr>
                <p:cNvSpPr/>
                <p:nvPr/>
              </p:nvSpPr>
              <p:spPr bwMode="gray">
                <a:xfrm>
                  <a:off x="7237287" y="4358151"/>
                  <a:ext cx="96273" cy="129510"/>
                </a:xfrm>
                <a:custGeom>
                  <a:avLst/>
                  <a:gdLst>
                    <a:gd name="T0" fmla="*/ 50 w 52"/>
                    <a:gd name="T1" fmla="*/ 64 h 70"/>
                    <a:gd name="T2" fmla="*/ 46 w 52"/>
                    <a:gd name="T3" fmla="*/ 60 h 70"/>
                    <a:gd name="T4" fmla="*/ 44 w 52"/>
                    <a:gd name="T5" fmla="*/ 54 h 70"/>
                    <a:gd name="T6" fmla="*/ 46 w 52"/>
                    <a:gd name="T7" fmla="*/ 46 h 70"/>
                    <a:gd name="T8" fmla="*/ 48 w 52"/>
                    <a:gd name="T9" fmla="*/ 42 h 70"/>
                    <a:gd name="T10" fmla="*/ 48 w 52"/>
                    <a:gd name="T11" fmla="*/ 36 h 70"/>
                    <a:gd name="T12" fmla="*/ 48 w 52"/>
                    <a:gd name="T13" fmla="*/ 32 h 70"/>
                    <a:gd name="T14" fmla="*/ 50 w 52"/>
                    <a:gd name="T15" fmla="*/ 20 h 70"/>
                    <a:gd name="T16" fmla="*/ 52 w 52"/>
                    <a:gd name="T17" fmla="*/ 10 h 70"/>
                    <a:gd name="T18" fmla="*/ 52 w 52"/>
                    <a:gd name="T19" fmla="*/ 6 h 70"/>
                    <a:gd name="T20" fmla="*/ 52 w 52"/>
                    <a:gd name="T21" fmla="*/ 0 h 70"/>
                    <a:gd name="T22" fmla="*/ 48 w 52"/>
                    <a:gd name="T23" fmla="*/ 0 h 70"/>
                    <a:gd name="T24" fmla="*/ 44 w 52"/>
                    <a:gd name="T25" fmla="*/ 0 h 70"/>
                    <a:gd name="T26" fmla="*/ 40 w 52"/>
                    <a:gd name="T27" fmla="*/ 2 h 70"/>
                    <a:gd name="T28" fmla="*/ 36 w 52"/>
                    <a:gd name="T29" fmla="*/ 0 h 70"/>
                    <a:gd name="T30" fmla="*/ 34 w 52"/>
                    <a:gd name="T31" fmla="*/ 2 h 70"/>
                    <a:gd name="T32" fmla="*/ 30 w 52"/>
                    <a:gd name="T33" fmla="*/ 10 h 70"/>
                    <a:gd name="T34" fmla="*/ 28 w 52"/>
                    <a:gd name="T35" fmla="*/ 14 h 70"/>
                    <a:gd name="T36" fmla="*/ 24 w 52"/>
                    <a:gd name="T37" fmla="*/ 20 h 70"/>
                    <a:gd name="T38" fmla="*/ 20 w 52"/>
                    <a:gd name="T39" fmla="*/ 22 h 70"/>
                    <a:gd name="T40" fmla="*/ 16 w 52"/>
                    <a:gd name="T41" fmla="*/ 24 h 70"/>
                    <a:gd name="T42" fmla="*/ 14 w 52"/>
                    <a:gd name="T43" fmla="*/ 28 h 70"/>
                    <a:gd name="T44" fmla="*/ 14 w 52"/>
                    <a:gd name="T45" fmla="*/ 32 h 70"/>
                    <a:gd name="T46" fmla="*/ 10 w 52"/>
                    <a:gd name="T47" fmla="*/ 36 h 70"/>
                    <a:gd name="T48" fmla="*/ 8 w 52"/>
                    <a:gd name="T49" fmla="*/ 38 h 70"/>
                    <a:gd name="T50" fmla="*/ 6 w 52"/>
                    <a:gd name="T51" fmla="*/ 40 h 70"/>
                    <a:gd name="T52" fmla="*/ 6 w 52"/>
                    <a:gd name="T53" fmla="*/ 42 h 70"/>
                    <a:gd name="T54" fmla="*/ 4 w 52"/>
                    <a:gd name="T55" fmla="*/ 44 h 70"/>
                    <a:gd name="T56" fmla="*/ 2 w 52"/>
                    <a:gd name="T57" fmla="*/ 44 h 70"/>
                    <a:gd name="T58" fmla="*/ 0 w 52"/>
                    <a:gd name="T59" fmla="*/ 42 h 70"/>
                    <a:gd name="T60" fmla="*/ 0 w 52"/>
                    <a:gd name="T61" fmla="*/ 44 h 70"/>
                    <a:gd name="T62" fmla="*/ 8 w 52"/>
                    <a:gd name="T63" fmla="*/ 52 h 70"/>
                    <a:gd name="T64" fmla="*/ 12 w 52"/>
                    <a:gd name="T65" fmla="*/ 60 h 70"/>
                    <a:gd name="T66" fmla="*/ 16 w 52"/>
                    <a:gd name="T67" fmla="*/ 64 h 70"/>
                    <a:gd name="T68" fmla="*/ 20 w 52"/>
                    <a:gd name="T69" fmla="*/ 62 h 70"/>
                    <a:gd name="T70" fmla="*/ 26 w 52"/>
                    <a:gd name="T71" fmla="*/ 66 h 70"/>
                    <a:gd name="T72" fmla="*/ 30 w 52"/>
                    <a:gd name="T73" fmla="*/ 66 h 70"/>
                    <a:gd name="T74" fmla="*/ 36 w 52"/>
                    <a:gd name="T75" fmla="*/ 66 h 70"/>
                    <a:gd name="T76" fmla="*/ 40 w 52"/>
                    <a:gd name="T77" fmla="*/ 66 h 70"/>
                    <a:gd name="T78" fmla="*/ 44 w 52"/>
                    <a:gd name="T79" fmla="*/ 68 h 70"/>
                    <a:gd name="T80" fmla="*/ 48 w 52"/>
                    <a:gd name="T81" fmla="*/ 70 h 70"/>
                    <a:gd name="T82" fmla="*/ 50 w 52"/>
                    <a:gd name="T83" fmla="*/ 70 h 70"/>
                    <a:gd name="T84" fmla="*/ 52 w 52"/>
                    <a:gd name="T85"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 h="70">
                      <a:moveTo>
                        <a:pt x="52" y="70"/>
                      </a:moveTo>
                      <a:lnTo>
                        <a:pt x="50" y="64"/>
                      </a:lnTo>
                      <a:lnTo>
                        <a:pt x="46" y="60"/>
                      </a:lnTo>
                      <a:lnTo>
                        <a:pt x="46" y="60"/>
                      </a:lnTo>
                      <a:lnTo>
                        <a:pt x="44" y="58"/>
                      </a:lnTo>
                      <a:lnTo>
                        <a:pt x="44" y="54"/>
                      </a:lnTo>
                      <a:lnTo>
                        <a:pt x="44" y="50"/>
                      </a:lnTo>
                      <a:lnTo>
                        <a:pt x="46" y="46"/>
                      </a:lnTo>
                      <a:lnTo>
                        <a:pt x="46" y="46"/>
                      </a:lnTo>
                      <a:lnTo>
                        <a:pt x="48" y="42"/>
                      </a:lnTo>
                      <a:lnTo>
                        <a:pt x="48" y="40"/>
                      </a:lnTo>
                      <a:lnTo>
                        <a:pt x="48" y="36"/>
                      </a:lnTo>
                      <a:lnTo>
                        <a:pt x="48" y="34"/>
                      </a:lnTo>
                      <a:lnTo>
                        <a:pt x="48" y="32"/>
                      </a:lnTo>
                      <a:lnTo>
                        <a:pt x="48" y="26"/>
                      </a:lnTo>
                      <a:lnTo>
                        <a:pt x="50" y="20"/>
                      </a:lnTo>
                      <a:lnTo>
                        <a:pt x="50" y="14"/>
                      </a:lnTo>
                      <a:lnTo>
                        <a:pt x="52" y="10"/>
                      </a:lnTo>
                      <a:lnTo>
                        <a:pt x="52" y="8"/>
                      </a:lnTo>
                      <a:lnTo>
                        <a:pt x="52" y="6"/>
                      </a:lnTo>
                      <a:lnTo>
                        <a:pt x="52" y="2"/>
                      </a:lnTo>
                      <a:lnTo>
                        <a:pt x="52" y="0"/>
                      </a:lnTo>
                      <a:lnTo>
                        <a:pt x="50" y="0"/>
                      </a:lnTo>
                      <a:lnTo>
                        <a:pt x="48" y="0"/>
                      </a:lnTo>
                      <a:lnTo>
                        <a:pt x="46" y="0"/>
                      </a:lnTo>
                      <a:lnTo>
                        <a:pt x="44" y="0"/>
                      </a:lnTo>
                      <a:lnTo>
                        <a:pt x="42" y="0"/>
                      </a:lnTo>
                      <a:lnTo>
                        <a:pt x="40" y="2"/>
                      </a:lnTo>
                      <a:lnTo>
                        <a:pt x="38" y="0"/>
                      </a:lnTo>
                      <a:lnTo>
                        <a:pt x="36" y="0"/>
                      </a:lnTo>
                      <a:lnTo>
                        <a:pt x="36" y="0"/>
                      </a:lnTo>
                      <a:lnTo>
                        <a:pt x="34" y="2"/>
                      </a:lnTo>
                      <a:lnTo>
                        <a:pt x="32" y="4"/>
                      </a:lnTo>
                      <a:lnTo>
                        <a:pt x="30" y="10"/>
                      </a:lnTo>
                      <a:lnTo>
                        <a:pt x="30" y="10"/>
                      </a:lnTo>
                      <a:lnTo>
                        <a:pt x="28" y="14"/>
                      </a:lnTo>
                      <a:lnTo>
                        <a:pt x="26" y="16"/>
                      </a:lnTo>
                      <a:lnTo>
                        <a:pt x="24" y="20"/>
                      </a:lnTo>
                      <a:lnTo>
                        <a:pt x="20" y="22"/>
                      </a:lnTo>
                      <a:lnTo>
                        <a:pt x="20" y="22"/>
                      </a:lnTo>
                      <a:lnTo>
                        <a:pt x="18" y="22"/>
                      </a:lnTo>
                      <a:lnTo>
                        <a:pt x="16" y="24"/>
                      </a:lnTo>
                      <a:lnTo>
                        <a:pt x="14" y="26"/>
                      </a:lnTo>
                      <a:lnTo>
                        <a:pt x="14" y="28"/>
                      </a:lnTo>
                      <a:lnTo>
                        <a:pt x="14" y="30"/>
                      </a:lnTo>
                      <a:lnTo>
                        <a:pt x="14" y="32"/>
                      </a:lnTo>
                      <a:lnTo>
                        <a:pt x="12" y="34"/>
                      </a:lnTo>
                      <a:lnTo>
                        <a:pt x="10" y="36"/>
                      </a:lnTo>
                      <a:lnTo>
                        <a:pt x="8" y="36"/>
                      </a:lnTo>
                      <a:lnTo>
                        <a:pt x="8" y="38"/>
                      </a:lnTo>
                      <a:lnTo>
                        <a:pt x="6" y="40"/>
                      </a:lnTo>
                      <a:lnTo>
                        <a:pt x="6" y="40"/>
                      </a:lnTo>
                      <a:lnTo>
                        <a:pt x="6" y="40"/>
                      </a:lnTo>
                      <a:lnTo>
                        <a:pt x="6" y="42"/>
                      </a:lnTo>
                      <a:lnTo>
                        <a:pt x="6" y="42"/>
                      </a:lnTo>
                      <a:lnTo>
                        <a:pt x="4" y="44"/>
                      </a:lnTo>
                      <a:lnTo>
                        <a:pt x="2" y="44"/>
                      </a:lnTo>
                      <a:lnTo>
                        <a:pt x="2" y="44"/>
                      </a:lnTo>
                      <a:lnTo>
                        <a:pt x="0" y="42"/>
                      </a:lnTo>
                      <a:lnTo>
                        <a:pt x="0" y="42"/>
                      </a:lnTo>
                      <a:lnTo>
                        <a:pt x="0" y="44"/>
                      </a:lnTo>
                      <a:lnTo>
                        <a:pt x="0" y="44"/>
                      </a:lnTo>
                      <a:lnTo>
                        <a:pt x="8" y="52"/>
                      </a:lnTo>
                      <a:lnTo>
                        <a:pt x="8" y="52"/>
                      </a:lnTo>
                      <a:lnTo>
                        <a:pt x="10" y="56"/>
                      </a:lnTo>
                      <a:lnTo>
                        <a:pt x="12" y="60"/>
                      </a:lnTo>
                      <a:lnTo>
                        <a:pt x="14" y="64"/>
                      </a:lnTo>
                      <a:lnTo>
                        <a:pt x="16" y="64"/>
                      </a:lnTo>
                      <a:lnTo>
                        <a:pt x="18" y="62"/>
                      </a:lnTo>
                      <a:lnTo>
                        <a:pt x="20" y="62"/>
                      </a:lnTo>
                      <a:lnTo>
                        <a:pt x="24" y="64"/>
                      </a:lnTo>
                      <a:lnTo>
                        <a:pt x="26" y="66"/>
                      </a:lnTo>
                      <a:lnTo>
                        <a:pt x="28" y="66"/>
                      </a:lnTo>
                      <a:lnTo>
                        <a:pt x="30" y="66"/>
                      </a:lnTo>
                      <a:lnTo>
                        <a:pt x="34" y="66"/>
                      </a:lnTo>
                      <a:lnTo>
                        <a:pt x="36" y="66"/>
                      </a:lnTo>
                      <a:lnTo>
                        <a:pt x="40" y="66"/>
                      </a:lnTo>
                      <a:lnTo>
                        <a:pt x="40" y="66"/>
                      </a:lnTo>
                      <a:lnTo>
                        <a:pt x="42" y="66"/>
                      </a:lnTo>
                      <a:lnTo>
                        <a:pt x="44" y="68"/>
                      </a:lnTo>
                      <a:lnTo>
                        <a:pt x="48" y="68"/>
                      </a:lnTo>
                      <a:lnTo>
                        <a:pt x="48" y="70"/>
                      </a:lnTo>
                      <a:lnTo>
                        <a:pt x="50" y="70"/>
                      </a:lnTo>
                      <a:lnTo>
                        <a:pt x="50" y="70"/>
                      </a:lnTo>
                      <a:lnTo>
                        <a:pt x="52" y="70"/>
                      </a:lnTo>
                      <a:lnTo>
                        <a:pt x="52" y="7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2" name="Freeform 520">
                  <a:extLst>
                    <a:ext uri="{FF2B5EF4-FFF2-40B4-BE49-F238E27FC236}">
                      <a16:creationId xmlns:a16="http://schemas.microsoft.com/office/drawing/2014/main" id="{9AC0F576-31F4-D728-DF46-68E55E2FECAA}"/>
                    </a:ext>
                  </a:extLst>
                </p:cNvPr>
                <p:cNvSpPr/>
                <p:nvPr/>
              </p:nvSpPr>
              <p:spPr bwMode="gray">
                <a:xfrm>
                  <a:off x="7126203" y="4269344"/>
                  <a:ext cx="111084" cy="136911"/>
                </a:xfrm>
                <a:custGeom>
                  <a:avLst/>
                  <a:gdLst>
                    <a:gd name="T0" fmla="*/ 60 w 60"/>
                    <a:gd name="T1" fmla="*/ 40 h 74"/>
                    <a:gd name="T2" fmla="*/ 60 w 60"/>
                    <a:gd name="T3" fmla="*/ 40 h 74"/>
                    <a:gd name="T4" fmla="*/ 58 w 60"/>
                    <a:gd name="T5" fmla="*/ 42 h 74"/>
                    <a:gd name="T6" fmla="*/ 56 w 60"/>
                    <a:gd name="T7" fmla="*/ 46 h 74"/>
                    <a:gd name="T8" fmla="*/ 54 w 60"/>
                    <a:gd name="T9" fmla="*/ 48 h 74"/>
                    <a:gd name="T10" fmla="*/ 50 w 60"/>
                    <a:gd name="T11" fmla="*/ 50 h 74"/>
                    <a:gd name="T12" fmla="*/ 46 w 60"/>
                    <a:gd name="T13" fmla="*/ 52 h 74"/>
                    <a:gd name="T14" fmla="*/ 46 w 60"/>
                    <a:gd name="T15" fmla="*/ 52 h 74"/>
                    <a:gd name="T16" fmla="*/ 44 w 60"/>
                    <a:gd name="T17" fmla="*/ 52 h 74"/>
                    <a:gd name="T18" fmla="*/ 42 w 60"/>
                    <a:gd name="T19" fmla="*/ 54 h 74"/>
                    <a:gd name="T20" fmla="*/ 40 w 60"/>
                    <a:gd name="T21" fmla="*/ 58 h 74"/>
                    <a:gd name="T22" fmla="*/ 40 w 60"/>
                    <a:gd name="T23" fmla="*/ 58 h 74"/>
                    <a:gd name="T24" fmla="*/ 38 w 60"/>
                    <a:gd name="T25" fmla="*/ 60 h 74"/>
                    <a:gd name="T26" fmla="*/ 36 w 60"/>
                    <a:gd name="T27" fmla="*/ 62 h 74"/>
                    <a:gd name="T28" fmla="*/ 32 w 60"/>
                    <a:gd name="T29" fmla="*/ 62 h 74"/>
                    <a:gd name="T30" fmla="*/ 32 w 60"/>
                    <a:gd name="T31" fmla="*/ 62 h 74"/>
                    <a:gd name="T32" fmla="*/ 30 w 60"/>
                    <a:gd name="T33" fmla="*/ 64 h 74"/>
                    <a:gd name="T34" fmla="*/ 26 w 60"/>
                    <a:gd name="T35" fmla="*/ 66 h 74"/>
                    <a:gd name="T36" fmla="*/ 24 w 60"/>
                    <a:gd name="T37" fmla="*/ 68 h 74"/>
                    <a:gd name="T38" fmla="*/ 16 w 60"/>
                    <a:gd name="T39" fmla="*/ 74 h 74"/>
                    <a:gd name="T40" fmla="*/ 10 w 60"/>
                    <a:gd name="T41" fmla="*/ 70 h 74"/>
                    <a:gd name="T42" fmla="*/ 6 w 60"/>
                    <a:gd name="T43" fmla="*/ 66 h 74"/>
                    <a:gd name="T44" fmla="*/ 4 w 60"/>
                    <a:gd name="T45" fmla="*/ 62 h 74"/>
                    <a:gd name="T46" fmla="*/ 0 w 60"/>
                    <a:gd name="T47" fmla="*/ 54 h 74"/>
                    <a:gd name="T48" fmla="*/ 2 w 60"/>
                    <a:gd name="T49" fmla="*/ 54 h 74"/>
                    <a:gd name="T50" fmla="*/ 2 w 60"/>
                    <a:gd name="T51" fmla="*/ 50 h 74"/>
                    <a:gd name="T52" fmla="*/ 4 w 60"/>
                    <a:gd name="T53" fmla="*/ 48 h 74"/>
                    <a:gd name="T54" fmla="*/ 6 w 60"/>
                    <a:gd name="T55" fmla="*/ 44 h 74"/>
                    <a:gd name="T56" fmla="*/ 8 w 60"/>
                    <a:gd name="T57" fmla="*/ 42 h 74"/>
                    <a:gd name="T58" fmla="*/ 8 w 60"/>
                    <a:gd name="T59" fmla="*/ 40 h 74"/>
                    <a:gd name="T60" fmla="*/ 8 w 60"/>
                    <a:gd name="T61" fmla="*/ 38 h 74"/>
                    <a:gd name="T62" fmla="*/ 8 w 60"/>
                    <a:gd name="T63" fmla="*/ 36 h 74"/>
                    <a:gd name="T64" fmla="*/ 6 w 60"/>
                    <a:gd name="T65" fmla="*/ 34 h 74"/>
                    <a:gd name="T66" fmla="*/ 6 w 60"/>
                    <a:gd name="T67" fmla="*/ 32 h 74"/>
                    <a:gd name="T68" fmla="*/ 6 w 60"/>
                    <a:gd name="T69" fmla="*/ 32 h 74"/>
                    <a:gd name="T70" fmla="*/ 6 w 60"/>
                    <a:gd name="T71" fmla="*/ 30 h 74"/>
                    <a:gd name="T72" fmla="*/ 6 w 60"/>
                    <a:gd name="T73" fmla="*/ 28 h 74"/>
                    <a:gd name="T74" fmla="*/ 8 w 60"/>
                    <a:gd name="T75" fmla="*/ 28 h 74"/>
                    <a:gd name="T76" fmla="*/ 32 w 60"/>
                    <a:gd name="T77" fmla="*/ 28 h 74"/>
                    <a:gd name="T78" fmla="*/ 32 w 60"/>
                    <a:gd name="T79" fmla="*/ 18 h 74"/>
                    <a:gd name="T80" fmla="*/ 22 w 60"/>
                    <a:gd name="T81" fmla="*/ 8 h 74"/>
                    <a:gd name="T82" fmla="*/ 26 w 60"/>
                    <a:gd name="T83" fmla="*/ 8 h 74"/>
                    <a:gd name="T84" fmla="*/ 26 w 60"/>
                    <a:gd name="T85" fmla="*/ 0 h 74"/>
                    <a:gd name="T86" fmla="*/ 46 w 60"/>
                    <a:gd name="T87" fmla="*/ 0 h 74"/>
                    <a:gd name="T88" fmla="*/ 46 w 60"/>
                    <a:gd name="T89" fmla="*/ 2 h 74"/>
                    <a:gd name="T90" fmla="*/ 46 w 60"/>
                    <a:gd name="T91" fmla="*/ 32 h 74"/>
                    <a:gd name="T92" fmla="*/ 54 w 60"/>
                    <a:gd name="T93" fmla="*/ 32 h 74"/>
                    <a:gd name="T94" fmla="*/ 54 w 60"/>
                    <a:gd name="T95" fmla="*/ 34 h 74"/>
                    <a:gd name="T96" fmla="*/ 54 w 60"/>
                    <a:gd name="T97" fmla="*/ 34 h 74"/>
                    <a:gd name="T98" fmla="*/ 54 w 60"/>
                    <a:gd name="T99" fmla="*/ 36 h 74"/>
                    <a:gd name="T100" fmla="*/ 56 w 60"/>
                    <a:gd name="T101" fmla="*/ 38 h 74"/>
                    <a:gd name="T102" fmla="*/ 60 w 60"/>
                    <a:gd name="T103" fmla="*/ 4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0" h="74">
                      <a:moveTo>
                        <a:pt x="60" y="40"/>
                      </a:moveTo>
                      <a:lnTo>
                        <a:pt x="60" y="40"/>
                      </a:lnTo>
                      <a:lnTo>
                        <a:pt x="58" y="42"/>
                      </a:lnTo>
                      <a:lnTo>
                        <a:pt x="56" y="46"/>
                      </a:lnTo>
                      <a:lnTo>
                        <a:pt x="54" y="48"/>
                      </a:lnTo>
                      <a:lnTo>
                        <a:pt x="50" y="50"/>
                      </a:lnTo>
                      <a:lnTo>
                        <a:pt x="46" y="52"/>
                      </a:lnTo>
                      <a:lnTo>
                        <a:pt x="46" y="52"/>
                      </a:lnTo>
                      <a:lnTo>
                        <a:pt x="44" y="52"/>
                      </a:lnTo>
                      <a:lnTo>
                        <a:pt x="42" y="54"/>
                      </a:lnTo>
                      <a:lnTo>
                        <a:pt x="40" y="58"/>
                      </a:lnTo>
                      <a:lnTo>
                        <a:pt x="40" y="58"/>
                      </a:lnTo>
                      <a:lnTo>
                        <a:pt x="38" y="60"/>
                      </a:lnTo>
                      <a:lnTo>
                        <a:pt x="36" y="62"/>
                      </a:lnTo>
                      <a:lnTo>
                        <a:pt x="32" y="62"/>
                      </a:lnTo>
                      <a:lnTo>
                        <a:pt x="32" y="62"/>
                      </a:lnTo>
                      <a:lnTo>
                        <a:pt x="30" y="64"/>
                      </a:lnTo>
                      <a:lnTo>
                        <a:pt x="26" y="66"/>
                      </a:lnTo>
                      <a:lnTo>
                        <a:pt x="24" y="68"/>
                      </a:lnTo>
                      <a:lnTo>
                        <a:pt x="16" y="74"/>
                      </a:lnTo>
                      <a:lnTo>
                        <a:pt x="10" y="70"/>
                      </a:lnTo>
                      <a:lnTo>
                        <a:pt x="6" y="66"/>
                      </a:lnTo>
                      <a:lnTo>
                        <a:pt x="4" y="62"/>
                      </a:lnTo>
                      <a:lnTo>
                        <a:pt x="0" y="54"/>
                      </a:lnTo>
                      <a:lnTo>
                        <a:pt x="2" y="54"/>
                      </a:lnTo>
                      <a:lnTo>
                        <a:pt x="2" y="50"/>
                      </a:lnTo>
                      <a:lnTo>
                        <a:pt x="4" y="48"/>
                      </a:lnTo>
                      <a:lnTo>
                        <a:pt x="6" y="44"/>
                      </a:lnTo>
                      <a:lnTo>
                        <a:pt x="8" y="42"/>
                      </a:lnTo>
                      <a:lnTo>
                        <a:pt x="8" y="40"/>
                      </a:lnTo>
                      <a:lnTo>
                        <a:pt x="8" y="38"/>
                      </a:lnTo>
                      <a:lnTo>
                        <a:pt x="8" y="36"/>
                      </a:lnTo>
                      <a:lnTo>
                        <a:pt x="6" y="34"/>
                      </a:lnTo>
                      <a:lnTo>
                        <a:pt x="6" y="32"/>
                      </a:lnTo>
                      <a:lnTo>
                        <a:pt x="6" y="32"/>
                      </a:lnTo>
                      <a:lnTo>
                        <a:pt x="6" y="30"/>
                      </a:lnTo>
                      <a:lnTo>
                        <a:pt x="6" y="28"/>
                      </a:lnTo>
                      <a:lnTo>
                        <a:pt x="8" y="28"/>
                      </a:lnTo>
                      <a:lnTo>
                        <a:pt x="32" y="28"/>
                      </a:lnTo>
                      <a:lnTo>
                        <a:pt x="32" y="18"/>
                      </a:lnTo>
                      <a:lnTo>
                        <a:pt x="22" y="8"/>
                      </a:lnTo>
                      <a:lnTo>
                        <a:pt x="26" y="8"/>
                      </a:lnTo>
                      <a:lnTo>
                        <a:pt x="26" y="0"/>
                      </a:lnTo>
                      <a:lnTo>
                        <a:pt x="46" y="0"/>
                      </a:lnTo>
                      <a:lnTo>
                        <a:pt x="46" y="2"/>
                      </a:lnTo>
                      <a:lnTo>
                        <a:pt x="46" y="32"/>
                      </a:lnTo>
                      <a:lnTo>
                        <a:pt x="54" y="32"/>
                      </a:lnTo>
                      <a:lnTo>
                        <a:pt x="54" y="34"/>
                      </a:lnTo>
                      <a:lnTo>
                        <a:pt x="54" y="34"/>
                      </a:lnTo>
                      <a:lnTo>
                        <a:pt x="54" y="36"/>
                      </a:lnTo>
                      <a:lnTo>
                        <a:pt x="56" y="38"/>
                      </a:lnTo>
                      <a:lnTo>
                        <a:pt x="60" y="4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3" name="Freeform 521">
                  <a:extLst>
                    <a:ext uri="{FF2B5EF4-FFF2-40B4-BE49-F238E27FC236}">
                      <a16:creationId xmlns:a16="http://schemas.microsoft.com/office/drawing/2014/main" id="{5197EEF0-A8AD-1A57-B593-DBBE94F89738}"/>
                    </a:ext>
                  </a:extLst>
                </p:cNvPr>
                <p:cNvSpPr/>
                <p:nvPr/>
              </p:nvSpPr>
              <p:spPr bwMode="gray">
                <a:xfrm>
                  <a:off x="7211367" y="4254543"/>
                  <a:ext cx="25920" cy="74006"/>
                </a:xfrm>
                <a:custGeom>
                  <a:avLst/>
                  <a:gdLst>
                    <a:gd name="T0" fmla="*/ 14 w 14"/>
                    <a:gd name="T1" fmla="*/ 0 h 40"/>
                    <a:gd name="T2" fmla="*/ 14 w 14"/>
                    <a:gd name="T3" fmla="*/ 0 h 40"/>
                    <a:gd name="T4" fmla="*/ 12 w 14"/>
                    <a:gd name="T5" fmla="*/ 0 h 40"/>
                    <a:gd name="T6" fmla="*/ 10 w 14"/>
                    <a:gd name="T7" fmla="*/ 0 h 40"/>
                    <a:gd name="T8" fmla="*/ 10 w 14"/>
                    <a:gd name="T9" fmla="*/ 2 h 40"/>
                    <a:gd name="T10" fmla="*/ 8 w 14"/>
                    <a:gd name="T11" fmla="*/ 2 h 40"/>
                    <a:gd name="T12" fmla="*/ 6 w 14"/>
                    <a:gd name="T13" fmla="*/ 4 h 40"/>
                    <a:gd name="T14" fmla="*/ 6 w 14"/>
                    <a:gd name="T15" fmla="*/ 4 h 40"/>
                    <a:gd name="T16" fmla="*/ 4 w 14"/>
                    <a:gd name="T17" fmla="*/ 6 h 40"/>
                    <a:gd name="T18" fmla="*/ 2 w 14"/>
                    <a:gd name="T19" fmla="*/ 4 h 40"/>
                    <a:gd name="T20" fmla="*/ 0 w 14"/>
                    <a:gd name="T21" fmla="*/ 4 h 40"/>
                    <a:gd name="T22" fmla="*/ 0 w 14"/>
                    <a:gd name="T23" fmla="*/ 6 h 40"/>
                    <a:gd name="T24" fmla="*/ 0 w 14"/>
                    <a:gd name="T25" fmla="*/ 8 h 40"/>
                    <a:gd name="T26" fmla="*/ 0 w 14"/>
                    <a:gd name="T27" fmla="*/ 8 h 40"/>
                    <a:gd name="T28" fmla="*/ 0 w 14"/>
                    <a:gd name="T29" fmla="*/ 40 h 40"/>
                    <a:gd name="T30" fmla="*/ 8 w 14"/>
                    <a:gd name="T31" fmla="*/ 40 h 40"/>
                    <a:gd name="T32" fmla="*/ 8 w 14"/>
                    <a:gd name="T33" fmla="*/ 40 h 40"/>
                    <a:gd name="T34" fmla="*/ 8 w 14"/>
                    <a:gd name="T35" fmla="*/ 38 h 40"/>
                    <a:gd name="T36" fmla="*/ 10 w 14"/>
                    <a:gd name="T37" fmla="*/ 36 h 40"/>
                    <a:gd name="T38" fmla="*/ 12 w 14"/>
                    <a:gd name="T39" fmla="*/ 34 h 40"/>
                    <a:gd name="T40" fmla="*/ 12 w 14"/>
                    <a:gd name="T41" fmla="*/ 32 h 40"/>
                    <a:gd name="T42" fmla="*/ 12 w 14"/>
                    <a:gd name="T43" fmla="*/ 30 h 40"/>
                    <a:gd name="T44" fmla="*/ 12 w 14"/>
                    <a:gd name="T45" fmla="*/ 28 h 40"/>
                    <a:gd name="T46" fmla="*/ 10 w 14"/>
                    <a:gd name="T47" fmla="*/ 24 h 40"/>
                    <a:gd name="T48" fmla="*/ 10 w 14"/>
                    <a:gd name="T49" fmla="*/ 18 h 40"/>
                    <a:gd name="T50" fmla="*/ 10 w 14"/>
                    <a:gd name="T51" fmla="*/ 14 h 40"/>
                    <a:gd name="T52" fmla="*/ 10 w 14"/>
                    <a:gd name="T53" fmla="*/ 12 h 40"/>
                    <a:gd name="T54" fmla="*/ 12 w 14"/>
                    <a:gd name="T55" fmla="*/ 10 h 40"/>
                    <a:gd name="T56" fmla="*/ 12 w 14"/>
                    <a:gd name="T57" fmla="*/ 8 h 40"/>
                    <a:gd name="T58" fmla="*/ 14 w 14"/>
                    <a:gd name="T59" fmla="*/ 4 h 40"/>
                    <a:gd name="T60" fmla="*/ 14 w 14"/>
                    <a:gd name="T61"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4" h="40">
                      <a:moveTo>
                        <a:pt x="14" y="0"/>
                      </a:moveTo>
                      <a:lnTo>
                        <a:pt x="14" y="0"/>
                      </a:lnTo>
                      <a:lnTo>
                        <a:pt x="12" y="0"/>
                      </a:lnTo>
                      <a:lnTo>
                        <a:pt x="10" y="0"/>
                      </a:lnTo>
                      <a:lnTo>
                        <a:pt x="10" y="2"/>
                      </a:lnTo>
                      <a:lnTo>
                        <a:pt x="8" y="2"/>
                      </a:lnTo>
                      <a:lnTo>
                        <a:pt x="6" y="4"/>
                      </a:lnTo>
                      <a:lnTo>
                        <a:pt x="6" y="4"/>
                      </a:lnTo>
                      <a:lnTo>
                        <a:pt x="4" y="6"/>
                      </a:lnTo>
                      <a:lnTo>
                        <a:pt x="2" y="4"/>
                      </a:lnTo>
                      <a:lnTo>
                        <a:pt x="0" y="4"/>
                      </a:lnTo>
                      <a:lnTo>
                        <a:pt x="0" y="6"/>
                      </a:lnTo>
                      <a:lnTo>
                        <a:pt x="0" y="8"/>
                      </a:lnTo>
                      <a:lnTo>
                        <a:pt x="0" y="8"/>
                      </a:lnTo>
                      <a:lnTo>
                        <a:pt x="0" y="40"/>
                      </a:lnTo>
                      <a:lnTo>
                        <a:pt x="8" y="40"/>
                      </a:lnTo>
                      <a:lnTo>
                        <a:pt x="8" y="40"/>
                      </a:lnTo>
                      <a:lnTo>
                        <a:pt x="8" y="38"/>
                      </a:lnTo>
                      <a:lnTo>
                        <a:pt x="10" y="36"/>
                      </a:lnTo>
                      <a:lnTo>
                        <a:pt x="12" y="34"/>
                      </a:lnTo>
                      <a:lnTo>
                        <a:pt x="12" y="32"/>
                      </a:lnTo>
                      <a:lnTo>
                        <a:pt x="12" y="30"/>
                      </a:lnTo>
                      <a:lnTo>
                        <a:pt x="12" y="28"/>
                      </a:lnTo>
                      <a:lnTo>
                        <a:pt x="10" y="24"/>
                      </a:lnTo>
                      <a:lnTo>
                        <a:pt x="10" y="18"/>
                      </a:lnTo>
                      <a:lnTo>
                        <a:pt x="10" y="14"/>
                      </a:lnTo>
                      <a:lnTo>
                        <a:pt x="10" y="12"/>
                      </a:lnTo>
                      <a:lnTo>
                        <a:pt x="12" y="10"/>
                      </a:lnTo>
                      <a:lnTo>
                        <a:pt x="12" y="8"/>
                      </a:lnTo>
                      <a:lnTo>
                        <a:pt x="14" y="4"/>
                      </a:lnTo>
                      <a:lnTo>
                        <a:pt x="14"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4" name="Freeform 522">
                  <a:extLst>
                    <a:ext uri="{FF2B5EF4-FFF2-40B4-BE49-F238E27FC236}">
                      <a16:creationId xmlns:a16="http://schemas.microsoft.com/office/drawing/2014/main" id="{AA660CB4-EE10-5BC1-1BB9-CAC0F2A2EB94}"/>
                    </a:ext>
                  </a:extLst>
                </p:cNvPr>
                <p:cNvSpPr/>
                <p:nvPr/>
              </p:nvSpPr>
              <p:spPr bwMode="gray">
                <a:xfrm>
                  <a:off x="7263206" y="4476561"/>
                  <a:ext cx="88867" cy="74006"/>
                </a:xfrm>
                <a:custGeom>
                  <a:avLst/>
                  <a:gdLst>
                    <a:gd name="T0" fmla="*/ 48 w 48"/>
                    <a:gd name="T1" fmla="*/ 16 h 40"/>
                    <a:gd name="T2" fmla="*/ 46 w 48"/>
                    <a:gd name="T3" fmla="*/ 14 h 40"/>
                    <a:gd name="T4" fmla="*/ 42 w 48"/>
                    <a:gd name="T5" fmla="*/ 12 h 40"/>
                    <a:gd name="T6" fmla="*/ 40 w 48"/>
                    <a:gd name="T7" fmla="*/ 8 h 40"/>
                    <a:gd name="T8" fmla="*/ 38 w 48"/>
                    <a:gd name="T9" fmla="*/ 6 h 40"/>
                    <a:gd name="T10" fmla="*/ 36 w 48"/>
                    <a:gd name="T11" fmla="*/ 6 h 40"/>
                    <a:gd name="T12" fmla="*/ 34 w 48"/>
                    <a:gd name="T13" fmla="*/ 6 h 40"/>
                    <a:gd name="T14" fmla="*/ 30 w 48"/>
                    <a:gd name="T15" fmla="*/ 4 h 40"/>
                    <a:gd name="T16" fmla="*/ 26 w 48"/>
                    <a:gd name="T17" fmla="*/ 2 h 40"/>
                    <a:gd name="T18" fmla="*/ 22 w 48"/>
                    <a:gd name="T19" fmla="*/ 2 h 40"/>
                    <a:gd name="T20" fmla="*/ 16 w 48"/>
                    <a:gd name="T21" fmla="*/ 2 h 40"/>
                    <a:gd name="T22" fmla="*/ 12 w 48"/>
                    <a:gd name="T23" fmla="*/ 2 h 40"/>
                    <a:gd name="T24" fmla="*/ 6 w 48"/>
                    <a:gd name="T25" fmla="*/ 0 h 40"/>
                    <a:gd name="T26" fmla="*/ 2 w 48"/>
                    <a:gd name="T27" fmla="*/ 0 h 40"/>
                    <a:gd name="T28" fmla="*/ 2 w 48"/>
                    <a:gd name="T29" fmla="*/ 2 h 40"/>
                    <a:gd name="T30" fmla="*/ 2 w 48"/>
                    <a:gd name="T31" fmla="*/ 6 h 40"/>
                    <a:gd name="T32" fmla="*/ 2 w 48"/>
                    <a:gd name="T33" fmla="*/ 10 h 40"/>
                    <a:gd name="T34" fmla="*/ 2 w 48"/>
                    <a:gd name="T35" fmla="*/ 16 h 40"/>
                    <a:gd name="T36" fmla="*/ 8 w 48"/>
                    <a:gd name="T37" fmla="*/ 24 h 40"/>
                    <a:gd name="T38" fmla="*/ 8 w 48"/>
                    <a:gd name="T39" fmla="*/ 20 h 40"/>
                    <a:gd name="T40" fmla="*/ 6 w 48"/>
                    <a:gd name="T41" fmla="*/ 18 h 40"/>
                    <a:gd name="T42" fmla="*/ 8 w 48"/>
                    <a:gd name="T43" fmla="*/ 16 h 40"/>
                    <a:gd name="T44" fmla="*/ 14 w 48"/>
                    <a:gd name="T45" fmla="*/ 20 h 40"/>
                    <a:gd name="T46" fmla="*/ 24 w 48"/>
                    <a:gd name="T47" fmla="*/ 30 h 40"/>
                    <a:gd name="T48" fmla="*/ 22 w 48"/>
                    <a:gd name="T49" fmla="*/ 32 h 40"/>
                    <a:gd name="T50" fmla="*/ 24 w 48"/>
                    <a:gd name="T51" fmla="*/ 36 h 40"/>
                    <a:gd name="T52" fmla="*/ 24 w 48"/>
                    <a:gd name="T53" fmla="*/ 36 h 40"/>
                    <a:gd name="T54" fmla="*/ 26 w 48"/>
                    <a:gd name="T55" fmla="*/ 34 h 40"/>
                    <a:gd name="T56" fmla="*/ 26 w 48"/>
                    <a:gd name="T57" fmla="*/ 34 h 40"/>
                    <a:gd name="T58" fmla="*/ 28 w 48"/>
                    <a:gd name="T59" fmla="*/ 34 h 40"/>
                    <a:gd name="T60" fmla="*/ 28 w 48"/>
                    <a:gd name="T61" fmla="*/ 36 h 40"/>
                    <a:gd name="T62" fmla="*/ 32 w 48"/>
                    <a:gd name="T63" fmla="*/ 40 h 40"/>
                    <a:gd name="T64" fmla="*/ 36 w 48"/>
                    <a:gd name="T65" fmla="*/ 38 h 40"/>
                    <a:gd name="T66" fmla="*/ 40 w 48"/>
                    <a:gd name="T67" fmla="*/ 32 h 40"/>
                    <a:gd name="T68" fmla="*/ 40 w 48"/>
                    <a:gd name="T69" fmla="*/ 28 h 40"/>
                    <a:gd name="T70" fmla="*/ 44 w 48"/>
                    <a:gd name="T71" fmla="*/ 2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8" h="40">
                      <a:moveTo>
                        <a:pt x="48" y="16"/>
                      </a:moveTo>
                      <a:lnTo>
                        <a:pt x="48" y="16"/>
                      </a:lnTo>
                      <a:lnTo>
                        <a:pt x="48" y="16"/>
                      </a:lnTo>
                      <a:lnTo>
                        <a:pt x="46" y="14"/>
                      </a:lnTo>
                      <a:lnTo>
                        <a:pt x="44" y="14"/>
                      </a:lnTo>
                      <a:lnTo>
                        <a:pt x="42" y="12"/>
                      </a:lnTo>
                      <a:lnTo>
                        <a:pt x="40" y="10"/>
                      </a:lnTo>
                      <a:lnTo>
                        <a:pt x="40" y="8"/>
                      </a:lnTo>
                      <a:lnTo>
                        <a:pt x="38" y="6"/>
                      </a:lnTo>
                      <a:lnTo>
                        <a:pt x="38" y="6"/>
                      </a:lnTo>
                      <a:lnTo>
                        <a:pt x="38" y="6"/>
                      </a:lnTo>
                      <a:lnTo>
                        <a:pt x="36" y="6"/>
                      </a:lnTo>
                      <a:lnTo>
                        <a:pt x="36" y="6"/>
                      </a:lnTo>
                      <a:lnTo>
                        <a:pt x="34" y="6"/>
                      </a:lnTo>
                      <a:lnTo>
                        <a:pt x="34" y="6"/>
                      </a:lnTo>
                      <a:lnTo>
                        <a:pt x="30" y="4"/>
                      </a:lnTo>
                      <a:lnTo>
                        <a:pt x="28" y="4"/>
                      </a:lnTo>
                      <a:lnTo>
                        <a:pt x="26" y="2"/>
                      </a:lnTo>
                      <a:lnTo>
                        <a:pt x="26" y="2"/>
                      </a:lnTo>
                      <a:lnTo>
                        <a:pt x="22" y="2"/>
                      </a:lnTo>
                      <a:lnTo>
                        <a:pt x="20" y="2"/>
                      </a:lnTo>
                      <a:lnTo>
                        <a:pt x="16" y="2"/>
                      </a:lnTo>
                      <a:lnTo>
                        <a:pt x="14" y="2"/>
                      </a:lnTo>
                      <a:lnTo>
                        <a:pt x="12" y="2"/>
                      </a:lnTo>
                      <a:lnTo>
                        <a:pt x="10" y="0"/>
                      </a:lnTo>
                      <a:lnTo>
                        <a:pt x="6" y="0"/>
                      </a:lnTo>
                      <a:lnTo>
                        <a:pt x="4" y="0"/>
                      </a:lnTo>
                      <a:lnTo>
                        <a:pt x="2" y="0"/>
                      </a:lnTo>
                      <a:lnTo>
                        <a:pt x="0" y="0"/>
                      </a:lnTo>
                      <a:lnTo>
                        <a:pt x="2" y="2"/>
                      </a:lnTo>
                      <a:lnTo>
                        <a:pt x="2" y="4"/>
                      </a:lnTo>
                      <a:lnTo>
                        <a:pt x="2" y="6"/>
                      </a:lnTo>
                      <a:lnTo>
                        <a:pt x="2" y="8"/>
                      </a:lnTo>
                      <a:lnTo>
                        <a:pt x="2" y="10"/>
                      </a:lnTo>
                      <a:lnTo>
                        <a:pt x="2" y="12"/>
                      </a:lnTo>
                      <a:lnTo>
                        <a:pt x="2" y="16"/>
                      </a:lnTo>
                      <a:lnTo>
                        <a:pt x="4" y="20"/>
                      </a:lnTo>
                      <a:lnTo>
                        <a:pt x="8" y="24"/>
                      </a:lnTo>
                      <a:lnTo>
                        <a:pt x="10" y="22"/>
                      </a:lnTo>
                      <a:lnTo>
                        <a:pt x="8" y="20"/>
                      </a:lnTo>
                      <a:lnTo>
                        <a:pt x="8" y="18"/>
                      </a:lnTo>
                      <a:lnTo>
                        <a:pt x="6" y="18"/>
                      </a:lnTo>
                      <a:lnTo>
                        <a:pt x="8" y="16"/>
                      </a:lnTo>
                      <a:lnTo>
                        <a:pt x="8" y="16"/>
                      </a:lnTo>
                      <a:lnTo>
                        <a:pt x="10" y="18"/>
                      </a:lnTo>
                      <a:lnTo>
                        <a:pt x="14" y="20"/>
                      </a:lnTo>
                      <a:lnTo>
                        <a:pt x="18" y="24"/>
                      </a:lnTo>
                      <a:lnTo>
                        <a:pt x="24" y="30"/>
                      </a:lnTo>
                      <a:lnTo>
                        <a:pt x="22" y="30"/>
                      </a:lnTo>
                      <a:lnTo>
                        <a:pt x="22" y="32"/>
                      </a:lnTo>
                      <a:lnTo>
                        <a:pt x="22" y="34"/>
                      </a:lnTo>
                      <a:lnTo>
                        <a:pt x="24" y="36"/>
                      </a:lnTo>
                      <a:lnTo>
                        <a:pt x="24" y="36"/>
                      </a:lnTo>
                      <a:lnTo>
                        <a:pt x="24" y="36"/>
                      </a:lnTo>
                      <a:lnTo>
                        <a:pt x="26" y="36"/>
                      </a:lnTo>
                      <a:lnTo>
                        <a:pt x="26" y="34"/>
                      </a:lnTo>
                      <a:lnTo>
                        <a:pt x="26" y="34"/>
                      </a:lnTo>
                      <a:lnTo>
                        <a:pt x="26" y="34"/>
                      </a:lnTo>
                      <a:lnTo>
                        <a:pt x="28" y="34"/>
                      </a:lnTo>
                      <a:lnTo>
                        <a:pt x="28" y="34"/>
                      </a:lnTo>
                      <a:lnTo>
                        <a:pt x="28" y="36"/>
                      </a:lnTo>
                      <a:lnTo>
                        <a:pt x="28" y="36"/>
                      </a:lnTo>
                      <a:lnTo>
                        <a:pt x="30" y="38"/>
                      </a:lnTo>
                      <a:lnTo>
                        <a:pt x="32" y="40"/>
                      </a:lnTo>
                      <a:lnTo>
                        <a:pt x="34" y="38"/>
                      </a:lnTo>
                      <a:lnTo>
                        <a:pt x="36" y="38"/>
                      </a:lnTo>
                      <a:lnTo>
                        <a:pt x="38" y="36"/>
                      </a:lnTo>
                      <a:lnTo>
                        <a:pt x="40" y="32"/>
                      </a:lnTo>
                      <a:lnTo>
                        <a:pt x="40" y="30"/>
                      </a:lnTo>
                      <a:lnTo>
                        <a:pt x="40" y="28"/>
                      </a:lnTo>
                      <a:lnTo>
                        <a:pt x="42" y="24"/>
                      </a:lnTo>
                      <a:lnTo>
                        <a:pt x="44" y="22"/>
                      </a:lnTo>
                      <a:lnTo>
                        <a:pt x="48" y="16"/>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5" name="Freeform 523">
                  <a:extLst>
                    <a:ext uri="{FF2B5EF4-FFF2-40B4-BE49-F238E27FC236}">
                      <a16:creationId xmlns:a16="http://schemas.microsoft.com/office/drawing/2014/main" id="{C2D24A87-5282-8851-ADA8-122CFEFFB05F}"/>
                    </a:ext>
                  </a:extLst>
                </p:cNvPr>
                <p:cNvSpPr/>
                <p:nvPr/>
              </p:nvSpPr>
              <p:spPr bwMode="gray">
                <a:xfrm>
                  <a:off x="7326154" y="4509863"/>
                  <a:ext cx="151815" cy="55504"/>
                </a:xfrm>
                <a:custGeom>
                  <a:avLst/>
                  <a:gdLst>
                    <a:gd name="T0" fmla="*/ 12 w 82"/>
                    <a:gd name="T1" fmla="*/ 6 h 30"/>
                    <a:gd name="T2" fmla="*/ 8 w 82"/>
                    <a:gd name="T3" fmla="*/ 10 h 30"/>
                    <a:gd name="T4" fmla="*/ 6 w 82"/>
                    <a:gd name="T5" fmla="*/ 14 h 30"/>
                    <a:gd name="T6" fmla="*/ 2 w 82"/>
                    <a:gd name="T7" fmla="*/ 20 h 30"/>
                    <a:gd name="T8" fmla="*/ 0 w 82"/>
                    <a:gd name="T9" fmla="*/ 20 h 30"/>
                    <a:gd name="T10" fmla="*/ 6 w 82"/>
                    <a:gd name="T11" fmla="*/ 22 h 30"/>
                    <a:gd name="T12" fmla="*/ 10 w 82"/>
                    <a:gd name="T13" fmla="*/ 20 h 30"/>
                    <a:gd name="T14" fmla="*/ 16 w 82"/>
                    <a:gd name="T15" fmla="*/ 20 h 30"/>
                    <a:gd name="T16" fmla="*/ 28 w 82"/>
                    <a:gd name="T17" fmla="*/ 18 h 30"/>
                    <a:gd name="T18" fmla="*/ 32 w 82"/>
                    <a:gd name="T19" fmla="*/ 18 h 30"/>
                    <a:gd name="T20" fmla="*/ 40 w 82"/>
                    <a:gd name="T21" fmla="*/ 20 h 30"/>
                    <a:gd name="T22" fmla="*/ 42 w 82"/>
                    <a:gd name="T23" fmla="*/ 22 h 30"/>
                    <a:gd name="T24" fmla="*/ 46 w 82"/>
                    <a:gd name="T25" fmla="*/ 26 h 30"/>
                    <a:gd name="T26" fmla="*/ 50 w 82"/>
                    <a:gd name="T27" fmla="*/ 28 h 30"/>
                    <a:gd name="T28" fmla="*/ 56 w 82"/>
                    <a:gd name="T29" fmla="*/ 28 h 30"/>
                    <a:gd name="T30" fmla="*/ 56 w 82"/>
                    <a:gd name="T31" fmla="*/ 26 h 30"/>
                    <a:gd name="T32" fmla="*/ 56 w 82"/>
                    <a:gd name="T33" fmla="*/ 26 h 30"/>
                    <a:gd name="T34" fmla="*/ 54 w 82"/>
                    <a:gd name="T35" fmla="*/ 24 h 30"/>
                    <a:gd name="T36" fmla="*/ 52 w 82"/>
                    <a:gd name="T37" fmla="*/ 22 h 30"/>
                    <a:gd name="T38" fmla="*/ 54 w 82"/>
                    <a:gd name="T39" fmla="*/ 20 h 30"/>
                    <a:gd name="T40" fmla="*/ 60 w 82"/>
                    <a:gd name="T41" fmla="*/ 18 h 30"/>
                    <a:gd name="T42" fmla="*/ 62 w 82"/>
                    <a:gd name="T43" fmla="*/ 14 h 30"/>
                    <a:gd name="T44" fmla="*/ 64 w 82"/>
                    <a:gd name="T45" fmla="*/ 12 h 30"/>
                    <a:gd name="T46" fmla="*/ 68 w 82"/>
                    <a:gd name="T47" fmla="*/ 12 h 30"/>
                    <a:gd name="T48" fmla="*/ 72 w 82"/>
                    <a:gd name="T49" fmla="*/ 12 h 30"/>
                    <a:gd name="T50" fmla="*/ 76 w 82"/>
                    <a:gd name="T51" fmla="*/ 14 h 30"/>
                    <a:gd name="T52" fmla="*/ 80 w 82"/>
                    <a:gd name="T53" fmla="*/ 18 h 30"/>
                    <a:gd name="T54" fmla="*/ 82 w 82"/>
                    <a:gd name="T55" fmla="*/ 14 h 30"/>
                    <a:gd name="T56" fmla="*/ 80 w 82"/>
                    <a:gd name="T57" fmla="*/ 10 h 30"/>
                    <a:gd name="T58" fmla="*/ 78 w 82"/>
                    <a:gd name="T59" fmla="*/ 6 h 30"/>
                    <a:gd name="T60" fmla="*/ 70 w 82"/>
                    <a:gd name="T61" fmla="*/ 4 h 30"/>
                    <a:gd name="T62" fmla="*/ 66 w 82"/>
                    <a:gd name="T63" fmla="*/ 4 h 30"/>
                    <a:gd name="T64" fmla="*/ 62 w 82"/>
                    <a:gd name="T65" fmla="*/ 4 h 30"/>
                    <a:gd name="T66" fmla="*/ 50 w 82"/>
                    <a:gd name="T67" fmla="*/ 8 h 30"/>
                    <a:gd name="T68" fmla="*/ 44 w 82"/>
                    <a:gd name="T69" fmla="*/ 10 h 30"/>
                    <a:gd name="T70" fmla="*/ 40 w 82"/>
                    <a:gd name="T71" fmla="*/ 10 h 30"/>
                    <a:gd name="T72" fmla="*/ 34 w 82"/>
                    <a:gd name="T73" fmla="*/ 8 h 30"/>
                    <a:gd name="T74" fmla="*/ 32 w 82"/>
                    <a:gd name="T75" fmla="*/ 8 h 30"/>
                    <a:gd name="T76" fmla="*/ 30 w 82"/>
                    <a:gd name="T77" fmla="*/ 6 h 30"/>
                    <a:gd name="T78" fmla="*/ 16 w 82"/>
                    <a:gd name="T7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2" h="30">
                      <a:moveTo>
                        <a:pt x="16" y="0"/>
                      </a:moveTo>
                      <a:lnTo>
                        <a:pt x="12" y="6"/>
                      </a:lnTo>
                      <a:lnTo>
                        <a:pt x="10" y="8"/>
                      </a:lnTo>
                      <a:lnTo>
                        <a:pt x="8" y="10"/>
                      </a:lnTo>
                      <a:lnTo>
                        <a:pt x="6" y="14"/>
                      </a:lnTo>
                      <a:lnTo>
                        <a:pt x="6" y="14"/>
                      </a:lnTo>
                      <a:lnTo>
                        <a:pt x="4" y="18"/>
                      </a:lnTo>
                      <a:lnTo>
                        <a:pt x="2" y="20"/>
                      </a:lnTo>
                      <a:lnTo>
                        <a:pt x="0" y="20"/>
                      </a:lnTo>
                      <a:lnTo>
                        <a:pt x="0" y="20"/>
                      </a:lnTo>
                      <a:lnTo>
                        <a:pt x="6" y="22"/>
                      </a:lnTo>
                      <a:lnTo>
                        <a:pt x="6" y="22"/>
                      </a:lnTo>
                      <a:lnTo>
                        <a:pt x="8" y="22"/>
                      </a:lnTo>
                      <a:lnTo>
                        <a:pt x="10" y="20"/>
                      </a:lnTo>
                      <a:lnTo>
                        <a:pt x="12" y="20"/>
                      </a:lnTo>
                      <a:lnTo>
                        <a:pt x="16" y="20"/>
                      </a:lnTo>
                      <a:lnTo>
                        <a:pt x="22" y="18"/>
                      </a:lnTo>
                      <a:lnTo>
                        <a:pt x="28" y="18"/>
                      </a:lnTo>
                      <a:lnTo>
                        <a:pt x="30" y="18"/>
                      </a:lnTo>
                      <a:lnTo>
                        <a:pt x="32" y="18"/>
                      </a:lnTo>
                      <a:lnTo>
                        <a:pt x="36" y="18"/>
                      </a:lnTo>
                      <a:lnTo>
                        <a:pt x="40" y="20"/>
                      </a:lnTo>
                      <a:lnTo>
                        <a:pt x="42" y="22"/>
                      </a:lnTo>
                      <a:lnTo>
                        <a:pt x="42" y="22"/>
                      </a:lnTo>
                      <a:lnTo>
                        <a:pt x="44" y="24"/>
                      </a:lnTo>
                      <a:lnTo>
                        <a:pt x="46" y="26"/>
                      </a:lnTo>
                      <a:lnTo>
                        <a:pt x="50" y="30"/>
                      </a:lnTo>
                      <a:lnTo>
                        <a:pt x="50" y="28"/>
                      </a:lnTo>
                      <a:lnTo>
                        <a:pt x="54" y="28"/>
                      </a:lnTo>
                      <a:lnTo>
                        <a:pt x="56" y="28"/>
                      </a:lnTo>
                      <a:lnTo>
                        <a:pt x="56" y="26"/>
                      </a:lnTo>
                      <a:lnTo>
                        <a:pt x="56" y="26"/>
                      </a:lnTo>
                      <a:lnTo>
                        <a:pt x="56" y="26"/>
                      </a:lnTo>
                      <a:lnTo>
                        <a:pt x="56" y="26"/>
                      </a:lnTo>
                      <a:lnTo>
                        <a:pt x="54" y="24"/>
                      </a:lnTo>
                      <a:lnTo>
                        <a:pt x="54" y="24"/>
                      </a:lnTo>
                      <a:lnTo>
                        <a:pt x="52" y="22"/>
                      </a:lnTo>
                      <a:lnTo>
                        <a:pt x="52" y="22"/>
                      </a:lnTo>
                      <a:lnTo>
                        <a:pt x="54" y="20"/>
                      </a:lnTo>
                      <a:lnTo>
                        <a:pt x="54" y="20"/>
                      </a:lnTo>
                      <a:lnTo>
                        <a:pt x="58" y="18"/>
                      </a:lnTo>
                      <a:lnTo>
                        <a:pt x="60" y="18"/>
                      </a:lnTo>
                      <a:lnTo>
                        <a:pt x="62" y="16"/>
                      </a:lnTo>
                      <a:lnTo>
                        <a:pt x="62" y="14"/>
                      </a:lnTo>
                      <a:lnTo>
                        <a:pt x="64" y="14"/>
                      </a:lnTo>
                      <a:lnTo>
                        <a:pt x="64" y="12"/>
                      </a:lnTo>
                      <a:lnTo>
                        <a:pt x="66" y="12"/>
                      </a:lnTo>
                      <a:lnTo>
                        <a:pt x="68" y="12"/>
                      </a:lnTo>
                      <a:lnTo>
                        <a:pt x="70" y="10"/>
                      </a:lnTo>
                      <a:lnTo>
                        <a:pt x="72" y="12"/>
                      </a:lnTo>
                      <a:lnTo>
                        <a:pt x="76" y="14"/>
                      </a:lnTo>
                      <a:lnTo>
                        <a:pt x="76" y="14"/>
                      </a:lnTo>
                      <a:lnTo>
                        <a:pt x="78" y="16"/>
                      </a:lnTo>
                      <a:lnTo>
                        <a:pt x="80" y="18"/>
                      </a:lnTo>
                      <a:lnTo>
                        <a:pt x="82" y="14"/>
                      </a:lnTo>
                      <a:lnTo>
                        <a:pt x="82" y="14"/>
                      </a:lnTo>
                      <a:lnTo>
                        <a:pt x="80" y="12"/>
                      </a:lnTo>
                      <a:lnTo>
                        <a:pt x="80" y="10"/>
                      </a:lnTo>
                      <a:lnTo>
                        <a:pt x="82" y="8"/>
                      </a:lnTo>
                      <a:lnTo>
                        <a:pt x="78" y="6"/>
                      </a:lnTo>
                      <a:lnTo>
                        <a:pt x="74" y="4"/>
                      </a:lnTo>
                      <a:lnTo>
                        <a:pt x="70" y="4"/>
                      </a:lnTo>
                      <a:lnTo>
                        <a:pt x="68" y="4"/>
                      </a:lnTo>
                      <a:lnTo>
                        <a:pt x="66" y="4"/>
                      </a:lnTo>
                      <a:lnTo>
                        <a:pt x="64" y="4"/>
                      </a:lnTo>
                      <a:lnTo>
                        <a:pt x="62" y="4"/>
                      </a:lnTo>
                      <a:lnTo>
                        <a:pt x="56" y="6"/>
                      </a:lnTo>
                      <a:lnTo>
                        <a:pt x="50" y="8"/>
                      </a:lnTo>
                      <a:lnTo>
                        <a:pt x="46" y="8"/>
                      </a:lnTo>
                      <a:lnTo>
                        <a:pt x="44" y="10"/>
                      </a:lnTo>
                      <a:lnTo>
                        <a:pt x="42" y="10"/>
                      </a:lnTo>
                      <a:lnTo>
                        <a:pt x="40" y="10"/>
                      </a:lnTo>
                      <a:lnTo>
                        <a:pt x="36" y="8"/>
                      </a:lnTo>
                      <a:lnTo>
                        <a:pt x="34" y="8"/>
                      </a:lnTo>
                      <a:lnTo>
                        <a:pt x="32" y="8"/>
                      </a:lnTo>
                      <a:lnTo>
                        <a:pt x="32" y="8"/>
                      </a:lnTo>
                      <a:lnTo>
                        <a:pt x="32" y="6"/>
                      </a:lnTo>
                      <a:lnTo>
                        <a:pt x="30" y="6"/>
                      </a:lnTo>
                      <a:lnTo>
                        <a:pt x="26" y="4"/>
                      </a:lnTo>
                      <a:lnTo>
                        <a:pt x="16" y="0"/>
                      </a:lnTo>
                    </a:path>
                  </a:pathLst>
                </a:custGeom>
                <a:solidFill>
                  <a:schemeClr val="accent4">
                    <a:lumMod val="60000"/>
                    <a:lumOff val="40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6" name="Freeform 524">
                  <a:extLst>
                    <a:ext uri="{FF2B5EF4-FFF2-40B4-BE49-F238E27FC236}">
                      <a16:creationId xmlns:a16="http://schemas.microsoft.com/office/drawing/2014/main" id="{69B1433A-33F9-6BB0-FEF0-64B15A93F80D}"/>
                    </a:ext>
                  </a:extLst>
                </p:cNvPr>
                <p:cNvSpPr/>
                <p:nvPr/>
              </p:nvSpPr>
              <p:spPr bwMode="gray">
                <a:xfrm>
                  <a:off x="6544864" y="3910415"/>
                  <a:ext cx="714639" cy="458837"/>
                </a:xfrm>
                <a:custGeom>
                  <a:avLst/>
                  <a:gdLst>
                    <a:gd name="T0" fmla="*/ 380 w 386"/>
                    <a:gd name="T1" fmla="*/ 178 h 248"/>
                    <a:gd name="T2" fmla="*/ 384 w 386"/>
                    <a:gd name="T3" fmla="*/ 170 h 248"/>
                    <a:gd name="T4" fmla="*/ 386 w 386"/>
                    <a:gd name="T5" fmla="*/ 164 h 248"/>
                    <a:gd name="T6" fmla="*/ 374 w 386"/>
                    <a:gd name="T7" fmla="*/ 162 h 248"/>
                    <a:gd name="T8" fmla="*/ 356 w 386"/>
                    <a:gd name="T9" fmla="*/ 162 h 248"/>
                    <a:gd name="T10" fmla="*/ 346 w 386"/>
                    <a:gd name="T11" fmla="*/ 166 h 248"/>
                    <a:gd name="T12" fmla="*/ 340 w 386"/>
                    <a:gd name="T13" fmla="*/ 164 h 248"/>
                    <a:gd name="T14" fmla="*/ 334 w 386"/>
                    <a:gd name="T15" fmla="*/ 170 h 248"/>
                    <a:gd name="T16" fmla="*/ 332 w 386"/>
                    <a:gd name="T17" fmla="*/ 184 h 248"/>
                    <a:gd name="T18" fmla="*/ 326 w 386"/>
                    <a:gd name="T19" fmla="*/ 192 h 248"/>
                    <a:gd name="T20" fmla="*/ 314 w 386"/>
                    <a:gd name="T21" fmla="*/ 196 h 248"/>
                    <a:gd name="T22" fmla="*/ 302 w 386"/>
                    <a:gd name="T23" fmla="*/ 198 h 248"/>
                    <a:gd name="T24" fmla="*/ 268 w 386"/>
                    <a:gd name="T25" fmla="*/ 190 h 248"/>
                    <a:gd name="T26" fmla="*/ 258 w 386"/>
                    <a:gd name="T27" fmla="*/ 184 h 248"/>
                    <a:gd name="T28" fmla="*/ 254 w 386"/>
                    <a:gd name="T29" fmla="*/ 162 h 248"/>
                    <a:gd name="T30" fmla="*/ 244 w 386"/>
                    <a:gd name="T31" fmla="*/ 136 h 248"/>
                    <a:gd name="T32" fmla="*/ 244 w 386"/>
                    <a:gd name="T33" fmla="*/ 116 h 248"/>
                    <a:gd name="T34" fmla="*/ 232 w 386"/>
                    <a:gd name="T35" fmla="*/ 90 h 248"/>
                    <a:gd name="T36" fmla="*/ 208 w 386"/>
                    <a:gd name="T37" fmla="*/ 62 h 248"/>
                    <a:gd name="T38" fmla="*/ 194 w 386"/>
                    <a:gd name="T39" fmla="*/ 50 h 248"/>
                    <a:gd name="T40" fmla="*/ 184 w 386"/>
                    <a:gd name="T41" fmla="*/ 54 h 248"/>
                    <a:gd name="T42" fmla="*/ 164 w 386"/>
                    <a:gd name="T43" fmla="*/ 48 h 248"/>
                    <a:gd name="T44" fmla="*/ 142 w 386"/>
                    <a:gd name="T45" fmla="*/ 12 h 248"/>
                    <a:gd name="T46" fmla="*/ 126 w 386"/>
                    <a:gd name="T47" fmla="*/ 10 h 248"/>
                    <a:gd name="T48" fmla="*/ 100 w 386"/>
                    <a:gd name="T49" fmla="*/ 20 h 248"/>
                    <a:gd name="T50" fmla="*/ 54 w 386"/>
                    <a:gd name="T51" fmla="*/ 14 h 248"/>
                    <a:gd name="T52" fmla="*/ 26 w 386"/>
                    <a:gd name="T53" fmla="*/ 0 h 248"/>
                    <a:gd name="T54" fmla="*/ 6 w 386"/>
                    <a:gd name="T55" fmla="*/ 22 h 248"/>
                    <a:gd name="T56" fmla="*/ 22 w 386"/>
                    <a:gd name="T57" fmla="*/ 58 h 248"/>
                    <a:gd name="T58" fmla="*/ 30 w 386"/>
                    <a:gd name="T59" fmla="*/ 80 h 248"/>
                    <a:gd name="T60" fmla="*/ 44 w 386"/>
                    <a:gd name="T61" fmla="*/ 88 h 248"/>
                    <a:gd name="T62" fmla="*/ 58 w 386"/>
                    <a:gd name="T63" fmla="*/ 108 h 248"/>
                    <a:gd name="T64" fmla="*/ 82 w 386"/>
                    <a:gd name="T65" fmla="*/ 142 h 248"/>
                    <a:gd name="T66" fmla="*/ 94 w 386"/>
                    <a:gd name="T67" fmla="*/ 148 h 248"/>
                    <a:gd name="T68" fmla="*/ 94 w 386"/>
                    <a:gd name="T69" fmla="*/ 140 h 248"/>
                    <a:gd name="T70" fmla="*/ 80 w 386"/>
                    <a:gd name="T71" fmla="*/ 116 h 248"/>
                    <a:gd name="T72" fmla="*/ 52 w 386"/>
                    <a:gd name="T73" fmla="*/ 72 h 248"/>
                    <a:gd name="T74" fmla="*/ 30 w 386"/>
                    <a:gd name="T75" fmla="*/ 24 h 248"/>
                    <a:gd name="T76" fmla="*/ 30 w 386"/>
                    <a:gd name="T77" fmla="*/ 16 h 248"/>
                    <a:gd name="T78" fmla="*/ 42 w 386"/>
                    <a:gd name="T79" fmla="*/ 18 h 248"/>
                    <a:gd name="T80" fmla="*/ 68 w 386"/>
                    <a:gd name="T81" fmla="*/ 66 h 248"/>
                    <a:gd name="T82" fmla="*/ 84 w 386"/>
                    <a:gd name="T83" fmla="*/ 80 h 248"/>
                    <a:gd name="T84" fmla="*/ 96 w 386"/>
                    <a:gd name="T85" fmla="*/ 90 h 248"/>
                    <a:gd name="T86" fmla="*/ 116 w 386"/>
                    <a:gd name="T87" fmla="*/ 116 h 248"/>
                    <a:gd name="T88" fmla="*/ 142 w 386"/>
                    <a:gd name="T89" fmla="*/ 148 h 248"/>
                    <a:gd name="T90" fmla="*/ 150 w 386"/>
                    <a:gd name="T91" fmla="*/ 198 h 248"/>
                    <a:gd name="T92" fmla="*/ 174 w 386"/>
                    <a:gd name="T93" fmla="*/ 204 h 248"/>
                    <a:gd name="T94" fmla="*/ 226 w 386"/>
                    <a:gd name="T95" fmla="*/ 224 h 248"/>
                    <a:gd name="T96" fmla="*/ 272 w 386"/>
                    <a:gd name="T97" fmla="*/ 240 h 248"/>
                    <a:gd name="T98" fmla="*/ 304 w 386"/>
                    <a:gd name="T99" fmla="*/ 240 h 248"/>
                    <a:gd name="T100" fmla="*/ 314 w 386"/>
                    <a:gd name="T101" fmla="*/ 244 h 248"/>
                    <a:gd name="T102" fmla="*/ 318 w 386"/>
                    <a:gd name="T103" fmla="*/ 242 h 248"/>
                    <a:gd name="T104" fmla="*/ 322 w 386"/>
                    <a:gd name="T105" fmla="*/ 232 h 248"/>
                    <a:gd name="T106" fmla="*/ 320 w 386"/>
                    <a:gd name="T107" fmla="*/ 226 h 248"/>
                    <a:gd name="T108" fmla="*/ 346 w 386"/>
                    <a:gd name="T109" fmla="*/ 222 h 248"/>
                    <a:gd name="T110" fmla="*/ 340 w 386"/>
                    <a:gd name="T111" fmla="*/ 194 h 248"/>
                    <a:gd name="T112" fmla="*/ 360 w 386"/>
                    <a:gd name="T113" fmla="*/ 190 h 248"/>
                    <a:gd name="T114" fmla="*/ 366 w 386"/>
                    <a:gd name="T115" fmla="*/ 190 h 248"/>
                    <a:gd name="T116" fmla="*/ 374 w 386"/>
                    <a:gd name="T117" fmla="*/ 18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86" h="248">
                      <a:moveTo>
                        <a:pt x="374" y="186"/>
                      </a:moveTo>
                      <a:lnTo>
                        <a:pt x="378" y="182"/>
                      </a:lnTo>
                      <a:lnTo>
                        <a:pt x="378" y="178"/>
                      </a:lnTo>
                      <a:lnTo>
                        <a:pt x="380" y="178"/>
                      </a:lnTo>
                      <a:lnTo>
                        <a:pt x="382" y="174"/>
                      </a:lnTo>
                      <a:lnTo>
                        <a:pt x="382" y="172"/>
                      </a:lnTo>
                      <a:lnTo>
                        <a:pt x="384" y="172"/>
                      </a:lnTo>
                      <a:lnTo>
                        <a:pt x="384" y="170"/>
                      </a:lnTo>
                      <a:lnTo>
                        <a:pt x="386" y="168"/>
                      </a:lnTo>
                      <a:lnTo>
                        <a:pt x="386" y="166"/>
                      </a:lnTo>
                      <a:lnTo>
                        <a:pt x="386" y="164"/>
                      </a:lnTo>
                      <a:lnTo>
                        <a:pt x="386" y="164"/>
                      </a:lnTo>
                      <a:lnTo>
                        <a:pt x="384" y="164"/>
                      </a:lnTo>
                      <a:lnTo>
                        <a:pt x="382" y="162"/>
                      </a:lnTo>
                      <a:lnTo>
                        <a:pt x="376" y="162"/>
                      </a:lnTo>
                      <a:lnTo>
                        <a:pt x="374" y="162"/>
                      </a:lnTo>
                      <a:lnTo>
                        <a:pt x="372" y="162"/>
                      </a:lnTo>
                      <a:lnTo>
                        <a:pt x="366" y="162"/>
                      </a:lnTo>
                      <a:lnTo>
                        <a:pt x="362" y="162"/>
                      </a:lnTo>
                      <a:lnTo>
                        <a:pt x="356" y="162"/>
                      </a:lnTo>
                      <a:lnTo>
                        <a:pt x="352" y="164"/>
                      </a:lnTo>
                      <a:lnTo>
                        <a:pt x="350" y="164"/>
                      </a:lnTo>
                      <a:lnTo>
                        <a:pt x="348" y="164"/>
                      </a:lnTo>
                      <a:lnTo>
                        <a:pt x="346" y="166"/>
                      </a:lnTo>
                      <a:lnTo>
                        <a:pt x="342" y="164"/>
                      </a:lnTo>
                      <a:lnTo>
                        <a:pt x="342" y="164"/>
                      </a:lnTo>
                      <a:lnTo>
                        <a:pt x="340" y="164"/>
                      </a:lnTo>
                      <a:lnTo>
                        <a:pt x="340" y="164"/>
                      </a:lnTo>
                      <a:lnTo>
                        <a:pt x="338" y="164"/>
                      </a:lnTo>
                      <a:lnTo>
                        <a:pt x="336" y="166"/>
                      </a:lnTo>
                      <a:lnTo>
                        <a:pt x="334" y="170"/>
                      </a:lnTo>
                      <a:lnTo>
                        <a:pt x="334" y="170"/>
                      </a:lnTo>
                      <a:lnTo>
                        <a:pt x="334" y="174"/>
                      </a:lnTo>
                      <a:lnTo>
                        <a:pt x="332" y="178"/>
                      </a:lnTo>
                      <a:lnTo>
                        <a:pt x="332" y="182"/>
                      </a:lnTo>
                      <a:lnTo>
                        <a:pt x="332" y="184"/>
                      </a:lnTo>
                      <a:lnTo>
                        <a:pt x="332" y="186"/>
                      </a:lnTo>
                      <a:lnTo>
                        <a:pt x="332" y="188"/>
                      </a:lnTo>
                      <a:lnTo>
                        <a:pt x="328" y="190"/>
                      </a:lnTo>
                      <a:lnTo>
                        <a:pt x="326" y="192"/>
                      </a:lnTo>
                      <a:lnTo>
                        <a:pt x="324" y="192"/>
                      </a:lnTo>
                      <a:lnTo>
                        <a:pt x="322" y="192"/>
                      </a:lnTo>
                      <a:lnTo>
                        <a:pt x="318" y="194"/>
                      </a:lnTo>
                      <a:lnTo>
                        <a:pt x="314" y="196"/>
                      </a:lnTo>
                      <a:lnTo>
                        <a:pt x="314" y="196"/>
                      </a:lnTo>
                      <a:lnTo>
                        <a:pt x="312" y="196"/>
                      </a:lnTo>
                      <a:lnTo>
                        <a:pt x="308" y="198"/>
                      </a:lnTo>
                      <a:lnTo>
                        <a:pt x="302" y="198"/>
                      </a:lnTo>
                      <a:lnTo>
                        <a:pt x="294" y="198"/>
                      </a:lnTo>
                      <a:lnTo>
                        <a:pt x="284" y="196"/>
                      </a:lnTo>
                      <a:lnTo>
                        <a:pt x="276" y="194"/>
                      </a:lnTo>
                      <a:lnTo>
                        <a:pt x="268" y="190"/>
                      </a:lnTo>
                      <a:lnTo>
                        <a:pt x="262" y="188"/>
                      </a:lnTo>
                      <a:lnTo>
                        <a:pt x="262" y="186"/>
                      </a:lnTo>
                      <a:lnTo>
                        <a:pt x="260" y="186"/>
                      </a:lnTo>
                      <a:lnTo>
                        <a:pt x="258" y="184"/>
                      </a:lnTo>
                      <a:lnTo>
                        <a:pt x="256" y="180"/>
                      </a:lnTo>
                      <a:lnTo>
                        <a:pt x="256" y="176"/>
                      </a:lnTo>
                      <a:lnTo>
                        <a:pt x="254" y="172"/>
                      </a:lnTo>
                      <a:lnTo>
                        <a:pt x="254" y="162"/>
                      </a:lnTo>
                      <a:lnTo>
                        <a:pt x="250" y="152"/>
                      </a:lnTo>
                      <a:lnTo>
                        <a:pt x="244" y="142"/>
                      </a:lnTo>
                      <a:lnTo>
                        <a:pt x="244" y="140"/>
                      </a:lnTo>
                      <a:lnTo>
                        <a:pt x="244" y="136"/>
                      </a:lnTo>
                      <a:lnTo>
                        <a:pt x="244" y="132"/>
                      </a:lnTo>
                      <a:lnTo>
                        <a:pt x="242" y="126"/>
                      </a:lnTo>
                      <a:lnTo>
                        <a:pt x="242" y="122"/>
                      </a:lnTo>
                      <a:lnTo>
                        <a:pt x="244" y="116"/>
                      </a:lnTo>
                      <a:lnTo>
                        <a:pt x="244" y="112"/>
                      </a:lnTo>
                      <a:lnTo>
                        <a:pt x="242" y="96"/>
                      </a:lnTo>
                      <a:lnTo>
                        <a:pt x="240" y="96"/>
                      </a:lnTo>
                      <a:lnTo>
                        <a:pt x="232" y="90"/>
                      </a:lnTo>
                      <a:lnTo>
                        <a:pt x="222" y="80"/>
                      </a:lnTo>
                      <a:lnTo>
                        <a:pt x="210" y="64"/>
                      </a:lnTo>
                      <a:lnTo>
                        <a:pt x="210" y="64"/>
                      </a:lnTo>
                      <a:lnTo>
                        <a:pt x="208" y="62"/>
                      </a:lnTo>
                      <a:lnTo>
                        <a:pt x="206" y="58"/>
                      </a:lnTo>
                      <a:lnTo>
                        <a:pt x="202" y="56"/>
                      </a:lnTo>
                      <a:lnTo>
                        <a:pt x="198" y="52"/>
                      </a:lnTo>
                      <a:lnTo>
                        <a:pt x="194" y="50"/>
                      </a:lnTo>
                      <a:lnTo>
                        <a:pt x="190" y="50"/>
                      </a:lnTo>
                      <a:lnTo>
                        <a:pt x="188" y="52"/>
                      </a:lnTo>
                      <a:lnTo>
                        <a:pt x="186" y="52"/>
                      </a:lnTo>
                      <a:lnTo>
                        <a:pt x="184" y="54"/>
                      </a:lnTo>
                      <a:lnTo>
                        <a:pt x="180" y="54"/>
                      </a:lnTo>
                      <a:lnTo>
                        <a:pt x="174" y="54"/>
                      </a:lnTo>
                      <a:lnTo>
                        <a:pt x="168" y="50"/>
                      </a:lnTo>
                      <a:lnTo>
                        <a:pt x="164" y="48"/>
                      </a:lnTo>
                      <a:lnTo>
                        <a:pt x="156" y="42"/>
                      </a:lnTo>
                      <a:lnTo>
                        <a:pt x="148" y="30"/>
                      </a:lnTo>
                      <a:lnTo>
                        <a:pt x="144" y="14"/>
                      </a:lnTo>
                      <a:lnTo>
                        <a:pt x="142" y="12"/>
                      </a:lnTo>
                      <a:lnTo>
                        <a:pt x="140" y="12"/>
                      </a:lnTo>
                      <a:lnTo>
                        <a:pt x="136" y="10"/>
                      </a:lnTo>
                      <a:lnTo>
                        <a:pt x="130" y="10"/>
                      </a:lnTo>
                      <a:lnTo>
                        <a:pt x="126" y="10"/>
                      </a:lnTo>
                      <a:lnTo>
                        <a:pt x="120" y="10"/>
                      </a:lnTo>
                      <a:lnTo>
                        <a:pt x="116" y="14"/>
                      </a:lnTo>
                      <a:lnTo>
                        <a:pt x="112" y="16"/>
                      </a:lnTo>
                      <a:lnTo>
                        <a:pt x="100" y="20"/>
                      </a:lnTo>
                      <a:lnTo>
                        <a:pt x="82" y="20"/>
                      </a:lnTo>
                      <a:lnTo>
                        <a:pt x="78" y="20"/>
                      </a:lnTo>
                      <a:lnTo>
                        <a:pt x="68" y="18"/>
                      </a:lnTo>
                      <a:lnTo>
                        <a:pt x="54" y="14"/>
                      </a:lnTo>
                      <a:lnTo>
                        <a:pt x="42" y="10"/>
                      </a:lnTo>
                      <a:lnTo>
                        <a:pt x="32" y="4"/>
                      </a:lnTo>
                      <a:lnTo>
                        <a:pt x="30" y="2"/>
                      </a:lnTo>
                      <a:lnTo>
                        <a:pt x="26" y="0"/>
                      </a:lnTo>
                      <a:lnTo>
                        <a:pt x="14" y="2"/>
                      </a:lnTo>
                      <a:lnTo>
                        <a:pt x="0" y="10"/>
                      </a:lnTo>
                      <a:lnTo>
                        <a:pt x="2" y="14"/>
                      </a:lnTo>
                      <a:lnTo>
                        <a:pt x="6" y="22"/>
                      </a:lnTo>
                      <a:lnTo>
                        <a:pt x="12" y="36"/>
                      </a:lnTo>
                      <a:lnTo>
                        <a:pt x="18" y="48"/>
                      </a:lnTo>
                      <a:lnTo>
                        <a:pt x="22" y="58"/>
                      </a:lnTo>
                      <a:lnTo>
                        <a:pt x="22" y="58"/>
                      </a:lnTo>
                      <a:lnTo>
                        <a:pt x="24" y="62"/>
                      </a:lnTo>
                      <a:lnTo>
                        <a:pt x="26" y="68"/>
                      </a:lnTo>
                      <a:lnTo>
                        <a:pt x="28" y="74"/>
                      </a:lnTo>
                      <a:lnTo>
                        <a:pt x="30" y="80"/>
                      </a:lnTo>
                      <a:lnTo>
                        <a:pt x="32" y="82"/>
                      </a:lnTo>
                      <a:lnTo>
                        <a:pt x="34" y="82"/>
                      </a:lnTo>
                      <a:lnTo>
                        <a:pt x="38" y="84"/>
                      </a:lnTo>
                      <a:lnTo>
                        <a:pt x="44" y="88"/>
                      </a:lnTo>
                      <a:lnTo>
                        <a:pt x="48" y="92"/>
                      </a:lnTo>
                      <a:lnTo>
                        <a:pt x="52" y="98"/>
                      </a:lnTo>
                      <a:lnTo>
                        <a:pt x="56" y="106"/>
                      </a:lnTo>
                      <a:lnTo>
                        <a:pt x="58" y="108"/>
                      </a:lnTo>
                      <a:lnTo>
                        <a:pt x="62" y="118"/>
                      </a:lnTo>
                      <a:lnTo>
                        <a:pt x="68" y="128"/>
                      </a:lnTo>
                      <a:lnTo>
                        <a:pt x="76" y="136"/>
                      </a:lnTo>
                      <a:lnTo>
                        <a:pt x="82" y="142"/>
                      </a:lnTo>
                      <a:lnTo>
                        <a:pt x="84" y="144"/>
                      </a:lnTo>
                      <a:lnTo>
                        <a:pt x="88" y="146"/>
                      </a:lnTo>
                      <a:lnTo>
                        <a:pt x="92" y="148"/>
                      </a:lnTo>
                      <a:lnTo>
                        <a:pt x="94" y="148"/>
                      </a:lnTo>
                      <a:lnTo>
                        <a:pt x="96" y="148"/>
                      </a:lnTo>
                      <a:lnTo>
                        <a:pt x="98" y="148"/>
                      </a:lnTo>
                      <a:lnTo>
                        <a:pt x="98" y="144"/>
                      </a:lnTo>
                      <a:lnTo>
                        <a:pt x="94" y="140"/>
                      </a:lnTo>
                      <a:lnTo>
                        <a:pt x="90" y="134"/>
                      </a:lnTo>
                      <a:lnTo>
                        <a:pt x="86" y="126"/>
                      </a:lnTo>
                      <a:lnTo>
                        <a:pt x="82" y="120"/>
                      </a:lnTo>
                      <a:lnTo>
                        <a:pt x="80" y="116"/>
                      </a:lnTo>
                      <a:lnTo>
                        <a:pt x="74" y="108"/>
                      </a:lnTo>
                      <a:lnTo>
                        <a:pt x="68" y="94"/>
                      </a:lnTo>
                      <a:lnTo>
                        <a:pt x="62" y="82"/>
                      </a:lnTo>
                      <a:lnTo>
                        <a:pt x="52" y="72"/>
                      </a:lnTo>
                      <a:lnTo>
                        <a:pt x="42" y="58"/>
                      </a:lnTo>
                      <a:lnTo>
                        <a:pt x="34" y="42"/>
                      </a:lnTo>
                      <a:lnTo>
                        <a:pt x="30" y="24"/>
                      </a:lnTo>
                      <a:lnTo>
                        <a:pt x="30" y="24"/>
                      </a:lnTo>
                      <a:lnTo>
                        <a:pt x="30" y="22"/>
                      </a:lnTo>
                      <a:lnTo>
                        <a:pt x="30" y="20"/>
                      </a:lnTo>
                      <a:lnTo>
                        <a:pt x="30" y="18"/>
                      </a:lnTo>
                      <a:lnTo>
                        <a:pt x="30" y="16"/>
                      </a:lnTo>
                      <a:lnTo>
                        <a:pt x="32" y="14"/>
                      </a:lnTo>
                      <a:lnTo>
                        <a:pt x="34" y="14"/>
                      </a:lnTo>
                      <a:lnTo>
                        <a:pt x="38" y="16"/>
                      </a:lnTo>
                      <a:lnTo>
                        <a:pt x="42" y="18"/>
                      </a:lnTo>
                      <a:lnTo>
                        <a:pt x="44" y="24"/>
                      </a:lnTo>
                      <a:lnTo>
                        <a:pt x="50" y="36"/>
                      </a:lnTo>
                      <a:lnTo>
                        <a:pt x="58" y="52"/>
                      </a:lnTo>
                      <a:lnTo>
                        <a:pt x="68" y="66"/>
                      </a:lnTo>
                      <a:lnTo>
                        <a:pt x="78" y="78"/>
                      </a:lnTo>
                      <a:lnTo>
                        <a:pt x="78" y="78"/>
                      </a:lnTo>
                      <a:lnTo>
                        <a:pt x="80" y="78"/>
                      </a:lnTo>
                      <a:lnTo>
                        <a:pt x="84" y="80"/>
                      </a:lnTo>
                      <a:lnTo>
                        <a:pt x="88" y="80"/>
                      </a:lnTo>
                      <a:lnTo>
                        <a:pt x="92" y="84"/>
                      </a:lnTo>
                      <a:lnTo>
                        <a:pt x="94" y="86"/>
                      </a:lnTo>
                      <a:lnTo>
                        <a:pt x="96" y="90"/>
                      </a:lnTo>
                      <a:lnTo>
                        <a:pt x="98" y="96"/>
                      </a:lnTo>
                      <a:lnTo>
                        <a:pt x="100" y="98"/>
                      </a:lnTo>
                      <a:lnTo>
                        <a:pt x="106" y="106"/>
                      </a:lnTo>
                      <a:lnTo>
                        <a:pt x="116" y="116"/>
                      </a:lnTo>
                      <a:lnTo>
                        <a:pt x="124" y="126"/>
                      </a:lnTo>
                      <a:lnTo>
                        <a:pt x="134" y="136"/>
                      </a:lnTo>
                      <a:lnTo>
                        <a:pt x="140" y="142"/>
                      </a:lnTo>
                      <a:lnTo>
                        <a:pt x="142" y="148"/>
                      </a:lnTo>
                      <a:lnTo>
                        <a:pt x="144" y="160"/>
                      </a:lnTo>
                      <a:lnTo>
                        <a:pt x="148" y="176"/>
                      </a:lnTo>
                      <a:lnTo>
                        <a:pt x="148" y="198"/>
                      </a:lnTo>
                      <a:lnTo>
                        <a:pt x="150" y="198"/>
                      </a:lnTo>
                      <a:lnTo>
                        <a:pt x="154" y="200"/>
                      </a:lnTo>
                      <a:lnTo>
                        <a:pt x="160" y="202"/>
                      </a:lnTo>
                      <a:lnTo>
                        <a:pt x="170" y="204"/>
                      </a:lnTo>
                      <a:lnTo>
                        <a:pt x="174" y="204"/>
                      </a:lnTo>
                      <a:lnTo>
                        <a:pt x="186" y="208"/>
                      </a:lnTo>
                      <a:lnTo>
                        <a:pt x="198" y="216"/>
                      </a:lnTo>
                      <a:lnTo>
                        <a:pt x="208" y="224"/>
                      </a:lnTo>
                      <a:lnTo>
                        <a:pt x="226" y="224"/>
                      </a:lnTo>
                      <a:lnTo>
                        <a:pt x="230" y="226"/>
                      </a:lnTo>
                      <a:lnTo>
                        <a:pt x="240" y="230"/>
                      </a:lnTo>
                      <a:lnTo>
                        <a:pt x="254" y="236"/>
                      </a:lnTo>
                      <a:lnTo>
                        <a:pt x="272" y="240"/>
                      </a:lnTo>
                      <a:lnTo>
                        <a:pt x="278" y="240"/>
                      </a:lnTo>
                      <a:lnTo>
                        <a:pt x="290" y="240"/>
                      </a:lnTo>
                      <a:lnTo>
                        <a:pt x="304" y="240"/>
                      </a:lnTo>
                      <a:lnTo>
                        <a:pt x="304" y="240"/>
                      </a:lnTo>
                      <a:lnTo>
                        <a:pt x="306" y="240"/>
                      </a:lnTo>
                      <a:lnTo>
                        <a:pt x="308" y="240"/>
                      </a:lnTo>
                      <a:lnTo>
                        <a:pt x="310" y="242"/>
                      </a:lnTo>
                      <a:lnTo>
                        <a:pt x="314" y="244"/>
                      </a:lnTo>
                      <a:lnTo>
                        <a:pt x="314" y="248"/>
                      </a:lnTo>
                      <a:lnTo>
                        <a:pt x="316" y="248"/>
                      </a:lnTo>
                      <a:lnTo>
                        <a:pt x="316" y="244"/>
                      </a:lnTo>
                      <a:lnTo>
                        <a:pt x="318" y="242"/>
                      </a:lnTo>
                      <a:lnTo>
                        <a:pt x="320" y="238"/>
                      </a:lnTo>
                      <a:lnTo>
                        <a:pt x="322" y="236"/>
                      </a:lnTo>
                      <a:lnTo>
                        <a:pt x="322" y="234"/>
                      </a:lnTo>
                      <a:lnTo>
                        <a:pt x="322" y="232"/>
                      </a:lnTo>
                      <a:lnTo>
                        <a:pt x="322" y="230"/>
                      </a:lnTo>
                      <a:lnTo>
                        <a:pt x="320" y="228"/>
                      </a:lnTo>
                      <a:lnTo>
                        <a:pt x="320" y="226"/>
                      </a:lnTo>
                      <a:lnTo>
                        <a:pt x="320" y="226"/>
                      </a:lnTo>
                      <a:lnTo>
                        <a:pt x="320" y="224"/>
                      </a:lnTo>
                      <a:lnTo>
                        <a:pt x="320" y="222"/>
                      </a:lnTo>
                      <a:lnTo>
                        <a:pt x="322" y="222"/>
                      </a:lnTo>
                      <a:lnTo>
                        <a:pt x="346" y="222"/>
                      </a:lnTo>
                      <a:lnTo>
                        <a:pt x="346" y="212"/>
                      </a:lnTo>
                      <a:lnTo>
                        <a:pt x="336" y="202"/>
                      </a:lnTo>
                      <a:lnTo>
                        <a:pt x="340" y="202"/>
                      </a:lnTo>
                      <a:lnTo>
                        <a:pt x="340" y="194"/>
                      </a:lnTo>
                      <a:lnTo>
                        <a:pt x="360" y="194"/>
                      </a:lnTo>
                      <a:lnTo>
                        <a:pt x="360" y="194"/>
                      </a:lnTo>
                      <a:lnTo>
                        <a:pt x="360" y="192"/>
                      </a:lnTo>
                      <a:lnTo>
                        <a:pt x="360" y="190"/>
                      </a:lnTo>
                      <a:lnTo>
                        <a:pt x="362" y="190"/>
                      </a:lnTo>
                      <a:lnTo>
                        <a:pt x="364" y="192"/>
                      </a:lnTo>
                      <a:lnTo>
                        <a:pt x="366" y="190"/>
                      </a:lnTo>
                      <a:lnTo>
                        <a:pt x="366" y="190"/>
                      </a:lnTo>
                      <a:lnTo>
                        <a:pt x="368" y="188"/>
                      </a:lnTo>
                      <a:lnTo>
                        <a:pt x="370" y="188"/>
                      </a:lnTo>
                      <a:lnTo>
                        <a:pt x="372" y="188"/>
                      </a:lnTo>
                      <a:lnTo>
                        <a:pt x="374" y="186"/>
                      </a:lnTo>
                      <a:lnTo>
                        <a:pt x="374" y="186"/>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7" name="Freeform 525">
                  <a:extLst>
                    <a:ext uri="{FF2B5EF4-FFF2-40B4-BE49-F238E27FC236}">
                      <a16:creationId xmlns:a16="http://schemas.microsoft.com/office/drawing/2014/main" id="{765F73CA-FC93-D9B8-51A0-884F8342F2DB}"/>
                    </a:ext>
                  </a:extLst>
                </p:cNvPr>
                <p:cNvSpPr/>
                <p:nvPr/>
              </p:nvSpPr>
              <p:spPr bwMode="gray">
                <a:xfrm>
                  <a:off x="7181745" y="4343350"/>
                  <a:ext cx="151815" cy="85107"/>
                </a:xfrm>
                <a:custGeom>
                  <a:avLst/>
                  <a:gdLst>
                    <a:gd name="T0" fmla="*/ 80 w 82"/>
                    <a:gd name="T1" fmla="*/ 8 h 46"/>
                    <a:gd name="T2" fmla="*/ 76 w 82"/>
                    <a:gd name="T3" fmla="*/ 8 h 46"/>
                    <a:gd name="T4" fmla="*/ 72 w 82"/>
                    <a:gd name="T5" fmla="*/ 8 h 46"/>
                    <a:gd name="T6" fmla="*/ 68 w 82"/>
                    <a:gd name="T7" fmla="*/ 8 h 46"/>
                    <a:gd name="T8" fmla="*/ 66 w 82"/>
                    <a:gd name="T9" fmla="*/ 8 h 46"/>
                    <a:gd name="T10" fmla="*/ 62 w 82"/>
                    <a:gd name="T11" fmla="*/ 12 h 46"/>
                    <a:gd name="T12" fmla="*/ 60 w 82"/>
                    <a:gd name="T13" fmla="*/ 18 h 46"/>
                    <a:gd name="T14" fmla="*/ 56 w 82"/>
                    <a:gd name="T15" fmla="*/ 24 h 46"/>
                    <a:gd name="T16" fmla="*/ 50 w 82"/>
                    <a:gd name="T17" fmla="*/ 30 h 46"/>
                    <a:gd name="T18" fmla="*/ 48 w 82"/>
                    <a:gd name="T19" fmla="*/ 30 h 46"/>
                    <a:gd name="T20" fmla="*/ 44 w 82"/>
                    <a:gd name="T21" fmla="*/ 34 h 46"/>
                    <a:gd name="T22" fmla="*/ 44 w 82"/>
                    <a:gd name="T23" fmla="*/ 38 h 46"/>
                    <a:gd name="T24" fmla="*/ 42 w 82"/>
                    <a:gd name="T25" fmla="*/ 42 h 46"/>
                    <a:gd name="T26" fmla="*/ 38 w 82"/>
                    <a:gd name="T27" fmla="*/ 44 h 46"/>
                    <a:gd name="T28" fmla="*/ 36 w 82"/>
                    <a:gd name="T29" fmla="*/ 46 h 46"/>
                    <a:gd name="T30" fmla="*/ 34 w 82"/>
                    <a:gd name="T31" fmla="*/ 42 h 46"/>
                    <a:gd name="T32" fmla="*/ 32 w 82"/>
                    <a:gd name="T33" fmla="*/ 42 h 46"/>
                    <a:gd name="T34" fmla="*/ 30 w 82"/>
                    <a:gd name="T35" fmla="*/ 44 h 46"/>
                    <a:gd name="T36" fmla="*/ 30 w 82"/>
                    <a:gd name="T37" fmla="*/ 42 h 46"/>
                    <a:gd name="T38" fmla="*/ 30 w 82"/>
                    <a:gd name="T39" fmla="*/ 36 h 46"/>
                    <a:gd name="T40" fmla="*/ 30 w 82"/>
                    <a:gd name="T41" fmla="*/ 34 h 46"/>
                    <a:gd name="T42" fmla="*/ 26 w 82"/>
                    <a:gd name="T43" fmla="*/ 32 h 46"/>
                    <a:gd name="T44" fmla="*/ 22 w 82"/>
                    <a:gd name="T45" fmla="*/ 30 h 46"/>
                    <a:gd name="T46" fmla="*/ 18 w 82"/>
                    <a:gd name="T47" fmla="*/ 30 h 46"/>
                    <a:gd name="T48" fmla="*/ 16 w 82"/>
                    <a:gd name="T49" fmla="*/ 32 h 46"/>
                    <a:gd name="T50" fmla="*/ 12 w 82"/>
                    <a:gd name="T51" fmla="*/ 30 h 46"/>
                    <a:gd name="T52" fmla="*/ 10 w 82"/>
                    <a:gd name="T53" fmla="*/ 28 h 46"/>
                    <a:gd name="T54" fmla="*/ 2 w 82"/>
                    <a:gd name="T55" fmla="*/ 24 h 46"/>
                    <a:gd name="T56" fmla="*/ 2 w 82"/>
                    <a:gd name="T57" fmla="*/ 22 h 46"/>
                    <a:gd name="T58" fmla="*/ 2 w 82"/>
                    <a:gd name="T59" fmla="*/ 22 h 46"/>
                    <a:gd name="T60" fmla="*/ 6 w 82"/>
                    <a:gd name="T61" fmla="*/ 22 h 46"/>
                    <a:gd name="T62" fmla="*/ 10 w 82"/>
                    <a:gd name="T63" fmla="*/ 18 h 46"/>
                    <a:gd name="T64" fmla="*/ 12 w 82"/>
                    <a:gd name="T65" fmla="*/ 14 h 46"/>
                    <a:gd name="T66" fmla="*/ 16 w 82"/>
                    <a:gd name="T67" fmla="*/ 12 h 46"/>
                    <a:gd name="T68" fmla="*/ 20 w 82"/>
                    <a:gd name="T69" fmla="*/ 10 h 46"/>
                    <a:gd name="T70" fmla="*/ 26 w 82"/>
                    <a:gd name="T71" fmla="*/ 4 h 46"/>
                    <a:gd name="T72" fmla="*/ 28 w 82"/>
                    <a:gd name="T73" fmla="*/ 2 h 46"/>
                    <a:gd name="T74" fmla="*/ 32 w 82"/>
                    <a:gd name="T75" fmla="*/ 0 h 46"/>
                    <a:gd name="T76" fmla="*/ 34 w 82"/>
                    <a:gd name="T77" fmla="*/ 0 h 46"/>
                    <a:gd name="T78" fmla="*/ 40 w 82"/>
                    <a:gd name="T79" fmla="*/ 0 h 46"/>
                    <a:gd name="T80" fmla="*/ 42 w 82"/>
                    <a:gd name="T81" fmla="*/ 0 h 46"/>
                    <a:gd name="T82" fmla="*/ 48 w 82"/>
                    <a:gd name="T83" fmla="*/ 0 h 46"/>
                    <a:gd name="T84" fmla="*/ 58 w 82"/>
                    <a:gd name="T85" fmla="*/ 0 h 46"/>
                    <a:gd name="T86" fmla="*/ 70 w 82"/>
                    <a:gd name="T87" fmla="*/ 2 h 46"/>
                    <a:gd name="T88" fmla="*/ 80 w 82"/>
                    <a:gd name="T89" fmla="*/ 2 h 46"/>
                    <a:gd name="T90" fmla="*/ 82 w 82"/>
                    <a:gd name="T91" fmla="*/ 4 h 46"/>
                    <a:gd name="T92" fmla="*/ 82 w 82"/>
                    <a:gd name="T93" fmla="*/ 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2" h="46">
                      <a:moveTo>
                        <a:pt x="82" y="8"/>
                      </a:moveTo>
                      <a:lnTo>
                        <a:pt x="80" y="8"/>
                      </a:lnTo>
                      <a:lnTo>
                        <a:pt x="78" y="8"/>
                      </a:lnTo>
                      <a:lnTo>
                        <a:pt x="76" y="8"/>
                      </a:lnTo>
                      <a:lnTo>
                        <a:pt x="74" y="8"/>
                      </a:lnTo>
                      <a:lnTo>
                        <a:pt x="72" y="8"/>
                      </a:lnTo>
                      <a:lnTo>
                        <a:pt x="70" y="10"/>
                      </a:lnTo>
                      <a:lnTo>
                        <a:pt x="68" y="8"/>
                      </a:lnTo>
                      <a:lnTo>
                        <a:pt x="66" y="8"/>
                      </a:lnTo>
                      <a:lnTo>
                        <a:pt x="66" y="8"/>
                      </a:lnTo>
                      <a:lnTo>
                        <a:pt x="64" y="10"/>
                      </a:lnTo>
                      <a:lnTo>
                        <a:pt x="62" y="12"/>
                      </a:lnTo>
                      <a:lnTo>
                        <a:pt x="60" y="18"/>
                      </a:lnTo>
                      <a:lnTo>
                        <a:pt x="60" y="18"/>
                      </a:lnTo>
                      <a:lnTo>
                        <a:pt x="58" y="22"/>
                      </a:lnTo>
                      <a:lnTo>
                        <a:pt x="56" y="24"/>
                      </a:lnTo>
                      <a:lnTo>
                        <a:pt x="54" y="28"/>
                      </a:lnTo>
                      <a:lnTo>
                        <a:pt x="50" y="30"/>
                      </a:lnTo>
                      <a:lnTo>
                        <a:pt x="50" y="30"/>
                      </a:lnTo>
                      <a:lnTo>
                        <a:pt x="48" y="30"/>
                      </a:lnTo>
                      <a:lnTo>
                        <a:pt x="46" y="32"/>
                      </a:lnTo>
                      <a:lnTo>
                        <a:pt x="44" y="34"/>
                      </a:lnTo>
                      <a:lnTo>
                        <a:pt x="44" y="36"/>
                      </a:lnTo>
                      <a:lnTo>
                        <a:pt x="44" y="38"/>
                      </a:lnTo>
                      <a:lnTo>
                        <a:pt x="44" y="40"/>
                      </a:lnTo>
                      <a:lnTo>
                        <a:pt x="42" y="42"/>
                      </a:lnTo>
                      <a:lnTo>
                        <a:pt x="40" y="44"/>
                      </a:lnTo>
                      <a:lnTo>
                        <a:pt x="38" y="44"/>
                      </a:lnTo>
                      <a:lnTo>
                        <a:pt x="38" y="46"/>
                      </a:lnTo>
                      <a:lnTo>
                        <a:pt x="36" y="46"/>
                      </a:lnTo>
                      <a:lnTo>
                        <a:pt x="34" y="44"/>
                      </a:lnTo>
                      <a:lnTo>
                        <a:pt x="34" y="42"/>
                      </a:lnTo>
                      <a:lnTo>
                        <a:pt x="32" y="42"/>
                      </a:lnTo>
                      <a:lnTo>
                        <a:pt x="32" y="42"/>
                      </a:lnTo>
                      <a:lnTo>
                        <a:pt x="32" y="44"/>
                      </a:lnTo>
                      <a:lnTo>
                        <a:pt x="30" y="44"/>
                      </a:lnTo>
                      <a:lnTo>
                        <a:pt x="30" y="42"/>
                      </a:lnTo>
                      <a:lnTo>
                        <a:pt x="30" y="42"/>
                      </a:lnTo>
                      <a:lnTo>
                        <a:pt x="30" y="38"/>
                      </a:lnTo>
                      <a:lnTo>
                        <a:pt x="30" y="36"/>
                      </a:lnTo>
                      <a:lnTo>
                        <a:pt x="30" y="36"/>
                      </a:lnTo>
                      <a:lnTo>
                        <a:pt x="30" y="34"/>
                      </a:lnTo>
                      <a:lnTo>
                        <a:pt x="28" y="32"/>
                      </a:lnTo>
                      <a:lnTo>
                        <a:pt x="26" y="32"/>
                      </a:lnTo>
                      <a:lnTo>
                        <a:pt x="24" y="30"/>
                      </a:lnTo>
                      <a:lnTo>
                        <a:pt x="22" y="30"/>
                      </a:lnTo>
                      <a:lnTo>
                        <a:pt x="20" y="30"/>
                      </a:lnTo>
                      <a:lnTo>
                        <a:pt x="18" y="30"/>
                      </a:lnTo>
                      <a:lnTo>
                        <a:pt x="16" y="32"/>
                      </a:lnTo>
                      <a:lnTo>
                        <a:pt x="16" y="32"/>
                      </a:lnTo>
                      <a:lnTo>
                        <a:pt x="14" y="32"/>
                      </a:lnTo>
                      <a:lnTo>
                        <a:pt x="12" y="30"/>
                      </a:lnTo>
                      <a:lnTo>
                        <a:pt x="12" y="28"/>
                      </a:lnTo>
                      <a:lnTo>
                        <a:pt x="10" y="28"/>
                      </a:lnTo>
                      <a:lnTo>
                        <a:pt x="6" y="24"/>
                      </a:lnTo>
                      <a:lnTo>
                        <a:pt x="2" y="24"/>
                      </a:lnTo>
                      <a:lnTo>
                        <a:pt x="0" y="24"/>
                      </a:lnTo>
                      <a:lnTo>
                        <a:pt x="2" y="22"/>
                      </a:lnTo>
                      <a:lnTo>
                        <a:pt x="2" y="22"/>
                      </a:lnTo>
                      <a:lnTo>
                        <a:pt x="2" y="22"/>
                      </a:lnTo>
                      <a:lnTo>
                        <a:pt x="2" y="22"/>
                      </a:lnTo>
                      <a:lnTo>
                        <a:pt x="6" y="22"/>
                      </a:lnTo>
                      <a:lnTo>
                        <a:pt x="8" y="20"/>
                      </a:lnTo>
                      <a:lnTo>
                        <a:pt x="10" y="18"/>
                      </a:lnTo>
                      <a:lnTo>
                        <a:pt x="10" y="18"/>
                      </a:lnTo>
                      <a:lnTo>
                        <a:pt x="12" y="14"/>
                      </a:lnTo>
                      <a:lnTo>
                        <a:pt x="14" y="12"/>
                      </a:lnTo>
                      <a:lnTo>
                        <a:pt x="16" y="12"/>
                      </a:lnTo>
                      <a:lnTo>
                        <a:pt x="16" y="12"/>
                      </a:lnTo>
                      <a:lnTo>
                        <a:pt x="20" y="10"/>
                      </a:lnTo>
                      <a:lnTo>
                        <a:pt x="24" y="8"/>
                      </a:lnTo>
                      <a:lnTo>
                        <a:pt x="26" y="4"/>
                      </a:lnTo>
                      <a:lnTo>
                        <a:pt x="28" y="2"/>
                      </a:lnTo>
                      <a:lnTo>
                        <a:pt x="28" y="2"/>
                      </a:lnTo>
                      <a:lnTo>
                        <a:pt x="30" y="0"/>
                      </a:lnTo>
                      <a:lnTo>
                        <a:pt x="32" y="0"/>
                      </a:lnTo>
                      <a:lnTo>
                        <a:pt x="34" y="0"/>
                      </a:lnTo>
                      <a:lnTo>
                        <a:pt x="34" y="0"/>
                      </a:lnTo>
                      <a:lnTo>
                        <a:pt x="36" y="0"/>
                      </a:lnTo>
                      <a:lnTo>
                        <a:pt x="40" y="0"/>
                      </a:lnTo>
                      <a:lnTo>
                        <a:pt x="42" y="0"/>
                      </a:lnTo>
                      <a:lnTo>
                        <a:pt x="42" y="0"/>
                      </a:lnTo>
                      <a:lnTo>
                        <a:pt x="44" y="0"/>
                      </a:lnTo>
                      <a:lnTo>
                        <a:pt x="48" y="0"/>
                      </a:lnTo>
                      <a:lnTo>
                        <a:pt x="54" y="0"/>
                      </a:lnTo>
                      <a:lnTo>
                        <a:pt x="58" y="0"/>
                      </a:lnTo>
                      <a:lnTo>
                        <a:pt x="64" y="0"/>
                      </a:lnTo>
                      <a:lnTo>
                        <a:pt x="70" y="2"/>
                      </a:lnTo>
                      <a:lnTo>
                        <a:pt x="76" y="2"/>
                      </a:lnTo>
                      <a:lnTo>
                        <a:pt x="80" y="2"/>
                      </a:lnTo>
                      <a:lnTo>
                        <a:pt x="80" y="4"/>
                      </a:lnTo>
                      <a:lnTo>
                        <a:pt x="82" y="4"/>
                      </a:lnTo>
                      <a:lnTo>
                        <a:pt x="82" y="6"/>
                      </a:lnTo>
                      <a:lnTo>
                        <a:pt x="82" y="6"/>
                      </a:lnTo>
                      <a:lnTo>
                        <a:pt x="82" y="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8" name="Freeform 526">
                  <a:extLst>
                    <a:ext uri="{FF2B5EF4-FFF2-40B4-BE49-F238E27FC236}">
                      <a16:creationId xmlns:a16="http://schemas.microsoft.com/office/drawing/2014/main" id="{90D7785E-8938-730A-AEC1-4DA6DBAF4862}"/>
                    </a:ext>
                  </a:extLst>
                </p:cNvPr>
                <p:cNvSpPr/>
                <p:nvPr/>
              </p:nvSpPr>
              <p:spPr bwMode="gray">
                <a:xfrm>
                  <a:off x="7159528" y="4387754"/>
                  <a:ext cx="81461" cy="44404"/>
                </a:xfrm>
                <a:custGeom>
                  <a:avLst/>
                  <a:gdLst>
                    <a:gd name="T0" fmla="*/ 44 w 44"/>
                    <a:gd name="T1" fmla="*/ 20 h 24"/>
                    <a:gd name="T2" fmla="*/ 42 w 44"/>
                    <a:gd name="T3" fmla="*/ 22 h 24"/>
                    <a:gd name="T4" fmla="*/ 40 w 44"/>
                    <a:gd name="T5" fmla="*/ 22 h 24"/>
                    <a:gd name="T6" fmla="*/ 40 w 44"/>
                    <a:gd name="T7" fmla="*/ 24 h 24"/>
                    <a:gd name="T8" fmla="*/ 32 w 44"/>
                    <a:gd name="T9" fmla="*/ 22 h 24"/>
                    <a:gd name="T10" fmla="*/ 26 w 44"/>
                    <a:gd name="T11" fmla="*/ 22 h 24"/>
                    <a:gd name="T12" fmla="*/ 20 w 44"/>
                    <a:gd name="T13" fmla="*/ 20 h 24"/>
                    <a:gd name="T14" fmla="*/ 16 w 44"/>
                    <a:gd name="T15" fmla="*/ 18 h 24"/>
                    <a:gd name="T16" fmla="*/ 12 w 44"/>
                    <a:gd name="T17" fmla="*/ 18 h 24"/>
                    <a:gd name="T18" fmla="*/ 12 w 44"/>
                    <a:gd name="T19" fmla="*/ 16 h 24"/>
                    <a:gd name="T20" fmla="*/ 6 w 44"/>
                    <a:gd name="T21" fmla="*/ 14 h 24"/>
                    <a:gd name="T22" fmla="*/ 2 w 44"/>
                    <a:gd name="T23" fmla="*/ 12 h 24"/>
                    <a:gd name="T24" fmla="*/ 0 w 44"/>
                    <a:gd name="T25" fmla="*/ 10 h 24"/>
                    <a:gd name="T26" fmla="*/ 8 w 44"/>
                    <a:gd name="T27" fmla="*/ 4 h 24"/>
                    <a:gd name="T28" fmla="*/ 10 w 44"/>
                    <a:gd name="T29" fmla="*/ 2 h 24"/>
                    <a:gd name="T30" fmla="*/ 12 w 44"/>
                    <a:gd name="T31" fmla="*/ 0 h 24"/>
                    <a:gd name="T32" fmla="*/ 14 w 44"/>
                    <a:gd name="T33" fmla="*/ 0 h 24"/>
                    <a:gd name="T34" fmla="*/ 16 w 44"/>
                    <a:gd name="T35" fmla="*/ 0 h 24"/>
                    <a:gd name="T36" fmla="*/ 20 w 44"/>
                    <a:gd name="T37" fmla="*/ 2 h 24"/>
                    <a:gd name="T38" fmla="*/ 24 w 44"/>
                    <a:gd name="T39" fmla="*/ 4 h 24"/>
                    <a:gd name="T40" fmla="*/ 24 w 44"/>
                    <a:gd name="T41" fmla="*/ 6 h 24"/>
                    <a:gd name="T42" fmla="*/ 26 w 44"/>
                    <a:gd name="T43" fmla="*/ 6 h 24"/>
                    <a:gd name="T44" fmla="*/ 26 w 44"/>
                    <a:gd name="T45" fmla="*/ 8 h 24"/>
                    <a:gd name="T46" fmla="*/ 30 w 44"/>
                    <a:gd name="T47" fmla="*/ 8 h 24"/>
                    <a:gd name="T48" fmla="*/ 30 w 44"/>
                    <a:gd name="T49" fmla="*/ 8 h 24"/>
                    <a:gd name="T50" fmla="*/ 32 w 44"/>
                    <a:gd name="T51" fmla="*/ 6 h 24"/>
                    <a:gd name="T52" fmla="*/ 34 w 44"/>
                    <a:gd name="T53" fmla="*/ 6 h 24"/>
                    <a:gd name="T54" fmla="*/ 38 w 44"/>
                    <a:gd name="T55" fmla="*/ 6 h 24"/>
                    <a:gd name="T56" fmla="*/ 38 w 44"/>
                    <a:gd name="T57" fmla="*/ 6 h 24"/>
                    <a:gd name="T58" fmla="*/ 40 w 44"/>
                    <a:gd name="T59" fmla="*/ 8 h 24"/>
                    <a:gd name="T60" fmla="*/ 42 w 44"/>
                    <a:gd name="T61" fmla="*/ 10 h 24"/>
                    <a:gd name="T62" fmla="*/ 44 w 44"/>
                    <a:gd name="T63" fmla="*/ 12 h 24"/>
                    <a:gd name="T64" fmla="*/ 44 w 44"/>
                    <a:gd name="T65" fmla="*/ 14 h 24"/>
                    <a:gd name="T66" fmla="*/ 44 w 44"/>
                    <a:gd name="T67" fmla="*/ 16 h 24"/>
                    <a:gd name="T68" fmla="*/ 44 w 44"/>
                    <a:gd name="T69" fmla="*/ 18 h 24"/>
                    <a:gd name="T70" fmla="*/ 44 w 44"/>
                    <a:gd name="T7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 h="24">
                      <a:moveTo>
                        <a:pt x="44" y="20"/>
                      </a:moveTo>
                      <a:lnTo>
                        <a:pt x="42" y="22"/>
                      </a:lnTo>
                      <a:lnTo>
                        <a:pt x="40" y="22"/>
                      </a:lnTo>
                      <a:lnTo>
                        <a:pt x="40" y="24"/>
                      </a:lnTo>
                      <a:lnTo>
                        <a:pt x="32" y="22"/>
                      </a:lnTo>
                      <a:lnTo>
                        <a:pt x="26" y="22"/>
                      </a:lnTo>
                      <a:lnTo>
                        <a:pt x="20" y="20"/>
                      </a:lnTo>
                      <a:lnTo>
                        <a:pt x="16" y="18"/>
                      </a:lnTo>
                      <a:lnTo>
                        <a:pt x="12" y="18"/>
                      </a:lnTo>
                      <a:lnTo>
                        <a:pt x="12" y="16"/>
                      </a:lnTo>
                      <a:lnTo>
                        <a:pt x="6" y="14"/>
                      </a:lnTo>
                      <a:lnTo>
                        <a:pt x="2" y="12"/>
                      </a:lnTo>
                      <a:lnTo>
                        <a:pt x="0" y="10"/>
                      </a:lnTo>
                      <a:lnTo>
                        <a:pt x="8" y="4"/>
                      </a:lnTo>
                      <a:lnTo>
                        <a:pt x="10" y="2"/>
                      </a:lnTo>
                      <a:lnTo>
                        <a:pt x="12" y="0"/>
                      </a:lnTo>
                      <a:lnTo>
                        <a:pt x="14" y="0"/>
                      </a:lnTo>
                      <a:lnTo>
                        <a:pt x="16" y="0"/>
                      </a:lnTo>
                      <a:lnTo>
                        <a:pt x="20" y="2"/>
                      </a:lnTo>
                      <a:lnTo>
                        <a:pt x="24" y="4"/>
                      </a:lnTo>
                      <a:lnTo>
                        <a:pt x="24" y="6"/>
                      </a:lnTo>
                      <a:lnTo>
                        <a:pt x="26" y="6"/>
                      </a:lnTo>
                      <a:lnTo>
                        <a:pt x="26" y="8"/>
                      </a:lnTo>
                      <a:lnTo>
                        <a:pt x="30" y="8"/>
                      </a:lnTo>
                      <a:lnTo>
                        <a:pt x="30" y="8"/>
                      </a:lnTo>
                      <a:lnTo>
                        <a:pt x="32" y="6"/>
                      </a:lnTo>
                      <a:lnTo>
                        <a:pt x="34" y="6"/>
                      </a:lnTo>
                      <a:lnTo>
                        <a:pt x="38" y="6"/>
                      </a:lnTo>
                      <a:lnTo>
                        <a:pt x="38" y="6"/>
                      </a:lnTo>
                      <a:lnTo>
                        <a:pt x="40" y="8"/>
                      </a:lnTo>
                      <a:lnTo>
                        <a:pt x="42" y="10"/>
                      </a:lnTo>
                      <a:lnTo>
                        <a:pt x="44" y="12"/>
                      </a:lnTo>
                      <a:lnTo>
                        <a:pt x="44" y="14"/>
                      </a:lnTo>
                      <a:lnTo>
                        <a:pt x="44" y="16"/>
                      </a:lnTo>
                      <a:lnTo>
                        <a:pt x="44" y="18"/>
                      </a:lnTo>
                      <a:lnTo>
                        <a:pt x="44" y="2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299" name="Freeform 527">
                  <a:extLst>
                    <a:ext uri="{FF2B5EF4-FFF2-40B4-BE49-F238E27FC236}">
                      <a16:creationId xmlns:a16="http://schemas.microsoft.com/office/drawing/2014/main" id="{8C5C0C91-A818-DC24-97E0-F76CD4D3F625}"/>
                    </a:ext>
                  </a:extLst>
                </p:cNvPr>
                <p:cNvSpPr/>
                <p:nvPr/>
              </p:nvSpPr>
              <p:spPr bwMode="gray">
                <a:xfrm>
                  <a:off x="7622377" y="4254543"/>
                  <a:ext cx="70353" cy="51804"/>
                </a:xfrm>
                <a:custGeom>
                  <a:avLst/>
                  <a:gdLst>
                    <a:gd name="T0" fmla="*/ 4 w 38"/>
                    <a:gd name="T1" fmla="*/ 0 h 28"/>
                    <a:gd name="T2" fmla="*/ 6 w 38"/>
                    <a:gd name="T3" fmla="*/ 2 h 28"/>
                    <a:gd name="T4" fmla="*/ 6 w 38"/>
                    <a:gd name="T5" fmla="*/ 6 h 28"/>
                    <a:gd name="T6" fmla="*/ 6 w 38"/>
                    <a:gd name="T7" fmla="*/ 10 h 28"/>
                    <a:gd name="T8" fmla="*/ 4 w 38"/>
                    <a:gd name="T9" fmla="*/ 12 h 28"/>
                    <a:gd name="T10" fmla="*/ 2 w 38"/>
                    <a:gd name="T11" fmla="*/ 14 h 28"/>
                    <a:gd name="T12" fmla="*/ 0 w 38"/>
                    <a:gd name="T13" fmla="*/ 14 h 28"/>
                    <a:gd name="T14" fmla="*/ 0 w 38"/>
                    <a:gd name="T15" fmla="*/ 16 h 28"/>
                    <a:gd name="T16" fmla="*/ 0 w 38"/>
                    <a:gd name="T17" fmla="*/ 20 h 28"/>
                    <a:gd name="T18" fmla="*/ 2 w 38"/>
                    <a:gd name="T19" fmla="*/ 22 h 28"/>
                    <a:gd name="T20" fmla="*/ 2 w 38"/>
                    <a:gd name="T21" fmla="*/ 24 h 28"/>
                    <a:gd name="T22" fmla="*/ 4 w 38"/>
                    <a:gd name="T23" fmla="*/ 26 h 28"/>
                    <a:gd name="T24" fmla="*/ 4 w 38"/>
                    <a:gd name="T25" fmla="*/ 28 h 28"/>
                    <a:gd name="T26" fmla="*/ 4 w 38"/>
                    <a:gd name="T27" fmla="*/ 28 h 28"/>
                    <a:gd name="T28" fmla="*/ 6 w 38"/>
                    <a:gd name="T29" fmla="*/ 28 h 28"/>
                    <a:gd name="T30" fmla="*/ 8 w 38"/>
                    <a:gd name="T31" fmla="*/ 28 h 28"/>
                    <a:gd name="T32" fmla="*/ 12 w 38"/>
                    <a:gd name="T33" fmla="*/ 26 h 28"/>
                    <a:gd name="T34" fmla="*/ 14 w 38"/>
                    <a:gd name="T35" fmla="*/ 24 h 28"/>
                    <a:gd name="T36" fmla="*/ 16 w 38"/>
                    <a:gd name="T37" fmla="*/ 24 h 28"/>
                    <a:gd name="T38" fmla="*/ 18 w 38"/>
                    <a:gd name="T39" fmla="*/ 22 h 28"/>
                    <a:gd name="T40" fmla="*/ 20 w 38"/>
                    <a:gd name="T41" fmla="*/ 22 h 28"/>
                    <a:gd name="T42" fmla="*/ 22 w 38"/>
                    <a:gd name="T43" fmla="*/ 24 h 28"/>
                    <a:gd name="T44" fmla="*/ 22 w 38"/>
                    <a:gd name="T45" fmla="*/ 24 h 28"/>
                    <a:gd name="T46" fmla="*/ 32 w 38"/>
                    <a:gd name="T47" fmla="*/ 22 h 28"/>
                    <a:gd name="T48" fmla="*/ 38 w 38"/>
                    <a:gd name="T49" fmla="*/ 20 h 28"/>
                    <a:gd name="T50" fmla="*/ 38 w 38"/>
                    <a:gd name="T51" fmla="*/ 12 h 28"/>
                    <a:gd name="T52" fmla="*/ 32 w 38"/>
                    <a:gd name="T53" fmla="*/ 10 h 28"/>
                    <a:gd name="T54" fmla="*/ 24 w 38"/>
                    <a:gd name="T55" fmla="*/ 8 h 28"/>
                    <a:gd name="T56" fmla="*/ 30 w 38"/>
                    <a:gd name="T57" fmla="*/ 6 h 28"/>
                    <a:gd name="T58" fmla="*/ 20 w 38"/>
                    <a:gd name="T59" fmla="*/ 6 h 28"/>
                    <a:gd name="T60" fmla="*/ 14 w 38"/>
                    <a:gd name="T61" fmla="*/ 2 h 28"/>
                    <a:gd name="T62" fmla="*/ 4 w 38"/>
                    <a:gd name="T63"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 h="28">
                      <a:moveTo>
                        <a:pt x="4" y="0"/>
                      </a:moveTo>
                      <a:lnTo>
                        <a:pt x="6" y="2"/>
                      </a:lnTo>
                      <a:lnTo>
                        <a:pt x="6" y="6"/>
                      </a:lnTo>
                      <a:lnTo>
                        <a:pt x="6" y="10"/>
                      </a:lnTo>
                      <a:lnTo>
                        <a:pt x="4" y="12"/>
                      </a:lnTo>
                      <a:lnTo>
                        <a:pt x="2" y="14"/>
                      </a:lnTo>
                      <a:lnTo>
                        <a:pt x="0" y="14"/>
                      </a:lnTo>
                      <a:lnTo>
                        <a:pt x="0" y="16"/>
                      </a:lnTo>
                      <a:lnTo>
                        <a:pt x="0" y="20"/>
                      </a:lnTo>
                      <a:lnTo>
                        <a:pt x="2" y="22"/>
                      </a:lnTo>
                      <a:lnTo>
                        <a:pt x="2" y="24"/>
                      </a:lnTo>
                      <a:lnTo>
                        <a:pt x="4" y="26"/>
                      </a:lnTo>
                      <a:lnTo>
                        <a:pt x="4" y="28"/>
                      </a:lnTo>
                      <a:lnTo>
                        <a:pt x="4" y="28"/>
                      </a:lnTo>
                      <a:lnTo>
                        <a:pt x="6" y="28"/>
                      </a:lnTo>
                      <a:lnTo>
                        <a:pt x="8" y="28"/>
                      </a:lnTo>
                      <a:lnTo>
                        <a:pt x="12" y="26"/>
                      </a:lnTo>
                      <a:lnTo>
                        <a:pt x="14" y="24"/>
                      </a:lnTo>
                      <a:lnTo>
                        <a:pt x="16" y="24"/>
                      </a:lnTo>
                      <a:lnTo>
                        <a:pt x="18" y="22"/>
                      </a:lnTo>
                      <a:lnTo>
                        <a:pt x="20" y="22"/>
                      </a:lnTo>
                      <a:lnTo>
                        <a:pt x="22" y="24"/>
                      </a:lnTo>
                      <a:lnTo>
                        <a:pt x="22" y="24"/>
                      </a:lnTo>
                      <a:lnTo>
                        <a:pt x="32" y="22"/>
                      </a:lnTo>
                      <a:lnTo>
                        <a:pt x="38" y="20"/>
                      </a:lnTo>
                      <a:lnTo>
                        <a:pt x="38" y="12"/>
                      </a:lnTo>
                      <a:lnTo>
                        <a:pt x="32" y="10"/>
                      </a:lnTo>
                      <a:lnTo>
                        <a:pt x="24" y="8"/>
                      </a:lnTo>
                      <a:lnTo>
                        <a:pt x="30" y="6"/>
                      </a:lnTo>
                      <a:lnTo>
                        <a:pt x="20" y="6"/>
                      </a:lnTo>
                      <a:lnTo>
                        <a:pt x="14" y="2"/>
                      </a:lnTo>
                      <a:lnTo>
                        <a:pt x="4"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0" name="Freeform 528">
                  <a:extLst>
                    <a:ext uri="{FF2B5EF4-FFF2-40B4-BE49-F238E27FC236}">
                      <a16:creationId xmlns:a16="http://schemas.microsoft.com/office/drawing/2014/main" id="{C53FA176-0311-AC0F-BAB1-FA4C61C82C46}"/>
                    </a:ext>
                  </a:extLst>
                </p:cNvPr>
                <p:cNvSpPr/>
                <p:nvPr/>
              </p:nvSpPr>
              <p:spPr bwMode="gray">
                <a:xfrm>
                  <a:off x="7552024" y="4243442"/>
                  <a:ext cx="81461" cy="66605"/>
                </a:xfrm>
                <a:custGeom>
                  <a:avLst/>
                  <a:gdLst>
                    <a:gd name="T0" fmla="*/ 12 w 44"/>
                    <a:gd name="T1" fmla="*/ 2 h 36"/>
                    <a:gd name="T2" fmla="*/ 8 w 44"/>
                    <a:gd name="T3" fmla="*/ 6 h 36"/>
                    <a:gd name="T4" fmla="*/ 12 w 44"/>
                    <a:gd name="T5" fmla="*/ 8 h 36"/>
                    <a:gd name="T6" fmla="*/ 14 w 44"/>
                    <a:gd name="T7" fmla="*/ 8 h 36"/>
                    <a:gd name="T8" fmla="*/ 16 w 44"/>
                    <a:gd name="T9" fmla="*/ 8 h 36"/>
                    <a:gd name="T10" fmla="*/ 18 w 44"/>
                    <a:gd name="T11" fmla="*/ 8 h 36"/>
                    <a:gd name="T12" fmla="*/ 22 w 44"/>
                    <a:gd name="T13" fmla="*/ 10 h 36"/>
                    <a:gd name="T14" fmla="*/ 24 w 44"/>
                    <a:gd name="T15" fmla="*/ 10 h 36"/>
                    <a:gd name="T16" fmla="*/ 26 w 44"/>
                    <a:gd name="T17" fmla="*/ 14 h 36"/>
                    <a:gd name="T18" fmla="*/ 26 w 44"/>
                    <a:gd name="T19" fmla="*/ 14 h 36"/>
                    <a:gd name="T20" fmla="*/ 26 w 44"/>
                    <a:gd name="T21" fmla="*/ 16 h 36"/>
                    <a:gd name="T22" fmla="*/ 26 w 44"/>
                    <a:gd name="T23" fmla="*/ 18 h 36"/>
                    <a:gd name="T24" fmla="*/ 26 w 44"/>
                    <a:gd name="T25" fmla="*/ 20 h 36"/>
                    <a:gd name="T26" fmla="*/ 24 w 44"/>
                    <a:gd name="T27" fmla="*/ 22 h 36"/>
                    <a:gd name="T28" fmla="*/ 20 w 44"/>
                    <a:gd name="T29" fmla="*/ 22 h 36"/>
                    <a:gd name="T30" fmla="*/ 10 w 44"/>
                    <a:gd name="T31" fmla="*/ 18 h 36"/>
                    <a:gd name="T32" fmla="*/ 4 w 44"/>
                    <a:gd name="T33" fmla="*/ 18 h 36"/>
                    <a:gd name="T34" fmla="*/ 0 w 44"/>
                    <a:gd name="T35" fmla="*/ 22 h 36"/>
                    <a:gd name="T36" fmla="*/ 6 w 44"/>
                    <a:gd name="T37" fmla="*/ 26 h 36"/>
                    <a:gd name="T38" fmla="*/ 6 w 44"/>
                    <a:gd name="T39" fmla="*/ 26 h 36"/>
                    <a:gd name="T40" fmla="*/ 10 w 44"/>
                    <a:gd name="T41" fmla="*/ 26 h 36"/>
                    <a:gd name="T42" fmla="*/ 14 w 44"/>
                    <a:gd name="T43" fmla="*/ 26 h 36"/>
                    <a:gd name="T44" fmla="*/ 16 w 44"/>
                    <a:gd name="T45" fmla="*/ 26 h 36"/>
                    <a:gd name="T46" fmla="*/ 20 w 44"/>
                    <a:gd name="T47" fmla="*/ 28 h 36"/>
                    <a:gd name="T48" fmla="*/ 20 w 44"/>
                    <a:gd name="T49" fmla="*/ 30 h 36"/>
                    <a:gd name="T50" fmla="*/ 22 w 44"/>
                    <a:gd name="T51" fmla="*/ 32 h 36"/>
                    <a:gd name="T52" fmla="*/ 26 w 44"/>
                    <a:gd name="T53" fmla="*/ 34 h 36"/>
                    <a:gd name="T54" fmla="*/ 30 w 44"/>
                    <a:gd name="T55" fmla="*/ 36 h 36"/>
                    <a:gd name="T56" fmla="*/ 34 w 44"/>
                    <a:gd name="T57" fmla="*/ 36 h 36"/>
                    <a:gd name="T58" fmla="*/ 36 w 44"/>
                    <a:gd name="T59" fmla="*/ 36 h 36"/>
                    <a:gd name="T60" fmla="*/ 40 w 44"/>
                    <a:gd name="T61" fmla="*/ 36 h 36"/>
                    <a:gd name="T62" fmla="*/ 42 w 44"/>
                    <a:gd name="T63" fmla="*/ 36 h 36"/>
                    <a:gd name="T64" fmla="*/ 42 w 44"/>
                    <a:gd name="T65" fmla="*/ 34 h 36"/>
                    <a:gd name="T66" fmla="*/ 42 w 44"/>
                    <a:gd name="T67" fmla="*/ 30 h 36"/>
                    <a:gd name="T68" fmla="*/ 40 w 44"/>
                    <a:gd name="T69" fmla="*/ 30 h 36"/>
                    <a:gd name="T70" fmla="*/ 40 w 44"/>
                    <a:gd name="T71" fmla="*/ 28 h 36"/>
                    <a:gd name="T72" fmla="*/ 38 w 44"/>
                    <a:gd name="T73" fmla="*/ 24 h 36"/>
                    <a:gd name="T74" fmla="*/ 38 w 44"/>
                    <a:gd name="T75" fmla="*/ 22 h 36"/>
                    <a:gd name="T76" fmla="*/ 38 w 44"/>
                    <a:gd name="T77" fmla="*/ 18 h 36"/>
                    <a:gd name="T78" fmla="*/ 40 w 44"/>
                    <a:gd name="T79" fmla="*/ 18 h 36"/>
                    <a:gd name="T80" fmla="*/ 42 w 44"/>
                    <a:gd name="T81" fmla="*/ 16 h 36"/>
                    <a:gd name="T82" fmla="*/ 44 w 44"/>
                    <a:gd name="T83" fmla="*/ 14 h 36"/>
                    <a:gd name="T84" fmla="*/ 44 w 44"/>
                    <a:gd name="T85" fmla="*/ 12 h 36"/>
                    <a:gd name="T86" fmla="*/ 44 w 44"/>
                    <a:gd name="T87" fmla="*/ 8 h 36"/>
                    <a:gd name="T88" fmla="*/ 42 w 44"/>
                    <a:gd name="T89" fmla="*/ 4 h 36"/>
                    <a:gd name="T90" fmla="*/ 28 w 44"/>
                    <a:gd name="T91" fmla="*/ 2 h 36"/>
                    <a:gd name="T92" fmla="*/ 20 w 44"/>
                    <a:gd name="T93" fmla="*/ 0 h 36"/>
                    <a:gd name="T94" fmla="*/ 12 w 44"/>
                    <a:gd name="T95" fmla="*/ 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4" h="36">
                      <a:moveTo>
                        <a:pt x="12" y="2"/>
                      </a:moveTo>
                      <a:lnTo>
                        <a:pt x="8" y="6"/>
                      </a:lnTo>
                      <a:lnTo>
                        <a:pt x="12" y="8"/>
                      </a:lnTo>
                      <a:lnTo>
                        <a:pt x="14" y="8"/>
                      </a:lnTo>
                      <a:lnTo>
                        <a:pt x="16" y="8"/>
                      </a:lnTo>
                      <a:lnTo>
                        <a:pt x="18" y="8"/>
                      </a:lnTo>
                      <a:lnTo>
                        <a:pt x="22" y="10"/>
                      </a:lnTo>
                      <a:lnTo>
                        <a:pt x="24" y="10"/>
                      </a:lnTo>
                      <a:lnTo>
                        <a:pt x="26" y="14"/>
                      </a:lnTo>
                      <a:lnTo>
                        <a:pt x="26" y="14"/>
                      </a:lnTo>
                      <a:lnTo>
                        <a:pt x="26" y="16"/>
                      </a:lnTo>
                      <a:lnTo>
                        <a:pt x="26" y="18"/>
                      </a:lnTo>
                      <a:lnTo>
                        <a:pt x="26" y="20"/>
                      </a:lnTo>
                      <a:lnTo>
                        <a:pt x="24" y="22"/>
                      </a:lnTo>
                      <a:lnTo>
                        <a:pt x="20" y="22"/>
                      </a:lnTo>
                      <a:lnTo>
                        <a:pt x="10" y="18"/>
                      </a:lnTo>
                      <a:lnTo>
                        <a:pt x="4" y="18"/>
                      </a:lnTo>
                      <a:lnTo>
                        <a:pt x="0" y="22"/>
                      </a:lnTo>
                      <a:lnTo>
                        <a:pt x="6" y="26"/>
                      </a:lnTo>
                      <a:lnTo>
                        <a:pt x="6" y="26"/>
                      </a:lnTo>
                      <a:lnTo>
                        <a:pt x="10" y="26"/>
                      </a:lnTo>
                      <a:lnTo>
                        <a:pt x="14" y="26"/>
                      </a:lnTo>
                      <a:lnTo>
                        <a:pt x="16" y="26"/>
                      </a:lnTo>
                      <a:lnTo>
                        <a:pt x="20" y="28"/>
                      </a:lnTo>
                      <a:lnTo>
                        <a:pt x="20" y="30"/>
                      </a:lnTo>
                      <a:lnTo>
                        <a:pt x="22" y="32"/>
                      </a:lnTo>
                      <a:lnTo>
                        <a:pt x="26" y="34"/>
                      </a:lnTo>
                      <a:lnTo>
                        <a:pt x="30" y="36"/>
                      </a:lnTo>
                      <a:lnTo>
                        <a:pt x="34" y="36"/>
                      </a:lnTo>
                      <a:lnTo>
                        <a:pt x="36" y="36"/>
                      </a:lnTo>
                      <a:lnTo>
                        <a:pt x="40" y="36"/>
                      </a:lnTo>
                      <a:lnTo>
                        <a:pt x="42" y="36"/>
                      </a:lnTo>
                      <a:lnTo>
                        <a:pt x="42" y="34"/>
                      </a:lnTo>
                      <a:lnTo>
                        <a:pt x="42" y="30"/>
                      </a:lnTo>
                      <a:lnTo>
                        <a:pt x="40" y="30"/>
                      </a:lnTo>
                      <a:lnTo>
                        <a:pt x="40" y="28"/>
                      </a:lnTo>
                      <a:lnTo>
                        <a:pt x="38" y="24"/>
                      </a:lnTo>
                      <a:lnTo>
                        <a:pt x="38" y="22"/>
                      </a:lnTo>
                      <a:lnTo>
                        <a:pt x="38" y="18"/>
                      </a:lnTo>
                      <a:lnTo>
                        <a:pt x="40" y="18"/>
                      </a:lnTo>
                      <a:lnTo>
                        <a:pt x="42" y="16"/>
                      </a:lnTo>
                      <a:lnTo>
                        <a:pt x="44" y="14"/>
                      </a:lnTo>
                      <a:lnTo>
                        <a:pt x="44" y="12"/>
                      </a:lnTo>
                      <a:lnTo>
                        <a:pt x="44" y="8"/>
                      </a:lnTo>
                      <a:lnTo>
                        <a:pt x="42" y="4"/>
                      </a:lnTo>
                      <a:lnTo>
                        <a:pt x="28" y="2"/>
                      </a:lnTo>
                      <a:lnTo>
                        <a:pt x="20" y="0"/>
                      </a:lnTo>
                      <a:lnTo>
                        <a:pt x="12" y="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1" name="Freeform 529">
                  <a:extLst>
                    <a:ext uri="{FF2B5EF4-FFF2-40B4-BE49-F238E27FC236}">
                      <a16:creationId xmlns:a16="http://schemas.microsoft.com/office/drawing/2014/main" id="{7D6CE93F-0C81-7003-F162-51EA488FE9F6}"/>
                    </a:ext>
                  </a:extLst>
                </p:cNvPr>
                <p:cNvSpPr/>
                <p:nvPr/>
              </p:nvSpPr>
              <p:spPr bwMode="gray">
                <a:xfrm>
                  <a:off x="7300234" y="4158335"/>
                  <a:ext cx="259195" cy="99908"/>
                </a:xfrm>
                <a:custGeom>
                  <a:avLst/>
                  <a:gdLst>
                    <a:gd name="T0" fmla="*/ 18 w 140"/>
                    <a:gd name="T1" fmla="*/ 2 h 54"/>
                    <a:gd name="T2" fmla="*/ 16 w 140"/>
                    <a:gd name="T3" fmla="*/ 2 h 54"/>
                    <a:gd name="T4" fmla="*/ 14 w 140"/>
                    <a:gd name="T5" fmla="*/ 4 h 54"/>
                    <a:gd name="T6" fmla="*/ 10 w 140"/>
                    <a:gd name="T7" fmla="*/ 6 h 54"/>
                    <a:gd name="T8" fmla="*/ 6 w 140"/>
                    <a:gd name="T9" fmla="*/ 8 h 54"/>
                    <a:gd name="T10" fmla="*/ 2 w 140"/>
                    <a:gd name="T11" fmla="*/ 10 h 54"/>
                    <a:gd name="T12" fmla="*/ 0 w 140"/>
                    <a:gd name="T13" fmla="*/ 14 h 54"/>
                    <a:gd name="T14" fmla="*/ 0 w 140"/>
                    <a:gd name="T15" fmla="*/ 18 h 54"/>
                    <a:gd name="T16" fmla="*/ 0 w 140"/>
                    <a:gd name="T17" fmla="*/ 18 h 54"/>
                    <a:gd name="T18" fmla="*/ 2 w 140"/>
                    <a:gd name="T19" fmla="*/ 20 h 54"/>
                    <a:gd name="T20" fmla="*/ 4 w 140"/>
                    <a:gd name="T21" fmla="*/ 22 h 54"/>
                    <a:gd name="T22" fmla="*/ 8 w 140"/>
                    <a:gd name="T23" fmla="*/ 22 h 54"/>
                    <a:gd name="T24" fmla="*/ 12 w 140"/>
                    <a:gd name="T25" fmla="*/ 22 h 54"/>
                    <a:gd name="T26" fmla="*/ 16 w 140"/>
                    <a:gd name="T27" fmla="*/ 20 h 54"/>
                    <a:gd name="T28" fmla="*/ 20 w 140"/>
                    <a:gd name="T29" fmla="*/ 18 h 54"/>
                    <a:gd name="T30" fmla="*/ 24 w 140"/>
                    <a:gd name="T31" fmla="*/ 16 h 54"/>
                    <a:gd name="T32" fmla="*/ 28 w 140"/>
                    <a:gd name="T33" fmla="*/ 16 h 54"/>
                    <a:gd name="T34" fmla="*/ 32 w 140"/>
                    <a:gd name="T35" fmla="*/ 16 h 54"/>
                    <a:gd name="T36" fmla="*/ 34 w 140"/>
                    <a:gd name="T37" fmla="*/ 18 h 54"/>
                    <a:gd name="T38" fmla="*/ 36 w 140"/>
                    <a:gd name="T39" fmla="*/ 18 h 54"/>
                    <a:gd name="T40" fmla="*/ 40 w 140"/>
                    <a:gd name="T41" fmla="*/ 20 h 54"/>
                    <a:gd name="T42" fmla="*/ 44 w 140"/>
                    <a:gd name="T43" fmla="*/ 22 h 54"/>
                    <a:gd name="T44" fmla="*/ 48 w 140"/>
                    <a:gd name="T45" fmla="*/ 22 h 54"/>
                    <a:gd name="T46" fmla="*/ 50 w 140"/>
                    <a:gd name="T47" fmla="*/ 24 h 54"/>
                    <a:gd name="T48" fmla="*/ 52 w 140"/>
                    <a:gd name="T49" fmla="*/ 24 h 54"/>
                    <a:gd name="T50" fmla="*/ 68 w 140"/>
                    <a:gd name="T51" fmla="*/ 32 h 54"/>
                    <a:gd name="T52" fmla="*/ 68 w 140"/>
                    <a:gd name="T53" fmla="*/ 32 h 54"/>
                    <a:gd name="T54" fmla="*/ 70 w 140"/>
                    <a:gd name="T55" fmla="*/ 34 h 54"/>
                    <a:gd name="T56" fmla="*/ 74 w 140"/>
                    <a:gd name="T57" fmla="*/ 36 h 54"/>
                    <a:gd name="T58" fmla="*/ 80 w 140"/>
                    <a:gd name="T59" fmla="*/ 40 h 54"/>
                    <a:gd name="T60" fmla="*/ 88 w 140"/>
                    <a:gd name="T61" fmla="*/ 40 h 54"/>
                    <a:gd name="T62" fmla="*/ 98 w 140"/>
                    <a:gd name="T63" fmla="*/ 42 h 54"/>
                    <a:gd name="T64" fmla="*/ 98 w 140"/>
                    <a:gd name="T65" fmla="*/ 46 h 54"/>
                    <a:gd name="T66" fmla="*/ 90 w 140"/>
                    <a:gd name="T67" fmla="*/ 50 h 54"/>
                    <a:gd name="T68" fmla="*/ 92 w 140"/>
                    <a:gd name="T69" fmla="*/ 54 h 54"/>
                    <a:gd name="T70" fmla="*/ 94 w 140"/>
                    <a:gd name="T71" fmla="*/ 54 h 54"/>
                    <a:gd name="T72" fmla="*/ 96 w 140"/>
                    <a:gd name="T73" fmla="*/ 54 h 54"/>
                    <a:gd name="T74" fmla="*/ 102 w 140"/>
                    <a:gd name="T75" fmla="*/ 54 h 54"/>
                    <a:gd name="T76" fmla="*/ 108 w 140"/>
                    <a:gd name="T77" fmla="*/ 54 h 54"/>
                    <a:gd name="T78" fmla="*/ 114 w 140"/>
                    <a:gd name="T79" fmla="*/ 54 h 54"/>
                    <a:gd name="T80" fmla="*/ 120 w 140"/>
                    <a:gd name="T81" fmla="*/ 54 h 54"/>
                    <a:gd name="T82" fmla="*/ 122 w 140"/>
                    <a:gd name="T83" fmla="*/ 54 h 54"/>
                    <a:gd name="T84" fmla="*/ 138 w 140"/>
                    <a:gd name="T85" fmla="*/ 52 h 54"/>
                    <a:gd name="T86" fmla="*/ 138 w 140"/>
                    <a:gd name="T87" fmla="*/ 52 h 54"/>
                    <a:gd name="T88" fmla="*/ 138 w 140"/>
                    <a:gd name="T89" fmla="*/ 50 h 54"/>
                    <a:gd name="T90" fmla="*/ 140 w 140"/>
                    <a:gd name="T91" fmla="*/ 48 h 54"/>
                    <a:gd name="T92" fmla="*/ 140 w 140"/>
                    <a:gd name="T93" fmla="*/ 46 h 54"/>
                    <a:gd name="T94" fmla="*/ 138 w 140"/>
                    <a:gd name="T95" fmla="*/ 42 h 54"/>
                    <a:gd name="T96" fmla="*/ 120 w 140"/>
                    <a:gd name="T97" fmla="*/ 34 h 54"/>
                    <a:gd name="T98" fmla="*/ 116 w 140"/>
                    <a:gd name="T99" fmla="*/ 30 h 54"/>
                    <a:gd name="T100" fmla="*/ 86 w 140"/>
                    <a:gd name="T101" fmla="*/ 22 h 54"/>
                    <a:gd name="T102" fmla="*/ 76 w 140"/>
                    <a:gd name="T103" fmla="*/ 20 h 54"/>
                    <a:gd name="T104" fmla="*/ 74 w 140"/>
                    <a:gd name="T105" fmla="*/ 20 h 54"/>
                    <a:gd name="T106" fmla="*/ 70 w 140"/>
                    <a:gd name="T107" fmla="*/ 16 h 54"/>
                    <a:gd name="T108" fmla="*/ 66 w 140"/>
                    <a:gd name="T109" fmla="*/ 14 h 54"/>
                    <a:gd name="T110" fmla="*/ 58 w 140"/>
                    <a:gd name="T111" fmla="*/ 8 h 54"/>
                    <a:gd name="T112" fmla="*/ 32 w 140"/>
                    <a:gd name="T113" fmla="*/ 0 h 54"/>
                    <a:gd name="T114" fmla="*/ 18 w 140"/>
                    <a:gd name="T115" fmla="*/ 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0" h="54">
                      <a:moveTo>
                        <a:pt x="18" y="2"/>
                      </a:moveTo>
                      <a:lnTo>
                        <a:pt x="16" y="2"/>
                      </a:lnTo>
                      <a:lnTo>
                        <a:pt x="14" y="4"/>
                      </a:lnTo>
                      <a:lnTo>
                        <a:pt x="10" y="6"/>
                      </a:lnTo>
                      <a:lnTo>
                        <a:pt x="6" y="8"/>
                      </a:lnTo>
                      <a:lnTo>
                        <a:pt x="2" y="10"/>
                      </a:lnTo>
                      <a:lnTo>
                        <a:pt x="0" y="14"/>
                      </a:lnTo>
                      <a:lnTo>
                        <a:pt x="0" y="18"/>
                      </a:lnTo>
                      <a:lnTo>
                        <a:pt x="0" y="18"/>
                      </a:lnTo>
                      <a:lnTo>
                        <a:pt x="2" y="20"/>
                      </a:lnTo>
                      <a:lnTo>
                        <a:pt x="4" y="22"/>
                      </a:lnTo>
                      <a:lnTo>
                        <a:pt x="8" y="22"/>
                      </a:lnTo>
                      <a:lnTo>
                        <a:pt x="12" y="22"/>
                      </a:lnTo>
                      <a:lnTo>
                        <a:pt x="16" y="20"/>
                      </a:lnTo>
                      <a:lnTo>
                        <a:pt x="20" y="18"/>
                      </a:lnTo>
                      <a:lnTo>
                        <a:pt x="24" y="16"/>
                      </a:lnTo>
                      <a:lnTo>
                        <a:pt x="28" y="16"/>
                      </a:lnTo>
                      <a:lnTo>
                        <a:pt x="32" y="16"/>
                      </a:lnTo>
                      <a:lnTo>
                        <a:pt x="34" y="18"/>
                      </a:lnTo>
                      <a:lnTo>
                        <a:pt x="36" y="18"/>
                      </a:lnTo>
                      <a:lnTo>
                        <a:pt x="40" y="20"/>
                      </a:lnTo>
                      <a:lnTo>
                        <a:pt x="44" y="22"/>
                      </a:lnTo>
                      <a:lnTo>
                        <a:pt x="48" y="22"/>
                      </a:lnTo>
                      <a:lnTo>
                        <a:pt x="50" y="24"/>
                      </a:lnTo>
                      <a:lnTo>
                        <a:pt x="52" y="24"/>
                      </a:lnTo>
                      <a:lnTo>
                        <a:pt x="68" y="32"/>
                      </a:lnTo>
                      <a:lnTo>
                        <a:pt x="68" y="32"/>
                      </a:lnTo>
                      <a:lnTo>
                        <a:pt x="70" y="34"/>
                      </a:lnTo>
                      <a:lnTo>
                        <a:pt x="74" y="36"/>
                      </a:lnTo>
                      <a:lnTo>
                        <a:pt x="80" y="40"/>
                      </a:lnTo>
                      <a:lnTo>
                        <a:pt x="88" y="40"/>
                      </a:lnTo>
                      <a:lnTo>
                        <a:pt x="98" y="42"/>
                      </a:lnTo>
                      <a:lnTo>
                        <a:pt x="98" y="46"/>
                      </a:lnTo>
                      <a:lnTo>
                        <a:pt x="90" y="50"/>
                      </a:lnTo>
                      <a:lnTo>
                        <a:pt x="92" y="54"/>
                      </a:lnTo>
                      <a:lnTo>
                        <a:pt x="94" y="54"/>
                      </a:lnTo>
                      <a:lnTo>
                        <a:pt x="96" y="54"/>
                      </a:lnTo>
                      <a:lnTo>
                        <a:pt x="102" y="54"/>
                      </a:lnTo>
                      <a:lnTo>
                        <a:pt x="108" y="54"/>
                      </a:lnTo>
                      <a:lnTo>
                        <a:pt x="114" y="54"/>
                      </a:lnTo>
                      <a:lnTo>
                        <a:pt x="120" y="54"/>
                      </a:lnTo>
                      <a:lnTo>
                        <a:pt x="122" y="54"/>
                      </a:lnTo>
                      <a:lnTo>
                        <a:pt x="138" y="52"/>
                      </a:lnTo>
                      <a:lnTo>
                        <a:pt x="138" y="52"/>
                      </a:lnTo>
                      <a:lnTo>
                        <a:pt x="138" y="50"/>
                      </a:lnTo>
                      <a:lnTo>
                        <a:pt x="140" y="48"/>
                      </a:lnTo>
                      <a:lnTo>
                        <a:pt x="140" y="46"/>
                      </a:lnTo>
                      <a:lnTo>
                        <a:pt x="138" y="42"/>
                      </a:lnTo>
                      <a:lnTo>
                        <a:pt x="120" y="34"/>
                      </a:lnTo>
                      <a:lnTo>
                        <a:pt x="116" y="30"/>
                      </a:lnTo>
                      <a:lnTo>
                        <a:pt x="86" y="22"/>
                      </a:lnTo>
                      <a:lnTo>
                        <a:pt x="76" y="20"/>
                      </a:lnTo>
                      <a:lnTo>
                        <a:pt x="74" y="20"/>
                      </a:lnTo>
                      <a:lnTo>
                        <a:pt x="70" y="16"/>
                      </a:lnTo>
                      <a:lnTo>
                        <a:pt x="66" y="14"/>
                      </a:lnTo>
                      <a:lnTo>
                        <a:pt x="58" y="8"/>
                      </a:lnTo>
                      <a:lnTo>
                        <a:pt x="32" y="0"/>
                      </a:lnTo>
                      <a:lnTo>
                        <a:pt x="18" y="2"/>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2" name="Freeform 530">
                  <a:extLst>
                    <a:ext uri="{FF2B5EF4-FFF2-40B4-BE49-F238E27FC236}">
                      <a16:creationId xmlns:a16="http://schemas.microsoft.com/office/drawing/2014/main" id="{68E2D661-FC1B-3E04-94A5-7ED32D3F7120}"/>
                    </a:ext>
                  </a:extLst>
                </p:cNvPr>
                <p:cNvSpPr/>
                <p:nvPr/>
              </p:nvSpPr>
              <p:spPr bwMode="gray">
                <a:xfrm>
                  <a:off x="7737164" y="1645832"/>
                  <a:ext cx="814614" cy="1217398"/>
                </a:xfrm>
                <a:custGeom>
                  <a:avLst/>
                  <a:gdLst>
                    <a:gd name="T0" fmla="*/ 96 w 440"/>
                    <a:gd name="T1" fmla="*/ 110 h 658"/>
                    <a:gd name="T2" fmla="*/ 70 w 440"/>
                    <a:gd name="T3" fmla="*/ 128 h 658"/>
                    <a:gd name="T4" fmla="*/ 50 w 440"/>
                    <a:gd name="T5" fmla="*/ 154 h 658"/>
                    <a:gd name="T6" fmla="*/ 66 w 440"/>
                    <a:gd name="T7" fmla="*/ 176 h 658"/>
                    <a:gd name="T8" fmla="*/ 54 w 440"/>
                    <a:gd name="T9" fmla="*/ 202 h 658"/>
                    <a:gd name="T10" fmla="*/ 22 w 440"/>
                    <a:gd name="T11" fmla="*/ 214 h 658"/>
                    <a:gd name="T12" fmla="*/ 2 w 440"/>
                    <a:gd name="T13" fmla="*/ 226 h 658"/>
                    <a:gd name="T14" fmla="*/ 26 w 440"/>
                    <a:gd name="T15" fmla="*/ 256 h 658"/>
                    <a:gd name="T16" fmla="*/ 52 w 440"/>
                    <a:gd name="T17" fmla="*/ 258 h 658"/>
                    <a:gd name="T18" fmla="*/ 38 w 440"/>
                    <a:gd name="T19" fmla="*/ 272 h 658"/>
                    <a:gd name="T20" fmla="*/ 20 w 440"/>
                    <a:gd name="T21" fmla="*/ 274 h 658"/>
                    <a:gd name="T22" fmla="*/ 24 w 440"/>
                    <a:gd name="T23" fmla="*/ 296 h 658"/>
                    <a:gd name="T24" fmla="*/ 46 w 440"/>
                    <a:gd name="T25" fmla="*/ 318 h 658"/>
                    <a:gd name="T26" fmla="*/ 94 w 440"/>
                    <a:gd name="T27" fmla="*/ 304 h 658"/>
                    <a:gd name="T28" fmla="*/ 120 w 440"/>
                    <a:gd name="T29" fmla="*/ 314 h 658"/>
                    <a:gd name="T30" fmla="*/ 142 w 440"/>
                    <a:gd name="T31" fmla="*/ 378 h 658"/>
                    <a:gd name="T32" fmla="*/ 144 w 440"/>
                    <a:gd name="T33" fmla="*/ 410 h 658"/>
                    <a:gd name="T34" fmla="*/ 142 w 440"/>
                    <a:gd name="T35" fmla="*/ 428 h 658"/>
                    <a:gd name="T36" fmla="*/ 148 w 440"/>
                    <a:gd name="T37" fmla="*/ 434 h 658"/>
                    <a:gd name="T38" fmla="*/ 166 w 440"/>
                    <a:gd name="T39" fmla="*/ 448 h 658"/>
                    <a:gd name="T40" fmla="*/ 162 w 440"/>
                    <a:gd name="T41" fmla="*/ 456 h 658"/>
                    <a:gd name="T42" fmla="*/ 166 w 440"/>
                    <a:gd name="T43" fmla="*/ 470 h 658"/>
                    <a:gd name="T44" fmla="*/ 160 w 440"/>
                    <a:gd name="T45" fmla="*/ 502 h 658"/>
                    <a:gd name="T46" fmla="*/ 150 w 440"/>
                    <a:gd name="T47" fmla="*/ 532 h 658"/>
                    <a:gd name="T48" fmla="*/ 166 w 440"/>
                    <a:gd name="T49" fmla="*/ 598 h 658"/>
                    <a:gd name="T50" fmla="*/ 194 w 440"/>
                    <a:gd name="T51" fmla="*/ 646 h 658"/>
                    <a:gd name="T52" fmla="*/ 214 w 440"/>
                    <a:gd name="T53" fmla="*/ 648 h 658"/>
                    <a:gd name="T54" fmla="*/ 234 w 440"/>
                    <a:gd name="T55" fmla="*/ 652 h 658"/>
                    <a:gd name="T56" fmla="*/ 242 w 440"/>
                    <a:gd name="T57" fmla="*/ 610 h 658"/>
                    <a:gd name="T58" fmla="*/ 258 w 440"/>
                    <a:gd name="T59" fmla="*/ 564 h 658"/>
                    <a:gd name="T60" fmla="*/ 282 w 440"/>
                    <a:gd name="T61" fmla="*/ 556 h 658"/>
                    <a:gd name="T62" fmla="*/ 328 w 440"/>
                    <a:gd name="T63" fmla="*/ 510 h 658"/>
                    <a:gd name="T64" fmla="*/ 348 w 440"/>
                    <a:gd name="T65" fmla="*/ 500 h 658"/>
                    <a:gd name="T66" fmla="*/ 372 w 440"/>
                    <a:gd name="T67" fmla="*/ 486 h 658"/>
                    <a:gd name="T68" fmla="*/ 378 w 440"/>
                    <a:gd name="T69" fmla="*/ 464 h 658"/>
                    <a:gd name="T70" fmla="*/ 340 w 440"/>
                    <a:gd name="T71" fmla="*/ 474 h 658"/>
                    <a:gd name="T72" fmla="*/ 344 w 440"/>
                    <a:gd name="T73" fmla="*/ 468 h 658"/>
                    <a:gd name="T74" fmla="*/ 360 w 440"/>
                    <a:gd name="T75" fmla="*/ 438 h 658"/>
                    <a:gd name="T76" fmla="*/ 370 w 440"/>
                    <a:gd name="T77" fmla="*/ 436 h 658"/>
                    <a:gd name="T78" fmla="*/ 390 w 440"/>
                    <a:gd name="T79" fmla="*/ 426 h 658"/>
                    <a:gd name="T80" fmla="*/ 384 w 440"/>
                    <a:gd name="T81" fmla="*/ 392 h 658"/>
                    <a:gd name="T82" fmla="*/ 402 w 440"/>
                    <a:gd name="T83" fmla="*/ 374 h 658"/>
                    <a:gd name="T84" fmla="*/ 414 w 440"/>
                    <a:gd name="T85" fmla="*/ 322 h 658"/>
                    <a:gd name="T86" fmla="*/ 382 w 440"/>
                    <a:gd name="T87" fmla="*/ 310 h 658"/>
                    <a:gd name="T88" fmla="*/ 380 w 440"/>
                    <a:gd name="T89" fmla="*/ 270 h 658"/>
                    <a:gd name="T90" fmla="*/ 380 w 440"/>
                    <a:gd name="T91" fmla="*/ 210 h 658"/>
                    <a:gd name="T92" fmla="*/ 396 w 440"/>
                    <a:gd name="T93" fmla="*/ 174 h 658"/>
                    <a:gd name="T94" fmla="*/ 414 w 440"/>
                    <a:gd name="T95" fmla="*/ 140 h 658"/>
                    <a:gd name="T96" fmla="*/ 410 w 440"/>
                    <a:gd name="T97" fmla="*/ 130 h 658"/>
                    <a:gd name="T98" fmla="*/ 436 w 440"/>
                    <a:gd name="T99" fmla="*/ 86 h 658"/>
                    <a:gd name="T100" fmla="*/ 408 w 440"/>
                    <a:gd name="T101" fmla="*/ 74 h 658"/>
                    <a:gd name="T102" fmla="*/ 398 w 440"/>
                    <a:gd name="T103" fmla="*/ 108 h 658"/>
                    <a:gd name="T104" fmla="*/ 398 w 440"/>
                    <a:gd name="T105" fmla="*/ 66 h 658"/>
                    <a:gd name="T106" fmla="*/ 368 w 440"/>
                    <a:gd name="T107" fmla="*/ 78 h 658"/>
                    <a:gd name="T108" fmla="*/ 364 w 440"/>
                    <a:gd name="T109" fmla="*/ 60 h 658"/>
                    <a:gd name="T110" fmla="*/ 332 w 440"/>
                    <a:gd name="T111" fmla="*/ 62 h 658"/>
                    <a:gd name="T112" fmla="*/ 368 w 440"/>
                    <a:gd name="T113" fmla="*/ 44 h 658"/>
                    <a:gd name="T114" fmla="*/ 338 w 440"/>
                    <a:gd name="T115" fmla="*/ 18 h 658"/>
                    <a:gd name="T116" fmla="*/ 288 w 440"/>
                    <a:gd name="T117" fmla="*/ 38 h 658"/>
                    <a:gd name="T118" fmla="*/ 318 w 440"/>
                    <a:gd name="T119" fmla="*/ 4 h 658"/>
                    <a:gd name="T120" fmla="*/ 224 w 440"/>
                    <a:gd name="T121" fmla="*/ 42 h 658"/>
                    <a:gd name="T122" fmla="*/ 164 w 440"/>
                    <a:gd name="T123" fmla="*/ 66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40" h="658">
                      <a:moveTo>
                        <a:pt x="104" y="78"/>
                      </a:moveTo>
                      <a:lnTo>
                        <a:pt x="102" y="78"/>
                      </a:lnTo>
                      <a:lnTo>
                        <a:pt x="102" y="80"/>
                      </a:lnTo>
                      <a:lnTo>
                        <a:pt x="98" y="82"/>
                      </a:lnTo>
                      <a:lnTo>
                        <a:pt x="96" y="86"/>
                      </a:lnTo>
                      <a:lnTo>
                        <a:pt x="96" y="88"/>
                      </a:lnTo>
                      <a:lnTo>
                        <a:pt x="94" y="92"/>
                      </a:lnTo>
                      <a:lnTo>
                        <a:pt x="96" y="94"/>
                      </a:lnTo>
                      <a:lnTo>
                        <a:pt x="96" y="96"/>
                      </a:lnTo>
                      <a:lnTo>
                        <a:pt x="96" y="102"/>
                      </a:lnTo>
                      <a:lnTo>
                        <a:pt x="96" y="110"/>
                      </a:lnTo>
                      <a:lnTo>
                        <a:pt x="96" y="110"/>
                      </a:lnTo>
                      <a:lnTo>
                        <a:pt x="96" y="112"/>
                      </a:lnTo>
                      <a:lnTo>
                        <a:pt x="96" y="116"/>
                      </a:lnTo>
                      <a:lnTo>
                        <a:pt x="96" y="118"/>
                      </a:lnTo>
                      <a:lnTo>
                        <a:pt x="94" y="122"/>
                      </a:lnTo>
                      <a:lnTo>
                        <a:pt x="90" y="122"/>
                      </a:lnTo>
                      <a:lnTo>
                        <a:pt x="76" y="122"/>
                      </a:lnTo>
                      <a:lnTo>
                        <a:pt x="74" y="122"/>
                      </a:lnTo>
                      <a:lnTo>
                        <a:pt x="74" y="124"/>
                      </a:lnTo>
                      <a:lnTo>
                        <a:pt x="72" y="126"/>
                      </a:lnTo>
                      <a:lnTo>
                        <a:pt x="70" y="128"/>
                      </a:lnTo>
                      <a:lnTo>
                        <a:pt x="68" y="128"/>
                      </a:lnTo>
                      <a:lnTo>
                        <a:pt x="56" y="130"/>
                      </a:lnTo>
                      <a:lnTo>
                        <a:pt x="56" y="132"/>
                      </a:lnTo>
                      <a:lnTo>
                        <a:pt x="56" y="134"/>
                      </a:lnTo>
                      <a:lnTo>
                        <a:pt x="56" y="138"/>
                      </a:lnTo>
                      <a:lnTo>
                        <a:pt x="52" y="142"/>
                      </a:lnTo>
                      <a:lnTo>
                        <a:pt x="52" y="142"/>
                      </a:lnTo>
                      <a:lnTo>
                        <a:pt x="50" y="144"/>
                      </a:lnTo>
                      <a:lnTo>
                        <a:pt x="48" y="146"/>
                      </a:lnTo>
                      <a:lnTo>
                        <a:pt x="48" y="150"/>
                      </a:lnTo>
                      <a:lnTo>
                        <a:pt x="50" y="154"/>
                      </a:lnTo>
                      <a:lnTo>
                        <a:pt x="50" y="154"/>
                      </a:lnTo>
                      <a:lnTo>
                        <a:pt x="54" y="156"/>
                      </a:lnTo>
                      <a:lnTo>
                        <a:pt x="58" y="156"/>
                      </a:lnTo>
                      <a:lnTo>
                        <a:pt x="62" y="158"/>
                      </a:lnTo>
                      <a:lnTo>
                        <a:pt x="68" y="158"/>
                      </a:lnTo>
                      <a:lnTo>
                        <a:pt x="68" y="160"/>
                      </a:lnTo>
                      <a:lnTo>
                        <a:pt x="68" y="162"/>
                      </a:lnTo>
                      <a:lnTo>
                        <a:pt x="68" y="166"/>
                      </a:lnTo>
                      <a:lnTo>
                        <a:pt x="68" y="168"/>
                      </a:lnTo>
                      <a:lnTo>
                        <a:pt x="66" y="172"/>
                      </a:lnTo>
                      <a:lnTo>
                        <a:pt x="66" y="176"/>
                      </a:lnTo>
                      <a:lnTo>
                        <a:pt x="68" y="180"/>
                      </a:lnTo>
                      <a:lnTo>
                        <a:pt x="68" y="182"/>
                      </a:lnTo>
                      <a:lnTo>
                        <a:pt x="68" y="186"/>
                      </a:lnTo>
                      <a:lnTo>
                        <a:pt x="68" y="190"/>
                      </a:lnTo>
                      <a:lnTo>
                        <a:pt x="66" y="192"/>
                      </a:lnTo>
                      <a:lnTo>
                        <a:pt x="64" y="194"/>
                      </a:lnTo>
                      <a:lnTo>
                        <a:pt x="62" y="194"/>
                      </a:lnTo>
                      <a:lnTo>
                        <a:pt x="58" y="194"/>
                      </a:lnTo>
                      <a:lnTo>
                        <a:pt x="56" y="196"/>
                      </a:lnTo>
                      <a:lnTo>
                        <a:pt x="56" y="200"/>
                      </a:lnTo>
                      <a:lnTo>
                        <a:pt x="54" y="202"/>
                      </a:lnTo>
                      <a:lnTo>
                        <a:pt x="54" y="202"/>
                      </a:lnTo>
                      <a:lnTo>
                        <a:pt x="52" y="202"/>
                      </a:lnTo>
                      <a:lnTo>
                        <a:pt x="48" y="202"/>
                      </a:lnTo>
                      <a:lnTo>
                        <a:pt x="46" y="202"/>
                      </a:lnTo>
                      <a:lnTo>
                        <a:pt x="44" y="202"/>
                      </a:lnTo>
                      <a:lnTo>
                        <a:pt x="42" y="204"/>
                      </a:lnTo>
                      <a:lnTo>
                        <a:pt x="42" y="206"/>
                      </a:lnTo>
                      <a:lnTo>
                        <a:pt x="38" y="208"/>
                      </a:lnTo>
                      <a:lnTo>
                        <a:pt x="32" y="212"/>
                      </a:lnTo>
                      <a:lnTo>
                        <a:pt x="28" y="214"/>
                      </a:lnTo>
                      <a:lnTo>
                        <a:pt x="22" y="214"/>
                      </a:lnTo>
                      <a:lnTo>
                        <a:pt x="22" y="214"/>
                      </a:lnTo>
                      <a:lnTo>
                        <a:pt x="20" y="214"/>
                      </a:lnTo>
                      <a:lnTo>
                        <a:pt x="16" y="214"/>
                      </a:lnTo>
                      <a:lnTo>
                        <a:pt x="14" y="216"/>
                      </a:lnTo>
                      <a:lnTo>
                        <a:pt x="10" y="218"/>
                      </a:lnTo>
                      <a:lnTo>
                        <a:pt x="10" y="220"/>
                      </a:lnTo>
                      <a:lnTo>
                        <a:pt x="8" y="222"/>
                      </a:lnTo>
                      <a:lnTo>
                        <a:pt x="6" y="222"/>
                      </a:lnTo>
                      <a:lnTo>
                        <a:pt x="6" y="224"/>
                      </a:lnTo>
                      <a:lnTo>
                        <a:pt x="4" y="224"/>
                      </a:lnTo>
                      <a:lnTo>
                        <a:pt x="2" y="226"/>
                      </a:lnTo>
                      <a:lnTo>
                        <a:pt x="0" y="230"/>
                      </a:lnTo>
                      <a:lnTo>
                        <a:pt x="2" y="234"/>
                      </a:lnTo>
                      <a:lnTo>
                        <a:pt x="4" y="238"/>
                      </a:lnTo>
                      <a:lnTo>
                        <a:pt x="6" y="240"/>
                      </a:lnTo>
                      <a:lnTo>
                        <a:pt x="10" y="240"/>
                      </a:lnTo>
                      <a:lnTo>
                        <a:pt x="18" y="246"/>
                      </a:lnTo>
                      <a:lnTo>
                        <a:pt x="20" y="248"/>
                      </a:lnTo>
                      <a:lnTo>
                        <a:pt x="22" y="250"/>
                      </a:lnTo>
                      <a:lnTo>
                        <a:pt x="24" y="252"/>
                      </a:lnTo>
                      <a:lnTo>
                        <a:pt x="24" y="254"/>
                      </a:lnTo>
                      <a:lnTo>
                        <a:pt x="26" y="256"/>
                      </a:lnTo>
                      <a:lnTo>
                        <a:pt x="30" y="256"/>
                      </a:lnTo>
                      <a:lnTo>
                        <a:pt x="34" y="256"/>
                      </a:lnTo>
                      <a:lnTo>
                        <a:pt x="40" y="256"/>
                      </a:lnTo>
                      <a:lnTo>
                        <a:pt x="40" y="254"/>
                      </a:lnTo>
                      <a:lnTo>
                        <a:pt x="40" y="252"/>
                      </a:lnTo>
                      <a:lnTo>
                        <a:pt x="42" y="252"/>
                      </a:lnTo>
                      <a:lnTo>
                        <a:pt x="44" y="250"/>
                      </a:lnTo>
                      <a:lnTo>
                        <a:pt x="46" y="252"/>
                      </a:lnTo>
                      <a:lnTo>
                        <a:pt x="48" y="254"/>
                      </a:lnTo>
                      <a:lnTo>
                        <a:pt x="50" y="256"/>
                      </a:lnTo>
                      <a:lnTo>
                        <a:pt x="52" y="258"/>
                      </a:lnTo>
                      <a:lnTo>
                        <a:pt x="52" y="260"/>
                      </a:lnTo>
                      <a:lnTo>
                        <a:pt x="48" y="262"/>
                      </a:lnTo>
                      <a:lnTo>
                        <a:pt x="44" y="264"/>
                      </a:lnTo>
                      <a:lnTo>
                        <a:pt x="42" y="266"/>
                      </a:lnTo>
                      <a:lnTo>
                        <a:pt x="42" y="268"/>
                      </a:lnTo>
                      <a:lnTo>
                        <a:pt x="44" y="270"/>
                      </a:lnTo>
                      <a:lnTo>
                        <a:pt x="44" y="272"/>
                      </a:lnTo>
                      <a:lnTo>
                        <a:pt x="44" y="274"/>
                      </a:lnTo>
                      <a:lnTo>
                        <a:pt x="44" y="274"/>
                      </a:lnTo>
                      <a:lnTo>
                        <a:pt x="42" y="274"/>
                      </a:lnTo>
                      <a:lnTo>
                        <a:pt x="38" y="272"/>
                      </a:lnTo>
                      <a:lnTo>
                        <a:pt x="36" y="270"/>
                      </a:lnTo>
                      <a:lnTo>
                        <a:pt x="32" y="268"/>
                      </a:lnTo>
                      <a:lnTo>
                        <a:pt x="32" y="268"/>
                      </a:lnTo>
                      <a:lnTo>
                        <a:pt x="32" y="270"/>
                      </a:lnTo>
                      <a:lnTo>
                        <a:pt x="30" y="272"/>
                      </a:lnTo>
                      <a:lnTo>
                        <a:pt x="30" y="276"/>
                      </a:lnTo>
                      <a:lnTo>
                        <a:pt x="30" y="278"/>
                      </a:lnTo>
                      <a:lnTo>
                        <a:pt x="28" y="278"/>
                      </a:lnTo>
                      <a:lnTo>
                        <a:pt x="26" y="278"/>
                      </a:lnTo>
                      <a:lnTo>
                        <a:pt x="24" y="276"/>
                      </a:lnTo>
                      <a:lnTo>
                        <a:pt x="20" y="274"/>
                      </a:lnTo>
                      <a:lnTo>
                        <a:pt x="18" y="272"/>
                      </a:lnTo>
                      <a:lnTo>
                        <a:pt x="16" y="274"/>
                      </a:lnTo>
                      <a:lnTo>
                        <a:pt x="12" y="276"/>
                      </a:lnTo>
                      <a:lnTo>
                        <a:pt x="10" y="278"/>
                      </a:lnTo>
                      <a:lnTo>
                        <a:pt x="8" y="280"/>
                      </a:lnTo>
                      <a:lnTo>
                        <a:pt x="10" y="282"/>
                      </a:lnTo>
                      <a:lnTo>
                        <a:pt x="12" y="286"/>
                      </a:lnTo>
                      <a:lnTo>
                        <a:pt x="14" y="290"/>
                      </a:lnTo>
                      <a:lnTo>
                        <a:pt x="18" y="292"/>
                      </a:lnTo>
                      <a:lnTo>
                        <a:pt x="22" y="294"/>
                      </a:lnTo>
                      <a:lnTo>
                        <a:pt x="24" y="296"/>
                      </a:lnTo>
                      <a:lnTo>
                        <a:pt x="26" y="296"/>
                      </a:lnTo>
                      <a:lnTo>
                        <a:pt x="26" y="304"/>
                      </a:lnTo>
                      <a:lnTo>
                        <a:pt x="28" y="304"/>
                      </a:lnTo>
                      <a:lnTo>
                        <a:pt x="30" y="304"/>
                      </a:lnTo>
                      <a:lnTo>
                        <a:pt x="34" y="306"/>
                      </a:lnTo>
                      <a:lnTo>
                        <a:pt x="38" y="308"/>
                      </a:lnTo>
                      <a:lnTo>
                        <a:pt x="40" y="310"/>
                      </a:lnTo>
                      <a:lnTo>
                        <a:pt x="42" y="312"/>
                      </a:lnTo>
                      <a:lnTo>
                        <a:pt x="44" y="314"/>
                      </a:lnTo>
                      <a:lnTo>
                        <a:pt x="44" y="316"/>
                      </a:lnTo>
                      <a:lnTo>
                        <a:pt x="46" y="318"/>
                      </a:lnTo>
                      <a:lnTo>
                        <a:pt x="48" y="318"/>
                      </a:lnTo>
                      <a:lnTo>
                        <a:pt x="50" y="318"/>
                      </a:lnTo>
                      <a:lnTo>
                        <a:pt x="54" y="318"/>
                      </a:lnTo>
                      <a:lnTo>
                        <a:pt x="58" y="316"/>
                      </a:lnTo>
                      <a:lnTo>
                        <a:pt x="66" y="312"/>
                      </a:lnTo>
                      <a:lnTo>
                        <a:pt x="70" y="308"/>
                      </a:lnTo>
                      <a:lnTo>
                        <a:pt x="74" y="306"/>
                      </a:lnTo>
                      <a:lnTo>
                        <a:pt x="78" y="304"/>
                      </a:lnTo>
                      <a:lnTo>
                        <a:pt x="82" y="304"/>
                      </a:lnTo>
                      <a:lnTo>
                        <a:pt x="88" y="304"/>
                      </a:lnTo>
                      <a:lnTo>
                        <a:pt x="94" y="304"/>
                      </a:lnTo>
                      <a:lnTo>
                        <a:pt x="98" y="302"/>
                      </a:lnTo>
                      <a:lnTo>
                        <a:pt x="104" y="302"/>
                      </a:lnTo>
                      <a:lnTo>
                        <a:pt x="108" y="302"/>
                      </a:lnTo>
                      <a:lnTo>
                        <a:pt x="108" y="302"/>
                      </a:lnTo>
                      <a:lnTo>
                        <a:pt x="110" y="302"/>
                      </a:lnTo>
                      <a:lnTo>
                        <a:pt x="112" y="304"/>
                      </a:lnTo>
                      <a:lnTo>
                        <a:pt x="114" y="306"/>
                      </a:lnTo>
                      <a:lnTo>
                        <a:pt x="116" y="310"/>
                      </a:lnTo>
                      <a:lnTo>
                        <a:pt x="118" y="314"/>
                      </a:lnTo>
                      <a:lnTo>
                        <a:pt x="118" y="314"/>
                      </a:lnTo>
                      <a:lnTo>
                        <a:pt x="120" y="314"/>
                      </a:lnTo>
                      <a:lnTo>
                        <a:pt x="124" y="316"/>
                      </a:lnTo>
                      <a:lnTo>
                        <a:pt x="126" y="318"/>
                      </a:lnTo>
                      <a:lnTo>
                        <a:pt x="128" y="324"/>
                      </a:lnTo>
                      <a:lnTo>
                        <a:pt x="132" y="330"/>
                      </a:lnTo>
                      <a:lnTo>
                        <a:pt x="132" y="348"/>
                      </a:lnTo>
                      <a:lnTo>
                        <a:pt x="132" y="350"/>
                      </a:lnTo>
                      <a:lnTo>
                        <a:pt x="134" y="352"/>
                      </a:lnTo>
                      <a:lnTo>
                        <a:pt x="136" y="358"/>
                      </a:lnTo>
                      <a:lnTo>
                        <a:pt x="138" y="364"/>
                      </a:lnTo>
                      <a:lnTo>
                        <a:pt x="140" y="370"/>
                      </a:lnTo>
                      <a:lnTo>
                        <a:pt x="142" y="378"/>
                      </a:lnTo>
                      <a:lnTo>
                        <a:pt x="140" y="384"/>
                      </a:lnTo>
                      <a:lnTo>
                        <a:pt x="140" y="390"/>
                      </a:lnTo>
                      <a:lnTo>
                        <a:pt x="142" y="394"/>
                      </a:lnTo>
                      <a:lnTo>
                        <a:pt x="144" y="398"/>
                      </a:lnTo>
                      <a:lnTo>
                        <a:pt x="148" y="402"/>
                      </a:lnTo>
                      <a:lnTo>
                        <a:pt x="148" y="404"/>
                      </a:lnTo>
                      <a:lnTo>
                        <a:pt x="148" y="406"/>
                      </a:lnTo>
                      <a:lnTo>
                        <a:pt x="146" y="408"/>
                      </a:lnTo>
                      <a:lnTo>
                        <a:pt x="146" y="410"/>
                      </a:lnTo>
                      <a:lnTo>
                        <a:pt x="144" y="410"/>
                      </a:lnTo>
                      <a:lnTo>
                        <a:pt x="144" y="410"/>
                      </a:lnTo>
                      <a:lnTo>
                        <a:pt x="142" y="410"/>
                      </a:lnTo>
                      <a:lnTo>
                        <a:pt x="140" y="410"/>
                      </a:lnTo>
                      <a:lnTo>
                        <a:pt x="140" y="410"/>
                      </a:lnTo>
                      <a:lnTo>
                        <a:pt x="138" y="412"/>
                      </a:lnTo>
                      <a:lnTo>
                        <a:pt x="138" y="416"/>
                      </a:lnTo>
                      <a:lnTo>
                        <a:pt x="140" y="418"/>
                      </a:lnTo>
                      <a:lnTo>
                        <a:pt x="142" y="420"/>
                      </a:lnTo>
                      <a:lnTo>
                        <a:pt x="144" y="422"/>
                      </a:lnTo>
                      <a:lnTo>
                        <a:pt x="144" y="424"/>
                      </a:lnTo>
                      <a:lnTo>
                        <a:pt x="144" y="426"/>
                      </a:lnTo>
                      <a:lnTo>
                        <a:pt x="142" y="428"/>
                      </a:lnTo>
                      <a:lnTo>
                        <a:pt x="138" y="430"/>
                      </a:lnTo>
                      <a:lnTo>
                        <a:pt x="136" y="434"/>
                      </a:lnTo>
                      <a:lnTo>
                        <a:pt x="134" y="436"/>
                      </a:lnTo>
                      <a:lnTo>
                        <a:pt x="132" y="438"/>
                      </a:lnTo>
                      <a:lnTo>
                        <a:pt x="132" y="440"/>
                      </a:lnTo>
                      <a:lnTo>
                        <a:pt x="134" y="440"/>
                      </a:lnTo>
                      <a:lnTo>
                        <a:pt x="138" y="440"/>
                      </a:lnTo>
                      <a:lnTo>
                        <a:pt x="142" y="440"/>
                      </a:lnTo>
                      <a:lnTo>
                        <a:pt x="146" y="438"/>
                      </a:lnTo>
                      <a:lnTo>
                        <a:pt x="146" y="436"/>
                      </a:lnTo>
                      <a:lnTo>
                        <a:pt x="148" y="434"/>
                      </a:lnTo>
                      <a:lnTo>
                        <a:pt x="150" y="430"/>
                      </a:lnTo>
                      <a:lnTo>
                        <a:pt x="152" y="426"/>
                      </a:lnTo>
                      <a:lnTo>
                        <a:pt x="154" y="424"/>
                      </a:lnTo>
                      <a:lnTo>
                        <a:pt x="156" y="424"/>
                      </a:lnTo>
                      <a:lnTo>
                        <a:pt x="158" y="426"/>
                      </a:lnTo>
                      <a:lnTo>
                        <a:pt x="160" y="430"/>
                      </a:lnTo>
                      <a:lnTo>
                        <a:pt x="162" y="434"/>
                      </a:lnTo>
                      <a:lnTo>
                        <a:pt x="162" y="438"/>
                      </a:lnTo>
                      <a:lnTo>
                        <a:pt x="164" y="442"/>
                      </a:lnTo>
                      <a:lnTo>
                        <a:pt x="164" y="446"/>
                      </a:lnTo>
                      <a:lnTo>
                        <a:pt x="166" y="448"/>
                      </a:lnTo>
                      <a:lnTo>
                        <a:pt x="168" y="450"/>
                      </a:lnTo>
                      <a:lnTo>
                        <a:pt x="172" y="450"/>
                      </a:lnTo>
                      <a:lnTo>
                        <a:pt x="176" y="452"/>
                      </a:lnTo>
                      <a:lnTo>
                        <a:pt x="178" y="456"/>
                      </a:lnTo>
                      <a:lnTo>
                        <a:pt x="178" y="460"/>
                      </a:lnTo>
                      <a:lnTo>
                        <a:pt x="178" y="464"/>
                      </a:lnTo>
                      <a:lnTo>
                        <a:pt x="178" y="464"/>
                      </a:lnTo>
                      <a:lnTo>
                        <a:pt x="174" y="464"/>
                      </a:lnTo>
                      <a:lnTo>
                        <a:pt x="170" y="462"/>
                      </a:lnTo>
                      <a:lnTo>
                        <a:pt x="166" y="458"/>
                      </a:lnTo>
                      <a:lnTo>
                        <a:pt x="162" y="456"/>
                      </a:lnTo>
                      <a:lnTo>
                        <a:pt x="156" y="454"/>
                      </a:lnTo>
                      <a:lnTo>
                        <a:pt x="152" y="454"/>
                      </a:lnTo>
                      <a:lnTo>
                        <a:pt x="148" y="454"/>
                      </a:lnTo>
                      <a:lnTo>
                        <a:pt x="148" y="456"/>
                      </a:lnTo>
                      <a:lnTo>
                        <a:pt x="148" y="456"/>
                      </a:lnTo>
                      <a:lnTo>
                        <a:pt x="148" y="458"/>
                      </a:lnTo>
                      <a:lnTo>
                        <a:pt x="150" y="460"/>
                      </a:lnTo>
                      <a:lnTo>
                        <a:pt x="152" y="464"/>
                      </a:lnTo>
                      <a:lnTo>
                        <a:pt x="156" y="466"/>
                      </a:lnTo>
                      <a:lnTo>
                        <a:pt x="162" y="468"/>
                      </a:lnTo>
                      <a:lnTo>
                        <a:pt x="166" y="470"/>
                      </a:lnTo>
                      <a:lnTo>
                        <a:pt x="170" y="470"/>
                      </a:lnTo>
                      <a:lnTo>
                        <a:pt x="172" y="472"/>
                      </a:lnTo>
                      <a:lnTo>
                        <a:pt x="174" y="474"/>
                      </a:lnTo>
                      <a:lnTo>
                        <a:pt x="176" y="476"/>
                      </a:lnTo>
                      <a:lnTo>
                        <a:pt x="176" y="480"/>
                      </a:lnTo>
                      <a:lnTo>
                        <a:pt x="176" y="484"/>
                      </a:lnTo>
                      <a:lnTo>
                        <a:pt x="172" y="490"/>
                      </a:lnTo>
                      <a:lnTo>
                        <a:pt x="168" y="494"/>
                      </a:lnTo>
                      <a:lnTo>
                        <a:pt x="166" y="498"/>
                      </a:lnTo>
                      <a:lnTo>
                        <a:pt x="162" y="500"/>
                      </a:lnTo>
                      <a:lnTo>
                        <a:pt x="160" y="502"/>
                      </a:lnTo>
                      <a:lnTo>
                        <a:pt x="158" y="502"/>
                      </a:lnTo>
                      <a:lnTo>
                        <a:pt x="156" y="504"/>
                      </a:lnTo>
                      <a:lnTo>
                        <a:pt x="158" y="506"/>
                      </a:lnTo>
                      <a:lnTo>
                        <a:pt x="158" y="508"/>
                      </a:lnTo>
                      <a:lnTo>
                        <a:pt x="160" y="508"/>
                      </a:lnTo>
                      <a:lnTo>
                        <a:pt x="162" y="508"/>
                      </a:lnTo>
                      <a:lnTo>
                        <a:pt x="156" y="514"/>
                      </a:lnTo>
                      <a:lnTo>
                        <a:pt x="148" y="526"/>
                      </a:lnTo>
                      <a:lnTo>
                        <a:pt x="148" y="526"/>
                      </a:lnTo>
                      <a:lnTo>
                        <a:pt x="150" y="528"/>
                      </a:lnTo>
                      <a:lnTo>
                        <a:pt x="150" y="532"/>
                      </a:lnTo>
                      <a:lnTo>
                        <a:pt x="152" y="538"/>
                      </a:lnTo>
                      <a:lnTo>
                        <a:pt x="152" y="544"/>
                      </a:lnTo>
                      <a:lnTo>
                        <a:pt x="154" y="550"/>
                      </a:lnTo>
                      <a:lnTo>
                        <a:pt x="154" y="558"/>
                      </a:lnTo>
                      <a:lnTo>
                        <a:pt x="156" y="566"/>
                      </a:lnTo>
                      <a:lnTo>
                        <a:pt x="158" y="572"/>
                      </a:lnTo>
                      <a:lnTo>
                        <a:pt x="160" y="578"/>
                      </a:lnTo>
                      <a:lnTo>
                        <a:pt x="162" y="584"/>
                      </a:lnTo>
                      <a:lnTo>
                        <a:pt x="164" y="588"/>
                      </a:lnTo>
                      <a:lnTo>
                        <a:pt x="166" y="594"/>
                      </a:lnTo>
                      <a:lnTo>
                        <a:pt x="166" y="598"/>
                      </a:lnTo>
                      <a:lnTo>
                        <a:pt x="166" y="600"/>
                      </a:lnTo>
                      <a:lnTo>
                        <a:pt x="178" y="620"/>
                      </a:lnTo>
                      <a:lnTo>
                        <a:pt x="180" y="620"/>
                      </a:lnTo>
                      <a:lnTo>
                        <a:pt x="180" y="624"/>
                      </a:lnTo>
                      <a:lnTo>
                        <a:pt x="180" y="628"/>
                      </a:lnTo>
                      <a:lnTo>
                        <a:pt x="182" y="634"/>
                      </a:lnTo>
                      <a:lnTo>
                        <a:pt x="184" y="638"/>
                      </a:lnTo>
                      <a:lnTo>
                        <a:pt x="184" y="642"/>
                      </a:lnTo>
                      <a:lnTo>
                        <a:pt x="186" y="644"/>
                      </a:lnTo>
                      <a:lnTo>
                        <a:pt x="190" y="646"/>
                      </a:lnTo>
                      <a:lnTo>
                        <a:pt x="194" y="646"/>
                      </a:lnTo>
                      <a:lnTo>
                        <a:pt x="202" y="646"/>
                      </a:lnTo>
                      <a:lnTo>
                        <a:pt x="208" y="644"/>
                      </a:lnTo>
                      <a:lnTo>
                        <a:pt x="212" y="642"/>
                      </a:lnTo>
                      <a:lnTo>
                        <a:pt x="214" y="642"/>
                      </a:lnTo>
                      <a:lnTo>
                        <a:pt x="216" y="640"/>
                      </a:lnTo>
                      <a:lnTo>
                        <a:pt x="218" y="640"/>
                      </a:lnTo>
                      <a:lnTo>
                        <a:pt x="220" y="640"/>
                      </a:lnTo>
                      <a:lnTo>
                        <a:pt x="220" y="642"/>
                      </a:lnTo>
                      <a:lnTo>
                        <a:pt x="218" y="644"/>
                      </a:lnTo>
                      <a:lnTo>
                        <a:pt x="216" y="646"/>
                      </a:lnTo>
                      <a:lnTo>
                        <a:pt x="214" y="648"/>
                      </a:lnTo>
                      <a:lnTo>
                        <a:pt x="212" y="650"/>
                      </a:lnTo>
                      <a:lnTo>
                        <a:pt x="210" y="650"/>
                      </a:lnTo>
                      <a:lnTo>
                        <a:pt x="212" y="652"/>
                      </a:lnTo>
                      <a:lnTo>
                        <a:pt x="214" y="654"/>
                      </a:lnTo>
                      <a:lnTo>
                        <a:pt x="218" y="656"/>
                      </a:lnTo>
                      <a:lnTo>
                        <a:pt x="222" y="656"/>
                      </a:lnTo>
                      <a:lnTo>
                        <a:pt x="226" y="658"/>
                      </a:lnTo>
                      <a:lnTo>
                        <a:pt x="228" y="658"/>
                      </a:lnTo>
                      <a:lnTo>
                        <a:pt x="232" y="658"/>
                      </a:lnTo>
                      <a:lnTo>
                        <a:pt x="234" y="656"/>
                      </a:lnTo>
                      <a:lnTo>
                        <a:pt x="234" y="652"/>
                      </a:lnTo>
                      <a:lnTo>
                        <a:pt x="234" y="644"/>
                      </a:lnTo>
                      <a:lnTo>
                        <a:pt x="234" y="638"/>
                      </a:lnTo>
                      <a:lnTo>
                        <a:pt x="236" y="632"/>
                      </a:lnTo>
                      <a:lnTo>
                        <a:pt x="238" y="630"/>
                      </a:lnTo>
                      <a:lnTo>
                        <a:pt x="240" y="626"/>
                      </a:lnTo>
                      <a:lnTo>
                        <a:pt x="240" y="622"/>
                      </a:lnTo>
                      <a:lnTo>
                        <a:pt x="240" y="618"/>
                      </a:lnTo>
                      <a:lnTo>
                        <a:pt x="238" y="616"/>
                      </a:lnTo>
                      <a:lnTo>
                        <a:pt x="238" y="614"/>
                      </a:lnTo>
                      <a:lnTo>
                        <a:pt x="238" y="612"/>
                      </a:lnTo>
                      <a:lnTo>
                        <a:pt x="242" y="610"/>
                      </a:lnTo>
                      <a:lnTo>
                        <a:pt x="244" y="608"/>
                      </a:lnTo>
                      <a:lnTo>
                        <a:pt x="246" y="608"/>
                      </a:lnTo>
                      <a:lnTo>
                        <a:pt x="246" y="606"/>
                      </a:lnTo>
                      <a:lnTo>
                        <a:pt x="250" y="590"/>
                      </a:lnTo>
                      <a:lnTo>
                        <a:pt x="252" y="576"/>
                      </a:lnTo>
                      <a:lnTo>
                        <a:pt x="252" y="574"/>
                      </a:lnTo>
                      <a:lnTo>
                        <a:pt x="252" y="572"/>
                      </a:lnTo>
                      <a:lnTo>
                        <a:pt x="250" y="570"/>
                      </a:lnTo>
                      <a:lnTo>
                        <a:pt x="252" y="566"/>
                      </a:lnTo>
                      <a:lnTo>
                        <a:pt x="254" y="566"/>
                      </a:lnTo>
                      <a:lnTo>
                        <a:pt x="258" y="564"/>
                      </a:lnTo>
                      <a:lnTo>
                        <a:pt x="260" y="564"/>
                      </a:lnTo>
                      <a:lnTo>
                        <a:pt x="260" y="566"/>
                      </a:lnTo>
                      <a:lnTo>
                        <a:pt x="260" y="566"/>
                      </a:lnTo>
                      <a:lnTo>
                        <a:pt x="262" y="566"/>
                      </a:lnTo>
                      <a:lnTo>
                        <a:pt x="266" y="566"/>
                      </a:lnTo>
                      <a:lnTo>
                        <a:pt x="268" y="564"/>
                      </a:lnTo>
                      <a:lnTo>
                        <a:pt x="270" y="562"/>
                      </a:lnTo>
                      <a:lnTo>
                        <a:pt x="272" y="560"/>
                      </a:lnTo>
                      <a:lnTo>
                        <a:pt x="276" y="558"/>
                      </a:lnTo>
                      <a:lnTo>
                        <a:pt x="280" y="556"/>
                      </a:lnTo>
                      <a:lnTo>
                        <a:pt x="282" y="556"/>
                      </a:lnTo>
                      <a:lnTo>
                        <a:pt x="284" y="556"/>
                      </a:lnTo>
                      <a:lnTo>
                        <a:pt x="286" y="552"/>
                      </a:lnTo>
                      <a:lnTo>
                        <a:pt x="292" y="544"/>
                      </a:lnTo>
                      <a:lnTo>
                        <a:pt x="302" y="534"/>
                      </a:lnTo>
                      <a:lnTo>
                        <a:pt x="310" y="526"/>
                      </a:lnTo>
                      <a:lnTo>
                        <a:pt x="318" y="518"/>
                      </a:lnTo>
                      <a:lnTo>
                        <a:pt x="322" y="516"/>
                      </a:lnTo>
                      <a:lnTo>
                        <a:pt x="324" y="518"/>
                      </a:lnTo>
                      <a:lnTo>
                        <a:pt x="326" y="516"/>
                      </a:lnTo>
                      <a:lnTo>
                        <a:pt x="326" y="512"/>
                      </a:lnTo>
                      <a:lnTo>
                        <a:pt x="328" y="510"/>
                      </a:lnTo>
                      <a:lnTo>
                        <a:pt x="330" y="506"/>
                      </a:lnTo>
                      <a:lnTo>
                        <a:pt x="330" y="504"/>
                      </a:lnTo>
                      <a:lnTo>
                        <a:pt x="332" y="502"/>
                      </a:lnTo>
                      <a:lnTo>
                        <a:pt x="334" y="500"/>
                      </a:lnTo>
                      <a:lnTo>
                        <a:pt x="336" y="498"/>
                      </a:lnTo>
                      <a:lnTo>
                        <a:pt x="338" y="498"/>
                      </a:lnTo>
                      <a:lnTo>
                        <a:pt x="340" y="500"/>
                      </a:lnTo>
                      <a:lnTo>
                        <a:pt x="342" y="504"/>
                      </a:lnTo>
                      <a:lnTo>
                        <a:pt x="346" y="504"/>
                      </a:lnTo>
                      <a:lnTo>
                        <a:pt x="348" y="504"/>
                      </a:lnTo>
                      <a:lnTo>
                        <a:pt x="348" y="500"/>
                      </a:lnTo>
                      <a:lnTo>
                        <a:pt x="350" y="498"/>
                      </a:lnTo>
                      <a:lnTo>
                        <a:pt x="352" y="498"/>
                      </a:lnTo>
                      <a:lnTo>
                        <a:pt x="356" y="498"/>
                      </a:lnTo>
                      <a:lnTo>
                        <a:pt x="358" y="498"/>
                      </a:lnTo>
                      <a:lnTo>
                        <a:pt x="358" y="498"/>
                      </a:lnTo>
                      <a:lnTo>
                        <a:pt x="358" y="498"/>
                      </a:lnTo>
                      <a:lnTo>
                        <a:pt x="360" y="496"/>
                      </a:lnTo>
                      <a:lnTo>
                        <a:pt x="364" y="494"/>
                      </a:lnTo>
                      <a:lnTo>
                        <a:pt x="366" y="490"/>
                      </a:lnTo>
                      <a:lnTo>
                        <a:pt x="370" y="488"/>
                      </a:lnTo>
                      <a:lnTo>
                        <a:pt x="372" y="486"/>
                      </a:lnTo>
                      <a:lnTo>
                        <a:pt x="374" y="484"/>
                      </a:lnTo>
                      <a:lnTo>
                        <a:pt x="380" y="480"/>
                      </a:lnTo>
                      <a:lnTo>
                        <a:pt x="384" y="478"/>
                      </a:lnTo>
                      <a:lnTo>
                        <a:pt x="386" y="476"/>
                      </a:lnTo>
                      <a:lnTo>
                        <a:pt x="390" y="474"/>
                      </a:lnTo>
                      <a:lnTo>
                        <a:pt x="390" y="472"/>
                      </a:lnTo>
                      <a:lnTo>
                        <a:pt x="390" y="470"/>
                      </a:lnTo>
                      <a:lnTo>
                        <a:pt x="388" y="468"/>
                      </a:lnTo>
                      <a:lnTo>
                        <a:pt x="386" y="466"/>
                      </a:lnTo>
                      <a:lnTo>
                        <a:pt x="382" y="464"/>
                      </a:lnTo>
                      <a:lnTo>
                        <a:pt x="378" y="464"/>
                      </a:lnTo>
                      <a:lnTo>
                        <a:pt x="372" y="464"/>
                      </a:lnTo>
                      <a:lnTo>
                        <a:pt x="368" y="464"/>
                      </a:lnTo>
                      <a:lnTo>
                        <a:pt x="364" y="464"/>
                      </a:lnTo>
                      <a:lnTo>
                        <a:pt x="362" y="464"/>
                      </a:lnTo>
                      <a:lnTo>
                        <a:pt x="362" y="466"/>
                      </a:lnTo>
                      <a:lnTo>
                        <a:pt x="360" y="468"/>
                      </a:lnTo>
                      <a:lnTo>
                        <a:pt x="358" y="470"/>
                      </a:lnTo>
                      <a:lnTo>
                        <a:pt x="354" y="472"/>
                      </a:lnTo>
                      <a:lnTo>
                        <a:pt x="348" y="474"/>
                      </a:lnTo>
                      <a:lnTo>
                        <a:pt x="344" y="474"/>
                      </a:lnTo>
                      <a:lnTo>
                        <a:pt x="340" y="474"/>
                      </a:lnTo>
                      <a:lnTo>
                        <a:pt x="338" y="472"/>
                      </a:lnTo>
                      <a:lnTo>
                        <a:pt x="334" y="472"/>
                      </a:lnTo>
                      <a:lnTo>
                        <a:pt x="334" y="472"/>
                      </a:lnTo>
                      <a:lnTo>
                        <a:pt x="334" y="472"/>
                      </a:lnTo>
                      <a:lnTo>
                        <a:pt x="334" y="470"/>
                      </a:lnTo>
                      <a:lnTo>
                        <a:pt x="334" y="468"/>
                      </a:lnTo>
                      <a:lnTo>
                        <a:pt x="334" y="466"/>
                      </a:lnTo>
                      <a:lnTo>
                        <a:pt x="334" y="466"/>
                      </a:lnTo>
                      <a:lnTo>
                        <a:pt x="336" y="466"/>
                      </a:lnTo>
                      <a:lnTo>
                        <a:pt x="340" y="466"/>
                      </a:lnTo>
                      <a:lnTo>
                        <a:pt x="344" y="468"/>
                      </a:lnTo>
                      <a:lnTo>
                        <a:pt x="346" y="468"/>
                      </a:lnTo>
                      <a:lnTo>
                        <a:pt x="348" y="468"/>
                      </a:lnTo>
                      <a:lnTo>
                        <a:pt x="358" y="462"/>
                      </a:lnTo>
                      <a:lnTo>
                        <a:pt x="364" y="450"/>
                      </a:lnTo>
                      <a:lnTo>
                        <a:pt x="356" y="448"/>
                      </a:lnTo>
                      <a:lnTo>
                        <a:pt x="358" y="448"/>
                      </a:lnTo>
                      <a:lnTo>
                        <a:pt x="360" y="446"/>
                      </a:lnTo>
                      <a:lnTo>
                        <a:pt x="362" y="444"/>
                      </a:lnTo>
                      <a:lnTo>
                        <a:pt x="362" y="442"/>
                      </a:lnTo>
                      <a:lnTo>
                        <a:pt x="360" y="438"/>
                      </a:lnTo>
                      <a:lnTo>
                        <a:pt x="360" y="438"/>
                      </a:lnTo>
                      <a:lnTo>
                        <a:pt x="358" y="438"/>
                      </a:lnTo>
                      <a:lnTo>
                        <a:pt x="356" y="436"/>
                      </a:lnTo>
                      <a:lnTo>
                        <a:pt x="356" y="434"/>
                      </a:lnTo>
                      <a:lnTo>
                        <a:pt x="356" y="432"/>
                      </a:lnTo>
                      <a:lnTo>
                        <a:pt x="356" y="430"/>
                      </a:lnTo>
                      <a:lnTo>
                        <a:pt x="358" y="430"/>
                      </a:lnTo>
                      <a:lnTo>
                        <a:pt x="362" y="428"/>
                      </a:lnTo>
                      <a:lnTo>
                        <a:pt x="366" y="428"/>
                      </a:lnTo>
                      <a:lnTo>
                        <a:pt x="366" y="430"/>
                      </a:lnTo>
                      <a:lnTo>
                        <a:pt x="368" y="432"/>
                      </a:lnTo>
                      <a:lnTo>
                        <a:pt x="370" y="436"/>
                      </a:lnTo>
                      <a:lnTo>
                        <a:pt x="372" y="442"/>
                      </a:lnTo>
                      <a:lnTo>
                        <a:pt x="374" y="448"/>
                      </a:lnTo>
                      <a:lnTo>
                        <a:pt x="378" y="452"/>
                      </a:lnTo>
                      <a:lnTo>
                        <a:pt x="378" y="456"/>
                      </a:lnTo>
                      <a:lnTo>
                        <a:pt x="380" y="456"/>
                      </a:lnTo>
                      <a:lnTo>
                        <a:pt x="396" y="458"/>
                      </a:lnTo>
                      <a:lnTo>
                        <a:pt x="394" y="434"/>
                      </a:lnTo>
                      <a:lnTo>
                        <a:pt x="394" y="434"/>
                      </a:lnTo>
                      <a:lnTo>
                        <a:pt x="394" y="432"/>
                      </a:lnTo>
                      <a:lnTo>
                        <a:pt x="392" y="428"/>
                      </a:lnTo>
                      <a:lnTo>
                        <a:pt x="390" y="426"/>
                      </a:lnTo>
                      <a:lnTo>
                        <a:pt x="386" y="422"/>
                      </a:lnTo>
                      <a:lnTo>
                        <a:pt x="384" y="420"/>
                      </a:lnTo>
                      <a:lnTo>
                        <a:pt x="382" y="418"/>
                      </a:lnTo>
                      <a:lnTo>
                        <a:pt x="380" y="414"/>
                      </a:lnTo>
                      <a:lnTo>
                        <a:pt x="380" y="412"/>
                      </a:lnTo>
                      <a:lnTo>
                        <a:pt x="380" y="412"/>
                      </a:lnTo>
                      <a:lnTo>
                        <a:pt x="386" y="412"/>
                      </a:lnTo>
                      <a:lnTo>
                        <a:pt x="386" y="396"/>
                      </a:lnTo>
                      <a:lnTo>
                        <a:pt x="386" y="394"/>
                      </a:lnTo>
                      <a:lnTo>
                        <a:pt x="384" y="394"/>
                      </a:lnTo>
                      <a:lnTo>
                        <a:pt x="384" y="392"/>
                      </a:lnTo>
                      <a:lnTo>
                        <a:pt x="382" y="388"/>
                      </a:lnTo>
                      <a:lnTo>
                        <a:pt x="382" y="386"/>
                      </a:lnTo>
                      <a:lnTo>
                        <a:pt x="382" y="384"/>
                      </a:lnTo>
                      <a:lnTo>
                        <a:pt x="386" y="384"/>
                      </a:lnTo>
                      <a:lnTo>
                        <a:pt x="392" y="382"/>
                      </a:lnTo>
                      <a:lnTo>
                        <a:pt x="396" y="382"/>
                      </a:lnTo>
                      <a:lnTo>
                        <a:pt x="396" y="382"/>
                      </a:lnTo>
                      <a:lnTo>
                        <a:pt x="398" y="380"/>
                      </a:lnTo>
                      <a:lnTo>
                        <a:pt x="400" y="378"/>
                      </a:lnTo>
                      <a:lnTo>
                        <a:pt x="402" y="376"/>
                      </a:lnTo>
                      <a:lnTo>
                        <a:pt x="402" y="374"/>
                      </a:lnTo>
                      <a:lnTo>
                        <a:pt x="402" y="370"/>
                      </a:lnTo>
                      <a:lnTo>
                        <a:pt x="410" y="364"/>
                      </a:lnTo>
                      <a:lnTo>
                        <a:pt x="420" y="350"/>
                      </a:lnTo>
                      <a:lnTo>
                        <a:pt x="426" y="340"/>
                      </a:lnTo>
                      <a:lnTo>
                        <a:pt x="426" y="340"/>
                      </a:lnTo>
                      <a:lnTo>
                        <a:pt x="424" y="336"/>
                      </a:lnTo>
                      <a:lnTo>
                        <a:pt x="424" y="332"/>
                      </a:lnTo>
                      <a:lnTo>
                        <a:pt x="422" y="328"/>
                      </a:lnTo>
                      <a:lnTo>
                        <a:pt x="418" y="324"/>
                      </a:lnTo>
                      <a:lnTo>
                        <a:pt x="414" y="324"/>
                      </a:lnTo>
                      <a:lnTo>
                        <a:pt x="414" y="322"/>
                      </a:lnTo>
                      <a:lnTo>
                        <a:pt x="414" y="320"/>
                      </a:lnTo>
                      <a:lnTo>
                        <a:pt x="412" y="316"/>
                      </a:lnTo>
                      <a:lnTo>
                        <a:pt x="412" y="314"/>
                      </a:lnTo>
                      <a:lnTo>
                        <a:pt x="408" y="310"/>
                      </a:lnTo>
                      <a:lnTo>
                        <a:pt x="406" y="308"/>
                      </a:lnTo>
                      <a:lnTo>
                        <a:pt x="400" y="308"/>
                      </a:lnTo>
                      <a:lnTo>
                        <a:pt x="394" y="308"/>
                      </a:lnTo>
                      <a:lnTo>
                        <a:pt x="388" y="310"/>
                      </a:lnTo>
                      <a:lnTo>
                        <a:pt x="384" y="310"/>
                      </a:lnTo>
                      <a:lnTo>
                        <a:pt x="382" y="310"/>
                      </a:lnTo>
                      <a:lnTo>
                        <a:pt x="382" y="310"/>
                      </a:lnTo>
                      <a:lnTo>
                        <a:pt x="382" y="308"/>
                      </a:lnTo>
                      <a:lnTo>
                        <a:pt x="382" y="306"/>
                      </a:lnTo>
                      <a:lnTo>
                        <a:pt x="382" y="300"/>
                      </a:lnTo>
                      <a:lnTo>
                        <a:pt x="382" y="298"/>
                      </a:lnTo>
                      <a:lnTo>
                        <a:pt x="382" y="292"/>
                      </a:lnTo>
                      <a:lnTo>
                        <a:pt x="382" y="286"/>
                      </a:lnTo>
                      <a:lnTo>
                        <a:pt x="382" y="280"/>
                      </a:lnTo>
                      <a:lnTo>
                        <a:pt x="382" y="276"/>
                      </a:lnTo>
                      <a:lnTo>
                        <a:pt x="380" y="272"/>
                      </a:lnTo>
                      <a:lnTo>
                        <a:pt x="380" y="270"/>
                      </a:lnTo>
                      <a:lnTo>
                        <a:pt x="380" y="270"/>
                      </a:lnTo>
                      <a:lnTo>
                        <a:pt x="378" y="268"/>
                      </a:lnTo>
                      <a:lnTo>
                        <a:pt x="374" y="266"/>
                      </a:lnTo>
                      <a:lnTo>
                        <a:pt x="372" y="264"/>
                      </a:lnTo>
                      <a:lnTo>
                        <a:pt x="370" y="260"/>
                      </a:lnTo>
                      <a:lnTo>
                        <a:pt x="370" y="258"/>
                      </a:lnTo>
                      <a:lnTo>
                        <a:pt x="374" y="256"/>
                      </a:lnTo>
                      <a:lnTo>
                        <a:pt x="374" y="254"/>
                      </a:lnTo>
                      <a:lnTo>
                        <a:pt x="376" y="250"/>
                      </a:lnTo>
                      <a:lnTo>
                        <a:pt x="378" y="242"/>
                      </a:lnTo>
                      <a:lnTo>
                        <a:pt x="380" y="230"/>
                      </a:lnTo>
                      <a:lnTo>
                        <a:pt x="380" y="210"/>
                      </a:lnTo>
                      <a:lnTo>
                        <a:pt x="378" y="188"/>
                      </a:lnTo>
                      <a:lnTo>
                        <a:pt x="378" y="186"/>
                      </a:lnTo>
                      <a:lnTo>
                        <a:pt x="380" y="184"/>
                      </a:lnTo>
                      <a:lnTo>
                        <a:pt x="380" y="180"/>
                      </a:lnTo>
                      <a:lnTo>
                        <a:pt x="382" y="176"/>
                      </a:lnTo>
                      <a:lnTo>
                        <a:pt x="384" y="174"/>
                      </a:lnTo>
                      <a:lnTo>
                        <a:pt x="388" y="172"/>
                      </a:lnTo>
                      <a:lnTo>
                        <a:pt x="392" y="172"/>
                      </a:lnTo>
                      <a:lnTo>
                        <a:pt x="392" y="172"/>
                      </a:lnTo>
                      <a:lnTo>
                        <a:pt x="394" y="174"/>
                      </a:lnTo>
                      <a:lnTo>
                        <a:pt x="396" y="174"/>
                      </a:lnTo>
                      <a:lnTo>
                        <a:pt x="400" y="174"/>
                      </a:lnTo>
                      <a:lnTo>
                        <a:pt x="402" y="174"/>
                      </a:lnTo>
                      <a:lnTo>
                        <a:pt x="406" y="170"/>
                      </a:lnTo>
                      <a:lnTo>
                        <a:pt x="408" y="166"/>
                      </a:lnTo>
                      <a:lnTo>
                        <a:pt x="408" y="162"/>
                      </a:lnTo>
                      <a:lnTo>
                        <a:pt x="408" y="158"/>
                      </a:lnTo>
                      <a:lnTo>
                        <a:pt x="408" y="154"/>
                      </a:lnTo>
                      <a:lnTo>
                        <a:pt x="408" y="150"/>
                      </a:lnTo>
                      <a:lnTo>
                        <a:pt x="408" y="146"/>
                      </a:lnTo>
                      <a:lnTo>
                        <a:pt x="412" y="144"/>
                      </a:lnTo>
                      <a:lnTo>
                        <a:pt x="414" y="140"/>
                      </a:lnTo>
                      <a:lnTo>
                        <a:pt x="416" y="138"/>
                      </a:lnTo>
                      <a:lnTo>
                        <a:pt x="414" y="138"/>
                      </a:lnTo>
                      <a:lnTo>
                        <a:pt x="410" y="138"/>
                      </a:lnTo>
                      <a:lnTo>
                        <a:pt x="406" y="138"/>
                      </a:lnTo>
                      <a:lnTo>
                        <a:pt x="402" y="140"/>
                      </a:lnTo>
                      <a:lnTo>
                        <a:pt x="400" y="140"/>
                      </a:lnTo>
                      <a:lnTo>
                        <a:pt x="398" y="140"/>
                      </a:lnTo>
                      <a:lnTo>
                        <a:pt x="396" y="138"/>
                      </a:lnTo>
                      <a:lnTo>
                        <a:pt x="398" y="136"/>
                      </a:lnTo>
                      <a:lnTo>
                        <a:pt x="404" y="134"/>
                      </a:lnTo>
                      <a:lnTo>
                        <a:pt x="410" y="130"/>
                      </a:lnTo>
                      <a:lnTo>
                        <a:pt x="416" y="128"/>
                      </a:lnTo>
                      <a:lnTo>
                        <a:pt x="422" y="124"/>
                      </a:lnTo>
                      <a:lnTo>
                        <a:pt x="426" y="120"/>
                      </a:lnTo>
                      <a:lnTo>
                        <a:pt x="430" y="114"/>
                      </a:lnTo>
                      <a:lnTo>
                        <a:pt x="434" y="108"/>
                      </a:lnTo>
                      <a:lnTo>
                        <a:pt x="436" y="102"/>
                      </a:lnTo>
                      <a:lnTo>
                        <a:pt x="436" y="98"/>
                      </a:lnTo>
                      <a:lnTo>
                        <a:pt x="436" y="94"/>
                      </a:lnTo>
                      <a:lnTo>
                        <a:pt x="436" y="92"/>
                      </a:lnTo>
                      <a:lnTo>
                        <a:pt x="436" y="90"/>
                      </a:lnTo>
                      <a:lnTo>
                        <a:pt x="436" y="86"/>
                      </a:lnTo>
                      <a:lnTo>
                        <a:pt x="440" y="84"/>
                      </a:lnTo>
                      <a:lnTo>
                        <a:pt x="422" y="72"/>
                      </a:lnTo>
                      <a:lnTo>
                        <a:pt x="422" y="74"/>
                      </a:lnTo>
                      <a:lnTo>
                        <a:pt x="422" y="76"/>
                      </a:lnTo>
                      <a:lnTo>
                        <a:pt x="420" y="78"/>
                      </a:lnTo>
                      <a:lnTo>
                        <a:pt x="418" y="80"/>
                      </a:lnTo>
                      <a:lnTo>
                        <a:pt x="416" y="82"/>
                      </a:lnTo>
                      <a:lnTo>
                        <a:pt x="414" y="78"/>
                      </a:lnTo>
                      <a:lnTo>
                        <a:pt x="412" y="76"/>
                      </a:lnTo>
                      <a:lnTo>
                        <a:pt x="410" y="74"/>
                      </a:lnTo>
                      <a:lnTo>
                        <a:pt x="408" y="74"/>
                      </a:lnTo>
                      <a:lnTo>
                        <a:pt x="406" y="76"/>
                      </a:lnTo>
                      <a:lnTo>
                        <a:pt x="406" y="78"/>
                      </a:lnTo>
                      <a:lnTo>
                        <a:pt x="406" y="82"/>
                      </a:lnTo>
                      <a:lnTo>
                        <a:pt x="408" y="84"/>
                      </a:lnTo>
                      <a:lnTo>
                        <a:pt x="408" y="84"/>
                      </a:lnTo>
                      <a:lnTo>
                        <a:pt x="410" y="86"/>
                      </a:lnTo>
                      <a:lnTo>
                        <a:pt x="410" y="86"/>
                      </a:lnTo>
                      <a:lnTo>
                        <a:pt x="410" y="88"/>
                      </a:lnTo>
                      <a:lnTo>
                        <a:pt x="408" y="92"/>
                      </a:lnTo>
                      <a:lnTo>
                        <a:pt x="406" y="98"/>
                      </a:lnTo>
                      <a:lnTo>
                        <a:pt x="398" y="108"/>
                      </a:lnTo>
                      <a:lnTo>
                        <a:pt x="386" y="118"/>
                      </a:lnTo>
                      <a:lnTo>
                        <a:pt x="372" y="128"/>
                      </a:lnTo>
                      <a:lnTo>
                        <a:pt x="362" y="136"/>
                      </a:lnTo>
                      <a:lnTo>
                        <a:pt x="354" y="140"/>
                      </a:lnTo>
                      <a:lnTo>
                        <a:pt x="356" y="138"/>
                      </a:lnTo>
                      <a:lnTo>
                        <a:pt x="362" y="130"/>
                      </a:lnTo>
                      <a:lnTo>
                        <a:pt x="370" y="120"/>
                      </a:lnTo>
                      <a:lnTo>
                        <a:pt x="378" y="110"/>
                      </a:lnTo>
                      <a:lnTo>
                        <a:pt x="382" y="100"/>
                      </a:lnTo>
                      <a:lnTo>
                        <a:pt x="388" y="88"/>
                      </a:lnTo>
                      <a:lnTo>
                        <a:pt x="398" y="66"/>
                      </a:lnTo>
                      <a:lnTo>
                        <a:pt x="398" y="66"/>
                      </a:lnTo>
                      <a:lnTo>
                        <a:pt x="396" y="64"/>
                      </a:lnTo>
                      <a:lnTo>
                        <a:pt x="394" y="64"/>
                      </a:lnTo>
                      <a:lnTo>
                        <a:pt x="390" y="62"/>
                      </a:lnTo>
                      <a:lnTo>
                        <a:pt x="386" y="64"/>
                      </a:lnTo>
                      <a:lnTo>
                        <a:pt x="382" y="64"/>
                      </a:lnTo>
                      <a:lnTo>
                        <a:pt x="376" y="68"/>
                      </a:lnTo>
                      <a:lnTo>
                        <a:pt x="376" y="70"/>
                      </a:lnTo>
                      <a:lnTo>
                        <a:pt x="374" y="72"/>
                      </a:lnTo>
                      <a:lnTo>
                        <a:pt x="372" y="74"/>
                      </a:lnTo>
                      <a:lnTo>
                        <a:pt x="368" y="78"/>
                      </a:lnTo>
                      <a:lnTo>
                        <a:pt x="366" y="80"/>
                      </a:lnTo>
                      <a:lnTo>
                        <a:pt x="362" y="82"/>
                      </a:lnTo>
                      <a:lnTo>
                        <a:pt x="358" y="84"/>
                      </a:lnTo>
                      <a:lnTo>
                        <a:pt x="356" y="86"/>
                      </a:lnTo>
                      <a:lnTo>
                        <a:pt x="356" y="84"/>
                      </a:lnTo>
                      <a:lnTo>
                        <a:pt x="356" y="82"/>
                      </a:lnTo>
                      <a:lnTo>
                        <a:pt x="356" y="80"/>
                      </a:lnTo>
                      <a:lnTo>
                        <a:pt x="360" y="78"/>
                      </a:lnTo>
                      <a:lnTo>
                        <a:pt x="364" y="74"/>
                      </a:lnTo>
                      <a:lnTo>
                        <a:pt x="368" y="68"/>
                      </a:lnTo>
                      <a:lnTo>
                        <a:pt x="364" y="60"/>
                      </a:lnTo>
                      <a:lnTo>
                        <a:pt x="360" y="60"/>
                      </a:lnTo>
                      <a:lnTo>
                        <a:pt x="352" y="60"/>
                      </a:lnTo>
                      <a:lnTo>
                        <a:pt x="340" y="64"/>
                      </a:lnTo>
                      <a:lnTo>
                        <a:pt x="330" y="72"/>
                      </a:lnTo>
                      <a:lnTo>
                        <a:pt x="326" y="78"/>
                      </a:lnTo>
                      <a:lnTo>
                        <a:pt x="326" y="78"/>
                      </a:lnTo>
                      <a:lnTo>
                        <a:pt x="326" y="76"/>
                      </a:lnTo>
                      <a:lnTo>
                        <a:pt x="326" y="72"/>
                      </a:lnTo>
                      <a:lnTo>
                        <a:pt x="328" y="68"/>
                      </a:lnTo>
                      <a:lnTo>
                        <a:pt x="328" y="64"/>
                      </a:lnTo>
                      <a:lnTo>
                        <a:pt x="332" y="62"/>
                      </a:lnTo>
                      <a:lnTo>
                        <a:pt x="336" y="60"/>
                      </a:lnTo>
                      <a:lnTo>
                        <a:pt x="340" y="58"/>
                      </a:lnTo>
                      <a:lnTo>
                        <a:pt x="346" y="56"/>
                      </a:lnTo>
                      <a:lnTo>
                        <a:pt x="352" y="56"/>
                      </a:lnTo>
                      <a:lnTo>
                        <a:pt x="358" y="54"/>
                      </a:lnTo>
                      <a:lnTo>
                        <a:pt x="360" y="54"/>
                      </a:lnTo>
                      <a:lnTo>
                        <a:pt x="362" y="54"/>
                      </a:lnTo>
                      <a:lnTo>
                        <a:pt x="362" y="52"/>
                      </a:lnTo>
                      <a:lnTo>
                        <a:pt x="364" y="50"/>
                      </a:lnTo>
                      <a:lnTo>
                        <a:pt x="366" y="48"/>
                      </a:lnTo>
                      <a:lnTo>
                        <a:pt x="368" y="44"/>
                      </a:lnTo>
                      <a:lnTo>
                        <a:pt x="368" y="40"/>
                      </a:lnTo>
                      <a:lnTo>
                        <a:pt x="366" y="36"/>
                      </a:lnTo>
                      <a:lnTo>
                        <a:pt x="362" y="32"/>
                      </a:lnTo>
                      <a:lnTo>
                        <a:pt x="358" y="30"/>
                      </a:lnTo>
                      <a:lnTo>
                        <a:pt x="352" y="28"/>
                      </a:lnTo>
                      <a:lnTo>
                        <a:pt x="348" y="28"/>
                      </a:lnTo>
                      <a:lnTo>
                        <a:pt x="348" y="28"/>
                      </a:lnTo>
                      <a:lnTo>
                        <a:pt x="340" y="28"/>
                      </a:lnTo>
                      <a:lnTo>
                        <a:pt x="340" y="18"/>
                      </a:lnTo>
                      <a:lnTo>
                        <a:pt x="340" y="18"/>
                      </a:lnTo>
                      <a:lnTo>
                        <a:pt x="338" y="18"/>
                      </a:lnTo>
                      <a:lnTo>
                        <a:pt x="334" y="18"/>
                      </a:lnTo>
                      <a:lnTo>
                        <a:pt x="330" y="20"/>
                      </a:lnTo>
                      <a:lnTo>
                        <a:pt x="328" y="22"/>
                      </a:lnTo>
                      <a:lnTo>
                        <a:pt x="324" y="24"/>
                      </a:lnTo>
                      <a:lnTo>
                        <a:pt x="324" y="24"/>
                      </a:lnTo>
                      <a:lnTo>
                        <a:pt x="320" y="26"/>
                      </a:lnTo>
                      <a:lnTo>
                        <a:pt x="314" y="26"/>
                      </a:lnTo>
                      <a:lnTo>
                        <a:pt x="308" y="28"/>
                      </a:lnTo>
                      <a:lnTo>
                        <a:pt x="304" y="30"/>
                      </a:lnTo>
                      <a:lnTo>
                        <a:pt x="300" y="32"/>
                      </a:lnTo>
                      <a:lnTo>
                        <a:pt x="288" y="38"/>
                      </a:lnTo>
                      <a:lnTo>
                        <a:pt x="290" y="36"/>
                      </a:lnTo>
                      <a:lnTo>
                        <a:pt x="298" y="30"/>
                      </a:lnTo>
                      <a:lnTo>
                        <a:pt x="306" y="22"/>
                      </a:lnTo>
                      <a:lnTo>
                        <a:pt x="314" y="16"/>
                      </a:lnTo>
                      <a:lnTo>
                        <a:pt x="322" y="14"/>
                      </a:lnTo>
                      <a:lnTo>
                        <a:pt x="322" y="14"/>
                      </a:lnTo>
                      <a:lnTo>
                        <a:pt x="322" y="12"/>
                      </a:lnTo>
                      <a:lnTo>
                        <a:pt x="324" y="10"/>
                      </a:lnTo>
                      <a:lnTo>
                        <a:pt x="322" y="8"/>
                      </a:lnTo>
                      <a:lnTo>
                        <a:pt x="322" y="6"/>
                      </a:lnTo>
                      <a:lnTo>
                        <a:pt x="318" y="4"/>
                      </a:lnTo>
                      <a:lnTo>
                        <a:pt x="312" y="2"/>
                      </a:lnTo>
                      <a:lnTo>
                        <a:pt x="298" y="2"/>
                      </a:lnTo>
                      <a:lnTo>
                        <a:pt x="278" y="0"/>
                      </a:lnTo>
                      <a:lnTo>
                        <a:pt x="258" y="4"/>
                      </a:lnTo>
                      <a:lnTo>
                        <a:pt x="240" y="12"/>
                      </a:lnTo>
                      <a:lnTo>
                        <a:pt x="212" y="30"/>
                      </a:lnTo>
                      <a:lnTo>
                        <a:pt x="212" y="30"/>
                      </a:lnTo>
                      <a:lnTo>
                        <a:pt x="214" y="32"/>
                      </a:lnTo>
                      <a:lnTo>
                        <a:pt x="218" y="34"/>
                      </a:lnTo>
                      <a:lnTo>
                        <a:pt x="220" y="38"/>
                      </a:lnTo>
                      <a:lnTo>
                        <a:pt x="224" y="42"/>
                      </a:lnTo>
                      <a:lnTo>
                        <a:pt x="226" y="48"/>
                      </a:lnTo>
                      <a:lnTo>
                        <a:pt x="228" y="56"/>
                      </a:lnTo>
                      <a:lnTo>
                        <a:pt x="206" y="38"/>
                      </a:lnTo>
                      <a:lnTo>
                        <a:pt x="196" y="40"/>
                      </a:lnTo>
                      <a:lnTo>
                        <a:pt x="202" y="62"/>
                      </a:lnTo>
                      <a:lnTo>
                        <a:pt x="186" y="48"/>
                      </a:lnTo>
                      <a:lnTo>
                        <a:pt x="166" y="54"/>
                      </a:lnTo>
                      <a:lnTo>
                        <a:pt x="164" y="54"/>
                      </a:lnTo>
                      <a:lnTo>
                        <a:pt x="164" y="56"/>
                      </a:lnTo>
                      <a:lnTo>
                        <a:pt x="162" y="60"/>
                      </a:lnTo>
                      <a:lnTo>
                        <a:pt x="164" y="66"/>
                      </a:lnTo>
                      <a:lnTo>
                        <a:pt x="166" y="70"/>
                      </a:lnTo>
                      <a:lnTo>
                        <a:pt x="170" y="76"/>
                      </a:lnTo>
                      <a:lnTo>
                        <a:pt x="152" y="64"/>
                      </a:lnTo>
                      <a:lnTo>
                        <a:pt x="128" y="70"/>
                      </a:lnTo>
                      <a:lnTo>
                        <a:pt x="104" y="78"/>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3" name="Freeform 531">
                  <a:extLst>
                    <a:ext uri="{FF2B5EF4-FFF2-40B4-BE49-F238E27FC236}">
                      <a16:creationId xmlns:a16="http://schemas.microsoft.com/office/drawing/2014/main" id="{4596DC90-09CB-3298-E4AA-86A59A9E8F0A}"/>
                    </a:ext>
                  </a:extLst>
                </p:cNvPr>
                <p:cNvSpPr/>
                <p:nvPr/>
              </p:nvSpPr>
              <p:spPr bwMode="gray">
                <a:xfrm>
                  <a:off x="8466614" y="2104669"/>
                  <a:ext cx="70353" cy="85107"/>
                </a:xfrm>
                <a:custGeom>
                  <a:avLst/>
                  <a:gdLst>
                    <a:gd name="T0" fmla="*/ 10 w 38"/>
                    <a:gd name="T1" fmla="*/ 0 h 46"/>
                    <a:gd name="T2" fmla="*/ 8 w 38"/>
                    <a:gd name="T3" fmla="*/ 0 h 46"/>
                    <a:gd name="T4" fmla="*/ 8 w 38"/>
                    <a:gd name="T5" fmla="*/ 0 h 46"/>
                    <a:gd name="T6" fmla="*/ 6 w 38"/>
                    <a:gd name="T7" fmla="*/ 2 h 46"/>
                    <a:gd name="T8" fmla="*/ 6 w 38"/>
                    <a:gd name="T9" fmla="*/ 2 h 46"/>
                    <a:gd name="T10" fmla="*/ 4 w 38"/>
                    <a:gd name="T11" fmla="*/ 6 h 46"/>
                    <a:gd name="T12" fmla="*/ 4 w 38"/>
                    <a:gd name="T13" fmla="*/ 10 h 46"/>
                    <a:gd name="T14" fmla="*/ 2 w 38"/>
                    <a:gd name="T15" fmla="*/ 18 h 46"/>
                    <a:gd name="T16" fmla="*/ 2 w 38"/>
                    <a:gd name="T17" fmla="*/ 22 h 46"/>
                    <a:gd name="T18" fmla="*/ 2 w 38"/>
                    <a:gd name="T19" fmla="*/ 24 h 46"/>
                    <a:gd name="T20" fmla="*/ 4 w 38"/>
                    <a:gd name="T21" fmla="*/ 26 h 46"/>
                    <a:gd name="T22" fmla="*/ 6 w 38"/>
                    <a:gd name="T23" fmla="*/ 26 h 46"/>
                    <a:gd name="T24" fmla="*/ 8 w 38"/>
                    <a:gd name="T25" fmla="*/ 28 h 46"/>
                    <a:gd name="T26" fmla="*/ 6 w 38"/>
                    <a:gd name="T27" fmla="*/ 30 h 46"/>
                    <a:gd name="T28" fmla="*/ 4 w 38"/>
                    <a:gd name="T29" fmla="*/ 30 h 46"/>
                    <a:gd name="T30" fmla="*/ 2 w 38"/>
                    <a:gd name="T31" fmla="*/ 32 h 46"/>
                    <a:gd name="T32" fmla="*/ 0 w 38"/>
                    <a:gd name="T33" fmla="*/ 36 h 46"/>
                    <a:gd name="T34" fmla="*/ 0 w 38"/>
                    <a:gd name="T35" fmla="*/ 38 h 46"/>
                    <a:gd name="T36" fmla="*/ 2 w 38"/>
                    <a:gd name="T37" fmla="*/ 40 h 46"/>
                    <a:gd name="T38" fmla="*/ 2 w 38"/>
                    <a:gd name="T39" fmla="*/ 42 h 46"/>
                    <a:gd name="T40" fmla="*/ 2 w 38"/>
                    <a:gd name="T41" fmla="*/ 42 h 46"/>
                    <a:gd name="T42" fmla="*/ 4 w 38"/>
                    <a:gd name="T43" fmla="*/ 42 h 46"/>
                    <a:gd name="T44" fmla="*/ 6 w 38"/>
                    <a:gd name="T45" fmla="*/ 44 h 46"/>
                    <a:gd name="T46" fmla="*/ 8 w 38"/>
                    <a:gd name="T47" fmla="*/ 44 h 46"/>
                    <a:gd name="T48" fmla="*/ 10 w 38"/>
                    <a:gd name="T49" fmla="*/ 44 h 46"/>
                    <a:gd name="T50" fmla="*/ 12 w 38"/>
                    <a:gd name="T51" fmla="*/ 44 h 46"/>
                    <a:gd name="T52" fmla="*/ 12 w 38"/>
                    <a:gd name="T53" fmla="*/ 40 h 46"/>
                    <a:gd name="T54" fmla="*/ 14 w 38"/>
                    <a:gd name="T55" fmla="*/ 38 h 46"/>
                    <a:gd name="T56" fmla="*/ 16 w 38"/>
                    <a:gd name="T57" fmla="*/ 38 h 46"/>
                    <a:gd name="T58" fmla="*/ 18 w 38"/>
                    <a:gd name="T59" fmla="*/ 36 h 46"/>
                    <a:gd name="T60" fmla="*/ 20 w 38"/>
                    <a:gd name="T61" fmla="*/ 38 h 46"/>
                    <a:gd name="T62" fmla="*/ 22 w 38"/>
                    <a:gd name="T63" fmla="*/ 40 h 46"/>
                    <a:gd name="T64" fmla="*/ 26 w 38"/>
                    <a:gd name="T65" fmla="*/ 42 h 46"/>
                    <a:gd name="T66" fmla="*/ 30 w 38"/>
                    <a:gd name="T67" fmla="*/ 44 h 46"/>
                    <a:gd name="T68" fmla="*/ 34 w 38"/>
                    <a:gd name="T69" fmla="*/ 46 h 46"/>
                    <a:gd name="T70" fmla="*/ 36 w 38"/>
                    <a:gd name="T71" fmla="*/ 46 h 46"/>
                    <a:gd name="T72" fmla="*/ 38 w 38"/>
                    <a:gd name="T73" fmla="*/ 46 h 46"/>
                    <a:gd name="T74" fmla="*/ 38 w 38"/>
                    <a:gd name="T75" fmla="*/ 44 h 46"/>
                    <a:gd name="T76" fmla="*/ 38 w 38"/>
                    <a:gd name="T77" fmla="*/ 38 h 46"/>
                    <a:gd name="T78" fmla="*/ 36 w 38"/>
                    <a:gd name="T79" fmla="*/ 34 h 46"/>
                    <a:gd name="T80" fmla="*/ 34 w 38"/>
                    <a:gd name="T81" fmla="*/ 32 h 46"/>
                    <a:gd name="T82" fmla="*/ 34 w 38"/>
                    <a:gd name="T83" fmla="*/ 30 h 46"/>
                    <a:gd name="T84" fmla="*/ 32 w 38"/>
                    <a:gd name="T85" fmla="*/ 28 h 46"/>
                    <a:gd name="T86" fmla="*/ 32 w 38"/>
                    <a:gd name="T87" fmla="*/ 28 h 46"/>
                    <a:gd name="T88" fmla="*/ 32 w 38"/>
                    <a:gd name="T89" fmla="*/ 26 h 46"/>
                    <a:gd name="T90" fmla="*/ 30 w 38"/>
                    <a:gd name="T91" fmla="*/ 24 h 46"/>
                    <a:gd name="T92" fmla="*/ 28 w 38"/>
                    <a:gd name="T93" fmla="*/ 24 h 46"/>
                    <a:gd name="T94" fmla="*/ 26 w 38"/>
                    <a:gd name="T95" fmla="*/ 24 h 46"/>
                    <a:gd name="T96" fmla="*/ 24 w 38"/>
                    <a:gd name="T97" fmla="*/ 24 h 46"/>
                    <a:gd name="T98" fmla="*/ 20 w 38"/>
                    <a:gd name="T99" fmla="*/ 22 h 46"/>
                    <a:gd name="T100" fmla="*/ 18 w 38"/>
                    <a:gd name="T101" fmla="*/ 20 h 46"/>
                    <a:gd name="T102" fmla="*/ 16 w 38"/>
                    <a:gd name="T103" fmla="*/ 18 h 46"/>
                    <a:gd name="T104" fmla="*/ 14 w 38"/>
                    <a:gd name="T105" fmla="*/ 16 h 46"/>
                    <a:gd name="T106" fmla="*/ 14 w 38"/>
                    <a:gd name="T107" fmla="*/ 16 h 46"/>
                    <a:gd name="T108" fmla="*/ 16 w 38"/>
                    <a:gd name="T109" fmla="*/ 14 h 46"/>
                    <a:gd name="T110" fmla="*/ 28 w 38"/>
                    <a:gd name="T111" fmla="*/ 14 h 46"/>
                    <a:gd name="T112" fmla="*/ 28 w 38"/>
                    <a:gd name="T113" fmla="*/ 4 h 46"/>
                    <a:gd name="T114" fmla="*/ 26 w 38"/>
                    <a:gd name="T115" fmla="*/ 6 h 46"/>
                    <a:gd name="T116" fmla="*/ 24 w 38"/>
                    <a:gd name="T117" fmla="*/ 6 h 46"/>
                    <a:gd name="T118" fmla="*/ 20 w 38"/>
                    <a:gd name="T119" fmla="*/ 6 h 46"/>
                    <a:gd name="T120" fmla="*/ 16 w 38"/>
                    <a:gd name="T121" fmla="*/ 4 h 46"/>
                    <a:gd name="T122" fmla="*/ 12 w 38"/>
                    <a:gd name="T123" fmla="*/ 4 h 46"/>
                    <a:gd name="T124" fmla="*/ 10 w 38"/>
                    <a:gd name="T125"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 h="46">
                      <a:moveTo>
                        <a:pt x="10" y="0"/>
                      </a:moveTo>
                      <a:lnTo>
                        <a:pt x="8" y="0"/>
                      </a:lnTo>
                      <a:lnTo>
                        <a:pt x="8" y="0"/>
                      </a:lnTo>
                      <a:lnTo>
                        <a:pt x="6" y="2"/>
                      </a:lnTo>
                      <a:lnTo>
                        <a:pt x="6" y="2"/>
                      </a:lnTo>
                      <a:lnTo>
                        <a:pt x="4" y="6"/>
                      </a:lnTo>
                      <a:lnTo>
                        <a:pt x="4" y="10"/>
                      </a:lnTo>
                      <a:lnTo>
                        <a:pt x="2" y="18"/>
                      </a:lnTo>
                      <a:lnTo>
                        <a:pt x="2" y="22"/>
                      </a:lnTo>
                      <a:lnTo>
                        <a:pt x="2" y="24"/>
                      </a:lnTo>
                      <a:lnTo>
                        <a:pt x="4" y="26"/>
                      </a:lnTo>
                      <a:lnTo>
                        <a:pt x="6" y="26"/>
                      </a:lnTo>
                      <a:lnTo>
                        <a:pt x="8" y="28"/>
                      </a:lnTo>
                      <a:lnTo>
                        <a:pt x="6" y="30"/>
                      </a:lnTo>
                      <a:lnTo>
                        <a:pt x="4" y="30"/>
                      </a:lnTo>
                      <a:lnTo>
                        <a:pt x="2" y="32"/>
                      </a:lnTo>
                      <a:lnTo>
                        <a:pt x="0" y="36"/>
                      </a:lnTo>
                      <a:lnTo>
                        <a:pt x="0" y="38"/>
                      </a:lnTo>
                      <a:lnTo>
                        <a:pt x="2" y="40"/>
                      </a:lnTo>
                      <a:lnTo>
                        <a:pt x="2" y="42"/>
                      </a:lnTo>
                      <a:lnTo>
                        <a:pt x="2" y="42"/>
                      </a:lnTo>
                      <a:lnTo>
                        <a:pt x="4" y="42"/>
                      </a:lnTo>
                      <a:lnTo>
                        <a:pt x="6" y="44"/>
                      </a:lnTo>
                      <a:lnTo>
                        <a:pt x="8" y="44"/>
                      </a:lnTo>
                      <a:lnTo>
                        <a:pt x="10" y="44"/>
                      </a:lnTo>
                      <a:lnTo>
                        <a:pt x="12" y="44"/>
                      </a:lnTo>
                      <a:lnTo>
                        <a:pt x="12" y="40"/>
                      </a:lnTo>
                      <a:lnTo>
                        <a:pt x="14" y="38"/>
                      </a:lnTo>
                      <a:lnTo>
                        <a:pt x="16" y="38"/>
                      </a:lnTo>
                      <a:lnTo>
                        <a:pt x="18" y="36"/>
                      </a:lnTo>
                      <a:lnTo>
                        <a:pt x="20" y="38"/>
                      </a:lnTo>
                      <a:lnTo>
                        <a:pt x="22" y="40"/>
                      </a:lnTo>
                      <a:lnTo>
                        <a:pt x="26" y="42"/>
                      </a:lnTo>
                      <a:lnTo>
                        <a:pt x="30" y="44"/>
                      </a:lnTo>
                      <a:lnTo>
                        <a:pt x="34" y="46"/>
                      </a:lnTo>
                      <a:lnTo>
                        <a:pt x="36" y="46"/>
                      </a:lnTo>
                      <a:lnTo>
                        <a:pt x="38" y="46"/>
                      </a:lnTo>
                      <a:lnTo>
                        <a:pt x="38" y="44"/>
                      </a:lnTo>
                      <a:lnTo>
                        <a:pt x="38" y="38"/>
                      </a:lnTo>
                      <a:lnTo>
                        <a:pt x="36" y="34"/>
                      </a:lnTo>
                      <a:lnTo>
                        <a:pt x="34" y="32"/>
                      </a:lnTo>
                      <a:lnTo>
                        <a:pt x="34" y="30"/>
                      </a:lnTo>
                      <a:lnTo>
                        <a:pt x="32" y="28"/>
                      </a:lnTo>
                      <a:lnTo>
                        <a:pt x="32" y="28"/>
                      </a:lnTo>
                      <a:lnTo>
                        <a:pt x="32" y="26"/>
                      </a:lnTo>
                      <a:lnTo>
                        <a:pt x="30" y="24"/>
                      </a:lnTo>
                      <a:lnTo>
                        <a:pt x="28" y="24"/>
                      </a:lnTo>
                      <a:lnTo>
                        <a:pt x="26" y="24"/>
                      </a:lnTo>
                      <a:lnTo>
                        <a:pt x="24" y="24"/>
                      </a:lnTo>
                      <a:lnTo>
                        <a:pt x="20" y="22"/>
                      </a:lnTo>
                      <a:lnTo>
                        <a:pt x="18" y="20"/>
                      </a:lnTo>
                      <a:lnTo>
                        <a:pt x="16" y="18"/>
                      </a:lnTo>
                      <a:lnTo>
                        <a:pt x="14" y="16"/>
                      </a:lnTo>
                      <a:lnTo>
                        <a:pt x="14" y="16"/>
                      </a:lnTo>
                      <a:lnTo>
                        <a:pt x="16" y="14"/>
                      </a:lnTo>
                      <a:lnTo>
                        <a:pt x="28" y="14"/>
                      </a:lnTo>
                      <a:lnTo>
                        <a:pt x="28" y="4"/>
                      </a:lnTo>
                      <a:lnTo>
                        <a:pt x="26" y="6"/>
                      </a:lnTo>
                      <a:lnTo>
                        <a:pt x="24" y="6"/>
                      </a:lnTo>
                      <a:lnTo>
                        <a:pt x="20" y="6"/>
                      </a:lnTo>
                      <a:lnTo>
                        <a:pt x="16" y="4"/>
                      </a:lnTo>
                      <a:lnTo>
                        <a:pt x="12" y="4"/>
                      </a:lnTo>
                      <a:lnTo>
                        <a:pt x="10"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4" name="Freeform 532">
                  <a:extLst>
                    <a:ext uri="{FF2B5EF4-FFF2-40B4-BE49-F238E27FC236}">
                      <a16:creationId xmlns:a16="http://schemas.microsoft.com/office/drawing/2014/main" id="{CCE17D54-868B-F190-1BE6-F1C03E37E918}"/>
                    </a:ext>
                  </a:extLst>
                </p:cNvPr>
                <p:cNvSpPr/>
                <p:nvPr/>
              </p:nvSpPr>
              <p:spPr bwMode="gray">
                <a:xfrm>
                  <a:off x="7385398" y="2186075"/>
                  <a:ext cx="514688" cy="592048"/>
                </a:xfrm>
                <a:custGeom>
                  <a:avLst/>
                  <a:gdLst>
                    <a:gd name="T0" fmla="*/ 94 w 278"/>
                    <a:gd name="T1" fmla="*/ 122 h 320"/>
                    <a:gd name="T2" fmla="*/ 110 w 278"/>
                    <a:gd name="T3" fmla="*/ 128 h 320"/>
                    <a:gd name="T4" fmla="*/ 138 w 278"/>
                    <a:gd name="T5" fmla="*/ 144 h 320"/>
                    <a:gd name="T6" fmla="*/ 146 w 278"/>
                    <a:gd name="T7" fmla="*/ 148 h 320"/>
                    <a:gd name="T8" fmla="*/ 156 w 278"/>
                    <a:gd name="T9" fmla="*/ 182 h 320"/>
                    <a:gd name="T10" fmla="*/ 148 w 278"/>
                    <a:gd name="T11" fmla="*/ 224 h 320"/>
                    <a:gd name="T12" fmla="*/ 132 w 278"/>
                    <a:gd name="T13" fmla="*/ 238 h 320"/>
                    <a:gd name="T14" fmla="*/ 118 w 278"/>
                    <a:gd name="T15" fmla="*/ 238 h 320"/>
                    <a:gd name="T16" fmla="*/ 110 w 278"/>
                    <a:gd name="T17" fmla="*/ 254 h 320"/>
                    <a:gd name="T18" fmla="*/ 134 w 278"/>
                    <a:gd name="T19" fmla="*/ 266 h 320"/>
                    <a:gd name="T20" fmla="*/ 146 w 278"/>
                    <a:gd name="T21" fmla="*/ 258 h 320"/>
                    <a:gd name="T22" fmla="*/ 174 w 278"/>
                    <a:gd name="T23" fmla="*/ 282 h 320"/>
                    <a:gd name="T24" fmla="*/ 192 w 278"/>
                    <a:gd name="T25" fmla="*/ 300 h 320"/>
                    <a:gd name="T26" fmla="*/ 208 w 278"/>
                    <a:gd name="T27" fmla="*/ 312 h 320"/>
                    <a:gd name="T28" fmla="*/ 222 w 278"/>
                    <a:gd name="T29" fmla="*/ 318 h 320"/>
                    <a:gd name="T30" fmla="*/ 216 w 278"/>
                    <a:gd name="T31" fmla="*/ 298 h 320"/>
                    <a:gd name="T32" fmla="*/ 204 w 278"/>
                    <a:gd name="T33" fmla="*/ 286 h 320"/>
                    <a:gd name="T34" fmla="*/ 218 w 278"/>
                    <a:gd name="T35" fmla="*/ 288 h 320"/>
                    <a:gd name="T36" fmla="*/ 238 w 278"/>
                    <a:gd name="T37" fmla="*/ 304 h 320"/>
                    <a:gd name="T38" fmla="*/ 246 w 278"/>
                    <a:gd name="T39" fmla="*/ 302 h 320"/>
                    <a:gd name="T40" fmla="*/ 246 w 278"/>
                    <a:gd name="T41" fmla="*/ 278 h 320"/>
                    <a:gd name="T42" fmla="*/ 230 w 278"/>
                    <a:gd name="T43" fmla="*/ 262 h 320"/>
                    <a:gd name="T44" fmla="*/ 218 w 278"/>
                    <a:gd name="T45" fmla="*/ 252 h 320"/>
                    <a:gd name="T46" fmla="*/ 210 w 278"/>
                    <a:gd name="T47" fmla="*/ 242 h 320"/>
                    <a:gd name="T48" fmla="*/ 206 w 278"/>
                    <a:gd name="T49" fmla="*/ 220 h 320"/>
                    <a:gd name="T50" fmla="*/ 214 w 278"/>
                    <a:gd name="T51" fmla="*/ 208 h 320"/>
                    <a:gd name="T52" fmla="*/ 224 w 278"/>
                    <a:gd name="T53" fmla="*/ 228 h 320"/>
                    <a:gd name="T54" fmla="*/ 232 w 278"/>
                    <a:gd name="T55" fmla="*/ 246 h 320"/>
                    <a:gd name="T56" fmla="*/ 242 w 278"/>
                    <a:gd name="T57" fmla="*/ 248 h 320"/>
                    <a:gd name="T58" fmla="*/ 260 w 278"/>
                    <a:gd name="T59" fmla="*/ 236 h 320"/>
                    <a:gd name="T60" fmla="*/ 274 w 278"/>
                    <a:gd name="T61" fmla="*/ 232 h 320"/>
                    <a:gd name="T62" fmla="*/ 272 w 278"/>
                    <a:gd name="T63" fmla="*/ 220 h 320"/>
                    <a:gd name="T64" fmla="*/ 276 w 278"/>
                    <a:gd name="T65" fmla="*/ 212 h 320"/>
                    <a:gd name="T66" fmla="*/ 270 w 278"/>
                    <a:gd name="T67" fmla="*/ 202 h 320"/>
                    <a:gd name="T68" fmla="*/ 260 w 278"/>
                    <a:gd name="T69" fmla="*/ 200 h 320"/>
                    <a:gd name="T70" fmla="*/ 254 w 278"/>
                    <a:gd name="T71" fmla="*/ 196 h 320"/>
                    <a:gd name="T72" fmla="*/ 216 w 278"/>
                    <a:gd name="T73" fmla="*/ 166 h 320"/>
                    <a:gd name="T74" fmla="*/ 206 w 278"/>
                    <a:gd name="T75" fmla="*/ 168 h 320"/>
                    <a:gd name="T76" fmla="*/ 210 w 278"/>
                    <a:gd name="T77" fmla="*/ 152 h 320"/>
                    <a:gd name="T78" fmla="*/ 222 w 278"/>
                    <a:gd name="T79" fmla="*/ 140 h 320"/>
                    <a:gd name="T80" fmla="*/ 218 w 278"/>
                    <a:gd name="T81" fmla="*/ 126 h 320"/>
                    <a:gd name="T82" fmla="*/ 208 w 278"/>
                    <a:gd name="T83" fmla="*/ 116 h 320"/>
                    <a:gd name="T84" fmla="*/ 196 w 278"/>
                    <a:gd name="T85" fmla="*/ 96 h 320"/>
                    <a:gd name="T86" fmla="*/ 186 w 278"/>
                    <a:gd name="T87" fmla="*/ 94 h 320"/>
                    <a:gd name="T88" fmla="*/ 176 w 278"/>
                    <a:gd name="T89" fmla="*/ 94 h 320"/>
                    <a:gd name="T90" fmla="*/ 180 w 278"/>
                    <a:gd name="T91" fmla="*/ 82 h 320"/>
                    <a:gd name="T92" fmla="*/ 168 w 278"/>
                    <a:gd name="T93" fmla="*/ 78 h 320"/>
                    <a:gd name="T94" fmla="*/ 150 w 278"/>
                    <a:gd name="T95" fmla="*/ 58 h 320"/>
                    <a:gd name="T96" fmla="*/ 108 w 278"/>
                    <a:gd name="T97" fmla="*/ 48 h 320"/>
                    <a:gd name="T98" fmla="*/ 78 w 278"/>
                    <a:gd name="T99" fmla="*/ 44 h 320"/>
                    <a:gd name="T100" fmla="*/ 84 w 278"/>
                    <a:gd name="T101" fmla="*/ 24 h 320"/>
                    <a:gd name="T102" fmla="*/ 80 w 278"/>
                    <a:gd name="T103" fmla="*/ 4 h 320"/>
                    <a:gd name="T104" fmla="*/ 60 w 278"/>
                    <a:gd name="T105" fmla="*/ 16 h 320"/>
                    <a:gd name="T106" fmla="*/ 72 w 278"/>
                    <a:gd name="T107" fmla="*/ 78 h 320"/>
                    <a:gd name="T108" fmla="*/ 72 w 278"/>
                    <a:gd name="T109" fmla="*/ 92 h 320"/>
                    <a:gd name="T110" fmla="*/ 44 w 278"/>
                    <a:gd name="T111" fmla="*/ 38 h 320"/>
                    <a:gd name="T112" fmla="*/ 40 w 278"/>
                    <a:gd name="T113" fmla="*/ 0 h 320"/>
                    <a:gd name="T114" fmla="*/ 2 w 278"/>
                    <a:gd name="T115" fmla="*/ 56 h 320"/>
                    <a:gd name="T116" fmla="*/ 4 w 278"/>
                    <a:gd name="T117" fmla="*/ 68 h 320"/>
                    <a:gd name="T118" fmla="*/ 22 w 278"/>
                    <a:gd name="T119" fmla="*/ 108 h 320"/>
                    <a:gd name="T120" fmla="*/ 36 w 278"/>
                    <a:gd name="T121" fmla="*/ 11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8" h="320">
                      <a:moveTo>
                        <a:pt x="80" y="124"/>
                      </a:moveTo>
                      <a:lnTo>
                        <a:pt x="92" y="126"/>
                      </a:lnTo>
                      <a:lnTo>
                        <a:pt x="92" y="124"/>
                      </a:lnTo>
                      <a:lnTo>
                        <a:pt x="92" y="124"/>
                      </a:lnTo>
                      <a:lnTo>
                        <a:pt x="92" y="122"/>
                      </a:lnTo>
                      <a:lnTo>
                        <a:pt x="94" y="122"/>
                      </a:lnTo>
                      <a:lnTo>
                        <a:pt x="94" y="122"/>
                      </a:lnTo>
                      <a:lnTo>
                        <a:pt x="98" y="124"/>
                      </a:lnTo>
                      <a:lnTo>
                        <a:pt x="98" y="124"/>
                      </a:lnTo>
                      <a:lnTo>
                        <a:pt x="102" y="126"/>
                      </a:lnTo>
                      <a:lnTo>
                        <a:pt x="106" y="128"/>
                      </a:lnTo>
                      <a:lnTo>
                        <a:pt x="110" y="128"/>
                      </a:lnTo>
                      <a:lnTo>
                        <a:pt x="116" y="130"/>
                      </a:lnTo>
                      <a:lnTo>
                        <a:pt x="134" y="138"/>
                      </a:lnTo>
                      <a:lnTo>
                        <a:pt x="136" y="140"/>
                      </a:lnTo>
                      <a:lnTo>
                        <a:pt x="136" y="140"/>
                      </a:lnTo>
                      <a:lnTo>
                        <a:pt x="138" y="142"/>
                      </a:lnTo>
                      <a:lnTo>
                        <a:pt x="138" y="144"/>
                      </a:lnTo>
                      <a:lnTo>
                        <a:pt x="138" y="146"/>
                      </a:lnTo>
                      <a:lnTo>
                        <a:pt x="136" y="150"/>
                      </a:lnTo>
                      <a:lnTo>
                        <a:pt x="136" y="148"/>
                      </a:lnTo>
                      <a:lnTo>
                        <a:pt x="138" y="148"/>
                      </a:lnTo>
                      <a:lnTo>
                        <a:pt x="142" y="148"/>
                      </a:lnTo>
                      <a:lnTo>
                        <a:pt x="146" y="148"/>
                      </a:lnTo>
                      <a:lnTo>
                        <a:pt x="148" y="150"/>
                      </a:lnTo>
                      <a:lnTo>
                        <a:pt x="152" y="152"/>
                      </a:lnTo>
                      <a:lnTo>
                        <a:pt x="152" y="156"/>
                      </a:lnTo>
                      <a:lnTo>
                        <a:pt x="154" y="160"/>
                      </a:lnTo>
                      <a:lnTo>
                        <a:pt x="156" y="170"/>
                      </a:lnTo>
                      <a:lnTo>
                        <a:pt x="156" y="182"/>
                      </a:lnTo>
                      <a:lnTo>
                        <a:pt x="156" y="196"/>
                      </a:lnTo>
                      <a:lnTo>
                        <a:pt x="150" y="210"/>
                      </a:lnTo>
                      <a:lnTo>
                        <a:pt x="150" y="210"/>
                      </a:lnTo>
                      <a:lnTo>
                        <a:pt x="150" y="214"/>
                      </a:lnTo>
                      <a:lnTo>
                        <a:pt x="150" y="218"/>
                      </a:lnTo>
                      <a:lnTo>
                        <a:pt x="148" y="224"/>
                      </a:lnTo>
                      <a:lnTo>
                        <a:pt x="146" y="230"/>
                      </a:lnTo>
                      <a:lnTo>
                        <a:pt x="140" y="234"/>
                      </a:lnTo>
                      <a:lnTo>
                        <a:pt x="140" y="236"/>
                      </a:lnTo>
                      <a:lnTo>
                        <a:pt x="138" y="236"/>
                      </a:lnTo>
                      <a:lnTo>
                        <a:pt x="136" y="238"/>
                      </a:lnTo>
                      <a:lnTo>
                        <a:pt x="132" y="238"/>
                      </a:lnTo>
                      <a:lnTo>
                        <a:pt x="128" y="238"/>
                      </a:lnTo>
                      <a:lnTo>
                        <a:pt x="126" y="238"/>
                      </a:lnTo>
                      <a:lnTo>
                        <a:pt x="124" y="238"/>
                      </a:lnTo>
                      <a:lnTo>
                        <a:pt x="124" y="236"/>
                      </a:lnTo>
                      <a:lnTo>
                        <a:pt x="120" y="236"/>
                      </a:lnTo>
                      <a:lnTo>
                        <a:pt x="118" y="238"/>
                      </a:lnTo>
                      <a:lnTo>
                        <a:pt x="116" y="240"/>
                      </a:lnTo>
                      <a:lnTo>
                        <a:pt x="112" y="244"/>
                      </a:lnTo>
                      <a:lnTo>
                        <a:pt x="110" y="250"/>
                      </a:lnTo>
                      <a:lnTo>
                        <a:pt x="110" y="250"/>
                      </a:lnTo>
                      <a:lnTo>
                        <a:pt x="110" y="252"/>
                      </a:lnTo>
                      <a:lnTo>
                        <a:pt x="110" y="254"/>
                      </a:lnTo>
                      <a:lnTo>
                        <a:pt x="112" y="256"/>
                      </a:lnTo>
                      <a:lnTo>
                        <a:pt x="114" y="260"/>
                      </a:lnTo>
                      <a:lnTo>
                        <a:pt x="116" y="262"/>
                      </a:lnTo>
                      <a:lnTo>
                        <a:pt x="122" y="264"/>
                      </a:lnTo>
                      <a:lnTo>
                        <a:pt x="126" y="266"/>
                      </a:lnTo>
                      <a:lnTo>
                        <a:pt x="134" y="266"/>
                      </a:lnTo>
                      <a:lnTo>
                        <a:pt x="136" y="266"/>
                      </a:lnTo>
                      <a:lnTo>
                        <a:pt x="138" y="264"/>
                      </a:lnTo>
                      <a:lnTo>
                        <a:pt x="140" y="262"/>
                      </a:lnTo>
                      <a:lnTo>
                        <a:pt x="144" y="262"/>
                      </a:lnTo>
                      <a:lnTo>
                        <a:pt x="146" y="260"/>
                      </a:lnTo>
                      <a:lnTo>
                        <a:pt x="146" y="258"/>
                      </a:lnTo>
                      <a:lnTo>
                        <a:pt x="144" y="256"/>
                      </a:lnTo>
                      <a:lnTo>
                        <a:pt x="162" y="274"/>
                      </a:lnTo>
                      <a:lnTo>
                        <a:pt x="174" y="276"/>
                      </a:lnTo>
                      <a:lnTo>
                        <a:pt x="174" y="276"/>
                      </a:lnTo>
                      <a:lnTo>
                        <a:pt x="174" y="278"/>
                      </a:lnTo>
                      <a:lnTo>
                        <a:pt x="174" y="282"/>
                      </a:lnTo>
                      <a:lnTo>
                        <a:pt x="174" y="284"/>
                      </a:lnTo>
                      <a:lnTo>
                        <a:pt x="176" y="288"/>
                      </a:lnTo>
                      <a:lnTo>
                        <a:pt x="180" y="292"/>
                      </a:lnTo>
                      <a:lnTo>
                        <a:pt x="184" y="296"/>
                      </a:lnTo>
                      <a:lnTo>
                        <a:pt x="192" y="298"/>
                      </a:lnTo>
                      <a:lnTo>
                        <a:pt x="192" y="300"/>
                      </a:lnTo>
                      <a:lnTo>
                        <a:pt x="196" y="300"/>
                      </a:lnTo>
                      <a:lnTo>
                        <a:pt x="200" y="302"/>
                      </a:lnTo>
                      <a:lnTo>
                        <a:pt x="202" y="306"/>
                      </a:lnTo>
                      <a:lnTo>
                        <a:pt x="206" y="310"/>
                      </a:lnTo>
                      <a:lnTo>
                        <a:pt x="206" y="312"/>
                      </a:lnTo>
                      <a:lnTo>
                        <a:pt x="208" y="312"/>
                      </a:lnTo>
                      <a:lnTo>
                        <a:pt x="210" y="314"/>
                      </a:lnTo>
                      <a:lnTo>
                        <a:pt x="212" y="316"/>
                      </a:lnTo>
                      <a:lnTo>
                        <a:pt x="214" y="318"/>
                      </a:lnTo>
                      <a:lnTo>
                        <a:pt x="218" y="320"/>
                      </a:lnTo>
                      <a:lnTo>
                        <a:pt x="220" y="320"/>
                      </a:lnTo>
                      <a:lnTo>
                        <a:pt x="222" y="318"/>
                      </a:lnTo>
                      <a:lnTo>
                        <a:pt x="222" y="316"/>
                      </a:lnTo>
                      <a:lnTo>
                        <a:pt x="222" y="310"/>
                      </a:lnTo>
                      <a:lnTo>
                        <a:pt x="222" y="310"/>
                      </a:lnTo>
                      <a:lnTo>
                        <a:pt x="220" y="306"/>
                      </a:lnTo>
                      <a:lnTo>
                        <a:pt x="218" y="302"/>
                      </a:lnTo>
                      <a:lnTo>
                        <a:pt x="216" y="298"/>
                      </a:lnTo>
                      <a:lnTo>
                        <a:pt x="212" y="294"/>
                      </a:lnTo>
                      <a:lnTo>
                        <a:pt x="210" y="290"/>
                      </a:lnTo>
                      <a:lnTo>
                        <a:pt x="206" y="290"/>
                      </a:lnTo>
                      <a:lnTo>
                        <a:pt x="206" y="288"/>
                      </a:lnTo>
                      <a:lnTo>
                        <a:pt x="206" y="288"/>
                      </a:lnTo>
                      <a:lnTo>
                        <a:pt x="204" y="286"/>
                      </a:lnTo>
                      <a:lnTo>
                        <a:pt x="204" y="286"/>
                      </a:lnTo>
                      <a:lnTo>
                        <a:pt x="206" y="284"/>
                      </a:lnTo>
                      <a:lnTo>
                        <a:pt x="208" y="284"/>
                      </a:lnTo>
                      <a:lnTo>
                        <a:pt x="210" y="284"/>
                      </a:lnTo>
                      <a:lnTo>
                        <a:pt x="214" y="286"/>
                      </a:lnTo>
                      <a:lnTo>
                        <a:pt x="218" y="288"/>
                      </a:lnTo>
                      <a:lnTo>
                        <a:pt x="222" y="290"/>
                      </a:lnTo>
                      <a:lnTo>
                        <a:pt x="228" y="292"/>
                      </a:lnTo>
                      <a:lnTo>
                        <a:pt x="232" y="296"/>
                      </a:lnTo>
                      <a:lnTo>
                        <a:pt x="236" y="300"/>
                      </a:lnTo>
                      <a:lnTo>
                        <a:pt x="238" y="304"/>
                      </a:lnTo>
                      <a:lnTo>
                        <a:pt x="238" y="304"/>
                      </a:lnTo>
                      <a:lnTo>
                        <a:pt x="240" y="306"/>
                      </a:lnTo>
                      <a:lnTo>
                        <a:pt x="240" y="308"/>
                      </a:lnTo>
                      <a:lnTo>
                        <a:pt x="242" y="308"/>
                      </a:lnTo>
                      <a:lnTo>
                        <a:pt x="244" y="306"/>
                      </a:lnTo>
                      <a:lnTo>
                        <a:pt x="246" y="304"/>
                      </a:lnTo>
                      <a:lnTo>
                        <a:pt x="246" y="302"/>
                      </a:lnTo>
                      <a:lnTo>
                        <a:pt x="248" y="300"/>
                      </a:lnTo>
                      <a:lnTo>
                        <a:pt x="248" y="296"/>
                      </a:lnTo>
                      <a:lnTo>
                        <a:pt x="250" y="290"/>
                      </a:lnTo>
                      <a:lnTo>
                        <a:pt x="250" y="286"/>
                      </a:lnTo>
                      <a:lnTo>
                        <a:pt x="248" y="282"/>
                      </a:lnTo>
                      <a:lnTo>
                        <a:pt x="246" y="278"/>
                      </a:lnTo>
                      <a:lnTo>
                        <a:pt x="244" y="276"/>
                      </a:lnTo>
                      <a:lnTo>
                        <a:pt x="242" y="274"/>
                      </a:lnTo>
                      <a:lnTo>
                        <a:pt x="240" y="272"/>
                      </a:lnTo>
                      <a:lnTo>
                        <a:pt x="236" y="268"/>
                      </a:lnTo>
                      <a:lnTo>
                        <a:pt x="232" y="264"/>
                      </a:lnTo>
                      <a:lnTo>
                        <a:pt x="230" y="262"/>
                      </a:lnTo>
                      <a:lnTo>
                        <a:pt x="226" y="260"/>
                      </a:lnTo>
                      <a:lnTo>
                        <a:pt x="224" y="258"/>
                      </a:lnTo>
                      <a:lnTo>
                        <a:pt x="224" y="258"/>
                      </a:lnTo>
                      <a:lnTo>
                        <a:pt x="222" y="258"/>
                      </a:lnTo>
                      <a:lnTo>
                        <a:pt x="220" y="256"/>
                      </a:lnTo>
                      <a:lnTo>
                        <a:pt x="218" y="252"/>
                      </a:lnTo>
                      <a:lnTo>
                        <a:pt x="218" y="250"/>
                      </a:lnTo>
                      <a:lnTo>
                        <a:pt x="218" y="250"/>
                      </a:lnTo>
                      <a:lnTo>
                        <a:pt x="216" y="250"/>
                      </a:lnTo>
                      <a:lnTo>
                        <a:pt x="214" y="248"/>
                      </a:lnTo>
                      <a:lnTo>
                        <a:pt x="212" y="246"/>
                      </a:lnTo>
                      <a:lnTo>
                        <a:pt x="210" y="242"/>
                      </a:lnTo>
                      <a:lnTo>
                        <a:pt x="208" y="238"/>
                      </a:lnTo>
                      <a:lnTo>
                        <a:pt x="208" y="230"/>
                      </a:lnTo>
                      <a:lnTo>
                        <a:pt x="208" y="230"/>
                      </a:lnTo>
                      <a:lnTo>
                        <a:pt x="206" y="226"/>
                      </a:lnTo>
                      <a:lnTo>
                        <a:pt x="206" y="224"/>
                      </a:lnTo>
                      <a:lnTo>
                        <a:pt x="206" y="220"/>
                      </a:lnTo>
                      <a:lnTo>
                        <a:pt x="206" y="216"/>
                      </a:lnTo>
                      <a:lnTo>
                        <a:pt x="208" y="212"/>
                      </a:lnTo>
                      <a:lnTo>
                        <a:pt x="210" y="208"/>
                      </a:lnTo>
                      <a:lnTo>
                        <a:pt x="212" y="208"/>
                      </a:lnTo>
                      <a:lnTo>
                        <a:pt x="214" y="208"/>
                      </a:lnTo>
                      <a:lnTo>
                        <a:pt x="214" y="208"/>
                      </a:lnTo>
                      <a:lnTo>
                        <a:pt x="216" y="210"/>
                      </a:lnTo>
                      <a:lnTo>
                        <a:pt x="220" y="212"/>
                      </a:lnTo>
                      <a:lnTo>
                        <a:pt x="222" y="216"/>
                      </a:lnTo>
                      <a:lnTo>
                        <a:pt x="222" y="220"/>
                      </a:lnTo>
                      <a:lnTo>
                        <a:pt x="224" y="226"/>
                      </a:lnTo>
                      <a:lnTo>
                        <a:pt x="224" y="228"/>
                      </a:lnTo>
                      <a:lnTo>
                        <a:pt x="226" y="230"/>
                      </a:lnTo>
                      <a:lnTo>
                        <a:pt x="228" y="234"/>
                      </a:lnTo>
                      <a:lnTo>
                        <a:pt x="230" y="240"/>
                      </a:lnTo>
                      <a:lnTo>
                        <a:pt x="230" y="244"/>
                      </a:lnTo>
                      <a:lnTo>
                        <a:pt x="232" y="246"/>
                      </a:lnTo>
                      <a:lnTo>
                        <a:pt x="232" y="246"/>
                      </a:lnTo>
                      <a:lnTo>
                        <a:pt x="232" y="248"/>
                      </a:lnTo>
                      <a:lnTo>
                        <a:pt x="232" y="248"/>
                      </a:lnTo>
                      <a:lnTo>
                        <a:pt x="234" y="250"/>
                      </a:lnTo>
                      <a:lnTo>
                        <a:pt x="236" y="250"/>
                      </a:lnTo>
                      <a:lnTo>
                        <a:pt x="238" y="250"/>
                      </a:lnTo>
                      <a:lnTo>
                        <a:pt x="242" y="248"/>
                      </a:lnTo>
                      <a:lnTo>
                        <a:pt x="246" y="244"/>
                      </a:lnTo>
                      <a:lnTo>
                        <a:pt x="248" y="244"/>
                      </a:lnTo>
                      <a:lnTo>
                        <a:pt x="250" y="242"/>
                      </a:lnTo>
                      <a:lnTo>
                        <a:pt x="252" y="240"/>
                      </a:lnTo>
                      <a:lnTo>
                        <a:pt x="256" y="238"/>
                      </a:lnTo>
                      <a:lnTo>
                        <a:pt x="260" y="236"/>
                      </a:lnTo>
                      <a:lnTo>
                        <a:pt x="264" y="234"/>
                      </a:lnTo>
                      <a:lnTo>
                        <a:pt x="266" y="234"/>
                      </a:lnTo>
                      <a:lnTo>
                        <a:pt x="268" y="234"/>
                      </a:lnTo>
                      <a:lnTo>
                        <a:pt x="270" y="234"/>
                      </a:lnTo>
                      <a:lnTo>
                        <a:pt x="272" y="234"/>
                      </a:lnTo>
                      <a:lnTo>
                        <a:pt x="274" y="232"/>
                      </a:lnTo>
                      <a:lnTo>
                        <a:pt x="276" y="230"/>
                      </a:lnTo>
                      <a:lnTo>
                        <a:pt x="278" y="228"/>
                      </a:lnTo>
                      <a:lnTo>
                        <a:pt x="276" y="224"/>
                      </a:lnTo>
                      <a:lnTo>
                        <a:pt x="274" y="220"/>
                      </a:lnTo>
                      <a:lnTo>
                        <a:pt x="274" y="220"/>
                      </a:lnTo>
                      <a:lnTo>
                        <a:pt x="272" y="220"/>
                      </a:lnTo>
                      <a:lnTo>
                        <a:pt x="270" y="220"/>
                      </a:lnTo>
                      <a:lnTo>
                        <a:pt x="268" y="218"/>
                      </a:lnTo>
                      <a:lnTo>
                        <a:pt x="266" y="218"/>
                      </a:lnTo>
                      <a:lnTo>
                        <a:pt x="266" y="214"/>
                      </a:lnTo>
                      <a:lnTo>
                        <a:pt x="276" y="212"/>
                      </a:lnTo>
                      <a:lnTo>
                        <a:pt x="276" y="212"/>
                      </a:lnTo>
                      <a:lnTo>
                        <a:pt x="276" y="210"/>
                      </a:lnTo>
                      <a:lnTo>
                        <a:pt x="276" y="208"/>
                      </a:lnTo>
                      <a:lnTo>
                        <a:pt x="274" y="206"/>
                      </a:lnTo>
                      <a:lnTo>
                        <a:pt x="272" y="204"/>
                      </a:lnTo>
                      <a:lnTo>
                        <a:pt x="272" y="204"/>
                      </a:lnTo>
                      <a:lnTo>
                        <a:pt x="270" y="202"/>
                      </a:lnTo>
                      <a:lnTo>
                        <a:pt x="270" y="200"/>
                      </a:lnTo>
                      <a:lnTo>
                        <a:pt x="268" y="198"/>
                      </a:lnTo>
                      <a:lnTo>
                        <a:pt x="266" y="198"/>
                      </a:lnTo>
                      <a:lnTo>
                        <a:pt x="262" y="198"/>
                      </a:lnTo>
                      <a:lnTo>
                        <a:pt x="262" y="200"/>
                      </a:lnTo>
                      <a:lnTo>
                        <a:pt x="260" y="200"/>
                      </a:lnTo>
                      <a:lnTo>
                        <a:pt x="258" y="200"/>
                      </a:lnTo>
                      <a:lnTo>
                        <a:pt x="256" y="202"/>
                      </a:lnTo>
                      <a:lnTo>
                        <a:pt x="254" y="202"/>
                      </a:lnTo>
                      <a:lnTo>
                        <a:pt x="254" y="200"/>
                      </a:lnTo>
                      <a:lnTo>
                        <a:pt x="254" y="198"/>
                      </a:lnTo>
                      <a:lnTo>
                        <a:pt x="254" y="196"/>
                      </a:lnTo>
                      <a:lnTo>
                        <a:pt x="252" y="194"/>
                      </a:lnTo>
                      <a:lnTo>
                        <a:pt x="252" y="190"/>
                      </a:lnTo>
                      <a:lnTo>
                        <a:pt x="248" y="186"/>
                      </a:lnTo>
                      <a:lnTo>
                        <a:pt x="244" y="182"/>
                      </a:lnTo>
                      <a:lnTo>
                        <a:pt x="228" y="176"/>
                      </a:lnTo>
                      <a:lnTo>
                        <a:pt x="216" y="166"/>
                      </a:lnTo>
                      <a:lnTo>
                        <a:pt x="216" y="166"/>
                      </a:lnTo>
                      <a:lnTo>
                        <a:pt x="214" y="166"/>
                      </a:lnTo>
                      <a:lnTo>
                        <a:pt x="212" y="168"/>
                      </a:lnTo>
                      <a:lnTo>
                        <a:pt x="210" y="168"/>
                      </a:lnTo>
                      <a:lnTo>
                        <a:pt x="208" y="168"/>
                      </a:lnTo>
                      <a:lnTo>
                        <a:pt x="206" y="168"/>
                      </a:lnTo>
                      <a:lnTo>
                        <a:pt x="206" y="166"/>
                      </a:lnTo>
                      <a:lnTo>
                        <a:pt x="206" y="162"/>
                      </a:lnTo>
                      <a:lnTo>
                        <a:pt x="206" y="162"/>
                      </a:lnTo>
                      <a:lnTo>
                        <a:pt x="208" y="158"/>
                      </a:lnTo>
                      <a:lnTo>
                        <a:pt x="208" y="156"/>
                      </a:lnTo>
                      <a:lnTo>
                        <a:pt x="210" y="152"/>
                      </a:lnTo>
                      <a:lnTo>
                        <a:pt x="208" y="150"/>
                      </a:lnTo>
                      <a:lnTo>
                        <a:pt x="218" y="148"/>
                      </a:lnTo>
                      <a:lnTo>
                        <a:pt x="220" y="148"/>
                      </a:lnTo>
                      <a:lnTo>
                        <a:pt x="220" y="146"/>
                      </a:lnTo>
                      <a:lnTo>
                        <a:pt x="222" y="144"/>
                      </a:lnTo>
                      <a:lnTo>
                        <a:pt x="222" y="140"/>
                      </a:lnTo>
                      <a:lnTo>
                        <a:pt x="218" y="136"/>
                      </a:lnTo>
                      <a:lnTo>
                        <a:pt x="218" y="136"/>
                      </a:lnTo>
                      <a:lnTo>
                        <a:pt x="218" y="132"/>
                      </a:lnTo>
                      <a:lnTo>
                        <a:pt x="216" y="130"/>
                      </a:lnTo>
                      <a:lnTo>
                        <a:pt x="218" y="126"/>
                      </a:lnTo>
                      <a:lnTo>
                        <a:pt x="218" y="126"/>
                      </a:lnTo>
                      <a:lnTo>
                        <a:pt x="220" y="124"/>
                      </a:lnTo>
                      <a:lnTo>
                        <a:pt x="220" y="122"/>
                      </a:lnTo>
                      <a:lnTo>
                        <a:pt x="218" y="120"/>
                      </a:lnTo>
                      <a:lnTo>
                        <a:pt x="218" y="118"/>
                      </a:lnTo>
                      <a:lnTo>
                        <a:pt x="214" y="116"/>
                      </a:lnTo>
                      <a:lnTo>
                        <a:pt x="208" y="116"/>
                      </a:lnTo>
                      <a:lnTo>
                        <a:pt x="208" y="104"/>
                      </a:lnTo>
                      <a:lnTo>
                        <a:pt x="206" y="104"/>
                      </a:lnTo>
                      <a:lnTo>
                        <a:pt x="204" y="102"/>
                      </a:lnTo>
                      <a:lnTo>
                        <a:pt x="200" y="102"/>
                      </a:lnTo>
                      <a:lnTo>
                        <a:pt x="196" y="98"/>
                      </a:lnTo>
                      <a:lnTo>
                        <a:pt x="196" y="96"/>
                      </a:lnTo>
                      <a:lnTo>
                        <a:pt x="196" y="96"/>
                      </a:lnTo>
                      <a:lnTo>
                        <a:pt x="194" y="94"/>
                      </a:lnTo>
                      <a:lnTo>
                        <a:pt x="192" y="92"/>
                      </a:lnTo>
                      <a:lnTo>
                        <a:pt x="190" y="92"/>
                      </a:lnTo>
                      <a:lnTo>
                        <a:pt x="186" y="94"/>
                      </a:lnTo>
                      <a:lnTo>
                        <a:pt x="186" y="94"/>
                      </a:lnTo>
                      <a:lnTo>
                        <a:pt x="184" y="94"/>
                      </a:lnTo>
                      <a:lnTo>
                        <a:pt x="182" y="96"/>
                      </a:lnTo>
                      <a:lnTo>
                        <a:pt x="180" y="96"/>
                      </a:lnTo>
                      <a:lnTo>
                        <a:pt x="178" y="96"/>
                      </a:lnTo>
                      <a:lnTo>
                        <a:pt x="176" y="96"/>
                      </a:lnTo>
                      <a:lnTo>
                        <a:pt x="176" y="94"/>
                      </a:lnTo>
                      <a:lnTo>
                        <a:pt x="178" y="90"/>
                      </a:lnTo>
                      <a:lnTo>
                        <a:pt x="178" y="90"/>
                      </a:lnTo>
                      <a:lnTo>
                        <a:pt x="178" y="88"/>
                      </a:lnTo>
                      <a:lnTo>
                        <a:pt x="180" y="86"/>
                      </a:lnTo>
                      <a:lnTo>
                        <a:pt x="180" y="84"/>
                      </a:lnTo>
                      <a:lnTo>
                        <a:pt x="180" y="82"/>
                      </a:lnTo>
                      <a:lnTo>
                        <a:pt x="178" y="78"/>
                      </a:lnTo>
                      <a:lnTo>
                        <a:pt x="176" y="78"/>
                      </a:lnTo>
                      <a:lnTo>
                        <a:pt x="172" y="76"/>
                      </a:lnTo>
                      <a:lnTo>
                        <a:pt x="172" y="76"/>
                      </a:lnTo>
                      <a:lnTo>
                        <a:pt x="170" y="78"/>
                      </a:lnTo>
                      <a:lnTo>
                        <a:pt x="168" y="78"/>
                      </a:lnTo>
                      <a:lnTo>
                        <a:pt x="166" y="78"/>
                      </a:lnTo>
                      <a:lnTo>
                        <a:pt x="164" y="76"/>
                      </a:lnTo>
                      <a:lnTo>
                        <a:pt x="160" y="74"/>
                      </a:lnTo>
                      <a:lnTo>
                        <a:pt x="156" y="70"/>
                      </a:lnTo>
                      <a:lnTo>
                        <a:pt x="152" y="62"/>
                      </a:lnTo>
                      <a:lnTo>
                        <a:pt x="150" y="58"/>
                      </a:lnTo>
                      <a:lnTo>
                        <a:pt x="144" y="54"/>
                      </a:lnTo>
                      <a:lnTo>
                        <a:pt x="132" y="48"/>
                      </a:lnTo>
                      <a:lnTo>
                        <a:pt x="114" y="46"/>
                      </a:lnTo>
                      <a:lnTo>
                        <a:pt x="114" y="46"/>
                      </a:lnTo>
                      <a:lnTo>
                        <a:pt x="112" y="46"/>
                      </a:lnTo>
                      <a:lnTo>
                        <a:pt x="108" y="48"/>
                      </a:lnTo>
                      <a:lnTo>
                        <a:pt x="106" y="48"/>
                      </a:lnTo>
                      <a:lnTo>
                        <a:pt x="102" y="48"/>
                      </a:lnTo>
                      <a:lnTo>
                        <a:pt x="98" y="48"/>
                      </a:lnTo>
                      <a:lnTo>
                        <a:pt x="96" y="44"/>
                      </a:lnTo>
                      <a:lnTo>
                        <a:pt x="94" y="38"/>
                      </a:lnTo>
                      <a:lnTo>
                        <a:pt x="78" y="44"/>
                      </a:lnTo>
                      <a:lnTo>
                        <a:pt x="78" y="42"/>
                      </a:lnTo>
                      <a:lnTo>
                        <a:pt x="80" y="40"/>
                      </a:lnTo>
                      <a:lnTo>
                        <a:pt x="82" y="34"/>
                      </a:lnTo>
                      <a:lnTo>
                        <a:pt x="82" y="28"/>
                      </a:lnTo>
                      <a:lnTo>
                        <a:pt x="82" y="26"/>
                      </a:lnTo>
                      <a:lnTo>
                        <a:pt x="84" y="24"/>
                      </a:lnTo>
                      <a:lnTo>
                        <a:pt x="84" y="20"/>
                      </a:lnTo>
                      <a:lnTo>
                        <a:pt x="84" y="16"/>
                      </a:lnTo>
                      <a:lnTo>
                        <a:pt x="86" y="12"/>
                      </a:lnTo>
                      <a:lnTo>
                        <a:pt x="84" y="8"/>
                      </a:lnTo>
                      <a:lnTo>
                        <a:pt x="82" y="6"/>
                      </a:lnTo>
                      <a:lnTo>
                        <a:pt x="80" y="4"/>
                      </a:lnTo>
                      <a:lnTo>
                        <a:pt x="78" y="4"/>
                      </a:lnTo>
                      <a:lnTo>
                        <a:pt x="76" y="4"/>
                      </a:lnTo>
                      <a:lnTo>
                        <a:pt x="72" y="6"/>
                      </a:lnTo>
                      <a:lnTo>
                        <a:pt x="68" y="8"/>
                      </a:lnTo>
                      <a:lnTo>
                        <a:pt x="64" y="12"/>
                      </a:lnTo>
                      <a:lnTo>
                        <a:pt x="60" y="16"/>
                      </a:lnTo>
                      <a:lnTo>
                        <a:pt x="56" y="24"/>
                      </a:lnTo>
                      <a:lnTo>
                        <a:pt x="56" y="28"/>
                      </a:lnTo>
                      <a:lnTo>
                        <a:pt x="54" y="36"/>
                      </a:lnTo>
                      <a:lnTo>
                        <a:pt x="54" y="46"/>
                      </a:lnTo>
                      <a:lnTo>
                        <a:pt x="56" y="58"/>
                      </a:lnTo>
                      <a:lnTo>
                        <a:pt x="72" y="78"/>
                      </a:lnTo>
                      <a:lnTo>
                        <a:pt x="72" y="78"/>
                      </a:lnTo>
                      <a:lnTo>
                        <a:pt x="72" y="80"/>
                      </a:lnTo>
                      <a:lnTo>
                        <a:pt x="72" y="84"/>
                      </a:lnTo>
                      <a:lnTo>
                        <a:pt x="72" y="86"/>
                      </a:lnTo>
                      <a:lnTo>
                        <a:pt x="72" y="90"/>
                      </a:lnTo>
                      <a:lnTo>
                        <a:pt x="72" y="92"/>
                      </a:lnTo>
                      <a:lnTo>
                        <a:pt x="70" y="92"/>
                      </a:lnTo>
                      <a:lnTo>
                        <a:pt x="68" y="90"/>
                      </a:lnTo>
                      <a:lnTo>
                        <a:pt x="64" y="86"/>
                      </a:lnTo>
                      <a:lnTo>
                        <a:pt x="56" y="76"/>
                      </a:lnTo>
                      <a:lnTo>
                        <a:pt x="48" y="60"/>
                      </a:lnTo>
                      <a:lnTo>
                        <a:pt x="44" y="38"/>
                      </a:lnTo>
                      <a:lnTo>
                        <a:pt x="44" y="32"/>
                      </a:lnTo>
                      <a:lnTo>
                        <a:pt x="46" y="20"/>
                      </a:lnTo>
                      <a:lnTo>
                        <a:pt x="52" y="4"/>
                      </a:lnTo>
                      <a:lnTo>
                        <a:pt x="52" y="2"/>
                      </a:lnTo>
                      <a:lnTo>
                        <a:pt x="48" y="0"/>
                      </a:lnTo>
                      <a:lnTo>
                        <a:pt x="40" y="0"/>
                      </a:lnTo>
                      <a:lnTo>
                        <a:pt x="32" y="4"/>
                      </a:lnTo>
                      <a:lnTo>
                        <a:pt x="18" y="14"/>
                      </a:lnTo>
                      <a:lnTo>
                        <a:pt x="16" y="18"/>
                      </a:lnTo>
                      <a:lnTo>
                        <a:pt x="10" y="30"/>
                      </a:lnTo>
                      <a:lnTo>
                        <a:pt x="4" y="42"/>
                      </a:lnTo>
                      <a:lnTo>
                        <a:pt x="2" y="56"/>
                      </a:lnTo>
                      <a:lnTo>
                        <a:pt x="2" y="56"/>
                      </a:lnTo>
                      <a:lnTo>
                        <a:pt x="2" y="58"/>
                      </a:lnTo>
                      <a:lnTo>
                        <a:pt x="0" y="58"/>
                      </a:lnTo>
                      <a:lnTo>
                        <a:pt x="0" y="60"/>
                      </a:lnTo>
                      <a:lnTo>
                        <a:pt x="2" y="64"/>
                      </a:lnTo>
                      <a:lnTo>
                        <a:pt x="4" y="68"/>
                      </a:lnTo>
                      <a:lnTo>
                        <a:pt x="6" y="72"/>
                      </a:lnTo>
                      <a:lnTo>
                        <a:pt x="12" y="80"/>
                      </a:lnTo>
                      <a:lnTo>
                        <a:pt x="18" y="88"/>
                      </a:lnTo>
                      <a:lnTo>
                        <a:pt x="22" y="98"/>
                      </a:lnTo>
                      <a:lnTo>
                        <a:pt x="24" y="104"/>
                      </a:lnTo>
                      <a:lnTo>
                        <a:pt x="22" y="108"/>
                      </a:lnTo>
                      <a:lnTo>
                        <a:pt x="26" y="112"/>
                      </a:lnTo>
                      <a:lnTo>
                        <a:pt x="26" y="112"/>
                      </a:lnTo>
                      <a:lnTo>
                        <a:pt x="28" y="110"/>
                      </a:lnTo>
                      <a:lnTo>
                        <a:pt x="30" y="108"/>
                      </a:lnTo>
                      <a:lnTo>
                        <a:pt x="32" y="108"/>
                      </a:lnTo>
                      <a:lnTo>
                        <a:pt x="36" y="110"/>
                      </a:lnTo>
                      <a:lnTo>
                        <a:pt x="40" y="112"/>
                      </a:lnTo>
                      <a:lnTo>
                        <a:pt x="48" y="118"/>
                      </a:lnTo>
                      <a:lnTo>
                        <a:pt x="62" y="122"/>
                      </a:lnTo>
                      <a:lnTo>
                        <a:pt x="80" y="124"/>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5" name="Freeform 533">
                  <a:extLst>
                    <a:ext uri="{FF2B5EF4-FFF2-40B4-BE49-F238E27FC236}">
                      <a16:creationId xmlns:a16="http://schemas.microsoft.com/office/drawing/2014/main" id="{646825AC-98B2-D7DD-2CD7-3A8AD08D98EA}"/>
                    </a:ext>
                  </a:extLst>
                </p:cNvPr>
                <p:cNvSpPr/>
                <p:nvPr/>
              </p:nvSpPr>
              <p:spPr bwMode="gray">
                <a:xfrm>
                  <a:off x="7266909" y="2626411"/>
                  <a:ext cx="148112" cy="107309"/>
                </a:xfrm>
                <a:custGeom>
                  <a:avLst/>
                  <a:gdLst>
                    <a:gd name="T0" fmla="*/ 6 w 80"/>
                    <a:gd name="T1" fmla="*/ 36 h 58"/>
                    <a:gd name="T2" fmla="*/ 0 w 80"/>
                    <a:gd name="T3" fmla="*/ 46 h 58"/>
                    <a:gd name="T4" fmla="*/ 2 w 80"/>
                    <a:gd name="T5" fmla="*/ 46 h 58"/>
                    <a:gd name="T6" fmla="*/ 4 w 80"/>
                    <a:gd name="T7" fmla="*/ 44 h 58"/>
                    <a:gd name="T8" fmla="*/ 6 w 80"/>
                    <a:gd name="T9" fmla="*/ 44 h 58"/>
                    <a:gd name="T10" fmla="*/ 10 w 80"/>
                    <a:gd name="T11" fmla="*/ 44 h 58"/>
                    <a:gd name="T12" fmla="*/ 12 w 80"/>
                    <a:gd name="T13" fmla="*/ 44 h 58"/>
                    <a:gd name="T14" fmla="*/ 14 w 80"/>
                    <a:gd name="T15" fmla="*/ 46 h 58"/>
                    <a:gd name="T16" fmla="*/ 16 w 80"/>
                    <a:gd name="T17" fmla="*/ 48 h 58"/>
                    <a:gd name="T18" fmla="*/ 16 w 80"/>
                    <a:gd name="T19" fmla="*/ 50 h 58"/>
                    <a:gd name="T20" fmla="*/ 16 w 80"/>
                    <a:gd name="T21" fmla="*/ 52 h 58"/>
                    <a:gd name="T22" fmla="*/ 18 w 80"/>
                    <a:gd name="T23" fmla="*/ 54 h 58"/>
                    <a:gd name="T24" fmla="*/ 20 w 80"/>
                    <a:gd name="T25" fmla="*/ 56 h 58"/>
                    <a:gd name="T26" fmla="*/ 22 w 80"/>
                    <a:gd name="T27" fmla="*/ 58 h 58"/>
                    <a:gd name="T28" fmla="*/ 26 w 80"/>
                    <a:gd name="T29" fmla="*/ 58 h 58"/>
                    <a:gd name="T30" fmla="*/ 30 w 80"/>
                    <a:gd name="T31" fmla="*/ 58 h 58"/>
                    <a:gd name="T32" fmla="*/ 34 w 80"/>
                    <a:gd name="T33" fmla="*/ 56 h 58"/>
                    <a:gd name="T34" fmla="*/ 54 w 80"/>
                    <a:gd name="T35" fmla="*/ 44 h 58"/>
                    <a:gd name="T36" fmla="*/ 72 w 80"/>
                    <a:gd name="T37" fmla="*/ 48 h 58"/>
                    <a:gd name="T38" fmla="*/ 80 w 80"/>
                    <a:gd name="T39" fmla="*/ 42 h 58"/>
                    <a:gd name="T40" fmla="*/ 80 w 80"/>
                    <a:gd name="T41" fmla="*/ 40 h 58"/>
                    <a:gd name="T42" fmla="*/ 78 w 80"/>
                    <a:gd name="T43" fmla="*/ 38 h 58"/>
                    <a:gd name="T44" fmla="*/ 74 w 80"/>
                    <a:gd name="T45" fmla="*/ 34 h 58"/>
                    <a:gd name="T46" fmla="*/ 70 w 80"/>
                    <a:gd name="T47" fmla="*/ 30 h 58"/>
                    <a:gd name="T48" fmla="*/ 66 w 80"/>
                    <a:gd name="T49" fmla="*/ 26 h 58"/>
                    <a:gd name="T50" fmla="*/ 60 w 80"/>
                    <a:gd name="T51" fmla="*/ 24 h 58"/>
                    <a:gd name="T52" fmla="*/ 60 w 80"/>
                    <a:gd name="T53" fmla="*/ 24 h 58"/>
                    <a:gd name="T54" fmla="*/ 58 w 80"/>
                    <a:gd name="T55" fmla="*/ 22 h 58"/>
                    <a:gd name="T56" fmla="*/ 54 w 80"/>
                    <a:gd name="T57" fmla="*/ 20 h 58"/>
                    <a:gd name="T58" fmla="*/ 50 w 80"/>
                    <a:gd name="T59" fmla="*/ 16 h 58"/>
                    <a:gd name="T60" fmla="*/ 46 w 80"/>
                    <a:gd name="T61" fmla="*/ 14 h 58"/>
                    <a:gd name="T62" fmla="*/ 42 w 80"/>
                    <a:gd name="T63" fmla="*/ 12 h 58"/>
                    <a:gd name="T64" fmla="*/ 38 w 80"/>
                    <a:gd name="T65" fmla="*/ 10 h 58"/>
                    <a:gd name="T66" fmla="*/ 34 w 80"/>
                    <a:gd name="T67" fmla="*/ 10 h 58"/>
                    <a:gd name="T68" fmla="*/ 32 w 80"/>
                    <a:gd name="T69" fmla="*/ 0 h 58"/>
                    <a:gd name="T70" fmla="*/ 22 w 80"/>
                    <a:gd name="T71" fmla="*/ 14 h 58"/>
                    <a:gd name="T72" fmla="*/ 20 w 80"/>
                    <a:gd name="T73" fmla="*/ 14 h 58"/>
                    <a:gd name="T74" fmla="*/ 18 w 80"/>
                    <a:gd name="T75" fmla="*/ 14 h 58"/>
                    <a:gd name="T76" fmla="*/ 16 w 80"/>
                    <a:gd name="T77" fmla="*/ 16 h 58"/>
                    <a:gd name="T78" fmla="*/ 12 w 80"/>
                    <a:gd name="T79" fmla="*/ 18 h 58"/>
                    <a:gd name="T80" fmla="*/ 10 w 80"/>
                    <a:gd name="T81" fmla="*/ 20 h 58"/>
                    <a:gd name="T82" fmla="*/ 6 w 80"/>
                    <a:gd name="T83" fmla="*/ 24 h 58"/>
                    <a:gd name="T84" fmla="*/ 6 w 80"/>
                    <a:gd name="T85" fmla="*/ 30 h 58"/>
                    <a:gd name="T86" fmla="*/ 6 w 80"/>
                    <a:gd name="T87" fmla="*/ 3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0" h="58">
                      <a:moveTo>
                        <a:pt x="6" y="36"/>
                      </a:moveTo>
                      <a:lnTo>
                        <a:pt x="0" y="46"/>
                      </a:lnTo>
                      <a:lnTo>
                        <a:pt x="2" y="46"/>
                      </a:lnTo>
                      <a:lnTo>
                        <a:pt x="4" y="44"/>
                      </a:lnTo>
                      <a:lnTo>
                        <a:pt x="6" y="44"/>
                      </a:lnTo>
                      <a:lnTo>
                        <a:pt x="10" y="44"/>
                      </a:lnTo>
                      <a:lnTo>
                        <a:pt x="12" y="44"/>
                      </a:lnTo>
                      <a:lnTo>
                        <a:pt x="14" y="46"/>
                      </a:lnTo>
                      <a:lnTo>
                        <a:pt x="16" y="48"/>
                      </a:lnTo>
                      <a:lnTo>
                        <a:pt x="16" y="50"/>
                      </a:lnTo>
                      <a:lnTo>
                        <a:pt x="16" y="52"/>
                      </a:lnTo>
                      <a:lnTo>
                        <a:pt x="18" y="54"/>
                      </a:lnTo>
                      <a:lnTo>
                        <a:pt x="20" y="56"/>
                      </a:lnTo>
                      <a:lnTo>
                        <a:pt x="22" y="58"/>
                      </a:lnTo>
                      <a:lnTo>
                        <a:pt x="26" y="58"/>
                      </a:lnTo>
                      <a:lnTo>
                        <a:pt x="30" y="58"/>
                      </a:lnTo>
                      <a:lnTo>
                        <a:pt x="34" y="56"/>
                      </a:lnTo>
                      <a:lnTo>
                        <a:pt x="54" y="44"/>
                      </a:lnTo>
                      <a:lnTo>
                        <a:pt x="72" y="48"/>
                      </a:lnTo>
                      <a:lnTo>
                        <a:pt x="80" y="42"/>
                      </a:lnTo>
                      <a:lnTo>
                        <a:pt x="80" y="40"/>
                      </a:lnTo>
                      <a:lnTo>
                        <a:pt x="78" y="38"/>
                      </a:lnTo>
                      <a:lnTo>
                        <a:pt x="74" y="34"/>
                      </a:lnTo>
                      <a:lnTo>
                        <a:pt x="70" y="30"/>
                      </a:lnTo>
                      <a:lnTo>
                        <a:pt x="66" y="26"/>
                      </a:lnTo>
                      <a:lnTo>
                        <a:pt x="60" y="24"/>
                      </a:lnTo>
                      <a:lnTo>
                        <a:pt x="60" y="24"/>
                      </a:lnTo>
                      <a:lnTo>
                        <a:pt x="58" y="22"/>
                      </a:lnTo>
                      <a:lnTo>
                        <a:pt x="54" y="20"/>
                      </a:lnTo>
                      <a:lnTo>
                        <a:pt x="50" y="16"/>
                      </a:lnTo>
                      <a:lnTo>
                        <a:pt x="46" y="14"/>
                      </a:lnTo>
                      <a:lnTo>
                        <a:pt x="42" y="12"/>
                      </a:lnTo>
                      <a:lnTo>
                        <a:pt x="38" y="10"/>
                      </a:lnTo>
                      <a:lnTo>
                        <a:pt x="34" y="10"/>
                      </a:lnTo>
                      <a:lnTo>
                        <a:pt x="32" y="0"/>
                      </a:lnTo>
                      <a:lnTo>
                        <a:pt x="22" y="14"/>
                      </a:lnTo>
                      <a:lnTo>
                        <a:pt x="20" y="14"/>
                      </a:lnTo>
                      <a:lnTo>
                        <a:pt x="18" y="14"/>
                      </a:lnTo>
                      <a:lnTo>
                        <a:pt x="16" y="16"/>
                      </a:lnTo>
                      <a:lnTo>
                        <a:pt x="12" y="18"/>
                      </a:lnTo>
                      <a:lnTo>
                        <a:pt x="10" y="20"/>
                      </a:lnTo>
                      <a:lnTo>
                        <a:pt x="6" y="24"/>
                      </a:lnTo>
                      <a:lnTo>
                        <a:pt x="6" y="30"/>
                      </a:lnTo>
                      <a:lnTo>
                        <a:pt x="6" y="36"/>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6" name="Freeform 534">
                  <a:extLst>
                    <a:ext uri="{FF2B5EF4-FFF2-40B4-BE49-F238E27FC236}">
                      <a16:creationId xmlns:a16="http://schemas.microsoft.com/office/drawing/2014/main" id="{679EA8A2-23A0-9E67-39B2-CB1CA1482647}"/>
                    </a:ext>
                  </a:extLst>
                </p:cNvPr>
                <p:cNvSpPr/>
                <p:nvPr/>
              </p:nvSpPr>
              <p:spPr bwMode="gray">
                <a:xfrm>
                  <a:off x="6892927" y="2026963"/>
                  <a:ext cx="155517" cy="225718"/>
                </a:xfrm>
                <a:custGeom>
                  <a:avLst/>
                  <a:gdLst>
                    <a:gd name="T0" fmla="*/ 14 w 84"/>
                    <a:gd name="T1" fmla="*/ 48 h 122"/>
                    <a:gd name="T2" fmla="*/ 10 w 84"/>
                    <a:gd name="T3" fmla="*/ 46 h 122"/>
                    <a:gd name="T4" fmla="*/ 6 w 84"/>
                    <a:gd name="T5" fmla="*/ 46 h 122"/>
                    <a:gd name="T6" fmla="*/ 2 w 84"/>
                    <a:gd name="T7" fmla="*/ 48 h 122"/>
                    <a:gd name="T8" fmla="*/ 0 w 84"/>
                    <a:gd name="T9" fmla="*/ 56 h 122"/>
                    <a:gd name="T10" fmla="*/ 2 w 84"/>
                    <a:gd name="T11" fmla="*/ 64 h 122"/>
                    <a:gd name="T12" fmla="*/ 4 w 84"/>
                    <a:gd name="T13" fmla="*/ 70 h 122"/>
                    <a:gd name="T14" fmla="*/ 10 w 84"/>
                    <a:gd name="T15" fmla="*/ 80 h 122"/>
                    <a:gd name="T16" fmla="*/ 20 w 84"/>
                    <a:gd name="T17" fmla="*/ 86 h 122"/>
                    <a:gd name="T18" fmla="*/ 24 w 84"/>
                    <a:gd name="T19" fmla="*/ 90 h 122"/>
                    <a:gd name="T20" fmla="*/ 32 w 84"/>
                    <a:gd name="T21" fmla="*/ 102 h 122"/>
                    <a:gd name="T22" fmla="*/ 32 w 84"/>
                    <a:gd name="T23" fmla="*/ 106 h 122"/>
                    <a:gd name="T24" fmla="*/ 34 w 84"/>
                    <a:gd name="T25" fmla="*/ 112 h 122"/>
                    <a:gd name="T26" fmla="*/ 40 w 84"/>
                    <a:gd name="T27" fmla="*/ 118 h 122"/>
                    <a:gd name="T28" fmla="*/ 50 w 84"/>
                    <a:gd name="T29" fmla="*/ 122 h 122"/>
                    <a:gd name="T30" fmla="*/ 64 w 84"/>
                    <a:gd name="T31" fmla="*/ 120 h 122"/>
                    <a:gd name="T32" fmla="*/ 68 w 84"/>
                    <a:gd name="T33" fmla="*/ 118 h 122"/>
                    <a:gd name="T34" fmla="*/ 76 w 84"/>
                    <a:gd name="T35" fmla="*/ 114 h 122"/>
                    <a:gd name="T36" fmla="*/ 84 w 84"/>
                    <a:gd name="T37" fmla="*/ 104 h 122"/>
                    <a:gd name="T38" fmla="*/ 84 w 84"/>
                    <a:gd name="T39" fmla="*/ 88 h 122"/>
                    <a:gd name="T40" fmla="*/ 80 w 84"/>
                    <a:gd name="T41" fmla="*/ 68 h 122"/>
                    <a:gd name="T42" fmla="*/ 78 w 84"/>
                    <a:gd name="T43" fmla="*/ 54 h 122"/>
                    <a:gd name="T44" fmla="*/ 74 w 84"/>
                    <a:gd name="T45" fmla="*/ 56 h 122"/>
                    <a:gd name="T46" fmla="*/ 66 w 84"/>
                    <a:gd name="T47" fmla="*/ 56 h 122"/>
                    <a:gd name="T48" fmla="*/ 60 w 84"/>
                    <a:gd name="T49" fmla="*/ 54 h 122"/>
                    <a:gd name="T50" fmla="*/ 60 w 84"/>
                    <a:gd name="T51" fmla="*/ 48 h 122"/>
                    <a:gd name="T52" fmla="*/ 64 w 84"/>
                    <a:gd name="T53" fmla="*/ 42 h 122"/>
                    <a:gd name="T54" fmla="*/ 72 w 84"/>
                    <a:gd name="T55" fmla="*/ 36 h 122"/>
                    <a:gd name="T56" fmla="*/ 76 w 84"/>
                    <a:gd name="T57" fmla="*/ 36 h 122"/>
                    <a:gd name="T58" fmla="*/ 78 w 84"/>
                    <a:gd name="T59" fmla="*/ 30 h 122"/>
                    <a:gd name="T60" fmla="*/ 80 w 84"/>
                    <a:gd name="T61" fmla="*/ 20 h 122"/>
                    <a:gd name="T62" fmla="*/ 76 w 84"/>
                    <a:gd name="T63" fmla="*/ 12 h 122"/>
                    <a:gd name="T64" fmla="*/ 68 w 84"/>
                    <a:gd name="T65" fmla="*/ 0 h 122"/>
                    <a:gd name="T66" fmla="*/ 64 w 84"/>
                    <a:gd name="T67" fmla="*/ 0 h 122"/>
                    <a:gd name="T68" fmla="*/ 54 w 84"/>
                    <a:gd name="T69" fmla="*/ 4 h 122"/>
                    <a:gd name="T70" fmla="*/ 46 w 84"/>
                    <a:gd name="T71" fmla="*/ 4 h 122"/>
                    <a:gd name="T72" fmla="*/ 40 w 84"/>
                    <a:gd name="T73" fmla="*/ 4 h 122"/>
                    <a:gd name="T74" fmla="*/ 32 w 84"/>
                    <a:gd name="T75" fmla="*/ 2 h 122"/>
                    <a:gd name="T76" fmla="*/ 24 w 84"/>
                    <a:gd name="T77" fmla="*/ 6 h 122"/>
                    <a:gd name="T78" fmla="*/ 20 w 84"/>
                    <a:gd name="T79" fmla="*/ 14 h 122"/>
                    <a:gd name="T80" fmla="*/ 20 w 84"/>
                    <a:gd name="T81" fmla="*/ 16 h 122"/>
                    <a:gd name="T82" fmla="*/ 20 w 84"/>
                    <a:gd name="T83" fmla="*/ 24 h 122"/>
                    <a:gd name="T84" fmla="*/ 24 w 84"/>
                    <a:gd name="T85" fmla="*/ 34 h 122"/>
                    <a:gd name="T86" fmla="*/ 28 w 84"/>
                    <a:gd name="T87" fmla="*/ 38 h 122"/>
                    <a:gd name="T88" fmla="*/ 32 w 84"/>
                    <a:gd name="T89" fmla="*/ 42 h 122"/>
                    <a:gd name="T90" fmla="*/ 34 w 84"/>
                    <a:gd name="T91" fmla="*/ 48 h 122"/>
                    <a:gd name="T92" fmla="*/ 32 w 84"/>
                    <a:gd name="T93" fmla="*/ 56 h 122"/>
                    <a:gd name="T94" fmla="*/ 26 w 84"/>
                    <a:gd name="T95" fmla="*/ 58 h 122"/>
                    <a:gd name="T96" fmla="*/ 20 w 84"/>
                    <a:gd name="T97" fmla="*/ 5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4" h="122">
                      <a:moveTo>
                        <a:pt x="14" y="48"/>
                      </a:moveTo>
                      <a:lnTo>
                        <a:pt x="14" y="48"/>
                      </a:lnTo>
                      <a:lnTo>
                        <a:pt x="12" y="46"/>
                      </a:lnTo>
                      <a:lnTo>
                        <a:pt x="10" y="46"/>
                      </a:lnTo>
                      <a:lnTo>
                        <a:pt x="8" y="46"/>
                      </a:lnTo>
                      <a:lnTo>
                        <a:pt x="6" y="46"/>
                      </a:lnTo>
                      <a:lnTo>
                        <a:pt x="2" y="46"/>
                      </a:lnTo>
                      <a:lnTo>
                        <a:pt x="2" y="48"/>
                      </a:lnTo>
                      <a:lnTo>
                        <a:pt x="0" y="50"/>
                      </a:lnTo>
                      <a:lnTo>
                        <a:pt x="0" y="56"/>
                      </a:lnTo>
                      <a:lnTo>
                        <a:pt x="2" y="62"/>
                      </a:lnTo>
                      <a:lnTo>
                        <a:pt x="2" y="64"/>
                      </a:lnTo>
                      <a:lnTo>
                        <a:pt x="2" y="66"/>
                      </a:lnTo>
                      <a:lnTo>
                        <a:pt x="4" y="70"/>
                      </a:lnTo>
                      <a:lnTo>
                        <a:pt x="6" y="76"/>
                      </a:lnTo>
                      <a:lnTo>
                        <a:pt x="10" y="80"/>
                      </a:lnTo>
                      <a:lnTo>
                        <a:pt x="14" y="84"/>
                      </a:lnTo>
                      <a:lnTo>
                        <a:pt x="20" y="86"/>
                      </a:lnTo>
                      <a:lnTo>
                        <a:pt x="22" y="88"/>
                      </a:lnTo>
                      <a:lnTo>
                        <a:pt x="24" y="90"/>
                      </a:lnTo>
                      <a:lnTo>
                        <a:pt x="28" y="94"/>
                      </a:lnTo>
                      <a:lnTo>
                        <a:pt x="32" y="102"/>
                      </a:lnTo>
                      <a:lnTo>
                        <a:pt x="32" y="104"/>
                      </a:lnTo>
                      <a:lnTo>
                        <a:pt x="32" y="106"/>
                      </a:lnTo>
                      <a:lnTo>
                        <a:pt x="34" y="108"/>
                      </a:lnTo>
                      <a:lnTo>
                        <a:pt x="34" y="112"/>
                      </a:lnTo>
                      <a:lnTo>
                        <a:pt x="38" y="116"/>
                      </a:lnTo>
                      <a:lnTo>
                        <a:pt x="40" y="118"/>
                      </a:lnTo>
                      <a:lnTo>
                        <a:pt x="44" y="122"/>
                      </a:lnTo>
                      <a:lnTo>
                        <a:pt x="50" y="122"/>
                      </a:lnTo>
                      <a:lnTo>
                        <a:pt x="56" y="122"/>
                      </a:lnTo>
                      <a:lnTo>
                        <a:pt x="64" y="120"/>
                      </a:lnTo>
                      <a:lnTo>
                        <a:pt x="64" y="120"/>
                      </a:lnTo>
                      <a:lnTo>
                        <a:pt x="68" y="118"/>
                      </a:lnTo>
                      <a:lnTo>
                        <a:pt x="72" y="116"/>
                      </a:lnTo>
                      <a:lnTo>
                        <a:pt x="76" y="114"/>
                      </a:lnTo>
                      <a:lnTo>
                        <a:pt x="80" y="110"/>
                      </a:lnTo>
                      <a:lnTo>
                        <a:pt x="84" y="104"/>
                      </a:lnTo>
                      <a:lnTo>
                        <a:pt x="84" y="100"/>
                      </a:lnTo>
                      <a:lnTo>
                        <a:pt x="84" y="88"/>
                      </a:lnTo>
                      <a:lnTo>
                        <a:pt x="82" y="76"/>
                      </a:lnTo>
                      <a:lnTo>
                        <a:pt x="80" y="68"/>
                      </a:lnTo>
                      <a:lnTo>
                        <a:pt x="80" y="54"/>
                      </a:lnTo>
                      <a:lnTo>
                        <a:pt x="78" y="54"/>
                      </a:lnTo>
                      <a:lnTo>
                        <a:pt x="76" y="56"/>
                      </a:lnTo>
                      <a:lnTo>
                        <a:pt x="74" y="56"/>
                      </a:lnTo>
                      <a:lnTo>
                        <a:pt x="70" y="56"/>
                      </a:lnTo>
                      <a:lnTo>
                        <a:pt x="66" y="56"/>
                      </a:lnTo>
                      <a:lnTo>
                        <a:pt x="64" y="56"/>
                      </a:lnTo>
                      <a:lnTo>
                        <a:pt x="60" y="54"/>
                      </a:lnTo>
                      <a:lnTo>
                        <a:pt x="60" y="50"/>
                      </a:lnTo>
                      <a:lnTo>
                        <a:pt x="60" y="48"/>
                      </a:lnTo>
                      <a:lnTo>
                        <a:pt x="62" y="46"/>
                      </a:lnTo>
                      <a:lnTo>
                        <a:pt x="64" y="42"/>
                      </a:lnTo>
                      <a:lnTo>
                        <a:pt x="68" y="40"/>
                      </a:lnTo>
                      <a:lnTo>
                        <a:pt x="72" y="36"/>
                      </a:lnTo>
                      <a:lnTo>
                        <a:pt x="76" y="36"/>
                      </a:lnTo>
                      <a:lnTo>
                        <a:pt x="76" y="36"/>
                      </a:lnTo>
                      <a:lnTo>
                        <a:pt x="78" y="32"/>
                      </a:lnTo>
                      <a:lnTo>
                        <a:pt x="78" y="30"/>
                      </a:lnTo>
                      <a:lnTo>
                        <a:pt x="80" y="24"/>
                      </a:lnTo>
                      <a:lnTo>
                        <a:pt x="80" y="20"/>
                      </a:lnTo>
                      <a:lnTo>
                        <a:pt x="78" y="16"/>
                      </a:lnTo>
                      <a:lnTo>
                        <a:pt x="76" y="12"/>
                      </a:lnTo>
                      <a:lnTo>
                        <a:pt x="72" y="10"/>
                      </a:lnTo>
                      <a:lnTo>
                        <a:pt x="68" y="0"/>
                      </a:lnTo>
                      <a:lnTo>
                        <a:pt x="68" y="0"/>
                      </a:lnTo>
                      <a:lnTo>
                        <a:pt x="64" y="0"/>
                      </a:lnTo>
                      <a:lnTo>
                        <a:pt x="58" y="2"/>
                      </a:lnTo>
                      <a:lnTo>
                        <a:pt x="54" y="4"/>
                      </a:lnTo>
                      <a:lnTo>
                        <a:pt x="48" y="4"/>
                      </a:lnTo>
                      <a:lnTo>
                        <a:pt x="46" y="4"/>
                      </a:lnTo>
                      <a:lnTo>
                        <a:pt x="44" y="4"/>
                      </a:lnTo>
                      <a:lnTo>
                        <a:pt x="40" y="4"/>
                      </a:lnTo>
                      <a:lnTo>
                        <a:pt x="36" y="2"/>
                      </a:lnTo>
                      <a:lnTo>
                        <a:pt x="32" y="2"/>
                      </a:lnTo>
                      <a:lnTo>
                        <a:pt x="28" y="4"/>
                      </a:lnTo>
                      <a:lnTo>
                        <a:pt x="24" y="6"/>
                      </a:lnTo>
                      <a:lnTo>
                        <a:pt x="22" y="8"/>
                      </a:lnTo>
                      <a:lnTo>
                        <a:pt x="20" y="14"/>
                      </a:lnTo>
                      <a:lnTo>
                        <a:pt x="20" y="14"/>
                      </a:lnTo>
                      <a:lnTo>
                        <a:pt x="20" y="16"/>
                      </a:lnTo>
                      <a:lnTo>
                        <a:pt x="20" y="20"/>
                      </a:lnTo>
                      <a:lnTo>
                        <a:pt x="20" y="24"/>
                      </a:lnTo>
                      <a:lnTo>
                        <a:pt x="22" y="28"/>
                      </a:lnTo>
                      <a:lnTo>
                        <a:pt x="24" y="34"/>
                      </a:lnTo>
                      <a:lnTo>
                        <a:pt x="28" y="36"/>
                      </a:lnTo>
                      <a:lnTo>
                        <a:pt x="28" y="38"/>
                      </a:lnTo>
                      <a:lnTo>
                        <a:pt x="30" y="40"/>
                      </a:lnTo>
                      <a:lnTo>
                        <a:pt x="32" y="42"/>
                      </a:lnTo>
                      <a:lnTo>
                        <a:pt x="32" y="46"/>
                      </a:lnTo>
                      <a:lnTo>
                        <a:pt x="34" y="48"/>
                      </a:lnTo>
                      <a:lnTo>
                        <a:pt x="34" y="52"/>
                      </a:lnTo>
                      <a:lnTo>
                        <a:pt x="32" y="56"/>
                      </a:lnTo>
                      <a:lnTo>
                        <a:pt x="28" y="58"/>
                      </a:lnTo>
                      <a:lnTo>
                        <a:pt x="26" y="58"/>
                      </a:lnTo>
                      <a:lnTo>
                        <a:pt x="24" y="56"/>
                      </a:lnTo>
                      <a:lnTo>
                        <a:pt x="20" y="54"/>
                      </a:lnTo>
                      <a:lnTo>
                        <a:pt x="14" y="4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7" name="Freeform 535">
                  <a:extLst>
                    <a:ext uri="{FF2B5EF4-FFF2-40B4-BE49-F238E27FC236}">
                      <a16:creationId xmlns:a16="http://schemas.microsoft.com/office/drawing/2014/main" id="{D6235154-CB69-8273-AF95-25AB3F46E5BB}"/>
                    </a:ext>
                  </a:extLst>
                </p:cNvPr>
                <p:cNvSpPr/>
                <p:nvPr/>
              </p:nvSpPr>
              <p:spPr bwMode="gray">
                <a:xfrm>
                  <a:off x="7159528" y="2049164"/>
                  <a:ext cx="125895" cy="196116"/>
                </a:xfrm>
                <a:custGeom>
                  <a:avLst/>
                  <a:gdLst>
                    <a:gd name="T0" fmla="*/ 32 w 68"/>
                    <a:gd name="T1" fmla="*/ 0 h 106"/>
                    <a:gd name="T2" fmla="*/ 26 w 68"/>
                    <a:gd name="T3" fmla="*/ 0 h 106"/>
                    <a:gd name="T4" fmla="*/ 20 w 68"/>
                    <a:gd name="T5" fmla="*/ 4 h 106"/>
                    <a:gd name="T6" fmla="*/ 20 w 68"/>
                    <a:gd name="T7" fmla="*/ 4 h 106"/>
                    <a:gd name="T8" fmla="*/ 18 w 68"/>
                    <a:gd name="T9" fmla="*/ 2 h 106"/>
                    <a:gd name="T10" fmla="*/ 16 w 68"/>
                    <a:gd name="T11" fmla="*/ 2 h 106"/>
                    <a:gd name="T12" fmla="*/ 12 w 68"/>
                    <a:gd name="T13" fmla="*/ 8 h 106"/>
                    <a:gd name="T14" fmla="*/ 8 w 68"/>
                    <a:gd name="T15" fmla="*/ 16 h 106"/>
                    <a:gd name="T16" fmla="*/ 4 w 68"/>
                    <a:gd name="T17" fmla="*/ 22 h 106"/>
                    <a:gd name="T18" fmla="*/ 0 w 68"/>
                    <a:gd name="T19" fmla="*/ 30 h 106"/>
                    <a:gd name="T20" fmla="*/ 2 w 68"/>
                    <a:gd name="T21" fmla="*/ 32 h 106"/>
                    <a:gd name="T22" fmla="*/ 4 w 68"/>
                    <a:gd name="T23" fmla="*/ 38 h 106"/>
                    <a:gd name="T24" fmla="*/ 2 w 68"/>
                    <a:gd name="T25" fmla="*/ 46 h 106"/>
                    <a:gd name="T26" fmla="*/ 2 w 68"/>
                    <a:gd name="T27" fmla="*/ 48 h 106"/>
                    <a:gd name="T28" fmla="*/ 2 w 68"/>
                    <a:gd name="T29" fmla="*/ 54 h 106"/>
                    <a:gd name="T30" fmla="*/ 4 w 68"/>
                    <a:gd name="T31" fmla="*/ 66 h 106"/>
                    <a:gd name="T32" fmla="*/ 8 w 68"/>
                    <a:gd name="T33" fmla="*/ 104 h 106"/>
                    <a:gd name="T34" fmla="*/ 10 w 68"/>
                    <a:gd name="T35" fmla="*/ 106 h 106"/>
                    <a:gd name="T36" fmla="*/ 16 w 68"/>
                    <a:gd name="T37" fmla="*/ 106 h 106"/>
                    <a:gd name="T38" fmla="*/ 20 w 68"/>
                    <a:gd name="T39" fmla="*/ 104 h 106"/>
                    <a:gd name="T40" fmla="*/ 24 w 68"/>
                    <a:gd name="T41" fmla="*/ 98 h 106"/>
                    <a:gd name="T42" fmla="*/ 26 w 68"/>
                    <a:gd name="T43" fmla="*/ 90 h 106"/>
                    <a:gd name="T44" fmla="*/ 24 w 68"/>
                    <a:gd name="T45" fmla="*/ 86 h 106"/>
                    <a:gd name="T46" fmla="*/ 22 w 68"/>
                    <a:gd name="T47" fmla="*/ 78 h 106"/>
                    <a:gd name="T48" fmla="*/ 24 w 68"/>
                    <a:gd name="T49" fmla="*/ 72 h 106"/>
                    <a:gd name="T50" fmla="*/ 30 w 68"/>
                    <a:gd name="T51" fmla="*/ 68 h 106"/>
                    <a:gd name="T52" fmla="*/ 36 w 68"/>
                    <a:gd name="T53" fmla="*/ 68 h 106"/>
                    <a:gd name="T54" fmla="*/ 40 w 68"/>
                    <a:gd name="T55" fmla="*/ 66 h 106"/>
                    <a:gd name="T56" fmla="*/ 48 w 68"/>
                    <a:gd name="T57" fmla="*/ 62 h 106"/>
                    <a:gd name="T58" fmla="*/ 54 w 68"/>
                    <a:gd name="T59" fmla="*/ 52 h 106"/>
                    <a:gd name="T60" fmla="*/ 56 w 68"/>
                    <a:gd name="T61" fmla="*/ 48 h 106"/>
                    <a:gd name="T62" fmla="*/ 62 w 68"/>
                    <a:gd name="T63" fmla="*/ 38 h 106"/>
                    <a:gd name="T64" fmla="*/ 64 w 68"/>
                    <a:gd name="T65" fmla="*/ 24 h 106"/>
                    <a:gd name="T66" fmla="*/ 64 w 68"/>
                    <a:gd name="T67" fmla="*/ 22 h 106"/>
                    <a:gd name="T68" fmla="*/ 68 w 68"/>
                    <a:gd name="T69" fmla="*/ 18 h 106"/>
                    <a:gd name="T70" fmla="*/ 68 w 68"/>
                    <a:gd name="T71" fmla="*/ 12 h 106"/>
                    <a:gd name="T72" fmla="*/ 62 w 68"/>
                    <a:gd name="T73" fmla="*/ 8 h 106"/>
                    <a:gd name="T74" fmla="*/ 56 w 68"/>
                    <a:gd name="T75" fmla="*/ 8 h 106"/>
                    <a:gd name="T76" fmla="*/ 48 w 68"/>
                    <a:gd name="T77" fmla="*/ 8 h 106"/>
                    <a:gd name="T78" fmla="*/ 40 w 68"/>
                    <a:gd name="T79" fmla="*/ 6 h 106"/>
                    <a:gd name="T80" fmla="*/ 34 w 68"/>
                    <a:gd name="T81"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106">
                      <a:moveTo>
                        <a:pt x="34" y="0"/>
                      </a:moveTo>
                      <a:lnTo>
                        <a:pt x="32" y="0"/>
                      </a:lnTo>
                      <a:lnTo>
                        <a:pt x="30" y="0"/>
                      </a:lnTo>
                      <a:lnTo>
                        <a:pt x="26" y="0"/>
                      </a:lnTo>
                      <a:lnTo>
                        <a:pt x="22" y="2"/>
                      </a:lnTo>
                      <a:lnTo>
                        <a:pt x="20" y="4"/>
                      </a:lnTo>
                      <a:lnTo>
                        <a:pt x="20" y="4"/>
                      </a:lnTo>
                      <a:lnTo>
                        <a:pt x="20" y="4"/>
                      </a:lnTo>
                      <a:lnTo>
                        <a:pt x="20" y="2"/>
                      </a:lnTo>
                      <a:lnTo>
                        <a:pt x="18" y="2"/>
                      </a:lnTo>
                      <a:lnTo>
                        <a:pt x="18" y="2"/>
                      </a:lnTo>
                      <a:lnTo>
                        <a:pt x="16" y="2"/>
                      </a:lnTo>
                      <a:lnTo>
                        <a:pt x="14" y="4"/>
                      </a:lnTo>
                      <a:lnTo>
                        <a:pt x="12" y="8"/>
                      </a:lnTo>
                      <a:lnTo>
                        <a:pt x="8" y="16"/>
                      </a:lnTo>
                      <a:lnTo>
                        <a:pt x="8" y="16"/>
                      </a:lnTo>
                      <a:lnTo>
                        <a:pt x="6" y="20"/>
                      </a:lnTo>
                      <a:lnTo>
                        <a:pt x="4" y="22"/>
                      </a:lnTo>
                      <a:lnTo>
                        <a:pt x="2" y="26"/>
                      </a:lnTo>
                      <a:lnTo>
                        <a:pt x="0" y="30"/>
                      </a:lnTo>
                      <a:lnTo>
                        <a:pt x="0" y="30"/>
                      </a:lnTo>
                      <a:lnTo>
                        <a:pt x="2" y="32"/>
                      </a:lnTo>
                      <a:lnTo>
                        <a:pt x="4" y="36"/>
                      </a:lnTo>
                      <a:lnTo>
                        <a:pt x="4" y="38"/>
                      </a:lnTo>
                      <a:lnTo>
                        <a:pt x="4" y="42"/>
                      </a:lnTo>
                      <a:lnTo>
                        <a:pt x="2" y="46"/>
                      </a:lnTo>
                      <a:lnTo>
                        <a:pt x="2" y="48"/>
                      </a:lnTo>
                      <a:lnTo>
                        <a:pt x="2" y="48"/>
                      </a:lnTo>
                      <a:lnTo>
                        <a:pt x="2" y="50"/>
                      </a:lnTo>
                      <a:lnTo>
                        <a:pt x="2" y="54"/>
                      </a:lnTo>
                      <a:lnTo>
                        <a:pt x="2" y="60"/>
                      </a:lnTo>
                      <a:lnTo>
                        <a:pt x="4" y="66"/>
                      </a:lnTo>
                      <a:lnTo>
                        <a:pt x="6" y="74"/>
                      </a:lnTo>
                      <a:lnTo>
                        <a:pt x="8" y="104"/>
                      </a:lnTo>
                      <a:lnTo>
                        <a:pt x="8" y="104"/>
                      </a:lnTo>
                      <a:lnTo>
                        <a:pt x="10" y="106"/>
                      </a:lnTo>
                      <a:lnTo>
                        <a:pt x="12" y="106"/>
                      </a:lnTo>
                      <a:lnTo>
                        <a:pt x="16" y="106"/>
                      </a:lnTo>
                      <a:lnTo>
                        <a:pt x="18" y="106"/>
                      </a:lnTo>
                      <a:lnTo>
                        <a:pt x="20" y="104"/>
                      </a:lnTo>
                      <a:lnTo>
                        <a:pt x="24" y="102"/>
                      </a:lnTo>
                      <a:lnTo>
                        <a:pt x="24" y="98"/>
                      </a:lnTo>
                      <a:lnTo>
                        <a:pt x="26" y="90"/>
                      </a:lnTo>
                      <a:lnTo>
                        <a:pt x="26" y="90"/>
                      </a:lnTo>
                      <a:lnTo>
                        <a:pt x="24" y="88"/>
                      </a:lnTo>
                      <a:lnTo>
                        <a:pt x="24" y="86"/>
                      </a:lnTo>
                      <a:lnTo>
                        <a:pt x="24" y="82"/>
                      </a:lnTo>
                      <a:lnTo>
                        <a:pt x="22" y="78"/>
                      </a:lnTo>
                      <a:lnTo>
                        <a:pt x="22" y="76"/>
                      </a:lnTo>
                      <a:lnTo>
                        <a:pt x="24" y="72"/>
                      </a:lnTo>
                      <a:lnTo>
                        <a:pt x="26" y="70"/>
                      </a:lnTo>
                      <a:lnTo>
                        <a:pt x="30" y="68"/>
                      </a:lnTo>
                      <a:lnTo>
                        <a:pt x="34" y="68"/>
                      </a:lnTo>
                      <a:lnTo>
                        <a:pt x="36" y="68"/>
                      </a:lnTo>
                      <a:lnTo>
                        <a:pt x="38" y="68"/>
                      </a:lnTo>
                      <a:lnTo>
                        <a:pt x="40" y="66"/>
                      </a:lnTo>
                      <a:lnTo>
                        <a:pt x="44" y="66"/>
                      </a:lnTo>
                      <a:lnTo>
                        <a:pt x="48" y="62"/>
                      </a:lnTo>
                      <a:lnTo>
                        <a:pt x="52" y="58"/>
                      </a:lnTo>
                      <a:lnTo>
                        <a:pt x="54" y="52"/>
                      </a:lnTo>
                      <a:lnTo>
                        <a:pt x="54" y="50"/>
                      </a:lnTo>
                      <a:lnTo>
                        <a:pt x="56" y="48"/>
                      </a:lnTo>
                      <a:lnTo>
                        <a:pt x="60" y="42"/>
                      </a:lnTo>
                      <a:lnTo>
                        <a:pt x="62" y="38"/>
                      </a:lnTo>
                      <a:lnTo>
                        <a:pt x="62" y="30"/>
                      </a:lnTo>
                      <a:lnTo>
                        <a:pt x="64" y="24"/>
                      </a:lnTo>
                      <a:lnTo>
                        <a:pt x="64" y="24"/>
                      </a:lnTo>
                      <a:lnTo>
                        <a:pt x="64" y="22"/>
                      </a:lnTo>
                      <a:lnTo>
                        <a:pt x="66" y="20"/>
                      </a:lnTo>
                      <a:lnTo>
                        <a:pt x="68" y="18"/>
                      </a:lnTo>
                      <a:lnTo>
                        <a:pt x="68" y="14"/>
                      </a:lnTo>
                      <a:lnTo>
                        <a:pt x="68" y="12"/>
                      </a:lnTo>
                      <a:lnTo>
                        <a:pt x="66" y="10"/>
                      </a:lnTo>
                      <a:lnTo>
                        <a:pt x="62" y="8"/>
                      </a:lnTo>
                      <a:lnTo>
                        <a:pt x="56" y="8"/>
                      </a:lnTo>
                      <a:lnTo>
                        <a:pt x="56" y="8"/>
                      </a:lnTo>
                      <a:lnTo>
                        <a:pt x="52" y="8"/>
                      </a:lnTo>
                      <a:lnTo>
                        <a:pt x="48" y="8"/>
                      </a:lnTo>
                      <a:lnTo>
                        <a:pt x="44" y="8"/>
                      </a:lnTo>
                      <a:lnTo>
                        <a:pt x="40" y="6"/>
                      </a:lnTo>
                      <a:lnTo>
                        <a:pt x="36" y="4"/>
                      </a:lnTo>
                      <a:lnTo>
                        <a:pt x="34" y="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8" name="Freeform 536">
                  <a:extLst>
                    <a:ext uri="{FF2B5EF4-FFF2-40B4-BE49-F238E27FC236}">
                      <a16:creationId xmlns:a16="http://schemas.microsoft.com/office/drawing/2014/main" id="{E648C815-FF71-0A50-EFC7-8DB79FB39B4B}"/>
                    </a:ext>
                  </a:extLst>
                </p:cNvPr>
                <p:cNvSpPr/>
                <p:nvPr/>
              </p:nvSpPr>
              <p:spPr bwMode="gray">
                <a:xfrm>
                  <a:off x="6418970" y="1997360"/>
                  <a:ext cx="192545" cy="214617"/>
                </a:xfrm>
                <a:custGeom>
                  <a:avLst/>
                  <a:gdLst>
                    <a:gd name="T0" fmla="*/ 4 w 104"/>
                    <a:gd name="T1" fmla="*/ 80 h 116"/>
                    <a:gd name="T2" fmla="*/ 0 w 104"/>
                    <a:gd name="T3" fmla="*/ 82 h 116"/>
                    <a:gd name="T4" fmla="*/ 0 w 104"/>
                    <a:gd name="T5" fmla="*/ 86 h 116"/>
                    <a:gd name="T6" fmla="*/ 4 w 104"/>
                    <a:gd name="T7" fmla="*/ 92 h 116"/>
                    <a:gd name="T8" fmla="*/ 8 w 104"/>
                    <a:gd name="T9" fmla="*/ 94 h 116"/>
                    <a:gd name="T10" fmla="*/ 12 w 104"/>
                    <a:gd name="T11" fmla="*/ 100 h 116"/>
                    <a:gd name="T12" fmla="*/ 14 w 104"/>
                    <a:gd name="T13" fmla="*/ 110 h 116"/>
                    <a:gd name="T14" fmla="*/ 18 w 104"/>
                    <a:gd name="T15" fmla="*/ 112 h 116"/>
                    <a:gd name="T16" fmla="*/ 24 w 104"/>
                    <a:gd name="T17" fmla="*/ 116 h 116"/>
                    <a:gd name="T18" fmla="*/ 30 w 104"/>
                    <a:gd name="T19" fmla="*/ 114 h 116"/>
                    <a:gd name="T20" fmla="*/ 34 w 104"/>
                    <a:gd name="T21" fmla="*/ 110 h 116"/>
                    <a:gd name="T22" fmla="*/ 36 w 104"/>
                    <a:gd name="T23" fmla="*/ 106 h 116"/>
                    <a:gd name="T24" fmla="*/ 42 w 104"/>
                    <a:gd name="T25" fmla="*/ 104 h 116"/>
                    <a:gd name="T26" fmla="*/ 46 w 104"/>
                    <a:gd name="T27" fmla="*/ 106 h 116"/>
                    <a:gd name="T28" fmla="*/ 50 w 104"/>
                    <a:gd name="T29" fmla="*/ 106 h 116"/>
                    <a:gd name="T30" fmla="*/ 54 w 104"/>
                    <a:gd name="T31" fmla="*/ 102 h 116"/>
                    <a:gd name="T32" fmla="*/ 56 w 104"/>
                    <a:gd name="T33" fmla="*/ 92 h 116"/>
                    <a:gd name="T34" fmla="*/ 60 w 104"/>
                    <a:gd name="T35" fmla="*/ 74 h 116"/>
                    <a:gd name="T36" fmla="*/ 82 w 104"/>
                    <a:gd name="T37" fmla="*/ 48 h 116"/>
                    <a:gd name="T38" fmla="*/ 104 w 104"/>
                    <a:gd name="T39" fmla="*/ 32 h 116"/>
                    <a:gd name="T40" fmla="*/ 104 w 104"/>
                    <a:gd name="T41" fmla="*/ 32 h 116"/>
                    <a:gd name="T42" fmla="*/ 98 w 104"/>
                    <a:gd name="T43" fmla="*/ 28 h 116"/>
                    <a:gd name="T44" fmla="*/ 88 w 104"/>
                    <a:gd name="T45" fmla="*/ 20 h 116"/>
                    <a:gd name="T46" fmla="*/ 88 w 104"/>
                    <a:gd name="T47" fmla="*/ 18 h 116"/>
                    <a:gd name="T48" fmla="*/ 84 w 104"/>
                    <a:gd name="T49" fmla="*/ 14 h 116"/>
                    <a:gd name="T50" fmla="*/ 78 w 104"/>
                    <a:gd name="T51" fmla="*/ 14 h 116"/>
                    <a:gd name="T52" fmla="*/ 72 w 104"/>
                    <a:gd name="T53" fmla="*/ 20 h 116"/>
                    <a:gd name="T54" fmla="*/ 70 w 104"/>
                    <a:gd name="T55" fmla="*/ 20 h 116"/>
                    <a:gd name="T56" fmla="*/ 68 w 104"/>
                    <a:gd name="T57" fmla="*/ 22 h 116"/>
                    <a:gd name="T58" fmla="*/ 66 w 104"/>
                    <a:gd name="T59" fmla="*/ 16 h 116"/>
                    <a:gd name="T60" fmla="*/ 64 w 104"/>
                    <a:gd name="T61" fmla="*/ 14 h 116"/>
                    <a:gd name="T62" fmla="*/ 60 w 104"/>
                    <a:gd name="T63" fmla="*/ 10 h 116"/>
                    <a:gd name="T64" fmla="*/ 56 w 104"/>
                    <a:gd name="T65" fmla="*/ 8 h 116"/>
                    <a:gd name="T66" fmla="*/ 50 w 104"/>
                    <a:gd name="T67" fmla="*/ 12 h 116"/>
                    <a:gd name="T68" fmla="*/ 42 w 104"/>
                    <a:gd name="T69" fmla="*/ 10 h 116"/>
                    <a:gd name="T70" fmla="*/ 44 w 104"/>
                    <a:gd name="T71" fmla="*/ 6 h 116"/>
                    <a:gd name="T72" fmla="*/ 46 w 104"/>
                    <a:gd name="T73" fmla="*/ 2 h 116"/>
                    <a:gd name="T74" fmla="*/ 42 w 104"/>
                    <a:gd name="T75" fmla="*/ 0 h 116"/>
                    <a:gd name="T76" fmla="*/ 34 w 104"/>
                    <a:gd name="T77" fmla="*/ 2 h 116"/>
                    <a:gd name="T78" fmla="*/ 28 w 104"/>
                    <a:gd name="T79" fmla="*/ 6 h 116"/>
                    <a:gd name="T80" fmla="*/ 26 w 104"/>
                    <a:gd name="T81" fmla="*/ 10 h 116"/>
                    <a:gd name="T82" fmla="*/ 26 w 104"/>
                    <a:gd name="T83" fmla="*/ 10 h 116"/>
                    <a:gd name="T84" fmla="*/ 22 w 104"/>
                    <a:gd name="T85" fmla="*/ 10 h 116"/>
                    <a:gd name="T86" fmla="*/ 18 w 104"/>
                    <a:gd name="T87" fmla="*/ 10 h 116"/>
                    <a:gd name="T88" fmla="*/ 16 w 104"/>
                    <a:gd name="T89" fmla="*/ 14 h 116"/>
                    <a:gd name="T90" fmla="*/ 14 w 104"/>
                    <a:gd name="T91" fmla="*/ 24 h 116"/>
                    <a:gd name="T92" fmla="*/ 16 w 104"/>
                    <a:gd name="T93" fmla="*/ 28 h 116"/>
                    <a:gd name="T94" fmla="*/ 18 w 104"/>
                    <a:gd name="T95" fmla="*/ 34 h 116"/>
                    <a:gd name="T96" fmla="*/ 16 w 104"/>
                    <a:gd name="T97" fmla="*/ 40 h 116"/>
                    <a:gd name="T98" fmla="*/ 14 w 104"/>
                    <a:gd name="T99" fmla="*/ 44 h 116"/>
                    <a:gd name="T100" fmla="*/ 8 w 104"/>
                    <a:gd name="T101" fmla="*/ 54 h 116"/>
                    <a:gd name="T102" fmla="*/ 4 w 104"/>
                    <a:gd name="T103" fmla="*/ 8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4" h="116">
                      <a:moveTo>
                        <a:pt x="4" y="80"/>
                      </a:moveTo>
                      <a:lnTo>
                        <a:pt x="4" y="80"/>
                      </a:lnTo>
                      <a:lnTo>
                        <a:pt x="2" y="80"/>
                      </a:lnTo>
                      <a:lnTo>
                        <a:pt x="0" y="82"/>
                      </a:lnTo>
                      <a:lnTo>
                        <a:pt x="0" y="84"/>
                      </a:lnTo>
                      <a:lnTo>
                        <a:pt x="0" y="86"/>
                      </a:lnTo>
                      <a:lnTo>
                        <a:pt x="0" y="90"/>
                      </a:lnTo>
                      <a:lnTo>
                        <a:pt x="4" y="92"/>
                      </a:lnTo>
                      <a:lnTo>
                        <a:pt x="6" y="94"/>
                      </a:lnTo>
                      <a:lnTo>
                        <a:pt x="8" y="94"/>
                      </a:lnTo>
                      <a:lnTo>
                        <a:pt x="10" y="96"/>
                      </a:lnTo>
                      <a:lnTo>
                        <a:pt x="12" y="100"/>
                      </a:lnTo>
                      <a:lnTo>
                        <a:pt x="14" y="104"/>
                      </a:lnTo>
                      <a:lnTo>
                        <a:pt x="14" y="110"/>
                      </a:lnTo>
                      <a:lnTo>
                        <a:pt x="16" y="110"/>
                      </a:lnTo>
                      <a:lnTo>
                        <a:pt x="18" y="112"/>
                      </a:lnTo>
                      <a:lnTo>
                        <a:pt x="20" y="114"/>
                      </a:lnTo>
                      <a:lnTo>
                        <a:pt x="24" y="116"/>
                      </a:lnTo>
                      <a:lnTo>
                        <a:pt x="28" y="116"/>
                      </a:lnTo>
                      <a:lnTo>
                        <a:pt x="30" y="114"/>
                      </a:lnTo>
                      <a:lnTo>
                        <a:pt x="34" y="110"/>
                      </a:lnTo>
                      <a:lnTo>
                        <a:pt x="34" y="110"/>
                      </a:lnTo>
                      <a:lnTo>
                        <a:pt x="34" y="108"/>
                      </a:lnTo>
                      <a:lnTo>
                        <a:pt x="36" y="106"/>
                      </a:lnTo>
                      <a:lnTo>
                        <a:pt x="38" y="106"/>
                      </a:lnTo>
                      <a:lnTo>
                        <a:pt x="42" y="104"/>
                      </a:lnTo>
                      <a:lnTo>
                        <a:pt x="46" y="106"/>
                      </a:lnTo>
                      <a:lnTo>
                        <a:pt x="46" y="106"/>
                      </a:lnTo>
                      <a:lnTo>
                        <a:pt x="48" y="106"/>
                      </a:lnTo>
                      <a:lnTo>
                        <a:pt x="50" y="106"/>
                      </a:lnTo>
                      <a:lnTo>
                        <a:pt x="52" y="104"/>
                      </a:lnTo>
                      <a:lnTo>
                        <a:pt x="54" y="102"/>
                      </a:lnTo>
                      <a:lnTo>
                        <a:pt x="54" y="98"/>
                      </a:lnTo>
                      <a:lnTo>
                        <a:pt x="56" y="92"/>
                      </a:lnTo>
                      <a:lnTo>
                        <a:pt x="56" y="88"/>
                      </a:lnTo>
                      <a:lnTo>
                        <a:pt x="60" y="74"/>
                      </a:lnTo>
                      <a:lnTo>
                        <a:pt x="68" y="60"/>
                      </a:lnTo>
                      <a:lnTo>
                        <a:pt x="82" y="48"/>
                      </a:lnTo>
                      <a:lnTo>
                        <a:pt x="104" y="40"/>
                      </a:lnTo>
                      <a:lnTo>
                        <a:pt x="104" y="32"/>
                      </a:lnTo>
                      <a:lnTo>
                        <a:pt x="104" y="32"/>
                      </a:lnTo>
                      <a:lnTo>
                        <a:pt x="104" y="32"/>
                      </a:lnTo>
                      <a:lnTo>
                        <a:pt x="102" y="30"/>
                      </a:lnTo>
                      <a:lnTo>
                        <a:pt x="98" y="28"/>
                      </a:lnTo>
                      <a:lnTo>
                        <a:pt x="94" y="26"/>
                      </a:lnTo>
                      <a:lnTo>
                        <a:pt x="88" y="20"/>
                      </a:lnTo>
                      <a:lnTo>
                        <a:pt x="88" y="20"/>
                      </a:lnTo>
                      <a:lnTo>
                        <a:pt x="88" y="18"/>
                      </a:lnTo>
                      <a:lnTo>
                        <a:pt x="86" y="16"/>
                      </a:lnTo>
                      <a:lnTo>
                        <a:pt x="84" y="14"/>
                      </a:lnTo>
                      <a:lnTo>
                        <a:pt x="82" y="14"/>
                      </a:lnTo>
                      <a:lnTo>
                        <a:pt x="78" y="14"/>
                      </a:lnTo>
                      <a:lnTo>
                        <a:pt x="76" y="16"/>
                      </a:lnTo>
                      <a:lnTo>
                        <a:pt x="72" y="20"/>
                      </a:lnTo>
                      <a:lnTo>
                        <a:pt x="72" y="20"/>
                      </a:lnTo>
                      <a:lnTo>
                        <a:pt x="70" y="20"/>
                      </a:lnTo>
                      <a:lnTo>
                        <a:pt x="70" y="22"/>
                      </a:lnTo>
                      <a:lnTo>
                        <a:pt x="68" y="22"/>
                      </a:lnTo>
                      <a:lnTo>
                        <a:pt x="66" y="20"/>
                      </a:lnTo>
                      <a:lnTo>
                        <a:pt x="66" y="16"/>
                      </a:lnTo>
                      <a:lnTo>
                        <a:pt x="66" y="16"/>
                      </a:lnTo>
                      <a:lnTo>
                        <a:pt x="64" y="14"/>
                      </a:lnTo>
                      <a:lnTo>
                        <a:pt x="62" y="12"/>
                      </a:lnTo>
                      <a:lnTo>
                        <a:pt x="60" y="10"/>
                      </a:lnTo>
                      <a:lnTo>
                        <a:pt x="58" y="8"/>
                      </a:lnTo>
                      <a:lnTo>
                        <a:pt x="56" y="8"/>
                      </a:lnTo>
                      <a:lnTo>
                        <a:pt x="52" y="8"/>
                      </a:lnTo>
                      <a:lnTo>
                        <a:pt x="50" y="12"/>
                      </a:lnTo>
                      <a:lnTo>
                        <a:pt x="42" y="10"/>
                      </a:lnTo>
                      <a:lnTo>
                        <a:pt x="42" y="10"/>
                      </a:lnTo>
                      <a:lnTo>
                        <a:pt x="44" y="8"/>
                      </a:lnTo>
                      <a:lnTo>
                        <a:pt x="44" y="6"/>
                      </a:lnTo>
                      <a:lnTo>
                        <a:pt x="46" y="4"/>
                      </a:lnTo>
                      <a:lnTo>
                        <a:pt x="46" y="2"/>
                      </a:lnTo>
                      <a:lnTo>
                        <a:pt x="46" y="0"/>
                      </a:lnTo>
                      <a:lnTo>
                        <a:pt x="42" y="0"/>
                      </a:lnTo>
                      <a:lnTo>
                        <a:pt x="40" y="0"/>
                      </a:lnTo>
                      <a:lnTo>
                        <a:pt x="34" y="2"/>
                      </a:lnTo>
                      <a:lnTo>
                        <a:pt x="30" y="4"/>
                      </a:lnTo>
                      <a:lnTo>
                        <a:pt x="28" y="6"/>
                      </a:lnTo>
                      <a:lnTo>
                        <a:pt x="26" y="8"/>
                      </a:lnTo>
                      <a:lnTo>
                        <a:pt x="26" y="10"/>
                      </a:lnTo>
                      <a:lnTo>
                        <a:pt x="26" y="10"/>
                      </a:lnTo>
                      <a:lnTo>
                        <a:pt x="26" y="10"/>
                      </a:lnTo>
                      <a:lnTo>
                        <a:pt x="24" y="10"/>
                      </a:lnTo>
                      <a:lnTo>
                        <a:pt x="22" y="10"/>
                      </a:lnTo>
                      <a:lnTo>
                        <a:pt x="20" y="10"/>
                      </a:lnTo>
                      <a:lnTo>
                        <a:pt x="18" y="10"/>
                      </a:lnTo>
                      <a:lnTo>
                        <a:pt x="16" y="12"/>
                      </a:lnTo>
                      <a:lnTo>
                        <a:pt x="16" y="14"/>
                      </a:lnTo>
                      <a:lnTo>
                        <a:pt x="14" y="18"/>
                      </a:lnTo>
                      <a:lnTo>
                        <a:pt x="14" y="24"/>
                      </a:lnTo>
                      <a:lnTo>
                        <a:pt x="16" y="26"/>
                      </a:lnTo>
                      <a:lnTo>
                        <a:pt x="16" y="28"/>
                      </a:lnTo>
                      <a:lnTo>
                        <a:pt x="18" y="30"/>
                      </a:lnTo>
                      <a:lnTo>
                        <a:pt x="18" y="34"/>
                      </a:lnTo>
                      <a:lnTo>
                        <a:pt x="18" y="36"/>
                      </a:lnTo>
                      <a:lnTo>
                        <a:pt x="16" y="40"/>
                      </a:lnTo>
                      <a:lnTo>
                        <a:pt x="16" y="40"/>
                      </a:lnTo>
                      <a:lnTo>
                        <a:pt x="14" y="44"/>
                      </a:lnTo>
                      <a:lnTo>
                        <a:pt x="12" y="48"/>
                      </a:lnTo>
                      <a:lnTo>
                        <a:pt x="8" y="54"/>
                      </a:lnTo>
                      <a:lnTo>
                        <a:pt x="6" y="64"/>
                      </a:lnTo>
                      <a:lnTo>
                        <a:pt x="4" y="8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09" name="Freeform 537">
                  <a:extLst>
                    <a:ext uri="{FF2B5EF4-FFF2-40B4-BE49-F238E27FC236}">
                      <a16:creationId xmlns:a16="http://schemas.microsoft.com/office/drawing/2014/main" id="{6ECD191E-0898-2DCB-92A4-25519BE21631}"/>
                    </a:ext>
                  </a:extLst>
                </p:cNvPr>
                <p:cNvSpPr/>
                <p:nvPr/>
              </p:nvSpPr>
              <p:spPr bwMode="gray">
                <a:xfrm>
                  <a:off x="6522648" y="2100969"/>
                  <a:ext cx="429524" cy="344128"/>
                </a:xfrm>
                <a:custGeom>
                  <a:avLst/>
                  <a:gdLst>
                    <a:gd name="T0" fmla="*/ 32 w 232"/>
                    <a:gd name="T1" fmla="*/ 76 h 186"/>
                    <a:gd name="T2" fmla="*/ 44 w 232"/>
                    <a:gd name="T3" fmla="*/ 74 h 186"/>
                    <a:gd name="T4" fmla="*/ 46 w 232"/>
                    <a:gd name="T5" fmla="*/ 78 h 186"/>
                    <a:gd name="T6" fmla="*/ 36 w 232"/>
                    <a:gd name="T7" fmla="*/ 86 h 186"/>
                    <a:gd name="T8" fmla="*/ 24 w 232"/>
                    <a:gd name="T9" fmla="*/ 86 h 186"/>
                    <a:gd name="T10" fmla="*/ 10 w 232"/>
                    <a:gd name="T11" fmla="*/ 88 h 186"/>
                    <a:gd name="T12" fmla="*/ 8 w 232"/>
                    <a:gd name="T13" fmla="*/ 100 h 186"/>
                    <a:gd name="T14" fmla="*/ 20 w 232"/>
                    <a:gd name="T15" fmla="*/ 104 h 186"/>
                    <a:gd name="T16" fmla="*/ 54 w 232"/>
                    <a:gd name="T17" fmla="*/ 104 h 186"/>
                    <a:gd name="T18" fmla="*/ 86 w 232"/>
                    <a:gd name="T19" fmla="*/ 114 h 186"/>
                    <a:gd name="T20" fmla="*/ 86 w 232"/>
                    <a:gd name="T21" fmla="*/ 124 h 186"/>
                    <a:gd name="T22" fmla="*/ 76 w 232"/>
                    <a:gd name="T23" fmla="*/ 132 h 186"/>
                    <a:gd name="T24" fmla="*/ 64 w 232"/>
                    <a:gd name="T25" fmla="*/ 128 h 186"/>
                    <a:gd name="T26" fmla="*/ 42 w 232"/>
                    <a:gd name="T27" fmla="*/ 132 h 186"/>
                    <a:gd name="T28" fmla="*/ 32 w 232"/>
                    <a:gd name="T29" fmla="*/ 130 h 186"/>
                    <a:gd name="T30" fmla="*/ 22 w 232"/>
                    <a:gd name="T31" fmla="*/ 138 h 186"/>
                    <a:gd name="T32" fmla="*/ 24 w 232"/>
                    <a:gd name="T33" fmla="*/ 148 h 186"/>
                    <a:gd name="T34" fmla="*/ 48 w 232"/>
                    <a:gd name="T35" fmla="*/ 160 h 186"/>
                    <a:gd name="T36" fmla="*/ 62 w 232"/>
                    <a:gd name="T37" fmla="*/ 168 h 186"/>
                    <a:gd name="T38" fmla="*/ 76 w 232"/>
                    <a:gd name="T39" fmla="*/ 184 h 186"/>
                    <a:gd name="T40" fmla="*/ 146 w 232"/>
                    <a:gd name="T41" fmla="*/ 162 h 186"/>
                    <a:gd name="T42" fmla="*/ 160 w 232"/>
                    <a:gd name="T43" fmla="*/ 162 h 186"/>
                    <a:gd name="T44" fmla="*/ 176 w 232"/>
                    <a:gd name="T45" fmla="*/ 170 h 186"/>
                    <a:gd name="T46" fmla="*/ 184 w 232"/>
                    <a:gd name="T47" fmla="*/ 170 h 186"/>
                    <a:gd name="T48" fmla="*/ 190 w 232"/>
                    <a:gd name="T49" fmla="*/ 170 h 186"/>
                    <a:gd name="T50" fmla="*/ 202 w 232"/>
                    <a:gd name="T51" fmla="*/ 168 h 186"/>
                    <a:gd name="T52" fmla="*/ 210 w 232"/>
                    <a:gd name="T53" fmla="*/ 160 h 186"/>
                    <a:gd name="T54" fmla="*/ 208 w 232"/>
                    <a:gd name="T55" fmla="*/ 154 h 186"/>
                    <a:gd name="T56" fmla="*/ 196 w 232"/>
                    <a:gd name="T57" fmla="*/ 152 h 186"/>
                    <a:gd name="T58" fmla="*/ 196 w 232"/>
                    <a:gd name="T59" fmla="*/ 146 h 186"/>
                    <a:gd name="T60" fmla="*/ 208 w 232"/>
                    <a:gd name="T61" fmla="*/ 142 h 186"/>
                    <a:gd name="T62" fmla="*/ 226 w 232"/>
                    <a:gd name="T63" fmla="*/ 142 h 186"/>
                    <a:gd name="T64" fmla="*/ 232 w 232"/>
                    <a:gd name="T65" fmla="*/ 138 h 186"/>
                    <a:gd name="T66" fmla="*/ 226 w 232"/>
                    <a:gd name="T67" fmla="*/ 126 h 186"/>
                    <a:gd name="T68" fmla="*/ 202 w 232"/>
                    <a:gd name="T69" fmla="*/ 116 h 186"/>
                    <a:gd name="T70" fmla="*/ 174 w 232"/>
                    <a:gd name="T71" fmla="*/ 78 h 186"/>
                    <a:gd name="T72" fmla="*/ 166 w 232"/>
                    <a:gd name="T73" fmla="*/ 28 h 186"/>
                    <a:gd name="T74" fmla="*/ 148 w 232"/>
                    <a:gd name="T75" fmla="*/ 20 h 186"/>
                    <a:gd name="T76" fmla="*/ 140 w 232"/>
                    <a:gd name="T77" fmla="*/ 36 h 186"/>
                    <a:gd name="T78" fmla="*/ 124 w 232"/>
                    <a:gd name="T79" fmla="*/ 22 h 186"/>
                    <a:gd name="T80" fmla="*/ 116 w 232"/>
                    <a:gd name="T81" fmla="*/ 18 h 186"/>
                    <a:gd name="T82" fmla="*/ 106 w 232"/>
                    <a:gd name="T83" fmla="*/ 30 h 186"/>
                    <a:gd name="T84" fmla="*/ 96 w 232"/>
                    <a:gd name="T85" fmla="*/ 20 h 186"/>
                    <a:gd name="T86" fmla="*/ 86 w 232"/>
                    <a:gd name="T87" fmla="*/ 6 h 186"/>
                    <a:gd name="T88" fmla="*/ 80 w 232"/>
                    <a:gd name="T89" fmla="*/ 16 h 186"/>
                    <a:gd name="T90" fmla="*/ 78 w 232"/>
                    <a:gd name="T91" fmla="*/ 32 h 186"/>
                    <a:gd name="T92" fmla="*/ 66 w 232"/>
                    <a:gd name="T93" fmla="*/ 32 h 186"/>
                    <a:gd name="T94" fmla="*/ 62 w 232"/>
                    <a:gd name="T95" fmla="*/ 14 h 186"/>
                    <a:gd name="T96" fmla="*/ 64 w 232"/>
                    <a:gd name="T97" fmla="*/ 4 h 186"/>
                    <a:gd name="T98" fmla="*/ 54 w 232"/>
                    <a:gd name="T99" fmla="*/ 0 h 186"/>
                    <a:gd name="T100" fmla="*/ 14 w 232"/>
                    <a:gd name="T101" fmla="*/ 24 h 186"/>
                    <a:gd name="T102" fmla="*/ 8 w 232"/>
                    <a:gd name="T103" fmla="*/ 44 h 186"/>
                    <a:gd name="T104" fmla="*/ 2 w 232"/>
                    <a:gd name="T105" fmla="*/ 56 h 186"/>
                    <a:gd name="T106" fmla="*/ 0 w 232"/>
                    <a:gd name="T107" fmla="*/ 64 h 186"/>
                    <a:gd name="T108" fmla="*/ 10 w 232"/>
                    <a:gd name="T109" fmla="*/ 7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32" h="186">
                      <a:moveTo>
                        <a:pt x="24" y="74"/>
                      </a:moveTo>
                      <a:lnTo>
                        <a:pt x="24" y="76"/>
                      </a:lnTo>
                      <a:lnTo>
                        <a:pt x="28" y="76"/>
                      </a:lnTo>
                      <a:lnTo>
                        <a:pt x="32" y="76"/>
                      </a:lnTo>
                      <a:lnTo>
                        <a:pt x="36" y="76"/>
                      </a:lnTo>
                      <a:lnTo>
                        <a:pt x="40" y="76"/>
                      </a:lnTo>
                      <a:lnTo>
                        <a:pt x="42" y="74"/>
                      </a:lnTo>
                      <a:lnTo>
                        <a:pt x="44" y="74"/>
                      </a:lnTo>
                      <a:lnTo>
                        <a:pt x="44" y="74"/>
                      </a:lnTo>
                      <a:lnTo>
                        <a:pt x="46" y="74"/>
                      </a:lnTo>
                      <a:lnTo>
                        <a:pt x="46" y="76"/>
                      </a:lnTo>
                      <a:lnTo>
                        <a:pt x="46" y="78"/>
                      </a:lnTo>
                      <a:lnTo>
                        <a:pt x="46" y="80"/>
                      </a:lnTo>
                      <a:lnTo>
                        <a:pt x="44" y="84"/>
                      </a:lnTo>
                      <a:lnTo>
                        <a:pt x="42" y="86"/>
                      </a:lnTo>
                      <a:lnTo>
                        <a:pt x="36" y="86"/>
                      </a:lnTo>
                      <a:lnTo>
                        <a:pt x="30" y="88"/>
                      </a:lnTo>
                      <a:lnTo>
                        <a:pt x="28" y="88"/>
                      </a:lnTo>
                      <a:lnTo>
                        <a:pt x="26" y="86"/>
                      </a:lnTo>
                      <a:lnTo>
                        <a:pt x="24" y="86"/>
                      </a:lnTo>
                      <a:lnTo>
                        <a:pt x="20" y="86"/>
                      </a:lnTo>
                      <a:lnTo>
                        <a:pt x="16" y="86"/>
                      </a:lnTo>
                      <a:lnTo>
                        <a:pt x="14" y="86"/>
                      </a:lnTo>
                      <a:lnTo>
                        <a:pt x="10" y="88"/>
                      </a:lnTo>
                      <a:lnTo>
                        <a:pt x="8" y="90"/>
                      </a:lnTo>
                      <a:lnTo>
                        <a:pt x="8" y="94"/>
                      </a:lnTo>
                      <a:lnTo>
                        <a:pt x="8" y="100"/>
                      </a:lnTo>
                      <a:lnTo>
                        <a:pt x="8" y="100"/>
                      </a:lnTo>
                      <a:lnTo>
                        <a:pt x="8" y="102"/>
                      </a:lnTo>
                      <a:lnTo>
                        <a:pt x="10" y="102"/>
                      </a:lnTo>
                      <a:lnTo>
                        <a:pt x="14" y="104"/>
                      </a:lnTo>
                      <a:lnTo>
                        <a:pt x="20" y="104"/>
                      </a:lnTo>
                      <a:lnTo>
                        <a:pt x="26" y="106"/>
                      </a:lnTo>
                      <a:lnTo>
                        <a:pt x="36" y="106"/>
                      </a:lnTo>
                      <a:lnTo>
                        <a:pt x="42" y="104"/>
                      </a:lnTo>
                      <a:lnTo>
                        <a:pt x="54" y="104"/>
                      </a:lnTo>
                      <a:lnTo>
                        <a:pt x="68" y="104"/>
                      </a:lnTo>
                      <a:lnTo>
                        <a:pt x="80" y="106"/>
                      </a:lnTo>
                      <a:lnTo>
                        <a:pt x="86" y="112"/>
                      </a:lnTo>
                      <a:lnTo>
                        <a:pt x="86" y="114"/>
                      </a:lnTo>
                      <a:lnTo>
                        <a:pt x="86" y="114"/>
                      </a:lnTo>
                      <a:lnTo>
                        <a:pt x="86" y="118"/>
                      </a:lnTo>
                      <a:lnTo>
                        <a:pt x="86" y="122"/>
                      </a:lnTo>
                      <a:lnTo>
                        <a:pt x="86" y="124"/>
                      </a:lnTo>
                      <a:lnTo>
                        <a:pt x="84" y="128"/>
                      </a:lnTo>
                      <a:lnTo>
                        <a:pt x="82" y="130"/>
                      </a:lnTo>
                      <a:lnTo>
                        <a:pt x="80" y="132"/>
                      </a:lnTo>
                      <a:lnTo>
                        <a:pt x="76" y="132"/>
                      </a:lnTo>
                      <a:lnTo>
                        <a:pt x="70" y="130"/>
                      </a:lnTo>
                      <a:lnTo>
                        <a:pt x="70" y="130"/>
                      </a:lnTo>
                      <a:lnTo>
                        <a:pt x="68" y="128"/>
                      </a:lnTo>
                      <a:lnTo>
                        <a:pt x="64" y="128"/>
                      </a:lnTo>
                      <a:lnTo>
                        <a:pt x="60" y="128"/>
                      </a:lnTo>
                      <a:lnTo>
                        <a:pt x="56" y="128"/>
                      </a:lnTo>
                      <a:lnTo>
                        <a:pt x="50" y="130"/>
                      </a:lnTo>
                      <a:lnTo>
                        <a:pt x="42" y="132"/>
                      </a:lnTo>
                      <a:lnTo>
                        <a:pt x="40" y="132"/>
                      </a:lnTo>
                      <a:lnTo>
                        <a:pt x="38" y="130"/>
                      </a:lnTo>
                      <a:lnTo>
                        <a:pt x="36" y="130"/>
                      </a:lnTo>
                      <a:lnTo>
                        <a:pt x="32" y="130"/>
                      </a:lnTo>
                      <a:lnTo>
                        <a:pt x="30" y="130"/>
                      </a:lnTo>
                      <a:lnTo>
                        <a:pt x="26" y="132"/>
                      </a:lnTo>
                      <a:lnTo>
                        <a:pt x="24" y="134"/>
                      </a:lnTo>
                      <a:lnTo>
                        <a:pt x="22" y="138"/>
                      </a:lnTo>
                      <a:lnTo>
                        <a:pt x="20" y="142"/>
                      </a:lnTo>
                      <a:lnTo>
                        <a:pt x="20" y="144"/>
                      </a:lnTo>
                      <a:lnTo>
                        <a:pt x="22" y="146"/>
                      </a:lnTo>
                      <a:lnTo>
                        <a:pt x="24" y="148"/>
                      </a:lnTo>
                      <a:lnTo>
                        <a:pt x="26" y="152"/>
                      </a:lnTo>
                      <a:lnTo>
                        <a:pt x="32" y="154"/>
                      </a:lnTo>
                      <a:lnTo>
                        <a:pt x="40" y="158"/>
                      </a:lnTo>
                      <a:lnTo>
                        <a:pt x="48" y="160"/>
                      </a:lnTo>
                      <a:lnTo>
                        <a:pt x="50" y="162"/>
                      </a:lnTo>
                      <a:lnTo>
                        <a:pt x="52" y="162"/>
                      </a:lnTo>
                      <a:lnTo>
                        <a:pt x="58" y="166"/>
                      </a:lnTo>
                      <a:lnTo>
                        <a:pt x="62" y="168"/>
                      </a:lnTo>
                      <a:lnTo>
                        <a:pt x="66" y="174"/>
                      </a:lnTo>
                      <a:lnTo>
                        <a:pt x="68" y="178"/>
                      </a:lnTo>
                      <a:lnTo>
                        <a:pt x="70" y="186"/>
                      </a:lnTo>
                      <a:lnTo>
                        <a:pt x="76" y="184"/>
                      </a:lnTo>
                      <a:lnTo>
                        <a:pt x="90" y="182"/>
                      </a:lnTo>
                      <a:lnTo>
                        <a:pt x="110" y="178"/>
                      </a:lnTo>
                      <a:lnTo>
                        <a:pt x="130" y="170"/>
                      </a:lnTo>
                      <a:lnTo>
                        <a:pt x="146" y="162"/>
                      </a:lnTo>
                      <a:lnTo>
                        <a:pt x="148" y="162"/>
                      </a:lnTo>
                      <a:lnTo>
                        <a:pt x="150" y="162"/>
                      </a:lnTo>
                      <a:lnTo>
                        <a:pt x="154" y="162"/>
                      </a:lnTo>
                      <a:lnTo>
                        <a:pt x="160" y="162"/>
                      </a:lnTo>
                      <a:lnTo>
                        <a:pt x="164" y="162"/>
                      </a:lnTo>
                      <a:lnTo>
                        <a:pt x="170" y="164"/>
                      </a:lnTo>
                      <a:lnTo>
                        <a:pt x="174" y="168"/>
                      </a:lnTo>
                      <a:lnTo>
                        <a:pt x="176" y="170"/>
                      </a:lnTo>
                      <a:lnTo>
                        <a:pt x="178" y="172"/>
                      </a:lnTo>
                      <a:lnTo>
                        <a:pt x="180" y="172"/>
                      </a:lnTo>
                      <a:lnTo>
                        <a:pt x="182" y="172"/>
                      </a:lnTo>
                      <a:lnTo>
                        <a:pt x="184" y="170"/>
                      </a:lnTo>
                      <a:lnTo>
                        <a:pt x="186" y="168"/>
                      </a:lnTo>
                      <a:lnTo>
                        <a:pt x="188" y="168"/>
                      </a:lnTo>
                      <a:lnTo>
                        <a:pt x="188" y="168"/>
                      </a:lnTo>
                      <a:lnTo>
                        <a:pt x="190" y="170"/>
                      </a:lnTo>
                      <a:lnTo>
                        <a:pt x="192" y="172"/>
                      </a:lnTo>
                      <a:lnTo>
                        <a:pt x="194" y="172"/>
                      </a:lnTo>
                      <a:lnTo>
                        <a:pt x="198" y="170"/>
                      </a:lnTo>
                      <a:lnTo>
                        <a:pt x="202" y="168"/>
                      </a:lnTo>
                      <a:lnTo>
                        <a:pt x="208" y="164"/>
                      </a:lnTo>
                      <a:lnTo>
                        <a:pt x="208" y="164"/>
                      </a:lnTo>
                      <a:lnTo>
                        <a:pt x="210" y="162"/>
                      </a:lnTo>
                      <a:lnTo>
                        <a:pt x="210" y="160"/>
                      </a:lnTo>
                      <a:lnTo>
                        <a:pt x="210" y="158"/>
                      </a:lnTo>
                      <a:lnTo>
                        <a:pt x="210" y="158"/>
                      </a:lnTo>
                      <a:lnTo>
                        <a:pt x="210" y="156"/>
                      </a:lnTo>
                      <a:lnTo>
                        <a:pt x="208" y="154"/>
                      </a:lnTo>
                      <a:lnTo>
                        <a:pt x="204" y="154"/>
                      </a:lnTo>
                      <a:lnTo>
                        <a:pt x="198" y="154"/>
                      </a:lnTo>
                      <a:lnTo>
                        <a:pt x="198" y="152"/>
                      </a:lnTo>
                      <a:lnTo>
                        <a:pt x="196" y="152"/>
                      </a:lnTo>
                      <a:lnTo>
                        <a:pt x="194" y="150"/>
                      </a:lnTo>
                      <a:lnTo>
                        <a:pt x="194" y="148"/>
                      </a:lnTo>
                      <a:lnTo>
                        <a:pt x="194" y="148"/>
                      </a:lnTo>
                      <a:lnTo>
                        <a:pt x="196" y="146"/>
                      </a:lnTo>
                      <a:lnTo>
                        <a:pt x="200" y="144"/>
                      </a:lnTo>
                      <a:lnTo>
                        <a:pt x="200" y="144"/>
                      </a:lnTo>
                      <a:lnTo>
                        <a:pt x="204" y="144"/>
                      </a:lnTo>
                      <a:lnTo>
                        <a:pt x="208" y="142"/>
                      </a:lnTo>
                      <a:lnTo>
                        <a:pt x="212" y="142"/>
                      </a:lnTo>
                      <a:lnTo>
                        <a:pt x="218" y="140"/>
                      </a:lnTo>
                      <a:lnTo>
                        <a:pt x="222" y="142"/>
                      </a:lnTo>
                      <a:lnTo>
                        <a:pt x="226" y="142"/>
                      </a:lnTo>
                      <a:lnTo>
                        <a:pt x="226" y="142"/>
                      </a:lnTo>
                      <a:lnTo>
                        <a:pt x="228" y="142"/>
                      </a:lnTo>
                      <a:lnTo>
                        <a:pt x="230" y="140"/>
                      </a:lnTo>
                      <a:lnTo>
                        <a:pt x="232" y="138"/>
                      </a:lnTo>
                      <a:lnTo>
                        <a:pt x="232" y="134"/>
                      </a:lnTo>
                      <a:lnTo>
                        <a:pt x="232" y="132"/>
                      </a:lnTo>
                      <a:lnTo>
                        <a:pt x="230" y="128"/>
                      </a:lnTo>
                      <a:lnTo>
                        <a:pt x="226" y="126"/>
                      </a:lnTo>
                      <a:lnTo>
                        <a:pt x="220" y="124"/>
                      </a:lnTo>
                      <a:lnTo>
                        <a:pt x="216" y="122"/>
                      </a:lnTo>
                      <a:lnTo>
                        <a:pt x="210" y="118"/>
                      </a:lnTo>
                      <a:lnTo>
                        <a:pt x="202" y="116"/>
                      </a:lnTo>
                      <a:lnTo>
                        <a:pt x="186" y="114"/>
                      </a:lnTo>
                      <a:lnTo>
                        <a:pt x="184" y="110"/>
                      </a:lnTo>
                      <a:lnTo>
                        <a:pt x="178" y="98"/>
                      </a:lnTo>
                      <a:lnTo>
                        <a:pt x="174" y="78"/>
                      </a:lnTo>
                      <a:lnTo>
                        <a:pt x="174" y="52"/>
                      </a:lnTo>
                      <a:lnTo>
                        <a:pt x="172" y="48"/>
                      </a:lnTo>
                      <a:lnTo>
                        <a:pt x="170" y="38"/>
                      </a:lnTo>
                      <a:lnTo>
                        <a:pt x="166" y="28"/>
                      </a:lnTo>
                      <a:lnTo>
                        <a:pt x="160" y="20"/>
                      </a:lnTo>
                      <a:lnTo>
                        <a:pt x="150" y="18"/>
                      </a:lnTo>
                      <a:lnTo>
                        <a:pt x="150" y="18"/>
                      </a:lnTo>
                      <a:lnTo>
                        <a:pt x="148" y="20"/>
                      </a:lnTo>
                      <a:lnTo>
                        <a:pt x="146" y="24"/>
                      </a:lnTo>
                      <a:lnTo>
                        <a:pt x="142" y="28"/>
                      </a:lnTo>
                      <a:lnTo>
                        <a:pt x="140" y="32"/>
                      </a:lnTo>
                      <a:lnTo>
                        <a:pt x="140" y="36"/>
                      </a:lnTo>
                      <a:lnTo>
                        <a:pt x="140" y="42"/>
                      </a:lnTo>
                      <a:lnTo>
                        <a:pt x="126" y="24"/>
                      </a:lnTo>
                      <a:lnTo>
                        <a:pt x="126" y="22"/>
                      </a:lnTo>
                      <a:lnTo>
                        <a:pt x="124" y="22"/>
                      </a:lnTo>
                      <a:lnTo>
                        <a:pt x="122" y="20"/>
                      </a:lnTo>
                      <a:lnTo>
                        <a:pt x="120" y="18"/>
                      </a:lnTo>
                      <a:lnTo>
                        <a:pt x="118" y="16"/>
                      </a:lnTo>
                      <a:lnTo>
                        <a:pt x="116" y="18"/>
                      </a:lnTo>
                      <a:lnTo>
                        <a:pt x="112" y="20"/>
                      </a:lnTo>
                      <a:lnTo>
                        <a:pt x="110" y="24"/>
                      </a:lnTo>
                      <a:lnTo>
                        <a:pt x="108" y="28"/>
                      </a:lnTo>
                      <a:lnTo>
                        <a:pt x="106" y="30"/>
                      </a:lnTo>
                      <a:lnTo>
                        <a:pt x="104" y="32"/>
                      </a:lnTo>
                      <a:lnTo>
                        <a:pt x="100" y="30"/>
                      </a:lnTo>
                      <a:lnTo>
                        <a:pt x="98" y="26"/>
                      </a:lnTo>
                      <a:lnTo>
                        <a:pt x="96" y="20"/>
                      </a:lnTo>
                      <a:lnTo>
                        <a:pt x="94" y="16"/>
                      </a:lnTo>
                      <a:lnTo>
                        <a:pt x="90" y="12"/>
                      </a:lnTo>
                      <a:lnTo>
                        <a:pt x="88" y="8"/>
                      </a:lnTo>
                      <a:lnTo>
                        <a:pt x="86" y="6"/>
                      </a:lnTo>
                      <a:lnTo>
                        <a:pt x="84" y="6"/>
                      </a:lnTo>
                      <a:lnTo>
                        <a:pt x="82" y="8"/>
                      </a:lnTo>
                      <a:lnTo>
                        <a:pt x="80" y="10"/>
                      </a:lnTo>
                      <a:lnTo>
                        <a:pt x="80" y="16"/>
                      </a:lnTo>
                      <a:lnTo>
                        <a:pt x="80" y="20"/>
                      </a:lnTo>
                      <a:lnTo>
                        <a:pt x="80" y="24"/>
                      </a:lnTo>
                      <a:lnTo>
                        <a:pt x="80" y="28"/>
                      </a:lnTo>
                      <a:lnTo>
                        <a:pt x="78" y="32"/>
                      </a:lnTo>
                      <a:lnTo>
                        <a:pt x="76" y="34"/>
                      </a:lnTo>
                      <a:lnTo>
                        <a:pt x="74" y="34"/>
                      </a:lnTo>
                      <a:lnTo>
                        <a:pt x="70" y="34"/>
                      </a:lnTo>
                      <a:lnTo>
                        <a:pt x="66" y="32"/>
                      </a:lnTo>
                      <a:lnTo>
                        <a:pt x="64" y="28"/>
                      </a:lnTo>
                      <a:lnTo>
                        <a:pt x="62" y="24"/>
                      </a:lnTo>
                      <a:lnTo>
                        <a:pt x="62" y="18"/>
                      </a:lnTo>
                      <a:lnTo>
                        <a:pt x="62" y="14"/>
                      </a:lnTo>
                      <a:lnTo>
                        <a:pt x="64" y="10"/>
                      </a:lnTo>
                      <a:lnTo>
                        <a:pt x="64" y="6"/>
                      </a:lnTo>
                      <a:lnTo>
                        <a:pt x="64" y="6"/>
                      </a:lnTo>
                      <a:lnTo>
                        <a:pt x="64" y="4"/>
                      </a:lnTo>
                      <a:lnTo>
                        <a:pt x="62" y="2"/>
                      </a:lnTo>
                      <a:lnTo>
                        <a:pt x="60" y="0"/>
                      </a:lnTo>
                      <a:lnTo>
                        <a:pt x="58" y="0"/>
                      </a:lnTo>
                      <a:lnTo>
                        <a:pt x="54" y="0"/>
                      </a:lnTo>
                      <a:lnTo>
                        <a:pt x="50" y="2"/>
                      </a:lnTo>
                      <a:lnTo>
                        <a:pt x="40" y="8"/>
                      </a:lnTo>
                      <a:lnTo>
                        <a:pt x="26" y="16"/>
                      </a:lnTo>
                      <a:lnTo>
                        <a:pt x="14" y="24"/>
                      </a:lnTo>
                      <a:lnTo>
                        <a:pt x="8" y="36"/>
                      </a:lnTo>
                      <a:lnTo>
                        <a:pt x="8" y="36"/>
                      </a:lnTo>
                      <a:lnTo>
                        <a:pt x="8" y="40"/>
                      </a:lnTo>
                      <a:lnTo>
                        <a:pt x="8" y="44"/>
                      </a:lnTo>
                      <a:lnTo>
                        <a:pt x="6" y="48"/>
                      </a:lnTo>
                      <a:lnTo>
                        <a:pt x="6" y="52"/>
                      </a:lnTo>
                      <a:lnTo>
                        <a:pt x="2" y="56"/>
                      </a:lnTo>
                      <a:lnTo>
                        <a:pt x="2" y="56"/>
                      </a:lnTo>
                      <a:lnTo>
                        <a:pt x="2" y="58"/>
                      </a:lnTo>
                      <a:lnTo>
                        <a:pt x="0" y="60"/>
                      </a:lnTo>
                      <a:lnTo>
                        <a:pt x="0" y="62"/>
                      </a:lnTo>
                      <a:lnTo>
                        <a:pt x="0" y="64"/>
                      </a:lnTo>
                      <a:lnTo>
                        <a:pt x="0" y="68"/>
                      </a:lnTo>
                      <a:lnTo>
                        <a:pt x="2" y="70"/>
                      </a:lnTo>
                      <a:lnTo>
                        <a:pt x="6" y="72"/>
                      </a:lnTo>
                      <a:lnTo>
                        <a:pt x="10" y="74"/>
                      </a:lnTo>
                      <a:lnTo>
                        <a:pt x="16" y="74"/>
                      </a:lnTo>
                      <a:lnTo>
                        <a:pt x="24" y="74"/>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10" name="Freeform 538">
                  <a:extLst>
                    <a:ext uri="{FF2B5EF4-FFF2-40B4-BE49-F238E27FC236}">
                      <a16:creationId xmlns:a16="http://schemas.microsoft.com/office/drawing/2014/main" id="{229B67EC-CB67-5725-1F45-E1D39FA1C4FB}"/>
                    </a:ext>
                  </a:extLst>
                </p:cNvPr>
                <p:cNvSpPr/>
                <p:nvPr/>
              </p:nvSpPr>
              <p:spPr bwMode="gray">
                <a:xfrm>
                  <a:off x="6537459" y="1705037"/>
                  <a:ext cx="218465" cy="166513"/>
                </a:xfrm>
                <a:custGeom>
                  <a:avLst/>
                  <a:gdLst>
                    <a:gd name="T0" fmla="*/ 58 w 118"/>
                    <a:gd name="T1" fmla="*/ 22 h 90"/>
                    <a:gd name="T2" fmla="*/ 44 w 118"/>
                    <a:gd name="T3" fmla="*/ 40 h 90"/>
                    <a:gd name="T4" fmla="*/ 26 w 118"/>
                    <a:gd name="T5" fmla="*/ 60 h 90"/>
                    <a:gd name="T6" fmla="*/ 14 w 118"/>
                    <a:gd name="T7" fmla="*/ 66 h 90"/>
                    <a:gd name="T8" fmla="*/ 8 w 118"/>
                    <a:gd name="T9" fmla="*/ 68 h 90"/>
                    <a:gd name="T10" fmla="*/ 2 w 118"/>
                    <a:gd name="T11" fmla="*/ 68 h 90"/>
                    <a:gd name="T12" fmla="*/ 0 w 118"/>
                    <a:gd name="T13" fmla="*/ 72 h 90"/>
                    <a:gd name="T14" fmla="*/ 2 w 118"/>
                    <a:gd name="T15" fmla="*/ 76 h 90"/>
                    <a:gd name="T16" fmla="*/ 10 w 118"/>
                    <a:gd name="T17" fmla="*/ 84 h 90"/>
                    <a:gd name="T18" fmla="*/ 28 w 118"/>
                    <a:gd name="T19" fmla="*/ 90 h 90"/>
                    <a:gd name="T20" fmla="*/ 40 w 118"/>
                    <a:gd name="T21" fmla="*/ 86 h 90"/>
                    <a:gd name="T22" fmla="*/ 44 w 118"/>
                    <a:gd name="T23" fmla="*/ 88 h 90"/>
                    <a:gd name="T24" fmla="*/ 50 w 118"/>
                    <a:gd name="T25" fmla="*/ 90 h 90"/>
                    <a:gd name="T26" fmla="*/ 58 w 118"/>
                    <a:gd name="T27" fmla="*/ 88 h 90"/>
                    <a:gd name="T28" fmla="*/ 62 w 118"/>
                    <a:gd name="T29" fmla="*/ 82 h 90"/>
                    <a:gd name="T30" fmla="*/ 70 w 118"/>
                    <a:gd name="T31" fmla="*/ 74 h 90"/>
                    <a:gd name="T32" fmla="*/ 76 w 118"/>
                    <a:gd name="T33" fmla="*/ 64 h 90"/>
                    <a:gd name="T34" fmla="*/ 78 w 118"/>
                    <a:gd name="T35" fmla="*/ 58 h 90"/>
                    <a:gd name="T36" fmla="*/ 84 w 118"/>
                    <a:gd name="T37" fmla="*/ 62 h 90"/>
                    <a:gd name="T38" fmla="*/ 92 w 118"/>
                    <a:gd name="T39" fmla="*/ 64 h 90"/>
                    <a:gd name="T40" fmla="*/ 102 w 118"/>
                    <a:gd name="T41" fmla="*/ 56 h 90"/>
                    <a:gd name="T42" fmla="*/ 104 w 118"/>
                    <a:gd name="T43" fmla="*/ 54 h 90"/>
                    <a:gd name="T44" fmla="*/ 106 w 118"/>
                    <a:gd name="T45" fmla="*/ 48 h 90"/>
                    <a:gd name="T46" fmla="*/ 106 w 118"/>
                    <a:gd name="T47" fmla="*/ 44 h 90"/>
                    <a:gd name="T48" fmla="*/ 104 w 118"/>
                    <a:gd name="T49" fmla="*/ 42 h 90"/>
                    <a:gd name="T50" fmla="*/ 106 w 118"/>
                    <a:gd name="T51" fmla="*/ 38 h 90"/>
                    <a:gd name="T52" fmla="*/ 110 w 118"/>
                    <a:gd name="T53" fmla="*/ 30 h 90"/>
                    <a:gd name="T54" fmla="*/ 108 w 118"/>
                    <a:gd name="T55" fmla="*/ 26 h 90"/>
                    <a:gd name="T56" fmla="*/ 108 w 118"/>
                    <a:gd name="T57" fmla="*/ 22 h 90"/>
                    <a:gd name="T58" fmla="*/ 112 w 118"/>
                    <a:gd name="T59" fmla="*/ 16 h 90"/>
                    <a:gd name="T60" fmla="*/ 116 w 118"/>
                    <a:gd name="T61" fmla="*/ 14 h 90"/>
                    <a:gd name="T62" fmla="*/ 116 w 118"/>
                    <a:gd name="T63" fmla="*/ 12 h 90"/>
                    <a:gd name="T64" fmla="*/ 110 w 118"/>
                    <a:gd name="T65" fmla="*/ 6 h 90"/>
                    <a:gd name="T66" fmla="*/ 104 w 118"/>
                    <a:gd name="T67" fmla="*/ 2 h 90"/>
                    <a:gd name="T68" fmla="*/ 100 w 118"/>
                    <a:gd name="T69" fmla="*/ 0 h 90"/>
                    <a:gd name="T70" fmla="*/ 84 w 118"/>
                    <a:gd name="T71" fmla="*/ 12 h 90"/>
                    <a:gd name="T72" fmla="*/ 76 w 118"/>
                    <a:gd name="T73" fmla="*/ 12 h 90"/>
                    <a:gd name="T74" fmla="*/ 64 w 118"/>
                    <a:gd name="T75" fmla="*/ 1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8" h="90">
                      <a:moveTo>
                        <a:pt x="60" y="20"/>
                      </a:moveTo>
                      <a:lnTo>
                        <a:pt x="58" y="22"/>
                      </a:lnTo>
                      <a:lnTo>
                        <a:pt x="52" y="30"/>
                      </a:lnTo>
                      <a:lnTo>
                        <a:pt x="44" y="40"/>
                      </a:lnTo>
                      <a:lnTo>
                        <a:pt x="36" y="52"/>
                      </a:lnTo>
                      <a:lnTo>
                        <a:pt x="26" y="60"/>
                      </a:lnTo>
                      <a:lnTo>
                        <a:pt x="18" y="66"/>
                      </a:lnTo>
                      <a:lnTo>
                        <a:pt x="14" y="66"/>
                      </a:lnTo>
                      <a:lnTo>
                        <a:pt x="12" y="68"/>
                      </a:lnTo>
                      <a:lnTo>
                        <a:pt x="8" y="68"/>
                      </a:lnTo>
                      <a:lnTo>
                        <a:pt x="4" y="68"/>
                      </a:lnTo>
                      <a:lnTo>
                        <a:pt x="2" y="68"/>
                      </a:lnTo>
                      <a:lnTo>
                        <a:pt x="0" y="70"/>
                      </a:lnTo>
                      <a:lnTo>
                        <a:pt x="0" y="72"/>
                      </a:lnTo>
                      <a:lnTo>
                        <a:pt x="0" y="74"/>
                      </a:lnTo>
                      <a:lnTo>
                        <a:pt x="2" y="76"/>
                      </a:lnTo>
                      <a:lnTo>
                        <a:pt x="6" y="82"/>
                      </a:lnTo>
                      <a:lnTo>
                        <a:pt x="10" y="84"/>
                      </a:lnTo>
                      <a:lnTo>
                        <a:pt x="18" y="88"/>
                      </a:lnTo>
                      <a:lnTo>
                        <a:pt x="28" y="90"/>
                      </a:lnTo>
                      <a:lnTo>
                        <a:pt x="40" y="84"/>
                      </a:lnTo>
                      <a:lnTo>
                        <a:pt x="40" y="86"/>
                      </a:lnTo>
                      <a:lnTo>
                        <a:pt x="42" y="86"/>
                      </a:lnTo>
                      <a:lnTo>
                        <a:pt x="44" y="88"/>
                      </a:lnTo>
                      <a:lnTo>
                        <a:pt x="46" y="90"/>
                      </a:lnTo>
                      <a:lnTo>
                        <a:pt x="50" y="90"/>
                      </a:lnTo>
                      <a:lnTo>
                        <a:pt x="56" y="88"/>
                      </a:lnTo>
                      <a:lnTo>
                        <a:pt x="58" y="88"/>
                      </a:lnTo>
                      <a:lnTo>
                        <a:pt x="60" y="86"/>
                      </a:lnTo>
                      <a:lnTo>
                        <a:pt x="62" y="82"/>
                      </a:lnTo>
                      <a:lnTo>
                        <a:pt x="66" y="78"/>
                      </a:lnTo>
                      <a:lnTo>
                        <a:pt x="70" y="74"/>
                      </a:lnTo>
                      <a:lnTo>
                        <a:pt x="72" y="68"/>
                      </a:lnTo>
                      <a:lnTo>
                        <a:pt x="76" y="64"/>
                      </a:lnTo>
                      <a:lnTo>
                        <a:pt x="78" y="58"/>
                      </a:lnTo>
                      <a:lnTo>
                        <a:pt x="78" y="58"/>
                      </a:lnTo>
                      <a:lnTo>
                        <a:pt x="80" y="60"/>
                      </a:lnTo>
                      <a:lnTo>
                        <a:pt x="84" y="62"/>
                      </a:lnTo>
                      <a:lnTo>
                        <a:pt x="88" y="64"/>
                      </a:lnTo>
                      <a:lnTo>
                        <a:pt x="92" y="64"/>
                      </a:lnTo>
                      <a:lnTo>
                        <a:pt x="98" y="62"/>
                      </a:lnTo>
                      <a:lnTo>
                        <a:pt x="102" y="56"/>
                      </a:lnTo>
                      <a:lnTo>
                        <a:pt x="102" y="56"/>
                      </a:lnTo>
                      <a:lnTo>
                        <a:pt x="104" y="54"/>
                      </a:lnTo>
                      <a:lnTo>
                        <a:pt x="106" y="52"/>
                      </a:lnTo>
                      <a:lnTo>
                        <a:pt x="106" y="48"/>
                      </a:lnTo>
                      <a:lnTo>
                        <a:pt x="106" y="46"/>
                      </a:lnTo>
                      <a:lnTo>
                        <a:pt x="106" y="44"/>
                      </a:lnTo>
                      <a:lnTo>
                        <a:pt x="102" y="42"/>
                      </a:lnTo>
                      <a:lnTo>
                        <a:pt x="104" y="42"/>
                      </a:lnTo>
                      <a:lnTo>
                        <a:pt x="104" y="40"/>
                      </a:lnTo>
                      <a:lnTo>
                        <a:pt x="106" y="38"/>
                      </a:lnTo>
                      <a:lnTo>
                        <a:pt x="108" y="34"/>
                      </a:lnTo>
                      <a:lnTo>
                        <a:pt x="110" y="30"/>
                      </a:lnTo>
                      <a:lnTo>
                        <a:pt x="110" y="28"/>
                      </a:lnTo>
                      <a:lnTo>
                        <a:pt x="108" y="26"/>
                      </a:lnTo>
                      <a:lnTo>
                        <a:pt x="108" y="26"/>
                      </a:lnTo>
                      <a:lnTo>
                        <a:pt x="108" y="22"/>
                      </a:lnTo>
                      <a:lnTo>
                        <a:pt x="110" y="20"/>
                      </a:lnTo>
                      <a:lnTo>
                        <a:pt x="112" y="16"/>
                      </a:lnTo>
                      <a:lnTo>
                        <a:pt x="114" y="14"/>
                      </a:lnTo>
                      <a:lnTo>
                        <a:pt x="116" y="14"/>
                      </a:lnTo>
                      <a:lnTo>
                        <a:pt x="118" y="12"/>
                      </a:lnTo>
                      <a:lnTo>
                        <a:pt x="116" y="12"/>
                      </a:lnTo>
                      <a:lnTo>
                        <a:pt x="114" y="10"/>
                      </a:lnTo>
                      <a:lnTo>
                        <a:pt x="110" y="6"/>
                      </a:lnTo>
                      <a:lnTo>
                        <a:pt x="108" y="4"/>
                      </a:lnTo>
                      <a:lnTo>
                        <a:pt x="104" y="2"/>
                      </a:lnTo>
                      <a:lnTo>
                        <a:pt x="102" y="0"/>
                      </a:lnTo>
                      <a:lnTo>
                        <a:pt x="100" y="0"/>
                      </a:lnTo>
                      <a:lnTo>
                        <a:pt x="86" y="12"/>
                      </a:lnTo>
                      <a:lnTo>
                        <a:pt x="84" y="12"/>
                      </a:lnTo>
                      <a:lnTo>
                        <a:pt x="82" y="12"/>
                      </a:lnTo>
                      <a:lnTo>
                        <a:pt x="76" y="12"/>
                      </a:lnTo>
                      <a:lnTo>
                        <a:pt x="70" y="14"/>
                      </a:lnTo>
                      <a:lnTo>
                        <a:pt x="64" y="16"/>
                      </a:lnTo>
                      <a:lnTo>
                        <a:pt x="60" y="2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14" name="Freeform 542">
                  <a:extLst>
                    <a:ext uri="{FF2B5EF4-FFF2-40B4-BE49-F238E27FC236}">
                      <a16:creationId xmlns:a16="http://schemas.microsoft.com/office/drawing/2014/main" id="{9AFA6563-6861-9F6E-56CB-A5D36075A280}"/>
                    </a:ext>
                  </a:extLst>
                </p:cNvPr>
                <p:cNvSpPr/>
                <p:nvPr/>
              </p:nvSpPr>
              <p:spPr bwMode="gray">
                <a:xfrm>
                  <a:off x="6655948" y="1856749"/>
                  <a:ext cx="37028" cy="51804"/>
                </a:xfrm>
                <a:custGeom>
                  <a:avLst/>
                  <a:gdLst>
                    <a:gd name="T0" fmla="*/ 16 w 20"/>
                    <a:gd name="T1" fmla="*/ 0 h 28"/>
                    <a:gd name="T2" fmla="*/ 14 w 20"/>
                    <a:gd name="T3" fmla="*/ 0 h 28"/>
                    <a:gd name="T4" fmla="*/ 12 w 20"/>
                    <a:gd name="T5" fmla="*/ 2 h 28"/>
                    <a:gd name="T6" fmla="*/ 10 w 20"/>
                    <a:gd name="T7" fmla="*/ 6 h 28"/>
                    <a:gd name="T8" fmla="*/ 6 w 20"/>
                    <a:gd name="T9" fmla="*/ 10 h 28"/>
                    <a:gd name="T10" fmla="*/ 2 w 20"/>
                    <a:gd name="T11" fmla="*/ 14 h 28"/>
                    <a:gd name="T12" fmla="*/ 0 w 20"/>
                    <a:gd name="T13" fmla="*/ 18 h 28"/>
                    <a:gd name="T14" fmla="*/ 0 w 20"/>
                    <a:gd name="T15" fmla="*/ 24 h 28"/>
                    <a:gd name="T16" fmla="*/ 2 w 20"/>
                    <a:gd name="T17" fmla="*/ 28 h 28"/>
                    <a:gd name="T18" fmla="*/ 4 w 20"/>
                    <a:gd name="T19" fmla="*/ 28 h 28"/>
                    <a:gd name="T20" fmla="*/ 6 w 20"/>
                    <a:gd name="T21" fmla="*/ 28 h 28"/>
                    <a:gd name="T22" fmla="*/ 8 w 20"/>
                    <a:gd name="T23" fmla="*/ 28 h 28"/>
                    <a:gd name="T24" fmla="*/ 10 w 20"/>
                    <a:gd name="T25" fmla="*/ 28 h 28"/>
                    <a:gd name="T26" fmla="*/ 14 w 20"/>
                    <a:gd name="T27" fmla="*/ 26 h 28"/>
                    <a:gd name="T28" fmla="*/ 16 w 20"/>
                    <a:gd name="T29" fmla="*/ 22 h 28"/>
                    <a:gd name="T30" fmla="*/ 18 w 20"/>
                    <a:gd name="T31" fmla="*/ 16 h 28"/>
                    <a:gd name="T32" fmla="*/ 20 w 20"/>
                    <a:gd name="T33" fmla="*/ 14 h 28"/>
                    <a:gd name="T34" fmla="*/ 20 w 20"/>
                    <a:gd name="T35" fmla="*/ 12 h 28"/>
                    <a:gd name="T36" fmla="*/ 20 w 20"/>
                    <a:gd name="T37" fmla="*/ 8 h 28"/>
                    <a:gd name="T38" fmla="*/ 20 w 20"/>
                    <a:gd name="T39" fmla="*/ 6 h 28"/>
                    <a:gd name="T40" fmla="*/ 20 w 20"/>
                    <a:gd name="T41" fmla="*/ 2 h 28"/>
                    <a:gd name="T42" fmla="*/ 18 w 20"/>
                    <a:gd name="T43" fmla="*/ 0 h 28"/>
                    <a:gd name="T44" fmla="*/ 16 w 20"/>
                    <a:gd name="T4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8">
                      <a:moveTo>
                        <a:pt x="16" y="0"/>
                      </a:moveTo>
                      <a:lnTo>
                        <a:pt x="14" y="0"/>
                      </a:lnTo>
                      <a:lnTo>
                        <a:pt x="12" y="2"/>
                      </a:lnTo>
                      <a:lnTo>
                        <a:pt x="10" y="6"/>
                      </a:lnTo>
                      <a:lnTo>
                        <a:pt x="6" y="10"/>
                      </a:lnTo>
                      <a:lnTo>
                        <a:pt x="2" y="14"/>
                      </a:lnTo>
                      <a:lnTo>
                        <a:pt x="0" y="18"/>
                      </a:lnTo>
                      <a:lnTo>
                        <a:pt x="0" y="24"/>
                      </a:lnTo>
                      <a:lnTo>
                        <a:pt x="2" y="28"/>
                      </a:lnTo>
                      <a:lnTo>
                        <a:pt x="4" y="28"/>
                      </a:lnTo>
                      <a:lnTo>
                        <a:pt x="6" y="28"/>
                      </a:lnTo>
                      <a:lnTo>
                        <a:pt x="8" y="28"/>
                      </a:lnTo>
                      <a:lnTo>
                        <a:pt x="10" y="28"/>
                      </a:lnTo>
                      <a:lnTo>
                        <a:pt x="14" y="26"/>
                      </a:lnTo>
                      <a:lnTo>
                        <a:pt x="16" y="22"/>
                      </a:lnTo>
                      <a:lnTo>
                        <a:pt x="18" y="16"/>
                      </a:lnTo>
                      <a:lnTo>
                        <a:pt x="20" y="14"/>
                      </a:lnTo>
                      <a:lnTo>
                        <a:pt x="20" y="12"/>
                      </a:lnTo>
                      <a:lnTo>
                        <a:pt x="20" y="8"/>
                      </a:lnTo>
                      <a:lnTo>
                        <a:pt x="20" y="6"/>
                      </a:lnTo>
                      <a:lnTo>
                        <a:pt x="20" y="2"/>
                      </a:lnTo>
                      <a:lnTo>
                        <a:pt x="18" y="0"/>
                      </a:lnTo>
                      <a:lnTo>
                        <a:pt x="16"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15" name="Freeform 543">
                  <a:extLst>
                    <a:ext uri="{FF2B5EF4-FFF2-40B4-BE49-F238E27FC236}">
                      <a16:creationId xmlns:a16="http://schemas.microsoft.com/office/drawing/2014/main" id="{38B40590-192C-589F-A595-A4E3DA3219DF}"/>
                    </a:ext>
                  </a:extLst>
                </p:cNvPr>
                <p:cNvSpPr/>
                <p:nvPr/>
              </p:nvSpPr>
              <p:spPr bwMode="gray">
                <a:xfrm>
                  <a:off x="6652245" y="1893752"/>
                  <a:ext cx="211059" cy="166513"/>
                </a:xfrm>
                <a:custGeom>
                  <a:avLst/>
                  <a:gdLst>
                    <a:gd name="T0" fmla="*/ 28 w 114"/>
                    <a:gd name="T1" fmla="*/ 20 h 90"/>
                    <a:gd name="T2" fmla="*/ 20 w 114"/>
                    <a:gd name="T3" fmla="*/ 18 h 90"/>
                    <a:gd name="T4" fmla="*/ 12 w 114"/>
                    <a:gd name="T5" fmla="*/ 22 h 90"/>
                    <a:gd name="T6" fmla="*/ 10 w 114"/>
                    <a:gd name="T7" fmla="*/ 34 h 90"/>
                    <a:gd name="T8" fmla="*/ 8 w 114"/>
                    <a:gd name="T9" fmla="*/ 36 h 90"/>
                    <a:gd name="T10" fmla="*/ 8 w 114"/>
                    <a:gd name="T11" fmla="*/ 46 h 90"/>
                    <a:gd name="T12" fmla="*/ 2 w 114"/>
                    <a:gd name="T13" fmla="*/ 52 h 90"/>
                    <a:gd name="T14" fmla="*/ 0 w 114"/>
                    <a:gd name="T15" fmla="*/ 60 h 90"/>
                    <a:gd name="T16" fmla="*/ 8 w 114"/>
                    <a:gd name="T17" fmla="*/ 68 h 90"/>
                    <a:gd name="T18" fmla="*/ 16 w 114"/>
                    <a:gd name="T19" fmla="*/ 72 h 90"/>
                    <a:gd name="T20" fmla="*/ 24 w 114"/>
                    <a:gd name="T21" fmla="*/ 72 h 90"/>
                    <a:gd name="T22" fmla="*/ 30 w 114"/>
                    <a:gd name="T23" fmla="*/ 64 h 90"/>
                    <a:gd name="T24" fmla="*/ 32 w 114"/>
                    <a:gd name="T25" fmla="*/ 62 h 90"/>
                    <a:gd name="T26" fmla="*/ 34 w 114"/>
                    <a:gd name="T27" fmla="*/ 66 h 90"/>
                    <a:gd name="T28" fmla="*/ 44 w 114"/>
                    <a:gd name="T29" fmla="*/ 68 h 90"/>
                    <a:gd name="T30" fmla="*/ 50 w 114"/>
                    <a:gd name="T31" fmla="*/ 66 h 90"/>
                    <a:gd name="T32" fmla="*/ 58 w 114"/>
                    <a:gd name="T33" fmla="*/ 64 h 90"/>
                    <a:gd name="T34" fmla="*/ 58 w 114"/>
                    <a:gd name="T35" fmla="*/ 68 h 90"/>
                    <a:gd name="T36" fmla="*/ 52 w 114"/>
                    <a:gd name="T37" fmla="*/ 74 h 90"/>
                    <a:gd name="T38" fmla="*/ 34 w 114"/>
                    <a:gd name="T39" fmla="*/ 82 h 90"/>
                    <a:gd name="T40" fmla="*/ 26 w 114"/>
                    <a:gd name="T41" fmla="*/ 88 h 90"/>
                    <a:gd name="T42" fmla="*/ 38 w 114"/>
                    <a:gd name="T43" fmla="*/ 90 h 90"/>
                    <a:gd name="T44" fmla="*/ 74 w 114"/>
                    <a:gd name="T45" fmla="*/ 76 h 90"/>
                    <a:gd name="T46" fmla="*/ 76 w 114"/>
                    <a:gd name="T47" fmla="*/ 72 h 90"/>
                    <a:gd name="T48" fmla="*/ 82 w 114"/>
                    <a:gd name="T49" fmla="*/ 72 h 90"/>
                    <a:gd name="T50" fmla="*/ 86 w 114"/>
                    <a:gd name="T51" fmla="*/ 74 h 90"/>
                    <a:gd name="T52" fmla="*/ 92 w 114"/>
                    <a:gd name="T53" fmla="*/ 72 h 90"/>
                    <a:gd name="T54" fmla="*/ 100 w 114"/>
                    <a:gd name="T55" fmla="*/ 72 h 90"/>
                    <a:gd name="T56" fmla="*/ 110 w 114"/>
                    <a:gd name="T57" fmla="*/ 64 h 90"/>
                    <a:gd name="T58" fmla="*/ 114 w 114"/>
                    <a:gd name="T59" fmla="*/ 38 h 90"/>
                    <a:gd name="T60" fmla="*/ 106 w 114"/>
                    <a:gd name="T61" fmla="*/ 34 h 90"/>
                    <a:gd name="T62" fmla="*/ 98 w 114"/>
                    <a:gd name="T63" fmla="*/ 38 h 90"/>
                    <a:gd name="T64" fmla="*/ 90 w 114"/>
                    <a:gd name="T65" fmla="*/ 32 h 90"/>
                    <a:gd name="T66" fmla="*/ 86 w 114"/>
                    <a:gd name="T67" fmla="*/ 24 h 90"/>
                    <a:gd name="T68" fmla="*/ 82 w 114"/>
                    <a:gd name="T69" fmla="*/ 10 h 90"/>
                    <a:gd name="T70" fmla="*/ 82 w 114"/>
                    <a:gd name="T71" fmla="*/ 0 h 90"/>
                    <a:gd name="T72" fmla="*/ 76 w 114"/>
                    <a:gd name="T73" fmla="*/ 2 h 90"/>
                    <a:gd name="T74" fmla="*/ 66 w 114"/>
                    <a:gd name="T75" fmla="*/ 10 h 90"/>
                    <a:gd name="T76" fmla="*/ 64 w 114"/>
                    <a:gd name="T77" fmla="*/ 22 h 90"/>
                    <a:gd name="T78" fmla="*/ 66 w 114"/>
                    <a:gd name="T79" fmla="*/ 28 h 90"/>
                    <a:gd name="T80" fmla="*/ 68 w 114"/>
                    <a:gd name="T81" fmla="*/ 32 h 90"/>
                    <a:gd name="T82" fmla="*/ 62 w 114"/>
                    <a:gd name="T83" fmla="*/ 42 h 90"/>
                    <a:gd name="T84" fmla="*/ 56 w 114"/>
                    <a:gd name="T85" fmla="*/ 48 h 90"/>
                    <a:gd name="T86" fmla="*/ 54 w 114"/>
                    <a:gd name="T87" fmla="*/ 40 h 90"/>
                    <a:gd name="T88" fmla="*/ 52 w 114"/>
                    <a:gd name="T89" fmla="*/ 30 h 90"/>
                    <a:gd name="T90" fmla="*/ 44 w 114"/>
                    <a:gd name="T91" fmla="*/ 24 h 90"/>
                    <a:gd name="T92" fmla="*/ 36 w 114"/>
                    <a:gd name="T93" fmla="*/ 28 h 90"/>
                    <a:gd name="T94" fmla="*/ 30 w 114"/>
                    <a:gd name="T95" fmla="*/ 2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90">
                      <a:moveTo>
                        <a:pt x="30" y="20"/>
                      </a:moveTo>
                      <a:lnTo>
                        <a:pt x="30" y="20"/>
                      </a:lnTo>
                      <a:lnTo>
                        <a:pt x="28" y="20"/>
                      </a:lnTo>
                      <a:lnTo>
                        <a:pt x="26" y="18"/>
                      </a:lnTo>
                      <a:lnTo>
                        <a:pt x="22" y="18"/>
                      </a:lnTo>
                      <a:lnTo>
                        <a:pt x="20" y="18"/>
                      </a:lnTo>
                      <a:lnTo>
                        <a:pt x="16" y="18"/>
                      </a:lnTo>
                      <a:lnTo>
                        <a:pt x="14" y="20"/>
                      </a:lnTo>
                      <a:lnTo>
                        <a:pt x="12" y="22"/>
                      </a:lnTo>
                      <a:lnTo>
                        <a:pt x="10" y="28"/>
                      </a:lnTo>
                      <a:lnTo>
                        <a:pt x="10" y="34"/>
                      </a:lnTo>
                      <a:lnTo>
                        <a:pt x="10" y="34"/>
                      </a:lnTo>
                      <a:lnTo>
                        <a:pt x="8" y="34"/>
                      </a:lnTo>
                      <a:lnTo>
                        <a:pt x="8" y="34"/>
                      </a:lnTo>
                      <a:lnTo>
                        <a:pt x="8" y="36"/>
                      </a:lnTo>
                      <a:lnTo>
                        <a:pt x="8" y="38"/>
                      </a:lnTo>
                      <a:lnTo>
                        <a:pt x="8" y="46"/>
                      </a:lnTo>
                      <a:lnTo>
                        <a:pt x="8" y="46"/>
                      </a:lnTo>
                      <a:lnTo>
                        <a:pt x="6" y="48"/>
                      </a:lnTo>
                      <a:lnTo>
                        <a:pt x="4" y="50"/>
                      </a:lnTo>
                      <a:lnTo>
                        <a:pt x="2" y="52"/>
                      </a:lnTo>
                      <a:lnTo>
                        <a:pt x="0" y="54"/>
                      </a:lnTo>
                      <a:lnTo>
                        <a:pt x="0" y="56"/>
                      </a:lnTo>
                      <a:lnTo>
                        <a:pt x="0" y="60"/>
                      </a:lnTo>
                      <a:lnTo>
                        <a:pt x="4" y="62"/>
                      </a:lnTo>
                      <a:lnTo>
                        <a:pt x="8" y="66"/>
                      </a:lnTo>
                      <a:lnTo>
                        <a:pt x="8" y="68"/>
                      </a:lnTo>
                      <a:lnTo>
                        <a:pt x="10" y="70"/>
                      </a:lnTo>
                      <a:lnTo>
                        <a:pt x="12" y="72"/>
                      </a:lnTo>
                      <a:lnTo>
                        <a:pt x="16" y="72"/>
                      </a:lnTo>
                      <a:lnTo>
                        <a:pt x="22" y="72"/>
                      </a:lnTo>
                      <a:lnTo>
                        <a:pt x="22" y="72"/>
                      </a:lnTo>
                      <a:lnTo>
                        <a:pt x="24" y="72"/>
                      </a:lnTo>
                      <a:lnTo>
                        <a:pt x="26" y="70"/>
                      </a:lnTo>
                      <a:lnTo>
                        <a:pt x="30" y="68"/>
                      </a:lnTo>
                      <a:lnTo>
                        <a:pt x="30" y="64"/>
                      </a:lnTo>
                      <a:lnTo>
                        <a:pt x="32" y="60"/>
                      </a:lnTo>
                      <a:lnTo>
                        <a:pt x="32" y="60"/>
                      </a:lnTo>
                      <a:lnTo>
                        <a:pt x="32" y="62"/>
                      </a:lnTo>
                      <a:lnTo>
                        <a:pt x="32" y="62"/>
                      </a:lnTo>
                      <a:lnTo>
                        <a:pt x="32" y="64"/>
                      </a:lnTo>
                      <a:lnTo>
                        <a:pt x="34" y="66"/>
                      </a:lnTo>
                      <a:lnTo>
                        <a:pt x="36" y="68"/>
                      </a:lnTo>
                      <a:lnTo>
                        <a:pt x="40" y="68"/>
                      </a:lnTo>
                      <a:lnTo>
                        <a:pt x="44" y="68"/>
                      </a:lnTo>
                      <a:lnTo>
                        <a:pt x="46" y="68"/>
                      </a:lnTo>
                      <a:lnTo>
                        <a:pt x="48" y="66"/>
                      </a:lnTo>
                      <a:lnTo>
                        <a:pt x="50" y="66"/>
                      </a:lnTo>
                      <a:lnTo>
                        <a:pt x="52" y="64"/>
                      </a:lnTo>
                      <a:lnTo>
                        <a:pt x="54" y="64"/>
                      </a:lnTo>
                      <a:lnTo>
                        <a:pt x="58" y="64"/>
                      </a:lnTo>
                      <a:lnTo>
                        <a:pt x="58" y="64"/>
                      </a:lnTo>
                      <a:lnTo>
                        <a:pt x="60" y="66"/>
                      </a:lnTo>
                      <a:lnTo>
                        <a:pt x="58" y="68"/>
                      </a:lnTo>
                      <a:lnTo>
                        <a:pt x="56" y="72"/>
                      </a:lnTo>
                      <a:lnTo>
                        <a:pt x="54" y="72"/>
                      </a:lnTo>
                      <a:lnTo>
                        <a:pt x="52" y="74"/>
                      </a:lnTo>
                      <a:lnTo>
                        <a:pt x="46" y="76"/>
                      </a:lnTo>
                      <a:lnTo>
                        <a:pt x="40" y="78"/>
                      </a:lnTo>
                      <a:lnTo>
                        <a:pt x="34" y="82"/>
                      </a:lnTo>
                      <a:lnTo>
                        <a:pt x="30" y="84"/>
                      </a:lnTo>
                      <a:lnTo>
                        <a:pt x="26" y="86"/>
                      </a:lnTo>
                      <a:lnTo>
                        <a:pt x="26" y="88"/>
                      </a:lnTo>
                      <a:lnTo>
                        <a:pt x="28" y="88"/>
                      </a:lnTo>
                      <a:lnTo>
                        <a:pt x="32" y="88"/>
                      </a:lnTo>
                      <a:lnTo>
                        <a:pt x="38" y="90"/>
                      </a:lnTo>
                      <a:lnTo>
                        <a:pt x="52" y="88"/>
                      </a:lnTo>
                      <a:lnTo>
                        <a:pt x="64" y="80"/>
                      </a:lnTo>
                      <a:lnTo>
                        <a:pt x="74" y="76"/>
                      </a:lnTo>
                      <a:lnTo>
                        <a:pt x="74" y="74"/>
                      </a:lnTo>
                      <a:lnTo>
                        <a:pt x="74" y="74"/>
                      </a:lnTo>
                      <a:lnTo>
                        <a:pt x="76" y="72"/>
                      </a:lnTo>
                      <a:lnTo>
                        <a:pt x="78" y="70"/>
                      </a:lnTo>
                      <a:lnTo>
                        <a:pt x="80" y="70"/>
                      </a:lnTo>
                      <a:lnTo>
                        <a:pt x="82" y="72"/>
                      </a:lnTo>
                      <a:lnTo>
                        <a:pt x="84" y="74"/>
                      </a:lnTo>
                      <a:lnTo>
                        <a:pt x="84" y="74"/>
                      </a:lnTo>
                      <a:lnTo>
                        <a:pt x="86" y="74"/>
                      </a:lnTo>
                      <a:lnTo>
                        <a:pt x="90" y="74"/>
                      </a:lnTo>
                      <a:lnTo>
                        <a:pt x="92" y="70"/>
                      </a:lnTo>
                      <a:lnTo>
                        <a:pt x="92" y="72"/>
                      </a:lnTo>
                      <a:lnTo>
                        <a:pt x="94" y="72"/>
                      </a:lnTo>
                      <a:lnTo>
                        <a:pt x="98" y="72"/>
                      </a:lnTo>
                      <a:lnTo>
                        <a:pt x="100" y="72"/>
                      </a:lnTo>
                      <a:lnTo>
                        <a:pt x="104" y="72"/>
                      </a:lnTo>
                      <a:lnTo>
                        <a:pt x="108" y="68"/>
                      </a:lnTo>
                      <a:lnTo>
                        <a:pt x="110" y="64"/>
                      </a:lnTo>
                      <a:lnTo>
                        <a:pt x="112" y="56"/>
                      </a:lnTo>
                      <a:lnTo>
                        <a:pt x="114" y="46"/>
                      </a:lnTo>
                      <a:lnTo>
                        <a:pt x="114" y="38"/>
                      </a:lnTo>
                      <a:lnTo>
                        <a:pt x="108" y="34"/>
                      </a:lnTo>
                      <a:lnTo>
                        <a:pt x="108" y="34"/>
                      </a:lnTo>
                      <a:lnTo>
                        <a:pt x="106" y="34"/>
                      </a:lnTo>
                      <a:lnTo>
                        <a:pt x="104" y="36"/>
                      </a:lnTo>
                      <a:lnTo>
                        <a:pt x="100" y="38"/>
                      </a:lnTo>
                      <a:lnTo>
                        <a:pt x="98" y="38"/>
                      </a:lnTo>
                      <a:lnTo>
                        <a:pt x="94" y="38"/>
                      </a:lnTo>
                      <a:lnTo>
                        <a:pt x="92" y="36"/>
                      </a:lnTo>
                      <a:lnTo>
                        <a:pt x="90" y="32"/>
                      </a:lnTo>
                      <a:lnTo>
                        <a:pt x="90" y="30"/>
                      </a:lnTo>
                      <a:lnTo>
                        <a:pt x="88" y="28"/>
                      </a:lnTo>
                      <a:lnTo>
                        <a:pt x="86" y="24"/>
                      </a:lnTo>
                      <a:lnTo>
                        <a:pt x="84" y="16"/>
                      </a:lnTo>
                      <a:lnTo>
                        <a:pt x="84" y="14"/>
                      </a:lnTo>
                      <a:lnTo>
                        <a:pt x="82" y="10"/>
                      </a:lnTo>
                      <a:lnTo>
                        <a:pt x="82" y="4"/>
                      </a:lnTo>
                      <a:lnTo>
                        <a:pt x="82" y="2"/>
                      </a:lnTo>
                      <a:lnTo>
                        <a:pt x="82" y="0"/>
                      </a:lnTo>
                      <a:lnTo>
                        <a:pt x="82" y="0"/>
                      </a:lnTo>
                      <a:lnTo>
                        <a:pt x="80" y="0"/>
                      </a:lnTo>
                      <a:lnTo>
                        <a:pt x="76" y="2"/>
                      </a:lnTo>
                      <a:lnTo>
                        <a:pt x="72" y="4"/>
                      </a:lnTo>
                      <a:lnTo>
                        <a:pt x="68" y="6"/>
                      </a:lnTo>
                      <a:lnTo>
                        <a:pt x="66" y="10"/>
                      </a:lnTo>
                      <a:lnTo>
                        <a:pt x="64" y="14"/>
                      </a:lnTo>
                      <a:lnTo>
                        <a:pt x="66" y="20"/>
                      </a:lnTo>
                      <a:lnTo>
                        <a:pt x="64" y="22"/>
                      </a:lnTo>
                      <a:lnTo>
                        <a:pt x="64" y="22"/>
                      </a:lnTo>
                      <a:lnTo>
                        <a:pt x="64" y="24"/>
                      </a:lnTo>
                      <a:lnTo>
                        <a:pt x="66" y="28"/>
                      </a:lnTo>
                      <a:lnTo>
                        <a:pt x="70" y="30"/>
                      </a:lnTo>
                      <a:lnTo>
                        <a:pt x="70" y="30"/>
                      </a:lnTo>
                      <a:lnTo>
                        <a:pt x="68" y="32"/>
                      </a:lnTo>
                      <a:lnTo>
                        <a:pt x="66" y="36"/>
                      </a:lnTo>
                      <a:lnTo>
                        <a:pt x="64" y="38"/>
                      </a:lnTo>
                      <a:lnTo>
                        <a:pt x="62" y="42"/>
                      </a:lnTo>
                      <a:lnTo>
                        <a:pt x="60" y="46"/>
                      </a:lnTo>
                      <a:lnTo>
                        <a:pt x="58" y="48"/>
                      </a:lnTo>
                      <a:lnTo>
                        <a:pt x="56" y="48"/>
                      </a:lnTo>
                      <a:lnTo>
                        <a:pt x="56" y="46"/>
                      </a:lnTo>
                      <a:lnTo>
                        <a:pt x="54" y="44"/>
                      </a:lnTo>
                      <a:lnTo>
                        <a:pt x="54" y="40"/>
                      </a:lnTo>
                      <a:lnTo>
                        <a:pt x="54" y="38"/>
                      </a:lnTo>
                      <a:lnTo>
                        <a:pt x="54" y="34"/>
                      </a:lnTo>
                      <a:lnTo>
                        <a:pt x="52" y="30"/>
                      </a:lnTo>
                      <a:lnTo>
                        <a:pt x="50" y="26"/>
                      </a:lnTo>
                      <a:lnTo>
                        <a:pt x="46" y="24"/>
                      </a:lnTo>
                      <a:lnTo>
                        <a:pt x="44" y="24"/>
                      </a:lnTo>
                      <a:lnTo>
                        <a:pt x="40" y="26"/>
                      </a:lnTo>
                      <a:lnTo>
                        <a:pt x="38" y="26"/>
                      </a:lnTo>
                      <a:lnTo>
                        <a:pt x="36" y="28"/>
                      </a:lnTo>
                      <a:lnTo>
                        <a:pt x="34" y="28"/>
                      </a:lnTo>
                      <a:lnTo>
                        <a:pt x="32" y="26"/>
                      </a:lnTo>
                      <a:lnTo>
                        <a:pt x="30" y="2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19" name="Freeform 547">
                  <a:extLst>
                    <a:ext uri="{FF2B5EF4-FFF2-40B4-BE49-F238E27FC236}">
                      <a16:creationId xmlns:a16="http://schemas.microsoft.com/office/drawing/2014/main" id="{7B310D45-F1BA-77D4-6A81-8CBC1521910E}"/>
                    </a:ext>
                  </a:extLst>
                </p:cNvPr>
                <p:cNvSpPr/>
                <p:nvPr/>
              </p:nvSpPr>
              <p:spPr bwMode="gray">
                <a:xfrm>
                  <a:off x="7126203" y="1853049"/>
                  <a:ext cx="311035" cy="181315"/>
                </a:xfrm>
                <a:custGeom>
                  <a:avLst/>
                  <a:gdLst>
                    <a:gd name="T0" fmla="*/ 10 w 168"/>
                    <a:gd name="T1" fmla="*/ 2 h 98"/>
                    <a:gd name="T2" fmla="*/ 4 w 168"/>
                    <a:gd name="T3" fmla="*/ 0 h 98"/>
                    <a:gd name="T4" fmla="*/ 0 w 168"/>
                    <a:gd name="T5" fmla="*/ 6 h 98"/>
                    <a:gd name="T6" fmla="*/ 4 w 168"/>
                    <a:gd name="T7" fmla="*/ 24 h 98"/>
                    <a:gd name="T8" fmla="*/ 6 w 168"/>
                    <a:gd name="T9" fmla="*/ 28 h 98"/>
                    <a:gd name="T10" fmla="*/ 12 w 168"/>
                    <a:gd name="T11" fmla="*/ 32 h 98"/>
                    <a:gd name="T12" fmla="*/ 26 w 168"/>
                    <a:gd name="T13" fmla="*/ 26 h 98"/>
                    <a:gd name="T14" fmla="*/ 30 w 168"/>
                    <a:gd name="T15" fmla="*/ 24 h 98"/>
                    <a:gd name="T16" fmla="*/ 34 w 168"/>
                    <a:gd name="T17" fmla="*/ 24 h 98"/>
                    <a:gd name="T18" fmla="*/ 38 w 168"/>
                    <a:gd name="T19" fmla="*/ 38 h 98"/>
                    <a:gd name="T20" fmla="*/ 44 w 168"/>
                    <a:gd name="T21" fmla="*/ 72 h 98"/>
                    <a:gd name="T22" fmla="*/ 40 w 168"/>
                    <a:gd name="T23" fmla="*/ 72 h 98"/>
                    <a:gd name="T24" fmla="*/ 38 w 168"/>
                    <a:gd name="T25" fmla="*/ 80 h 98"/>
                    <a:gd name="T26" fmla="*/ 48 w 168"/>
                    <a:gd name="T27" fmla="*/ 88 h 98"/>
                    <a:gd name="T28" fmla="*/ 56 w 168"/>
                    <a:gd name="T29" fmla="*/ 86 h 98"/>
                    <a:gd name="T30" fmla="*/ 58 w 168"/>
                    <a:gd name="T31" fmla="*/ 84 h 98"/>
                    <a:gd name="T32" fmla="*/ 68 w 168"/>
                    <a:gd name="T33" fmla="*/ 86 h 98"/>
                    <a:gd name="T34" fmla="*/ 82 w 168"/>
                    <a:gd name="T35" fmla="*/ 94 h 98"/>
                    <a:gd name="T36" fmla="*/ 118 w 168"/>
                    <a:gd name="T37" fmla="*/ 96 h 98"/>
                    <a:gd name="T38" fmla="*/ 118 w 168"/>
                    <a:gd name="T39" fmla="*/ 92 h 98"/>
                    <a:gd name="T40" fmla="*/ 122 w 168"/>
                    <a:gd name="T41" fmla="*/ 86 h 98"/>
                    <a:gd name="T42" fmla="*/ 134 w 168"/>
                    <a:gd name="T43" fmla="*/ 88 h 98"/>
                    <a:gd name="T44" fmla="*/ 142 w 168"/>
                    <a:gd name="T45" fmla="*/ 92 h 98"/>
                    <a:gd name="T46" fmla="*/ 150 w 168"/>
                    <a:gd name="T47" fmla="*/ 90 h 98"/>
                    <a:gd name="T48" fmla="*/ 154 w 168"/>
                    <a:gd name="T49" fmla="*/ 82 h 98"/>
                    <a:gd name="T50" fmla="*/ 156 w 168"/>
                    <a:gd name="T51" fmla="*/ 76 h 98"/>
                    <a:gd name="T52" fmla="*/ 164 w 168"/>
                    <a:gd name="T53" fmla="*/ 72 h 98"/>
                    <a:gd name="T54" fmla="*/ 164 w 168"/>
                    <a:gd name="T55" fmla="*/ 66 h 98"/>
                    <a:gd name="T56" fmla="*/ 168 w 168"/>
                    <a:gd name="T57" fmla="*/ 62 h 98"/>
                    <a:gd name="T58" fmla="*/ 166 w 168"/>
                    <a:gd name="T59" fmla="*/ 56 h 98"/>
                    <a:gd name="T60" fmla="*/ 150 w 168"/>
                    <a:gd name="T61" fmla="*/ 50 h 98"/>
                    <a:gd name="T62" fmla="*/ 138 w 168"/>
                    <a:gd name="T63" fmla="*/ 48 h 98"/>
                    <a:gd name="T64" fmla="*/ 124 w 168"/>
                    <a:gd name="T65" fmla="*/ 44 h 98"/>
                    <a:gd name="T66" fmla="*/ 110 w 168"/>
                    <a:gd name="T67" fmla="*/ 46 h 98"/>
                    <a:gd name="T68" fmla="*/ 100 w 168"/>
                    <a:gd name="T69" fmla="*/ 50 h 98"/>
                    <a:gd name="T70" fmla="*/ 82 w 168"/>
                    <a:gd name="T71" fmla="*/ 44 h 98"/>
                    <a:gd name="T72" fmla="*/ 60 w 168"/>
                    <a:gd name="T73" fmla="*/ 30 h 98"/>
                    <a:gd name="T74" fmla="*/ 52 w 168"/>
                    <a:gd name="T75" fmla="*/ 24 h 98"/>
                    <a:gd name="T76" fmla="*/ 50 w 168"/>
                    <a:gd name="T77" fmla="*/ 20 h 98"/>
                    <a:gd name="T78" fmla="*/ 50 w 168"/>
                    <a:gd name="T79" fmla="*/ 16 h 98"/>
                    <a:gd name="T80" fmla="*/ 48 w 168"/>
                    <a:gd name="T81" fmla="*/ 10 h 98"/>
                    <a:gd name="T82" fmla="*/ 40 w 168"/>
                    <a:gd name="T83" fmla="*/ 10 h 98"/>
                    <a:gd name="T84" fmla="*/ 36 w 168"/>
                    <a:gd name="T85" fmla="*/ 14 h 98"/>
                    <a:gd name="T86" fmla="*/ 28 w 168"/>
                    <a:gd name="T87" fmla="*/ 12 h 98"/>
                    <a:gd name="T88" fmla="*/ 24 w 168"/>
                    <a:gd name="T89" fmla="*/ 4 h 98"/>
                    <a:gd name="T90" fmla="*/ 12 w 168"/>
                    <a:gd name="T91" fmla="*/ 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8" h="98">
                      <a:moveTo>
                        <a:pt x="12" y="2"/>
                      </a:moveTo>
                      <a:lnTo>
                        <a:pt x="12" y="2"/>
                      </a:lnTo>
                      <a:lnTo>
                        <a:pt x="10" y="2"/>
                      </a:lnTo>
                      <a:lnTo>
                        <a:pt x="8" y="0"/>
                      </a:lnTo>
                      <a:lnTo>
                        <a:pt x="6" y="0"/>
                      </a:lnTo>
                      <a:lnTo>
                        <a:pt x="4" y="0"/>
                      </a:lnTo>
                      <a:lnTo>
                        <a:pt x="2" y="0"/>
                      </a:lnTo>
                      <a:lnTo>
                        <a:pt x="0" y="2"/>
                      </a:lnTo>
                      <a:lnTo>
                        <a:pt x="0" y="6"/>
                      </a:lnTo>
                      <a:lnTo>
                        <a:pt x="0" y="10"/>
                      </a:lnTo>
                      <a:lnTo>
                        <a:pt x="2" y="16"/>
                      </a:lnTo>
                      <a:lnTo>
                        <a:pt x="4" y="24"/>
                      </a:lnTo>
                      <a:lnTo>
                        <a:pt x="4" y="26"/>
                      </a:lnTo>
                      <a:lnTo>
                        <a:pt x="4" y="26"/>
                      </a:lnTo>
                      <a:lnTo>
                        <a:pt x="6" y="28"/>
                      </a:lnTo>
                      <a:lnTo>
                        <a:pt x="6" y="30"/>
                      </a:lnTo>
                      <a:lnTo>
                        <a:pt x="8" y="32"/>
                      </a:lnTo>
                      <a:lnTo>
                        <a:pt x="12" y="32"/>
                      </a:lnTo>
                      <a:lnTo>
                        <a:pt x="16" y="32"/>
                      </a:lnTo>
                      <a:lnTo>
                        <a:pt x="20" y="30"/>
                      </a:lnTo>
                      <a:lnTo>
                        <a:pt x="26" y="26"/>
                      </a:lnTo>
                      <a:lnTo>
                        <a:pt x="28" y="26"/>
                      </a:lnTo>
                      <a:lnTo>
                        <a:pt x="28" y="24"/>
                      </a:lnTo>
                      <a:lnTo>
                        <a:pt x="30" y="24"/>
                      </a:lnTo>
                      <a:lnTo>
                        <a:pt x="30" y="24"/>
                      </a:lnTo>
                      <a:lnTo>
                        <a:pt x="32" y="24"/>
                      </a:lnTo>
                      <a:lnTo>
                        <a:pt x="34" y="24"/>
                      </a:lnTo>
                      <a:lnTo>
                        <a:pt x="36" y="28"/>
                      </a:lnTo>
                      <a:lnTo>
                        <a:pt x="36" y="32"/>
                      </a:lnTo>
                      <a:lnTo>
                        <a:pt x="38" y="38"/>
                      </a:lnTo>
                      <a:lnTo>
                        <a:pt x="38" y="48"/>
                      </a:lnTo>
                      <a:lnTo>
                        <a:pt x="44" y="72"/>
                      </a:lnTo>
                      <a:lnTo>
                        <a:pt x="44" y="72"/>
                      </a:lnTo>
                      <a:lnTo>
                        <a:pt x="42" y="72"/>
                      </a:lnTo>
                      <a:lnTo>
                        <a:pt x="40" y="72"/>
                      </a:lnTo>
                      <a:lnTo>
                        <a:pt x="40" y="72"/>
                      </a:lnTo>
                      <a:lnTo>
                        <a:pt x="38" y="74"/>
                      </a:lnTo>
                      <a:lnTo>
                        <a:pt x="38" y="76"/>
                      </a:lnTo>
                      <a:lnTo>
                        <a:pt x="38" y="80"/>
                      </a:lnTo>
                      <a:lnTo>
                        <a:pt x="40" y="84"/>
                      </a:lnTo>
                      <a:lnTo>
                        <a:pt x="44" y="88"/>
                      </a:lnTo>
                      <a:lnTo>
                        <a:pt x="48" y="88"/>
                      </a:lnTo>
                      <a:lnTo>
                        <a:pt x="50" y="88"/>
                      </a:lnTo>
                      <a:lnTo>
                        <a:pt x="54" y="88"/>
                      </a:lnTo>
                      <a:lnTo>
                        <a:pt x="56" y="86"/>
                      </a:lnTo>
                      <a:lnTo>
                        <a:pt x="56" y="86"/>
                      </a:lnTo>
                      <a:lnTo>
                        <a:pt x="56" y="86"/>
                      </a:lnTo>
                      <a:lnTo>
                        <a:pt x="58" y="84"/>
                      </a:lnTo>
                      <a:lnTo>
                        <a:pt x="62" y="84"/>
                      </a:lnTo>
                      <a:lnTo>
                        <a:pt x="64" y="84"/>
                      </a:lnTo>
                      <a:lnTo>
                        <a:pt x="68" y="86"/>
                      </a:lnTo>
                      <a:lnTo>
                        <a:pt x="72" y="90"/>
                      </a:lnTo>
                      <a:lnTo>
                        <a:pt x="74" y="92"/>
                      </a:lnTo>
                      <a:lnTo>
                        <a:pt x="82" y="94"/>
                      </a:lnTo>
                      <a:lnTo>
                        <a:pt x="94" y="98"/>
                      </a:lnTo>
                      <a:lnTo>
                        <a:pt x="106" y="96"/>
                      </a:lnTo>
                      <a:lnTo>
                        <a:pt x="118" y="96"/>
                      </a:lnTo>
                      <a:lnTo>
                        <a:pt x="118" y="94"/>
                      </a:lnTo>
                      <a:lnTo>
                        <a:pt x="118" y="94"/>
                      </a:lnTo>
                      <a:lnTo>
                        <a:pt x="118" y="92"/>
                      </a:lnTo>
                      <a:lnTo>
                        <a:pt x="120" y="90"/>
                      </a:lnTo>
                      <a:lnTo>
                        <a:pt x="120" y="88"/>
                      </a:lnTo>
                      <a:lnTo>
                        <a:pt x="122" y="86"/>
                      </a:lnTo>
                      <a:lnTo>
                        <a:pt x="124" y="86"/>
                      </a:lnTo>
                      <a:lnTo>
                        <a:pt x="128" y="86"/>
                      </a:lnTo>
                      <a:lnTo>
                        <a:pt x="134" y="88"/>
                      </a:lnTo>
                      <a:lnTo>
                        <a:pt x="140" y="92"/>
                      </a:lnTo>
                      <a:lnTo>
                        <a:pt x="140" y="92"/>
                      </a:lnTo>
                      <a:lnTo>
                        <a:pt x="142" y="92"/>
                      </a:lnTo>
                      <a:lnTo>
                        <a:pt x="144" y="92"/>
                      </a:lnTo>
                      <a:lnTo>
                        <a:pt x="148" y="92"/>
                      </a:lnTo>
                      <a:lnTo>
                        <a:pt x="150" y="90"/>
                      </a:lnTo>
                      <a:lnTo>
                        <a:pt x="152" y="88"/>
                      </a:lnTo>
                      <a:lnTo>
                        <a:pt x="154" y="86"/>
                      </a:lnTo>
                      <a:lnTo>
                        <a:pt x="154" y="82"/>
                      </a:lnTo>
                      <a:lnTo>
                        <a:pt x="154" y="76"/>
                      </a:lnTo>
                      <a:lnTo>
                        <a:pt x="154" y="76"/>
                      </a:lnTo>
                      <a:lnTo>
                        <a:pt x="156" y="76"/>
                      </a:lnTo>
                      <a:lnTo>
                        <a:pt x="158" y="74"/>
                      </a:lnTo>
                      <a:lnTo>
                        <a:pt x="162" y="74"/>
                      </a:lnTo>
                      <a:lnTo>
                        <a:pt x="164" y="72"/>
                      </a:lnTo>
                      <a:lnTo>
                        <a:pt x="164" y="70"/>
                      </a:lnTo>
                      <a:lnTo>
                        <a:pt x="164" y="66"/>
                      </a:lnTo>
                      <a:lnTo>
                        <a:pt x="164" y="66"/>
                      </a:lnTo>
                      <a:lnTo>
                        <a:pt x="166" y="64"/>
                      </a:lnTo>
                      <a:lnTo>
                        <a:pt x="166" y="64"/>
                      </a:lnTo>
                      <a:lnTo>
                        <a:pt x="168" y="62"/>
                      </a:lnTo>
                      <a:lnTo>
                        <a:pt x="168" y="60"/>
                      </a:lnTo>
                      <a:lnTo>
                        <a:pt x="168" y="58"/>
                      </a:lnTo>
                      <a:lnTo>
                        <a:pt x="166" y="56"/>
                      </a:lnTo>
                      <a:lnTo>
                        <a:pt x="162" y="54"/>
                      </a:lnTo>
                      <a:lnTo>
                        <a:pt x="158" y="52"/>
                      </a:lnTo>
                      <a:lnTo>
                        <a:pt x="150" y="50"/>
                      </a:lnTo>
                      <a:lnTo>
                        <a:pt x="142" y="48"/>
                      </a:lnTo>
                      <a:lnTo>
                        <a:pt x="140" y="48"/>
                      </a:lnTo>
                      <a:lnTo>
                        <a:pt x="138" y="48"/>
                      </a:lnTo>
                      <a:lnTo>
                        <a:pt x="134" y="46"/>
                      </a:lnTo>
                      <a:lnTo>
                        <a:pt x="130" y="44"/>
                      </a:lnTo>
                      <a:lnTo>
                        <a:pt x="124" y="44"/>
                      </a:lnTo>
                      <a:lnTo>
                        <a:pt x="118" y="44"/>
                      </a:lnTo>
                      <a:lnTo>
                        <a:pt x="110" y="44"/>
                      </a:lnTo>
                      <a:lnTo>
                        <a:pt x="110" y="46"/>
                      </a:lnTo>
                      <a:lnTo>
                        <a:pt x="108" y="46"/>
                      </a:lnTo>
                      <a:lnTo>
                        <a:pt x="106" y="48"/>
                      </a:lnTo>
                      <a:lnTo>
                        <a:pt x="100" y="50"/>
                      </a:lnTo>
                      <a:lnTo>
                        <a:pt x="96" y="50"/>
                      </a:lnTo>
                      <a:lnTo>
                        <a:pt x="90" y="48"/>
                      </a:lnTo>
                      <a:lnTo>
                        <a:pt x="82" y="44"/>
                      </a:lnTo>
                      <a:lnTo>
                        <a:pt x="62" y="32"/>
                      </a:lnTo>
                      <a:lnTo>
                        <a:pt x="62" y="32"/>
                      </a:lnTo>
                      <a:lnTo>
                        <a:pt x="60" y="30"/>
                      </a:lnTo>
                      <a:lnTo>
                        <a:pt x="58" y="26"/>
                      </a:lnTo>
                      <a:lnTo>
                        <a:pt x="56" y="24"/>
                      </a:lnTo>
                      <a:lnTo>
                        <a:pt x="52" y="24"/>
                      </a:lnTo>
                      <a:lnTo>
                        <a:pt x="52" y="22"/>
                      </a:lnTo>
                      <a:lnTo>
                        <a:pt x="50" y="22"/>
                      </a:lnTo>
                      <a:lnTo>
                        <a:pt x="50" y="20"/>
                      </a:lnTo>
                      <a:lnTo>
                        <a:pt x="50" y="18"/>
                      </a:lnTo>
                      <a:lnTo>
                        <a:pt x="50" y="18"/>
                      </a:lnTo>
                      <a:lnTo>
                        <a:pt x="50" y="16"/>
                      </a:lnTo>
                      <a:lnTo>
                        <a:pt x="50" y="14"/>
                      </a:lnTo>
                      <a:lnTo>
                        <a:pt x="50" y="10"/>
                      </a:lnTo>
                      <a:lnTo>
                        <a:pt x="48" y="10"/>
                      </a:lnTo>
                      <a:lnTo>
                        <a:pt x="46" y="8"/>
                      </a:lnTo>
                      <a:lnTo>
                        <a:pt x="42" y="8"/>
                      </a:lnTo>
                      <a:lnTo>
                        <a:pt x="40" y="10"/>
                      </a:lnTo>
                      <a:lnTo>
                        <a:pt x="40" y="10"/>
                      </a:lnTo>
                      <a:lnTo>
                        <a:pt x="38" y="12"/>
                      </a:lnTo>
                      <a:lnTo>
                        <a:pt x="36" y="14"/>
                      </a:lnTo>
                      <a:lnTo>
                        <a:pt x="32" y="14"/>
                      </a:lnTo>
                      <a:lnTo>
                        <a:pt x="30" y="14"/>
                      </a:lnTo>
                      <a:lnTo>
                        <a:pt x="28" y="12"/>
                      </a:lnTo>
                      <a:lnTo>
                        <a:pt x="28" y="8"/>
                      </a:lnTo>
                      <a:lnTo>
                        <a:pt x="28" y="6"/>
                      </a:lnTo>
                      <a:lnTo>
                        <a:pt x="24" y="4"/>
                      </a:lnTo>
                      <a:lnTo>
                        <a:pt x="22" y="2"/>
                      </a:lnTo>
                      <a:lnTo>
                        <a:pt x="18" y="2"/>
                      </a:lnTo>
                      <a:lnTo>
                        <a:pt x="12" y="2"/>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22" name="Freeform 550">
                  <a:extLst>
                    <a:ext uri="{FF2B5EF4-FFF2-40B4-BE49-F238E27FC236}">
                      <a16:creationId xmlns:a16="http://schemas.microsoft.com/office/drawing/2014/main" id="{8311139A-FCA9-2B77-68D1-B21192DBBB84}"/>
                    </a:ext>
                  </a:extLst>
                </p:cNvPr>
                <p:cNvSpPr/>
                <p:nvPr/>
              </p:nvSpPr>
              <p:spPr bwMode="gray">
                <a:xfrm>
                  <a:off x="7389101" y="1575526"/>
                  <a:ext cx="125895" cy="270122"/>
                </a:xfrm>
                <a:custGeom>
                  <a:avLst/>
                  <a:gdLst>
                    <a:gd name="T0" fmla="*/ 18 w 68"/>
                    <a:gd name="T1" fmla="*/ 2 h 146"/>
                    <a:gd name="T2" fmla="*/ 16 w 68"/>
                    <a:gd name="T3" fmla="*/ 0 h 146"/>
                    <a:gd name="T4" fmla="*/ 12 w 68"/>
                    <a:gd name="T5" fmla="*/ 0 h 146"/>
                    <a:gd name="T6" fmla="*/ 10 w 68"/>
                    <a:gd name="T7" fmla="*/ 6 h 146"/>
                    <a:gd name="T8" fmla="*/ 12 w 68"/>
                    <a:gd name="T9" fmla="*/ 10 h 146"/>
                    <a:gd name="T10" fmla="*/ 12 w 68"/>
                    <a:gd name="T11" fmla="*/ 16 h 146"/>
                    <a:gd name="T12" fmla="*/ 10 w 68"/>
                    <a:gd name="T13" fmla="*/ 20 h 146"/>
                    <a:gd name="T14" fmla="*/ 6 w 68"/>
                    <a:gd name="T15" fmla="*/ 22 h 146"/>
                    <a:gd name="T16" fmla="*/ 4 w 68"/>
                    <a:gd name="T17" fmla="*/ 32 h 146"/>
                    <a:gd name="T18" fmla="*/ 2 w 68"/>
                    <a:gd name="T19" fmla="*/ 46 h 146"/>
                    <a:gd name="T20" fmla="*/ 2 w 68"/>
                    <a:gd name="T21" fmla="*/ 54 h 146"/>
                    <a:gd name="T22" fmla="*/ 0 w 68"/>
                    <a:gd name="T23" fmla="*/ 58 h 146"/>
                    <a:gd name="T24" fmla="*/ 0 w 68"/>
                    <a:gd name="T25" fmla="*/ 60 h 146"/>
                    <a:gd name="T26" fmla="*/ 0 w 68"/>
                    <a:gd name="T27" fmla="*/ 66 h 146"/>
                    <a:gd name="T28" fmla="*/ 6 w 68"/>
                    <a:gd name="T29" fmla="*/ 78 h 146"/>
                    <a:gd name="T30" fmla="*/ 4 w 68"/>
                    <a:gd name="T31" fmla="*/ 84 h 146"/>
                    <a:gd name="T32" fmla="*/ 8 w 68"/>
                    <a:gd name="T33" fmla="*/ 84 h 146"/>
                    <a:gd name="T34" fmla="*/ 12 w 68"/>
                    <a:gd name="T35" fmla="*/ 88 h 146"/>
                    <a:gd name="T36" fmla="*/ 14 w 68"/>
                    <a:gd name="T37" fmla="*/ 96 h 146"/>
                    <a:gd name="T38" fmla="*/ 14 w 68"/>
                    <a:gd name="T39" fmla="*/ 100 h 146"/>
                    <a:gd name="T40" fmla="*/ 14 w 68"/>
                    <a:gd name="T41" fmla="*/ 106 h 146"/>
                    <a:gd name="T42" fmla="*/ 12 w 68"/>
                    <a:gd name="T43" fmla="*/ 108 h 146"/>
                    <a:gd name="T44" fmla="*/ 12 w 68"/>
                    <a:gd name="T45" fmla="*/ 110 h 146"/>
                    <a:gd name="T46" fmla="*/ 10 w 68"/>
                    <a:gd name="T47" fmla="*/ 116 h 146"/>
                    <a:gd name="T48" fmla="*/ 12 w 68"/>
                    <a:gd name="T49" fmla="*/ 126 h 146"/>
                    <a:gd name="T50" fmla="*/ 10 w 68"/>
                    <a:gd name="T51" fmla="*/ 130 h 146"/>
                    <a:gd name="T52" fmla="*/ 12 w 68"/>
                    <a:gd name="T53" fmla="*/ 136 h 146"/>
                    <a:gd name="T54" fmla="*/ 16 w 68"/>
                    <a:gd name="T55" fmla="*/ 142 h 146"/>
                    <a:gd name="T56" fmla="*/ 26 w 68"/>
                    <a:gd name="T57" fmla="*/ 146 h 146"/>
                    <a:gd name="T58" fmla="*/ 34 w 68"/>
                    <a:gd name="T59" fmla="*/ 146 h 146"/>
                    <a:gd name="T60" fmla="*/ 36 w 68"/>
                    <a:gd name="T61" fmla="*/ 146 h 146"/>
                    <a:gd name="T62" fmla="*/ 40 w 68"/>
                    <a:gd name="T63" fmla="*/ 146 h 146"/>
                    <a:gd name="T64" fmla="*/ 46 w 68"/>
                    <a:gd name="T65" fmla="*/ 142 h 146"/>
                    <a:gd name="T66" fmla="*/ 50 w 68"/>
                    <a:gd name="T67" fmla="*/ 134 h 146"/>
                    <a:gd name="T68" fmla="*/ 52 w 68"/>
                    <a:gd name="T69" fmla="*/ 130 h 146"/>
                    <a:gd name="T70" fmla="*/ 56 w 68"/>
                    <a:gd name="T71" fmla="*/ 120 h 146"/>
                    <a:gd name="T72" fmla="*/ 62 w 68"/>
                    <a:gd name="T73" fmla="*/ 112 h 146"/>
                    <a:gd name="T74" fmla="*/ 64 w 68"/>
                    <a:gd name="T75" fmla="*/ 108 h 146"/>
                    <a:gd name="T76" fmla="*/ 68 w 68"/>
                    <a:gd name="T77" fmla="*/ 100 h 146"/>
                    <a:gd name="T78" fmla="*/ 68 w 68"/>
                    <a:gd name="T79" fmla="*/ 84 h 146"/>
                    <a:gd name="T80" fmla="*/ 66 w 68"/>
                    <a:gd name="T81" fmla="*/ 80 h 146"/>
                    <a:gd name="T82" fmla="*/ 60 w 68"/>
                    <a:gd name="T83" fmla="*/ 78 h 146"/>
                    <a:gd name="T84" fmla="*/ 56 w 68"/>
                    <a:gd name="T85" fmla="*/ 80 h 146"/>
                    <a:gd name="T86" fmla="*/ 54 w 68"/>
                    <a:gd name="T87" fmla="*/ 80 h 146"/>
                    <a:gd name="T88" fmla="*/ 50 w 68"/>
                    <a:gd name="T89" fmla="*/ 80 h 146"/>
                    <a:gd name="T90" fmla="*/ 52 w 68"/>
                    <a:gd name="T91" fmla="*/ 78 h 146"/>
                    <a:gd name="T92" fmla="*/ 54 w 68"/>
                    <a:gd name="T93" fmla="*/ 74 h 146"/>
                    <a:gd name="T94" fmla="*/ 56 w 68"/>
                    <a:gd name="T95" fmla="*/ 72 h 146"/>
                    <a:gd name="T96" fmla="*/ 56 w 68"/>
                    <a:gd name="T97" fmla="*/ 64 h 146"/>
                    <a:gd name="T98" fmla="*/ 56 w 68"/>
                    <a:gd name="T99" fmla="*/ 56 h 146"/>
                    <a:gd name="T100" fmla="*/ 54 w 68"/>
                    <a:gd name="T101" fmla="*/ 48 h 146"/>
                    <a:gd name="T102" fmla="*/ 48 w 68"/>
                    <a:gd name="T103" fmla="*/ 36 h 146"/>
                    <a:gd name="T104" fmla="*/ 42 w 68"/>
                    <a:gd name="T105" fmla="*/ 28 h 146"/>
                    <a:gd name="T106" fmla="*/ 38 w 68"/>
                    <a:gd name="T107" fmla="*/ 22 h 146"/>
                    <a:gd name="T108" fmla="*/ 32 w 68"/>
                    <a:gd name="T109" fmla="*/ 16 h 146"/>
                    <a:gd name="T110" fmla="*/ 26 w 68"/>
                    <a:gd name="T111" fmla="*/ 12 h 146"/>
                    <a:gd name="T112" fmla="*/ 24 w 68"/>
                    <a:gd name="T113" fmla="*/ 10 h 146"/>
                    <a:gd name="T114" fmla="*/ 20 w 68"/>
                    <a:gd name="T115" fmla="*/ 6 h 146"/>
                    <a:gd name="T116" fmla="*/ 20 w 68"/>
                    <a:gd name="T117" fmla="*/ 2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68" h="146">
                      <a:moveTo>
                        <a:pt x="20" y="2"/>
                      </a:moveTo>
                      <a:lnTo>
                        <a:pt x="18" y="2"/>
                      </a:lnTo>
                      <a:lnTo>
                        <a:pt x="18" y="0"/>
                      </a:lnTo>
                      <a:lnTo>
                        <a:pt x="16" y="0"/>
                      </a:lnTo>
                      <a:lnTo>
                        <a:pt x="14" y="0"/>
                      </a:lnTo>
                      <a:lnTo>
                        <a:pt x="12" y="0"/>
                      </a:lnTo>
                      <a:lnTo>
                        <a:pt x="10" y="2"/>
                      </a:lnTo>
                      <a:lnTo>
                        <a:pt x="10" y="6"/>
                      </a:lnTo>
                      <a:lnTo>
                        <a:pt x="10" y="8"/>
                      </a:lnTo>
                      <a:lnTo>
                        <a:pt x="12" y="10"/>
                      </a:lnTo>
                      <a:lnTo>
                        <a:pt x="12" y="12"/>
                      </a:lnTo>
                      <a:lnTo>
                        <a:pt x="12" y="16"/>
                      </a:lnTo>
                      <a:lnTo>
                        <a:pt x="10" y="20"/>
                      </a:lnTo>
                      <a:lnTo>
                        <a:pt x="10" y="20"/>
                      </a:lnTo>
                      <a:lnTo>
                        <a:pt x="8" y="20"/>
                      </a:lnTo>
                      <a:lnTo>
                        <a:pt x="6" y="22"/>
                      </a:lnTo>
                      <a:lnTo>
                        <a:pt x="4" y="26"/>
                      </a:lnTo>
                      <a:lnTo>
                        <a:pt x="4" y="32"/>
                      </a:lnTo>
                      <a:lnTo>
                        <a:pt x="2" y="40"/>
                      </a:lnTo>
                      <a:lnTo>
                        <a:pt x="2" y="46"/>
                      </a:lnTo>
                      <a:lnTo>
                        <a:pt x="2" y="52"/>
                      </a:lnTo>
                      <a:lnTo>
                        <a:pt x="2" y="54"/>
                      </a:lnTo>
                      <a:lnTo>
                        <a:pt x="2" y="56"/>
                      </a:lnTo>
                      <a:lnTo>
                        <a:pt x="0" y="58"/>
                      </a:lnTo>
                      <a:lnTo>
                        <a:pt x="0" y="58"/>
                      </a:lnTo>
                      <a:lnTo>
                        <a:pt x="0" y="60"/>
                      </a:lnTo>
                      <a:lnTo>
                        <a:pt x="0" y="62"/>
                      </a:lnTo>
                      <a:lnTo>
                        <a:pt x="0" y="66"/>
                      </a:lnTo>
                      <a:lnTo>
                        <a:pt x="2" y="72"/>
                      </a:lnTo>
                      <a:lnTo>
                        <a:pt x="6" y="78"/>
                      </a:lnTo>
                      <a:lnTo>
                        <a:pt x="2" y="84"/>
                      </a:lnTo>
                      <a:lnTo>
                        <a:pt x="4" y="84"/>
                      </a:lnTo>
                      <a:lnTo>
                        <a:pt x="6" y="84"/>
                      </a:lnTo>
                      <a:lnTo>
                        <a:pt x="8" y="84"/>
                      </a:lnTo>
                      <a:lnTo>
                        <a:pt x="10" y="86"/>
                      </a:lnTo>
                      <a:lnTo>
                        <a:pt x="12" y="88"/>
                      </a:lnTo>
                      <a:lnTo>
                        <a:pt x="14" y="92"/>
                      </a:lnTo>
                      <a:lnTo>
                        <a:pt x="14" y="96"/>
                      </a:lnTo>
                      <a:lnTo>
                        <a:pt x="14" y="98"/>
                      </a:lnTo>
                      <a:lnTo>
                        <a:pt x="14" y="100"/>
                      </a:lnTo>
                      <a:lnTo>
                        <a:pt x="16" y="102"/>
                      </a:lnTo>
                      <a:lnTo>
                        <a:pt x="14" y="106"/>
                      </a:lnTo>
                      <a:lnTo>
                        <a:pt x="14" y="108"/>
                      </a:lnTo>
                      <a:lnTo>
                        <a:pt x="12" y="108"/>
                      </a:lnTo>
                      <a:lnTo>
                        <a:pt x="12" y="108"/>
                      </a:lnTo>
                      <a:lnTo>
                        <a:pt x="12" y="110"/>
                      </a:lnTo>
                      <a:lnTo>
                        <a:pt x="10" y="112"/>
                      </a:lnTo>
                      <a:lnTo>
                        <a:pt x="10" y="116"/>
                      </a:lnTo>
                      <a:lnTo>
                        <a:pt x="10" y="120"/>
                      </a:lnTo>
                      <a:lnTo>
                        <a:pt x="12" y="126"/>
                      </a:lnTo>
                      <a:lnTo>
                        <a:pt x="12" y="128"/>
                      </a:lnTo>
                      <a:lnTo>
                        <a:pt x="10" y="130"/>
                      </a:lnTo>
                      <a:lnTo>
                        <a:pt x="10" y="132"/>
                      </a:lnTo>
                      <a:lnTo>
                        <a:pt x="12" y="136"/>
                      </a:lnTo>
                      <a:lnTo>
                        <a:pt x="12" y="140"/>
                      </a:lnTo>
                      <a:lnTo>
                        <a:pt x="16" y="142"/>
                      </a:lnTo>
                      <a:lnTo>
                        <a:pt x="22" y="144"/>
                      </a:lnTo>
                      <a:lnTo>
                        <a:pt x="26" y="146"/>
                      </a:lnTo>
                      <a:lnTo>
                        <a:pt x="30" y="146"/>
                      </a:lnTo>
                      <a:lnTo>
                        <a:pt x="34" y="146"/>
                      </a:lnTo>
                      <a:lnTo>
                        <a:pt x="36" y="146"/>
                      </a:lnTo>
                      <a:lnTo>
                        <a:pt x="36" y="146"/>
                      </a:lnTo>
                      <a:lnTo>
                        <a:pt x="38" y="146"/>
                      </a:lnTo>
                      <a:lnTo>
                        <a:pt x="40" y="146"/>
                      </a:lnTo>
                      <a:lnTo>
                        <a:pt x="44" y="144"/>
                      </a:lnTo>
                      <a:lnTo>
                        <a:pt x="46" y="142"/>
                      </a:lnTo>
                      <a:lnTo>
                        <a:pt x="48" y="140"/>
                      </a:lnTo>
                      <a:lnTo>
                        <a:pt x="50" y="134"/>
                      </a:lnTo>
                      <a:lnTo>
                        <a:pt x="50" y="134"/>
                      </a:lnTo>
                      <a:lnTo>
                        <a:pt x="52" y="130"/>
                      </a:lnTo>
                      <a:lnTo>
                        <a:pt x="52" y="126"/>
                      </a:lnTo>
                      <a:lnTo>
                        <a:pt x="56" y="120"/>
                      </a:lnTo>
                      <a:lnTo>
                        <a:pt x="58" y="116"/>
                      </a:lnTo>
                      <a:lnTo>
                        <a:pt x="62" y="112"/>
                      </a:lnTo>
                      <a:lnTo>
                        <a:pt x="64" y="110"/>
                      </a:lnTo>
                      <a:lnTo>
                        <a:pt x="64" y="108"/>
                      </a:lnTo>
                      <a:lnTo>
                        <a:pt x="66" y="104"/>
                      </a:lnTo>
                      <a:lnTo>
                        <a:pt x="68" y="100"/>
                      </a:lnTo>
                      <a:lnTo>
                        <a:pt x="68" y="92"/>
                      </a:lnTo>
                      <a:lnTo>
                        <a:pt x="68" y="84"/>
                      </a:lnTo>
                      <a:lnTo>
                        <a:pt x="68" y="84"/>
                      </a:lnTo>
                      <a:lnTo>
                        <a:pt x="66" y="80"/>
                      </a:lnTo>
                      <a:lnTo>
                        <a:pt x="62" y="78"/>
                      </a:lnTo>
                      <a:lnTo>
                        <a:pt x="60" y="78"/>
                      </a:lnTo>
                      <a:lnTo>
                        <a:pt x="56" y="80"/>
                      </a:lnTo>
                      <a:lnTo>
                        <a:pt x="56" y="80"/>
                      </a:lnTo>
                      <a:lnTo>
                        <a:pt x="54" y="80"/>
                      </a:lnTo>
                      <a:lnTo>
                        <a:pt x="54" y="80"/>
                      </a:lnTo>
                      <a:lnTo>
                        <a:pt x="52" y="80"/>
                      </a:lnTo>
                      <a:lnTo>
                        <a:pt x="50" y="80"/>
                      </a:lnTo>
                      <a:lnTo>
                        <a:pt x="50" y="80"/>
                      </a:lnTo>
                      <a:lnTo>
                        <a:pt x="52" y="78"/>
                      </a:lnTo>
                      <a:lnTo>
                        <a:pt x="54" y="74"/>
                      </a:lnTo>
                      <a:lnTo>
                        <a:pt x="54" y="74"/>
                      </a:lnTo>
                      <a:lnTo>
                        <a:pt x="54" y="74"/>
                      </a:lnTo>
                      <a:lnTo>
                        <a:pt x="56" y="72"/>
                      </a:lnTo>
                      <a:lnTo>
                        <a:pt x="56" y="68"/>
                      </a:lnTo>
                      <a:lnTo>
                        <a:pt x="56" y="64"/>
                      </a:lnTo>
                      <a:lnTo>
                        <a:pt x="56" y="58"/>
                      </a:lnTo>
                      <a:lnTo>
                        <a:pt x="56" y="56"/>
                      </a:lnTo>
                      <a:lnTo>
                        <a:pt x="56" y="52"/>
                      </a:lnTo>
                      <a:lnTo>
                        <a:pt x="54" y="48"/>
                      </a:lnTo>
                      <a:lnTo>
                        <a:pt x="52" y="42"/>
                      </a:lnTo>
                      <a:lnTo>
                        <a:pt x="48" y="36"/>
                      </a:lnTo>
                      <a:lnTo>
                        <a:pt x="44" y="30"/>
                      </a:lnTo>
                      <a:lnTo>
                        <a:pt x="42" y="28"/>
                      </a:lnTo>
                      <a:lnTo>
                        <a:pt x="40" y="26"/>
                      </a:lnTo>
                      <a:lnTo>
                        <a:pt x="38" y="22"/>
                      </a:lnTo>
                      <a:lnTo>
                        <a:pt x="36" y="18"/>
                      </a:lnTo>
                      <a:lnTo>
                        <a:pt x="32" y="16"/>
                      </a:lnTo>
                      <a:lnTo>
                        <a:pt x="30" y="14"/>
                      </a:lnTo>
                      <a:lnTo>
                        <a:pt x="26" y="12"/>
                      </a:lnTo>
                      <a:lnTo>
                        <a:pt x="26" y="12"/>
                      </a:lnTo>
                      <a:lnTo>
                        <a:pt x="24" y="10"/>
                      </a:lnTo>
                      <a:lnTo>
                        <a:pt x="22" y="8"/>
                      </a:lnTo>
                      <a:lnTo>
                        <a:pt x="20" y="6"/>
                      </a:lnTo>
                      <a:lnTo>
                        <a:pt x="18" y="4"/>
                      </a:lnTo>
                      <a:lnTo>
                        <a:pt x="20" y="2"/>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23" name="Freeform 551">
                  <a:extLst>
                    <a:ext uri="{FF2B5EF4-FFF2-40B4-BE49-F238E27FC236}">
                      <a16:creationId xmlns:a16="http://schemas.microsoft.com/office/drawing/2014/main" id="{49983CA0-F7B7-6E9B-A6DA-2E8D14E2D61D}"/>
                    </a:ext>
                  </a:extLst>
                </p:cNvPr>
                <p:cNvSpPr/>
                <p:nvPr/>
              </p:nvSpPr>
              <p:spPr bwMode="gray">
                <a:xfrm>
                  <a:off x="6948469" y="2341488"/>
                  <a:ext cx="92570" cy="85107"/>
                </a:xfrm>
                <a:custGeom>
                  <a:avLst/>
                  <a:gdLst>
                    <a:gd name="T0" fmla="*/ 24 w 50"/>
                    <a:gd name="T1" fmla="*/ 18 h 46"/>
                    <a:gd name="T2" fmla="*/ 24 w 50"/>
                    <a:gd name="T3" fmla="*/ 18 h 46"/>
                    <a:gd name="T4" fmla="*/ 22 w 50"/>
                    <a:gd name="T5" fmla="*/ 18 h 46"/>
                    <a:gd name="T6" fmla="*/ 18 w 50"/>
                    <a:gd name="T7" fmla="*/ 18 h 46"/>
                    <a:gd name="T8" fmla="*/ 16 w 50"/>
                    <a:gd name="T9" fmla="*/ 20 h 46"/>
                    <a:gd name="T10" fmla="*/ 12 w 50"/>
                    <a:gd name="T11" fmla="*/ 22 h 46"/>
                    <a:gd name="T12" fmla="*/ 10 w 50"/>
                    <a:gd name="T13" fmla="*/ 24 h 46"/>
                    <a:gd name="T14" fmla="*/ 8 w 50"/>
                    <a:gd name="T15" fmla="*/ 26 h 46"/>
                    <a:gd name="T16" fmla="*/ 8 w 50"/>
                    <a:gd name="T17" fmla="*/ 26 h 46"/>
                    <a:gd name="T18" fmla="*/ 6 w 50"/>
                    <a:gd name="T19" fmla="*/ 26 h 46"/>
                    <a:gd name="T20" fmla="*/ 4 w 50"/>
                    <a:gd name="T21" fmla="*/ 26 h 46"/>
                    <a:gd name="T22" fmla="*/ 2 w 50"/>
                    <a:gd name="T23" fmla="*/ 28 h 46"/>
                    <a:gd name="T24" fmla="*/ 0 w 50"/>
                    <a:gd name="T25" fmla="*/ 30 h 46"/>
                    <a:gd name="T26" fmla="*/ 0 w 50"/>
                    <a:gd name="T27" fmla="*/ 32 h 46"/>
                    <a:gd name="T28" fmla="*/ 0 w 50"/>
                    <a:gd name="T29" fmla="*/ 38 h 46"/>
                    <a:gd name="T30" fmla="*/ 0 w 50"/>
                    <a:gd name="T31" fmla="*/ 38 h 46"/>
                    <a:gd name="T32" fmla="*/ 4 w 50"/>
                    <a:gd name="T33" fmla="*/ 40 h 46"/>
                    <a:gd name="T34" fmla="*/ 6 w 50"/>
                    <a:gd name="T35" fmla="*/ 42 h 46"/>
                    <a:gd name="T36" fmla="*/ 12 w 50"/>
                    <a:gd name="T37" fmla="*/ 44 h 46"/>
                    <a:gd name="T38" fmla="*/ 18 w 50"/>
                    <a:gd name="T39" fmla="*/ 46 h 46"/>
                    <a:gd name="T40" fmla="*/ 24 w 50"/>
                    <a:gd name="T41" fmla="*/ 46 h 46"/>
                    <a:gd name="T42" fmla="*/ 26 w 50"/>
                    <a:gd name="T43" fmla="*/ 46 h 46"/>
                    <a:gd name="T44" fmla="*/ 30 w 50"/>
                    <a:gd name="T45" fmla="*/ 46 h 46"/>
                    <a:gd name="T46" fmla="*/ 34 w 50"/>
                    <a:gd name="T47" fmla="*/ 44 h 46"/>
                    <a:gd name="T48" fmla="*/ 38 w 50"/>
                    <a:gd name="T49" fmla="*/ 44 h 46"/>
                    <a:gd name="T50" fmla="*/ 44 w 50"/>
                    <a:gd name="T51" fmla="*/ 44 h 46"/>
                    <a:gd name="T52" fmla="*/ 48 w 50"/>
                    <a:gd name="T53" fmla="*/ 44 h 46"/>
                    <a:gd name="T54" fmla="*/ 50 w 50"/>
                    <a:gd name="T55" fmla="*/ 46 h 46"/>
                    <a:gd name="T56" fmla="*/ 50 w 50"/>
                    <a:gd name="T57" fmla="*/ 44 h 46"/>
                    <a:gd name="T58" fmla="*/ 48 w 50"/>
                    <a:gd name="T59" fmla="*/ 42 h 46"/>
                    <a:gd name="T60" fmla="*/ 48 w 50"/>
                    <a:gd name="T61" fmla="*/ 36 h 46"/>
                    <a:gd name="T62" fmla="*/ 46 w 50"/>
                    <a:gd name="T63" fmla="*/ 30 h 46"/>
                    <a:gd name="T64" fmla="*/ 44 w 50"/>
                    <a:gd name="T65" fmla="*/ 26 h 46"/>
                    <a:gd name="T66" fmla="*/ 42 w 50"/>
                    <a:gd name="T67" fmla="*/ 24 h 46"/>
                    <a:gd name="T68" fmla="*/ 40 w 50"/>
                    <a:gd name="T69" fmla="*/ 22 h 46"/>
                    <a:gd name="T70" fmla="*/ 40 w 50"/>
                    <a:gd name="T71" fmla="*/ 18 h 46"/>
                    <a:gd name="T72" fmla="*/ 38 w 50"/>
                    <a:gd name="T73" fmla="*/ 14 h 46"/>
                    <a:gd name="T74" fmla="*/ 38 w 50"/>
                    <a:gd name="T75" fmla="*/ 10 h 46"/>
                    <a:gd name="T76" fmla="*/ 36 w 50"/>
                    <a:gd name="T77" fmla="*/ 6 h 46"/>
                    <a:gd name="T78" fmla="*/ 32 w 50"/>
                    <a:gd name="T79" fmla="*/ 2 h 46"/>
                    <a:gd name="T80" fmla="*/ 30 w 50"/>
                    <a:gd name="T81" fmla="*/ 0 h 46"/>
                    <a:gd name="T82" fmla="*/ 26 w 50"/>
                    <a:gd name="T83" fmla="*/ 2 h 46"/>
                    <a:gd name="T84" fmla="*/ 24 w 50"/>
                    <a:gd name="T85" fmla="*/ 1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 h="46">
                      <a:moveTo>
                        <a:pt x="24" y="18"/>
                      </a:moveTo>
                      <a:lnTo>
                        <a:pt x="24" y="18"/>
                      </a:lnTo>
                      <a:lnTo>
                        <a:pt x="22" y="18"/>
                      </a:lnTo>
                      <a:lnTo>
                        <a:pt x="18" y="18"/>
                      </a:lnTo>
                      <a:lnTo>
                        <a:pt x="16" y="20"/>
                      </a:lnTo>
                      <a:lnTo>
                        <a:pt x="12" y="22"/>
                      </a:lnTo>
                      <a:lnTo>
                        <a:pt x="10" y="24"/>
                      </a:lnTo>
                      <a:lnTo>
                        <a:pt x="8" y="26"/>
                      </a:lnTo>
                      <a:lnTo>
                        <a:pt x="8" y="26"/>
                      </a:lnTo>
                      <a:lnTo>
                        <a:pt x="6" y="26"/>
                      </a:lnTo>
                      <a:lnTo>
                        <a:pt x="4" y="26"/>
                      </a:lnTo>
                      <a:lnTo>
                        <a:pt x="2" y="28"/>
                      </a:lnTo>
                      <a:lnTo>
                        <a:pt x="0" y="30"/>
                      </a:lnTo>
                      <a:lnTo>
                        <a:pt x="0" y="32"/>
                      </a:lnTo>
                      <a:lnTo>
                        <a:pt x="0" y="38"/>
                      </a:lnTo>
                      <a:lnTo>
                        <a:pt x="0" y="38"/>
                      </a:lnTo>
                      <a:lnTo>
                        <a:pt x="4" y="40"/>
                      </a:lnTo>
                      <a:lnTo>
                        <a:pt x="6" y="42"/>
                      </a:lnTo>
                      <a:lnTo>
                        <a:pt x="12" y="44"/>
                      </a:lnTo>
                      <a:lnTo>
                        <a:pt x="18" y="46"/>
                      </a:lnTo>
                      <a:lnTo>
                        <a:pt x="24" y="46"/>
                      </a:lnTo>
                      <a:lnTo>
                        <a:pt x="26" y="46"/>
                      </a:lnTo>
                      <a:lnTo>
                        <a:pt x="30" y="46"/>
                      </a:lnTo>
                      <a:lnTo>
                        <a:pt x="34" y="44"/>
                      </a:lnTo>
                      <a:lnTo>
                        <a:pt x="38" y="44"/>
                      </a:lnTo>
                      <a:lnTo>
                        <a:pt x="44" y="44"/>
                      </a:lnTo>
                      <a:lnTo>
                        <a:pt x="48" y="44"/>
                      </a:lnTo>
                      <a:lnTo>
                        <a:pt x="50" y="46"/>
                      </a:lnTo>
                      <a:lnTo>
                        <a:pt x="50" y="44"/>
                      </a:lnTo>
                      <a:lnTo>
                        <a:pt x="48" y="42"/>
                      </a:lnTo>
                      <a:lnTo>
                        <a:pt x="48" y="36"/>
                      </a:lnTo>
                      <a:lnTo>
                        <a:pt x="46" y="30"/>
                      </a:lnTo>
                      <a:lnTo>
                        <a:pt x="44" y="26"/>
                      </a:lnTo>
                      <a:lnTo>
                        <a:pt x="42" y="24"/>
                      </a:lnTo>
                      <a:lnTo>
                        <a:pt x="40" y="22"/>
                      </a:lnTo>
                      <a:lnTo>
                        <a:pt x="40" y="18"/>
                      </a:lnTo>
                      <a:lnTo>
                        <a:pt x="38" y="14"/>
                      </a:lnTo>
                      <a:lnTo>
                        <a:pt x="38" y="10"/>
                      </a:lnTo>
                      <a:lnTo>
                        <a:pt x="36" y="6"/>
                      </a:lnTo>
                      <a:lnTo>
                        <a:pt x="32" y="2"/>
                      </a:lnTo>
                      <a:lnTo>
                        <a:pt x="30" y="0"/>
                      </a:lnTo>
                      <a:lnTo>
                        <a:pt x="26" y="2"/>
                      </a:lnTo>
                      <a:lnTo>
                        <a:pt x="24" y="1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24" name="Freeform 552">
                  <a:extLst>
                    <a:ext uri="{FF2B5EF4-FFF2-40B4-BE49-F238E27FC236}">
                      <a16:creationId xmlns:a16="http://schemas.microsoft.com/office/drawing/2014/main" id="{91E86CD9-B2BF-F8C9-3C5B-E6AACBD6CF21}"/>
                    </a:ext>
                  </a:extLst>
                </p:cNvPr>
                <p:cNvSpPr/>
                <p:nvPr/>
              </p:nvSpPr>
              <p:spPr bwMode="gray">
                <a:xfrm>
                  <a:off x="7415021" y="2041764"/>
                  <a:ext cx="111084" cy="81407"/>
                </a:xfrm>
                <a:custGeom>
                  <a:avLst/>
                  <a:gdLst>
                    <a:gd name="T0" fmla="*/ 14 w 60"/>
                    <a:gd name="T1" fmla="*/ 2 h 44"/>
                    <a:gd name="T2" fmla="*/ 14 w 60"/>
                    <a:gd name="T3" fmla="*/ 2 h 44"/>
                    <a:gd name="T4" fmla="*/ 12 w 60"/>
                    <a:gd name="T5" fmla="*/ 2 h 44"/>
                    <a:gd name="T6" fmla="*/ 10 w 60"/>
                    <a:gd name="T7" fmla="*/ 2 h 44"/>
                    <a:gd name="T8" fmla="*/ 8 w 60"/>
                    <a:gd name="T9" fmla="*/ 2 h 44"/>
                    <a:gd name="T10" fmla="*/ 4 w 60"/>
                    <a:gd name="T11" fmla="*/ 2 h 44"/>
                    <a:gd name="T12" fmla="*/ 2 w 60"/>
                    <a:gd name="T13" fmla="*/ 4 h 44"/>
                    <a:gd name="T14" fmla="*/ 0 w 60"/>
                    <a:gd name="T15" fmla="*/ 8 h 44"/>
                    <a:gd name="T16" fmla="*/ 0 w 60"/>
                    <a:gd name="T17" fmla="*/ 12 h 44"/>
                    <a:gd name="T18" fmla="*/ 0 w 60"/>
                    <a:gd name="T19" fmla="*/ 14 h 44"/>
                    <a:gd name="T20" fmla="*/ 0 w 60"/>
                    <a:gd name="T21" fmla="*/ 16 h 44"/>
                    <a:gd name="T22" fmla="*/ 0 w 60"/>
                    <a:gd name="T23" fmla="*/ 20 h 44"/>
                    <a:gd name="T24" fmla="*/ 0 w 60"/>
                    <a:gd name="T25" fmla="*/ 24 h 44"/>
                    <a:gd name="T26" fmla="*/ 0 w 60"/>
                    <a:gd name="T27" fmla="*/ 28 h 44"/>
                    <a:gd name="T28" fmla="*/ 2 w 60"/>
                    <a:gd name="T29" fmla="*/ 32 h 44"/>
                    <a:gd name="T30" fmla="*/ 4 w 60"/>
                    <a:gd name="T31" fmla="*/ 36 h 44"/>
                    <a:gd name="T32" fmla="*/ 6 w 60"/>
                    <a:gd name="T33" fmla="*/ 38 h 44"/>
                    <a:gd name="T34" fmla="*/ 12 w 60"/>
                    <a:gd name="T35" fmla="*/ 40 h 44"/>
                    <a:gd name="T36" fmla="*/ 12 w 60"/>
                    <a:gd name="T37" fmla="*/ 40 h 44"/>
                    <a:gd name="T38" fmla="*/ 14 w 60"/>
                    <a:gd name="T39" fmla="*/ 42 h 44"/>
                    <a:gd name="T40" fmla="*/ 18 w 60"/>
                    <a:gd name="T41" fmla="*/ 44 h 44"/>
                    <a:gd name="T42" fmla="*/ 22 w 60"/>
                    <a:gd name="T43" fmla="*/ 44 h 44"/>
                    <a:gd name="T44" fmla="*/ 26 w 60"/>
                    <a:gd name="T45" fmla="*/ 42 h 44"/>
                    <a:gd name="T46" fmla="*/ 58 w 60"/>
                    <a:gd name="T47" fmla="*/ 42 h 44"/>
                    <a:gd name="T48" fmla="*/ 60 w 60"/>
                    <a:gd name="T49" fmla="*/ 36 h 44"/>
                    <a:gd name="T50" fmla="*/ 58 w 60"/>
                    <a:gd name="T51" fmla="*/ 34 h 44"/>
                    <a:gd name="T52" fmla="*/ 58 w 60"/>
                    <a:gd name="T53" fmla="*/ 32 h 44"/>
                    <a:gd name="T54" fmla="*/ 58 w 60"/>
                    <a:gd name="T55" fmla="*/ 28 h 44"/>
                    <a:gd name="T56" fmla="*/ 56 w 60"/>
                    <a:gd name="T57" fmla="*/ 22 h 44"/>
                    <a:gd name="T58" fmla="*/ 56 w 60"/>
                    <a:gd name="T59" fmla="*/ 16 h 44"/>
                    <a:gd name="T60" fmla="*/ 54 w 60"/>
                    <a:gd name="T61" fmla="*/ 12 h 44"/>
                    <a:gd name="T62" fmla="*/ 54 w 60"/>
                    <a:gd name="T63" fmla="*/ 8 h 44"/>
                    <a:gd name="T64" fmla="*/ 54 w 60"/>
                    <a:gd name="T65" fmla="*/ 6 h 44"/>
                    <a:gd name="T66" fmla="*/ 52 w 60"/>
                    <a:gd name="T67" fmla="*/ 4 h 44"/>
                    <a:gd name="T68" fmla="*/ 48 w 60"/>
                    <a:gd name="T69" fmla="*/ 0 h 44"/>
                    <a:gd name="T70" fmla="*/ 44 w 60"/>
                    <a:gd name="T71" fmla="*/ 0 h 44"/>
                    <a:gd name="T72" fmla="*/ 38 w 60"/>
                    <a:gd name="T73" fmla="*/ 0 h 44"/>
                    <a:gd name="T74" fmla="*/ 30 w 60"/>
                    <a:gd name="T75" fmla="*/ 2 h 44"/>
                    <a:gd name="T76" fmla="*/ 14 w 60"/>
                    <a:gd name="T77" fmla="*/ 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44">
                      <a:moveTo>
                        <a:pt x="14" y="2"/>
                      </a:moveTo>
                      <a:lnTo>
                        <a:pt x="14" y="2"/>
                      </a:lnTo>
                      <a:lnTo>
                        <a:pt x="12" y="2"/>
                      </a:lnTo>
                      <a:lnTo>
                        <a:pt x="10" y="2"/>
                      </a:lnTo>
                      <a:lnTo>
                        <a:pt x="8" y="2"/>
                      </a:lnTo>
                      <a:lnTo>
                        <a:pt x="4" y="2"/>
                      </a:lnTo>
                      <a:lnTo>
                        <a:pt x="2" y="4"/>
                      </a:lnTo>
                      <a:lnTo>
                        <a:pt x="0" y="8"/>
                      </a:lnTo>
                      <a:lnTo>
                        <a:pt x="0" y="12"/>
                      </a:lnTo>
                      <a:lnTo>
                        <a:pt x="0" y="14"/>
                      </a:lnTo>
                      <a:lnTo>
                        <a:pt x="0" y="16"/>
                      </a:lnTo>
                      <a:lnTo>
                        <a:pt x="0" y="20"/>
                      </a:lnTo>
                      <a:lnTo>
                        <a:pt x="0" y="24"/>
                      </a:lnTo>
                      <a:lnTo>
                        <a:pt x="0" y="28"/>
                      </a:lnTo>
                      <a:lnTo>
                        <a:pt x="2" y="32"/>
                      </a:lnTo>
                      <a:lnTo>
                        <a:pt x="4" y="36"/>
                      </a:lnTo>
                      <a:lnTo>
                        <a:pt x="6" y="38"/>
                      </a:lnTo>
                      <a:lnTo>
                        <a:pt x="12" y="40"/>
                      </a:lnTo>
                      <a:lnTo>
                        <a:pt x="12" y="40"/>
                      </a:lnTo>
                      <a:lnTo>
                        <a:pt x="14" y="42"/>
                      </a:lnTo>
                      <a:lnTo>
                        <a:pt x="18" y="44"/>
                      </a:lnTo>
                      <a:lnTo>
                        <a:pt x="22" y="44"/>
                      </a:lnTo>
                      <a:lnTo>
                        <a:pt x="26" y="42"/>
                      </a:lnTo>
                      <a:lnTo>
                        <a:pt x="58" y="42"/>
                      </a:lnTo>
                      <a:lnTo>
                        <a:pt x="60" y="36"/>
                      </a:lnTo>
                      <a:lnTo>
                        <a:pt x="58" y="34"/>
                      </a:lnTo>
                      <a:lnTo>
                        <a:pt x="58" y="32"/>
                      </a:lnTo>
                      <a:lnTo>
                        <a:pt x="58" y="28"/>
                      </a:lnTo>
                      <a:lnTo>
                        <a:pt x="56" y="22"/>
                      </a:lnTo>
                      <a:lnTo>
                        <a:pt x="56" y="16"/>
                      </a:lnTo>
                      <a:lnTo>
                        <a:pt x="54" y="12"/>
                      </a:lnTo>
                      <a:lnTo>
                        <a:pt x="54" y="8"/>
                      </a:lnTo>
                      <a:lnTo>
                        <a:pt x="54" y="6"/>
                      </a:lnTo>
                      <a:lnTo>
                        <a:pt x="52" y="4"/>
                      </a:lnTo>
                      <a:lnTo>
                        <a:pt x="48" y="0"/>
                      </a:lnTo>
                      <a:lnTo>
                        <a:pt x="44" y="0"/>
                      </a:lnTo>
                      <a:lnTo>
                        <a:pt x="38" y="0"/>
                      </a:lnTo>
                      <a:lnTo>
                        <a:pt x="30" y="2"/>
                      </a:lnTo>
                      <a:lnTo>
                        <a:pt x="14" y="2"/>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25" name="Freeform 553">
                  <a:extLst>
                    <a:ext uri="{FF2B5EF4-FFF2-40B4-BE49-F238E27FC236}">
                      <a16:creationId xmlns:a16="http://schemas.microsoft.com/office/drawing/2014/main" id="{ACEE63E1-958A-A835-609E-390EADC3E8E3}"/>
                    </a:ext>
                  </a:extLst>
                </p:cNvPr>
                <p:cNvSpPr/>
                <p:nvPr/>
              </p:nvSpPr>
              <p:spPr bwMode="gray">
                <a:xfrm>
                  <a:off x="7492779" y="2422895"/>
                  <a:ext cx="44434" cy="59205"/>
                </a:xfrm>
                <a:custGeom>
                  <a:avLst/>
                  <a:gdLst>
                    <a:gd name="T0" fmla="*/ 10 w 24"/>
                    <a:gd name="T1" fmla="*/ 0 h 32"/>
                    <a:gd name="T2" fmla="*/ 10 w 24"/>
                    <a:gd name="T3" fmla="*/ 0 h 32"/>
                    <a:gd name="T4" fmla="*/ 8 w 24"/>
                    <a:gd name="T5" fmla="*/ 0 h 32"/>
                    <a:gd name="T6" fmla="*/ 6 w 24"/>
                    <a:gd name="T7" fmla="*/ 0 h 32"/>
                    <a:gd name="T8" fmla="*/ 4 w 24"/>
                    <a:gd name="T9" fmla="*/ 2 h 32"/>
                    <a:gd name="T10" fmla="*/ 2 w 24"/>
                    <a:gd name="T11" fmla="*/ 4 h 32"/>
                    <a:gd name="T12" fmla="*/ 0 w 24"/>
                    <a:gd name="T13" fmla="*/ 8 h 32"/>
                    <a:gd name="T14" fmla="*/ 0 w 24"/>
                    <a:gd name="T15" fmla="*/ 14 h 32"/>
                    <a:gd name="T16" fmla="*/ 0 w 24"/>
                    <a:gd name="T17" fmla="*/ 16 h 32"/>
                    <a:gd name="T18" fmla="*/ 0 w 24"/>
                    <a:gd name="T19" fmla="*/ 18 h 32"/>
                    <a:gd name="T20" fmla="*/ 0 w 24"/>
                    <a:gd name="T21" fmla="*/ 22 h 32"/>
                    <a:gd name="T22" fmla="*/ 0 w 24"/>
                    <a:gd name="T23" fmla="*/ 26 h 32"/>
                    <a:gd name="T24" fmla="*/ 2 w 24"/>
                    <a:gd name="T25" fmla="*/ 30 h 32"/>
                    <a:gd name="T26" fmla="*/ 6 w 24"/>
                    <a:gd name="T27" fmla="*/ 32 h 32"/>
                    <a:gd name="T28" fmla="*/ 8 w 24"/>
                    <a:gd name="T29" fmla="*/ 32 h 32"/>
                    <a:gd name="T30" fmla="*/ 10 w 24"/>
                    <a:gd name="T31" fmla="*/ 32 h 32"/>
                    <a:gd name="T32" fmla="*/ 12 w 24"/>
                    <a:gd name="T33" fmla="*/ 32 h 32"/>
                    <a:gd name="T34" fmla="*/ 16 w 24"/>
                    <a:gd name="T35" fmla="*/ 32 h 32"/>
                    <a:gd name="T36" fmla="*/ 18 w 24"/>
                    <a:gd name="T37" fmla="*/ 32 h 32"/>
                    <a:gd name="T38" fmla="*/ 22 w 24"/>
                    <a:gd name="T39" fmla="*/ 30 h 32"/>
                    <a:gd name="T40" fmla="*/ 24 w 24"/>
                    <a:gd name="T41" fmla="*/ 28 h 32"/>
                    <a:gd name="T42" fmla="*/ 24 w 24"/>
                    <a:gd name="T43" fmla="*/ 26 h 32"/>
                    <a:gd name="T44" fmla="*/ 24 w 24"/>
                    <a:gd name="T45" fmla="*/ 24 h 32"/>
                    <a:gd name="T46" fmla="*/ 24 w 24"/>
                    <a:gd name="T47" fmla="*/ 22 h 32"/>
                    <a:gd name="T48" fmla="*/ 24 w 24"/>
                    <a:gd name="T49" fmla="*/ 20 h 32"/>
                    <a:gd name="T50" fmla="*/ 24 w 24"/>
                    <a:gd name="T51" fmla="*/ 16 h 32"/>
                    <a:gd name="T52" fmla="*/ 24 w 24"/>
                    <a:gd name="T53" fmla="*/ 12 h 32"/>
                    <a:gd name="T54" fmla="*/ 24 w 24"/>
                    <a:gd name="T55" fmla="*/ 8 h 32"/>
                    <a:gd name="T56" fmla="*/ 22 w 24"/>
                    <a:gd name="T57" fmla="*/ 4 h 32"/>
                    <a:gd name="T58" fmla="*/ 20 w 24"/>
                    <a:gd name="T59" fmla="*/ 2 h 32"/>
                    <a:gd name="T60" fmla="*/ 16 w 24"/>
                    <a:gd name="T61" fmla="*/ 0 h 32"/>
                    <a:gd name="T62" fmla="*/ 10 w 24"/>
                    <a:gd name="T6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32">
                      <a:moveTo>
                        <a:pt x="10" y="0"/>
                      </a:moveTo>
                      <a:lnTo>
                        <a:pt x="10" y="0"/>
                      </a:lnTo>
                      <a:lnTo>
                        <a:pt x="8" y="0"/>
                      </a:lnTo>
                      <a:lnTo>
                        <a:pt x="6" y="0"/>
                      </a:lnTo>
                      <a:lnTo>
                        <a:pt x="4" y="2"/>
                      </a:lnTo>
                      <a:lnTo>
                        <a:pt x="2" y="4"/>
                      </a:lnTo>
                      <a:lnTo>
                        <a:pt x="0" y="8"/>
                      </a:lnTo>
                      <a:lnTo>
                        <a:pt x="0" y="14"/>
                      </a:lnTo>
                      <a:lnTo>
                        <a:pt x="0" y="16"/>
                      </a:lnTo>
                      <a:lnTo>
                        <a:pt x="0" y="18"/>
                      </a:lnTo>
                      <a:lnTo>
                        <a:pt x="0" y="22"/>
                      </a:lnTo>
                      <a:lnTo>
                        <a:pt x="0" y="26"/>
                      </a:lnTo>
                      <a:lnTo>
                        <a:pt x="2" y="30"/>
                      </a:lnTo>
                      <a:lnTo>
                        <a:pt x="6" y="32"/>
                      </a:lnTo>
                      <a:lnTo>
                        <a:pt x="8" y="32"/>
                      </a:lnTo>
                      <a:lnTo>
                        <a:pt x="10" y="32"/>
                      </a:lnTo>
                      <a:lnTo>
                        <a:pt x="12" y="32"/>
                      </a:lnTo>
                      <a:lnTo>
                        <a:pt x="16" y="32"/>
                      </a:lnTo>
                      <a:lnTo>
                        <a:pt x="18" y="32"/>
                      </a:lnTo>
                      <a:lnTo>
                        <a:pt x="22" y="30"/>
                      </a:lnTo>
                      <a:lnTo>
                        <a:pt x="24" y="28"/>
                      </a:lnTo>
                      <a:lnTo>
                        <a:pt x="24" y="26"/>
                      </a:lnTo>
                      <a:lnTo>
                        <a:pt x="24" y="24"/>
                      </a:lnTo>
                      <a:lnTo>
                        <a:pt x="24" y="22"/>
                      </a:lnTo>
                      <a:lnTo>
                        <a:pt x="24" y="20"/>
                      </a:lnTo>
                      <a:lnTo>
                        <a:pt x="24" y="16"/>
                      </a:lnTo>
                      <a:lnTo>
                        <a:pt x="24" y="12"/>
                      </a:lnTo>
                      <a:lnTo>
                        <a:pt x="24" y="8"/>
                      </a:lnTo>
                      <a:lnTo>
                        <a:pt x="22" y="4"/>
                      </a:lnTo>
                      <a:lnTo>
                        <a:pt x="20" y="2"/>
                      </a:lnTo>
                      <a:lnTo>
                        <a:pt x="16" y="0"/>
                      </a:lnTo>
                      <a:lnTo>
                        <a:pt x="10" y="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26" name="Freeform 554">
                  <a:extLst>
                    <a:ext uri="{FF2B5EF4-FFF2-40B4-BE49-F238E27FC236}">
                      <a16:creationId xmlns:a16="http://schemas.microsoft.com/office/drawing/2014/main" id="{1E7AE7AA-6DF0-2806-F8D9-17EF8781602D}"/>
                    </a:ext>
                  </a:extLst>
                </p:cNvPr>
                <p:cNvSpPr/>
                <p:nvPr/>
              </p:nvSpPr>
              <p:spPr bwMode="gray">
                <a:xfrm>
                  <a:off x="7474265" y="1531122"/>
                  <a:ext cx="422118" cy="495840"/>
                </a:xfrm>
                <a:custGeom>
                  <a:avLst/>
                  <a:gdLst>
                    <a:gd name="T0" fmla="*/ 206 w 228"/>
                    <a:gd name="T1" fmla="*/ 82 h 268"/>
                    <a:gd name="T2" fmla="*/ 198 w 228"/>
                    <a:gd name="T3" fmla="*/ 84 h 268"/>
                    <a:gd name="T4" fmla="*/ 198 w 228"/>
                    <a:gd name="T5" fmla="*/ 92 h 268"/>
                    <a:gd name="T6" fmla="*/ 204 w 228"/>
                    <a:gd name="T7" fmla="*/ 96 h 268"/>
                    <a:gd name="T8" fmla="*/ 200 w 228"/>
                    <a:gd name="T9" fmla="*/ 104 h 268"/>
                    <a:gd name="T10" fmla="*/ 214 w 228"/>
                    <a:gd name="T11" fmla="*/ 112 h 268"/>
                    <a:gd name="T12" fmla="*/ 188 w 228"/>
                    <a:gd name="T13" fmla="*/ 122 h 268"/>
                    <a:gd name="T14" fmla="*/ 164 w 228"/>
                    <a:gd name="T15" fmla="*/ 138 h 268"/>
                    <a:gd name="T16" fmla="*/ 152 w 228"/>
                    <a:gd name="T17" fmla="*/ 154 h 268"/>
                    <a:gd name="T18" fmla="*/ 140 w 228"/>
                    <a:gd name="T19" fmla="*/ 160 h 268"/>
                    <a:gd name="T20" fmla="*/ 120 w 228"/>
                    <a:gd name="T21" fmla="*/ 174 h 268"/>
                    <a:gd name="T22" fmla="*/ 106 w 228"/>
                    <a:gd name="T23" fmla="*/ 182 h 268"/>
                    <a:gd name="T24" fmla="*/ 116 w 228"/>
                    <a:gd name="T25" fmla="*/ 188 h 268"/>
                    <a:gd name="T26" fmla="*/ 112 w 228"/>
                    <a:gd name="T27" fmla="*/ 198 h 268"/>
                    <a:gd name="T28" fmla="*/ 100 w 228"/>
                    <a:gd name="T29" fmla="*/ 214 h 268"/>
                    <a:gd name="T30" fmla="*/ 82 w 228"/>
                    <a:gd name="T31" fmla="*/ 224 h 268"/>
                    <a:gd name="T32" fmla="*/ 76 w 228"/>
                    <a:gd name="T33" fmla="*/ 238 h 268"/>
                    <a:gd name="T34" fmla="*/ 74 w 228"/>
                    <a:gd name="T35" fmla="*/ 260 h 268"/>
                    <a:gd name="T36" fmla="*/ 54 w 228"/>
                    <a:gd name="T37" fmla="*/ 268 h 268"/>
                    <a:gd name="T38" fmla="*/ 46 w 228"/>
                    <a:gd name="T39" fmla="*/ 258 h 268"/>
                    <a:gd name="T40" fmla="*/ 24 w 228"/>
                    <a:gd name="T41" fmla="*/ 256 h 268"/>
                    <a:gd name="T42" fmla="*/ 2 w 228"/>
                    <a:gd name="T43" fmla="*/ 240 h 268"/>
                    <a:gd name="T44" fmla="*/ 12 w 228"/>
                    <a:gd name="T45" fmla="*/ 222 h 268"/>
                    <a:gd name="T46" fmla="*/ 20 w 228"/>
                    <a:gd name="T47" fmla="*/ 214 h 268"/>
                    <a:gd name="T48" fmla="*/ 26 w 228"/>
                    <a:gd name="T49" fmla="*/ 206 h 268"/>
                    <a:gd name="T50" fmla="*/ 40 w 228"/>
                    <a:gd name="T51" fmla="*/ 218 h 268"/>
                    <a:gd name="T52" fmla="*/ 40 w 228"/>
                    <a:gd name="T53" fmla="*/ 208 h 268"/>
                    <a:gd name="T54" fmla="*/ 38 w 228"/>
                    <a:gd name="T55" fmla="*/ 198 h 268"/>
                    <a:gd name="T56" fmla="*/ 28 w 228"/>
                    <a:gd name="T57" fmla="*/ 198 h 268"/>
                    <a:gd name="T58" fmla="*/ 30 w 228"/>
                    <a:gd name="T59" fmla="*/ 186 h 268"/>
                    <a:gd name="T60" fmla="*/ 42 w 228"/>
                    <a:gd name="T61" fmla="*/ 176 h 268"/>
                    <a:gd name="T62" fmla="*/ 62 w 228"/>
                    <a:gd name="T63" fmla="*/ 168 h 268"/>
                    <a:gd name="T64" fmla="*/ 64 w 228"/>
                    <a:gd name="T65" fmla="*/ 162 h 268"/>
                    <a:gd name="T66" fmla="*/ 54 w 228"/>
                    <a:gd name="T67" fmla="*/ 144 h 268"/>
                    <a:gd name="T68" fmla="*/ 54 w 228"/>
                    <a:gd name="T69" fmla="*/ 126 h 268"/>
                    <a:gd name="T70" fmla="*/ 60 w 228"/>
                    <a:gd name="T71" fmla="*/ 108 h 268"/>
                    <a:gd name="T72" fmla="*/ 72 w 228"/>
                    <a:gd name="T73" fmla="*/ 120 h 268"/>
                    <a:gd name="T74" fmla="*/ 80 w 228"/>
                    <a:gd name="T75" fmla="*/ 138 h 268"/>
                    <a:gd name="T76" fmla="*/ 82 w 228"/>
                    <a:gd name="T77" fmla="*/ 114 h 268"/>
                    <a:gd name="T78" fmla="*/ 104 w 228"/>
                    <a:gd name="T79" fmla="*/ 94 h 268"/>
                    <a:gd name="T80" fmla="*/ 122 w 228"/>
                    <a:gd name="T81" fmla="*/ 88 h 268"/>
                    <a:gd name="T82" fmla="*/ 132 w 228"/>
                    <a:gd name="T83" fmla="*/ 80 h 268"/>
                    <a:gd name="T84" fmla="*/ 86 w 228"/>
                    <a:gd name="T85" fmla="*/ 74 h 268"/>
                    <a:gd name="T86" fmla="*/ 68 w 228"/>
                    <a:gd name="T87" fmla="*/ 72 h 268"/>
                    <a:gd name="T88" fmla="*/ 56 w 228"/>
                    <a:gd name="T89" fmla="*/ 74 h 268"/>
                    <a:gd name="T90" fmla="*/ 44 w 228"/>
                    <a:gd name="T91" fmla="*/ 54 h 268"/>
                    <a:gd name="T92" fmla="*/ 44 w 228"/>
                    <a:gd name="T93" fmla="*/ 40 h 268"/>
                    <a:gd name="T94" fmla="*/ 66 w 228"/>
                    <a:gd name="T95" fmla="*/ 42 h 268"/>
                    <a:gd name="T96" fmla="*/ 78 w 228"/>
                    <a:gd name="T97" fmla="*/ 26 h 268"/>
                    <a:gd name="T98" fmla="*/ 100 w 228"/>
                    <a:gd name="T99" fmla="*/ 18 h 268"/>
                    <a:gd name="T100" fmla="*/ 122 w 228"/>
                    <a:gd name="T101" fmla="*/ 4 h 268"/>
                    <a:gd name="T102" fmla="*/ 160 w 228"/>
                    <a:gd name="T103" fmla="*/ 2 h 268"/>
                    <a:gd name="T104" fmla="*/ 188 w 228"/>
                    <a:gd name="T105" fmla="*/ 6 h 268"/>
                    <a:gd name="T106" fmla="*/ 212 w 228"/>
                    <a:gd name="T107" fmla="*/ 26 h 268"/>
                    <a:gd name="T108" fmla="*/ 216 w 228"/>
                    <a:gd name="T109" fmla="*/ 30 h 268"/>
                    <a:gd name="T110" fmla="*/ 218 w 228"/>
                    <a:gd name="T111" fmla="*/ 64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28" h="268">
                      <a:moveTo>
                        <a:pt x="222" y="68"/>
                      </a:moveTo>
                      <a:lnTo>
                        <a:pt x="228" y="80"/>
                      </a:lnTo>
                      <a:lnTo>
                        <a:pt x="222" y="82"/>
                      </a:lnTo>
                      <a:lnTo>
                        <a:pt x="216" y="84"/>
                      </a:lnTo>
                      <a:lnTo>
                        <a:pt x="212" y="84"/>
                      </a:lnTo>
                      <a:lnTo>
                        <a:pt x="208" y="82"/>
                      </a:lnTo>
                      <a:lnTo>
                        <a:pt x="206" y="82"/>
                      </a:lnTo>
                      <a:lnTo>
                        <a:pt x="204" y="80"/>
                      </a:lnTo>
                      <a:lnTo>
                        <a:pt x="200" y="80"/>
                      </a:lnTo>
                      <a:lnTo>
                        <a:pt x="198" y="80"/>
                      </a:lnTo>
                      <a:lnTo>
                        <a:pt x="196" y="80"/>
                      </a:lnTo>
                      <a:lnTo>
                        <a:pt x="196" y="82"/>
                      </a:lnTo>
                      <a:lnTo>
                        <a:pt x="196" y="84"/>
                      </a:lnTo>
                      <a:lnTo>
                        <a:pt x="198" y="84"/>
                      </a:lnTo>
                      <a:lnTo>
                        <a:pt x="200" y="86"/>
                      </a:lnTo>
                      <a:lnTo>
                        <a:pt x="200" y="88"/>
                      </a:lnTo>
                      <a:lnTo>
                        <a:pt x="200" y="88"/>
                      </a:lnTo>
                      <a:lnTo>
                        <a:pt x="202" y="90"/>
                      </a:lnTo>
                      <a:lnTo>
                        <a:pt x="202" y="90"/>
                      </a:lnTo>
                      <a:lnTo>
                        <a:pt x="200" y="92"/>
                      </a:lnTo>
                      <a:lnTo>
                        <a:pt x="198" y="92"/>
                      </a:lnTo>
                      <a:lnTo>
                        <a:pt x="196" y="92"/>
                      </a:lnTo>
                      <a:lnTo>
                        <a:pt x="196" y="92"/>
                      </a:lnTo>
                      <a:lnTo>
                        <a:pt x="194" y="92"/>
                      </a:lnTo>
                      <a:lnTo>
                        <a:pt x="192" y="94"/>
                      </a:lnTo>
                      <a:lnTo>
                        <a:pt x="192" y="96"/>
                      </a:lnTo>
                      <a:lnTo>
                        <a:pt x="192" y="96"/>
                      </a:lnTo>
                      <a:lnTo>
                        <a:pt x="204" y="96"/>
                      </a:lnTo>
                      <a:lnTo>
                        <a:pt x="208" y="98"/>
                      </a:lnTo>
                      <a:lnTo>
                        <a:pt x="208" y="98"/>
                      </a:lnTo>
                      <a:lnTo>
                        <a:pt x="206" y="100"/>
                      </a:lnTo>
                      <a:lnTo>
                        <a:pt x="206" y="100"/>
                      </a:lnTo>
                      <a:lnTo>
                        <a:pt x="204" y="102"/>
                      </a:lnTo>
                      <a:lnTo>
                        <a:pt x="202" y="102"/>
                      </a:lnTo>
                      <a:lnTo>
                        <a:pt x="200" y="104"/>
                      </a:lnTo>
                      <a:lnTo>
                        <a:pt x="200" y="106"/>
                      </a:lnTo>
                      <a:lnTo>
                        <a:pt x="202" y="106"/>
                      </a:lnTo>
                      <a:lnTo>
                        <a:pt x="202" y="108"/>
                      </a:lnTo>
                      <a:lnTo>
                        <a:pt x="214" y="106"/>
                      </a:lnTo>
                      <a:lnTo>
                        <a:pt x="216" y="108"/>
                      </a:lnTo>
                      <a:lnTo>
                        <a:pt x="216" y="110"/>
                      </a:lnTo>
                      <a:lnTo>
                        <a:pt x="214" y="112"/>
                      </a:lnTo>
                      <a:lnTo>
                        <a:pt x="212" y="114"/>
                      </a:lnTo>
                      <a:lnTo>
                        <a:pt x="210" y="114"/>
                      </a:lnTo>
                      <a:lnTo>
                        <a:pt x="210" y="114"/>
                      </a:lnTo>
                      <a:lnTo>
                        <a:pt x="208" y="114"/>
                      </a:lnTo>
                      <a:lnTo>
                        <a:pt x="200" y="116"/>
                      </a:lnTo>
                      <a:lnTo>
                        <a:pt x="194" y="118"/>
                      </a:lnTo>
                      <a:lnTo>
                        <a:pt x="188" y="122"/>
                      </a:lnTo>
                      <a:lnTo>
                        <a:pt x="186" y="124"/>
                      </a:lnTo>
                      <a:lnTo>
                        <a:pt x="184" y="126"/>
                      </a:lnTo>
                      <a:lnTo>
                        <a:pt x="182" y="128"/>
                      </a:lnTo>
                      <a:lnTo>
                        <a:pt x="176" y="134"/>
                      </a:lnTo>
                      <a:lnTo>
                        <a:pt x="172" y="136"/>
                      </a:lnTo>
                      <a:lnTo>
                        <a:pt x="166" y="138"/>
                      </a:lnTo>
                      <a:lnTo>
                        <a:pt x="164" y="138"/>
                      </a:lnTo>
                      <a:lnTo>
                        <a:pt x="162" y="138"/>
                      </a:lnTo>
                      <a:lnTo>
                        <a:pt x="166" y="142"/>
                      </a:lnTo>
                      <a:lnTo>
                        <a:pt x="160" y="148"/>
                      </a:lnTo>
                      <a:lnTo>
                        <a:pt x="158" y="150"/>
                      </a:lnTo>
                      <a:lnTo>
                        <a:pt x="154" y="152"/>
                      </a:lnTo>
                      <a:lnTo>
                        <a:pt x="152" y="152"/>
                      </a:lnTo>
                      <a:lnTo>
                        <a:pt x="152" y="154"/>
                      </a:lnTo>
                      <a:lnTo>
                        <a:pt x="154" y="156"/>
                      </a:lnTo>
                      <a:lnTo>
                        <a:pt x="154" y="158"/>
                      </a:lnTo>
                      <a:lnTo>
                        <a:pt x="152" y="160"/>
                      </a:lnTo>
                      <a:lnTo>
                        <a:pt x="150" y="162"/>
                      </a:lnTo>
                      <a:lnTo>
                        <a:pt x="148" y="164"/>
                      </a:lnTo>
                      <a:lnTo>
                        <a:pt x="146" y="164"/>
                      </a:lnTo>
                      <a:lnTo>
                        <a:pt x="140" y="160"/>
                      </a:lnTo>
                      <a:lnTo>
                        <a:pt x="132" y="166"/>
                      </a:lnTo>
                      <a:lnTo>
                        <a:pt x="130" y="164"/>
                      </a:lnTo>
                      <a:lnTo>
                        <a:pt x="128" y="164"/>
                      </a:lnTo>
                      <a:lnTo>
                        <a:pt x="124" y="168"/>
                      </a:lnTo>
                      <a:lnTo>
                        <a:pt x="122" y="170"/>
                      </a:lnTo>
                      <a:lnTo>
                        <a:pt x="120" y="172"/>
                      </a:lnTo>
                      <a:lnTo>
                        <a:pt x="120" y="174"/>
                      </a:lnTo>
                      <a:lnTo>
                        <a:pt x="118" y="176"/>
                      </a:lnTo>
                      <a:lnTo>
                        <a:pt x="116" y="178"/>
                      </a:lnTo>
                      <a:lnTo>
                        <a:pt x="114" y="180"/>
                      </a:lnTo>
                      <a:lnTo>
                        <a:pt x="112" y="180"/>
                      </a:lnTo>
                      <a:lnTo>
                        <a:pt x="112" y="180"/>
                      </a:lnTo>
                      <a:lnTo>
                        <a:pt x="108" y="180"/>
                      </a:lnTo>
                      <a:lnTo>
                        <a:pt x="106" y="182"/>
                      </a:lnTo>
                      <a:lnTo>
                        <a:pt x="106" y="184"/>
                      </a:lnTo>
                      <a:lnTo>
                        <a:pt x="106" y="184"/>
                      </a:lnTo>
                      <a:lnTo>
                        <a:pt x="106" y="186"/>
                      </a:lnTo>
                      <a:lnTo>
                        <a:pt x="106" y="188"/>
                      </a:lnTo>
                      <a:lnTo>
                        <a:pt x="108" y="186"/>
                      </a:lnTo>
                      <a:lnTo>
                        <a:pt x="112" y="188"/>
                      </a:lnTo>
                      <a:lnTo>
                        <a:pt x="116" y="188"/>
                      </a:lnTo>
                      <a:lnTo>
                        <a:pt x="118" y="190"/>
                      </a:lnTo>
                      <a:lnTo>
                        <a:pt x="118" y="190"/>
                      </a:lnTo>
                      <a:lnTo>
                        <a:pt x="120" y="192"/>
                      </a:lnTo>
                      <a:lnTo>
                        <a:pt x="118" y="194"/>
                      </a:lnTo>
                      <a:lnTo>
                        <a:pt x="116" y="196"/>
                      </a:lnTo>
                      <a:lnTo>
                        <a:pt x="114" y="198"/>
                      </a:lnTo>
                      <a:lnTo>
                        <a:pt x="112" y="198"/>
                      </a:lnTo>
                      <a:lnTo>
                        <a:pt x="110" y="200"/>
                      </a:lnTo>
                      <a:lnTo>
                        <a:pt x="110" y="202"/>
                      </a:lnTo>
                      <a:lnTo>
                        <a:pt x="108" y="204"/>
                      </a:lnTo>
                      <a:lnTo>
                        <a:pt x="104" y="206"/>
                      </a:lnTo>
                      <a:lnTo>
                        <a:pt x="102" y="208"/>
                      </a:lnTo>
                      <a:lnTo>
                        <a:pt x="102" y="208"/>
                      </a:lnTo>
                      <a:lnTo>
                        <a:pt x="100" y="214"/>
                      </a:lnTo>
                      <a:lnTo>
                        <a:pt x="98" y="218"/>
                      </a:lnTo>
                      <a:lnTo>
                        <a:pt x="96" y="222"/>
                      </a:lnTo>
                      <a:lnTo>
                        <a:pt x="92" y="224"/>
                      </a:lnTo>
                      <a:lnTo>
                        <a:pt x="88" y="224"/>
                      </a:lnTo>
                      <a:lnTo>
                        <a:pt x="86" y="226"/>
                      </a:lnTo>
                      <a:lnTo>
                        <a:pt x="86" y="226"/>
                      </a:lnTo>
                      <a:lnTo>
                        <a:pt x="82" y="224"/>
                      </a:lnTo>
                      <a:lnTo>
                        <a:pt x="80" y="224"/>
                      </a:lnTo>
                      <a:lnTo>
                        <a:pt x="78" y="228"/>
                      </a:lnTo>
                      <a:lnTo>
                        <a:pt x="78" y="230"/>
                      </a:lnTo>
                      <a:lnTo>
                        <a:pt x="76" y="234"/>
                      </a:lnTo>
                      <a:lnTo>
                        <a:pt x="76" y="236"/>
                      </a:lnTo>
                      <a:lnTo>
                        <a:pt x="76" y="236"/>
                      </a:lnTo>
                      <a:lnTo>
                        <a:pt x="76" y="238"/>
                      </a:lnTo>
                      <a:lnTo>
                        <a:pt x="78" y="242"/>
                      </a:lnTo>
                      <a:lnTo>
                        <a:pt x="78" y="246"/>
                      </a:lnTo>
                      <a:lnTo>
                        <a:pt x="78" y="250"/>
                      </a:lnTo>
                      <a:lnTo>
                        <a:pt x="78" y="250"/>
                      </a:lnTo>
                      <a:lnTo>
                        <a:pt x="78" y="256"/>
                      </a:lnTo>
                      <a:lnTo>
                        <a:pt x="76" y="258"/>
                      </a:lnTo>
                      <a:lnTo>
                        <a:pt x="74" y="260"/>
                      </a:lnTo>
                      <a:lnTo>
                        <a:pt x="72" y="262"/>
                      </a:lnTo>
                      <a:lnTo>
                        <a:pt x="70" y="262"/>
                      </a:lnTo>
                      <a:lnTo>
                        <a:pt x="68" y="262"/>
                      </a:lnTo>
                      <a:lnTo>
                        <a:pt x="68" y="262"/>
                      </a:lnTo>
                      <a:lnTo>
                        <a:pt x="62" y="266"/>
                      </a:lnTo>
                      <a:lnTo>
                        <a:pt x="58" y="266"/>
                      </a:lnTo>
                      <a:lnTo>
                        <a:pt x="54" y="268"/>
                      </a:lnTo>
                      <a:lnTo>
                        <a:pt x="52" y="266"/>
                      </a:lnTo>
                      <a:lnTo>
                        <a:pt x="50" y="266"/>
                      </a:lnTo>
                      <a:lnTo>
                        <a:pt x="48" y="264"/>
                      </a:lnTo>
                      <a:lnTo>
                        <a:pt x="48" y="262"/>
                      </a:lnTo>
                      <a:lnTo>
                        <a:pt x="48" y="262"/>
                      </a:lnTo>
                      <a:lnTo>
                        <a:pt x="48" y="262"/>
                      </a:lnTo>
                      <a:lnTo>
                        <a:pt x="46" y="258"/>
                      </a:lnTo>
                      <a:lnTo>
                        <a:pt x="42" y="256"/>
                      </a:lnTo>
                      <a:lnTo>
                        <a:pt x="38" y="254"/>
                      </a:lnTo>
                      <a:lnTo>
                        <a:pt x="36" y="254"/>
                      </a:lnTo>
                      <a:lnTo>
                        <a:pt x="34" y="254"/>
                      </a:lnTo>
                      <a:lnTo>
                        <a:pt x="32" y="254"/>
                      </a:lnTo>
                      <a:lnTo>
                        <a:pt x="28" y="256"/>
                      </a:lnTo>
                      <a:lnTo>
                        <a:pt x="24" y="256"/>
                      </a:lnTo>
                      <a:lnTo>
                        <a:pt x="22" y="254"/>
                      </a:lnTo>
                      <a:lnTo>
                        <a:pt x="20" y="252"/>
                      </a:lnTo>
                      <a:lnTo>
                        <a:pt x="18" y="250"/>
                      </a:lnTo>
                      <a:lnTo>
                        <a:pt x="16" y="250"/>
                      </a:lnTo>
                      <a:lnTo>
                        <a:pt x="10" y="246"/>
                      </a:lnTo>
                      <a:lnTo>
                        <a:pt x="6" y="244"/>
                      </a:lnTo>
                      <a:lnTo>
                        <a:pt x="2" y="240"/>
                      </a:lnTo>
                      <a:lnTo>
                        <a:pt x="2" y="238"/>
                      </a:lnTo>
                      <a:lnTo>
                        <a:pt x="0" y="238"/>
                      </a:lnTo>
                      <a:lnTo>
                        <a:pt x="0" y="236"/>
                      </a:lnTo>
                      <a:lnTo>
                        <a:pt x="4" y="230"/>
                      </a:lnTo>
                      <a:lnTo>
                        <a:pt x="6" y="226"/>
                      </a:lnTo>
                      <a:lnTo>
                        <a:pt x="10" y="224"/>
                      </a:lnTo>
                      <a:lnTo>
                        <a:pt x="12" y="222"/>
                      </a:lnTo>
                      <a:lnTo>
                        <a:pt x="14" y="222"/>
                      </a:lnTo>
                      <a:lnTo>
                        <a:pt x="16" y="222"/>
                      </a:lnTo>
                      <a:lnTo>
                        <a:pt x="20" y="220"/>
                      </a:lnTo>
                      <a:lnTo>
                        <a:pt x="24" y="218"/>
                      </a:lnTo>
                      <a:lnTo>
                        <a:pt x="24" y="216"/>
                      </a:lnTo>
                      <a:lnTo>
                        <a:pt x="22" y="214"/>
                      </a:lnTo>
                      <a:lnTo>
                        <a:pt x="20" y="214"/>
                      </a:lnTo>
                      <a:lnTo>
                        <a:pt x="18" y="214"/>
                      </a:lnTo>
                      <a:lnTo>
                        <a:pt x="18" y="212"/>
                      </a:lnTo>
                      <a:lnTo>
                        <a:pt x="18" y="210"/>
                      </a:lnTo>
                      <a:lnTo>
                        <a:pt x="20" y="208"/>
                      </a:lnTo>
                      <a:lnTo>
                        <a:pt x="22" y="206"/>
                      </a:lnTo>
                      <a:lnTo>
                        <a:pt x="24" y="206"/>
                      </a:lnTo>
                      <a:lnTo>
                        <a:pt x="26" y="206"/>
                      </a:lnTo>
                      <a:lnTo>
                        <a:pt x="28" y="208"/>
                      </a:lnTo>
                      <a:lnTo>
                        <a:pt x="28" y="208"/>
                      </a:lnTo>
                      <a:lnTo>
                        <a:pt x="30" y="212"/>
                      </a:lnTo>
                      <a:lnTo>
                        <a:pt x="34" y="216"/>
                      </a:lnTo>
                      <a:lnTo>
                        <a:pt x="36" y="218"/>
                      </a:lnTo>
                      <a:lnTo>
                        <a:pt x="38" y="218"/>
                      </a:lnTo>
                      <a:lnTo>
                        <a:pt x="40" y="218"/>
                      </a:lnTo>
                      <a:lnTo>
                        <a:pt x="42" y="218"/>
                      </a:lnTo>
                      <a:lnTo>
                        <a:pt x="44" y="218"/>
                      </a:lnTo>
                      <a:lnTo>
                        <a:pt x="44" y="216"/>
                      </a:lnTo>
                      <a:lnTo>
                        <a:pt x="44" y="214"/>
                      </a:lnTo>
                      <a:lnTo>
                        <a:pt x="42" y="212"/>
                      </a:lnTo>
                      <a:lnTo>
                        <a:pt x="42" y="210"/>
                      </a:lnTo>
                      <a:lnTo>
                        <a:pt x="40" y="208"/>
                      </a:lnTo>
                      <a:lnTo>
                        <a:pt x="40" y="206"/>
                      </a:lnTo>
                      <a:lnTo>
                        <a:pt x="36" y="204"/>
                      </a:lnTo>
                      <a:lnTo>
                        <a:pt x="36" y="202"/>
                      </a:lnTo>
                      <a:lnTo>
                        <a:pt x="36" y="200"/>
                      </a:lnTo>
                      <a:lnTo>
                        <a:pt x="38" y="198"/>
                      </a:lnTo>
                      <a:lnTo>
                        <a:pt x="38" y="198"/>
                      </a:lnTo>
                      <a:lnTo>
                        <a:pt x="38" y="198"/>
                      </a:lnTo>
                      <a:lnTo>
                        <a:pt x="40" y="194"/>
                      </a:lnTo>
                      <a:lnTo>
                        <a:pt x="40" y="192"/>
                      </a:lnTo>
                      <a:lnTo>
                        <a:pt x="38" y="192"/>
                      </a:lnTo>
                      <a:lnTo>
                        <a:pt x="38" y="192"/>
                      </a:lnTo>
                      <a:lnTo>
                        <a:pt x="36" y="192"/>
                      </a:lnTo>
                      <a:lnTo>
                        <a:pt x="36" y="192"/>
                      </a:lnTo>
                      <a:lnTo>
                        <a:pt x="28" y="198"/>
                      </a:lnTo>
                      <a:lnTo>
                        <a:pt x="26" y="198"/>
                      </a:lnTo>
                      <a:lnTo>
                        <a:pt x="24" y="196"/>
                      </a:lnTo>
                      <a:lnTo>
                        <a:pt x="26" y="194"/>
                      </a:lnTo>
                      <a:lnTo>
                        <a:pt x="26" y="190"/>
                      </a:lnTo>
                      <a:lnTo>
                        <a:pt x="28" y="188"/>
                      </a:lnTo>
                      <a:lnTo>
                        <a:pt x="30" y="186"/>
                      </a:lnTo>
                      <a:lnTo>
                        <a:pt x="30" y="186"/>
                      </a:lnTo>
                      <a:lnTo>
                        <a:pt x="34" y="180"/>
                      </a:lnTo>
                      <a:lnTo>
                        <a:pt x="36" y="176"/>
                      </a:lnTo>
                      <a:lnTo>
                        <a:pt x="38" y="174"/>
                      </a:lnTo>
                      <a:lnTo>
                        <a:pt x="40" y="174"/>
                      </a:lnTo>
                      <a:lnTo>
                        <a:pt x="40" y="174"/>
                      </a:lnTo>
                      <a:lnTo>
                        <a:pt x="42" y="176"/>
                      </a:lnTo>
                      <a:lnTo>
                        <a:pt x="42" y="176"/>
                      </a:lnTo>
                      <a:lnTo>
                        <a:pt x="44" y="178"/>
                      </a:lnTo>
                      <a:lnTo>
                        <a:pt x="46" y="178"/>
                      </a:lnTo>
                      <a:lnTo>
                        <a:pt x="50" y="176"/>
                      </a:lnTo>
                      <a:lnTo>
                        <a:pt x="54" y="174"/>
                      </a:lnTo>
                      <a:lnTo>
                        <a:pt x="58" y="172"/>
                      </a:lnTo>
                      <a:lnTo>
                        <a:pt x="60" y="170"/>
                      </a:lnTo>
                      <a:lnTo>
                        <a:pt x="62" y="168"/>
                      </a:lnTo>
                      <a:lnTo>
                        <a:pt x="64" y="168"/>
                      </a:lnTo>
                      <a:lnTo>
                        <a:pt x="68" y="166"/>
                      </a:lnTo>
                      <a:lnTo>
                        <a:pt x="68" y="164"/>
                      </a:lnTo>
                      <a:lnTo>
                        <a:pt x="68" y="164"/>
                      </a:lnTo>
                      <a:lnTo>
                        <a:pt x="68" y="164"/>
                      </a:lnTo>
                      <a:lnTo>
                        <a:pt x="66" y="162"/>
                      </a:lnTo>
                      <a:lnTo>
                        <a:pt x="64" y="162"/>
                      </a:lnTo>
                      <a:lnTo>
                        <a:pt x="62" y="162"/>
                      </a:lnTo>
                      <a:lnTo>
                        <a:pt x="60" y="166"/>
                      </a:lnTo>
                      <a:lnTo>
                        <a:pt x="56" y="166"/>
                      </a:lnTo>
                      <a:lnTo>
                        <a:pt x="54" y="164"/>
                      </a:lnTo>
                      <a:lnTo>
                        <a:pt x="52" y="164"/>
                      </a:lnTo>
                      <a:lnTo>
                        <a:pt x="50" y="162"/>
                      </a:lnTo>
                      <a:lnTo>
                        <a:pt x="54" y="144"/>
                      </a:lnTo>
                      <a:lnTo>
                        <a:pt x="58" y="140"/>
                      </a:lnTo>
                      <a:lnTo>
                        <a:pt x="60" y="136"/>
                      </a:lnTo>
                      <a:lnTo>
                        <a:pt x="60" y="134"/>
                      </a:lnTo>
                      <a:lnTo>
                        <a:pt x="58" y="132"/>
                      </a:lnTo>
                      <a:lnTo>
                        <a:pt x="58" y="132"/>
                      </a:lnTo>
                      <a:lnTo>
                        <a:pt x="58" y="132"/>
                      </a:lnTo>
                      <a:lnTo>
                        <a:pt x="54" y="126"/>
                      </a:lnTo>
                      <a:lnTo>
                        <a:pt x="52" y="122"/>
                      </a:lnTo>
                      <a:lnTo>
                        <a:pt x="52" y="118"/>
                      </a:lnTo>
                      <a:lnTo>
                        <a:pt x="52" y="116"/>
                      </a:lnTo>
                      <a:lnTo>
                        <a:pt x="52" y="112"/>
                      </a:lnTo>
                      <a:lnTo>
                        <a:pt x="56" y="110"/>
                      </a:lnTo>
                      <a:lnTo>
                        <a:pt x="58" y="108"/>
                      </a:lnTo>
                      <a:lnTo>
                        <a:pt x="60" y="108"/>
                      </a:lnTo>
                      <a:lnTo>
                        <a:pt x="60" y="108"/>
                      </a:lnTo>
                      <a:lnTo>
                        <a:pt x="64" y="110"/>
                      </a:lnTo>
                      <a:lnTo>
                        <a:pt x="66" y="112"/>
                      </a:lnTo>
                      <a:lnTo>
                        <a:pt x="68" y="114"/>
                      </a:lnTo>
                      <a:lnTo>
                        <a:pt x="70" y="118"/>
                      </a:lnTo>
                      <a:lnTo>
                        <a:pt x="72" y="120"/>
                      </a:lnTo>
                      <a:lnTo>
                        <a:pt x="72" y="120"/>
                      </a:lnTo>
                      <a:lnTo>
                        <a:pt x="74" y="140"/>
                      </a:lnTo>
                      <a:lnTo>
                        <a:pt x="74" y="142"/>
                      </a:lnTo>
                      <a:lnTo>
                        <a:pt x="74" y="144"/>
                      </a:lnTo>
                      <a:lnTo>
                        <a:pt x="76" y="144"/>
                      </a:lnTo>
                      <a:lnTo>
                        <a:pt x="78" y="142"/>
                      </a:lnTo>
                      <a:lnTo>
                        <a:pt x="78" y="140"/>
                      </a:lnTo>
                      <a:lnTo>
                        <a:pt x="80" y="138"/>
                      </a:lnTo>
                      <a:lnTo>
                        <a:pt x="82" y="136"/>
                      </a:lnTo>
                      <a:lnTo>
                        <a:pt x="82" y="134"/>
                      </a:lnTo>
                      <a:lnTo>
                        <a:pt x="80" y="128"/>
                      </a:lnTo>
                      <a:lnTo>
                        <a:pt x="80" y="122"/>
                      </a:lnTo>
                      <a:lnTo>
                        <a:pt x="80" y="118"/>
                      </a:lnTo>
                      <a:lnTo>
                        <a:pt x="80" y="116"/>
                      </a:lnTo>
                      <a:lnTo>
                        <a:pt x="82" y="114"/>
                      </a:lnTo>
                      <a:lnTo>
                        <a:pt x="84" y="110"/>
                      </a:lnTo>
                      <a:lnTo>
                        <a:pt x="84" y="108"/>
                      </a:lnTo>
                      <a:lnTo>
                        <a:pt x="84" y="106"/>
                      </a:lnTo>
                      <a:lnTo>
                        <a:pt x="86" y="102"/>
                      </a:lnTo>
                      <a:lnTo>
                        <a:pt x="86" y="98"/>
                      </a:lnTo>
                      <a:lnTo>
                        <a:pt x="86" y="96"/>
                      </a:lnTo>
                      <a:lnTo>
                        <a:pt x="104" y="94"/>
                      </a:lnTo>
                      <a:lnTo>
                        <a:pt x="108" y="96"/>
                      </a:lnTo>
                      <a:lnTo>
                        <a:pt x="112" y="96"/>
                      </a:lnTo>
                      <a:lnTo>
                        <a:pt x="116" y="96"/>
                      </a:lnTo>
                      <a:lnTo>
                        <a:pt x="118" y="94"/>
                      </a:lnTo>
                      <a:lnTo>
                        <a:pt x="118" y="94"/>
                      </a:lnTo>
                      <a:lnTo>
                        <a:pt x="120" y="90"/>
                      </a:lnTo>
                      <a:lnTo>
                        <a:pt x="122" y="88"/>
                      </a:lnTo>
                      <a:lnTo>
                        <a:pt x="126" y="86"/>
                      </a:lnTo>
                      <a:lnTo>
                        <a:pt x="128" y="86"/>
                      </a:lnTo>
                      <a:lnTo>
                        <a:pt x="130" y="86"/>
                      </a:lnTo>
                      <a:lnTo>
                        <a:pt x="128" y="84"/>
                      </a:lnTo>
                      <a:lnTo>
                        <a:pt x="128" y="84"/>
                      </a:lnTo>
                      <a:lnTo>
                        <a:pt x="130" y="82"/>
                      </a:lnTo>
                      <a:lnTo>
                        <a:pt x="132" y="80"/>
                      </a:lnTo>
                      <a:lnTo>
                        <a:pt x="134" y="80"/>
                      </a:lnTo>
                      <a:lnTo>
                        <a:pt x="134" y="78"/>
                      </a:lnTo>
                      <a:lnTo>
                        <a:pt x="130" y="76"/>
                      </a:lnTo>
                      <a:lnTo>
                        <a:pt x="96" y="80"/>
                      </a:lnTo>
                      <a:lnTo>
                        <a:pt x="92" y="76"/>
                      </a:lnTo>
                      <a:lnTo>
                        <a:pt x="90" y="76"/>
                      </a:lnTo>
                      <a:lnTo>
                        <a:pt x="86" y="74"/>
                      </a:lnTo>
                      <a:lnTo>
                        <a:pt x="82" y="74"/>
                      </a:lnTo>
                      <a:lnTo>
                        <a:pt x="82" y="74"/>
                      </a:lnTo>
                      <a:lnTo>
                        <a:pt x="78" y="74"/>
                      </a:lnTo>
                      <a:lnTo>
                        <a:pt x="74" y="74"/>
                      </a:lnTo>
                      <a:lnTo>
                        <a:pt x="70" y="74"/>
                      </a:lnTo>
                      <a:lnTo>
                        <a:pt x="68" y="72"/>
                      </a:lnTo>
                      <a:lnTo>
                        <a:pt x="68" y="72"/>
                      </a:lnTo>
                      <a:lnTo>
                        <a:pt x="66" y="70"/>
                      </a:lnTo>
                      <a:lnTo>
                        <a:pt x="64" y="70"/>
                      </a:lnTo>
                      <a:lnTo>
                        <a:pt x="62" y="70"/>
                      </a:lnTo>
                      <a:lnTo>
                        <a:pt x="62" y="70"/>
                      </a:lnTo>
                      <a:lnTo>
                        <a:pt x="62" y="72"/>
                      </a:lnTo>
                      <a:lnTo>
                        <a:pt x="58" y="74"/>
                      </a:lnTo>
                      <a:lnTo>
                        <a:pt x="56" y="74"/>
                      </a:lnTo>
                      <a:lnTo>
                        <a:pt x="54" y="74"/>
                      </a:lnTo>
                      <a:lnTo>
                        <a:pt x="54" y="72"/>
                      </a:lnTo>
                      <a:lnTo>
                        <a:pt x="54" y="72"/>
                      </a:lnTo>
                      <a:lnTo>
                        <a:pt x="44" y="64"/>
                      </a:lnTo>
                      <a:lnTo>
                        <a:pt x="42" y="60"/>
                      </a:lnTo>
                      <a:lnTo>
                        <a:pt x="42" y="56"/>
                      </a:lnTo>
                      <a:lnTo>
                        <a:pt x="44" y="54"/>
                      </a:lnTo>
                      <a:lnTo>
                        <a:pt x="44" y="54"/>
                      </a:lnTo>
                      <a:lnTo>
                        <a:pt x="46" y="50"/>
                      </a:lnTo>
                      <a:lnTo>
                        <a:pt x="44" y="46"/>
                      </a:lnTo>
                      <a:lnTo>
                        <a:pt x="44" y="44"/>
                      </a:lnTo>
                      <a:lnTo>
                        <a:pt x="42" y="44"/>
                      </a:lnTo>
                      <a:lnTo>
                        <a:pt x="44" y="42"/>
                      </a:lnTo>
                      <a:lnTo>
                        <a:pt x="44" y="40"/>
                      </a:lnTo>
                      <a:lnTo>
                        <a:pt x="48" y="38"/>
                      </a:lnTo>
                      <a:lnTo>
                        <a:pt x="50" y="36"/>
                      </a:lnTo>
                      <a:lnTo>
                        <a:pt x="52" y="36"/>
                      </a:lnTo>
                      <a:lnTo>
                        <a:pt x="56" y="36"/>
                      </a:lnTo>
                      <a:lnTo>
                        <a:pt x="60" y="38"/>
                      </a:lnTo>
                      <a:lnTo>
                        <a:pt x="64" y="42"/>
                      </a:lnTo>
                      <a:lnTo>
                        <a:pt x="66" y="42"/>
                      </a:lnTo>
                      <a:lnTo>
                        <a:pt x="68" y="44"/>
                      </a:lnTo>
                      <a:lnTo>
                        <a:pt x="70" y="34"/>
                      </a:lnTo>
                      <a:lnTo>
                        <a:pt x="70" y="34"/>
                      </a:lnTo>
                      <a:lnTo>
                        <a:pt x="70" y="32"/>
                      </a:lnTo>
                      <a:lnTo>
                        <a:pt x="72" y="30"/>
                      </a:lnTo>
                      <a:lnTo>
                        <a:pt x="74" y="28"/>
                      </a:lnTo>
                      <a:lnTo>
                        <a:pt x="78" y="26"/>
                      </a:lnTo>
                      <a:lnTo>
                        <a:pt x="82" y="26"/>
                      </a:lnTo>
                      <a:lnTo>
                        <a:pt x="86" y="26"/>
                      </a:lnTo>
                      <a:lnTo>
                        <a:pt x="90" y="24"/>
                      </a:lnTo>
                      <a:lnTo>
                        <a:pt x="92" y="22"/>
                      </a:lnTo>
                      <a:lnTo>
                        <a:pt x="92" y="22"/>
                      </a:lnTo>
                      <a:lnTo>
                        <a:pt x="96" y="26"/>
                      </a:lnTo>
                      <a:lnTo>
                        <a:pt x="100" y="18"/>
                      </a:lnTo>
                      <a:lnTo>
                        <a:pt x="100" y="16"/>
                      </a:lnTo>
                      <a:lnTo>
                        <a:pt x="102" y="14"/>
                      </a:lnTo>
                      <a:lnTo>
                        <a:pt x="106" y="12"/>
                      </a:lnTo>
                      <a:lnTo>
                        <a:pt x="110" y="8"/>
                      </a:lnTo>
                      <a:lnTo>
                        <a:pt x="118" y="6"/>
                      </a:lnTo>
                      <a:lnTo>
                        <a:pt x="120" y="14"/>
                      </a:lnTo>
                      <a:lnTo>
                        <a:pt x="122" y="4"/>
                      </a:lnTo>
                      <a:lnTo>
                        <a:pt x="122" y="2"/>
                      </a:lnTo>
                      <a:lnTo>
                        <a:pt x="126" y="2"/>
                      </a:lnTo>
                      <a:lnTo>
                        <a:pt x="130" y="0"/>
                      </a:lnTo>
                      <a:lnTo>
                        <a:pt x="134" y="0"/>
                      </a:lnTo>
                      <a:lnTo>
                        <a:pt x="138" y="0"/>
                      </a:lnTo>
                      <a:lnTo>
                        <a:pt x="148" y="2"/>
                      </a:lnTo>
                      <a:lnTo>
                        <a:pt x="160" y="2"/>
                      </a:lnTo>
                      <a:lnTo>
                        <a:pt x="170" y="4"/>
                      </a:lnTo>
                      <a:lnTo>
                        <a:pt x="174" y="4"/>
                      </a:lnTo>
                      <a:lnTo>
                        <a:pt x="174" y="14"/>
                      </a:lnTo>
                      <a:lnTo>
                        <a:pt x="180" y="8"/>
                      </a:lnTo>
                      <a:lnTo>
                        <a:pt x="180" y="8"/>
                      </a:lnTo>
                      <a:lnTo>
                        <a:pt x="184" y="6"/>
                      </a:lnTo>
                      <a:lnTo>
                        <a:pt x="188" y="6"/>
                      </a:lnTo>
                      <a:lnTo>
                        <a:pt x="192" y="8"/>
                      </a:lnTo>
                      <a:lnTo>
                        <a:pt x="196" y="8"/>
                      </a:lnTo>
                      <a:lnTo>
                        <a:pt x="200" y="12"/>
                      </a:lnTo>
                      <a:lnTo>
                        <a:pt x="202" y="16"/>
                      </a:lnTo>
                      <a:lnTo>
                        <a:pt x="206" y="20"/>
                      </a:lnTo>
                      <a:lnTo>
                        <a:pt x="210" y="22"/>
                      </a:lnTo>
                      <a:lnTo>
                        <a:pt x="212" y="26"/>
                      </a:lnTo>
                      <a:lnTo>
                        <a:pt x="212" y="26"/>
                      </a:lnTo>
                      <a:lnTo>
                        <a:pt x="208" y="30"/>
                      </a:lnTo>
                      <a:lnTo>
                        <a:pt x="208" y="30"/>
                      </a:lnTo>
                      <a:lnTo>
                        <a:pt x="210" y="30"/>
                      </a:lnTo>
                      <a:lnTo>
                        <a:pt x="210" y="28"/>
                      </a:lnTo>
                      <a:lnTo>
                        <a:pt x="214" y="28"/>
                      </a:lnTo>
                      <a:lnTo>
                        <a:pt x="216" y="30"/>
                      </a:lnTo>
                      <a:lnTo>
                        <a:pt x="220" y="36"/>
                      </a:lnTo>
                      <a:lnTo>
                        <a:pt x="222" y="40"/>
                      </a:lnTo>
                      <a:lnTo>
                        <a:pt x="220" y="46"/>
                      </a:lnTo>
                      <a:lnTo>
                        <a:pt x="218" y="52"/>
                      </a:lnTo>
                      <a:lnTo>
                        <a:pt x="216" y="56"/>
                      </a:lnTo>
                      <a:lnTo>
                        <a:pt x="218" y="60"/>
                      </a:lnTo>
                      <a:lnTo>
                        <a:pt x="218" y="64"/>
                      </a:lnTo>
                      <a:lnTo>
                        <a:pt x="220" y="66"/>
                      </a:lnTo>
                      <a:lnTo>
                        <a:pt x="222" y="68"/>
                      </a:lnTo>
                      <a:lnTo>
                        <a:pt x="222" y="68"/>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27" name="Freeform 555">
                  <a:extLst>
                    <a:ext uri="{FF2B5EF4-FFF2-40B4-BE49-F238E27FC236}">
                      <a16:creationId xmlns:a16="http://schemas.microsoft.com/office/drawing/2014/main" id="{C0504276-F5A3-B591-E94C-90014D6DD4A8}"/>
                    </a:ext>
                  </a:extLst>
                </p:cNvPr>
                <p:cNvSpPr/>
                <p:nvPr/>
              </p:nvSpPr>
              <p:spPr bwMode="gray">
                <a:xfrm>
                  <a:off x="7940817" y="5553348"/>
                  <a:ext cx="144409" cy="166513"/>
                </a:xfrm>
                <a:custGeom>
                  <a:avLst/>
                  <a:gdLst>
                    <a:gd name="T0" fmla="*/ 78 w 78"/>
                    <a:gd name="T1" fmla="*/ 50 h 90"/>
                    <a:gd name="T2" fmla="*/ 60 w 78"/>
                    <a:gd name="T3" fmla="*/ 32 h 90"/>
                    <a:gd name="T4" fmla="*/ 60 w 78"/>
                    <a:gd name="T5" fmla="*/ 30 h 90"/>
                    <a:gd name="T6" fmla="*/ 58 w 78"/>
                    <a:gd name="T7" fmla="*/ 28 h 90"/>
                    <a:gd name="T8" fmla="*/ 56 w 78"/>
                    <a:gd name="T9" fmla="*/ 26 h 90"/>
                    <a:gd name="T10" fmla="*/ 52 w 78"/>
                    <a:gd name="T11" fmla="*/ 24 h 90"/>
                    <a:gd name="T12" fmla="*/ 44 w 78"/>
                    <a:gd name="T13" fmla="*/ 20 h 90"/>
                    <a:gd name="T14" fmla="*/ 36 w 78"/>
                    <a:gd name="T15" fmla="*/ 18 h 90"/>
                    <a:gd name="T16" fmla="*/ 32 w 78"/>
                    <a:gd name="T17" fmla="*/ 14 h 90"/>
                    <a:gd name="T18" fmla="*/ 30 w 78"/>
                    <a:gd name="T19" fmla="*/ 12 h 90"/>
                    <a:gd name="T20" fmla="*/ 28 w 78"/>
                    <a:gd name="T21" fmla="*/ 10 h 90"/>
                    <a:gd name="T22" fmla="*/ 28 w 78"/>
                    <a:gd name="T23" fmla="*/ 10 h 90"/>
                    <a:gd name="T24" fmla="*/ 28 w 78"/>
                    <a:gd name="T25" fmla="*/ 8 h 90"/>
                    <a:gd name="T26" fmla="*/ 26 w 78"/>
                    <a:gd name="T27" fmla="*/ 6 h 90"/>
                    <a:gd name="T28" fmla="*/ 24 w 78"/>
                    <a:gd name="T29" fmla="*/ 4 h 90"/>
                    <a:gd name="T30" fmla="*/ 20 w 78"/>
                    <a:gd name="T31" fmla="*/ 2 h 90"/>
                    <a:gd name="T32" fmla="*/ 16 w 78"/>
                    <a:gd name="T33" fmla="*/ 0 h 90"/>
                    <a:gd name="T34" fmla="*/ 12 w 78"/>
                    <a:gd name="T35" fmla="*/ 2 h 90"/>
                    <a:gd name="T36" fmla="*/ 12 w 78"/>
                    <a:gd name="T37" fmla="*/ 2 h 90"/>
                    <a:gd name="T38" fmla="*/ 10 w 78"/>
                    <a:gd name="T39" fmla="*/ 6 h 90"/>
                    <a:gd name="T40" fmla="*/ 8 w 78"/>
                    <a:gd name="T41" fmla="*/ 10 h 90"/>
                    <a:gd name="T42" fmla="*/ 4 w 78"/>
                    <a:gd name="T43" fmla="*/ 14 h 90"/>
                    <a:gd name="T44" fmla="*/ 2 w 78"/>
                    <a:gd name="T45" fmla="*/ 20 h 90"/>
                    <a:gd name="T46" fmla="*/ 0 w 78"/>
                    <a:gd name="T47" fmla="*/ 32 h 90"/>
                    <a:gd name="T48" fmla="*/ 0 w 78"/>
                    <a:gd name="T49" fmla="*/ 44 h 90"/>
                    <a:gd name="T50" fmla="*/ 2 w 78"/>
                    <a:gd name="T51" fmla="*/ 52 h 90"/>
                    <a:gd name="T52" fmla="*/ 2 w 78"/>
                    <a:gd name="T53" fmla="*/ 54 h 90"/>
                    <a:gd name="T54" fmla="*/ 2 w 78"/>
                    <a:gd name="T55" fmla="*/ 56 h 90"/>
                    <a:gd name="T56" fmla="*/ 2 w 78"/>
                    <a:gd name="T57" fmla="*/ 58 h 90"/>
                    <a:gd name="T58" fmla="*/ 2 w 78"/>
                    <a:gd name="T59" fmla="*/ 62 h 90"/>
                    <a:gd name="T60" fmla="*/ 2 w 78"/>
                    <a:gd name="T61" fmla="*/ 66 h 90"/>
                    <a:gd name="T62" fmla="*/ 2 w 78"/>
                    <a:gd name="T63" fmla="*/ 72 h 90"/>
                    <a:gd name="T64" fmla="*/ 4 w 78"/>
                    <a:gd name="T65" fmla="*/ 78 h 90"/>
                    <a:gd name="T66" fmla="*/ 6 w 78"/>
                    <a:gd name="T67" fmla="*/ 82 h 90"/>
                    <a:gd name="T68" fmla="*/ 10 w 78"/>
                    <a:gd name="T69" fmla="*/ 86 h 90"/>
                    <a:gd name="T70" fmla="*/ 12 w 78"/>
                    <a:gd name="T71" fmla="*/ 88 h 90"/>
                    <a:gd name="T72" fmla="*/ 14 w 78"/>
                    <a:gd name="T73" fmla="*/ 90 h 90"/>
                    <a:gd name="T74" fmla="*/ 16 w 78"/>
                    <a:gd name="T75" fmla="*/ 90 h 90"/>
                    <a:gd name="T76" fmla="*/ 20 w 78"/>
                    <a:gd name="T77" fmla="*/ 90 h 90"/>
                    <a:gd name="T78" fmla="*/ 30 w 78"/>
                    <a:gd name="T79" fmla="*/ 90 h 90"/>
                    <a:gd name="T80" fmla="*/ 42 w 78"/>
                    <a:gd name="T81" fmla="*/ 90 h 90"/>
                    <a:gd name="T82" fmla="*/ 50 w 78"/>
                    <a:gd name="T83" fmla="*/ 88 h 90"/>
                    <a:gd name="T84" fmla="*/ 52 w 78"/>
                    <a:gd name="T85" fmla="*/ 86 h 90"/>
                    <a:gd name="T86" fmla="*/ 56 w 78"/>
                    <a:gd name="T87" fmla="*/ 84 h 90"/>
                    <a:gd name="T88" fmla="*/ 60 w 78"/>
                    <a:gd name="T89" fmla="*/ 82 h 90"/>
                    <a:gd name="T90" fmla="*/ 64 w 78"/>
                    <a:gd name="T91" fmla="*/ 80 h 90"/>
                    <a:gd name="T92" fmla="*/ 68 w 78"/>
                    <a:gd name="T93" fmla="*/ 78 h 90"/>
                    <a:gd name="T94" fmla="*/ 70 w 78"/>
                    <a:gd name="T95" fmla="*/ 76 h 90"/>
                    <a:gd name="T96" fmla="*/ 70 w 78"/>
                    <a:gd name="T97" fmla="*/ 76 h 90"/>
                    <a:gd name="T98" fmla="*/ 78 w 78"/>
                    <a:gd name="T99" fmla="*/ 5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8" h="90">
                      <a:moveTo>
                        <a:pt x="78" y="50"/>
                      </a:moveTo>
                      <a:lnTo>
                        <a:pt x="60" y="32"/>
                      </a:lnTo>
                      <a:lnTo>
                        <a:pt x="60" y="30"/>
                      </a:lnTo>
                      <a:lnTo>
                        <a:pt x="58" y="28"/>
                      </a:lnTo>
                      <a:lnTo>
                        <a:pt x="56" y="26"/>
                      </a:lnTo>
                      <a:lnTo>
                        <a:pt x="52" y="24"/>
                      </a:lnTo>
                      <a:lnTo>
                        <a:pt x="44" y="20"/>
                      </a:lnTo>
                      <a:lnTo>
                        <a:pt x="36" y="18"/>
                      </a:lnTo>
                      <a:lnTo>
                        <a:pt x="32" y="14"/>
                      </a:lnTo>
                      <a:lnTo>
                        <a:pt x="30" y="12"/>
                      </a:lnTo>
                      <a:lnTo>
                        <a:pt x="28" y="10"/>
                      </a:lnTo>
                      <a:lnTo>
                        <a:pt x="28" y="10"/>
                      </a:lnTo>
                      <a:lnTo>
                        <a:pt x="28" y="8"/>
                      </a:lnTo>
                      <a:lnTo>
                        <a:pt x="26" y="6"/>
                      </a:lnTo>
                      <a:lnTo>
                        <a:pt x="24" y="4"/>
                      </a:lnTo>
                      <a:lnTo>
                        <a:pt x="20" y="2"/>
                      </a:lnTo>
                      <a:lnTo>
                        <a:pt x="16" y="0"/>
                      </a:lnTo>
                      <a:lnTo>
                        <a:pt x="12" y="2"/>
                      </a:lnTo>
                      <a:lnTo>
                        <a:pt x="12" y="2"/>
                      </a:lnTo>
                      <a:lnTo>
                        <a:pt x="10" y="6"/>
                      </a:lnTo>
                      <a:lnTo>
                        <a:pt x="8" y="10"/>
                      </a:lnTo>
                      <a:lnTo>
                        <a:pt x="4" y="14"/>
                      </a:lnTo>
                      <a:lnTo>
                        <a:pt x="2" y="20"/>
                      </a:lnTo>
                      <a:lnTo>
                        <a:pt x="0" y="32"/>
                      </a:lnTo>
                      <a:lnTo>
                        <a:pt x="0" y="44"/>
                      </a:lnTo>
                      <a:lnTo>
                        <a:pt x="2" y="52"/>
                      </a:lnTo>
                      <a:lnTo>
                        <a:pt x="2" y="54"/>
                      </a:lnTo>
                      <a:lnTo>
                        <a:pt x="2" y="56"/>
                      </a:lnTo>
                      <a:lnTo>
                        <a:pt x="2" y="58"/>
                      </a:lnTo>
                      <a:lnTo>
                        <a:pt x="2" y="62"/>
                      </a:lnTo>
                      <a:lnTo>
                        <a:pt x="2" y="66"/>
                      </a:lnTo>
                      <a:lnTo>
                        <a:pt x="2" y="72"/>
                      </a:lnTo>
                      <a:lnTo>
                        <a:pt x="4" y="78"/>
                      </a:lnTo>
                      <a:lnTo>
                        <a:pt x="6" y="82"/>
                      </a:lnTo>
                      <a:lnTo>
                        <a:pt x="10" y="86"/>
                      </a:lnTo>
                      <a:lnTo>
                        <a:pt x="12" y="88"/>
                      </a:lnTo>
                      <a:lnTo>
                        <a:pt x="14" y="90"/>
                      </a:lnTo>
                      <a:lnTo>
                        <a:pt x="16" y="90"/>
                      </a:lnTo>
                      <a:lnTo>
                        <a:pt x="20" y="90"/>
                      </a:lnTo>
                      <a:lnTo>
                        <a:pt x="30" y="90"/>
                      </a:lnTo>
                      <a:lnTo>
                        <a:pt x="42" y="90"/>
                      </a:lnTo>
                      <a:lnTo>
                        <a:pt x="50" y="88"/>
                      </a:lnTo>
                      <a:lnTo>
                        <a:pt x="52" y="86"/>
                      </a:lnTo>
                      <a:lnTo>
                        <a:pt x="56" y="84"/>
                      </a:lnTo>
                      <a:lnTo>
                        <a:pt x="60" y="82"/>
                      </a:lnTo>
                      <a:lnTo>
                        <a:pt x="64" y="80"/>
                      </a:lnTo>
                      <a:lnTo>
                        <a:pt x="68" y="78"/>
                      </a:lnTo>
                      <a:lnTo>
                        <a:pt x="70" y="76"/>
                      </a:lnTo>
                      <a:lnTo>
                        <a:pt x="70" y="76"/>
                      </a:lnTo>
                      <a:lnTo>
                        <a:pt x="78" y="50"/>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28" name="Freeform 556">
                  <a:extLst>
                    <a:ext uri="{FF2B5EF4-FFF2-40B4-BE49-F238E27FC236}">
                      <a16:creationId xmlns:a16="http://schemas.microsoft.com/office/drawing/2014/main" id="{623865B8-6144-DB04-3DCF-AFF12F63B22F}"/>
                    </a:ext>
                  </a:extLst>
                </p:cNvPr>
                <p:cNvSpPr/>
                <p:nvPr/>
              </p:nvSpPr>
              <p:spPr bwMode="gray">
                <a:xfrm>
                  <a:off x="5970932" y="2223078"/>
                  <a:ext cx="2025428" cy="1380212"/>
                </a:xfrm>
                <a:custGeom>
                  <a:avLst/>
                  <a:gdLst>
                    <a:gd name="T0" fmla="*/ 944 w 1094"/>
                    <a:gd name="T1" fmla="*/ 658 h 746"/>
                    <a:gd name="T2" fmla="*/ 978 w 1094"/>
                    <a:gd name="T3" fmla="*/ 698 h 746"/>
                    <a:gd name="T4" fmla="*/ 1002 w 1094"/>
                    <a:gd name="T5" fmla="*/ 710 h 746"/>
                    <a:gd name="T6" fmla="*/ 978 w 1094"/>
                    <a:gd name="T7" fmla="*/ 672 h 746"/>
                    <a:gd name="T8" fmla="*/ 970 w 1094"/>
                    <a:gd name="T9" fmla="*/ 640 h 746"/>
                    <a:gd name="T10" fmla="*/ 930 w 1094"/>
                    <a:gd name="T11" fmla="*/ 638 h 746"/>
                    <a:gd name="T12" fmla="*/ 1022 w 1094"/>
                    <a:gd name="T13" fmla="*/ 600 h 746"/>
                    <a:gd name="T14" fmla="*/ 1082 w 1094"/>
                    <a:gd name="T15" fmla="*/ 568 h 746"/>
                    <a:gd name="T16" fmla="*/ 1070 w 1094"/>
                    <a:gd name="T17" fmla="*/ 500 h 746"/>
                    <a:gd name="T18" fmla="*/ 1024 w 1094"/>
                    <a:gd name="T19" fmla="*/ 460 h 746"/>
                    <a:gd name="T20" fmla="*/ 974 w 1094"/>
                    <a:gd name="T21" fmla="*/ 372 h 746"/>
                    <a:gd name="T22" fmla="*/ 916 w 1094"/>
                    <a:gd name="T23" fmla="*/ 354 h 746"/>
                    <a:gd name="T24" fmla="*/ 878 w 1094"/>
                    <a:gd name="T25" fmla="*/ 312 h 746"/>
                    <a:gd name="T26" fmla="*/ 806 w 1094"/>
                    <a:gd name="T27" fmla="*/ 332 h 746"/>
                    <a:gd name="T28" fmla="*/ 816 w 1094"/>
                    <a:gd name="T29" fmla="*/ 458 h 746"/>
                    <a:gd name="T30" fmla="*/ 790 w 1094"/>
                    <a:gd name="T31" fmla="*/ 510 h 746"/>
                    <a:gd name="T32" fmla="*/ 792 w 1094"/>
                    <a:gd name="T33" fmla="*/ 576 h 746"/>
                    <a:gd name="T34" fmla="*/ 758 w 1094"/>
                    <a:gd name="T35" fmla="*/ 556 h 746"/>
                    <a:gd name="T36" fmla="*/ 736 w 1094"/>
                    <a:gd name="T37" fmla="*/ 496 h 746"/>
                    <a:gd name="T38" fmla="*/ 640 w 1094"/>
                    <a:gd name="T39" fmla="*/ 440 h 746"/>
                    <a:gd name="T40" fmla="*/ 592 w 1094"/>
                    <a:gd name="T41" fmla="*/ 392 h 746"/>
                    <a:gd name="T42" fmla="*/ 644 w 1094"/>
                    <a:gd name="T43" fmla="*/ 298 h 746"/>
                    <a:gd name="T44" fmla="*/ 682 w 1094"/>
                    <a:gd name="T45" fmla="*/ 266 h 746"/>
                    <a:gd name="T46" fmla="*/ 672 w 1094"/>
                    <a:gd name="T47" fmla="*/ 194 h 746"/>
                    <a:gd name="T48" fmla="*/ 738 w 1094"/>
                    <a:gd name="T49" fmla="*/ 194 h 746"/>
                    <a:gd name="T50" fmla="*/ 774 w 1094"/>
                    <a:gd name="T51" fmla="*/ 156 h 746"/>
                    <a:gd name="T52" fmla="*/ 768 w 1094"/>
                    <a:gd name="T53" fmla="*/ 114 h 746"/>
                    <a:gd name="T54" fmla="*/ 744 w 1094"/>
                    <a:gd name="T55" fmla="*/ 74 h 746"/>
                    <a:gd name="T56" fmla="*/ 714 w 1094"/>
                    <a:gd name="T57" fmla="*/ 138 h 746"/>
                    <a:gd name="T58" fmla="*/ 686 w 1094"/>
                    <a:gd name="T59" fmla="*/ 106 h 746"/>
                    <a:gd name="T60" fmla="*/ 658 w 1094"/>
                    <a:gd name="T61" fmla="*/ 100 h 746"/>
                    <a:gd name="T62" fmla="*/ 644 w 1094"/>
                    <a:gd name="T63" fmla="*/ 48 h 746"/>
                    <a:gd name="T64" fmla="*/ 610 w 1094"/>
                    <a:gd name="T65" fmla="*/ 4 h 746"/>
                    <a:gd name="T66" fmla="*/ 598 w 1094"/>
                    <a:gd name="T67" fmla="*/ 78 h 746"/>
                    <a:gd name="T68" fmla="*/ 630 w 1094"/>
                    <a:gd name="T69" fmla="*/ 122 h 746"/>
                    <a:gd name="T70" fmla="*/ 584 w 1094"/>
                    <a:gd name="T71" fmla="*/ 124 h 746"/>
                    <a:gd name="T72" fmla="*/ 544 w 1094"/>
                    <a:gd name="T73" fmla="*/ 152 h 746"/>
                    <a:gd name="T74" fmla="*/ 502 w 1094"/>
                    <a:gd name="T75" fmla="*/ 150 h 746"/>
                    <a:gd name="T76" fmla="*/ 464 w 1094"/>
                    <a:gd name="T77" fmla="*/ 122 h 746"/>
                    <a:gd name="T78" fmla="*/ 424 w 1094"/>
                    <a:gd name="T79" fmla="*/ 124 h 746"/>
                    <a:gd name="T80" fmla="*/ 420 w 1094"/>
                    <a:gd name="T81" fmla="*/ 186 h 746"/>
                    <a:gd name="T82" fmla="*/ 380 w 1094"/>
                    <a:gd name="T83" fmla="*/ 148 h 746"/>
                    <a:gd name="T84" fmla="*/ 342 w 1094"/>
                    <a:gd name="T85" fmla="*/ 138 h 746"/>
                    <a:gd name="T86" fmla="*/ 328 w 1094"/>
                    <a:gd name="T87" fmla="*/ 100 h 746"/>
                    <a:gd name="T88" fmla="*/ 282 w 1094"/>
                    <a:gd name="T89" fmla="*/ 84 h 746"/>
                    <a:gd name="T90" fmla="*/ 220 w 1094"/>
                    <a:gd name="T91" fmla="*/ 72 h 746"/>
                    <a:gd name="T92" fmla="*/ 182 w 1094"/>
                    <a:gd name="T93" fmla="*/ 44 h 746"/>
                    <a:gd name="T94" fmla="*/ 166 w 1094"/>
                    <a:gd name="T95" fmla="*/ 62 h 746"/>
                    <a:gd name="T96" fmla="*/ 124 w 1094"/>
                    <a:gd name="T97" fmla="*/ 78 h 746"/>
                    <a:gd name="T98" fmla="*/ 22 w 1094"/>
                    <a:gd name="T99" fmla="*/ 80 h 746"/>
                    <a:gd name="T100" fmla="*/ 80 w 1094"/>
                    <a:gd name="T101" fmla="*/ 388 h 746"/>
                    <a:gd name="T102" fmla="*/ 152 w 1094"/>
                    <a:gd name="T103" fmla="*/ 496 h 746"/>
                    <a:gd name="T104" fmla="*/ 172 w 1094"/>
                    <a:gd name="T105" fmla="*/ 572 h 746"/>
                    <a:gd name="T106" fmla="*/ 638 w 1094"/>
                    <a:gd name="T107" fmla="*/ 646 h 746"/>
                    <a:gd name="T108" fmla="*/ 720 w 1094"/>
                    <a:gd name="T109" fmla="*/ 648 h 746"/>
                    <a:gd name="T110" fmla="*/ 756 w 1094"/>
                    <a:gd name="T111" fmla="*/ 672 h 746"/>
                    <a:gd name="T112" fmla="*/ 784 w 1094"/>
                    <a:gd name="T113" fmla="*/ 704 h 746"/>
                    <a:gd name="T114" fmla="*/ 752 w 1094"/>
                    <a:gd name="T115" fmla="*/ 722 h 746"/>
                    <a:gd name="T116" fmla="*/ 750 w 1094"/>
                    <a:gd name="T117" fmla="*/ 744 h 746"/>
                    <a:gd name="T118" fmla="*/ 798 w 1094"/>
                    <a:gd name="T119" fmla="*/ 722 h 746"/>
                    <a:gd name="T120" fmla="*/ 840 w 1094"/>
                    <a:gd name="T121" fmla="*/ 698 h 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94" h="746">
                      <a:moveTo>
                        <a:pt x="850" y="702"/>
                      </a:moveTo>
                      <a:lnTo>
                        <a:pt x="864" y="690"/>
                      </a:lnTo>
                      <a:lnTo>
                        <a:pt x="880" y="682"/>
                      </a:lnTo>
                      <a:lnTo>
                        <a:pt x="894" y="680"/>
                      </a:lnTo>
                      <a:lnTo>
                        <a:pt x="906" y="678"/>
                      </a:lnTo>
                      <a:lnTo>
                        <a:pt x="910" y="678"/>
                      </a:lnTo>
                      <a:lnTo>
                        <a:pt x="916" y="668"/>
                      </a:lnTo>
                      <a:lnTo>
                        <a:pt x="920" y="662"/>
                      </a:lnTo>
                      <a:lnTo>
                        <a:pt x="924" y="658"/>
                      </a:lnTo>
                      <a:lnTo>
                        <a:pt x="928" y="656"/>
                      </a:lnTo>
                      <a:lnTo>
                        <a:pt x="932" y="654"/>
                      </a:lnTo>
                      <a:lnTo>
                        <a:pt x="934" y="654"/>
                      </a:lnTo>
                      <a:lnTo>
                        <a:pt x="936" y="656"/>
                      </a:lnTo>
                      <a:lnTo>
                        <a:pt x="936" y="656"/>
                      </a:lnTo>
                      <a:lnTo>
                        <a:pt x="938" y="656"/>
                      </a:lnTo>
                      <a:lnTo>
                        <a:pt x="944" y="658"/>
                      </a:lnTo>
                      <a:lnTo>
                        <a:pt x="946" y="666"/>
                      </a:lnTo>
                      <a:lnTo>
                        <a:pt x="944" y="674"/>
                      </a:lnTo>
                      <a:lnTo>
                        <a:pt x="940" y="682"/>
                      </a:lnTo>
                      <a:lnTo>
                        <a:pt x="938" y="688"/>
                      </a:lnTo>
                      <a:lnTo>
                        <a:pt x="936" y="690"/>
                      </a:lnTo>
                      <a:lnTo>
                        <a:pt x="946" y="698"/>
                      </a:lnTo>
                      <a:lnTo>
                        <a:pt x="956" y="700"/>
                      </a:lnTo>
                      <a:lnTo>
                        <a:pt x="964" y="696"/>
                      </a:lnTo>
                      <a:lnTo>
                        <a:pt x="970" y="692"/>
                      </a:lnTo>
                      <a:lnTo>
                        <a:pt x="972" y="690"/>
                      </a:lnTo>
                      <a:lnTo>
                        <a:pt x="978" y="690"/>
                      </a:lnTo>
                      <a:lnTo>
                        <a:pt x="980" y="690"/>
                      </a:lnTo>
                      <a:lnTo>
                        <a:pt x="982" y="692"/>
                      </a:lnTo>
                      <a:lnTo>
                        <a:pt x="982" y="694"/>
                      </a:lnTo>
                      <a:lnTo>
                        <a:pt x="980" y="696"/>
                      </a:lnTo>
                      <a:lnTo>
                        <a:pt x="978" y="698"/>
                      </a:lnTo>
                      <a:lnTo>
                        <a:pt x="976" y="700"/>
                      </a:lnTo>
                      <a:lnTo>
                        <a:pt x="974" y="702"/>
                      </a:lnTo>
                      <a:lnTo>
                        <a:pt x="972" y="702"/>
                      </a:lnTo>
                      <a:lnTo>
                        <a:pt x="972" y="702"/>
                      </a:lnTo>
                      <a:lnTo>
                        <a:pt x="966" y="706"/>
                      </a:lnTo>
                      <a:lnTo>
                        <a:pt x="962" y="708"/>
                      </a:lnTo>
                      <a:lnTo>
                        <a:pt x="960" y="712"/>
                      </a:lnTo>
                      <a:lnTo>
                        <a:pt x="960" y="714"/>
                      </a:lnTo>
                      <a:lnTo>
                        <a:pt x="960" y="718"/>
                      </a:lnTo>
                      <a:lnTo>
                        <a:pt x="960" y="720"/>
                      </a:lnTo>
                      <a:lnTo>
                        <a:pt x="962" y="722"/>
                      </a:lnTo>
                      <a:lnTo>
                        <a:pt x="962" y="722"/>
                      </a:lnTo>
                      <a:lnTo>
                        <a:pt x="968" y="722"/>
                      </a:lnTo>
                      <a:lnTo>
                        <a:pt x="980" y="718"/>
                      </a:lnTo>
                      <a:lnTo>
                        <a:pt x="992" y="714"/>
                      </a:lnTo>
                      <a:lnTo>
                        <a:pt x="1002" y="710"/>
                      </a:lnTo>
                      <a:lnTo>
                        <a:pt x="1006" y="708"/>
                      </a:lnTo>
                      <a:lnTo>
                        <a:pt x="1010" y="706"/>
                      </a:lnTo>
                      <a:lnTo>
                        <a:pt x="1012" y="704"/>
                      </a:lnTo>
                      <a:lnTo>
                        <a:pt x="1012" y="702"/>
                      </a:lnTo>
                      <a:lnTo>
                        <a:pt x="1010" y="700"/>
                      </a:lnTo>
                      <a:lnTo>
                        <a:pt x="1008" y="698"/>
                      </a:lnTo>
                      <a:lnTo>
                        <a:pt x="1006" y="696"/>
                      </a:lnTo>
                      <a:lnTo>
                        <a:pt x="1006" y="696"/>
                      </a:lnTo>
                      <a:lnTo>
                        <a:pt x="1004" y="696"/>
                      </a:lnTo>
                      <a:lnTo>
                        <a:pt x="1000" y="694"/>
                      </a:lnTo>
                      <a:lnTo>
                        <a:pt x="996" y="690"/>
                      </a:lnTo>
                      <a:lnTo>
                        <a:pt x="990" y="686"/>
                      </a:lnTo>
                      <a:lnTo>
                        <a:pt x="986" y="682"/>
                      </a:lnTo>
                      <a:lnTo>
                        <a:pt x="982" y="678"/>
                      </a:lnTo>
                      <a:lnTo>
                        <a:pt x="980" y="674"/>
                      </a:lnTo>
                      <a:lnTo>
                        <a:pt x="978" y="672"/>
                      </a:lnTo>
                      <a:lnTo>
                        <a:pt x="976" y="670"/>
                      </a:lnTo>
                      <a:lnTo>
                        <a:pt x="972" y="666"/>
                      </a:lnTo>
                      <a:lnTo>
                        <a:pt x="970" y="662"/>
                      </a:lnTo>
                      <a:lnTo>
                        <a:pt x="972" y="658"/>
                      </a:lnTo>
                      <a:lnTo>
                        <a:pt x="972" y="656"/>
                      </a:lnTo>
                      <a:lnTo>
                        <a:pt x="974" y="654"/>
                      </a:lnTo>
                      <a:lnTo>
                        <a:pt x="974" y="652"/>
                      </a:lnTo>
                      <a:lnTo>
                        <a:pt x="974" y="648"/>
                      </a:lnTo>
                      <a:lnTo>
                        <a:pt x="972" y="646"/>
                      </a:lnTo>
                      <a:lnTo>
                        <a:pt x="970" y="646"/>
                      </a:lnTo>
                      <a:lnTo>
                        <a:pt x="968" y="644"/>
                      </a:lnTo>
                      <a:lnTo>
                        <a:pt x="966" y="646"/>
                      </a:lnTo>
                      <a:lnTo>
                        <a:pt x="964" y="646"/>
                      </a:lnTo>
                      <a:lnTo>
                        <a:pt x="964" y="646"/>
                      </a:lnTo>
                      <a:lnTo>
                        <a:pt x="964" y="640"/>
                      </a:lnTo>
                      <a:lnTo>
                        <a:pt x="970" y="640"/>
                      </a:lnTo>
                      <a:lnTo>
                        <a:pt x="974" y="638"/>
                      </a:lnTo>
                      <a:lnTo>
                        <a:pt x="978" y="636"/>
                      </a:lnTo>
                      <a:lnTo>
                        <a:pt x="980" y="632"/>
                      </a:lnTo>
                      <a:lnTo>
                        <a:pt x="982" y="630"/>
                      </a:lnTo>
                      <a:lnTo>
                        <a:pt x="982" y="628"/>
                      </a:lnTo>
                      <a:lnTo>
                        <a:pt x="980" y="624"/>
                      </a:lnTo>
                      <a:lnTo>
                        <a:pt x="978" y="622"/>
                      </a:lnTo>
                      <a:lnTo>
                        <a:pt x="976" y="620"/>
                      </a:lnTo>
                      <a:lnTo>
                        <a:pt x="972" y="620"/>
                      </a:lnTo>
                      <a:lnTo>
                        <a:pt x="968" y="620"/>
                      </a:lnTo>
                      <a:lnTo>
                        <a:pt x="966" y="622"/>
                      </a:lnTo>
                      <a:lnTo>
                        <a:pt x="964" y="622"/>
                      </a:lnTo>
                      <a:lnTo>
                        <a:pt x="964" y="622"/>
                      </a:lnTo>
                      <a:lnTo>
                        <a:pt x="948" y="628"/>
                      </a:lnTo>
                      <a:lnTo>
                        <a:pt x="936" y="634"/>
                      </a:lnTo>
                      <a:lnTo>
                        <a:pt x="930" y="638"/>
                      </a:lnTo>
                      <a:lnTo>
                        <a:pt x="928" y="640"/>
                      </a:lnTo>
                      <a:lnTo>
                        <a:pt x="918" y="650"/>
                      </a:lnTo>
                      <a:lnTo>
                        <a:pt x="908" y="660"/>
                      </a:lnTo>
                      <a:lnTo>
                        <a:pt x="898" y="666"/>
                      </a:lnTo>
                      <a:lnTo>
                        <a:pt x="892" y="668"/>
                      </a:lnTo>
                      <a:lnTo>
                        <a:pt x="902" y="656"/>
                      </a:lnTo>
                      <a:lnTo>
                        <a:pt x="912" y="644"/>
                      </a:lnTo>
                      <a:lnTo>
                        <a:pt x="922" y="632"/>
                      </a:lnTo>
                      <a:lnTo>
                        <a:pt x="928" y="622"/>
                      </a:lnTo>
                      <a:lnTo>
                        <a:pt x="930" y="620"/>
                      </a:lnTo>
                      <a:lnTo>
                        <a:pt x="952" y="606"/>
                      </a:lnTo>
                      <a:lnTo>
                        <a:pt x="968" y="598"/>
                      </a:lnTo>
                      <a:lnTo>
                        <a:pt x="974" y="598"/>
                      </a:lnTo>
                      <a:lnTo>
                        <a:pt x="990" y="600"/>
                      </a:lnTo>
                      <a:lnTo>
                        <a:pt x="1006" y="600"/>
                      </a:lnTo>
                      <a:lnTo>
                        <a:pt x="1022" y="600"/>
                      </a:lnTo>
                      <a:lnTo>
                        <a:pt x="1034" y="598"/>
                      </a:lnTo>
                      <a:lnTo>
                        <a:pt x="1038" y="598"/>
                      </a:lnTo>
                      <a:lnTo>
                        <a:pt x="1046" y="596"/>
                      </a:lnTo>
                      <a:lnTo>
                        <a:pt x="1052" y="594"/>
                      </a:lnTo>
                      <a:lnTo>
                        <a:pt x="1056" y="590"/>
                      </a:lnTo>
                      <a:lnTo>
                        <a:pt x="1058" y="588"/>
                      </a:lnTo>
                      <a:lnTo>
                        <a:pt x="1060" y="584"/>
                      </a:lnTo>
                      <a:lnTo>
                        <a:pt x="1060" y="582"/>
                      </a:lnTo>
                      <a:lnTo>
                        <a:pt x="1060" y="580"/>
                      </a:lnTo>
                      <a:lnTo>
                        <a:pt x="1060" y="580"/>
                      </a:lnTo>
                      <a:lnTo>
                        <a:pt x="1064" y="574"/>
                      </a:lnTo>
                      <a:lnTo>
                        <a:pt x="1068" y="570"/>
                      </a:lnTo>
                      <a:lnTo>
                        <a:pt x="1072" y="568"/>
                      </a:lnTo>
                      <a:lnTo>
                        <a:pt x="1076" y="566"/>
                      </a:lnTo>
                      <a:lnTo>
                        <a:pt x="1080" y="566"/>
                      </a:lnTo>
                      <a:lnTo>
                        <a:pt x="1082" y="568"/>
                      </a:lnTo>
                      <a:lnTo>
                        <a:pt x="1082" y="568"/>
                      </a:lnTo>
                      <a:lnTo>
                        <a:pt x="1090" y="562"/>
                      </a:lnTo>
                      <a:lnTo>
                        <a:pt x="1094" y="552"/>
                      </a:lnTo>
                      <a:lnTo>
                        <a:pt x="1094" y="540"/>
                      </a:lnTo>
                      <a:lnTo>
                        <a:pt x="1092" y="530"/>
                      </a:lnTo>
                      <a:lnTo>
                        <a:pt x="1088" y="524"/>
                      </a:lnTo>
                      <a:lnTo>
                        <a:pt x="1084" y="520"/>
                      </a:lnTo>
                      <a:lnTo>
                        <a:pt x="1082" y="518"/>
                      </a:lnTo>
                      <a:lnTo>
                        <a:pt x="1078" y="518"/>
                      </a:lnTo>
                      <a:lnTo>
                        <a:pt x="1078" y="518"/>
                      </a:lnTo>
                      <a:lnTo>
                        <a:pt x="1076" y="510"/>
                      </a:lnTo>
                      <a:lnTo>
                        <a:pt x="1074" y="504"/>
                      </a:lnTo>
                      <a:lnTo>
                        <a:pt x="1072" y="502"/>
                      </a:lnTo>
                      <a:lnTo>
                        <a:pt x="1072" y="500"/>
                      </a:lnTo>
                      <a:lnTo>
                        <a:pt x="1072" y="500"/>
                      </a:lnTo>
                      <a:lnTo>
                        <a:pt x="1070" y="500"/>
                      </a:lnTo>
                      <a:lnTo>
                        <a:pt x="1052" y="500"/>
                      </a:lnTo>
                      <a:lnTo>
                        <a:pt x="1048" y="502"/>
                      </a:lnTo>
                      <a:lnTo>
                        <a:pt x="1046" y="504"/>
                      </a:lnTo>
                      <a:lnTo>
                        <a:pt x="1044" y="502"/>
                      </a:lnTo>
                      <a:lnTo>
                        <a:pt x="1042" y="502"/>
                      </a:lnTo>
                      <a:lnTo>
                        <a:pt x="1040" y="500"/>
                      </a:lnTo>
                      <a:lnTo>
                        <a:pt x="1040" y="500"/>
                      </a:lnTo>
                      <a:lnTo>
                        <a:pt x="1034" y="484"/>
                      </a:lnTo>
                      <a:lnTo>
                        <a:pt x="1030" y="468"/>
                      </a:lnTo>
                      <a:lnTo>
                        <a:pt x="1026" y="456"/>
                      </a:lnTo>
                      <a:lnTo>
                        <a:pt x="1024" y="452"/>
                      </a:lnTo>
                      <a:lnTo>
                        <a:pt x="1024" y="452"/>
                      </a:lnTo>
                      <a:lnTo>
                        <a:pt x="1024" y="454"/>
                      </a:lnTo>
                      <a:lnTo>
                        <a:pt x="1024" y="458"/>
                      </a:lnTo>
                      <a:lnTo>
                        <a:pt x="1024" y="460"/>
                      </a:lnTo>
                      <a:lnTo>
                        <a:pt x="1024" y="460"/>
                      </a:lnTo>
                      <a:lnTo>
                        <a:pt x="1024" y="460"/>
                      </a:lnTo>
                      <a:lnTo>
                        <a:pt x="1024" y="456"/>
                      </a:lnTo>
                      <a:lnTo>
                        <a:pt x="1022" y="448"/>
                      </a:lnTo>
                      <a:lnTo>
                        <a:pt x="1016" y="436"/>
                      </a:lnTo>
                      <a:lnTo>
                        <a:pt x="1010" y="422"/>
                      </a:lnTo>
                      <a:lnTo>
                        <a:pt x="1002" y="408"/>
                      </a:lnTo>
                      <a:lnTo>
                        <a:pt x="996" y="398"/>
                      </a:lnTo>
                      <a:lnTo>
                        <a:pt x="994" y="394"/>
                      </a:lnTo>
                      <a:lnTo>
                        <a:pt x="992" y="384"/>
                      </a:lnTo>
                      <a:lnTo>
                        <a:pt x="988" y="378"/>
                      </a:lnTo>
                      <a:lnTo>
                        <a:pt x="986" y="374"/>
                      </a:lnTo>
                      <a:lnTo>
                        <a:pt x="982" y="372"/>
                      </a:lnTo>
                      <a:lnTo>
                        <a:pt x="980" y="370"/>
                      </a:lnTo>
                      <a:lnTo>
                        <a:pt x="976" y="370"/>
                      </a:lnTo>
                      <a:lnTo>
                        <a:pt x="974" y="370"/>
                      </a:lnTo>
                      <a:lnTo>
                        <a:pt x="974" y="372"/>
                      </a:lnTo>
                      <a:lnTo>
                        <a:pt x="972" y="372"/>
                      </a:lnTo>
                      <a:lnTo>
                        <a:pt x="974" y="386"/>
                      </a:lnTo>
                      <a:lnTo>
                        <a:pt x="970" y="394"/>
                      </a:lnTo>
                      <a:lnTo>
                        <a:pt x="964" y="400"/>
                      </a:lnTo>
                      <a:lnTo>
                        <a:pt x="958" y="404"/>
                      </a:lnTo>
                      <a:lnTo>
                        <a:pt x="954" y="404"/>
                      </a:lnTo>
                      <a:lnTo>
                        <a:pt x="942" y="408"/>
                      </a:lnTo>
                      <a:lnTo>
                        <a:pt x="932" y="408"/>
                      </a:lnTo>
                      <a:lnTo>
                        <a:pt x="926" y="404"/>
                      </a:lnTo>
                      <a:lnTo>
                        <a:pt x="924" y="400"/>
                      </a:lnTo>
                      <a:lnTo>
                        <a:pt x="922" y="398"/>
                      </a:lnTo>
                      <a:lnTo>
                        <a:pt x="918" y="388"/>
                      </a:lnTo>
                      <a:lnTo>
                        <a:pt x="918" y="378"/>
                      </a:lnTo>
                      <a:lnTo>
                        <a:pt x="920" y="370"/>
                      </a:lnTo>
                      <a:lnTo>
                        <a:pt x="922" y="366"/>
                      </a:lnTo>
                      <a:lnTo>
                        <a:pt x="916" y="354"/>
                      </a:lnTo>
                      <a:lnTo>
                        <a:pt x="918" y="350"/>
                      </a:lnTo>
                      <a:lnTo>
                        <a:pt x="918" y="348"/>
                      </a:lnTo>
                      <a:lnTo>
                        <a:pt x="918" y="344"/>
                      </a:lnTo>
                      <a:lnTo>
                        <a:pt x="916" y="342"/>
                      </a:lnTo>
                      <a:lnTo>
                        <a:pt x="916" y="342"/>
                      </a:lnTo>
                      <a:lnTo>
                        <a:pt x="912" y="340"/>
                      </a:lnTo>
                      <a:lnTo>
                        <a:pt x="908" y="338"/>
                      </a:lnTo>
                      <a:lnTo>
                        <a:pt x="904" y="334"/>
                      </a:lnTo>
                      <a:lnTo>
                        <a:pt x="900" y="332"/>
                      </a:lnTo>
                      <a:lnTo>
                        <a:pt x="898" y="328"/>
                      </a:lnTo>
                      <a:lnTo>
                        <a:pt x="896" y="326"/>
                      </a:lnTo>
                      <a:lnTo>
                        <a:pt x="894" y="326"/>
                      </a:lnTo>
                      <a:lnTo>
                        <a:pt x="890" y="320"/>
                      </a:lnTo>
                      <a:lnTo>
                        <a:pt x="886" y="316"/>
                      </a:lnTo>
                      <a:lnTo>
                        <a:pt x="882" y="314"/>
                      </a:lnTo>
                      <a:lnTo>
                        <a:pt x="878" y="312"/>
                      </a:lnTo>
                      <a:lnTo>
                        <a:pt x="874" y="312"/>
                      </a:lnTo>
                      <a:lnTo>
                        <a:pt x="870" y="312"/>
                      </a:lnTo>
                      <a:lnTo>
                        <a:pt x="870" y="312"/>
                      </a:lnTo>
                      <a:lnTo>
                        <a:pt x="830" y="310"/>
                      </a:lnTo>
                      <a:lnTo>
                        <a:pt x="826" y="308"/>
                      </a:lnTo>
                      <a:lnTo>
                        <a:pt x="820" y="308"/>
                      </a:lnTo>
                      <a:lnTo>
                        <a:pt x="818" y="308"/>
                      </a:lnTo>
                      <a:lnTo>
                        <a:pt x="814" y="312"/>
                      </a:lnTo>
                      <a:lnTo>
                        <a:pt x="812" y="314"/>
                      </a:lnTo>
                      <a:lnTo>
                        <a:pt x="810" y="318"/>
                      </a:lnTo>
                      <a:lnTo>
                        <a:pt x="810" y="320"/>
                      </a:lnTo>
                      <a:lnTo>
                        <a:pt x="810" y="324"/>
                      </a:lnTo>
                      <a:lnTo>
                        <a:pt x="810" y="324"/>
                      </a:lnTo>
                      <a:lnTo>
                        <a:pt x="808" y="326"/>
                      </a:lnTo>
                      <a:lnTo>
                        <a:pt x="806" y="328"/>
                      </a:lnTo>
                      <a:lnTo>
                        <a:pt x="806" y="332"/>
                      </a:lnTo>
                      <a:lnTo>
                        <a:pt x="806" y="336"/>
                      </a:lnTo>
                      <a:lnTo>
                        <a:pt x="806" y="340"/>
                      </a:lnTo>
                      <a:lnTo>
                        <a:pt x="806" y="342"/>
                      </a:lnTo>
                      <a:lnTo>
                        <a:pt x="806" y="344"/>
                      </a:lnTo>
                      <a:lnTo>
                        <a:pt x="810" y="348"/>
                      </a:lnTo>
                      <a:lnTo>
                        <a:pt x="812" y="354"/>
                      </a:lnTo>
                      <a:lnTo>
                        <a:pt x="814" y="358"/>
                      </a:lnTo>
                      <a:lnTo>
                        <a:pt x="814" y="362"/>
                      </a:lnTo>
                      <a:lnTo>
                        <a:pt x="814" y="366"/>
                      </a:lnTo>
                      <a:lnTo>
                        <a:pt x="808" y="388"/>
                      </a:lnTo>
                      <a:lnTo>
                        <a:pt x="804" y="402"/>
                      </a:lnTo>
                      <a:lnTo>
                        <a:pt x="802" y="408"/>
                      </a:lnTo>
                      <a:lnTo>
                        <a:pt x="806" y="416"/>
                      </a:lnTo>
                      <a:lnTo>
                        <a:pt x="810" y="430"/>
                      </a:lnTo>
                      <a:lnTo>
                        <a:pt x="814" y="446"/>
                      </a:lnTo>
                      <a:lnTo>
                        <a:pt x="816" y="458"/>
                      </a:lnTo>
                      <a:lnTo>
                        <a:pt x="818" y="462"/>
                      </a:lnTo>
                      <a:lnTo>
                        <a:pt x="818" y="470"/>
                      </a:lnTo>
                      <a:lnTo>
                        <a:pt x="816" y="474"/>
                      </a:lnTo>
                      <a:lnTo>
                        <a:pt x="814" y="478"/>
                      </a:lnTo>
                      <a:lnTo>
                        <a:pt x="812" y="482"/>
                      </a:lnTo>
                      <a:lnTo>
                        <a:pt x="810" y="482"/>
                      </a:lnTo>
                      <a:lnTo>
                        <a:pt x="808" y="484"/>
                      </a:lnTo>
                      <a:lnTo>
                        <a:pt x="806" y="484"/>
                      </a:lnTo>
                      <a:lnTo>
                        <a:pt x="804" y="490"/>
                      </a:lnTo>
                      <a:lnTo>
                        <a:pt x="800" y="496"/>
                      </a:lnTo>
                      <a:lnTo>
                        <a:pt x="796" y="500"/>
                      </a:lnTo>
                      <a:lnTo>
                        <a:pt x="792" y="502"/>
                      </a:lnTo>
                      <a:lnTo>
                        <a:pt x="788" y="504"/>
                      </a:lnTo>
                      <a:lnTo>
                        <a:pt x="788" y="504"/>
                      </a:lnTo>
                      <a:lnTo>
                        <a:pt x="790" y="506"/>
                      </a:lnTo>
                      <a:lnTo>
                        <a:pt x="790" y="510"/>
                      </a:lnTo>
                      <a:lnTo>
                        <a:pt x="790" y="514"/>
                      </a:lnTo>
                      <a:lnTo>
                        <a:pt x="790" y="520"/>
                      </a:lnTo>
                      <a:lnTo>
                        <a:pt x="790" y="524"/>
                      </a:lnTo>
                      <a:lnTo>
                        <a:pt x="790" y="530"/>
                      </a:lnTo>
                      <a:lnTo>
                        <a:pt x="790" y="532"/>
                      </a:lnTo>
                      <a:lnTo>
                        <a:pt x="790" y="534"/>
                      </a:lnTo>
                      <a:lnTo>
                        <a:pt x="790" y="540"/>
                      </a:lnTo>
                      <a:lnTo>
                        <a:pt x="792" y="544"/>
                      </a:lnTo>
                      <a:lnTo>
                        <a:pt x="794" y="548"/>
                      </a:lnTo>
                      <a:lnTo>
                        <a:pt x="798" y="552"/>
                      </a:lnTo>
                      <a:lnTo>
                        <a:pt x="800" y="554"/>
                      </a:lnTo>
                      <a:lnTo>
                        <a:pt x="800" y="554"/>
                      </a:lnTo>
                      <a:lnTo>
                        <a:pt x="800" y="562"/>
                      </a:lnTo>
                      <a:lnTo>
                        <a:pt x="798" y="568"/>
                      </a:lnTo>
                      <a:lnTo>
                        <a:pt x="794" y="572"/>
                      </a:lnTo>
                      <a:lnTo>
                        <a:pt x="792" y="576"/>
                      </a:lnTo>
                      <a:lnTo>
                        <a:pt x="790" y="578"/>
                      </a:lnTo>
                      <a:lnTo>
                        <a:pt x="790" y="578"/>
                      </a:lnTo>
                      <a:lnTo>
                        <a:pt x="786" y="582"/>
                      </a:lnTo>
                      <a:lnTo>
                        <a:pt x="782" y="584"/>
                      </a:lnTo>
                      <a:lnTo>
                        <a:pt x="778" y="584"/>
                      </a:lnTo>
                      <a:lnTo>
                        <a:pt x="776" y="582"/>
                      </a:lnTo>
                      <a:lnTo>
                        <a:pt x="774" y="580"/>
                      </a:lnTo>
                      <a:lnTo>
                        <a:pt x="772" y="578"/>
                      </a:lnTo>
                      <a:lnTo>
                        <a:pt x="770" y="576"/>
                      </a:lnTo>
                      <a:lnTo>
                        <a:pt x="770" y="574"/>
                      </a:lnTo>
                      <a:lnTo>
                        <a:pt x="768" y="570"/>
                      </a:lnTo>
                      <a:lnTo>
                        <a:pt x="766" y="566"/>
                      </a:lnTo>
                      <a:lnTo>
                        <a:pt x="764" y="562"/>
                      </a:lnTo>
                      <a:lnTo>
                        <a:pt x="764" y="560"/>
                      </a:lnTo>
                      <a:lnTo>
                        <a:pt x="762" y="558"/>
                      </a:lnTo>
                      <a:lnTo>
                        <a:pt x="758" y="556"/>
                      </a:lnTo>
                      <a:lnTo>
                        <a:pt x="754" y="554"/>
                      </a:lnTo>
                      <a:lnTo>
                        <a:pt x="752" y="550"/>
                      </a:lnTo>
                      <a:lnTo>
                        <a:pt x="752" y="548"/>
                      </a:lnTo>
                      <a:lnTo>
                        <a:pt x="752" y="546"/>
                      </a:lnTo>
                      <a:lnTo>
                        <a:pt x="752" y="544"/>
                      </a:lnTo>
                      <a:lnTo>
                        <a:pt x="752" y="542"/>
                      </a:lnTo>
                      <a:lnTo>
                        <a:pt x="750" y="540"/>
                      </a:lnTo>
                      <a:lnTo>
                        <a:pt x="748" y="534"/>
                      </a:lnTo>
                      <a:lnTo>
                        <a:pt x="746" y="530"/>
                      </a:lnTo>
                      <a:lnTo>
                        <a:pt x="746" y="524"/>
                      </a:lnTo>
                      <a:lnTo>
                        <a:pt x="744" y="522"/>
                      </a:lnTo>
                      <a:lnTo>
                        <a:pt x="744" y="520"/>
                      </a:lnTo>
                      <a:lnTo>
                        <a:pt x="744" y="510"/>
                      </a:lnTo>
                      <a:lnTo>
                        <a:pt x="742" y="504"/>
                      </a:lnTo>
                      <a:lnTo>
                        <a:pt x="738" y="500"/>
                      </a:lnTo>
                      <a:lnTo>
                        <a:pt x="736" y="496"/>
                      </a:lnTo>
                      <a:lnTo>
                        <a:pt x="732" y="494"/>
                      </a:lnTo>
                      <a:lnTo>
                        <a:pt x="730" y="492"/>
                      </a:lnTo>
                      <a:lnTo>
                        <a:pt x="728" y="492"/>
                      </a:lnTo>
                      <a:lnTo>
                        <a:pt x="726" y="492"/>
                      </a:lnTo>
                      <a:lnTo>
                        <a:pt x="726" y="492"/>
                      </a:lnTo>
                      <a:lnTo>
                        <a:pt x="714" y="490"/>
                      </a:lnTo>
                      <a:lnTo>
                        <a:pt x="702" y="490"/>
                      </a:lnTo>
                      <a:lnTo>
                        <a:pt x="690" y="492"/>
                      </a:lnTo>
                      <a:lnTo>
                        <a:pt x="686" y="492"/>
                      </a:lnTo>
                      <a:lnTo>
                        <a:pt x="670" y="488"/>
                      </a:lnTo>
                      <a:lnTo>
                        <a:pt x="660" y="478"/>
                      </a:lnTo>
                      <a:lnTo>
                        <a:pt x="652" y="468"/>
                      </a:lnTo>
                      <a:lnTo>
                        <a:pt x="650" y="458"/>
                      </a:lnTo>
                      <a:lnTo>
                        <a:pt x="650" y="456"/>
                      </a:lnTo>
                      <a:lnTo>
                        <a:pt x="644" y="446"/>
                      </a:lnTo>
                      <a:lnTo>
                        <a:pt x="640" y="440"/>
                      </a:lnTo>
                      <a:lnTo>
                        <a:pt x="636" y="434"/>
                      </a:lnTo>
                      <a:lnTo>
                        <a:pt x="630" y="430"/>
                      </a:lnTo>
                      <a:lnTo>
                        <a:pt x="628" y="428"/>
                      </a:lnTo>
                      <a:lnTo>
                        <a:pt x="624" y="428"/>
                      </a:lnTo>
                      <a:lnTo>
                        <a:pt x="624" y="428"/>
                      </a:lnTo>
                      <a:lnTo>
                        <a:pt x="622" y="420"/>
                      </a:lnTo>
                      <a:lnTo>
                        <a:pt x="620" y="416"/>
                      </a:lnTo>
                      <a:lnTo>
                        <a:pt x="618" y="412"/>
                      </a:lnTo>
                      <a:lnTo>
                        <a:pt x="618" y="412"/>
                      </a:lnTo>
                      <a:lnTo>
                        <a:pt x="616" y="410"/>
                      </a:lnTo>
                      <a:lnTo>
                        <a:pt x="608" y="412"/>
                      </a:lnTo>
                      <a:lnTo>
                        <a:pt x="602" y="410"/>
                      </a:lnTo>
                      <a:lnTo>
                        <a:pt x="598" y="408"/>
                      </a:lnTo>
                      <a:lnTo>
                        <a:pt x="594" y="402"/>
                      </a:lnTo>
                      <a:lnTo>
                        <a:pt x="592" y="398"/>
                      </a:lnTo>
                      <a:lnTo>
                        <a:pt x="592" y="392"/>
                      </a:lnTo>
                      <a:lnTo>
                        <a:pt x="590" y="388"/>
                      </a:lnTo>
                      <a:lnTo>
                        <a:pt x="590" y="386"/>
                      </a:lnTo>
                      <a:lnTo>
                        <a:pt x="590" y="384"/>
                      </a:lnTo>
                      <a:lnTo>
                        <a:pt x="592" y="372"/>
                      </a:lnTo>
                      <a:lnTo>
                        <a:pt x="598" y="358"/>
                      </a:lnTo>
                      <a:lnTo>
                        <a:pt x="608" y="342"/>
                      </a:lnTo>
                      <a:lnTo>
                        <a:pt x="618" y="330"/>
                      </a:lnTo>
                      <a:lnTo>
                        <a:pt x="624" y="320"/>
                      </a:lnTo>
                      <a:lnTo>
                        <a:pt x="628" y="318"/>
                      </a:lnTo>
                      <a:lnTo>
                        <a:pt x="634" y="316"/>
                      </a:lnTo>
                      <a:lnTo>
                        <a:pt x="638" y="312"/>
                      </a:lnTo>
                      <a:lnTo>
                        <a:pt x="642" y="308"/>
                      </a:lnTo>
                      <a:lnTo>
                        <a:pt x="644" y="306"/>
                      </a:lnTo>
                      <a:lnTo>
                        <a:pt x="644" y="304"/>
                      </a:lnTo>
                      <a:lnTo>
                        <a:pt x="646" y="302"/>
                      </a:lnTo>
                      <a:lnTo>
                        <a:pt x="644" y="298"/>
                      </a:lnTo>
                      <a:lnTo>
                        <a:pt x="644" y="296"/>
                      </a:lnTo>
                      <a:lnTo>
                        <a:pt x="646" y="294"/>
                      </a:lnTo>
                      <a:lnTo>
                        <a:pt x="646" y="292"/>
                      </a:lnTo>
                      <a:lnTo>
                        <a:pt x="648" y="292"/>
                      </a:lnTo>
                      <a:lnTo>
                        <a:pt x="650" y="292"/>
                      </a:lnTo>
                      <a:lnTo>
                        <a:pt x="652" y="290"/>
                      </a:lnTo>
                      <a:lnTo>
                        <a:pt x="656" y="292"/>
                      </a:lnTo>
                      <a:lnTo>
                        <a:pt x="662" y="292"/>
                      </a:lnTo>
                      <a:lnTo>
                        <a:pt x="666" y="294"/>
                      </a:lnTo>
                      <a:lnTo>
                        <a:pt x="670" y="296"/>
                      </a:lnTo>
                      <a:lnTo>
                        <a:pt x="672" y="296"/>
                      </a:lnTo>
                      <a:lnTo>
                        <a:pt x="674" y="298"/>
                      </a:lnTo>
                      <a:lnTo>
                        <a:pt x="678" y="292"/>
                      </a:lnTo>
                      <a:lnTo>
                        <a:pt x="682" y="282"/>
                      </a:lnTo>
                      <a:lnTo>
                        <a:pt x="682" y="270"/>
                      </a:lnTo>
                      <a:lnTo>
                        <a:pt x="682" y="266"/>
                      </a:lnTo>
                      <a:lnTo>
                        <a:pt x="684" y="250"/>
                      </a:lnTo>
                      <a:lnTo>
                        <a:pt x="690" y="238"/>
                      </a:lnTo>
                      <a:lnTo>
                        <a:pt x="698" y="230"/>
                      </a:lnTo>
                      <a:lnTo>
                        <a:pt x="700" y="226"/>
                      </a:lnTo>
                      <a:lnTo>
                        <a:pt x="702" y="220"/>
                      </a:lnTo>
                      <a:lnTo>
                        <a:pt x="704" y="218"/>
                      </a:lnTo>
                      <a:lnTo>
                        <a:pt x="704" y="216"/>
                      </a:lnTo>
                      <a:lnTo>
                        <a:pt x="702" y="214"/>
                      </a:lnTo>
                      <a:lnTo>
                        <a:pt x="702" y="214"/>
                      </a:lnTo>
                      <a:lnTo>
                        <a:pt x="700" y="214"/>
                      </a:lnTo>
                      <a:lnTo>
                        <a:pt x="700" y="214"/>
                      </a:lnTo>
                      <a:lnTo>
                        <a:pt x="698" y="216"/>
                      </a:lnTo>
                      <a:lnTo>
                        <a:pt x="668" y="200"/>
                      </a:lnTo>
                      <a:lnTo>
                        <a:pt x="668" y="196"/>
                      </a:lnTo>
                      <a:lnTo>
                        <a:pt x="670" y="196"/>
                      </a:lnTo>
                      <a:lnTo>
                        <a:pt x="672" y="194"/>
                      </a:lnTo>
                      <a:lnTo>
                        <a:pt x="676" y="194"/>
                      </a:lnTo>
                      <a:lnTo>
                        <a:pt x="680" y="194"/>
                      </a:lnTo>
                      <a:lnTo>
                        <a:pt x="684" y="196"/>
                      </a:lnTo>
                      <a:lnTo>
                        <a:pt x="688" y="196"/>
                      </a:lnTo>
                      <a:lnTo>
                        <a:pt x="692" y="196"/>
                      </a:lnTo>
                      <a:lnTo>
                        <a:pt x="694" y="198"/>
                      </a:lnTo>
                      <a:lnTo>
                        <a:pt x="696" y="198"/>
                      </a:lnTo>
                      <a:lnTo>
                        <a:pt x="700" y="196"/>
                      </a:lnTo>
                      <a:lnTo>
                        <a:pt x="704" y="196"/>
                      </a:lnTo>
                      <a:lnTo>
                        <a:pt x="710" y="198"/>
                      </a:lnTo>
                      <a:lnTo>
                        <a:pt x="716" y="198"/>
                      </a:lnTo>
                      <a:lnTo>
                        <a:pt x="720" y="200"/>
                      </a:lnTo>
                      <a:lnTo>
                        <a:pt x="724" y="200"/>
                      </a:lnTo>
                      <a:lnTo>
                        <a:pt x="726" y="202"/>
                      </a:lnTo>
                      <a:lnTo>
                        <a:pt x="732" y="190"/>
                      </a:lnTo>
                      <a:lnTo>
                        <a:pt x="738" y="194"/>
                      </a:lnTo>
                      <a:lnTo>
                        <a:pt x="744" y="194"/>
                      </a:lnTo>
                      <a:lnTo>
                        <a:pt x="748" y="194"/>
                      </a:lnTo>
                      <a:lnTo>
                        <a:pt x="752" y="192"/>
                      </a:lnTo>
                      <a:lnTo>
                        <a:pt x="754" y="190"/>
                      </a:lnTo>
                      <a:lnTo>
                        <a:pt x="756" y="190"/>
                      </a:lnTo>
                      <a:lnTo>
                        <a:pt x="756" y="190"/>
                      </a:lnTo>
                      <a:lnTo>
                        <a:pt x="758" y="186"/>
                      </a:lnTo>
                      <a:lnTo>
                        <a:pt x="760" y="182"/>
                      </a:lnTo>
                      <a:lnTo>
                        <a:pt x="762" y="178"/>
                      </a:lnTo>
                      <a:lnTo>
                        <a:pt x="764" y="174"/>
                      </a:lnTo>
                      <a:lnTo>
                        <a:pt x="766" y="170"/>
                      </a:lnTo>
                      <a:lnTo>
                        <a:pt x="770" y="168"/>
                      </a:lnTo>
                      <a:lnTo>
                        <a:pt x="770" y="168"/>
                      </a:lnTo>
                      <a:lnTo>
                        <a:pt x="772" y="166"/>
                      </a:lnTo>
                      <a:lnTo>
                        <a:pt x="772" y="162"/>
                      </a:lnTo>
                      <a:lnTo>
                        <a:pt x="774" y="156"/>
                      </a:lnTo>
                      <a:lnTo>
                        <a:pt x="774" y="152"/>
                      </a:lnTo>
                      <a:lnTo>
                        <a:pt x="772" y="146"/>
                      </a:lnTo>
                      <a:lnTo>
                        <a:pt x="770" y="140"/>
                      </a:lnTo>
                      <a:lnTo>
                        <a:pt x="770" y="140"/>
                      </a:lnTo>
                      <a:lnTo>
                        <a:pt x="768" y="138"/>
                      </a:lnTo>
                      <a:lnTo>
                        <a:pt x="764" y="136"/>
                      </a:lnTo>
                      <a:lnTo>
                        <a:pt x="762" y="134"/>
                      </a:lnTo>
                      <a:lnTo>
                        <a:pt x="758" y="132"/>
                      </a:lnTo>
                      <a:lnTo>
                        <a:pt x="756" y="128"/>
                      </a:lnTo>
                      <a:lnTo>
                        <a:pt x="756" y="124"/>
                      </a:lnTo>
                      <a:lnTo>
                        <a:pt x="756" y="120"/>
                      </a:lnTo>
                      <a:lnTo>
                        <a:pt x="758" y="118"/>
                      </a:lnTo>
                      <a:lnTo>
                        <a:pt x="764" y="114"/>
                      </a:lnTo>
                      <a:lnTo>
                        <a:pt x="764" y="114"/>
                      </a:lnTo>
                      <a:lnTo>
                        <a:pt x="766" y="114"/>
                      </a:lnTo>
                      <a:lnTo>
                        <a:pt x="768" y="114"/>
                      </a:lnTo>
                      <a:lnTo>
                        <a:pt x="770" y="114"/>
                      </a:lnTo>
                      <a:lnTo>
                        <a:pt x="772" y="112"/>
                      </a:lnTo>
                      <a:lnTo>
                        <a:pt x="774" y="110"/>
                      </a:lnTo>
                      <a:lnTo>
                        <a:pt x="774" y="106"/>
                      </a:lnTo>
                      <a:lnTo>
                        <a:pt x="774" y="102"/>
                      </a:lnTo>
                      <a:lnTo>
                        <a:pt x="772" y="100"/>
                      </a:lnTo>
                      <a:lnTo>
                        <a:pt x="772" y="100"/>
                      </a:lnTo>
                      <a:lnTo>
                        <a:pt x="770" y="98"/>
                      </a:lnTo>
                      <a:lnTo>
                        <a:pt x="766" y="96"/>
                      </a:lnTo>
                      <a:lnTo>
                        <a:pt x="764" y="94"/>
                      </a:lnTo>
                      <a:lnTo>
                        <a:pt x="762" y="94"/>
                      </a:lnTo>
                      <a:lnTo>
                        <a:pt x="760" y="96"/>
                      </a:lnTo>
                      <a:lnTo>
                        <a:pt x="758" y="72"/>
                      </a:lnTo>
                      <a:lnTo>
                        <a:pt x="754" y="74"/>
                      </a:lnTo>
                      <a:lnTo>
                        <a:pt x="750" y="74"/>
                      </a:lnTo>
                      <a:lnTo>
                        <a:pt x="744" y="74"/>
                      </a:lnTo>
                      <a:lnTo>
                        <a:pt x="740" y="72"/>
                      </a:lnTo>
                      <a:lnTo>
                        <a:pt x="736" y="70"/>
                      </a:lnTo>
                      <a:lnTo>
                        <a:pt x="732" y="70"/>
                      </a:lnTo>
                      <a:lnTo>
                        <a:pt x="730" y="70"/>
                      </a:lnTo>
                      <a:lnTo>
                        <a:pt x="734" y="100"/>
                      </a:lnTo>
                      <a:lnTo>
                        <a:pt x="734" y="100"/>
                      </a:lnTo>
                      <a:lnTo>
                        <a:pt x="732" y="102"/>
                      </a:lnTo>
                      <a:lnTo>
                        <a:pt x="728" y="106"/>
                      </a:lnTo>
                      <a:lnTo>
                        <a:pt x="726" y="112"/>
                      </a:lnTo>
                      <a:lnTo>
                        <a:pt x="722" y="120"/>
                      </a:lnTo>
                      <a:lnTo>
                        <a:pt x="718" y="132"/>
                      </a:lnTo>
                      <a:lnTo>
                        <a:pt x="718" y="132"/>
                      </a:lnTo>
                      <a:lnTo>
                        <a:pt x="718" y="134"/>
                      </a:lnTo>
                      <a:lnTo>
                        <a:pt x="716" y="136"/>
                      </a:lnTo>
                      <a:lnTo>
                        <a:pt x="714" y="138"/>
                      </a:lnTo>
                      <a:lnTo>
                        <a:pt x="714" y="138"/>
                      </a:lnTo>
                      <a:lnTo>
                        <a:pt x="710" y="140"/>
                      </a:lnTo>
                      <a:lnTo>
                        <a:pt x="708" y="138"/>
                      </a:lnTo>
                      <a:lnTo>
                        <a:pt x="704" y="136"/>
                      </a:lnTo>
                      <a:lnTo>
                        <a:pt x="700" y="132"/>
                      </a:lnTo>
                      <a:lnTo>
                        <a:pt x="696" y="98"/>
                      </a:lnTo>
                      <a:lnTo>
                        <a:pt x="696" y="98"/>
                      </a:lnTo>
                      <a:lnTo>
                        <a:pt x="694" y="96"/>
                      </a:lnTo>
                      <a:lnTo>
                        <a:pt x="694" y="94"/>
                      </a:lnTo>
                      <a:lnTo>
                        <a:pt x="694" y="94"/>
                      </a:lnTo>
                      <a:lnTo>
                        <a:pt x="692" y="92"/>
                      </a:lnTo>
                      <a:lnTo>
                        <a:pt x="692" y="94"/>
                      </a:lnTo>
                      <a:lnTo>
                        <a:pt x="690" y="96"/>
                      </a:lnTo>
                      <a:lnTo>
                        <a:pt x="688" y="102"/>
                      </a:lnTo>
                      <a:lnTo>
                        <a:pt x="688" y="102"/>
                      </a:lnTo>
                      <a:lnTo>
                        <a:pt x="686" y="104"/>
                      </a:lnTo>
                      <a:lnTo>
                        <a:pt x="686" y="106"/>
                      </a:lnTo>
                      <a:lnTo>
                        <a:pt x="682" y="110"/>
                      </a:lnTo>
                      <a:lnTo>
                        <a:pt x="680" y="112"/>
                      </a:lnTo>
                      <a:lnTo>
                        <a:pt x="678" y="114"/>
                      </a:lnTo>
                      <a:lnTo>
                        <a:pt x="676" y="116"/>
                      </a:lnTo>
                      <a:lnTo>
                        <a:pt x="674" y="116"/>
                      </a:lnTo>
                      <a:lnTo>
                        <a:pt x="672" y="114"/>
                      </a:lnTo>
                      <a:lnTo>
                        <a:pt x="670" y="110"/>
                      </a:lnTo>
                      <a:lnTo>
                        <a:pt x="670" y="106"/>
                      </a:lnTo>
                      <a:lnTo>
                        <a:pt x="670" y="100"/>
                      </a:lnTo>
                      <a:lnTo>
                        <a:pt x="670" y="98"/>
                      </a:lnTo>
                      <a:lnTo>
                        <a:pt x="668" y="96"/>
                      </a:lnTo>
                      <a:lnTo>
                        <a:pt x="666" y="96"/>
                      </a:lnTo>
                      <a:lnTo>
                        <a:pt x="664" y="98"/>
                      </a:lnTo>
                      <a:lnTo>
                        <a:pt x="662" y="98"/>
                      </a:lnTo>
                      <a:lnTo>
                        <a:pt x="660" y="100"/>
                      </a:lnTo>
                      <a:lnTo>
                        <a:pt x="658" y="100"/>
                      </a:lnTo>
                      <a:lnTo>
                        <a:pt x="654" y="100"/>
                      </a:lnTo>
                      <a:lnTo>
                        <a:pt x="652" y="98"/>
                      </a:lnTo>
                      <a:lnTo>
                        <a:pt x="648" y="96"/>
                      </a:lnTo>
                      <a:lnTo>
                        <a:pt x="646" y="94"/>
                      </a:lnTo>
                      <a:lnTo>
                        <a:pt x="644" y="92"/>
                      </a:lnTo>
                      <a:lnTo>
                        <a:pt x="644" y="90"/>
                      </a:lnTo>
                      <a:lnTo>
                        <a:pt x="646" y="88"/>
                      </a:lnTo>
                      <a:lnTo>
                        <a:pt x="648" y="82"/>
                      </a:lnTo>
                      <a:lnTo>
                        <a:pt x="650" y="76"/>
                      </a:lnTo>
                      <a:lnTo>
                        <a:pt x="650" y="70"/>
                      </a:lnTo>
                      <a:lnTo>
                        <a:pt x="650" y="64"/>
                      </a:lnTo>
                      <a:lnTo>
                        <a:pt x="650" y="60"/>
                      </a:lnTo>
                      <a:lnTo>
                        <a:pt x="650" y="58"/>
                      </a:lnTo>
                      <a:lnTo>
                        <a:pt x="648" y="56"/>
                      </a:lnTo>
                      <a:lnTo>
                        <a:pt x="646" y="52"/>
                      </a:lnTo>
                      <a:lnTo>
                        <a:pt x="644" y="48"/>
                      </a:lnTo>
                      <a:lnTo>
                        <a:pt x="644" y="44"/>
                      </a:lnTo>
                      <a:lnTo>
                        <a:pt x="644" y="42"/>
                      </a:lnTo>
                      <a:lnTo>
                        <a:pt x="644" y="42"/>
                      </a:lnTo>
                      <a:lnTo>
                        <a:pt x="642" y="34"/>
                      </a:lnTo>
                      <a:lnTo>
                        <a:pt x="638" y="26"/>
                      </a:lnTo>
                      <a:lnTo>
                        <a:pt x="632" y="16"/>
                      </a:lnTo>
                      <a:lnTo>
                        <a:pt x="626" y="10"/>
                      </a:lnTo>
                      <a:lnTo>
                        <a:pt x="624" y="8"/>
                      </a:lnTo>
                      <a:lnTo>
                        <a:pt x="622" y="2"/>
                      </a:lnTo>
                      <a:lnTo>
                        <a:pt x="620" y="0"/>
                      </a:lnTo>
                      <a:lnTo>
                        <a:pt x="618" y="0"/>
                      </a:lnTo>
                      <a:lnTo>
                        <a:pt x="616" y="0"/>
                      </a:lnTo>
                      <a:lnTo>
                        <a:pt x="614" y="0"/>
                      </a:lnTo>
                      <a:lnTo>
                        <a:pt x="612" y="2"/>
                      </a:lnTo>
                      <a:lnTo>
                        <a:pt x="610" y="4"/>
                      </a:lnTo>
                      <a:lnTo>
                        <a:pt x="610" y="4"/>
                      </a:lnTo>
                      <a:lnTo>
                        <a:pt x="608" y="4"/>
                      </a:lnTo>
                      <a:lnTo>
                        <a:pt x="604" y="6"/>
                      </a:lnTo>
                      <a:lnTo>
                        <a:pt x="604" y="10"/>
                      </a:lnTo>
                      <a:lnTo>
                        <a:pt x="602" y="14"/>
                      </a:lnTo>
                      <a:lnTo>
                        <a:pt x="602" y="20"/>
                      </a:lnTo>
                      <a:lnTo>
                        <a:pt x="600" y="22"/>
                      </a:lnTo>
                      <a:lnTo>
                        <a:pt x="600" y="24"/>
                      </a:lnTo>
                      <a:lnTo>
                        <a:pt x="594" y="28"/>
                      </a:lnTo>
                      <a:lnTo>
                        <a:pt x="590" y="34"/>
                      </a:lnTo>
                      <a:lnTo>
                        <a:pt x="588" y="40"/>
                      </a:lnTo>
                      <a:lnTo>
                        <a:pt x="588" y="44"/>
                      </a:lnTo>
                      <a:lnTo>
                        <a:pt x="588" y="48"/>
                      </a:lnTo>
                      <a:lnTo>
                        <a:pt x="588" y="50"/>
                      </a:lnTo>
                      <a:lnTo>
                        <a:pt x="588" y="52"/>
                      </a:lnTo>
                      <a:lnTo>
                        <a:pt x="590" y="68"/>
                      </a:lnTo>
                      <a:lnTo>
                        <a:pt x="598" y="78"/>
                      </a:lnTo>
                      <a:lnTo>
                        <a:pt x="606" y="84"/>
                      </a:lnTo>
                      <a:lnTo>
                        <a:pt x="612" y="86"/>
                      </a:lnTo>
                      <a:lnTo>
                        <a:pt x="616" y="88"/>
                      </a:lnTo>
                      <a:lnTo>
                        <a:pt x="610" y="92"/>
                      </a:lnTo>
                      <a:lnTo>
                        <a:pt x="608" y="98"/>
                      </a:lnTo>
                      <a:lnTo>
                        <a:pt x="608" y="102"/>
                      </a:lnTo>
                      <a:lnTo>
                        <a:pt x="610" y="106"/>
                      </a:lnTo>
                      <a:lnTo>
                        <a:pt x="612" y="108"/>
                      </a:lnTo>
                      <a:lnTo>
                        <a:pt x="616" y="112"/>
                      </a:lnTo>
                      <a:lnTo>
                        <a:pt x="618" y="114"/>
                      </a:lnTo>
                      <a:lnTo>
                        <a:pt x="622" y="114"/>
                      </a:lnTo>
                      <a:lnTo>
                        <a:pt x="624" y="116"/>
                      </a:lnTo>
                      <a:lnTo>
                        <a:pt x="624" y="116"/>
                      </a:lnTo>
                      <a:lnTo>
                        <a:pt x="628" y="118"/>
                      </a:lnTo>
                      <a:lnTo>
                        <a:pt x="630" y="120"/>
                      </a:lnTo>
                      <a:lnTo>
                        <a:pt x="630" y="122"/>
                      </a:lnTo>
                      <a:lnTo>
                        <a:pt x="630" y="124"/>
                      </a:lnTo>
                      <a:lnTo>
                        <a:pt x="630" y="128"/>
                      </a:lnTo>
                      <a:lnTo>
                        <a:pt x="628" y="130"/>
                      </a:lnTo>
                      <a:lnTo>
                        <a:pt x="628" y="130"/>
                      </a:lnTo>
                      <a:lnTo>
                        <a:pt x="624" y="134"/>
                      </a:lnTo>
                      <a:lnTo>
                        <a:pt x="614" y="140"/>
                      </a:lnTo>
                      <a:lnTo>
                        <a:pt x="606" y="146"/>
                      </a:lnTo>
                      <a:lnTo>
                        <a:pt x="598" y="150"/>
                      </a:lnTo>
                      <a:lnTo>
                        <a:pt x="594" y="152"/>
                      </a:lnTo>
                      <a:lnTo>
                        <a:pt x="588" y="150"/>
                      </a:lnTo>
                      <a:lnTo>
                        <a:pt x="584" y="150"/>
                      </a:lnTo>
                      <a:lnTo>
                        <a:pt x="582" y="150"/>
                      </a:lnTo>
                      <a:lnTo>
                        <a:pt x="582" y="148"/>
                      </a:lnTo>
                      <a:lnTo>
                        <a:pt x="582" y="148"/>
                      </a:lnTo>
                      <a:lnTo>
                        <a:pt x="582" y="148"/>
                      </a:lnTo>
                      <a:lnTo>
                        <a:pt x="584" y="124"/>
                      </a:lnTo>
                      <a:lnTo>
                        <a:pt x="568" y="124"/>
                      </a:lnTo>
                      <a:lnTo>
                        <a:pt x="562" y="124"/>
                      </a:lnTo>
                      <a:lnTo>
                        <a:pt x="558" y="124"/>
                      </a:lnTo>
                      <a:lnTo>
                        <a:pt x="556" y="124"/>
                      </a:lnTo>
                      <a:lnTo>
                        <a:pt x="554" y="126"/>
                      </a:lnTo>
                      <a:lnTo>
                        <a:pt x="554" y="126"/>
                      </a:lnTo>
                      <a:lnTo>
                        <a:pt x="552" y="128"/>
                      </a:lnTo>
                      <a:lnTo>
                        <a:pt x="552" y="128"/>
                      </a:lnTo>
                      <a:lnTo>
                        <a:pt x="554" y="138"/>
                      </a:lnTo>
                      <a:lnTo>
                        <a:pt x="554" y="144"/>
                      </a:lnTo>
                      <a:lnTo>
                        <a:pt x="552" y="148"/>
                      </a:lnTo>
                      <a:lnTo>
                        <a:pt x="552" y="152"/>
                      </a:lnTo>
                      <a:lnTo>
                        <a:pt x="550" y="152"/>
                      </a:lnTo>
                      <a:lnTo>
                        <a:pt x="548" y="152"/>
                      </a:lnTo>
                      <a:lnTo>
                        <a:pt x="546" y="152"/>
                      </a:lnTo>
                      <a:lnTo>
                        <a:pt x="544" y="152"/>
                      </a:lnTo>
                      <a:lnTo>
                        <a:pt x="544" y="150"/>
                      </a:lnTo>
                      <a:lnTo>
                        <a:pt x="542" y="150"/>
                      </a:lnTo>
                      <a:lnTo>
                        <a:pt x="542" y="150"/>
                      </a:lnTo>
                      <a:lnTo>
                        <a:pt x="536" y="146"/>
                      </a:lnTo>
                      <a:lnTo>
                        <a:pt x="532" y="144"/>
                      </a:lnTo>
                      <a:lnTo>
                        <a:pt x="528" y="144"/>
                      </a:lnTo>
                      <a:lnTo>
                        <a:pt x="526" y="144"/>
                      </a:lnTo>
                      <a:lnTo>
                        <a:pt x="524" y="146"/>
                      </a:lnTo>
                      <a:lnTo>
                        <a:pt x="522" y="148"/>
                      </a:lnTo>
                      <a:lnTo>
                        <a:pt x="522" y="148"/>
                      </a:lnTo>
                      <a:lnTo>
                        <a:pt x="516" y="152"/>
                      </a:lnTo>
                      <a:lnTo>
                        <a:pt x="512" y="154"/>
                      </a:lnTo>
                      <a:lnTo>
                        <a:pt x="508" y="154"/>
                      </a:lnTo>
                      <a:lnTo>
                        <a:pt x="506" y="154"/>
                      </a:lnTo>
                      <a:lnTo>
                        <a:pt x="504" y="152"/>
                      </a:lnTo>
                      <a:lnTo>
                        <a:pt x="502" y="150"/>
                      </a:lnTo>
                      <a:lnTo>
                        <a:pt x="500" y="148"/>
                      </a:lnTo>
                      <a:lnTo>
                        <a:pt x="500" y="146"/>
                      </a:lnTo>
                      <a:lnTo>
                        <a:pt x="500" y="146"/>
                      </a:lnTo>
                      <a:lnTo>
                        <a:pt x="498" y="140"/>
                      </a:lnTo>
                      <a:lnTo>
                        <a:pt x="494" y="136"/>
                      </a:lnTo>
                      <a:lnTo>
                        <a:pt x="492" y="134"/>
                      </a:lnTo>
                      <a:lnTo>
                        <a:pt x="488" y="134"/>
                      </a:lnTo>
                      <a:lnTo>
                        <a:pt x="486" y="134"/>
                      </a:lnTo>
                      <a:lnTo>
                        <a:pt x="484" y="134"/>
                      </a:lnTo>
                      <a:lnTo>
                        <a:pt x="482" y="136"/>
                      </a:lnTo>
                      <a:lnTo>
                        <a:pt x="482" y="136"/>
                      </a:lnTo>
                      <a:lnTo>
                        <a:pt x="474" y="132"/>
                      </a:lnTo>
                      <a:lnTo>
                        <a:pt x="468" y="130"/>
                      </a:lnTo>
                      <a:lnTo>
                        <a:pt x="466" y="126"/>
                      </a:lnTo>
                      <a:lnTo>
                        <a:pt x="464" y="124"/>
                      </a:lnTo>
                      <a:lnTo>
                        <a:pt x="464" y="122"/>
                      </a:lnTo>
                      <a:lnTo>
                        <a:pt x="464" y="120"/>
                      </a:lnTo>
                      <a:lnTo>
                        <a:pt x="464" y="120"/>
                      </a:lnTo>
                      <a:lnTo>
                        <a:pt x="462" y="114"/>
                      </a:lnTo>
                      <a:lnTo>
                        <a:pt x="460" y="110"/>
                      </a:lnTo>
                      <a:lnTo>
                        <a:pt x="458" y="108"/>
                      </a:lnTo>
                      <a:lnTo>
                        <a:pt x="456" y="108"/>
                      </a:lnTo>
                      <a:lnTo>
                        <a:pt x="452" y="108"/>
                      </a:lnTo>
                      <a:lnTo>
                        <a:pt x="450" y="110"/>
                      </a:lnTo>
                      <a:lnTo>
                        <a:pt x="448" y="110"/>
                      </a:lnTo>
                      <a:lnTo>
                        <a:pt x="448" y="110"/>
                      </a:lnTo>
                      <a:lnTo>
                        <a:pt x="440" y="110"/>
                      </a:lnTo>
                      <a:lnTo>
                        <a:pt x="434" y="112"/>
                      </a:lnTo>
                      <a:lnTo>
                        <a:pt x="430" y="114"/>
                      </a:lnTo>
                      <a:lnTo>
                        <a:pt x="426" y="116"/>
                      </a:lnTo>
                      <a:lnTo>
                        <a:pt x="424" y="120"/>
                      </a:lnTo>
                      <a:lnTo>
                        <a:pt x="424" y="124"/>
                      </a:lnTo>
                      <a:lnTo>
                        <a:pt x="424" y="128"/>
                      </a:lnTo>
                      <a:lnTo>
                        <a:pt x="424" y="130"/>
                      </a:lnTo>
                      <a:lnTo>
                        <a:pt x="424" y="134"/>
                      </a:lnTo>
                      <a:lnTo>
                        <a:pt x="424" y="134"/>
                      </a:lnTo>
                      <a:lnTo>
                        <a:pt x="424" y="136"/>
                      </a:lnTo>
                      <a:lnTo>
                        <a:pt x="428" y="138"/>
                      </a:lnTo>
                      <a:lnTo>
                        <a:pt x="430" y="142"/>
                      </a:lnTo>
                      <a:lnTo>
                        <a:pt x="430" y="144"/>
                      </a:lnTo>
                      <a:lnTo>
                        <a:pt x="428" y="148"/>
                      </a:lnTo>
                      <a:lnTo>
                        <a:pt x="426" y="150"/>
                      </a:lnTo>
                      <a:lnTo>
                        <a:pt x="426" y="152"/>
                      </a:lnTo>
                      <a:lnTo>
                        <a:pt x="424" y="152"/>
                      </a:lnTo>
                      <a:lnTo>
                        <a:pt x="424" y="178"/>
                      </a:lnTo>
                      <a:lnTo>
                        <a:pt x="422" y="182"/>
                      </a:lnTo>
                      <a:lnTo>
                        <a:pt x="422" y="186"/>
                      </a:lnTo>
                      <a:lnTo>
                        <a:pt x="420" y="186"/>
                      </a:lnTo>
                      <a:lnTo>
                        <a:pt x="420" y="186"/>
                      </a:lnTo>
                      <a:lnTo>
                        <a:pt x="420" y="186"/>
                      </a:lnTo>
                      <a:lnTo>
                        <a:pt x="420" y="186"/>
                      </a:lnTo>
                      <a:lnTo>
                        <a:pt x="420" y="186"/>
                      </a:lnTo>
                      <a:lnTo>
                        <a:pt x="414" y="172"/>
                      </a:lnTo>
                      <a:lnTo>
                        <a:pt x="406" y="158"/>
                      </a:lnTo>
                      <a:lnTo>
                        <a:pt x="400" y="144"/>
                      </a:lnTo>
                      <a:lnTo>
                        <a:pt x="394" y="138"/>
                      </a:lnTo>
                      <a:lnTo>
                        <a:pt x="392" y="136"/>
                      </a:lnTo>
                      <a:lnTo>
                        <a:pt x="390" y="138"/>
                      </a:lnTo>
                      <a:lnTo>
                        <a:pt x="388" y="140"/>
                      </a:lnTo>
                      <a:lnTo>
                        <a:pt x="386" y="144"/>
                      </a:lnTo>
                      <a:lnTo>
                        <a:pt x="386" y="148"/>
                      </a:lnTo>
                      <a:lnTo>
                        <a:pt x="384" y="150"/>
                      </a:lnTo>
                      <a:lnTo>
                        <a:pt x="384" y="152"/>
                      </a:lnTo>
                      <a:lnTo>
                        <a:pt x="380" y="148"/>
                      </a:lnTo>
                      <a:lnTo>
                        <a:pt x="376" y="148"/>
                      </a:lnTo>
                      <a:lnTo>
                        <a:pt x="370" y="148"/>
                      </a:lnTo>
                      <a:lnTo>
                        <a:pt x="366" y="148"/>
                      </a:lnTo>
                      <a:lnTo>
                        <a:pt x="362" y="148"/>
                      </a:lnTo>
                      <a:lnTo>
                        <a:pt x="358" y="150"/>
                      </a:lnTo>
                      <a:lnTo>
                        <a:pt x="358" y="150"/>
                      </a:lnTo>
                      <a:lnTo>
                        <a:pt x="348" y="150"/>
                      </a:lnTo>
                      <a:lnTo>
                        <a:pt x="342" y="148"/>
                      </a:lnTo>
                      <a:lnTo>
                        <a:pt x="340" y="148"/>
                      </a:lnTo>
                      <a:lnTo>
                        <a:pt x="338" y="146"/>
                      </a:lnTo>
                      <a:lnTo>
                        <a:pt x="336" y="144"/>
                      </a:lnTo>
                      <a:lnTo>
                        <a:pt x="336" y="142"/>
                      </a:lnTo>
                      <a:lnTo>
                        <a:pt x="338" y="140"/>
                      </a:lnTo>
                      <a:lnTo>
                        <a:pt x="340" y="140"/>
                      </a:lnTo>
                      <a:lnTo>
                        <a:pt x="342" y="138"/>
                      </a:lnTo>
                      <a:lnTo>
                        <a:pt x="342" y="138"/>
                      </a:lnTo>
                      <a:lnTo>
                        <a:pt x="342" y="138"/>
                      </a:lnTo>
                      <a:lnTo>
                        <a:pt x="346" y="130"/>
                      </a:lnTo>
                      <a:lnTo>
                        <a:pt x="350" y="124"/>
                      </a:lnTo>
                      <a:lnTo>
                        <a:pt x="350" y="120"/>
                      </a:lnTo>
                      <a:lnTo>
                        <a:pt x="350" y="116"/>
                      </a:lnTo>
                      <a:lnTo>
                        <a:pt x="348" y="112"/>
                      </a:lnTo>
                      <a:lnTo>
                        <a:pt x="346" y="110"/>
                      </a:lnTo>
                      <a:lnTo>
                        <a:pt x="344" y="108"/>
                      </a:lnTo>
                      <a:lnTo>
                        <a:pt x="342" y="108"/>
                      </a:lnTo>
                      <a:lnTo>
                        <a:pt x="340" y="106"/>
                      </a:lnTo>
                      <a:lnTo>
                        <a:pt x="340" y="106"/>
                      </a:lnTo>
                      <a:lnTo>
                        <a:pt x="334" y="102"/>
                      </a:lnTo>
                      <a:lnTo>
                        <a:pt x="332" y="100"/>
                      </a:lnTo>
                      <a:lnTo>
                        <a:pt x="330" y="98"/>
                      </a:lnTo>
                      <a:lnTo>
                        <a:pt x="328" y="98"/>
                      </a:lnTo>
                      <a:lnTo>
                        <a:pt x="328" y="100"/>
                      </a:lnTo>
                      <a:lnTo>
                        <a:pt x="326" y="100"/>
                      </a:lnTo>
                      <a:lnTo>
                        <a:pt x="326" y="102"/>
                      </a:lnTo>
                      <a:lnTo>
                        <a:pt x="326" y="104"/>
                      </a:lnTo>
                      <a:lnTo>
                        <a:pt x="328" y="104"/>
                      </a:lnTo>
                      <a:lnTo>
                        <a:pt x="328" y="106"/>
                      </a:lnTo>
                      <a:lnTo>
                        <a:pt x="328" y="110"/>
                      </a:lnTo>
                      <a:lnTo>
                        <a:pt x="326" y="112"/>
                      </a:lnTo>
                      <a:lnTo>
                        <a:pt x="326" y="114"/>
                      </a:lnTo>
                      <a:lnTo>
                        <a:pt x="324" y="114"/>
                      </a:lnTo>
                      <a:lnTo>
                        <a:pt x="322" y="112"/>
                      </a:lnTo>
                      <a:lnTo>
                        <a:pt x="320" y="112"/>
                      </a:lnTo>
                      <a:lnTo>
                        <a:pt x="318" y="110"/>
                      </a:lnTo>
                      <a:lnTo>
                        <a:pt x="316" y="108"/>
                      </a:lnTo>
                      <a:lnTo>
                        <a:pt x="316" y="108"/>
                      </a:lnTo>
                      <a:lnTo>
                        <a:pt x="298" y="94"/>
                      </a:lnTo>
                      <a:lnTo>
                        <a:pt x="282" y="84"/>
                      </a:lnTo>
                      <a:lnTo>
                        <a:pt x="268" y="78"/>
                      </a:lnTo>
                      <a:lnTo>
                        <a:pt x="262" y="76"/>
                      </a:lnTo>
                      <a:lnTo>
                        <a:pt x="252" y="74"/>
                      </a:lnTo>
                      <a:lnTo>
                        <a:pt x="244" y="72"/>
                      </a:lnTo>
                      <a:lnTo>
                        <a:pt x="240" y="70"/>
                      </a:lnTo>
                      <a:lnTo>
                        <a:pt x="236" y="68"/>
                      </a:lnTo>
                      <a:lnTo>
                        <a:pt x="234" y="66"/>
                      </a:lnTo>
                      <a:lnTo>
                        <a:pt x="232" y="66"/>
                      </a:lnTo>
                      <a:lnTo>
                        <a:pt x="232" y="66"/>
                      </a:lnTo>
                      <a:lnTo>
                        <a:pt x="228" y="62"/>
                      </a:lnTo>
                      <a:lnTo>
                        <a:pt x="224" y="62"/>
                      </a:lnTo>
                      <a:lnTo>
                        <a:pt x="222" y="62"/>
                      </a:lnTo>
                      <a:lnTo>
                        <a:pt x="222" y="64"/>
                      </a:lnTo>
                      <a:lnTo>
                        <a:pt x="220" y="66"/>
                      </a:lnTo>
                      <a:lnTo>
                        <a:pt x="220" y="68"/>
                      </a:lnTo>
                      <a:lnTo>
                        <a:pt x="220" y="72"/>
                      </a:lnTo>
                      <a:lnTo>
                        <a:pt x="222" y="74"/>
                      </a:lnTo>
                      <a:lnTo>
                        <a:pt x="222" y="76"/>
                      </a:lnTo>
                      <a:lnTo>
                        <a:pt x="222" y="76"/>
                      </a:lnTo>
                      <a:lnTo>
                        <a:pt x="220" y="80"/>
                      </a:lnTo>
                      <a:lnTo>
                        <a:pt x="218" y="82"/>
                      </a:lnTo>
                      <a:lnTo>
                        <a:pt x="216" y="84"/>
                      </a:lnTo>
                      <a:lnTo>
                        <a:pt x="214" y="82"/>
                      </a:lnTo>
                      <a:lnTo>
                        <a:pt x="212" y="82"/>
                      </a:lnTo>
                      <a:lnTo>
                        <a:pt x="212" y="80"/>
                      </a:lnTo>
                      <a:lnTo>
                        <a:pt x="212" y="80"/>
                      </a:lnTo>
                      <a:lnTo>
                        <a:pt x="208" y="72"/>
                      </a:lnTo>
                      <a:lnTo>
                        <a:pt x="200" y="60"/>
                      </a:lnTo>
                      <a:lnTo>
                        <a:pt x="194" y="52"/>
                      </a:lnTo>
                      <a:lnTo>
                        <a:pt x="190" y="48"/>
                      </a:lnTo>
                      <a:lnTo>
                        <a:pt x="186" y="44"/>
                      </a:lnTo>
                      <a:lnTo>
                        <a:pt x="182" y="44"/>
                      </a:lnTo>
                      <a:lnTo>
                        <a:pt x="180" y="44"/>
                      </a:lnTo>
                      <a:lnTo>
                        <a:pt x="180" y="44"/>
                      </a:lnTo>
                      <a:lnTo>
                        <a:pt x="178" y="46"/>
                      </a:lnTo>
                      <a:lnTo>
                        <a:pt x="180" y="48"/>
                      </a:lnTo>
                      <a:lnTo>
                        <a:pt x="180" y="50"/>
                      </a:lnTo>
                      <a:lnTo>
                        <a:pt x="180" y="52"/>
                      </a:lnTo>
                      <a:lnTo>
                        <a:pt x="182" y="54"/>
                      </a:lnTo>
                      <a:lnTo>
                        <a:pt x="182" y="56"/>
                      </a:lnTo>
                      <a:lnTo>
                        <a:pt x="182" y="56"/>
                      </a:lnTo>
                      <a:lnTo>
                        <a:pt x="180" y="62"/>
                      </a:lnTo>
                      <a:lnTo>
                        <a:pt x="178" y="66"/>
                      </a:lnTo>
                      <a:lnTo>
                        <a:pt x="176" y="68"/>
                      </a:lnTo>
                      <a:lnTo>
                        <a:pt x="174" y="68"/>
                      </a:lnTo>
                      <a:lnTo>
                        <a:pt x="170" y="66"/>
                      </a:lnTo>
                      <a:lnTo>
                        <a:pt x="168" y="64"/>
                      </a:lnTo>
                      <a:lnTo>
                        <a:pt x="166" y="62"/>
                      </a:lnTo>
                      <a:lnTo>
                        <a:pt x="166" y="62"/>
                      </a:lnTo>
                      <a:lnTo>
                        <a:pt x="166" y="60"/>
                      </a:lnTo>
                      <a:lnTo>
                        <a:pt x="162" y="58"/>
                      </a:lnTo>
                      <a:lnTo>
                        <a:pt x="158" y="58"/>
                      </a:lnTo>
                      <a:lnTo>
                        <a:pt x="156" y="58"/>
                      </a:lnTo>
                      <a:lnTo>
                        <a:pt x="152" y="60"/>
                      </a:lnTo>
                      <a:lnTo>
                        <a:pt x="150" y="62"/>
                      </a:lnTo>
                      <a:lnTo>
                        <a:pt x="150" y="64"/>
                      </a:lnTo>
                      <a:lnTo>
                        <a:pt x="150" y="64"/>
                      </a:lnTo>
                      <a:lnTo>
                        <a:pt x="148" y="66"/>
                      </a:lnTo>
                      <a:lnTo>
                        <a:pt x="144" y="68"/>
                      </a:lnTo>
                      <a:lnTo>
                        <a:pt x="142" y="72"/>
                      </a:lnTo>
                      <a:lnTo>
                        <a:pt x="138" y="74"/>
                      </a:lnTo>
                      <a:lnTo>
                        <a:pt x="136" y="76"/>
                      </a:lnTo>
                      <a:lnTo>
                        <a:pt x="134" y="76"/>
                      </a:lnTo>
                      <a:lnTo>
                        <a:pt x="124" y="78"/>
                      </a:lnTo>
                      <a:lnTo>
                        <a:pt x="112" y="84"/>
                      </a:lnTo>
                      <a:lnTo>
                        <a:pt x="102" y="92"/>
                      </a:lnTo>
                      <a:lnTo>
                        <a:pt x="96" y="98"/>
                      </a:lnTo>
                      <a:lnTo>
                        <a:pt x="92" y="100"/>
                      </a:lnTo>
                      <a:lnTo>
                        <a:pt x="86" y="104"/>
                      </a:lnTo>
                      <a:lnTo>
                        <a:pt x="80" y="108"/>
                      </a:lnTo>
                      <a:lnTo>
                        <a:pt x="76" y="108"/>
                      </a:lnTo>
                      <a:lnTo>
                        <a:pt x="72" y="108"/>
                      </a:lnTo>
                      <a:lnTo>
                        <a:pt x="68" y="108"/>
                      </a:lnTo>
                      <a:lnTo>
                        <a:pt x="66" y="106"/>
                      </a:lnTo>
                      <a:lnTo>
                        <a:pt x="60" y="100"/>
                      </a:lnTo>
                      <a:lnTo>
                        <a:pt x="52" y="94"/>
                      </a:lnTo>
                      <a:lnTo>
                        <a:pt x="42" y="88"/>
                      </a:lnTo>
                      <a:lnTo>
                        <a:pt x="34" y="84"/>
                      </a:lnTo>
                      <a:lnTo>
                        <a:pt x="32" y="82"/>
                      </a:lnTo>
                      <a:lnTo>
                        <a:pt x="22" y="80"/>
                      </a:lnTo>
                      <a:lnTo>
                        <a:pt x="12" y="76"/>
                      </a:lnTo>
                      <a:lnTo>
                        <a:pt x="2" y="72"/>
                      </a:lnTo>
                      <a:lnTo>
                        <a:pt x="0" y="72"/>
                      </a:lnTo>
                      <a:lnTo>
                        <a:pt x="0" y="364"/>
                      </a:lnTo>
                      <a:lnTo>
                        <a:pt x="12" y="364"/>
                      </a:lnTo>
                      <a:lnTo>
                        <a:pt x="20" y="370"/>
                      </a:lnTo>
                      <a:lnTo>
                        <a:pt x="30" y="376"/>
                      </a:lnTo>
                      <a:lnTo>
                        <a:pt x="40" y="384"/>
                      </a:lnTo>
                      <a:lnTo>
                        <a:pt x="50" y="392"/>
                      </a:lnTo>
                      <a:lnTo>
                        <a:pt x="58" y="398"/>
                      </a:lnTo>
                      <a:lnTo>
                        <a:pt x="60" y="400"/>
                      </a:lnTo>
                      <a:lnTo>
                        <a:pt x="64" y="400"/>
                      </a:lnTo>
                      <a:lnTo>
                        <a:pt x="70" y="396"/>
                      </a:lnTo>
                      <a:lnTo>
                        <a:pt x="74" y="394"/>
                      </a:lnTo>
                      <a:lnTo>
                        <a:pt x="78" y="390"/>
                      </a:lnTo>
                      <a:lnTo>
                        <a:pt x="80" y="388"/>
                      </a:lnTo>
                      <a:lnTo>
                        <a:pt x="82" y="388"/>
                      </a:lnTo>
                      <a:lnTo>
                        <a:pt x="88" y="392"/>
                      </a:lnTo>
                      <a:lnTo>
                        <a:pt x="96" y="402"/>
                      </a:lnTo>
                      <a:lnTo>
                        <a:pt x="106" y="414"/>
                      </a:lnTo>
                      <a:lnTo>
                        <a:pt x="116" y="428"/>
                      </a:lnTo>
                      <a:lnTo>
                        <a:pt x="124" y="440"/>
                      </a:lnTo>
                      <a:lnTo>
                        <a:pt x="130" y="448"/>
                      </a:lnTo>
                      <a:lnTo>
                        <a:pt x="132" y="452"/>
                      </a:lnTo>
                      <a:lnTo>
                        <a:pt x="136" y="460"/>
                      </a:lnTo>
                      <a:lnTo>
                        <a:pt x="140" y="466"/>
                      </a:lnTo>
                      <a:lnTo>
                        <a:pt x="146" y="472"/>
                      </a:lnTo>
                      <a:lnTo>
                        <a:pt x="150" y="476"/>
                      </a:lnTo>
                      <a:lnTo>
                        <a:pt x="152" y="478"/>
                      </a:lnTo>
                      <a:lnTo>
                        <a:pt x="154" y="478"/>
                      </a:lnTo>
                      <a:lnTo>
                        <a:pt x="154" y="486"/>
                      </a:lnTo>
                      <a:lnTo>
                        <a:pt x="152" y="496"/>
                      </a:lnTo>
                      <a:lnTo>
                        <a:pt x="150" y="508"/>
                      </a:lnTo>
                      <a:lnTo>
                        <a:pt x="148" y="516"/>
                      </a:lnTo>
                      <a:lnTo>
                        <a:pt x="146" y="520"/>
                      </a:lnTo>
                      <a:lnTo>
                        <a:pt x="146" y="526"/>
                      </a:lnTo>
                      <a:lnTo>
                        <a:pt x="146" y="532"/>
                      </a:lnTo>
                      <a:lnTo>
                        <a:pt x="148" y="536"/>
                      </a:lnTo>
                      <a:lnTo>
                        <a:pt x="150" y="538"/>
                      </a:lnTo>
                      <a:lnTo>
                        <a:pt x="150" y="540"/>
                      </a:lnTo>
                      <a:lnTo>
                        <a:pt x="156" y="542"/>
                      </a:lnTo>
                      <a:lnTo>
                        <a:pt x="160" y="548"/>
                      </a:lnTo>
                      <a:lnTo>
                        <a:pt x="164" y="552"/>
                      </a:lnTo>
                      <a:lnTo>
                        <a:pt x="166" y="558"/>
                      </a:lnTo>
                      <a:lnTo>
                        <a:pt x="168" y="562"/>
                      </a:lnTo>
                      <a:lnTo>
                        <a:pt x="170" y="568"/>
                      </a:lnTo>
                      <a:lnTo>
                        <a:pt x="172" y="570"/>
                      </a:lnTo>
                      <a:lnTo>
                        <a:pt x="172" y="572"/>
                      </a:lnTo>
                      <a:lnTo>
                        <a:pt x="188" y="584"/>
                      </a:lnTo>
                      <a:lnTo>
                        <a:pt x="200" y="594"/>
                      </a:lnTo>
                      <a:lnTo>
                        <a:pt x="210" y="598"/>
                      </a:lnTo>
                      <a:lnTo>
                        <a:pt x="214" y="600"/>
                      </a:lnTo>
                      <a:lnTo>
                        <a:pt x="220" y="606"/>
                      </a:lnTo>
                      <a:lnTo>
                        <a:pt x="224" y="612"/>
                      </a:lnTo>
                      <a:lnTo>
                        <a:pt x="228" y="618"/>
                      </a:lnTo>
                      <a:lnTo>
                        <a:pt x="230" y="622"/>
                      </a:lnTo>
                      <a:lnTo>
                        <a:pt x="230" y="626"/>
                      </a:lnTo>
                      <a:lnTo>
                        <a:pt x="230" y="626"/>
                      </a:lnTo>
                      <a:lnTo>
                        <a:pt x="592" y="626"/>
                      </a:lnTo>
                      <a:lnTo>
                        <a:pt x="604" y="636"/>
                      </a:lnTo>
                      <a:lnTo>
                        <a:pt x="628" y="638"/>
                      </a:lnTo>
                      <a:lnTo>
                        <a:pt x="630" y="642"/>
                      </a:lnTo>
                      <a:lnTo>
                        <a:pt x="634" y="644"/>
                      </a:lnTo>
                      <a:lnTo>
                        <a:pt x="638" y="646"/>
                      </a:lnTo>
                      <a:lnTo>
                        <a:pt x="642" y="646"/>
                      </a:lnTo>
                      <a:lnTo>
                        <a:pt x="644" y="646"/>
                      </a:lnTo>
                      <a:lnTo>
                        <a:pt x="646" y="646"/>
                      </a:lnTo>
                      <a:lnTo>
                        <a:pt x="652" y="644"/>
                      </a:lnTo>
                      <a:lnTo>
                        <a:pt x="658" y="642"/>
                      </a:lnTo>
                      <a:lnTo>
                        <a:pt x="662" y="640"/>
                      </a:lnTo>
                      <a:lnTo>
                        <a:pt x="666" y="638"/>
                      </a:lnTo>
                      <a:lnTo>
                        <a:pt x="668" y="636"/>
                      </a:lnTo>
                      <a:lnTo>
                        <a:pt x="668" y="634"/>
                      </a:lnTo>
                      <a:lnTo>
                        <a:pt x="682" y="632"/>
                      </a:lnTo>
                      <a:lnTo>
                        <a:pt x="694" y="634"/>
                      </a:lnTo>
                      <a:lnTo>
                        <a:pt x="702" y="638"/>
                      </a:lnTo>
                      <a:lnTo>
                        <a:pt x="706" y="644"/>
                      </a:lnTo>
                      <a:lnTo>
                        <a:pt x="708" y="646"/>
                      </a:lnTo>
                      <a:lnTo>
                        <a:pt x="716" y="646"/>
                      </a:lnTo>
                      <a:lnTo>
                        <a:pt x="720" y="648"/>
                      </a:lnTo>
                      <a:lnTo>
                        <a:pt x="724" y="650"/>
                      </a:lnTo>
                      <a:lnTo>
                        <a:pt x="726" y="652"/>
                      </a:lnTo>
                      <a:lnTo>
                        <a:pt x="726" y="654"/>
                      </a:lnTo>
                      <a:lnTo>
                        <a:pt x="726" y="656"/>
                      </a:lnTo>
                      <a:lnTo>
                        <a:pt x="724" y="658"/>
                      </a:lnTo>
                      <a:lnTo>
                        <a:pt x="724" y="660"/>
                      </a:lnTo>
                      <a:lnTo>
                        <a:pt x="724" y="660"/>
                      </a:lnTo>
                      <a:lnTo>
                        <a:pt x="726" y="668"/>
                      </a:lnTo>
                      <a:lnTo>
                        <a:pt x="728" y="674"/>
                      </a:lnTo>
                      <a:lnTo>
                        <a:pt x="730" y="674"/>
                      </a:lnTo>
                      <a:lnTo>
                        <a:pt x="734" y="674"/>
                      </a:lnTo>
                      <a:lnTo>
                        <a:pt x="738" y="674"/>
                      </a:lnTo>
                      <a:lnTo>
                        <a:pt x="744" y="674"/>
                      </a:lnTo>
                      <a:lnTo>
                        <a:pt x="748" y="674"/>
                      </a:lnTo>
                      <a:lnTo>
                        <a:pt x="752" y="672"/>
                      </a:lnTo>
                      <a:lnTo>
                        <a:pt x="756" y="672"/>
                      </a:lnTo>
                      <a:lnTo>
                        <a:pt x="762" y="672"/>
                      </a:lnTo>
                      <a:lnTo>
                        <a:pt x="768" y="674"/>
                      </a:lnTo>
                      <a:lnTo>
                        <a:pt x="772" y="676"/>
                      </a:lnTo>
                      <a:lnTo>
                        <a:pt x="776" y="678"/>
                      </a:lnTo>
                      <a:lnTo>
                        <a:pt x="780" y="682"/>
                      </a:lnTo>
                      <a:lnTo>
                        <a:pt x="784" y="684"/>
                      </a:lnTo>
                      <a:lnTo>
                        <a:pt x="788" y="688"/>
                      </a:lnTo>
                      <a:lnTo>
                        <a:pt x="790" y="690"/>
                      </a:lnTo>
                      <a:lnTo>
                        <a:pt x="790" y="692"/>
                      </a:lnTo>
                      <a:lnTo>
                        <a:pt x="788" y="694"/>
                      </a:lnTo>
                      <a:lnTo>
                        <a:pt x="788" y="694"/>
                      </a:lnTo>
                      <a:lnTo>
                        <a:pt x="790" y="698"/>
                      </a:lnTo>
                      <a:lnTo>
                        <a:pt x="790" y="698"/>
                      </a:lnTo>
                      <a:lnTo>
                        <a:pt x="788" y="700"/>
                      </a:lnTo>
                      <a:lnTo>
                        <a:pt x="786" y="702"/>
                      </a:lnTo>
                      <a:lnTo>
                        <a:pt x="784" y="704"/>
                      </a:lnTo>
                      <a:lnTo>
                        <a:pt x="780" y="704"/>
                      </a:lnTo>
                      <a:lnTo>
                        <a:pt x="778" y="702"/>
                      </a:lnTo>
                      <a:lnTo>
                        <a:pt x="774" y="702"/>
                      </a:lnTo>
                      <a:lnTo>
                        <a:pt x="772" y="702"/>
                      </a:lnTo>
                      <a:lnTo>
                        <a:pt x="770" y="702"/>
                      </a:lnTo>
                      <a:lnTo>
                        <a:pt x="764" y="696"/>
                      </a:lnTo>
                      <a:lnTo>
                        <a:pt x="764" y="696"/>
                      </a:lnTo>
                      <a:lnTo>
                        <a:pt x="766" y="700"/>
                      </a:lnTo>
                      <a:lnTo>
                        <a:pt x="766" y="702"/>
                      </a:lnTo>
                      <a:lnTo>
                        <a:pt x="768" y="706"/>
                      </a:lnTo>
                      <a:lnTo>
                        <a:pt x="766" y="712"/>
                      </a:lnTo>
                      <a:lnTo>
                        <a:pt x="766" y="716"/>
                      </a:lnTo>
                      <a:lnTo>
                        <a:pt x="762" y="718"/>
                      </a:lnTo>
                      <a:lnTo>
                        <a:pt x="760" y="718"/>
                      </a:lnTo>
                      <a:lnTo>
                        <a:pt x="756" y="720"/>
                      </a:lnTo>
                      <a:lnTo>
                        <a:pt x="752" y="722"/>
                      </a:lnTo>
                      <a:lnTo>
                        <a:pt x="750" y="724"/>
                      </a:lnTo>
                      <a:lnTo>
                        <a:pt x="750" y="726"/>
                      </a:lnTo>
                      <a:lnTo>
                        <a:pt x="752" y="728"/>
                      </a:lnTo>
                      <a:lnTo>
                        <a:pt x="752" y="730"/>
                      </a:lnTo>
                      <a:lnTo>
                        <a:pt x="752" y="732"/>
                      </a:lnTo>
                      <a:lnTo>
                        <a:pt x="752" y="730"/>
                      </a:lnTo>
                      <a:lnTo>
                        <a:pt x="754" y="730"/>
                      </a:lnTo>
                      <a:lnTo>
                        <a:pt x="754" y="730"/>
                      </a:lnTo>
                      <a:lnTo>
                        <a:pt x="756" y="732"/>
                      </a:lnTo>
                      <a:lnTo>
                        <a:pt x="758" y="736"/>
                      </a:lnTo>
                      <a:lnTo>
                        <a:pt x="756" y="738"/>
                      </a:lnTo>
                      <a:lnTo>
                        <a:pt x="756" y="740"/>
                      </a:lnTo>
                      <a:lnTo>
                        <a:pt x="754" y="740"/>
                      </a:lnTo>
                      <a:lnTo>
                        <a:pt x="752" y="742"/>
                      </a:lnTo>
                      <a:lnTo>
                        <a:pt x="752" y="742"/>
                      </a:lnTo>
                      <a:lnTo>
                        <a:pt x="750" y="744"/>
                      </a:lnTo>
                      <a:lnTo>
                        <a:pt x="748" y="746"/>
                      </a:lnTo>
                      <a:lnTo>
                        <a:pt x="748" y="746"/>
                      </a:lnTo>
                      <a:lnTo>
                        <a:pt x="752" y="746"/>
                      </a:lnTo>
                      <a:lnTo>
                        <a:pt x="754" y="746"/>
                      </a:lnTo>
                      <a:lnTo>
                        <a:pt x="760" y="744"/>
                      </a:lnTo>
                      <a:lnTo>
                        <a:pt x="764" y="740"/>
                      </a:lnTo>
                      <a:lnTo>
                        <a:pt x="768" y="736"/>
                      </a:lnTo>
                      <a:lnTo>
                        <a:pt x="770" y="734"/>
                      </a:lnTo>
                      <a:lnTo>
                        <a:pt x="770" y="730"/>
                      </a:lnTo>
                      <a:lnTo>
                        <a:pt x="772" y="728"/>
                      </a:lnTo>
                      <a:lnTo>
                        <a:pt x="774" y="724"/>
                      </a:lnTo>
                      <a:lnTo>
                        <a:pt x="776" y="722"/>
                      </a:lnTo>
                      <a:lnTo>
                        <a:pt x="782" y="722"/>
                      </a:lnTo>
                      <a:lnTo>
                        <a:pt x="788" y="722"/>
                      </a:lnTo>
                      <a:lnTo>
                        <a:pt x="794" y="722"/>
                      </a:lnTo>
                      <a:lnTo>
                        <a:pt x="798" y="722"/>
                      </a:lnTo>
                      <a:lnTo>
                        <a:pt x="802" y="722"/>
                      </a:lnTo>
                      <a:lnTo>
                        <a:pt x="802" y="722"/>
                      </a:lnTo>
                      <a:lnTo>
                        <a:pt x="800" y="722"/>
                      </a:lnTo>
                      <a:lnTo>
                        <a:pt x="798" y="720"/>
                      </a:lnTo>
                      <a:lnTo>
                        <a:pt x="798" y="718"/>
                      </a:lnTo>
                      <a:lnTo>
                        <a:pt x="798" y="714"/>
                      </a:lnTo>
                      <a:lnTo>
                        <a:pt x="800" y="712"/>
                      </a:lnTo>
                      <a:lnTo>
                        <a:pt x="804" y="708"/>
                      </a:lnTo>
                      <a:lnTo>
                        <a:pt x="806" y="704"/>
                      </a:lnTo>
                      <a:lnTo>
                        <a:pt x="810" y="700"/>
                      </a:lnTo>
                      <a:lnTo>
                        <a:pt x="814" y="698"/>
                      </a:lnTo>
                      <a:lnTo>
                        <a:pt x="820" y="696"/>
                      </a:lnTo>
                      <a:lnTo>
                        <a:pt x="826" y="696"/>
                      </a:lnTo>
                      <a:lnTo>
                        <a:pt x="832" y="696"/>
                      </a:lnTo>
                      <a:lnTo>
                        <a:pt x="838" y="696"/>
                      </a:lnTo>
                      <a:lnTo>
                        <a:pt x="840" y="698"/>
                      </a:lnTo>
                      <a:lnTo>
                        <a:pt x="842" y="698"/>
                      </a:lnTo>
                      <a:lnTo>
                        <a:pt x="846" y="700"/>
                      </a:lnTo>
                      <a:lnTo>
                        <a:pt x="848" y="700"/>
                      </a:lnTo>
                      <a:lnTo>
                        <a:pt x="850" y="702"/>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29" name="Freeform 557">
                  <a:extLst>
                    <a:ext uri="{FF2B5EF4-FFF2-40B4-BE49-F238E27FC236}">
                      <a16:creationId xmlns:a16="http://schemas.microsoft.com/office/drawing/2014/main" id="{704B6437-47C8-010C-ECF5-CD4B2B1CE13B}"/>
                    </a:ext>
                  </a:extLst>
                </p:cNvPr>
                <p:cNvSpPr/>
                <p:nvPr/>
              </p:nvSpPr>
              <p:spPr bwMode="gray">
                <a:xfrm>
                  <a:off x="5345160" y="2263782"/>
                  <a:ext cx="910887" cy="921375"/>
                </a:xfrm>
                <a:custGeom>
                  <a:avLst/>
                  <a:gdLst>
                    <a:gd name="T0" fmla="*/ 318 w 492"/>
                    <a:gd name="T1" fmla="*/ 44 h 498"/>
                    <a:gd name="T2" fmla="*/ 282 w 492"/>
                    <a:gd name="T3" fmla="*/ 40 h 498"/>
                    <a:gd name="T4" fmla="*/ 262 w 492"/>
                    <a:gd name="T5" fmla="*/ 32 h 498"/>
                    <a:gd name="T6" fmla="*/ 242 w 492"/>
                    <a:gd name="T7" fmla="*/ 24 h 498"/>
                    <a:gd name="T8" fmla="*/ 230 w 492"/>
                    <a:gd name="T9" fmla="*/ 28 h 498"/>
                    <a:gd name="T10" fmla="*/ 220 w 492"/>
                    <a:gd name="T11" fmla="*/ 32 h 498"/>
                    <a:gd name="T12" fmla="*/ 176 w 492"/>
                    <a:gd name="T13" fmla="*/ 4 h 498"/>
                    <a:gd name="T14" fmla="*/ 118 w 492"/>
                    <a:gd name="T15" fmla="*/ 12 h 498"/>
                    <a:gd name="T16" fmla="*/ 100 w 492"/>
                    <a:gd name="T17" fmla="*/ 14 h 498"/>
                    <a:gd name="T18" fmla="*/ 68 w 492"/>
                    <a:gd name="T19" fmla="*/ 60 h 498"/>
                    <a:gd name="T20" fmla="*/ 18 w 492"/>
                    <a:gd name="T21" fmla="*/ 98 h 498"/>
                    <a:gd name="T22" fmla="*/ 60 w 492"/>
                    <a:gd name="T23" fmla="*/ 144 h 498"/>
                    <a:gd name="T24" fmla="*/ 58 w 492"/>
                    <a:gd name="T25" fmla="*/ 178 h 498"/>
                    <a:gd name="T26" fmla="*/ 8 w 492"/>
                    <a:gd name="T27" fmla="*/ 182 h 498"/>
                    <a:gd name="T28" fmla="*/ 62 w 492"/>
                    <a:gd name="T29" fmla="*/ 228 h 498"/>
                    <a:gd name="T30" fmla="*/ 86 w 492"/>
                    <a:gd name="T31" fmla="*/ 220 h 498"/>
                    <a:gd name="T32" fmla="*/ 86 w 492"/>
                    <a:gd name="T33" fmla="*/ 236 h 498"/>
                    <a:gd name="T34" fmla="*/ 76 w 492"/>
                    <a:gd name="T35" fmla="*/ 260 h 498"/>
                    <a:gd name="T36" fmla="*/ 52 w 492"/>
                    <a:gd name="T37" fmla="*/ 284 h 498"/>
                    <a:gd name="T38" fmla="*/ 18 w 492"/>
                    <a:gd name="T39" fmla="*/ 308 h 498"/>
                    <a:gd name="T40" fmla="*/ 28 w 492"/>
                    <a:gd name="T41" fmla="*/ 328 h 498"/>
                    <a:gd name="T42" fmla="*/ 38 w 492"/>
                    <a:gd name="T43" fmla="*/ 352 h 498"/>
                    <a:gd name="T44" fmla="*/ 68 w 492"/>
                    <a:gd name="T45" fmla="*/ 362 h 498"/>
                    <a:gd name="T46" fmla="*/ 74 w 492"/>
                    <a:gd name="T47" fmla="*/ 386 h 498"/>
                    <a:gd name="T48" fmla="*/ 92 w 492"/>
                    <a:gd name="T49" fmla="*/ 382 h 498"/>
                    <a:gd name="T50" fmla="*/ 102 w 492"/>
                    <a:gd name="T51" fmla="*/ 394 h 498"/>
                    <a:gd name="T52" fmla="*/ 124 w 492"/>
                    <a:gd name="T53" fmla="*/ 390 h 498"/>
                    <a:gd name="T54" fmla="*/ 138 w 492"/>
                    <a:gd name="T55" fmla="*/ 384 h 498"/>
                    <a:gd name="T56" fmla="*/ 104 w 492"/>
                    <a:gd name="T57" fmla="*/ 434 h 498"/>
                    <a:gd name="T58" fmla="*/ 68 w 492"/>
                    <a:gd name="T59" fmla="*/ 464 h 498"/>
                    <a:gd name="T60" fmla="*/ 86 w 492"/>
                    <a:gd name="T61" fmla="*/ 466 h 498"/>
                    <a:gd name="T62" fmla="*/ 160 w 492"/>
                    <a:gd name="T63" fmla="*/ 412 h 498"/>
                    <a:gd name="T64" fmla="*/ 186 w 492"/>
                    <a:gd name="T65" fmla="*/ 390 h 498"/>
                    <a:gd name="T66" fmla="*/ 178 w 492"/>
                    <a:gd name="T67" fmla="*/ 374 h 498"/>
                    <a:gd name="T68" fmla="*/ 206 w 492"/>
                    <a:gd name="T69" fmla="*/ 326 h 498"/>
                    <a:gd name="T70" fmla="*/ 250 w 492"/>
                    <a:gd name="T71" fmla="*/ 322 h 498"/>
                    <a:gd name="T72" fmla="*/ 212 w 492"/>
                    <a:gd name="T73" fmla="*/ 346 h 498"/>
                    <a:gd name="T74" fmla="*/ 206 w 492"/>
                    <a:gd name="T75" fmla="*/ 364 h 498"/>
                    <a:gd name="T76" fmla="*/ 220 w 492"/>
                    <a:gd name="T77" fmla="*/ 376 h 498"/>
                    <a:gd name="T78" fmla="*/ 246 w 492"/>
                    <a:gd name="T79" fmla="*/ 356 h 498"/>
                    <a:gd name="T80" fmla="*/ 254 w 492"/>
                    <a:gd name="T81" fmla="*/ 338 h 498"/>
                    <a:gd name="T82" fmla="*/ 274 w 492"/>
                    <a:gd name="T83" fmla="*/ 338 h 498"/>
                    <a:gd name="T84" fmla="*/ 312 w 492"/>
                    <a:gd name="T85" fmla="*/ 354 h 498"/>
                    <a:gd name="T86" fmla="*/ 350 w 492"/>
                    <a:gd name="T87" fmla="*/ 368 h 498"/>
                    <a:gd name="T88" fmla="*/ 372 w 492"/>
                    <a:gd name="T89" fmla="*/ 372 h 498"/>
                    <a:gd name="T90" fmla="*/ 426 w 492"/>
                    <a:gd name="T91" fmla="*/ 388 h 498"/>
                    <a:gd name="T92" fmla="*/ 452 w 492"/>
                    <a:gd name="T93" fmla="*/ 428 h 498"/>
                    <a:gd name="T94" fmla="*/ 462 w 492"/>
                    <a:gd name="T95" fmla="*/ 454 h 498"/>
                    <a:gd name="T96" fmla="*/ 472 w 492"/>
                    <a:gd name="T97" fmla="*/ 462 h 498"/>
                    <a:gd name="T98" fmla="*/ 480 w 492"/>
                    <a:gd name="T99" fmla="*/ 474 h 498"/>
                    <a:gd name="T100" fmla="*/ 480 w 492"/>
                    <a:gd name="T101" fmla="*/ 496 h 498"/>
                    <a:gd name="T102" fmla="*/ 490 w 492"/>
                    <a:gd name="T103" fmla="*/ 456 h 498"/>
                    <a:gd name="T104" fmla="*/ 462 w 492"/>
                    <a:gd name="T105" fmla="*/ 418 h 498"/>
                    <a:gd name="T106" fmla="*/ 416 w 492"/>
                    <a:gd name="T107" fmla="*/ 368 h 498"/>
                    <a:gd name="T108" fmla="*/ 378 w 492"/>
                    <a:gd name="T109" fmla="*/ 362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2" h="498">
                      <a:moveTo>
                        <a:pt x="338" y="50"/>
                      </a:moveTo>
                      <a:lnTo>
                        <a:pt x="336" y="48"/>
                      </a:lnTo>
                      <a:lnTo>
                        <a:pt x="334" y="46"/>
                      </a:lnTo>
                      <a:lnTo>
                        <a:pt x="332" y="46"/>
                      </a:lnTo>
                      <a:lnTo>
                        <a:pt x="328" y="44"/>
                      </a:lnTo>
                      <a:lnTo>
                        <a:pt x="324" y="44"/>
                      </a:lnTo>
                      <a:lnTo>
                        <a:pt x="318" y="44"/>
                      </a:lnTo>
                      <a:lnTo>
                        <a:pt x="310" y="48"/>
                      </a:lnTo>
                      <a:lnTo>
                        <a:pt x="310" y="48"/>
                      </a:lnTo>
                      <a:lnTo>
                        <a:pt x="306" y="48"/>
                      </a:lnTo>
                      <a:lnTo>
                        <a:pt x="300" y="48"/>
                      </a:lnTo>
                      <a:lnTo>
                        <a:pt x="294" y="46"/>
                      </a:lnTo>
                      <a:lnTo>
                        <a:pt x="288" y="44"/>
                      </a:lnTo>
                      <a:lnTo>
                        <a:pt x="282" y="40"/>
                      </a:lnTo>
                      <a:lnTo>
                        <a:pt x="282" y="40"/>
                      </a:lnTo>
                      <a:lnTo>
                        <a:pt x="280" y="40"/>
                      </a:lnTo>
                      <a:lnTo>
                        <a:pt x="276" y="40"/>
                      </a:lnTo>
                      <a:lnTo>
                        <a:pt x="272" y="40"/>
                      </a:lnTo>
                      <a:lnTo>
                        <a:pt x="268" y="38"/>
                      </a:lnTo>
                      <a:lnTo>
                        <a:pt x="264" y="36"/>
                      </a:lnTo>
                      <a:lnTo>
                        <a:pt x="262" y="32"/>
                      </a:lnTo>
                      <a:lnTo>
                        <a:pt x="260" y="30"/>
                      </a:lnTo>
                      <a:lnTo>
                        <a:pt x="258" y="30"/>
                      </a:lnTo>
                      <a:lnTo>
                        <a:pt x="254" y="28"/>
                      </a:lnTo>
                      <a:lnTo>
                        <a:pt x="250" y="26"/>
                      </a:lnTo>
                      <a:lnTo>
                        <a:pt x="246" y="26"/>
                      </a:lnTo>
                      <a:lnTo>
                        <a:pt x="244" y="26"/>
                      </a:lnTo>
                      <a:lnTo>
                        <a:pt x="242" y="24"/>
                      </a:lnTo>
                      <a:lnTo>
                        <a:pt x="240" y="24"/>
                      </a:lnTo>
                      <a:lnTo>
                        <a:pt x="236" y="22"/>
                      </a:lnTo>
                      <a:lnTo>
                        <a:pt x="234" y="20"/>
                      </a:lnTo>
                      <a:lnTo>
                        <a:pt x="230" y="22"/>
                      </a:lnTo>
                      <a:lnTo>
                        <a:pt x="230" y="22"/>
                      </a:lnTo>
                      <a:lnTo>
                        <a:pt x="228" y="26"/>
                      </a:lnTo>
                      <a:lnTo>
                        <a:pt x="230" y="28"/>
                      </a:lnTo>
                      <a:lnTo>
                        <a:pt x="230" y="30"/>
                      </a:lnTo>
                      <a:lnTo>
                        <a:pt x="230" y="34"/>
                      </a:lnTo>
                      <a:lnTo>
                        <a:pt x="230" y="36"/>
                      </a:lnTo>
                      <a:lnTo>
                        <a:pt x="230" y="36"/>
                      </a:lnTo>
                      <a:lnTo>
                        <a:pt x="228" y="36"/>
                      </a:lnTo>
                      <a:lnTo>
                        <a:pt x="224" y="36"/>
                      </a:lnTo>
                      <a:lnTo>
                        <a:pt x="220" y="32"/>
                      </a:lnTo>
                      <a:lnTo>
                        <a:pt x="216" y="28"/>
                      </a:lnTo>
                      <a:lnTo>
                        <a:pt x="212" y="24"/>
                      </a:lnTo>
                      <a:lnTo>
                        <a:pt x="208" y="20"/>
                      </a:lnTo>
                      <a:lnTo>
                        <a:pt x="198" y="16"/>
                      </a:lnTo>
                      <a:lnTo>
                        <a:pt x="188" y="10"/>
                      </a:lnTo>
                      <a:lnTo>
                        <a:pt x="180" y="6"/>
                      </a:lnTo>
                      <a:lnTo>
                        <a:pt x="176" y="4"/>
                      </a:lnTo>
                      <a:lnTo>
                        <a:pt x="172" y="4"/>
                      </a:lnTo>
                      <a:lnTo>
                        <a:pt x="164" y="0"/>
                      </a:lnTo>
                      <a:lnTo>
                        <a:pt x="150" y="0"/>
                      </a:lnTo>
                      <a:lnTo>
                        <a:pt x="134" y="4"/>
                      </a:lnTo>
                      <a:lnTo>
                        <a:pt x="128" y="8"/>
                      </a:lnTo>
                      <a:lnTo>
                        <a:pt x="122" y="10"/>
                      </a:lnTo>
                      <a:lnTo>
                        <a:pt x="118" y="12"/>
                      </a:lnTo>
                      <a:lnTo>
                        <a:pt x="116" y="12"/>
                      </a:lnTo>
                      <a:lnTo>
                        <a:pt x="114" y="12"/>
                      </a:lnTo>
                      <a:lnTo>
                        <a:pt x="112" y="12"/>
                      </a:lnTo>
                      <a:lnTo>
                        <a:pt x="110" y="12"/>
                      </a:lnTo>
                      <a:lnTo>
                        <a:pt x="108" y="12"/>
                      </a:lnTo>
                      <a:lnTo>
                        <a:pt x="104" y="12"/>
                      </a:lnTo>
                      <a:lnTo>
                        <a:pt x="100" y="14"/>
                      </a:lnTo>
                      <a:lnTo>
                        <a:pt x="94" y="16"/>
                      </a:lnTo>
                      <a:lnTo>
                        <a:pt x="88" y="20"/>
                      </a:lnTo>
                      <a:lnTo>
                        <a:pt x="86" y="22"/>
                      </a:lnTo>
                      <a:lnTo>
                        <a:pt x="84" y="28"/>
                      </a:lnTo>
                      <a:lnTo>
                        <a:pt x="80" y="36"/>
                      </a:lnTo>
                      <a:lnTo>
                        <a:pt x="74" y="48"/>
                      </a:lnTo>
                      <a:lnTo>
                        <a:pt x="68" y="60"/>
                      </a:lnTo>
                      <a:lnTo>
                        <a:pt x="58" y="70"/>
                      </a:lnTo>
                      <a:lnTo>
                        <a:pt x="50" y="74"/>
                      </a:lnTo>
                      <a:lnTo>
                        <a:pt x="38" y="76"/>
                      </a:lnTo>
                      <a:lnTo>
                        <a:pt x="28" y="78"/>
                      </a:lnTo>
                      <a:lnTo>
                        <a:pt x="20" y="84"/>
                      </a:lnTo>
                      <a:lnTo>
                        <a:pt x="18" y="92"/>
                      </a:lnTo>
                      <a:lnTo>
                        <a:pt x="18" y="98"/>
                      </a:lnTo>
                      <a:lnTo>
                        <a:pt x="20" y="102"/>
                      </a:lnTo>
                      <a:lnTo>
                        <a:pt x="22" y="106"/>
                      </a:lnTo>
                      <a:lnTo>
                        <a:pt x="26" y="110"/>
                      </a:lnTo>
                      <a:lnTo>
                        <a:pt x="32" y="114"/>
                      </a:lnTo>
                      <a:lnTo>
                        <a:pt x="38" y="120"/>
                      </a:lnTo>
                      <a:lnTo>
                        <a:pt x="48" y="130"/>
                      </a:lnTo>
                      <a:lnTo>
                        <a:pt x="60" y="144"/>
                      </a:lnTo>
                      <a:lnTo>
                        <a:pt x="70" y="156"/>
                      </a:lnTo>
                      <a:lnTo>
                        <a:pt x="76" y="168"/>
                      </a:lnTo>
                      <a:lnTo>
                        <a:pt x="72" y="178"/>
                      </a:lnTo>
                      <a:lnTo>
                        <a:pt x="68" y="180"/>
                      </a:lnTo>
                      <a:lnTo>
                        <a:pt x="64" y="180"/>
                      </a:lnTo>
                      <a:lnTo>
                        <a:pt x="62" y="180"/>
                      </a:lnTo>
                      <a:lnTo>
                        <a:pt x="58" y="178"/>
                      </a:lnTo>
                      <a:lnTo>
                        <a:pt x="54" y="176"/>
                      </a:lnTo>
                      <a:lnTo>
                        <a:pt x="52" y="172"/>
                      </a:lnTo>
                      <a:lnTo>
                        <a:pt x="50" y="170"/>
                      </a:lnTo>
                      <a:lnTo>
                        <a:pt x="46" y="168"/>
                      </a:lnTo>
                      <a:lnTo>
                        <a:pt x="34" y="168"/>
                      </a:lnTo>
                      <a:lnTo>
                        <a:pt x="20" y="172"/>
                      </a:lnTo>
                      <a:lnTo>
                        <a:pt x="8" y="182"/>
                      </a:lnTo>
                      <a:lnTo>
                        <a:pt x="2" y="192"/>
                      </a:lnTo>
                      <a:lnTo>
                        <a:pt x="0" y="200"/>
                      </a:lnTo>
                      <a:lnTo>
                        <a:pt x="0" y="208"/>
                      </a:lnTo>
                      <a:lnTo>
                        <a:pt x="8" y="216"/>
                      </a:lnTo>
                      <a:lnTo>
                        <a:pt x="26" y="226"/>
                      </a:lnTo>
                      <a:lnTo>
                        <a:pt x="44" y="232"/>
                      </a:lnTo>
                      <a:lnTo>
                        <a:pt x="62" y="228"/>
                      </a:lnTo>
                      <a:lnTo>
                        <a:pt x="64" y="228"/>
                      </a:lnTo>
                      <a:lnTo>
                        <a:pt x="66" y="226"/>
                      </a:lnTo>
                      <a:lnTo>
                        <a:pt x="70" y="224"/>
                      </a:lnTo>
                      <a:lnTo>
                        <a:pt x="74" y="222"/>
                      </a:lnTo>
                      <a:lnTo>
                        <a:pt x="78" y="222"/>
                      </a:lnTo>
                      <a:lnTo>
                        <a:pt x="82" y="220"/>
                      </a:lnTo>
                      <a:lnTo>
                        <a:pt x="86" y="220"/>
                      </a:lnTo>
                      <a:lnTo>
                        <a:pt x="88" y="222"/>
                      </a:lnTo>
                      <a:lnTo>
                        <a:pt x="90" y="224"/>
                      </a:lnTo>
                      <a:lnTo>
                        <a:pt x="88" y="226"/>
                      </a:lnTo>
                      <a:lnTo>
                        <a:pt x="86" y="228"/>
                      </a:lnTo>
                      <a:lnTo>
                        <a:pt x="86" y="230"/>
                      </a:lnTo>
                      <a:lnTo>
                        <a:pt x="84" y="234"/>
                      </a:lnTo>
                      <a:lnTo>
                        <a:pt x="86" y="236"/>
                      </a:lnTo>
                      <a:lnTo>
                        <a:pt x="88" y="240"/>
                      </a:lnTo>
                      <a:lnTo>
                        <a:pt x="90" y="242"/>
                      </a:lnTo>
                      <a:lnTo>
                        <a:pt x="92" y="246"/>
                      </a:lnTo>
                      <a:lnTo>
                        <a:pt x="92" y="248"/>
                      </a:lnTo>
                      <a:lnTo>
                        <a:pt x="90" y="252"/>
                      </a:lnTo>
                      <a:lnTo>
                        <a:pt x="86" y="256"/>
                      </a:lnTo>
                      <a:lnTo>
                        <a:pt x="76" y="260"/>
                      </a:lnTo>
                      <a:lnTo>
                        <a:pt x="64" y="266"/>
                      </a:lnTo>
                      <a:lnTo>
                        <a:pt x="56" y="274"/>
                      </a:lnTo>
                      <a:lnTo>
                        <a:pt x="52" y="284"/>
                      </a:lnTo>
                      <a:lnTo>
                        <a:pt x="54" y="284"/>
                      </a:lnTo>
                      <a:lnTo>
                        <a:pt x="54" y="284"/>
                      </a:lnTo>
                      <a:lnTo>
                        <a:pt x="54" y="284"/>
                      </a:lnTo>
                      <a:lnTo>
                        <a:pt x="52" y="284"/>
                      </a:lnTo>
                      <a:lnTo>
                        <a:pt x="52" y="286"/>
                      </a:lnTo>
                      <a:lnTo>
                        <a:pt x="48" y="288"/>
                      </a:lnTo>
                      <a:lnTo>
                        <a:pt x="44" y="290"/>
                      </a:lnTo>
                      <a:lnTo>
                        <a:pt x="36" y="296"/>
                      </a:lnTo>
                      <a:lnTo>
                        <a:pt x="28" y="300"/>
                      </a:lnTo>
                      <a:lnTo>
                        <a:pt x="22" y="304"/>
                      </a:lnTo>
                      <a:lnTo>
                        <a:pt x="18" y="308"/>
                      </a:lnTo>
                      <a:lnTo>
                        <a:pt x="16" y="312"/>
                      </a:lnTo>
                      <a:lnTo>
                        <a:pt x="14" y="316"/>
                      </a:lnTo>
                      <a:lnTo>
                        <a:pt x="16" y="320"/>
                      </a:lnTo>
                      <a:lnTo>
                        <a:pt x="22" y="324"/>
                      </a:lnTo>
                      <a:lnTo>
                        <a:pt x="22" y="326"/>
                      </a:lnTo>
                      <a:lnTo>
                        <a:pt x="24" y="326"/>
                      </a:lnTo>
                      <a:lnTo>
                        <a:pt x="28" y="328"/>
                      </a:lnTo>
                      <a:lnTo>
                        <a:pt x="34" y="330"/>
                      </a:lnTo>
                      <a:lnTo>
                        <a:pt x="38" y="332"/>
                      </a:lnTo>
                      <a:lnTo>
                        <a:pt x="38" y="332"/>
                      </a:lnTo>
                      <a:lnTo>
                        <a:pt x="38" y="336"/>
                      </a:lnTo>
                      <a:lnTo>
                        <a:pt x="38" y="340"/>
                      </a:lnTo>
                      <a:lnTo>
                        <a:pt x="38" y="346"/>
                      </a:lnTo>
                      <a:lnTo>
                        <a:pt x="38" y="352"/>
                      </a:lnTo>
                      <a:lnTo>
                        <a:pt x="42" y="358"/>
                      </a:lnTo>
                      <a:lnTo>
                        <a:pt x="48" y="362"/>
                      </a:lnTo>
                      <a:lnTo>
                        <a:pt x="50" y="362"/>
                      </a:lnTo>
                      <a:lnTo>
                        <a:pt x="54" y="362"/>
                      </a:lnTo>
                      <a:lnTo>
                        <a:pt x="58" y="362"/>
                      </a:lnTo>
                      <a:lnTo>
                        <a:pt x="64" y="362"/>
                      </a:lnTo>
                      <a:lnTo>
                        <a:pt x="68" y="362"/>
                      </a:lnTo>
                      <a:lnTo>
                        <a:pt x="68" y="364"/>
                      </a:lnTo>
                      <a:lnTo>
                        <a:pt x="70" y="366"/>
                      </a:lnTo>
                      <a:lnTo>
                        <a:pt x="70" y="370"/>
                      </a:lnTo>
                      <a:lnTo>
                        <a:pt x="72" y="374"/>
                      </a:lnTo>
                      <a:lnTo>
                        <a:pt x="74" y="380"/>
                      </a:lnTo>
                      <a:lnTo>
                        <a:pt x="74" y="386"/>
                      </a:lnTo>
                      <a:lnTo>
                        <a:pt x="74" y="386"/>
                      </a:lnTo>
                      <a:lnTo>
                        <a:pt x="76" y="388"/>
                      </a:lnTo>
                      <a:lnTo>
                        <a:pt x="80" y="388"/>
                      </a:lnTo>
                      <a:lnTo>
                        <a:pt x="82" y="388"/>
                      </a:lnTo>
                      <a:lnTo>
                        <a:pt x="86" y="386"/>
                      </a:lnTo>
                      <a:lnTo>
                        <a:pt x="90" y="382"/>
                      </a:lnTo>
                      <a:lnTo>
                        <a:pt x="90" y="382"/>
                      </a:lnTo>
                      <a:lnTo>
                        <a:pt x="92" y="382"/>
                      </a:lnTo>
                      <a:lnTo>
                        <a:pt x="94" y="382"/>
                      </a:lnTo>
                      <a:lnTo>
                        <a:pt x="96" y="382"/>
                      </a:lnTo>
                      <a:lnTo>
                        <a:pt x="98" y="384"/>
                      </a:lnTo>
                      <a:lnTo>
                        <a:pt x="98" y="388"/>
                      </a:lnTo>
                      <a:lnTo>
                        <a:pt x="100" y="390"/>
                      </a:lnTo>
                      <a:lnTo>
                        <a:pt x="100" y="392"/>
                      </a:lnTo>
                      <a:lnTo>
                        <a:pt x="102" y="394"/>
                      </a:lnTo>
                      <a:lnTo>
                        <a:pt x="104" y="396"/>
                      </a:lnTo>
                      <a:lnTo>
                        <a:pt x="106" y="398"/>
                      </a:lnTo>
                      <a:lnTo>
                        <a:pt x="110" y="398"/>
                      </a:lnTo>
                      <a:lnTo>
                        <a:pt x="116" y="396"/>
                      </a:lnTo>
                      <a:lnTo>
                        <a:pt x="120" y="392"/>
                      </a:lnTo>
                      <a:lnTo>
                        <a:pt x="122" y="392"/>
                      </a:lnTo>
                      <a:lnTo>
                        <a:pt x="124" y="390"/>
                      </a:lnTo>
                      <a:lnTo>
                        <a:pt x="126" y="388"/>
                      </a:lnTo>
                      <a:lnTo>
                        <a:pt x="128" y="384"/>
                      </a:lnTo>
                      <a:lnTo>
                        <a:pt x="130" y="382"/>
                      </a:lnTo>
                      <a:lnTo>
                        <a:pt x="134" y="380"/>
                      </a:lnTo>
                      <a:lnTo>
                        <a:pt x="136" y="380"/>
                      </a:lnTo>
                      <a:lnTo>
                        <a:pt x="138" y="380"/>
                      </a:lnTo>
                      <a:lnTo>
                        <a:pt x="138" y="384"/>
                      </a:lnTo>
                      <a:lnTo>
                        <a:pt x="138" y="388"/>
                      </a:lnTo>
                      <a:lnTo>
                        <a:pt x="136" y="396"/>
                      </a:lnTo>
                      <a:lnTo>
                        <a:pt x="132" y="408"/>
                      </a:lnTo>
                      <a:lnTo>
                        <a:pt x="126" y="418"/>
                      </a:lnTo>
                      <a:lnTo>
                        <a:pt x="122" y="420"/>
                      </a:lnTo>
                      <a:lnTo>
                        <a:pt x="114" y="426"/>
                      </a:lnTo>
                      <a:lnTo>
                        <a:pt x="104" y="434"/>
                      </a:lnTo>
                      <a:lnTo>
                        <a:pt x="94" y="444"/>
                      </a:lnTo>
                      <a:lnTo>
                        <a:pt x="86" y="454"/>
                      </a:lnTo>
                      <a:lnTo>
                        <a:pt x="84" y="456"/>
                      </a:lnTo>
                      <a:lnTo>
                        <a:pt x="82" y="456"/>
                      </a:lnTo>
                      <a:lnTo>
                        <a:pt x="78" y="458"/>
                      </a:lnTo>
                      <a:lnTo>
                        <a:pt x="74" y="462"/>
                      </a:lnTo>
                      <a:lnTo>
                        <a:pt x="68" y="464"/>
                      </a:lnTo>
                      <a:lnTo>
                        <a:pt x="64" y="470"/>
                      </a:lnTo>
                      <a:lnTo>
                        <a:pt x="62" y="474"/>
                      </a:lnTo>
                      <a:lnTo>
                        <a:pt x="64" y="474"/>
                      </a:lnTo>
                      <a:lnTo>
                        <a:pt x="66" y="472"/>
                      </a:lnTo>
                      <a:lnTo>
                        <a:pt x="72" y="470"/>
                      </a:lnTo>
                      <a:lnTo>
                        <a:pt x="78" y="468"/>
                      </a:lnTo>
                      <a:lnTo>
                        <a:pt x="86" y="466"/>
                      </a:lnTo>
                      <a:lnTo>
                        <a:pt x="94" y="464"/>
                      </a:lnTo>
                      <a:lnTo>
                        <a:pt x="106" y="458"/>
                      </a:lnTo>
                      <a:lnTo>
                        <a:pt x="120" y="450"/>
                      </a:lnTo>
                      <a:lnTo>
                        <a:pt x="134" y="436"/>
                      </a:lnTo>
                      <a:lnTo>
                        <a:pt x="148" y="424"/>
                      </a:lnTo>
                      <a:lnTo>
                        <a:pt x="160" y="412"/>
                      </a:lnTo>
                      <a:lnTo>
                        <a:pt x="160" y="412"/>
                      </a:lnTo>
                      <a:lnTo>
                        <a:pt x="164" y="410"/>
                      </a:lnTo>
                      <a:lnTo>
                        <a:pt x="168" y="408"/>
                      </a:lnTo>
                      <a:lnTo>
                        <a:pt x="172" y="404"/>
                      </a:lnTo>
                      <a:lnTo>
                        <a:pt x="176" y="402"/>
                      </a:lnTo>
                      <a:lnTo>
                        <a:pt x="180" y="398"/>
                      </a:lnTo>
                      <a:lnTo>
                        <a:pt x="184" y="394"/>
                      </a:lnTo>
                      <a:lnTo>
                        <a:pt x="186" y="390"/>
                      </a:lnTo>
                      <a:lnTo>
                        <a:pt x="184" y="386"/>
                      </a:lnTo>
                      <a:lnTo>
                        <a:pt x="182" y="382"/>
                      </a:lnTo>
                      <a:lnTo>
                        <a:pt x="180" y="382"/>
                      </a:lnTo>
                      <a:lnTo>
                        <a:pt x="178" y="380"/>
                      </a:lnTo>
                      <a:lnTo>
                        <a:pt x="178" y="378"/>
                      </a:lnTo>
                      <a:lnTo>
                        <a:pt x="176" y="376"/>
                      </a:lnTo>
                      <a:lnTo>
                        <a:pt x="178" y="374"/>
                      </a:lnTo>
                      <a:lnTo>
                        <a:pt x="182" y="372"/>
                      </a:lnTo>
                      <a:lnTo>
                        <a:pt x="184" y="368"/>
                      </a:lnTo>
                      <a:lnTo>
                        <a:pt x="188" y="360"/>
                      </a:lnTo>
                      <a:lnTo>
                        <a:pt x="194" y="350"/>
                      </a:lnTo>
                      <a:lnTo>
                        <a:pt x="200" y="340"/>
                      </a:lnTo>
                      <a:lnTo>
                        <a:pt x="204" y="328"/>
                      </a:lnTo>
                      <a:lnTo>
                        <a:pt x="206" y="326"/>
                      </a:lnTo>
                      <a:lnTo>
                        <a:pt x="214" y="322"/>
                      </a:lnTo>
                      <a:lnTo>
                        <a:pt x="226" y="318"/>
                      </a:lnTo>
                      <a:lnTo>
                        <a:pt x="244" y="318"/>
                      </a:lnTo>
                      <a:lnTo>
                        <a:pt x="244" y="318"/>
                      </a:lnTo>
                      <a:lnTo>
                        <a:pt x="246" y="320"/>
                      </a:lnTo>
                      <a:lnTo>
                        <a:pt x="248" y="322"/>
                      </a:lnTo>
                      <a:lnTo>
                        <a:pt x="250" y="322"/>
                      </a:lnTo>
                      <a:lnTo>
                        <a:pt x="252" y="324"/>
                      </a:lnTo>
                      <a:lnTo>
                        <a:pt x="252" y="326"/>
                      </a:lnTo>
                      <a:lnTo>
                        <a:pt x="248" y="328"/>
                      </a:lnTo>
                      <a:lnTo>
                        <a:pt x="244" y="328"/>
                      </a:lnTo>
                      <a:lnTo>
                        <a:pt x="232" y="332"/>
                      </a:lnTo>
                      <a:lnTo>
                        <a:pt x="220" y="336"/>
                      </a:lnTo>
                      <a:lnTo>
                        <a:pt x="212" y="346"/>
                      </a:lnTo>
                      <a:lnTo>
                        <a:pt x="212" y="348"/>
                      </a:lnTo>
                      <a:lnTo>
                        <a:pt x="212" y="350"/>
                      </a:lnTo>
                      <a:lnTo>
                        <a:pt x="210" y="354"/>
                      </a:lnTo>
                      <a:lnTo>
                        <a:pt x="208" y="358"/>
                      </a:lnTo>
                      <a:lnTo>
                        <a:pt x="206" y="360"/>
                      </a:lnTo>
                      <a:lnTo>
                        <a:pt x="206" y="362"/>
                      </a:lnTo>
                      <a:lnTo>
                        <a:pt x="206" y="364"/>
                      </a:lnTo>
                      <a:lnTo>
                        <a:pt x="206" y="366"/>
                      </a:lnTo>
                      <a:lnTo>
                        <a:pt x="206" y="370"/>
                      </a:lnTo>
                      <a:lnTo>
                        <a:pt x="208" y="372"/>
                      </a:lnTo>
                      <a:lnTo>
                        <a:pt x="208" y="376"/>
                      </a:lnTo>
                      <a:lnTo>
                        <a:pt x="212" y="376"/>
                      </a:lnTo>
                      <a:lnTo>
                        <a:pt x="214" y="376"/>
                      </a:lnTo>
                      <a:lnTo>
                        <a:pt x="220" y="376"/>
                      </a:lnTo>
                      <a:lnTo>
                        <a:pt x="220" y="374"/>
                      </a:lnTo>
                      <a:lnTo>
                        <a:pt x="224" y="372"/>
                      </a:lnTo>
                      <a:lnTo>
                        <a:pt x="228" y="370"/>
                      </a:lnTo>
                      <a:lnTo>
                        <a:pt x="232" y="368"/>
                      </a:lnTo>
                      <a:lnTo>
                        <a:pt x="236" y="364"/>
                      </a:lnTo>
                      <a:lnTo>
                        <a:pt x="242" y="360"/>
                      </a:lnTo>
                      <a:lnTo>
                        <a:pt x="246" y="356"/>
                      </a:lnTo>
                      <a:lnTo>
                        <a:pt x="248" y="354"/>
                      </a:lnTo>
                      <a:lnTo>
                        <a:pt x="250" y="350"/>
                      </a:lnTo>
                      <a:lnTo>
                        <a:pt x="250" y="348"/>
                      </a:lnTo>
                      <a:lnTo>
                        <a:pt x="250" y="346"/>
                      </a:lnTo>
                      <a:lnTo>
                        <a:pt x="252" y="344"/>
                      </a:lnTo>
                      <a:lnTo>
                        <a:pt x="252" y="340"/>
                      </a:lnTo>
                      <a:lnTo>
                        <a:pt x="254" y="338"/>
                      </a:lnTo>
                      <a:lnTo>
                        <a:pt x="256" y="334"/>
                      </a:lnTo>
                      <a:lnTo>
                        <a:pt x="258" y="334"/>
                      </a:lnTo>
                      <a:lnTo>
                        <a:pt x="262" y="332"/>
                      </a:lnTo>
                      <a:lnTo>
                        <a:pt x="266" y="334"/>
                      </a:lnTo>
                      <a:lnTo>
                        <a:pt x="270" y="338"/>
                      </a:lnTo>
                      <a:lnTo>
                        <a:pt x="272" y="338"/>
                      </a:lnTo>
                      <a:lnTo>
                        <a:pt x="274" y="338"/>
                      </a:lnTo>
                      <a:lnTo>
                        <a:pt x="280" y="338"/>
                      </a:lnTo>
                      <a:lnTo>
                        <a:pt x="284" y="340"/>
                      </a:lnTo>
                      <a:lnTo>
                        <a:pt x="290" y="342"/>
                      </a:lnTo>
                      <a:lnTo>
                        <a:pt x="294" y="346"/>
                      </a:lnTo>
                      <a:lnTo>
                        <a:pt x="296" y="350"/>
                      </a:lnTo>
                      <a:lnTo>
                        <a:pt x="300" y="352"/>
                      </a:lnTo>
                      <a:lnTo>
                        <a:pt x="312" y="354"/>
                      </a:lnTo>
                      <a:lnTo>
                        <a:pt x="330" y="358"/>
                      </a:lnTo>
                      <a:lnTo>
                        <a:pt x="332" y="358"/>
                      </a:lnTo>
                      <a:lnTo>
                        <a:pt x="336" y="358"/>
                      </a:lnTo>
                      <a:lnTo>
                        <a:pt x="340" y="362"/>
                      </a:lnTo>
                      <a:lnTo>
                        <a:pt x="344" y="364"/>
                      </a:lnTo>
                      <a:lnTo>
                        <a:pt x="348" y="370"/>
                      </a:lnTo>
                      <a:lnTo>
                        <a:pt x="350" y="368"/>
                      </a:lnTo>
                      <a:lnTo>
                        <a:pt x="350" y="366"/>
                      </a:lnTo>
                      <a:lnTo>
                        <a:pt x="354" y="364"/>
                      </a:lnTo>
                      <a:lnTo>
                        <a:pt x="356" y="362"/>
                      </a:lnTo>
                      <a:lnTo>
                        <a:pt x="360" y="362"/>
                      </a:lnTo>
                      <a:lnTo>
                        <a:pt x="364" y="362"/>
                      </a:lnTo>
                      <a:lnTo>
                        <a:pt x="366" y="366"/>
                      </a:lnTo>
                      <a:lnTo>
                        <a:pt x="372" y="372"/>
                      </a:lnTo>
                      <a:lnTo>
                        <a:pt x="380" y="382"/>
                      </a:lnTo>
                      <a:lnTo>
                        <a:pt x="390" y="392"/>
                      </a:lnTo>
                      <a:lnTo>
                        <a:pt x="398" y="402"/>
                      </a:lnTo>
                      <a:lnTo>
                        <a:pt x="406" y="408"/>
                      </a:lnTo>
                      <a:lnTo>
                        <a:pt x="408" y="410"/>
                      </a:lnTo>
                      <a:lnTo>
                        <a:pt x="424" y="386"/>
                      </a:lnTo>
                      <a:lnTo>
                        <a:pt x="426" y="388"/>
                      </a:lnTo>
                      <a:lnTo>
                        <a:pt x="432" y="398"/>
                      </a:lnTo>
                      <a:lnTo>
                        <a:pt x="438" y="408"/>
                      </a:lnTo>
                      <a:lnTo>
                        <a:pt x="442" y="418"/>
                      </a:lnTo>
                      <a:lnTo>
                        <a:pt x="444" y="418"/>
                      </a:lnTo>
                      <a:lnTo>
                        <a:pt x="446" y="420"/>
                      </a:lnTo>
                      <a:lnTo>
                        <a:pt x="448" y="424"/>
                      </a:lnTo>
                      <a:lnTo>
                        <a:pt x="452" y="428"/>
                      </a:lnTo>
                      <a:lnTo>
                        <a:pt x="456" y="432"/>
                      </a:lnTo>
                      <a:lnTo>
                        <a:pt x="458" y="436"/>
                      </a:lnTo>
                      <a:lnTo>
                        <a:pt x="458" y="436"/>
                      </a:lnTo>
                      <a:lnTo>
                        <a:pt x="458" y="440"/>
                      </a:lnTo>
                      <a:lnTo>
                        <a:pt x="458" y="444"/>
                      </a:lnTo>
                      <a:lnTo>
                        <a:pt x="460" y="450"/>
                      </a:lnTo>
                      <a:lnTo>
                        <a:pt x="462" y="454"/>
                      </a:lnTo>
                      <a:lnTo>
                        <a:pt x="466" y="458"/>
                      </a:lnTo>
                      <a:lnTo>
                        <a:pt x="466" y="460"/>
                      </a:lnTo>
                      <a:lnTo>
                        <a:pt x="466" y="460"/>
                      </a:lnTo>
                      <a:lnTo>
                        <a:pt x="466" y="462"/>
                      </a:lnTo>
                      <a:lnTo>
                        <a:pt x="468" y="462"/>
                      </a:lnTo>
                      <a:lnTo>
                        <a:pt x="470" y="462"/>
                      </a:lnTo>
                      <a:lnTo>
                        <a:pt x="472" y="462"/>
                      </a:lnTo>
                      <a:lnTo>
                        <a:pt x="476" y="458"/>
                      </a:lnTo>
                      <a:lnTo>
                        <a:pt x="476" y="458"/>
                      </a:lnTo>
                      <a:lnTo>
                        <a:pt x="476" y="460"/>
                      </a:lnTo>
                      <a:lnTo>
                        <a:pt x="478" y="460"/>
                      </a:lnTo>
                      <a:lnTo>
                        <a:pt x="478" y="464"/>
                      </a:lnTo>
                      <a:lnTo>
                        <a:pt x="478" y="468"/>
                      </a:lnTo>
                      <a:lnTo>
                        <a:pt x="480" y="474"/>
                      </a:lnTo>
                      <a:lnTo>
                        <a:pt x="478" y="474"/>
                      </a:lnTo>
                      <a:lnTo>
                        <a:pt x="478" y="476"/>
                      </a:lnTo>
                      <a:lnTo>
                        <a:pt x="476" y="480"/>
                      </a:lnTo>
                      <a:lnTo>
                        <a:pt x="476" y="484"/>
                      </a:lnTo>
                      <a:lnTo>
                        <a:pt x="476" y="488"/>
                      </a:lnTo>
                      <a:lnTo>
                        <a:pt x="478" y="494"/>
                      </a:lnTo>
                      <a:lnTo>
                        <a:pt x="480" y="496"/>
                      </a:lnTo>
                      <a:lnTo>
                        <a:pt x="484" y="498"/>
                      </a:lnTo>
                      <a:lnTo>
                        <a:pt x="486" y="494"/>
                      </a:lnTo>
                      <a:lnTo>
                        <a:pt x="488" y="486"/>
                      </a:lnTo>
                      <a:lnTo>
                        <a:pt x="490" y="474"/>
                      </a:lnTo>
                      <a:lnTo>
                        <a:pt x="492" y="464"/>
                      </a:lnTo>
                      <a:lnTo>
                        <a:pt x="492" y="456"/>
                      </a:lnTo>
                      <a:lnTo>
                        <a:pt x="490" y="456"/>
                      </a:lnTo>
                      <a:lnTo>
                        <a:pt x="488" y="454"/>
                      </a:lnTo>
                      <a:lnTo>
                        <a:pt x="484" y="450"/>
                      </a:lnTo>
                      <a:lnTo>
                        <a:pt x="478" y="444"/>
                      </a:lnTo>
                      <a:lnTo>
                        <a:pt x="474" y="438"/>
                      </a:lnTo>
                      <a:lnTo>
                        <a:pt x="470" y="430"/>
                      </a:lnTo>
                      <a:lnTo>
                        <a:pt x="468" y="426"/>
                      </a:lnTo>
                      <a:lnTo>
                        <a:pt x="462" y="418"/>
                      </a:lnTo>
                      <a:lnTo>
                        <a:pt x="454" y="406"/>
                      </a:lnTo>
                      <a:lnTo>
                        <a:pt x="444" y="392"/>
                      </a:lnTo>
                      <a:lnTo>
                        <a:pt x="434" y="380"/>
                      </a:lnTo>
                      <a:lnTo>
                        <a:pt x="426" y="370"/>
                      </a:lnTo>
                      <a:lnTo>
                        <a:pt x="420" y="366"/>
                      </a:lnTo>
                      <a:lnTo>
                        <a:pt x="418" y="366"/>
                      </a:lnTo>
                      <a:lnTo>
                        <a:pt x="416" y="368"/>
                      </a:lnTo>
                      <a:lnTo>
                        <a:pt x="412" y="372"/>
                      </a:lnTo>
                      <a:lnTo>
                        <a:pt x="408" y="374"/>
                      </a:lnTo>
                      <a:lnTo>
                        <a:pt x="402" y="378"/>
                      </a:lnTo>
                      <a:lnTo>
                        <a:pt x="398" y="378"/>
                      </a:lnTo>
                      <a:lnTo>
                        <a:pt x="396" y="376"/>
                      </a:lnTo>
                      <a:lnTo>
                        <a:pt x="388" y="370"/>
                      </a:lnTo>
                      <a:lnTo>
                        <a:pt x="378" y="362"/>
                      </a:lnTo>
                      <a:lnTo>
                        <a:pt x="368" y="354"/>
                      </a:lnTo>
                      <a:lnTo>
                        <a:pt x="358" y="348"/>
                      </a:lnTo>
                      <a:lnTo>
                        <a:pt x="350" y="342"/>
                      </a:lnTo>
                      <a:lnTo>
                        <a:pt x="338" y="342"/>
                      </a:lnTo>
                      <a:lnTo>
                        <a:pt x="338" y="50"/>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30" name="Freeform 558">
                  <a:extLst>
                    <a:ext uri="{FF2B5EF4-FFF2-40B4-BE49-F238E27FC236}">
                      <a16:creationId xmlns:a16="http://schemas.microsoft.com/office/drawing/2014/main" id="{41EF6058-227D-0F77-80F8-FA4E05A1CCF9}"/>
                    </a:ext>
                  </a:extLst>
                </p:cNvPr>
                <p:cNvSpPr/>
                <p:nvPr/>
              </p:nvSpPr>
              <p:spPr bwMode="gray">
                <a:xfrm>
                  <a:off x="6363428" y="3381272"/>
                  <a:ext cx="1366331" cy="747460"/>
                </a:xfrm>
                <a:custGeom>
                  <a:avLst/>
                  <a:gdLst>
                    <a:gd name="T0" fmla="*/ 704 w 738"/>
                    <a:gd name="T1" fmla="*/ 42 h 404"/>
                    <a:gd name="T2" fmla="*/ 724 w 738"/>
                    <a:gd name="T3" fmla="*/ 30 h 404"/>
                    <a:gd name="T4" fmla="*/ 724 w 738"/>
                    <a:gd name="T5" fmla="*/ 64 h 404"/>
                    <a:gd name="T6" fmla="*/ 738 w 738"/>
                    <a:gd name="T7" fmla="*/ 74 h 404"/>
                    <a:gd name="T8" fmla="*/ 726 w 738"/>
                    <a:gd name="T9" fmla="*/ 82 h 404"/>
                    <a:gd name="T10" fmla="*/ 702 w 738"/>
                    <a:gd name="T11" fmla="*/ 96 h 404"/>
                    <a:gd name="T12" fmla="*/ 684 w 738"/>
                    <a:gd name="T13" fmla="*/ 114 h 404"/>
                    <a:gd name="T14" fmla="*/ 688 w 738"/>
                    <a:gd name="T15" fmla="*/ 126 h 404"/>
                    <a:gd name="T16" fmla="*/ 696 w 738"/>
                    <a:gd name="T17" fmla="*/ 136 h 404"/>
                    <a:gd name="T18" fmla="*/ 668 w 738"/>
                    <a:gd name="T19" fmla="*/ 140 h 404"/>
                    <a:gd name="T20" fmla="*/ 644 w 738"/>
                    <a:gd name="T21" fmla="*/ 142 h 404"/>
                    <a:gd name="T22" fmla="*/ 646 w 738"/>
                    <a:gd name="T23" fmla="*/ 162 h 404"/>
                    <a:gd name="T24" fmla="*/ 642 w 738"/>
                    <a:gd name="T25" fmla="*/ 192 h 404"/>
                    <a:gd name="T26" fmla="*/ 630 w 738"/>
                    <a:gd name="T27" fmla="*/ 184 h 404"/>
                    <a:gd name="T28" fmla="*/ 622 w 738"/>
                    <a:gd name="T29" fmla="*/ 186 h 404"/>
                    <a:gd name="T30" fmla="*/ 626 w 738"/>
                    <a:gd name="T31" fmla="*/ 204 h 404"/>
                    <a:gd name="T32" fmla="*/ 616 w 738"/>
                    <a:gd name="T33" fmla="*/ 218 h 404"/>
                    <a:gd name="T34" fmla="*/ 624 w 738"/>
                    <a:gd name="T35" fmla="*/ 234 h 404"/>
                    <a:gd name="T36" fmla="*/ 610 w 738"/>
                    <a:gd name="T37" fmla="*/ 240 h 404"/>
                    <a:gd name="T38" fmla="*/ 556 w 738"/>
                    <a:gd name="T39" fmla="*/ 296 h 404"/>
                    <a:gd name="T40" fmla="*/ 550 w 738"/>
                    <a:gd name="T41" fmla="*/ 320 h 404"/>
                    <a:gd name="T42" fmla="*/ 572 w 738"/>
                    <a:gd name="T43" fmla="*/ 368 h 404"/>
                    <a:gd name="T44" fmla="*/ 566 w 738"/>
                    <a:gd name="T45" fmla="*/ 404 h 404"/>
                    <a:gd name="T46" fmla="*/ 528 w 738"/>
                    <a:gd name="T47" fmla="*/ 348 h 404"/>
                    <a:gd name="T48" fmla="*/ 516 w 738"/>
                    <a:gd name="T49" fmla="*/ 326 h 404"/>
                    <a:gd name="T50" fmla="*/ 446 w 738"/>
                    <a:gd name="T51" fmla="*/ 324 h 404"/>
                    <a:gd name="T52" fmla="*/ 382 w 738"/>
                    <a:gd name="T53" fmla="*/ 334 h 404"/>
                    <a:gd name="T54" fmla="*/ 344 w 738"/>
                    <a:gd name="T55" fmla="*/ 376 h 404"/>
                    <a:gd name="T56" fmla="*/ 308 w 738"/>
                    <a:gd name="T57" fmla="*/ 350 h 404"/>
                    <a:gd name="T58" fmla="*/ 288 w 738"/>
                    <a:gd name="T59" fmla="*/ 336 h 404"/>
                    <a:gd name="T60" fmla="*/ 262 w 738"/>
                    <a:gd name="T61" fmla="*/ 334 h 404"/>
                    <a:gd name="T62" fmla="*/ 228 w 738"/>
                    <a:gd name="T63" fmla="*/ 296 h 404"/>
                    <a:gd name="T64" fmla="*/ 176 w 738"/>
                    <a:gd name="T65" fmla="*/ 306 h 404"/>
                    <a:gd name="T66" fmla="*/ 112 w 738"/>
                    <a:gd name="T67" fmla="*/ 288 h 404"/>
                    <a:gd name="T68" fmla="*/ 84 w 738"/>
                    <a:gd name="T69" fmla="*/ 272 h 404"/>
                    <a:gd name="T70" fmla="*/ 52 w 738"/>
                    <a:gd name="T71" fmla="*/ 252 h 404"/>
                    <a:gd name="T72" fmla="*/ 2 w 738"/>
                    <a:gd name="T73" fmla="*/ 156 h 404"/>
                    <a:gd name="T74" fmla="*/ 6 w 738"/>
                    <a:gd name="T75" fmla="*/ 102 h 404"/>
                    <a:gd name="T76" fmla="*/ 6 w 738"/>
                    <a:gd name="T77" fmla="*/ 62 h 404"/>
                    <a:gd name="T78" fmla="*/ 14 w 738"/>
                    <a:gd name="T79" fmla="*/ 22 h 404"/>
                    <a:gd name="T80" fmla="*/ 416 w 738"/>
                    <a:gd name="T81" fmla="*/ 12 h 404"/>
                    <a:gd name="T82" fmla="*/ 432 w 738"/>
                    <a:gd name="T83" fmla="*/ 22 h 404"/>
                    <a:gd name="T84" fmla="*/ 416 w 738"/>
                    <a:gd name="T85" fmla="*/ 40 h 404"/>
                    <a:gd name="T86" fmla="*/ 454 w 738"/>
                    <a:gd name="T87" fmla="*/ 42 h 404"/>
                    <a:gd name="T88" fmla="*/ 484 w 738"/>
                    <a:gd name="T89" fmla="*/ 42 h 404"/>
                    <a:gd name="T90" fmla="*/ 502 w 738"/>
                    <a:gd name="T91" fmla="*/ 44 h 404"/>
                    <a:gd name="T92" fmla="*/ 490 w 738"/>
                    <a:gd name="T93" fmla="*/ 60 h 404"/>
                    <a:gd name="T94" fmla="*/ 472 w 738"/>
                    <a:gd name="T95" fmla="*/ 66 h 404"/>
                    <a:gd name="T96" fmla="*/ 476 w 738"/>
                    <a:gd name="T97" fmla="*/ 84 h 404"/>
                    <a:gd name="T98" fmla="*/ 472 w 738"/>
                    <a:gd name="T99" fmla="*/ 134 h 404"/>
                    <a:gd name="T100" fmla="*/ 490 w 738"/>
                    <a:gd name="T101" fmla="*/ 108 h 404"/>
                    <a:gd name="T102" fmla="*/ 504 w 738"/>
                    <a:gd name="T103" fmla="*/ 64 h 404"/>
                    <a:gd name="T104" fmla="*/ 520 w 738"/>
                    <a:gd name="T105" fmla="*/ 64 h 404"/>
                    <a:gd name="T106" fmla="*/ 518 w 738"/>
                    <a:gd name="T107" fmla="*/ 90 h 404"/>
                    <a:gd name="T108" fmla="*/ 530 w 738"/>
                    <a:gd name="T109" fmla="*/ 92 h 404"/>
                    <a:gd name="T110" fmla="*/ 536 w 738"/>
                    <a:gd name="T111" fmla="*/ 120 h 404"/>
                    <a:gd name="T112" fmla="*/ 546 w 738"/>
                    <a:gd name="T113" fmla="*/ 128 h 404"/>
                    <a:gd name="T114" fmla="*/ 586 w 738"/>
                    <a:gd name="T115" fmla="*/ 114 h 404"/>
                    <a:gd name="T116" fmla="*/ 596 w 738"/>
                    <a:gd name="T117" fmla="*/ 94 h 404"/>
                    <a:gd name="T118" fmla="*/ 634 w 738"/>
                    <a:gd name="T119" fmla="*/ 82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38" h="404">
                      <a:moveTo>
                        <a:pt x="640" y="76"/>
                      </a:moveTo>
                      <a:lnTo>
                        <a:pt x="650" y="64"/>
                      </a:lnTo>
                      <a:lnTo>
                        <a:pt x="664" y="58"/>
                      </a:lnTo>
                      <a:lnTo>
                        <a:pt x="680" y="54"/>
                      </a:lnTo>
                      <a:lnTo>
                        <a:pt x="694" y="52"/>
                      </a:lnTo>
                      <a:lnTo>
                        <a:pt x="698" y="52"/>
                      </a:lnTo>
                      <a:lnTo>
                        <a:pt x="704" y="42"/>
                      </a:lnTo>
                      <a:lnTo>
                        <a:pt x="708" y="36"/>
                      </a:lnTo>
                      <a:lnTo>
                        <a:pt x="712" y="32"/>
                      </a:lnTo>
                      <a:lnTo>
                        <a:pt x="716" y="30"/>
                      </a:lnTo>
                      <a:lnTo>
                        <a:pt x="720" y="28"/>
                      </a:lnTo>
                      <a:lnTo>
                        <a:pt x="722" y="28"/>
                      </a:lnTo>
                      <a:lnTo>
                        <a:pt x="724" y="30"/>
                      </a:lnTo>
                      <a:lnTo>
                        <a:pt x="724" y="30"/>
                      </a:lnTo>
                      <a:lnTo>
                        <a:pt x="726" y="30"/>
                      </a:lnTo>
                      <a:lnTo>
                        <a:pt x="732" y="32"/>
                      </a:lnTo>
                      <a:lnTo>
                        <a:pt x="734" y="40"/>
                      </a:lnTo>
                      <a:lnTo>
                        <a:pt x="732" y="48"/>
                      </a:lnTo>
                      <a:lnTo>
                        <a:pt x="728" y="56"/>
                      </a:lnTo>
                      <a:lnTo>
                        <a:pt x="726" y="62"/>
                      </a:lnTo>
                      <a:lnTo>
                        <a:pt x="724" y="64"/>
                      </a:lnTo>
                      <a:lnTo>
                        <a:pt x="724" y="64"/>
                      </a:lnTo>
                      <a:lnTo>
                        <a:pt x="726" y="66"/>
                      </a:lnTo>
                      <a:lnTo>
                        <a:pt x="728" y="68"/>
                      </a:lnTo>
                      <a:lnTo>
                        <a:pt x="732" y="70"/>
                      </a:lnTo>
                      <a:lnTo>
                        <a:pt x="734" y="72"/>
                      </a:lnTo>
                      <a:lnTo>
                        <a:pt x="738" y="74"/>
                      </a:lnTo>
                      <a:lnTo>
                        <a:pt x="738" y="74"/>
                      </a:lnTo>
                      <a:lnTo>
                        <a:pt x="738" y="74"/>
                      </a:lnTo>
                      <a:lnTo>
                        <a:pt x="738" y="76"/>
                      </a:lnTo>
                      <a:lnTo>
                        <a:pt x="736" y="76"/>
                      </a:lnTo>
                      <a:lnTo>
                        <a:pt x="734" y="78"/>
                      </a:lnTo>
                      <a:lnTo>
                        <a:pt x="730" y="80"/>
                      </a:lnTo>
                      <a:lnTo>
                        <a:pt x="730" y="82"/>
                      </a:lnTo>
                      <a:lnTo>
                        <a:pt x="726" y="82"/>
                      </a:lnTo>
                      <a:lnTo>
                        <a:pt x="722" y="84"/>
                      </a:lnTo>
                      <a:lnTo>
                        <a:pt x="718" y="86"/>
                      </a:lnTo>
                      <a:lnTo>
                        <a:pt x="712" y="86"/>
                      </a:lnTo>
                      <a:lnTo>
                        <a:pt x="708" y="88"/>
                      </a:lnTo>
                      <a:lnTo>
                        <a:pt x="706" y="90"/>
                      </a:lnTo>
                      <a:lnTo>
                        <a:pt x="704" y="92"/>
                      </a:lnTo>
                      <a:lnTo>
                        <a:pt x="702" y="96"/>
                      </a:lnTo>
                      <a:lnTo>
                        <a:pt x="698" y="100"/>
                      </a:lnTo>
                      <a:lnTo>
                        <a:pt x="696" y="104"/>
                      </a:lnTo>
                      <a:lnTo>
                        <a:pt x="692" y="106"/>
                      </a:lnTo>
                      <a:lnTo>
                        <a:pt x="692" y="108"/>
                      </a:lnTo>
                      <a:lnTo>
                        <a:pt x="690" y="108"/>
                      </a:lnTo>
                      <a:lnTo>
                        <a:pt x="688" y="110"/>
                      </a:lnTo>
                      <a:lnTo>
                        <a:pt x="684" y="114"/>
                      </a:lnTo>
                      <a:lnTo>
                        <a:pt x="682" y="116"/>
                      </a:lnTo>
                      <a:lnTo>
                        <a:pt x="680" y="118"/>
                      </a:lnTo>
                      <a:lnTo>
                        <a:pt x="680" y="122"/>
                      </a:lnTo>
                      <a:lnTo>
                        <a:pt x="680" y="124"/>
                      </a:lnTo>
                      <a:lnTo>
                        <a:pt x="684" y="124"/>
                      </a:lnTo>
                      <a:lnTo>
                        <a:pt x="686" y="124"/>
                      </a:lnTo>
                      <a:lnTo>
                        <a:pt x="688" y="126"/>
                      </a:lnTo>
                      <a:lnTo>
                        <a:pt x="692" y="126"/>
                      </a:lnTo>
                      <a:lnTo>
                        <a:pt x="694" y="126"/>
                      </a:lnTo>
                      <a:lnTo>
                        <a:pt x="698" y="128"/>
                      </a:lnTo>
                      <a:lnTo>
                        <a:pt x="700" y="130"/>
                      </a:lnTo>
                      <a:lnTo>
                        <a:pt x="702" y="132"/>
                      </a:lnTo>
                      <a:lnTo>
                        <a:pt x="700" y="134"/>
                      </a:lnTo>
                      <a:lnTo>
                        <a:pt x="696" y="136"/>
                      </a:lnTo>
                      <a:lnTo>
                        <a:pt x="692" y="138"/>
                      </a:lnTo>
                      <a:lnTo>
                        <a:pt x="688" y="138"/>
                      </a:lnTo>
                      <a:lnTo>
                        <a:pt x="682" y="138"/>
                      </a:lnTo>
                      <a:lnTo>
                        <a:pt x="676" y="138"/>
                      </a:lnTo>
                      <a:lnTo>
                        <a:pt x="676" y="138"/>
                      </a:lnTo>
                      <a:lnTo>
                        <a:pt x="672" y="138"/>
                      </a:lnTo>
                      <a:lnTo>
                        <a:pt x="668" y="140"/>
                      </a:lnTo>
                      <a:lnTo>
                        <a:pt x="662" y="142"/>
                      </a:lnTo>
                      <a:lnTo>
                        <a:pt x="656" y="142"/>
                      </a:lnTo>
                      <a:lnTo>
                        <a:pt x="650" y="142"/>
                      </a:lnTo>
                      <a:lnTo>
                        <a:pt x="646" y="140"/>
                      </a:lnTo>
                      <a:lnTo>
                        <a:pt x="646" y="142"/>
                      </a:lnTo>
                      <a:lnTo>
                        <a:pt x="644" y="142"/>
                      </a:lnTo>
                      <a:lnTo>
                        <a:pt x="644" y="142"/>
                      </a:lnTo>
                      <a:lnTo>
                        <a:pt x="642" y="144"/>
                      </a:lnTo>
                      <a:lnTo>
                        <a:pt x="642" y="146"/>
                      </a:lnTo>
                      <a:lnTo>
                        <a:pt x="642" y="150"/>
                      </a:lnTo>
                      <a:lnTo>
                        <a:pt x="646" y="152"/>
                      </a:lnTo>
                      <a:lnTo>
                        <a:pt x="646" y="154"/>
                      </a:lnTo>
                      <a:lnTo>
                        <a:pt x="646" y="158"/>
                      </a:lnTo>
                      <a:lnTo>
                        <a:pt x="646" y="162"/>
                      </a:lnTo>
                      <a:lnTo>
                        <a:pt x="646" y="168"/>
                      </a:lnTo>
                      <a:lnTo>
                        <a:pt x="646" y="174"/>
                      </a:lnTo>
                      <a:lnTo>
                        <a:pt x="646" y="178"/>
                      </a:lnTo>
                      <a:lnTo>
                        <a:pt x="646" y="182"/>
                      </a:lnTo>
                      <a:lnTo>
                        <a:pt x="644" y="186"/>
                      </a:lnTo>
                      <a:lnTo>
                        <a:pt x="644" y="190"/>
                      </a:lnTo>
                      <a:lnTo>
                        <a:pt x="642" y="192"/>
                      </a:lnTo>
                      <a:lnTo>
                        <a:pt x="640" y="194"/>
                      </a:lnTo>
                      <a:lnTo>
                        <a:pt x="638" y="192"/>
                      </a:lnTo>
                      <a:lnTo>
                        <a:pt x="638" y="188"/>
                      </a:lnTo>
                      <a:lnTo>
                        <a:pt x="638" y="184"/>
                      </a:lnTo>
                      <a:lnTo>
                        <a:pt x="638" y="184"/>
                      </a:lnTo>
                      <a:lnTo>
                        <a:pt x="634" y="176"/>
                      </a:lnTo>
                      <a:lnTo>
                        <a:pt x="630" y="184"/>
                      </a:lnTo>
                      <a:lnTo>
                        <a:pt x="620" y="176"/>
                      </a:lnTo>
                      <a:lnTo>
                        <a:pt x="620" y="176"/>
                      </a:lnTo>
                      <a:lnTo>
                        <a:pt x="620" y="178"/>
                      </a:lnTo>
                      <a:lnTo>
                        <a:pt x="620" y="178"/>
                      </a:lnTo>
                      <a:lnTo>
                        <a:pt x="620" y="180"/>
                      </a:lnTo>
                      <a:lnTo>
                        <a:pt x="620" y="182"/>
                      </a:lnTo>
                      <a:lnTo>
                        <a:pt x="622" y="186"/>
                      </a:lnTo>
                      <a:lnTo>
                        <a:pt x="622" y="186"/>
                      </a:lnTo>
                      <a:lnTo>
                        <a:pt x="624" y="188"/>
                      </a:lnTo>
                      <a:lnTo>
                        <a:pt x="626" y="192"/>
                      </a:lnTo>
                      <a:lnTo>
                        <a:pt x="628" y="196"/>
                      </a:lnTo>
                      <a:lnTo>
                        <a:pt x="628" y="202"/>
                      </a:lnTo>
                      <a:lnTo>
                        <a:pt x="626" y="202"/>
                      </a:lnTo>
                      <a:lnTo>
                        <a:pt x="626" y="204"/>
                      </a:lnTo>
                      <a:lnTo>
                        <a:pt x="624" y="204"/>
                      </a:lnTo>
                      <a:lnTo>
                        <a:pt x="620" y="206"/>
                      </a:lnTo>
                      <a:lnTo>
                        <a:pt x="612" y="206"/>
                      </a:lnTo>
                      <a:lnTo>
                        <a:pt x="612" y="208"/>
                      </a:lnTo>
                      <a:lnTo>
                        <a:pt x="614" y="210"/>
                      </a:lnTo>
                      <a:lnTo>
                        <a:pt x="614" y="214"/>
                      </a:lnTo>
                      <a:lnTo>
                        <a:pt x="616" y="218"/>
                      </a:lnTo>
                      <a:lnTo>
                        <a:pt x="618" y="226"/>
                      </a:lnTo>
                      <a:lnTo>
                        <a:pt x="618" y="226"/>
                      </a:lnTo>
                      <a:lnTo>
                        <a:pt x="620" y="228"/>
                      </a:lnTo>
                      <a:lnTo>
                        <a:pt x="622" y="228"/>
                      </a:lnTo>
                      <a:lnTo>
                        <a:pt x="624" y="230"/>
                      </a:lnTo>
                      <a:lnTo>
                        <a:pt x="624" y="232"/>
                      </a:lnTo>
                      <a:lnTo>
                        <a:pt x="624" y="234"/>
                      </a:lnTo>
                      <a:lnTo>
                        <a:pt x="622" y="234"/>
                      </a:lnTo>
                      <a:lnTo>
                        <a:pt x="618" y="236"/>
                      </a:lnTo>
                      <a:lnTo>
                        <a:pt x="618" y="236"/>
                      </a:lnTo>
                      <a:lnTo>
                        <a:pt x="616" y="236"/>
                      </a:lnTo>
                      <a:lnTo>
                        <a:pt x="614" y="236"/>
                      </a:lnTo>
                      <a:lnTo>
                        <a:pt x="612" y="238"/>
                      </a:lnTo>
                      <a:lnTo>
                        <a:pt x="610" y="240"/>
                      </a:lnTo>
                      <a:lnTo>
                        <a:pt x="610" y="246"/>
                      </a:lnTo>
                      <a:lnTo>
                        <a:pt x="606" y="250"/>
                      </a:lnTo>
                      <a:lnTo>
                        <a:pt x="602" y="252"/>
                      </a:lnTo>
                      <a:lnTo>
                        <a:pt x="594" y="260"/>
                      </a:lnTo>
                      <a:lnTo>
                        <a:pt x="582" y="270"/>
                      </a:lnTo>
                      <a:lnTo>
                        <a:pt x="570" y="284"/>
                      </a:lnTo>
                      <a:lnTo>
                        <a:pt x="556" y="296"/>
                      </a:lnTo>
                      <a:lnTo>
                        <a:pt x="556" y="296"/>
                      </a:lnTo>
                      <a:lnTo>
                        <a:pt x="554" y="300"/>
                      </a:lnTo>
                      <a:lnTo>
                        <a:pt x="552" y="304"/>
                      </a:lnTo>
                      <a:lnTo>
                        <a:pt x="552" y="308"/>
                      </a:lnTo>
                      <a:lnTo>
                        <a:pt x="550" y="316"/>
                      </a:lnTo>
                      <a:lnTo>
                        <a:pt x="550" y="316"/>
                      </a:lnTo>
                      <a:lnTo>
                        <a:pt x="550" y="320"/>
                      </a:lnTo>
                      <a:lnTo>
                        <a:pt x="550" y="324"/>
                      </a:lnTo>
                      <a:lnTo>
                        <a:pt x="552" y="332"/>
                      </a:lnTo>
                      <a:lnTo>
                        <a:pt x="554" y="338"/>
                      </a:lnTo>
                      <a:lnTo>
                        <a:pt x="558" y="346"/>
                      </a:lnTo>
                      <a:lnTo>
                        <a:pt x="560" y="348"/>
                      </a:lnTo>
                      <a:lnTo>
                        <a:pt x="566" y="356"/>
                      </a:lnTo>
                      <a:lnTo>
                        <a:pt x="572" y="368"/>
                      </a:lnTo>
                      <a:lnTo>
                        <a:pt x="574" y="382"/>
                      </a:lnTo>
                      <a:lnTo>
                        <a:pt x="572" y="398"/>
                      </a:lnTo>
                      <a:lnTo>
                        <a:pt x="572" y="400"/>
                      </a:lnTo>
                      <a:lnTo>
                        <a:pt x="570" y="400"/>
                      </a:lnTo>
                      <a:lnTo>
                        <a:pt x="570" y="402"/>
                      </a:lnTo>
                      <a:lnTo>
                        <a:pt x="568" y="404"/>
                      </a:lnTo>
                      <a:lnTo>
                        <a:pt x="566" y="404"/>
                      </a:lnTo>
                      <a:lnTo>
                        <a:pt x="562" y="404"/>
                      </a:lnTo>
                      <a:lnTo>
                        <a:pt x="558" y="400"/>
                      </a:lnTo>
                      <a:lnTo>
                        <a:pt x="554" y="394"/>
                      </a:lnTo>
                      <a:lnTo>
                        <a:pt x="550" y="392"/>
                      </a:lnTo>
                      <a:lnTo>
                        <a:pt x="542" y="384"/>
                      </a:lnTo>
                      <a:lnTo>
                        <a:pt x="532" y="368"/>
                      </a:lnTo>
                      <a:lnTo>
                        <a:pt x="528" y="348"/>
                      </a:lnTo>
                      <a:lnTo>
                        <a:pt x="528" y="346"/>
                      </a:lnTo>
                      <a:lnTo>
                        <a:pt x="528" y="344"/>
                      </a:lnTo>
                      <a:lnTo>
                        <a:pt x="528" y="340"/>
                      </a:lnTo>
                      <a:lnTo>
                        <a:pt x="526" y="336"/>
                      </a:lnTo>
                      <a:lnTo>
                        <a:pt x="524" y="332"/>
                      </a:lnTo>
                      <a:lnTo>
                        <a:pt x="520" y="330"/>
                      </a:lnTo>
                      <a:lnTo>
                        <a:pt x="516" y="326"/>
                      </a:lnTo>
                      <a:lnTo>
                        <a:pt x="510" y="326"/>
                      </a:lnTo>
                      <a:lnTo>
                        <a:pt x="504" y="324"/>
                      </a:lnTo>
                      <a:lnTo>
                        <a:pt x="490" y="324"/>
                      </a:lnTo>
                      <a:lnTo>
                        <a:pt x="472" y="322"/>
                      </a:lnTo>
                      <a:lnTo>
                        <a:pt x="456" y="322"/>
                      </a:lnTo>
                      <a:lnTo>
                        <a:pt x="446" y="324"/>
                      </a:lnTo>
                      <a:lnTo>
                        <a:pt x="446" y="324"/>
                      </a:lnTo>
                      <a:lnTo>
                        <a:pt x="444" y="328"/>
                      </a:lnTo>
                      <a:lnTo>
                        <a:pt x="438" y="330"/>
                      </a:lnTo>
                      <a:lnTo>
                        <a:pt x="426" y="332"/>
                      </a:lnTo>
                      <a:lnTo>
                        <a:pt x="406" y="332"/>
                      </a:lnTo>
                      <a:lnTo>
                        <a:pt x="402" y="332"/>
                      </a:lnTo>
                      <a:lnTo>
                        <a:pt x="394" y="332"/>
                      </a:lnTo>
                      <a:lnTo>
                        <a:pt x="382" y="334"/>
                      </a:lnTo>
                      <a:lnTo>
                        <a:pt x="372" y="340"/>
                      </a:lnTo>
                      <a:lnTo>
                        <a:pt x="354" y="348"/>
                      </a:lnTo>
                      <a:lnTo>
                        <a:pt x="342" y="366"/>
                      </a:lnTo>
                      <a:lnTo>
                        <a:pt x="342" y="368"/>
                      </a:lnTo>
                      <a:lnTo>
                        <a:pt x="344" y="370"/>
                      </a:lnTo>
                      <a:lnTo>
                        <a:pt x="344" y="372"/>
                      </a:lnTo>
                      <a:lnTo>
                        <a:pt x="344" y="376"/>
                      </a:lnTo>
                      <a:lnTo>
                        <a:pt x="344" y="378"/>
                      </a:lnTo>
                      <a:lnTo>
                        <a:pt x="344" y="382"/>
                      </a:lnTo>
                      <a:lnTo>
                        <a:pt x="340" y="382"/>
                      </a:lnTo>
                      <a:lnTo>
                        <a:pt x="338" y="382"/>
                      </a:lnTo>
                      <a:lnTo>
                        <a:pt x="330" y="376"/>
                      </a:lnTo>
                      <a:lnTo>
                        <a:pt x="320" y="366"/>
                      </a:lnTo>
                      <a:lnTo>
                        <a:pt x="308" y="350"/>
                      </a:lnTo>
                      <a:lnTo>
                        <a:pt x="308" y="350"/>
                      </a:lnTo>
                      <a:lnTo>
                        <a:pt x="306" y="348"/>
                      </a:lnTo>
                      <a:lnTo>
                        <a:pt x="304" y="344"/>
                      </a:lnTo>
                      <a:lnTo>
                        <a:pt x="300" y="342"/>
                      </a:lnTo>
                      <a:lnTo>
                        <a:pt x="296" y="338"/>
                      </a:lnTo>
                      <a:lnTo>
                        <a:pt x="292" y="336"/>
                      </a:lnTo>
                      <a:lnTo>
                        <a:pt x="288" y="336"/>
                      </a:lnTo>
                      <a:lnTo>
                        <a:pt x="286" y="338"/>
                      </a:lnTo>
                      <a:lnTo>
                        <a:pt x="284" y="338"/>
                      </a:lnTo>
                      <a:lnTo>
                        <a:pt x="282" y="340"/>
                      </a:lnTo>
                      <a:lnTo>
                        <a:pt x="278" y="340"/>
                      </a:lnTo>
                      <a:lnTo>
                        <a:pt x="272" y="340"/>
                      </a:lnTo>
                      <a:lnTo>
                        <a:pt x="266" y="336"/>
                      </a:lnTo>
                      <a:lnTo>
                        <a:pt x="262" y="334"/>
                      </a:lnTo>
                      <a:lnTo>
                        <a:pt x="254" y="328"/>
                      </a:lnTo>
                      <a:lnTo>
                        <a:pt x="246" y="316"/>
                      </a:lnTo>
                      <a:lnTo>
                        <a:pt x="242" y="300"/>
                      </a:lnTo>
                      <a:lnTo>
                        <a:pt x="240" y="298"/>
                      </a:lnTo>
                      <a:lnTo>
                        <a:pt x="238" y="298"/>
                      </a:lnTo>
                      <a:lnTo>
                        <a:pt x="234" y="296"/>
                      </a:lnTo>
                      <a:lnTo>
                        <a:pt x="228" y="296"/>
                      </a:lnTo>
                      <a:lnTo>
                        <a:pt x="224" y="296"/>
                      </a:lnTo>
                      <a:lnTo>
                        <a:pt x="218" y="296"/>
                      </a:lnTo>
                      <a:lnTo>
                        <a:pt x="214" y="300"/>
                      </a:lnTo>
                      <a:lnTo>
                        <a:pt x="210" y="302"/>
                      </a:lnTo>
                      <a:lnTo>
                        <a:pt x="198" y="306"/>
                      </a:lnTo>
                      <a:lnTo>
                        <a:pt x="180" y="306"/>
                      </a:lnTo>
                      <a:lnTo>
                        <a:pt x="176" y="306"/>
                      </a:lnTo>
                      <a:lnTo>
                        <a:pt x="166" y="304"/>
                      </a:lnTo>
                      <a:lnTo>
                        <a:pt x="152" y="300"/>
                      </a:lnTo>
                      <a:lnTo>
                        <a:pt x="140" y="296"/>
                      </a:lnTo>
                      <a:lnTo>
                        <a:pt x="130" y="290"/>
                      </a:lnTo>
                      <a:lnTo>
                        <a:pt x="128" y="288"/>
                      </a:lnTo>
                      <a:lnTo>
                        <a:pt x="124" y="286"/>
                      </a:lnTo>
                      <a:lnTo>
                        <a:pt x="112" y="288"/>
                      </a:lnTo>
                      <a:lnTo>
                        <a:pt x="98" y="296"/>
                      </a:lnTo>
                      <a:lnTo>
                        <a:pt x="96" y="294"/>
                      </a:lnTo>
                      <a:lnTo>
                        <a:pt x="96" y="292"/>
                      </a:lnTo>
                      <a:lnTo>
                        <a:pt x="94" y="288"/>
                      </a:lnTo>
                      <a:lnTo>
                        <a:pt x="90" y="282"/>
                      </a:lnTo>
                      <a:lnTo>
                        <a:pt x="88" y="276"/>
                      </a:lnTo>
                      <a:lnTo>
                        <a:pt x="84" y="272"/>
                      </a:lnTo>
                      <a:lnTo>
                        <a:pt x="80" y="268"/>
                      </a:lnTo>
                      <a:lnTo>
                        <a:pt x="74" y="266"/>
                      </a:lnTo>
                      <a:lnTo>
                        <a:pt x="74" y="266"/>
                      </a:lnTo>
                      <a:lnTo>
                        <a:pt x="70" y="264"/>
                      </a:lnTo>
                      <a:lnTo>
                        <a:pt x="66" y="262"/>
                      </a:lnTo>
                      <a:lnTo>
                        <a:pt x="60" y="258"/>
                      </a:lnTo>
                      <a:lnTo>
                        <a:pt x="52" y="252"/>
                      </a:lnTo>
                      <a:lnTo>
                        <a:pt x="46" y="242"/>
                      </a:lnTo>
                      <a:lnTo>
                        <a:pt x="42" y="240"/>
                      </a:lnTo>
                      <a:lnTo>
                        <a:pt x="36" y="230"/>
                      </a:lnTo>
                      <a:lnTo>
                        <a:pt x="26" y="216"/>
                      </a:lnTo>
                      <a:lnTo>
                        <a:pt x="16" y="200"/>
                      </a:lnTo>
                      <a:lnTo>
                        <a:pt x="8" y="180"/>
                      </a:lnTo>
                      <a:lnTo>
                        <a:pt x="2" y="156"/>
                      </a:lnTo>
                      <a:lnTo>
                        <a:pt x="2" y="152"/>
                      </a:lnTo>
                      <a:lnTo>
                        <a:pt x="0" y="140"/>
                      </a:lnTo>
                      <a:lnTo>
                        <a:pt x="0" y="124"/>
                      </a:lnTo>
                      <a:lnTo>
                        <a:pt x="0" y="110"/>
                      </a:lnTo>
                      <a:lnTo>
                        <a:pt x="4" y="104"/>
                      </a:lnTo>
                      <a:lnTo>
                        <a:pt x="6" y="102"/>
                      </a:lnTo>
                      <a:lnTo>
                        <a:pt x="6" y="102"/>
                      </a:lnTo>
                      <a:lnTo>
                        <a:pt x="8" y="100"/>
                      </a:lnTo>
                      <a:lnTo>
                        <a:pt x="10" y="96"/>
                      </a:lnTo>
                      <a:lnTo>
                        <a:pt x="10" y="92"/>
                      </a:lnTo>
                      <a:lnTo>
                        <a:pt x="10" y="86"/>
                      </a:lnTo>
                      <a:lnTo>
                        <a:pt x="8" y="80"/>
                      </a:lnTo>
                      <a:lnTo>
                        <a:pt x="8" y="76"/>
                      </a:lnTo>
                      <a:lnTo>
                        <a:pt x="6" y="62"/>
                      </a:lnTo>
                      <a:lnTo>
                        <a:pt x="6" y="46"/>
                      </a:lnTo>
                      <a:lnTo>
                        <a:pt x="4" y="30"/>
                      </a:lnTo>
                      <a:lnTo>
                        <a:pt x="4" y="20"/>
                      </a:lnTo>
                      <a:lnTo>
                        <a:pt x="6" y="20"/>
                      </a:lnTo>
                      <a:lnTo>
                        <a:pt x="8" y="20"/>
                      </a:lnTo>
                      <a:lnTo>
                        <a:pt x="10" y="22"/>
                      </a:lnTo>
                      <a:lnTo>
                        <a:pt x="14" y="22"/>
                      </a:lnTo>
                      <a:lnTo>
                        <a:pt x="16" y="20"/>
                      </a:lnTo>
                      <a:lnTo>
                        <a:pt x="18" y="18"/>
                      </a:lnTo>
                      <a:lnTo>
                        <a:pt x="18" y="14"/>
                      </a:lnTo>
                      <a:lnTo>
                        <a:pt x="18" y="0"/>
                      </a:lnTo>
                      <a:lnTo>
                        <a:pt x="380" y="0"/>
                      </a:lnTo>
                      <a:lnTo>
                        <a:pt x="392" y="10"/>
                      </a:lnTo>
                      <a:lnTo>
                        <a:pt x="416" y="12"/>
                      </a:lnTo>
                      <a:lnTo>
                        <a:pt x="418" y="16"/>
                      </a:lnTo>
                      <a:lnTo>
                        <a:pt x="422" y="18"/>
                      </a:lnTo>
                      <a:lnTo>
                        <a:pt x="426" y="20"/>
                      </a:lnTo>
                      <a:lnTo>
                        <a:pt x="430" y="20"/>
                      </a:lnTo>
                      <a:lnTo>
                        <a:pt x="432" y="20"/>
                      </a:lnTo>
                      <a:lnTo>
                        <a:pt x="434" y="20"/>
                      </a:lnTo>
                      <a:lnTo>
                        <a:pt x="432" y="22"/>
                      </a:lnTo>
                      <a:lnTo>
                        <a:pt x="432" y="24"/>
                      </a:lnTo>
                      <a:lnTo>
                        <a:pt x="428" y="28"/>
                      </a:lnTo>
                      <a:lnTo>
                        <a:pt x="424" y="32"/>
                      </a:lnTo>
                      <a:lnTo>
                        <a:pt x="422" y="34"/>
                      </a:lnTo>
                      <a:lnTo>
                        <a:pt x="420" y="36"/>
                      </a:lnTo>
                      <a:lnTo>
                        <a:pt x="416" y="38"/>
                      </a:lnTo>
                      <a:lnTo>
                        <a:pt x="416" y="40"/>
                      </a:lnTo>
                      <a:lnTo>
                        <a:pt x="416" y="42"/>
                      </a:lnTo>
                      <a:lnTo>
                        <a:pt x="418" y="42"/>
                      </a:lnTo>
                      <a:lnTo>
                        <a:pt x="422" y="44"/>
                      </a:lnTo>
                      <a:lnTo>
                        <a:pt x="428" y="44"/>
                      </a:lnTo>
                      <a:lnTo>
                        <a:pt x="432" y="44"/>
                      </a:lnTo>
                      <a:lnTo>
                        <a:pt x="442" y="44"/>
                      </a:lnTo>
                      <a:lnTo>
                        <a:pt x="454" y="42"/>
                      </a:lnTo>
                      <a:lnTo>
                        <a:pt x="464" y="38"/>
                      </a:lnTo>
                      <a:lnTo>
                        <a:pt x="464" y="38"/>
                      </a:lnTo>
                      <a:lnTo>
                        <a:pt x="466" y="40"/>
                      </a:lnTo>
                      <a:lnTo>
                        <a:pt x="468" y="40"/>
                      </a:lnTo>
                      <a:lnTo>
                        <a:pt x="470" y="42"/>
                      </a:lnTo>
                      <a:lnTo>
                        <a:pt x="476" y="42"/>
                      </a:lnTo>
                      <a:lnTo>
                        <a:pt x="484" y="42"/>
                      </a:lnTo>
                      <a:lnTo>
                        <a:pt x="484" y="42"/>
                      </a:lnTo>
                      <a:lnTo>
                        <a:pt x="486" y="42"/>
                      </a:lnTo>
                      <a:lnTo>
                        <a:pt x="490" y="40"/>
                      </a:lnTo>
                      <a:lnTo>
                        <a:pt x="492" y="40"/>
                      </a:lnTo>
                      <a:lnTo>
                        <a:pt x="496" y="40"/>
                      </a:lnTo>
                      <a:lnTo>
                        <a:pt x="500" y="42"/>
                      </a:lnTo>
                      <a:lnTo>
                        <a:pt x="502" y="44"/>
                      </a:lnTo>
                      <a:lnTo>
                        <a:pt x="502" y="46"/>
                      </a:lnTo>
                      <a:lnTo>
                        <a:pt x="502" y="48"/>
                      </a:lnTo>
                      <a:lnTo>
                        <a:pt x="502" y="50"/>
                      </a:lnTo>
                      <a:lnTo>
                        <a:pt x="502" y="52"/>
                      </a:lnTo>
                      <a:lnTo>
                        <a:pt x="498" y="56"/>
                      </a:lnTo>
                      <a:lnTo>
                        <a:pt x="496" y="58"/>
                      </a:lnTo>
                      <a:lnTo>
                        <a:pt x="490" y="60"/>
                      </a:lnTo>
                      <a:lnTo>
                        <a:pt x="490" y="58"/>
                      </a:lnTo>
                      <a:lnTo>
                        <a:pt x="488" y="58"/>
                      </a:lnTo>
                      <a:lnTo>
                        <a:pt x="484" y="58"/>
                      </a:lnTo>
                      <a:lnTo>
                        <a:pt x="482" y="58"/>
                      </a:lnTo>
                      <a:lnTo>
                        <a:pt x="478" y="58"/>
                      </a:lnTo>
                      <a:lnTo>
                        <a:pt x="476" y="62"/>
                      </a:lnTo>
                      <a:lnTo>
                        <a:pt x="472" y="66"/>
                      </a:lnTo>
                      <a:lnTo>
                        <a:pt x="470" y="72"/>
                      </a:lnTo>
                      <a:lnTo>
                        <a:pt x="472" y="72"/>
                      </a:lnTo>
                      <a:lnTo>
                        <a:pt x="472" y="72"/>
                      </a:lnTo>
                      <a:lnTo>
                        <a:pt x="474" y="74"/>
                      </a:lnTo>
                      <a:lnTo>
                        <a:pt x="476" y="76"/>
                      </a:lnTo>
                      <a:lnTo>
                        <a:pt x="476" y="80"/>
                      </a:lnTo>
                      <a:lnTo>
                        <a:pt x="476" y="84"/>
                      </a:lnTo>
                      <a:lnTo>
                        <a:pt x="474" y="90"/>
                      </a:lnTo>
                      <a:lnTo>
                        <a:pt x="472" y="92"/>
                      </a:lnTo>
                      <a:lnTo>
                        <a:pt x="470" y="102"/>
                      </a:lnTo>
                      <a:lnTo>
                        <a:pt x="468" y="114"/>
                      </a:lnTo>
                      <a:lnTo>
                        <a:pt x="468" y="126"/>
                      </a:lnTo>
                      <a:lnTo>
                        <a:pt x="472" y="134"/>
                      </a:lnTo>
                      <a:lnTo>
                        <a:pt x="472" y="134"/>
                      </a:lnTo>
                      <a:lnTo>
                        <a:pt x="474" y="134"/>
                      </a:lnTo>
                      <a:lnTo>
                        <a:pt x="478" y="132"/>
                      </a:lnTo>
                      <a:lnTo>
                        <a:pt x="480" y="130"/>
                      </a:lnTo>
                      <a:lnTo>
                        <a:pt x="484" y="126"/>
                      </a:lnTo>
                      <a:lnTo>
                        <a:pt x="486" y="122"/>
                      </a:lnTo>
                      <a:lnTo>
                        <a:pt x="488" y="116"/>
                      </a:lnTo>
                      <a:lnTo>
                        <a:pt x="490" y="108"/>
                      </a:lnTo>
                      <a:lnTo>
                        <a:pt x="494" y="82"/>
                      </a:lnTo>
                      <a:lnTo>
                        <a:pt x="500" y="78"/>
                      </a:lnTo>
                      <a:lnTo>
                        <a:pt x="500" y="78"/>
                      </a:lnTo>
                      <a:lnTo>
                        <a:pt x="500" y="74"/>
                      </a:lnTo>
                      <a:lnTo>
                        <a:pt x="500" y="72"/>
                      </a:lnTo>
                      <a:lnTo>
                        <a:pt x="502" y="68"/>
                      </a:lnTo>
                      <a:lnTo>
                        <a:pt x="504" y="64"/>
                      </a:lnTo>
                      <a:lnTo>
                        <a:pt x="506" y="62"/>
                      </a:lnTo>
                      <a:lnTo>
                        <a:pt x="508" y="62"/>
                      </a:lnTo>
                      <a:lnTo>
                        <a:pt x="508" y="62"/>
                      </a:lnTo>
                      <a:lnTo>
                        <a:pt x="510" y="62"/>
                      </a:lnTo>
                      <a:lnTo>
                        <a:pt x="514" y="62"/>
                      </a:lnTo>
                      <a:lnTo>
                        <a:pt x="516" y="64"/>
                      </a:lnTo>
                      <a:lnTo>
                        <a:pt x="520" y="64"/>
                      </a:lnTo>
                      <a:lnTo>
                        <a:pt x="522" y="68"/>
                      </a:lnTo>
                      <a:lnTo>
                        <a:pt x="524" y="72"/>
                      </a:lnTo>
                      <a:lnTo>
                        <a:pt x="524" y="76"/>
                      </a:lnTo>
                      <a:lnTo>
                        <a:pt x="520" y="86"/>
                      </a:lnTo>
                      <a:lnTo>
                        <a:pt x="520" y="88"/>
                      </a:lnTo>
                      <a:lnTo>
                        <a:pt x="520" y="88"/>
                      </a:lnTo>
                      <a:lnTo>
                        <a:pt x="518" y="90"/>
                      </a:lnTo>
                      <a:lnTo>
                        <a:pt x="518" y="92"/>
                      </a:lnTo>
                      <a:lnTo>
                        <a:pt x="520" y="92"/>
                      </a:lnTo>
                      <a:lnTo>
                        <a:pt x="524" y="92"/>
                      </a:lnTo>
                      <a:lnTo>
                        <a:pt x="526" y="90"/>
                      </a:lnTo>
                      <a:lnTo>
                        <a:pt x="528" y="88"/>
                      </a:lnTo>
                      <a:lnTo>
                        <a:pt x="528" y="90"/>
                      </a:lnTo>
                      <a:lnTo>
                        <a:pt x="530" y="92"/>
                      </a:lnTo>
                      <a:lnTo>
                        <a:pt x="534" y="96"/>
                      </a:lnTo>
                      <a:lnTo>
                        <a:pt x="536" y="100"/>
                      </a:lnTo>
                      <a:lnTo>
                        <a:pt x="536" y="104"/>
                      </a:lnTo>
                      <a:lnTo>
                        <a:pt x="536" y="108"/>
                      </a:lnTo>
                      <a:lnTo>
                        <a:pt x="536" y="114"/>
                      </a:lnTo>
                      <a:lnTo>
                        <a:pt x="536" y="118"/>
                      </a:lnTo>
                      <a:lnTo>
                        <a:pt x="536" y="120"/>
                      </a:lnTo>
                      <a:lnTo>
                        <a:pt x="534" y="122"/>
                      </a:lnTo>
                      <a:lnTo>
                        <a:pt x="534" y="124"/>
                      </a:lnTo>
                      <a:lnTo>
                        <a:pt x="534" y="126"/>
                      </a:lnTo>
                      <a:lnTo>
                        <a:pt x="536" y="126"/>
                      </a:lnTo>
                      <a:lnTo>
                        <a:pt x="536" y="128"/>
                      </a:lnTo>
                      <a:lnTo>
                        <a:pt x="540" y="128"/>
                      </a:lnTo>
                      <a:lnTo>
                        <a:pt x="546" y="128"/>
                      </a:lnTo>
                      <a:lnTo>
                        <a:pt x="554" y="128"/>
                      </a:lnTo>
                      <a:lnTo>
                        <a:pt x="560" y="128"/>
                      </a:lnTo>
                      <a:lnTo>
                        <a:pt x="568" y="126"/>
                      </a:lnTo>
                      <a:lnTo>
                        <a:pt x="572" y="124"/>
                      </a:lnTo>
                      <a:lnTo>
                        <a:pt x="576" y="122"/>
                      </a:lnTo>
                      <a:lnTo>
                        <a:pt x="582" y="118"/>
                      </a:lnTo>
                      <a:lnTo>
                        <a:pt x="586" y="114"/>
                      </a:lnTo>
                      <a:lnTo>
                        <a:pt x="590" y="110"/>
                      </a:lnTo>
                      <a:lnTo>
                        <a:pt x="592" y="106"/>
                      </a:lnTo>
                      <a:lnTo>
                        <a:pt x="594" y="104"/>
                      </a:lnTo>
                      <a:lnTo>
                        <a:pt x="592" y="102"/>
                      </a:lnTo>
                      <a:lnTo>
                        <a:pt x="592" y="98"/>
                      </a:lnTo>
                      <a:lnTo>
                        <a:pt x="594" y="96"/>
                      </a:lnTo>
                      <a:lnTo>
                        <a:pt x="596" y="94"/>
                      </a:lnTo>
                      <a:lnTo>
                        <a:pt x="600" y="92"/>
                      </a:lnTo>
                      <a:lnTo>
                        <a:pt x="606" y="90"/>
                      </a:lnTo>
                      <a:lnTo>
                        <a:pt x="614" y="90"/>
                      </a:lnTo>
                      <a:lnTo>
                        <a:pt x="620" y="90"/>
                      </a:lnTo>
                      <a:lnTo>
                        <a:pt x="626" y="88"/>
                      </a:lnTo>
                      <a:lnTo>
                        <a:pt x="630" y="86"/>
                      </a:lnTo>
                      <a:lnTo>
                        <a:pt x="634" y="82"/>
                      </a:lnTo>
                      <a:lnTo>
                        <a:pt x="638" y="78"/>
                      </a:lnTo>
                      <a:lnTo>
                        <a:pt x="640" y="76"/>
                      </a:ln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31" name="Freeform 559">
                  <a:extLst>
                    <a:ext uri="{FF2B5EF4-FFF2-40B4-BE49-F238E27FC236}">
                      <a16:creationId xmlns:a16="http://schemas.microsoft.com/office/drawing/2014/main" id="{BB6BFA16-755C-F62A-6085-2A2F39C725C6}"/>
                    </a:ext>
                  </a:extLst>
                </p:cNvPr>
                <p:cNvSpPr/>
                <p:nvPr/>
              </p:nvSpPr>
              <p:spPr bwMode="gray">
                <a:xfrm>
                  <a:off x="8490682" y="2670815"/>
                  <a:ext cx="251790" cy="181315"/>
                </a:xfrm>
                <a:custGeom>
                  <a:avLst/>
                  <a:gdLst>
                    <a:gd name="T0" fmla="*/ 0 w 136"/>
                    <a:gd name="T1" fmla="*/ 32 h 98"/>
                    <a:gd name="T2" fmla="*/ 22 w 136"/>
                    <a:gd name="T3" fmla="*/ 48 h 98"/>
                    <a:gd name="T4" fmla="*/ 6 w 136"/>
                    <a:gd name="T5" fmla="*/ 54 h 98"/>
                    <a:gd name="T6" fmla="*/ 2 w 136"/>
                    <a:gd name="T7" fmla="*/ 54 h 98"/>
                    <a:gd name="T8" fmla="*/ 0 w 136"/>
                    <a:gd name="T9" fmla="*/ 58 h 98"/>
                    <a:gd name="T10" fmla="*/ 2 w 136"/>
                    <a:gd name="T11" fmla="*/ 64 h 98"/>
                    <a:gd name="T12" fmla="*/ 20 w 136"/>
                    <a:gd name="T13" fmla="*/ 68 h 98"/>
                    <a:gd name="T14" fmla="*/ 56 w 136"/>
                    <a:gd name="T15" fmla="*/ 98 h 98"/>
                    <a:gd name="T16" fmla="*/ 60 w 136"/>
                    <a:gd name="T17" fmla="*/ 96 h 98"/>
                    <a:gd name="T18" fmla="*/ 70 w 136"/>
                    <a:gd name="T19" fmla="*/ 92 h 98"/>
                    <a:gd name="T20" fmla="*/ 76 w 136"/>
                    <a:gd name="T21" fmla="*/ 88 h 98"/>
                    <a:gd name="T22" fmla="*/ 86 w 136"/>
                    <a:gd name="T23" fmla="*/ 86 h 98"/>
                    <a:gd name="T24" fmla="*/ 94 w 136"/>
                    <a:gd name="T25" fmla="*/ 88 h 98"/>
                    <a:gd name="T26" fmla="*/ 100 w 136"/>
                    <a:gd name="T27" fmla="*/ 86 h 98"/>
                    <a:gd name="T28" fmla="*/ 122 w 136"/>
                    <a:gd name="T29" fmla="*/ 72 h 98"/>
                    <a:gd name="T30" fmla="*/ 136 w 136"/>
                    <a:gd name="T31" fmla="*/ 44 h 98"/>
                    <a:gd name="T32" fmla="*/ 134 w 136"/>
                    <a:gd name="T33" fmla="*/ 40 h 98"/>
                    <a:gd name="T34" fmla="*/ 130 w 136"/>
                    <a:gd name="T35" fmla="*/ 32 h 98"/>
                    <a:gd name="T36" fmla="*/ 124 w 136"/>
                    <a:gd name="T37" fmla="*/ 24 h 98"/>
                    <a:gd name="T38" fmla="*/ 118 w 136"/>
                    <a:gd name="T39" fmla="*/ 22 h 98"/>
                    <a:gd name="T40" fmla="*/ 118 w 136"/>
                    <a:gd name="T41" fmla="*/ 20 h 98"/>
                    <a:gd name="T42" fmla="*/ 118 w 136"/>
                    <a:gd name="T43" fmla="*/ 16 h 98"/>
                    <a:gd name="T44" fmla="*/ 114 w 136"/>
                    <a:gd name="T45" fmla="*/ 10 h 98"/>
                    <a:gd name="T46" fmla="*/ 106 w 136"/>
                    <a:gd name="T47" fmla="*/ 8 h 98"/>
                    <a:gd name="T48" fmla="*/ 102 w 136"/>
                    <a:gd name="T49" fmla="*/ 10 h 98"/>
                    <a:gd name="T50" fmla="*/ 94 w 136"/>
                    <a:gd name="T51" fmla="*/ 14 h 98"/>
                    <a:gd name="T52" fmla="*/ 86 w 136"/>
                    <a:gd name="T53" fmla="*/ 18 h 98"/>
                    <a:gd name="T54" fmla="*/ 82 w 136"/>
                    <a:gd name="T55" fmla="*/ 22 h 98"/>
                    <a:gd name="T56" fmla="*/ 76 w 136"/>
                    <a:gd name="T57" fmla="*/ 20 h 98"/>
                    <a:gd name="T58" fmla="*/ 70 w 136"/>
                    <a:gd name="T59" fmla="*/ 16 h 98"/>
                    <a:gd name="T60" fmla="*/ 68 w 136"/>
                    <a:gd name="T61" fmla="*/ 12 h 98"/>
                    <a:gd name="T62" fmla="*/ 60 w 136"/>
                    <a:gd name="T63" fmla="*/ 6 h 98"/>
                    <a:gd name="T64" fmla="*/ 50 w 136"/>
                    <a:gd name="T65" fmla="*/ 8 h 98"/>
                    <a:gd name="T66" fmla="*/ 44 w 136"/>
                    <a:gd name="T67" fmla="*/ 16 h 98"/>
                    <a:gd name="T68" fmla="*/ 44 w 136"/>
                    <a:gd name="T69" fmla="*/ 24 h 98"/>
                    <a:gd name="T70" fmla="*/ 44 w 136"/>
                    <a:gd name="T71" fmla="*/ 28 h 98"/>
                    <a:gd name="T72" fmla="*/ 40 w 136"/>
                    <a:gd name="T73" fmla="*/ 28 h 98"/>
                    <a:gd name="T74" fmla="*/ 34 w 136"/>
                    <a:gd name="T75" fmla="*/ 22 h 98"/>
                    <a:gd name="T76" fmla="*/ 32 w 136"/>
                    <a:gd name="T77" fmla="*/ 16 h 98"/>
                    <a:gd name="T78" fmla="*/ 26 w 136"/>
                    <a:gd name="T79" fmla="*/ 8 h 98"/>
                    <a:gd name="T80" fmla="*/ 18 w 136"/>
                    <a:gd name="T81" fmla="*/ 0 h 98"/>
                    <a:gd name="T82" fmla="*/ 14 w 136"/>
                    <a:gd name="T83"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6" h="98">
                      <a:moveTo>
                        <a:pt x="12" y="4"/>
                      </a:moveTo>
                      <a:lnTo>
                        <a:pt x="0" y="32"/>
                      </a:lnTo>
                      <a:lnTo>
                        <a:pt x="16" y="36"/>
                      </a:lnTo>
                      <a:lnTo>
                        <a:pt x="22" y="48"/>
                      </a:lnTo>
                      <a:lnTo>
                        <a:pt x="6" y="54"/>
                      </a:lnTo>
                      <a:lnTo>
                        <a:pt x="6" y="54"/>
                      </a:lnTo>
                      <a:lnTo>
                        <a:pt x="4" y="54"/>
                      </a:lnTo>
                      <a:lnTo>
                        <a:pt x="2" y="54"/>
                      </a:lnTo>
                      <a:lnTo>
                        <a:pt x="2" y="56"/>
                      </a:lnTo>
                      <a:lnTo>
                        <a:pt x="0" y="58"/>
                      </a:lnTo>
                      <a:lnTo>
                        <a:pt x="0" y="60"/>
                      </a:lnTo>
                      <a:lnTo>
                        <a:pt x="2" y="64"/>
                      </a:lnTo>
                      <a:lnTo>
                        <a:pt x="6" y="68"/>
                      </a:lnTo>
                      <a:lnTo>
                        <a:pt x="20" y="68"/>
                      </a:lnTo>
                      <a:lnTo>
                        <a:pt x="38" y="86"/>
                      </a:lnTo>
                      <a:lnTo>
                        <a:pt x="56" y="98"/>
                      </a:lnTo>
                      <a:lnTo>
                        <a:pt x="58" y="98"/>
                      </a:lnTo>
                      <a:lnTo>
                        <a:pt x="60" y="96"/>
                      </a:lnTo>
                      <a:lnTo>
                        <a:pt x="66" y="94"/>
                      </a:lnTo>
                      <a:lnTo>
                        <a:pt x="70" y="92"/>
                      </a:lnTo>
                      <a:lnTo>
                        <a:pt x="74" y="90"/>
                      </a:lnTo>
                      <a:lnTo>
                        <a:pt x="76" y="88"/>
                      </a:lnTo>
                      <a:lnTo>
                        <a:pt x="82" y="86"/>
                      </a:lnTo>
                      <a:lnTo>
                        <a:pt x="86" y="86"/>
                      </a:lnTo>
                      <a:lnTo>
                        <a:pt x="90" y="86"/>
                      </a:lnTo>
                      <a:lnTo>
                        <a:pt x="94" y="88"/>
                      </a:lnTo>
                      <a:lnTo>
                        <a:pt x="96" y="88"/>
                      </a:lnTo>
                      <a:lnTo>
                        <a:pt x="100" y="86"/>
                      </a:lnTo>
                      <a:lnTo>
                        <a:pt x="110" y="80"/>
                      </a:lnTo>
                      <a:lnTo>
                        <a:pt x="122" y="72"/>
                      </a:lnTo>
                      <a:lnTo>
                        <a:pt x="132" y="58"/>
                      </a:lnTo>
                      <a:lnTo>
                        <a:pt x="136" y="44"/>
                      </a:lnTo>
                      <a:lnTo>
                        <a:pt x="136" y="42"/>
                      </a:lnTo>
                      <a:lnTo>
                        <a:pt x="134" y="40"/>
                      </a:lnTo>
                      <a:lnTo>
                        <a:pt x="132" y="36"/>
                      </a:lnTo>
                      <a:lnTo>
                        <a:pt x="130" y="32"/>
                      </a:lnTo>
                      <a:lnTo>
                        <a:pt x="126" y="28"/>
                      </a:lnTo>
                      <a:lnTo>
                        <a:pt x="124" y="24"/>
                      </a:lnTo>
                      <a:lnTo>
                        <a:pt x="120" y="22"/>
                      </a:lnTo>
                      <a:lnTo>
                        <a:pt x="118" y="22"/>
                      </a:lnTo>
                      <a:lnTo>
                        <a:pt x="118" y="20"/>
                      </a:lnTo>
                      <a:lnTo>
                        <a:pt x="118" y="20"/>
                      </a:lnTo>
                      <a:lnTo>
                        <a:pt x="118" y="18"/>
                      </a:lnTo>
                      <a:lnTo>
                        <a:pt x="118" y="16"/>
                      </a:lnTo>
                      <a:lnTo>
                        <a:pt x="118" y="12"/>
                      </a:lnTo>
                      <a:lnTo>
                        <a:pt x="114" y="10"/>
                      </a:lnTo>
                      <a:lnTo>
                        <a:pt x="112" y="10"/>
                      </a:lnTo>
                      <a:lnTo>
                        <a:pt x="106" y="8"/>
                      </a:lnTo>
                      <a:lnTo>
                        <a:pt x="104" y="10"/>
                      </a:lnTo>
                      <a:lnTo>
                        <a:pt x="102" y="10"/>
                      </a:lnTo>
                      <a:lnTo>
                        <a:pt x="98" y="12"/>
                      </a:lnTo>
                      <a:lnTo>
                        <a:pt x="94" y="14"/>
                      </a:lnTo>
                      <a:lnTo>
                        <a:pt x="90" y="16"/>
                      </a:lnTo>
                      <a:lnTo>
                        <a:pt x="86" y="18"/>
                      </a:lnTo>
                      <a:lnTo>
                        <a:pt x="84" y="20"/>
                      </a:lnTo>
                      <a:lnTo>
                        <a:pt x="82" y="22"/>
                      </a:lnTo>
                      <a:lnTo>
                        <a:pt x="78" y="22"/>
                      </a:lnTo>
                      <a:lnTo>
                        <a:pt x="76" y="20"/>
                      </a:lnTo>
                      <a:lnTo>
                        <a:pt x="72" y="18"/>
                      </a:lnTo>
                      <a:lnTo>
                        <a:pt x="70" y="16"/>
                      </a:lnTo>
                      <a:lnTo>
                        <a:pt x="70" y="14"/>
                      </a:lnTo>
                      <a:lnTo>
                        <a:pt x="68" y="12"/>
                      </a:lnTo>
                      <a:lnTo>
                        <a:pt x="64" y="8"/>
                      </a:lnTo>
                      <a:lnTo>
                        <a:pt x="60" y="6"/>
                      </a:lnTo>
                      <a:lnTo>
                        <a:pt x="56" y="6"/>
                      </a:lnTo>
                      <a:lnTo>
                        <a:pt x="50" y="8"/>
                      </a:lnTo>
                      <a:lnTo>
                        <a:pt x="46" y="12"/>
                      </a:lnTo>
                      <a:lnTo>
                        <a:pt x="44" y="16"/>
                      </a:lnTo>
                      <a:lnTo>
                        <a:pt x="44" y="20"/>
                      </a:lnTo>
                      <a:lnTo>
                        <a:pt x="44" y="24"/>
                      </a:lnTo>
                      <a:lnTo>
                        <a:pt x="44" y="26"/>
                      </a:lnTo>
                      <a:lnTo>
                        <a:pt x="44" y="28"/>
                      </a:lnTo>
                      <a:lnTo>
                        <a:pt x="42" y="28"/>
                      </a:lnTo>
                      <a:lnTo>
                        <a:pt x="40" y="28"/>
                      </a:lnTo>
                      <a:lnTo>
                        <a:pt x="38" y="24"/>
                      </a:lnTo>
                      <a:lnTo>
                        <a:pt x="34" y="22"/>
                      </a:lnTo>
                      <a:lnTo>
                        <a:pt x="34" y="18"/>
                      </a:lnTo>
                      <a:lnTo>
                        <a:pt x="32" y="16"/>
                      </a:lnTo>
                      <a:lnTo>
                        <a:pt x="28" y="12"/>
                      </a:lnTo>
                      <a:lnTo>
                        <a:pt x="26" y="8"/>
                      </a:lnTo>
                      <a:lnTo>
                        <a:pt x="22" y="4"/>
                      </a:lnTo>
                      <a:lnTo>
                        <a:pt x="18" y="0"/>
                      </a:lnTo>
                      <a:lnTo>
                        <a:pt x="16" y="0"/>
                      </a:lnTo>
                      <a:lnTo>
                        <a:pt x="14" y="0"/>
                      </a:lnTo>
                      <a:lnTo>
                        <a:pt x="12" y="4"/>
                      </a:lnTo>
                    </a:path>
                  </a:pathLst>
                </a:custGeom>
                <a:solidFill>
                  <a:schemeClr val="bg1">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sp>
            <p:nvSpPr>
              <p:cNvPr id="338" name="Freeform 393">
                <a:extLst>
                  <a:ext uri="{FF2B5EF4-FFF2-40B4-BE49-F238E27FC236}">
                    <a16:creationId xmlns:a16="http://schemas.microsoft.com/office/drawing/2014/main" id="{32F441F1-FD87-056A-71A6-9DD1F2D59E0E}"/>
                  </a:ext>
                </a:extLst>
              </p:cNvPr>
              <p:cNvSpPr/>
              <p:nvPr/>
            </p:nvSpPr>
            <p:spPr bwMode="gray">
              <a:xfrm>
                <a:off x="5283994" y="3136106"/>
                <a:ext cx="74341" cy="100016"/>
              </a:xfrm>
              <a:custGeom>
                <a:avLst/>
                <a:gdLst>
                  <a:gd name="T0" fmla="*/ 112 w 116"/>
                  <a:gd name="T1" fmla="*/ 4 h 172"/>
                  <a:gd name="T2" fmla="*/ 94 w 116"/>
                  <a:gd name="T3" fmla="*/ 20 h 172"/>
                  <a:gd name="T4" fmla="*/ 76 w 116"/>
                  <a:gd name="T5" fmla="*/ 34 h 172"/>
                  <a:gd name="T6" fmla="*/ 66 w 116"/>
                  <a:gd name="T7" fmla="*/ 42 h 172"/>
                  <a:gd name="T8" fmla="*/ 58 w 116"/>
                  <a:gd name="T9" fmla="*/ 48 h 172"/>
                  <a:gd name="T10" fmla="*/ 54 w 116"/>
                  <a:gd name="T11" fmla="*/ 50 h 172"/>
                  <a:gd name="T12" fmla="*/ 18 w 116"/>
                  <a:gd name="T13" fmla="*/ 46 h 172"/>
                  <a:gd name="T14" fmla="*/ 16 w 116"/>
                  <a:gd name="T15" fmla="*/ 52 h 172"/>
                  <a:gd name="T16" fmla="*/ 18 w 116"/>
                  <a:gd name="T17" fmla="*/ 60 h 172"/>
                  <a:gd name="T18" fmla="*/ 18 w 116"/>
                  <a:gd name="T19" fmla="*/ 64 h 172"/>
                  <a:gd name="T20" fmla="*/ 18 w 116"/>
                  <a:gd name="T21" fmla="*/ 70 h 172"/>
                  <a:gd name="T22" fmla="*/ 10 w 116"/>
                  <a:gd name="T23" fmla="*/ 72 h 172"/>
                  <a:gd name="T24" fmla="*/ 4 w 116"/>
                  <a:gd name="T25" fmla="*/ 70 h 172"/>
                  <a:gd name="T26" fmla="*/ 0 w 116"/>
                  <a:gd name="T27" fmla="*/ 70 h 172"/>
                  <a:gd name="T28" fmla="*/ 12 w 116"/>
                  <a:gd name="T29" fmla="*/ 90 h 172"/>
                  <a:gd name="T30" fmla="*/ 16 w 116"/>
                  <a:gd name="T31" fmla="*/ 112 h 172"/>
                  <a:gd name="T32" fmla="*/ 20 w 116"/>
                  <a:gd name="T33" fmla="*/ 114 h 172"/>
                  <a:gd name="T34" fmla="*/ 26 w 116"/>
                  <a:gd name="T35" fmla="*/ 120 h 172"/>
                  <a:gd name="T36" fmla="*/ 34 w 116"/>
                  <a:gd name="T37" fmla="*/ 124 h 172"/>
                  <a:gd name="T38" fmla="*/ 40 w 116"/>
                  <a:gd name="T39" fmla="*/ 128 h 172"/>
                  <a:gd name="T40" fmla="*/ 42 w 116"/>
                  <a:gd name="T41" fmla="*/ 132 h 172"/>
                  <a:gd name="T42" fmla="*/ 42 w 116"/>
                  <a:gd name="T43" fmla="*/ 134 h 172"/>
                  <a:gd name="T44" fmla="*/ 42 w 116"/>
                  <a:gd name="T45" fmla="*/ 140 h 172"/>
                  <a:gd name="T46" fmla="*/ 40 w 116"/>
                  <a:gd name="T47" fmla="*/ 156 h 172"/>
                  <a:gd name="T48" fmla="*/ 42 w 116"/>
                  <a:gd name="T49" fmla="*/ 164 h 172"/>
                  <a:gd name="T50" fmla="*/ 48 w 116"/>
                  <a:gd name="T51" fmla="*/ 170 h 172"/>
                  <a:gd name="T52" fmla="*/ 56 w 116"/>
                  <a:gd name="T53" fmla="*/ 172 h 172"/>
                  <a:gd name="T54" fmla="*/ 64 w 116"/>
                  <a:gd name="T55" fmla="*/ 172 h 172"/>
                  <a:gd name="T56" fmla="*/ 72 w 116"/>
                  <a:gd name="T57" fmla="*/ 166 h 172"/>
                  <a:gd name="T58" fmla="*/ 76 w 116"/>
                  <a:gd name="T59" fmla="*/ 160 h 172"/>
                  <a:gd name="T60" fmla="*/ 78 w 116"/>
                  <a:gd name="T61" fmla="*/ 136 h 172"/>
                  <a:gd name="T62" fmla="*/ 76 w 116"/>
                  <a:gd name="T63" fmla="*/ 120 h 172"/>
                  <a:gd name="T64" fmla="*/ 70 w 116"/>
                  <a:gd name="T65" fmla="*/ 112 h 172"/>
                  <a:gd name="T66" fmla="*/ 66 w 116"/>
                  <a:gd name="T67" fmla="*/ 108 h 172"/>
                  <a:gd name="T68" fmla="*/ 62 w 116"/>
                  <a:gd name="T69" fmla="*/ 106 h 172"/>
                  <a:gd name="T70" fmla="*/ 54 w 116"/>
                  <a:gd name="T71" fmla="*/ 96 h 172"/>
                  <a:gd name="T72" fmla="*/ 54 w 116"/>
                  <a:gd name="T73" fmla="*/ 90 h 172"/>
                  <a:gd name="T74" fmla="*/ 56 w 116"/>
                  <a:gd name="T75" fmla="*/ 86 h 172"/>
                  <a:gd name="T76" fmla="*/ 58 w 116"/>
                  <a:gd name="T77" fmla="*/ 84 h 172"/>
                  <a:gd name="T78" fmla="*/ 60 w 116"/>
                  <a:gd name="T79" fmla="*/ 84 h 172"/>
                  <a:gd name="T80" fmla="*/ 86 w 116"/>
                  <a:gd name="T81" fmla="*/ 56 h 172"/>
                  <a:gd name="T82" fmla="*/ 98 w 116"/>
                  <a:gd name="T83" fmla="*/ 42 h 172"/>
                  <a:gd name="T84" fmla="*/ 110 w 116"/>
                  <a:gd name="T85" fmla="*/ 20 h 172"/>
                  <a:gd name="T86" fmla="*/ 114 w 116"/>
                  <a:gd name="T87" fmla="*/ 8 h 172"/>
                  <a:gd name="connsiteX0" fmla="*/ 10000 w 10000"/>
                  <a:gd name="connsiteY0" fmla="*/ 0 h 10000"/>
                  <a:gd name="connsiteX1" fmla="*/ 9655 w 10000"/>
                  <a:gd name="connsiteY1" fmla="*/ 233 h 10000"/>
                  <a:gd name="connsiteX2" fmla="*/ 8966 w 10000"/>
                  <a:gd name="connsiteY2" fmla="*/ 581 h 10000"/>
                  <a:gd name="connsiteX3" fmla="*/ 8103 w 10000"/>
                  <a:gd name="connsiteY3" fmla="*/ 1163 h 10000"/>
                  <a:gd name="connsiteX4" fmla="*/ 7241 w 10000"/>
                  <a:gd name="connsiteY4" fmla="*/ 1628 h 10000"/>
                  <a:gd name="connsiteX5" fmla="*/ 6552 w 10000"/>
                  <a:gd name="connsiteY5" fmla="*/ 1977 h 10000"/>
                  <a:gd name="connsiteX6" fmla="*/ 6034 w 10000"/>
                  <a:gd name="connsiteY6" fmla="*/ 2209 h 10000"/>
                  <a:gd name="connsiteX7" fmla="*/ 5690 w 10000"/>
                  <a:gd name="connsiteY7" fmla="*/ 2442 h 10000"/>
                  <a:gd name="connsiteX8" fmla="*/ 5345 w 10000"/>
                  <a:gd name="connsiteY8" fmla="*/ 2674 h 10000"/>
                  <a:gd name="connsiteX9" fmla="*/ 5000 w 10000"/>
                  <a:gd name="connsiteY9" fmla="*/ 2791 h 10000"/>
                  <a:gd name="connsiteX10" fmla="*/ 4655 w 10000"/>
                  <a:gd name="connsiteY10" fmla="*/ 2791 h 10000"/>
                  <a:gd name="connsiteX11" fmla="*/ 4655 w 10000"/>
                  <a:gd name="connsiteY11" fmla="*/ 2907 h 10000"/>
                  <a:gd name="connsiteX12" fmla="*/ 1897 w 10000"/>
                  <a:gd name="connsiteY12" fmla="*/ 2674 h 10000"/>
                  <a:gd name="connsiteX13" fmla="*/ 1552 w 10000"/>
                  <a:gd name="connsiteY13" fmla="*/ 2674 h 10000"/>
                  <a:gd name="connsiteX14" fmla="*/ 1552 w 10000"/>
                  <a:gd name="connsiteY14" fmla="*/ 2791 h 10000"/>
                  <a:gd name="connsiteX15" fmla="*/ 1379 w 10000"/>
                  <a:gd name="connsiteY15" fmla="*/ 3023 h 10000"/>
                  <a:gd name="connsiteX16" fmla="*/ 1379 w 10000"/>
                  <a:gd name="connsiteY16" fmla="*/ 3256 h 10000"/>
                  <a:gd name="connsiteX17" fmla="*/ 1552 w 10000"/>
                  <a:gd name="connsiteY17" fmla="*/ 3488 h 10000"/>
                  <a:gd name="connsiteX18" fmla="*/ 1552 w 10000"/>
                  <a:gd name="connsiteY18" fmla="*/ 3605 h 10000"/>
                  <a:gd name="connsiteX19" fmla="*/ 1552 w 10000"/>
                  <a:gd name="connsiteY19" fmla="*/ 3721 h 10000"/>
                  <a:gd name="connsiteX20" fmla="*/ 1724 w 10000"/>
                  <a:gd name="connsiteY20" fmla="*/ 3837 h 10000"/>
                  <a:gd name="connsiteX21" fmla="*/ 1552 w 10000"/>
                  <a:gd name="connsiteY21" fmla="*/ 4070 h 10000"/>
                  <a:gd name="connsiteX22" fmla="*/ 1207 w 10000"/>
                  <a:gd name="connsiteY22" fmla="*/ 4186 h 10000"/>
                  <a:gd name="connsiteX23" fmla="*/ 862 w 10000"/>
                  <a:gd name="connsiteY23" fmla="*/ 4186 h 10000"/>
                  <a:gd name="connsiteX24" fmla="*/ 690 w 10000"/>
                  <a:gd name="connsiteY24" fmla="*/ 4186 h 10000"/>
                  <a:gd name="connsiteX25" fmla="*/ 345 w 10000"/>
                  <a:gd name="connsiteY25" fmla="*/ 4070 h 10000"/>
                  <a:gd name="connsiteX26" fmla="*/ 172 w 10000"/>
                  <a:gd name="connsiteY26" fmla="*/ 4070 h 10000"/>
                  <a:gd name="connsiteX27" fmla="*/ 0 w 10000"/>
                  <a:gd name="connsiteY27" fmla="*/ 4070 h 10000"/>
                  <a:gd name="connsiteX28" fmla="*/ 0 w 10000"/>
                  <a:gd name="connsiteY28" fmla="*/ 5349 h 10000"/>
                  <a:gd name="connsiteX29" fmla="*/ 1034 w 10000"/>
                  <a:gd name="connsiteY29" fmla="*/ 5233 h 10000"/>
                  <a:gd name="connsiteX30" fmla="*/ 1897 w 10000"/>
                  <a:gd name="connsiteY30" fmla="*/ 5698 h 10000"/>
                  <a:gd name="connsiteX31" fmla="*/ 1379 w 10000"/>
                  <a:gd name="connsiteY31" fmla="*/ 6512 h 10000"/>
                  <a:gd name="connsiteX32" fmla="*/ 1552 w 10000"/>
                  <a:gd name="connsiteY32" fmla="*/ 6512 h 10000"/>
                  <a:gd name="connsiteX33" fmla="*/ 1724 w 10000"/>
                  <a:gd name="connsiteY33" fmla="*/ 6628 h 10000"/>
                  <a:gd name="connsiteX34" fmla="*/ 1897 w 10000"/>
                  <a:gd name="connsiteY34" fmla="*/ 6744 h 10000"/>
                  <a:gd name="connsiteX35" fmla="*/ 2241 w 10000"/>
                  <a:gd name="connsiteY35" fmla="*/ 6977 h 10000"/>
                  <a:gd name="connsiteX36" fmla="*/ 2586 w 10000"/>
                  <a:gd name="connsiteY36" fmla="*/ 7093 h 10000"/>
                  <a:gd name="connsiteX37" fmla="*/ 2931 w 10000"/>
                  <a:gd name="connsiteY37" fmla="*/ 7209 h 10000"/>
                  <a:gd name="connsiteX38" fmla="*/ 3103 w 10000"/>
                  <a:gd name="connsiteY38" fmla="*/ 7326 h 10000"/>
                  <a:gd name="connsiteX39" fmla="*/ 3448 w 10000"/>
                  <a:gd name="connsiteY39" fmla="*/ 7442 h 10000"/>
                  <a:gd name="connsiteX40" fmla="*/ 3621 w 10000"/>
                  <a:gd name="connsiteY40" fmla="*/ 7558 h 10000"/>
                  <a:gd name="connsiteX41" fmla="*/ 3621 w 10000"/>
                  <a:gd name="connsiteY41" fmla="*/ 7674 h 10000"/>
                  <a:gd name="connsiteX42" fmla="*/ 3621 w 10000"/>
                  <a:gd name="connsiteY42" fmla="*/ 7791 h 10000"/>
                  <a:gd name="connsiteX43" fmla="*/ 3621 w 10000"/>
                  <a:gd name="connsiteY43" fmla="*/ 7791 h 10000"/>
                  <a:gd name="connsiteX44" fmla="*/ 3621 w 10000"/>
                  <a:gd name="connsiteY44" fmla="*/ 7907 h 10000"/>
                  <a:gd name="connsiteX45" fmla="*/ 3621 w 10000"/>
                  <a:gd name="connsiteY45" fmla="*/ 8140 h 10000"/>
                  <a:gd name="connsiteX46" fmla="*/ 3621 w 10000"/>
                  <a:gd name="connsiteY46" fmla="*/ 8605 h 10000"/>
                  <a:gd name="connsiteX47" fmla="*/ 3448 w 10000"/>
                  <a:gd name="connsiteY47" fmla="*/ 9070 h 10000"/>
                  <a:gd name="connsiteX48" fmla="*/ 3448 w 10000"/>
                  <a:gd name="connsiteY48" fmla="*/ 9302 h 10000"/>
                  <a:gd name="connsiteX49" fmla="*/ 3621 w 10000"/>
                  <a:gd name="connsiteY49" fmla="*/ 9535 h 10000"/>
                  <a:gd name="connsiteX50" fmla="*/ 3966 w 10000"/>
                  <a:gd name="connsiteY50" fmla="*/ 9767 h 10000"/>
                  <a:gd name="connsiteX51" fmla="*/ 4138 w 10000"/>
                  <a:gd name="connsiteY51" fmla="*/ 9884 h 10000"/>
                  <a:gd name="connsiteX52" fmla="*/ 4483 w 10000"/>
                  <a:gd name="connsiteY52" fmla="*/ 9884 h 10000"/>
                  <a:gd name="connsiteX53" fmla="*/ 4828 w 10000"/>
                  <a:gd name="connsiteY53" fmla="*/ 10000 h 10000"/>
                  <a:gd name="connsiteX54" fmla="*/ 5172 w 10000"/>
                  <a:gd name="connsiteY54" fmla="*/ 10000 h 10000"/>
                  <a:gd name="connsiteX55" fmla="*/ 5517 w 10000"/>
                  <a:gd name="connsiteY55" fmla="*/ 10000 h 10000"/>
                  <a:gd name="connsiteX56" fmla="*/ 5862 w 10000"/>
                  <a:gd name="connsiteY56" fmla="*/ 9767 h 10000"/>
                  <a:gd name="connsiteX57" fmla="*/ 6207 w 10000"/>
                  <a:gd name="connsiteY57" fmla="*/ 9651 h 10000"/>
                  <a:gd name="connsiteX58" fmla="*/ 6379 w 10000"/>
                  <a:gd name="connsiteY58" fmla="*/ 9419 h 10000"/>
                  <a:gd name="connsiteX59" fmla="*/ 6552 w 10000"/>
                  <a:gd name="connsiteY59" fmla="*/ 9302 h 10000"/>
                  <a:gd name="connsiteX60" fmla="*/ 6552 w 10000"/>
                  <a:gd name="connsiteY60" fmla="*/ 9302 h 10000"/>
                  <a:gd name="connsiteX61" fmla="*/ 6724 w 10000"/>
                  <a:gd name="connsiteY61" fmla="*/ 7907 h 10000"/>
                  <a:gd name="connsiteX62" fmla="*/ 6724 w 10000"/>
                  <a:gd name="connsiteY62" fmla="*/ 7442 h 10000"/>
                  <a:gd name="connsiteX63" fmla="*/ 6552 w 10000"/>
                  <a:gd name="connsiteY63" fmla="*/ 6977 h 10000"/>
                  <a:gd name="connsiteX64" fmla="*/ 6379 w 10000"/>
                  <a:gd name="connsiteY64" fmla="*/ 6744 h 10000"/>
                  <a:gd name="connsiteX65" fmla="*/ 6034 w 10000"/>
                  <a:gd name="connsiteY65" fmla="*/ 6512 h 10000"/>
                  <a:gd name="connsiteX66" fmla="*/ 5862 w 10000"/>
                  <a:gd name="connsiteY66" fmla="*/ 6279 h 10000"/>
                  <a:gd name="connsiteX67" fmla="*/ 5690 w 10000"/>
                  <a:gd name="connsiteY67" fmla="*/ 6279 h 10000"/>
                  <a:gd name="connsiteX68" fmla="*/ 5517 w 10000"/>
                  <a:gd name="connsiteY68" fmla="*/ 6163 h 10000"/>
                  <a:gd name="connsiteX69" fmla="*/ 5345 w 10000"/>
                  <a:gd name="connsiteY69" fmla="*/ 6163 h 10000"/>
                  <a:gd name="connsiteX70" fmla="*/ 4199 w 10000"/>
                  <a:gd name="connsiteY70" fmla="*/ 5964 h 10000"/>
                  <a:gd name="connsiteX71" fmla="*/ 4655 w 10000"/>
                  <a:gd name="connsiteY71" fmla="*/ 5581 h 10000"/>
                  <a:gd name="connsiteX72" fmla="*/ 4655 w 10000"/>
                  <a:gd name="connsiteY72" fmla="*/ 5349 h 10000"/>
                  <a:gd name="connsiteX73" fmla="*/ 4655 w 10000"/>
                  <a:gd name="connsiteY73" fmla="*/ 5233 h 10000"/>
                  <a:gd name="connsiteX74" fmla="*/ 4655 w 10000"/>
                  <a:gd name="connsiteY74" fmla="*/ 5116 h 10000"/>
                  <a:gd name="connsiteX75" fmla="*/ 4828 w 10000"/>
                  <a:gd name="connsiteY75" fmla="*/ 5000 h 10000"/>
                  <a:gd name="connsiteX76" fmla="*/ 5000 w 10000"/>
                  <a:gd name="connsiteY76" fmla="*/ 5000 h 10000"/>
                  <a:gd name="connsiteX77" fmla="*/ 5000 w 10000"/>
                  <a:gd name="connsiteY77" fmla="*/ 4884 h 10000"/>
                  <a:gd name="connsiteX78" fmla="*/ 5172 w 10000"/>
                  <a:gd name="connsiteY78" fmla="*/ 4884 h 10000"/>
                  <a:gd name="connsiteX79" fmla="*/ 5172 w 10000"/>
                  <a:gd name="connsiteY79" fmla="*/ 4884 h 10000"/>
                  <a:gd name="connsiteX80" fmla="*/ 6379 w 10000"/>
                  <a:gd name="connsiteY80" fmla="*/ 4070 h 10000"/>
                  <a:gd name="connsiteX81" fmla="*/ 7414 w 10000"/>
                  <a:gd name="connsiteY81" fmla="*/ 3256 h 10000"/>
                  <a:gd name="connsiteX82" fmla="*/ 8103 w 10000"/>
                  <a:gd name="connsiteY82" fmla="*/ 2674 h 10000"/>
                  <a:gd name="connsiteX83" fmla="*/ 8448 w 10000"/>
                  <a:gd name="connsiteY83" fmla="*/ 2442 h 10000"/>
                  <a:gd name="connsiteX84" fmla="*/ 8966 w 10000"/>
                  <a:gd name="connsiteY84" fmla="*/ 1860 h 10000"/>
                  <a:gd name="connsiteX85" fmla="*/ 9483 w 10000"/>
                  <a:gd name="connsiteY85" fmla="*/ 1163 h 10000"/>
                  <a:gd name="connsiteX86" fmla="*/ 9828 w 10000"/>
                  <a:gd name="connsiteY86" fmla="*/ 698 h 10000"/>
                  <a:gd name="connsiteX87" fmla="*/ 9828 w 10000"/>
                  <a:gd name="connsiteY87" fmla="*/ 465 h 10000"/>
                  <a:gd name="connsiteX88" fmla="*/ 10000 w 10000"/>
                  <a:gd name="connsiteY88" fmla="*/ 0 h 10000"/>
                  <a:gd name="connsiteX0" fmla="*/ 10000 w 10000"/>
                  <a:gd name="connsiteY0" fmla="*/ 0 h 10000"/>
                  <a:gd name="connsiteX1" fmla="*/ 9655 w 10000"/>
                  <a:gd name="connsiteY1" fmla="*/ 233 h 10000"/>
                  <a:gd name="connsiteX2" fmla="*/ 8966 w 10000"/>
                  <a:gd name="connsiteY2" fmla="*/ 581 h 10000"/>
                  <a:gd name="connsiteX3" fmla="*/ 8103 w 10000"/>
                  <a:gd name="connsiteY3" fmla="*/ 1163 h 10000"/>
                  <a:gd name="connsiteX4" fmla="*/ 7241 w 10000"/>
                  <a:gd name="connsiteY4" fmla="*/ 1628 h 10000"/>
                  <a:gd name="connsiteX5" fmla="*/ 6552 w 10000"/>
                  <a:gd name="connsiteY5" fmla="*/ 1977 h 10000"/>
                  <a:gd name="connsiteX6" fmla="*/ 6034 w 10000"/>
                  <a:gd name="connsiteY6" fmla="*/ 2209 h 10000"/>
                  <a:gd name="connsiteX7" fmla="*/ 5690 w 10000"/>
                  <a:gd name="connsiteY7" fmla="*/ 2442 h 10000"/>
                  <a:gd name="connsiteX8" fmla="*/ 5345 w 10000"/>
                  <a:gd name="connsiteY8" fmla="*/ 2674 h 10000"/>
                  <a:gd name="connsiteX9" fmla="*/ 5000 w 10000"/>
                  <a:gd name="connsiteY9" fmla="*/ 2791 h 10000"/>
                  <a:gd name="connsiteX10" fmla="*/ 4655 w 10000"/>
                  <a:gd name="connsiteY10" fmla="*/ 2791 h 10000"/>
                  <a:gd name="connsiteX11" fmla="*/ 4655 w 10000"/>
                  <a:gd name="connsiteY11" fmla="*/ 2907 h 10000"/>
                  <a:gd name="connsiteX12" fmla="*/ 1897 w 10000"/>
                  <a:gd name="connsiteY12" fmla="*/ 2674 h 10000"/>
                  <a:gd name="connsiteX13" fmla="*/ 1552 w 10000"/>
                  <a:gd name="connsiteY13" fmla="*/ 2674 h 10000"/>
                  <a:gd name="connsiteX14" fmla="*/ 1552 w 10000"/>
                  <a:gd name="connsiteY14" fmla="*/ 2791 h 10000"/>
                  <a:gd name="connsiteX15" fmla="*/ 1379 w 10000"/>
                  <a:gd name="connsiteY15" fmla="*/ 3023 h 10000"/>
                  <a:gd name="connsiteX16" fmla="*/ 1379 w 10000"/>
                  <a:gd name="connsiteY16" fmla="*/ 3256 h 10000"/>
                  <a:gd name="connsiteX17" fmla="*/ 1552 w 10000"/>
                  <a:gd name="connsiteY17" fmla="*/ 3488 h 10000"/>
                  <a:gd name="connsiteX18" fmla="*/ 1552 w 10000"/>
                  <a:gd name="connsiteY18" fmla="*/ 3605 h 10000"/>
                  <a:gd name="connsiteX19" fmla="*/ 1552 w 10000"/>
                  <a:gd name="connsiteY19" fmla="*/ 3721 h 10000"/>
                  <a:gd name="connsiteX20" fmla="*/ 1724 w 10000"/>
                  <a:gd name="connsiteY20" fmla="*/ 3837 h 10000"/>
                  <a:gd name="connsiteX21" fmla="*/ 1552 w 10000"/>
                  <a:gd name="connsiteY21" fmla="*/ 4070 h 10000"/>
                  <a:gd name="connsiteX22" fmla="*/ 1207 w 10000"/>
                  <a:gd name="connsiteY22" fmla="*/ 4186 h 10000"/>
                  <a:gd name="connsiteX23" fmla="*/ 862 w 10000"/>
                  <a:gd name="connsiteY23" fmla="*/ 4186 h 10000"/>
                  <a:gd name="connsiteX24" fmla="*/ 690 w 10000"/>
                  <a:gd name="connsiteY24" fmla="*/ 4186 h 10000"/>
                  <a:gd name="connsiteX25" fmla="*/ 345 w 10000"/>
                  <a:gd name="connsiteY25" fmla="*/ 4070 h 10000"/>
                  <a:gd name="connsiteX26" fmla="*/ 172 w 10000"/>
                  <a:gd name="connsiteY26" fmla="*/ 4070 h 10000"/>
                  <a:gd name="connsiteX27" fmla="*/ 0 w 10000"/>
                  <a:gd name="connsiteY27" fmla="*/ 4070 h 10000"/>
                  <a:gd name="connsiteX28" fmla="*/ 0 w 10000"/>
                  <a:gd name="connsiteY28" fmla="*/ 5349 h 10000"/>
                  <a:gd name="connsiteX29" fmla="*/ 1034 w 10000"/>
                  <a:gd name="connsiteY29" fmla="*/ 5233 h 10000"/>
                  <a:gd name="connsiteX30" fmla="*/ 1897 w 10000"/>
                  <a:gd name="connsiteY30" fmla="*/ 5698 h 10000"/>
                  <a:gd name="connsiteX31" fmla="*/ 1379 w 10000"/>
                  <a:gd name="connsiteY31" fmla="*/ 6512 h 10000"/>
                  <a:gd name="connsiteX32" fmla="*/ 1552 w 10000"/>
                  <a:gd name="connsiteY32" fmla="*/ 6512 h 10000"/>
                  <a:gd name="connsiteX33" fmla="*/ 1724 w 10000"/>
                  <a:gd name="connsiteY33" fmla="*/ 6628 h 10000"/>
                  <a:gd name="connsiteX34" fmla="*/ 1897 w 10000"/>
                  <a:gd name="connsiteY34" fmla="*/ 6744 h 10000"/>
                  <a:gd name="connsiteX35" fmla="*/ 2241 w 10000"/>
                  <a:gd name="connsiteY35" fmla="*/ 6977 h 10000"/>
                  <a:gd name="connsiteX36" fmla="*/ 2586 w 10000"/>
                  <a:gd name="connsiteY36" fmla="*/ 7093 h 10000"/>
                  <a:gd name="connsiteX37" fmla="*/ 2931 w 10000"/>
                  <a:gd name="connsiteY37" fmla="*/ 7209 h 10000"/>
                  <a:gd name="connsiteX38" fmla="*/ 3103 w 10000"/>
                  <a:gd name="connsiteY38" fmla="*/ 7326 h 10000"/>
                  <a:gd name="connsiteX39" fmla="*/ 3448 w 10000"/>
                  <a:gd name="connsiteY39" fmla="*/ 7442 h 10000"/>
                  <a:gd name="connsiteX40" fmla="*/ 3621 w 10000"/>
                  <a:gd name="connsiteY40" fmla="*/ 7558 h 10000"/>
                  <a:gd name="connsiteX41" fmla="*/ 3621 w 10000"/>
                  <a:gd name="connsiteY41" fmla="*/ 7674 h 10000"/>
                  <a:gd name="connsiteX42" fmla="*/ 3621 w 10000"/>
                  <a:gd name="connsiteY42" fmla="*/ 7791 h 10000"/>
                  <a:gd name="connsiteX43" fmla="*/ 3621 w 10000"/>
                  <a:gd name="connsiteY43" fmla="*/ 7791 h 10000"/>
                  <a:gd name="connsiteX44" fmla="*/ 3621 w 10000"/>
                  <a:gd name="connsiteY44" fmla="*/ 7907 h 10000"/>
                  <a:gd name="connsiteX45" fmla="*/ 3621 w 10000"/>
                  <a:gd name="connsiteY45" fmla="*/ 8140 h 10000"/>
                  <a:gd name="connsiteX46" fmla="*/ 3621 w 10000"/>
                  <a:gd name="connsiteY46" fmla="*/ 8605 h 10000"/>
                  <a:gd name="connsiteX47" fmla="*/ 3448 w 10000"/>
                  <a:gd name="connsiteY47" fmla="*/ 9070 h 10000"/>
                  <a:gd name="connsiteX48" fmla="*/ 3448 w 10000"/>
                  <a:gd name="connsiteY48" fmla="*/ 9302 h 10000"/>
                  <a:gd name="connsiteX49" fmla="*/ 3621 w 10000"/>
                  <a:gd name="connsiteY49" fmla="*/ 9535 h 10000"/>
                  <a:gd name="connsiteX50" fmla="*/ 3966 w 10000"/>
                  <a:gd name="connsiteY50" fmla="*/ 9767 h 10000"/>
                  <a:gd name="connsiteX51" fmla="*/ 4138 w 10000"/>
                  <a:gd name="connsiteY51" fmla="*/ 9884 h 10000"/>
                  <a:gd name="connsiteX52" fmla="*/ 4483 w 10000"/>
                  <a:gd name="connsiteY52" fmla="*/ 9884 h 10000"/>
                  <a:gd name="connsiteX53" fmla="*/ 4828 w 10000"/>
                  <a:gd name="connsiteY53" fmla="*/ 10000 h 10000"/>
                  <a:gd name="connsiteX54" fmla="*/ 5172 w 10000"/>
                  <a:gd name="connsiteY54" fmla="*/ 10000 h 10000"/>
                  <a:gd name="connsiteX55" fmla="*/ 5517 w 10000"/>
                  <a:gd name="connsiteY55" fmla="*/ 10000 h 10000"/>
                  <a:gd name="connsiteX56" fmla="*/ 5862 w 10000"/>
                  <a:gd name="connsiteY56" fmla="*/ 9767 h 10000"/>
                  <a:gd name="connsiteX57" fmla="*/ 6207 w 10000"/>
                  <a:gd name="connsiteY57" fmla="*/ 9651 h 10000"/>
                  <a:gd name="connsiteX58" fmla="*/ 6379 w 10000"/>
                  <a:gd name="connsiteY58" fmla="*/ 9419 h 10000"/>
                  <a:gd name="connsiteX59" fmla="*/ 6552 w 10000"/>
                  <a:gd name="connsiteY59" fmla="*/ 9302 h 10000"/>
                  <a:gd name="connsiteX60" fmla="*/ 6552 w 10000"/>
                  <a:gd name="connsiteY60" fmla="*/ 9302 h 10000"/>
                  <a:gd name="connsiteX61" fmla="*/ 6724 w 10000"/>
                  <a:gd name="connsiteY61" fmla="*/ 7907 h 10000"/>
                  <a:gd name="connsiteX62" fmla="*/ 6724 w 10000"/>
                  <a:gd name="connsiteY62" fmla="*/ 7442 h 10000"/>
                  <a:gd name="connsiteX63" fmla="*/ 6552 w 10000"/>
                  <a:gd name="connsiteY63" fmla="*/ 6977 h 10000"/>
                  <a:gd name="connsiteX64" fmla="*/ 6379 w 10000"/>
                  <a:gd name="connsiteY64" fmla="*/ 6744 h 10000"/>
                  <a:gd name="connsiteX65" fmla="*/ 6034 w 10000"/>
                  <a:gd name="connsiteY65" fmla="*/ 6512 h 10000"/>
                  <a:gd name="connsiteX66" fmla="*/ 5862 w 10000"/>
                  <a:gd name="connsiteY66" fmla="*/ 6279 h 10000"/>
                  <a:gd name="connsiteX67" fmla="*/ 5690 w 10000"/>
                  <a:gd name="connsiteY67" fmla="*/ 6279 h 10000"/>
                  <a:gd name="connsiteX68" fmla="*/ 5517 w 10000"/>
                  <a:gd name="connsiteY68" fmla="*/ 6163 h 10000"/>
                  <a:gd name="connsiteX69" fmla="*/ 5345 w 10000"/>
                  <a:gd name="connsiteY69" fmla="*/ 6163 h 10000"/>
                  <a:gd name="connsiteX70" fmla="*/ 4199 w 10000"/>
                  <a:gd name="connsiteY70" fmla="*/ 5964 h 10000"/>
                  <a:gd name="connsiteX71" fmla="*/ 4655 w 10000"/>
                  <a:gd name="connsiteY71" fmla="*/ 5581 h 10000"/>
                  <a:gd name="connsiteX72" fmla="*/ 4655 w 10000"/>
                  <a:gd name="connsiteY72" fmla="*/ 5349 h 10000"/>
                  <a:gd name="connsiteX73" fmla="*/ 4655 w 10000"/>
                  <a:gd name="connsiteY73" fmla="*/ 5233 h 10000"/>
                  <a:gd name="connsiteX74" fmla="*/ 4655 w 10000"/>
                  <a:gd name="connsiteY74" fmla="*/ 5116 h 10000"/>
                  <a:gd name="connsiteX75" fmla="*/ 4828 w 10000"/>
                  <a:gd name="connsiteY75" fmla="*/ 5000 h 10000"/>
                  <a:gd name="connsiteX76" fmla="*/ 5000 w 10000"/>
                  <a:gd name="connsiteY76" fmla="*/ 5000 h 10000"/>
                  <a:gd name="connsiteX77" fmla="*/ 5000 w 10000"/>
                  <a:gd name="connsiteY77" fmla="*/ 4884 h 10000"/>
                  <a:gd name="connsiteX78" fmla="*/ 5172 w 10000"/>
                  <a:gd name="connsiteY78" fmla="*/ 4884 h 10000"/>
                  <a:gd name="connsiteX79" fmla="*/ 5172 w 10000"/>
                  <a:gd name="connsiteY79" fmla="*/ 4884 h 10000"/>
                  <a:gd name="connsiteX80" fmla="*/ 6379 w 10000"/>
                  <a:gd name="connsiteY80" fmla="*/ 4070 h 10000"/>
                  <a:gd name="connsiteX81" fmla="*/ 7414 w 10000"/>
                  <a:gd name="connsiteY81" fmla="*/ 3256 h 10000"/>
                  <a:gd name="connsiteX82" fmla="*/ 8103 w 10000"/>
                  <a:gd name="connsiteY82" fmla="*/ 2674 h 10000"/>
                  <a:gd name="connsiteX83" fmla="*/ 8448 w 10000"/>
                  <a:gd name="connsiteY83" fmla="*/ 2442 h 10000"/>
                  <a:gd name="connsiteX84" fmla="*/ 8966 w 10000"/>
                  <a:gd name="connsiteY84" fmla="*/ 1860 h 10000"/>
                  <a:gd name="connsiteX85" fmla="*/ 9483 w 10000"/>
                  <a:gd name="connsiteY85" fmla="*/ 1163 h 10000"/>
                  <a:gd name="connsiteX86" fmla="*/ 9828 w 10000"/>
                  <a:gd name="connsiteY86" fmla="*/ 698 h 10000"/>
                  <a:gd name="connsiteX87" fmla="*/ 9828 w 10000"/>
                  <a:gd name="connsiteY87" fmla="*/ 465 h 10000"/>
                  <a:gd name="connsiteX88" fmla="*/ 9655 w 10000"/>
                  <a:gd name="connsiteY88" fmla="*/ 534 h 10000"/>
                  <a:gd name="connsiteX0" fmla="*/ 8274 w 9835"/>
                  <a:gd name="connsiteY0" fmla="*/ 1216 h 9767"/>
                  <a:gd name="connsiteX1" fmla="*/ 9655 w 9835"/>
                  <a:gd name="connsiteY1" fmla="*/ 0 h 9767"/>
                  <a:gd name="connsiteX2" fmla="*/ 8966 w 9835"/>
                  <a:gd name="connsiteY2" fmla="*/ 348 h 9767"/>
                  <a:gd name="connsiteX3" fmla="*/ 8103 w 9835"/>
                  <a:gd name="connsiteY3" fmla="*/ 930 h 9767"/>
                  <a:gd name="connsiteX4" fmla="*/ 7241 w 9835"/>
                  <a:gd name="connsiteY4" fmla="*/ 1395 h 9767"/>
                  <a:gd name="connsiteX5" fmla="*/ 6552 w 9835"/>
                  <a:gd name="connsiteY5" fmla="*/ 1744 h 9767"/>
                  <a:gd name="connsiteX6" fmla="*/ 6034 w 9835"/>
                  <a:gd name="connsiteY6" fmla="*/ 1976 h 9767"/>
                  <a:gd name="connsiteX7" fmla="*/ 5690 w 9835"/>
                  <a:gd name="connsiteY7" fmla="*/ 2209 h 9767"/>
                  <a:gd name="connsiteX8" fmla="*/ 5345 w 9835"/>
                  <a:gd name="connsiteY8" fmla="*/ 2441 h 9767"/>
                  <a:gd name="connsiteX9" fmla="*/ 5000 w 9835"/>
                  <a:gd name="connsiteY9" fmla="*/ 2558 h 9767"/>
                  <a:gd name="connsiteX10" fmla="*/ 4655 w 9835"/>
                  <a:gd name="connsiteY10" fmla="*/ 2558 h 9767"/>
                  <a:gd name="connsiteX11" fmla="*/ 4655 w 9835"/>
                  <a:gd name="connsiteY11" fmla="*/ 2674 h 9767"/>
                  <a:gd name="connsiteX12" fmla="*/ 1897 w 9835"/>
                  <a:gd name="connsiteY12" fmla="*/ 2441 h 9767"/>
                  <a:gd name="connsiteX13" fmla="*/ 1552 w 9835"/>
                  <a:gd name="connsiteY13" fmla="*/ 2441 h 9767"/>
                  <a:gd name="connsiteX14" fmla="*/ 1552 w 9835"/>
                  <a:gd name="connsiteY14" fmla="*/ 2558 h 9767"/>
                  <a:gd name="connsiteX15" fmla="*/ 1379 w 9835"/>
                  <a:gd name="connsiteY15" fmla="*/ 2790 h 9767"/>
                  <a:gd name="connsiteX16" fmla="*/ 1379 w 9835"/>
                  <a:gd name="connsiteY16" fmla="*/ 3023 h 9767"/>
                  <a:gd name="connsiteX17" fmla="*/ 1552 w 9835"/>
                  <a:gd name="connsiteY17" fmla="*/ 3255 h 9767"/>
                  <a:gd name="connsiteX18" fmla="*/ 1552 w 9835"/>
                  <a:gd name="connsiteY18" fmla="*/ 3372 h 9767"/>
                  <a:gd name="connsiteX19" fmla="*/ 1552 w 9835"/>
                  <a:gd name="connsiteY19" fmla="*/ 3488 h 9767"/>
                  <a:gd name="connsiteX20" fmla="*/ 1724 w 9835"/>
                  <a:gd name="connsiteY20" fmla="*/ 3604 h 9767"/>
                  <a:gd name="connsiteX21" fmla="*/ 1552 w 9835"/>
                  <a:gd name="connsiteY21" fmla="*/ 3837 h 9767"/>
                  <a:gd name="connsiteX22" fmla="*/ 1207 w 9835"/>
                  <a:gd name="connsiteY22" fmla="*/ 3953 h 9767"/>
                  <a:gd name="connsiteX23" fmla="*/ 862 w 9835"/>
                  <a:gd name="connsiteY23" fmla="*/ 3953 h 9767"/>
                  <a:gd name="connsiteX24" fmla="*/ 690 w 9835"/>
                  <a:gd name="connsiteY24" fmla="*/ 3953 h 9767"/>
                  <a:gd name="connsiteX25" fmla="*/ 345 w 9835"/>
                  <a:gd name="connsiteY25" fmla="*/ 3837 h 9767"/>
                  <a:gd name="connsiteX26" fmla="*/ 172 w 9835"/>
                  <a:gd name="connsiteY26" fmla="*/ 3837 h 9767"/>
                  <a:gd name="connsiteX27" fmla="*/ 0 w 9835"/>
                  <a:gd name="connsiteY27" fmla="*/ 3837 h 9767"/>
                  <a:gd name="connsiteX28" fmla="*/ 0 w 9835"/>
                  <a:gd name="connsiteY28" fmla="*/ 5116 h 9767"/>
                  <a:gd name="connsiteX29" fmla="*/ 1034 w 9835"/>
                  <a:gd name="connsiteY29" fmla="*/ 5000 h 9767"/>
                  <a:gd name="connsiteX30" fmla="*/ 1897 w 9835"/>
                  <a:gd name="connsiteY30" fmla="*/ 5465 h 9767"/>
                  <a:gd name="connsiteX31" fmla="*/ 1379 w 9835"/>
                  <a:gd name="connsiteY31" fmla="*/ 6279 h 9767"/>
                  <a:gd name="connsiteX32" fmla="*/ 1552 w 9835"/>
                  <a:gd name="connsiteY32" fmla="*/ 6279 h 9767"/>
                  <a:gd name="connsiteX33" fmla="*/ 1724 w 9835"/>
                  <a:gd name="connsiteY33" fmla="*/ 6395 h 9767"/>
                  <a:gd name="connsiteX34" fmla="*/ 1897 w 9835"/>
                  <a:gd name="connsiteY34" fmla="*/ 6511 h 9767"/>
                  <a:gd name="connsiteX35" fmla="*/ 2241 w 9835"/>
                  <a:gd name="connsiteY35" fmla="*/ 6744 h 9767"/>
                  <a:gd name="connsiteX36" fmla="*/ 2586 w 9835"/>
                  <a:gd name="connsiteY36" fmla="*/ 6860 h 9767"/>
                  <a:gd name="connsiteX37" fmla="*/ 2931 w 9835"/>
                  <a:gd name="connsiteY37" fmla="*/ 6976 h 9767"/>
                  <a:gd name="connsiteX38" fmla="*/ 3103 w 9835"/>
                  <a:gd name="connsiteY38" fmla="*/ 7093 h 9767"/>
                  <a:gd name="connsiteX39" fmla="*/ 3448 w 9835"/>
                  <a:gd name="connsiteY39" fmla="*/ 7209 h 9767"/>
                  <a:gd name="connsiteX40" fmla="*/ 3621 w 9835"/>
                  <a:gd name="connsiteY40" fmla="*/ 7325 h 9767"/>
                  <a:gd name="connsiteX41" fmla="*/ 3621 w 9835"/>
                  <a:gd name="connsiteY41" fmla="*/ 7441 h 9767"/>
                  <a:gd name="connsiteX42" fmla="*/ 3621 w 9835"/>
                  <a:gd name="connsiteY42" fmla="*/ 7558 h 9767"/>
                  <a:gd name="connsiteX43" fmla="*/ 3621 w 9835"/>
                  <a:gd name="connsiteY43" fmla="*/ 7558 h 9767"/>
                  <a:gd name="connsiteX44" fmla="*/ 3621 w 9835"/>
                  <a:gd name="connsiteY44" fmla="*/ 7674 h 9767"/>
                  <a:gd name="connsiteX45" fmla="*/ 3621 w 9835"/>
                  <a:gd name="connsiteY45" fmla="*/ 7907 h 9767"/>
                  <a:gd name="connsiteX46" fmla="*/ 3621 w 9835"/>
                  <a:gd name="connsiteY46" fmla="*/ 8372 h 9767"/>
                  <a:gd name="connsiteX47" fmla="*/ 3448 w 9835"/>
                  <a:gd name="connsiteY47" fmla="*/ 8837 h 9767"/>
                  <a:gd name="connsiteX48" fmla="*/ 3448 w 9835"/>
                  <a:gd name="connsiteY48" fmla="*/ 9069 h 9767"/>
                  <a:gd name="connsiteX49" fmla="*/ 3621 w 9835"/>
                  <a:gd name="connsiteY49" fmla="*/ 9302 h 9767"/>
                  <a:gd name="connsiteX50" fmla="*/ 3966 w 9835"/>
                  <a:gd name="connsiteY50" fmla="*/ 9534 h 9767"/>
                  <a:gd name="connsiteX51" fmla="*/ 4138 w 9835"/>
                  <a:gd name="connsiteY51" fmla="*/ 9651 h 9767"/>
                  <a:gd name="connsiteX52" fmla="*/ 4483 w 9835"/>
                  <a:gd name="connsiteY52" fmla="*/ 9651 h 9767"/>
                  <a:gd name="connsiteX53" fmla="*/ 4828 w 9835"/>
                  <a:gd name="connsiteY53" fmla="*/ 9767 h 9767"/>
                  <a:gd name="connsiteX54" fmla="*/ 5172 w 9835"/>
                  <a:gd name="connsiteY54" fmla="*/ 9767 h 9767"/>
                  <a:gd name="connsiteX55" fmla="*/ 5517 w 9835"/>
                  <a:gd name="connsiteY55" fmla="*/ 9767 h 9767"/>
                  <a:gd name="connsiteX56" fmla="*/ 5862 w 9835"/>
                  <a:gd name="connsiteY56" fmla="*/ 9534 h 9767"/>
                  <a:gd name="connsiteX57" fmla="*/ 6207 w 9835"/>
                  <a:gd name="connsiteY57" fmla="*/ 9418 h 9767"/>
                  <a:gd name="connsiteX58" fmla="*/ 6379 w 9835"/>
                  <a:gd name="connsiteY58" fmla="*/ 9186 h 9767"/>
                  <a:gd name="connsiteX59" fmla="*/ 6552 w 9835"/>
                  <a:gd name="connsiteY59" fmla="*/ 9069 h 9767"/>
                  <a:gd name="connsiteX60" fmla="*/ 6552 w 9835"/>
                  <a:gd name="connsiteY60" fmla="*/ 9069 h 9767"/>
                  <a:gd name="connsiteX61" fmla="*/ 6724 w 9835"/>
                  <a:gd name="connsiteY61" fmla="*/ 7674 h 9767"/>
                  <a:gd name="connsiteX62" fmla="*/ 6724 w 9835"/>
                  <a:gd name="connsiteY62" fmla="*/ 7209 h 9767"/>
                  <a:gd name="connsiteX63" fmla="*/ 6552 w 9835"/>
                  <a:gd name="connsiteY63" fmla="*/ 6744 h 9767"/>
                  <a:gd name="connsiteX64" fmla="*/ 6379 w 9835"/>
                  <a:gd name="connsiteY64" fmla="*/ 6511 h 9767"/>
                  <a:gd name="connsiteX65" fmla="*/ 6034 w 9835"/>
                  <a:gd name="connsiteY65" fmla="*/ 6279 h 9767"/>
                  <a:gd name="connsiteX66" fmla="*/ 5862 w 9835"/>
                  <a:gd name="connsiteY66" fmla="*/ 6046 h 9767"/>
                  <a:gd name="connsiteX67" fmla="*/ 5690 w 9835"/>
                  <a:gd name="connsiteY67" fmla="*/ 6046 h 9767"/>
                  <a:gd name="connsiteX68" fmla="*/ 5517 w 9835"/>
                  <a:gd name="connsiteY68" fmla="*/ 5930 h 9767"/>
                  <a:gd name="connsiteX69" fmla="*/ 5345 w 9835"/>
                  <a:gd name="connsiteY69" fmla="*/ 5930 h 9767"/>
                  <a:gd name="connsiteX70" fmla="*/ 4199 w 9835"/>
                  <a:gd name="connsiteY70" fmla="*/ 5731 h 9767"/>
                  <a:gd name="connsiteX71" fmla="*/ 4655 w 9835"/>
                  <a:gd name="connsiteY71" fmla="*/ 5348 h 9767"/>
                  <a:gd name="connsiteX72" fmla="*/ 4655 w 9835"/>
                  <a:gd name="connsiteY72" fmla="*/ 5116 h 9767"/>
                  <a:gd name="connsiteX73" fmla="*/ 4655 w 9835"/>
                  <a:gd name="connsiteY73" fmla="*/ 5000 h 9767"/>
                  <a:gd name="connsiteX74" fmla="*/ 4655 w 9835"/>
                  <a:gd name="connsiteY74" fmla="*/ 4883 h 9767"/>
                  <a:gd name="connsiteX75" fmla="*/ 4828 w 9835"/>
                  <a:gd name="connsiteY75" fmla="*/ 4767 h 9767"/>
                  <a:gd name="connsiteX76" fmla="*/ 5000 w 9835"/>
                  <a:gd name="connsiteY76" fmla="*/ 4767 h 9767"/>
                  <a:gd name="connsiteX77" fmla="*/ 5000 w 9835"/>
                  <a:gd name="connsiteY77" fmla="*/ 4651 h 9767"/>
                  <a:gd name="connsiteX78" fmla="*/ 5172 w 9835"/>
                  <a:gd name="connsiteY78" fmla="*/ 4651 h 9767"/>
                  <a:gd name="connsiteX79" fmla="*/ 5172 w 9835"/>
                  <a:gd name="connsiteY79" fmla="*/ 4651 h 9767"/>
                  <a:gd name="connsiteX80" fmla="*/ 6379 w 9835"/>
                  <a:gd name="connsiteY80" fmla="*/ 3837 h 9767"/>
                  <a:gd name="connsiteX81" fmla="*/ 7414 w 9835"/>
                  <a:gd name="connsiteY81" fmla="*/ 3023 h 9767"/>
                  <a:gd name="connsiteX82" fmla="*/ 8103 w 9835"/>
                  <a:gd name="connsiteY82" fmla="*/ 2441 h 9767"/>
                  <a:gd name="connsiteX83" fmla="*/ 8448 w 9835"/>
                  <a:gd name="connsiteY83" fmla="*/ 2209 h 9767"/>
                  <a:gd name="connsiteX84" fmla="*/ 8966 w 9835"/>
                  <a:gd name="connsiteY84" fmla="*/ 1627 h 9767"/>
                  <a:gd name="connsiteX85" fmla="*/ 9483 w 9835"/>
                  <a:gd name="connsiteY85" fmla="*/ 930 h 9767"/>
                  <a:gd name="connsiteX86" fmla="*/ 9828 w 9835"/>
                  <a:gd name="connsiteY86" fmla="*/ 465 h 9767"/>
                  <a:gd name="connsiteX87" fmla="*/ 9828 w 9835"/>
                  <a:gd name="connsiteY87" fmla="*/ 232 h 9767"/>
                  <a:gd name="connsiteX88" fmla="*/ 9655 w 9835"/>
                  <a:gd name="connsiteY88" fmla="*/ 301 h 9767"/>
                  <a:gd name="connsiteX0" fmla="*/ 8413 w 10000"/>
                  <a:gd name="connsiteY0" fmla="*/ 1047 h 9802"/>
                  <a:gd name="connsiteX1" fmla="*/ 4785 w 10000"/>
                  <a:gd name="connsiteY1" fmla="*/ 3419 h 9802"/>
                  <a:gd name="connsiteX2" fmla="*/ 9116 w 10000"/>
                  <a:gd name="connsiteY2" fmla="*/ 158 h 9802"/>
                  <a:gd name="connsiteX3" fmla="*/ 8239 w 10000"/>
                  <a:gd name="connsiteY3" fmla="*/ 754 h 9802"/>
                  <a:gd name="connsiteX4" fmla="*/ 7362 w 10000"/>
                  <a:gd name="connsiteY4" fmla="*/ 1230 h 9802"/>
                  <a:gd name="connsiteX5" fmla="*/ 6662 w 10000"/>
                  <a:gd name="connsiteY5" fmla="*/ 1588 h 9802"/>
                  <a:gd name="connsiteX6" fmla="*/ 6135 w 10000"/>
                  <a:gd name="connsiteY6" fmla="*/ 1825 h 9802"/>
                  <a:gd name="connsiteX7" fmla="*/ 5785 w 10000"/>
                  <a:gd name="connsiteY7" fmla="*/ 2064 h 9802"/>
                  <a:gd name="connsiteX8" fmla="*/ 5435 w 10000"/>
                  <a:gd name="connsiteY8" fmla="*/ 2301 h 9802"/>
                  <a:gd name="connsiteX9" fmla="*/ 5084 w 10000"/>
                  <a:gd name="connsiteY9" fmla="*/ 2421 h 9802"/>
                  <a:gd name="connsiteX10" fmla="*/ 4733 w 10000"/>
                  <a:gd name="connsiteY10" fmla="*/ 2421 h 9802"/>
                  <a:gd name="connsiteX11" fmla="*/ 4733 w 10000"/>
                  <a:gd name="connsiteY11" fmla="*/ 2540 h 9802"/>
                  <a:gd name="connsiteX12" fmla="*/ 1929 w 10000"/>
                  <a:gd name="connsiteY12" fmla="*/ 2301 h 9802"/>
                  <a:gd name="connsiteX13" fmla="*/ 1578 w 10000"/>
                  <a:gd name="connsiteY13" fmla="*/ 2301 h 9802"/>
                  <a:gd name="connsiteX14" fmla="*/ 1578 w 10000"/>
                  <a:gd name="connsiteY14" fmla="*/ 2421 h 9802"/>
                  <a:gd name="connsiteX15" fmla="*/ 1402 w 10000"/>
                  <a:gd name="connsiteY15" fmla="*/ 2659 h 9802"/>
                  <a:gd name="connsiteX16" fmla="*/ 1402 w 10000"/>
                  <a:gd name="connsiteY16" fmla="*/ 2897 h 9802"/>
                  <a:gd name="connsiteX17" fmla="*/ 1578 w 10000"/>
                  <a:gd name="connsiteY17" fmla="*/ 3135 h 9802"/>
                  <a:gd name="connsiteX18" fmla="*/ 1578 w 10000"/>
                  <a:gd name="connsiteY18" fmla="*/ 3254 h 9802"/>
                  <a:gd name="connsiteX19" fmla="*/ 1578 w 10000"/>
                  <a:gd name="connsiteY19" fmla="*/ 3373 h 9802"/>
                  <a:gd name="connsiteX20" fmla="*/ 1753 w 10000"/>
                  <a:gd name="connsiteY20" fmla="*/ 3492 h 9802"/>
                  <a:gd name="connsiteX21" fmla="*/ 1578 w 10000"/>
                  <a:gd name="connsiteY21" fmla="*/ 3731 h 9802"/>
                  <a:gd name="connsiteX22" fmla="*/ 1227 w 10000"/>
                  <a:gd name="connsiteY22" fmla="*/ 3849 h 9802"/>
                  <a:gd name="connsiteX23" fmla="*/ 876 w 10000"/>
                  <a:gd name="connsiteY23" fmla="*/ 3849 h 9802"/>
                  <a:gd name="connsiteX24" fmla="*/ 702 w 10000"/>
                  <a:gd name="connsiteY24" fmla="*/ 3849 h 9802"/>
                  <a:gd name="connsiteX25" fmla="*/ 351 w 10000"/>
                  <a:gd name="connsiteY25" fmla="*/ 3731 h 9802"/>
                  <a:gd name="connsiteX26" fmla="*/ 175 w 10000"/>
                  <a:gd name="connsiteY26" fmla="*/ 3731 h 9802"/>
                  <a:gd name="connsiteX27" fmla="*/ 0 w 10000"/>
                  <a:gd name="connsiteY27" fmla="*/ 3731 h 9802"/>
                  <a:gd name="connsiteX28" fmla="*/ 0 w 10000"/>
                  <a:gd name="connsiteY28" fmla="*/ 5040 h 9802"/>
                  <a:gd name="connsiteX29" fmla="*/ 1051 w 10000"/>
                  <a:gd name="connsiteY29" fmla="*/ 4921 h 9802"/>
                  <a:gd name="connsiteX30" fmla="*/ 1929 w 10000"/>
                  <a:gd name="connsiteY30" fmla="*/ 5397 h 9802"/>
                  <a:gd name="connsiteX31" fmla="*/ 1402 w 10000"/>
                  <a:gd name="connsiteY31" fmla="*/ 6231 h 9802"/>
                  <a:gd name="connsiteX32" fmla="*/ 1578 w 10000"/>
                  <a:gd name="connsiteY32" fmla="*/ 6231 h 9802"/>
                  <a:gd name="connsiteX33" fmla="*/ 1753 w 10000"/>
                  <a:gd name="connsiteY33" fmla="*/ 6350 h 9802"/>
                  <a:gd name="connsiteX34" fmla="*/ 1929 w 10000"/>
                  <a:gd name="connsiteY34" fmla="*/ 6468 h 9802"/>
                  <a:gd name="connsiteX35" fmla="*/ 2279 w 10000"/>
                  <a:gd name="connsiteY35" fmla="*/ 6707 h 9802"/>
                  <a:gd name="connsiteX36" fmla="*/ 2629 w 10000"/>
                  <a:gd name="connsiteY36" fmla="*/ 6826 h 9802"/>
                  <a:gd name="connsiteX37" fmla="*/ 2980 w 10000"/>
                  <a:gd name="connsiteY37" fmla="*/ 6944 h 9802"/>
                  <a:gd name="connsiteX38" fmla="*/ 3155 w 10000"/>
                  <a:gd name="connsiteY38" fmla="*/ 7064 h 9802"/>
                  <a:gd name="connsiteX39" fmla="*/ 3506 w 10000"/>
                  <a:gd name="connsiteY39" fmla="*/ 7183 h 9802"/>
                  <a:gd name="connsiteX40" fmla="*/ 3682 w 10000"/>
                  <a:gd name="connsiteY40" fmla="*/ 7302 h 9802"/>
                  <a:gd name="connsiteX41" fmla="*/ 3682 w 10000"/>
                  <a:gd name="connsiteY41" fmla="*/ 7421 h 9802"/>
                  <a:gd name="connsiteX42" fmla="*/ 3682 w 10000"/>
                  <a:gd name="connsiteY42" fmla="*/ 7540 h 9802"/>
                  <a:gd name="connsiteX43" fmla="*/ 3682 w 10000"/>
                  <a:gd name="connsiteY43" fmla="*/ 7540 h 9802"/>
                  <a:gd name="connsiteX44" fmla="*/ 3682 w 10000"/>
                  <a:gd name="connsiteY44" fmla="*/ 7659 h 9802"/>
                  <a:gd name="connsiteX45" fmla="*/ 3682 w 10000"/>
                  <a:gd name="connsiteY45" fmla="*/ 7898 h 9802"/>
                  <a:gd name="connsiteX46" fmla="*/ 3682 w 10000"/>
                  <a:gd name="connsiteY46" fmla="*/ 8374 h 9802"/>
                  <a:gd name="connsiteX47" fmla="*/ 3506 w 10000"/>
                  <a:gd name="connsiteY47" fmla="*/ 8850 h 9802"/>
                  <a:gd name="connsiteX48" fmla="*/ 3506 w 10000"/>
                  <a:gd name="connsiteY48" fmla="*/ 9087 h 9802"/>
                  <a:gd name="connsiteX49" fmla="*/ 3682 w 10000"/>
                  <a:gd name="connsiteY49" fmla="*/ 9326 h 9802"/>
                  <a:gd name="connsiteX50" fmla="*/ 4033 w 10000"/>
                  <a:gd name="connsiteY50" fmla="*/ 9563 h 9802"/>
                  <a:gd name="connsiteX51" fmla="*/ 4207 w 10000"/>
                  <a:gd name="connsiteY51" fmla="*/ 9683 h 9802"/>
                  <a:gd name="connsiteX52" fmla="*/ 4558 w 10000"/>
                  <a:gd name="connsiteY52" fmla="*/ 9683 h 9802"/>
                  <a:gd name="connsiteX53" fmla="*/ 4909 w 10000"/>
                  <a:gd name="connsiteY53" fmla="*/ 9802 h 9802"/>
                  <a:gd name="connsiteX54" fmla="*/ 5259 w 10000"/>
                  <a:gd name="connsiteY54" fmla="*/ 9802 h 9802"/>
                  <a:gd name="connsiteX55" fmla="*/ 5610 w 10000"/>
                  <a:gd name="connsiteY55" fmla="*/ 9802 h 9802"/>
                  <a:gd name="connsiteX56" fmla="*/ 5960 w 10000"/>
                  <a:gd name="connsiteY56" fmla="*/ 9563 h 9802"/>
                  <a:gd name="connsiteX57" fmla="*/ 6311 w 10000"/>
                  <a:gd name="connsiteY57" fmla="*/ 9445 h 9802"/>
                  <a:gd name="connsiteX58" fmla="*/ 6486 w 10000"/>
                  <a:gd name="connsiteY58" fmla="*/ 9207 h 9802"/>
                  <a:gd name="connsiteX59" fmla="*/ 6662 w 10000"/>
                  <a:gd name="connsiteY59" fmla="*/ 9087 h 9802"/>
                  <a:gd name="connsiteX60" fmla="*/ 6662 w 10000"/>
                  <a:gd name="connsiteY60" fmla="*/ 9087 h 9802"/>
                  <a:gd name="connsiteX61" fmla="*/ 6837 w 10000"/>
                  <a:gd name="connsiteY61" fmla="*/ 7659 h 9802"/>
                  <a:gd name="connsiteX62" fmla="*/ 6837 w 10000"/>
                  <a:gd name="connsiteY62" fmla="*/ 7183 h 9802"/>
                  <a:gd name="connsiteX63" fmla="*/ 6662 w 10000"/>
                  <a:gd name="connsiteY63" fmla="*/ 6707 h 9802"/>
                  <a:gd name="connsiteX64" fmla="*/ 6486 w 10000"/>
                  <a:gd name="connsiteY64" fmla="*/ 6468 h 9802"/>
                  <a:gd name="connsiteX65" fmla="*/ 6135 w 10000"/>
                  <a:gd name="connsiteY65" fmla="*/ 6231 h 9802"/>
                  <a:gd name="connsiteX66" fmla="*/ 5960 w 10000"/>
                  <a:gd name="connsiteY66" fmla="*/ 5992 h 9802"/>
                  <a:gd name="connsiteX67" fmla="*/ 5785 w 10000"/>
                  <a:gd name="connsiteY67" fmla="*/ 5992 h 9802"/>
                  <a:gd name="connsiteX68" fmla="*/ 5610 w 10000"/>
                  <a:gd name="connsiteY68" fmla="*/ 5873 h 9802"/>
                  <a:gd name="connsiteX69" fmla="*/ 5435 w 10000"/>
                  <a:gd name="connsiteY69" fmla="*/ 5873 h 9802"/>
                  <a:gd name="connsiteX70" fmla="*/ 4269 w 10000"/>
                  <a:gd name="connsiteY70" fmla="*/ 5670 h 9802"/>
                  <a:gd name="connsiteX71" fmla="*/ 4733 w 10000"/>
                  <a:gd name="connsiteY71" fmla="*/ 5278 h 9802"/>
                  <a:gd name="connsiteX72" fmla="*/ 4733 w 10000"/>
                  <a:gd name="connsiteY72" fmla="*/ 5040 h 9802"/>
                  <a:gd name="connsiteX73" fmla="*/ 4733 w 10000"/>
                  <a:gd name="connsiteY73" fmla="*/ 4921 h 9802"/>
                  <a:gd name="connsiteX74" fmla="*/ 4733 w 10000"/>
                  <a:gd name="connsiteY74" fmla="*/ 4801 h 9802"/>
                  <a:gd name="connsiteX75" fmla="*/ 4909 w 10000"/>
                  <a:gd name="connsiteY75" fmla="*/ 4683 h 9802"/>
                  <a:gd name="connsiteX76" fmla="*/ 5084 w 10000"/>
                  <a:gd name="connsiteY76" fmla="*/ 4683 h 9802"/>
                  <a:gd name="connsiteX77" fmla="*/ 5084 w 10000"/>
                  <a:gd name="connsiteY77" fmla="*/ 4564 h 9802"/>
                  <a:gd name="connsiteX78" fmla="*/ 5259 w 10000"/>
                  <a:gd name="connsiteY78" fmla="*/ 4564 h 9802"/>
                  <a:gd name="connsiteX79" fmla="*/ 5259 w 10000"/>
                  <a:gd name="connsiteY79" fmla="*/ 4564 h 9802"/>
                  <a:gd name="connsiteX80" fmla="*/ 6486 w 10000"/>
                  <a:gd name="connsiteY80" fmla="*/ 3731 h 9802"/>
                  <a:gd name="connsiteX81" fmla="*/ 7538 w 10000"/>
                  <a:gd name="connsiteY81" fmla="*/ 2897 h 9802"/>
                  <a:gd name="connsiteX82" fmla="*/ 8239 w 10000"/>
                  <a:gd name="connsiteY82" fmla="*/ 2301 h 9802"/>
                  <a:gd name="connsiteX83" fmla="*/ 8590 w 10000"/>
                  <a:gd name="connsiteY83" fmla="*/ 2064 h 9802"/>
                  <a:gd name="connsiteX84" fmla="*/ 9116 w 10000"/>
                  <a:gd name="connsiteY84" fmla="*/ 1468 h 9802"/>
                  <a:gd name="connsiteX85" fmla="*/ 9642 w 10000"/>
                  <a:gd name="connsiteY85" fmla="*/ 754 h 9802"/>
                  <a:gd name="connsiteX86" fmla="*/ 9993 w 10000"/>
                  <a:gd name="connsiteY86" fmla="*/ 278 h 9802"/>
                  <a:gd name="connsiteX87" fmla="*/ 9993 w 10000"/>
                  <a:gd name="connsiteY87" fmla="*/ 40 h 9802"/>
                  <a:gd name="connsiteX88" fmla="*/ 9817 w 10000"/>
                  <a:gd name="connsiteY88" fmla="*/ 110 h 9802"/>
                  <a:gd name="connsiteX0" fmla="*/ 8413 w 10000"/>
                  <a:gd name="connsiteY0" fmla="*/ 1067 h 9999"/>
                  <a:gd name="connsiteX1" fmla="*/ 4785 w 10000"/>
                  <a:gd name="connsiteY1" fmla="*/ 3487 h 9999"/>
                  <a:gd name="connsiteX2" fmla="*/ 2797 w 10000"/>
                  <a:gd name="connsiteY2" fmla="*/ 4328 h 9999"/>
                  <a:gd name="connsiteX3" fmla="*/ 8239 w 10000"/>
                  <a:gd name="connsiteY3" fmla="*/ 768 h 9999"/>
                  <a:gd name="connsiteX4" fmla="*/ 7362 w 10000"/>
                  <a:gd name="connsiteY4" fmla="*/ 1254 h 9999"/>
                  <a:gd name="connsiteX5" fmla="*/ 6662 w 10000"/>
                  <a:gd name="connsiteY5" fmla="*/ 1619 h 9999"/>
                  <a:gd name="connsiteX6" fmla="*/ 6135 w 10000"/>
                  <a:gd name="connsiteY6" fmla="*/ 1861 h 9999"/>
                  <a:gd name="connsiteX7" fmla="*/ 5785 w 10000"/>
                  <a:gd name="connsiteY7" fmla="*/ 2105 h 9999"/>
                  <a:gd name="connsiteX8" fmla="*/ 5435 w 10000"/>
                  <a:gd name="connsiteY8" fmla="*/ 2346 h 9999"/>
                  <a:gd name="connsiteX9" fmla="*/ 5084 w 10000"/>
                  <a:gd name="connsiteY9" fmla="*/ 2469 h 9999"/>
                  <a:gd name="connsiteX10" fmla="*/ 4733 w 10000"/>
                  <a:gd name="connsiteY10" fmla="*/ 2469 h 9999"/>
                  <a:gd name="connsiteX11" fmla="*/ 4733 w 10000"/>
                  <a:gd name="connsiteY11" fmla="*/ 2590 h 9999"/>
                  <a:gd name="connsiteX12" fmla="*/ 1929 w 10000"/>
                  <a:gd name="connsiteY12" fmla="*/ 2346 h 9999"/>
                  <a:gd name="connsiteX13" fmla="*/ 1578 w 10000"/>
                  <a:gd name="connsiteY13" fmla="*/ 2346 h 9999"/>
                  <a:gd name="connsiteX14" fmla="*/ 1578 w 10000"/>
                  <a:gd name="connsiteY14" fmla="*/ 2469 h 9999"/>
                  <a:gd name="connsiteX15" fmla="*/ 1402 w 10000"/>
                  <a:gd name="connsiteY15" fmla="*/ 2712 h 9999"/>
                  <a:gd name="connsiteX16" fmla="*/ 1402 w 10000"/>
                  <a:gd name="connsiteY16" fmla="*/ 2955 h 9999"/>
                  <a:gd name="connsiteX17" fmla="*/ 1578 w 10000"/>
                  <a:gd name="connsiteY17" fmla="*/ 3197 h 9999"/>
                  <a:gd name="connsiteX18" fmla="*/ 1578 w 10000"/>
                  <a:gd name="connsiteY18" fmla="*/ 3319 h 9999"/>
                  <a:gd name="connsiteX19" fmla="*/ 1578 w 10000"/>
                  <a:gd name="connsiteY19" fmla="*/ 3440 h 9999"/>
                  <a:gd name="connsiteX20" fmla="*/ 1753 w 10000"/>
                  <a:gd name="connsiteY20" fmla="*/ 3562 h 9999"/>
                  <a:gd name="connsiteX21" fmla="*/ 1578 w 10000"/>
                  <a:gd name="connsiteY21" fmla="*/ 3805 h 9999"/>
                  <a:gd name="connsiteX22" fmla="*/ 1227 w 10000"/>
                  <a:gd name="connsiteY22" fmla="*/ 3926 h 9999"/>
                  <a:gd name="connsiteX23" fmla="*/ 876 w 10000"/>
                  <a:gd name="connsiteY23" fmla="*/ 3926 h 9999"/>
                  <a:gd name="connsiteX24" fmla="*/ 702 w 10000"/>
                  <a:gd name="connsiteY24" fmla="*/ 3926 h 9999"/>
                  <a:gd name="connsiteX25" fmla="*/ 351 w 10000"/>
                  <a:gd name="connsiteY25" fmla="*/ 3805 h 9999"/>
                  <a:gd name="connsiteX26" fmla="*/ 175 w 10000"/>
                  <a:gd name="connsiteY26" fmla="*/ 3805 h 9999"/>
                  <a:gd name="connsiteX27" fmla="*/ 0 w 10000"/>
                  <a:gd name="connsiteY27" fmla="*/ 3805 h 9999"/>
                  <a:gd name="connsiteX28" fmla="*/ 0 w 10000"/>
                  <a:gd name="connsiteY28" fmla="*/ 5141 h 9999"/>
                  <a:gd name="connsiteX29" fmla="*/ 1051 w 10000"/>
                  <a:gd name="connsiteY29" fmla="*/ 5019 h 9999"/>
                  <a:gd name="connsiteX30" fmla="*/ 1929 w 10000"/>
                  <a:gd name="connsiteY30" fmla="*/ 5505 h 9999"/>
                  <a:gd name="connsiteX31" fmla="*/ 1402 w 10000"/>
                  <a:gd name="connsiteY31" fmla="*/ 6356 h 9999"/>
                  <a:gd name="connsiteX32" fmla="*/ 1578 w 10000"/>
                  <a:gd name="connsiteY32" fmla="*/ 6356 h 9999"/>
                  <a:gd name="connsiteX33" fmla="*/ 1753 w 10000"/>
                  <a:gd name="connsiteY33" fmla="*/ 6477 h 9999"/>
                  <a:gd name="connsiteX34" fmla="*/ 1929 w 10000"/>
                  <a:gd name="connsiteY34" fmla="*/ 6598 h 9999"/>
                  <a:gd name="connsiteX35" fmla="*/ 2279 w 10000"/>
                  <a:gd name="connsiteY35" fmla="*/ 6841 h 9999"/>
                  <a:gd name="connsiteX36" fmla="*/ 2629 w 10000"/>
                  <a:gd name="connsiteY36" fmla="*/ 6963 h 9999"/>
                  <a:gd name="connsiteX37" fmla="*/ 2980 w 10000"/>
                  <a:gd name="connsiteY37" fmla="*/ 7083 h 9999"/>
                  <a:gd name="connsiteX38" fmla="*/ 3155 w 10000"/>
                  <a:gd name="connsiteY38" fmla="*/ 7206 h 9999"/>
                  <a:gd name="connsiteX39" fmla="*/ 3506 w 10000"/>
                  <a:gd name="connsiteY39" fmla="*/ 7327 h 9999"/>
                  <a:gd name="connsiteX40" fmla="*/ 3682 w 10000"/>
                  <a:gd name="connsiteY40" fmla="*/ 7449 h 9999"/>
                  <a:gd name="connsiteX41" fmla="*/ 3682 w 10000"/>
                  <a:gd name="connsiteY41" fmla="*/ 7570 h 9999"/>
                  <a:gd name="connsiteX42" fmla="*/ 3682 w 10000"/>
                  <a:gd name="connsiteY42" fmla="*/ 7691 h 9999"/>
                  <a:gd name="connsiteX43" fmla="*/ 3682 w 10000"/>
                  <a:gd name="connsiteY43" fmla="*/ 7691 h 9999"/>
                  <a:gd name="connsiteX44" fmla="*/ 3682 w 10000"/>
                  <a:gd name="connsiteY44" fmla="*/ 7813 h 9999"/>
                  <a:gd name="connsiteX45" fmla="*/ 3682 w 10000"/>
                  <a:gd name="connsiteY45" fmla="*/ 8057 h 9999"/>
                  <a:gd name="connsiteX46" fmla="*/ 3682 w 10000"/>
                  <a:gd name="connsiteY46" fmla="*/ 8542 h 9999"/>
                  <a:gd name="connsiteX47" fmla="*/ 3506 w 10000"/>
                  <a:gd name="connsiteY47" fmla="*/ 9028 h 9999"/>
                  <a:gd name="connsiteX48" fmla="*/ 3506 w 10000"/>
                  <a:gd name="connsiteY48" fmla="*/ 9270 h 9999"/>
                  <a:gd name="connsiteX49" fmla="*/ 3682 w 10000"/>
                  <a:gd name="connsiteY49" fmla="*/ 9513 h 9999"/>
                  <a:gd name="connsiteX50" fmla="*/ 4033 w 10000"/>
                  <a:gd name="connsiteY50" fmla="*/ 9755 h 9999"/>
                  <a:gd name="connsiteX51" fmla="*/ 4207 w 10000"/>
                  <a:gd name="connsiteY51" fmla="*/ 9878 h 9999"/>
                  <a:gd name="connsiteX52" fmla="*/ 4558 w 10000"/>
                  <a:gd name="connsiteY52" fmla="*/ 9878 h 9999"/>
                  <a:gd name="connsiteX53" fmla="*/ 4909 w 10000"/>
                  <a:gd name="connsiteY53" fmla="*/ 9999 h 9999"/>
                  <a:gd name="connsiteX54" fmla="*/ 5259 w 10000"/>
                  <a:gd name="connsiteY54" fmla="*/ 9999 h 9999"/>
                  <a:gd name="connsiteX55" fmla="*/ 5610 w 10000"/>
                  <a:gd name="connsiteY55" fmla="*/ 9999 h 9999"/>
                  <a:gd name="connsiteX56" fmla="*/ 5960 w 10000"/>
                  <a:gd name="connsiteY56" fmla="*/ 9755 h 9999"/>
                  <a:gd name="connsiteX57" fmla="*/ 6311 w 10000"/>
                  <a:gd name="connsiteY57" fmla="*/ 9635 h 9999"/>
                  <a:gd name="connsiteX58" fmla="*/ 6486 w 10000"/>
                  <a:gd name="connsiteY58" fmla="*/ 9392 h 9999"/>
                  <a:gd name="connsiteX59" fmla="*/ 6662 w 10000"/>
                  <a:gd name="connsiteY59" fmla="*/ 9270 h 9999"/>
                  <a:gd name="connsiteX60" fmla="*/ 6662 w 10000"/>
                  <a:gd name="connsiteY60" fmla="*/ 9270 h 9999"/>
                  <a:gd name="connsiteX61" fmla="*/ 6837 w 10000"/>
                  <a:gd name="connsiteY61" fmla="*/ 7813 h 9999"/>
                  <a:gd name="connsiteX62" fmla="*/ 6837 w 10000"/>
                  <a:gd name="connsiteY62" fmla="*/ 7327 h 9999"/>
                  <a:gd name="connsiteX63" fmla="*/ 6662 w 10000"/>
                  <a:gd name="connsiteY63" fmla="*/ 6841 h 9999"/>
                  <a:gd name="connsiteX64" fmla="*/ 6486 w 10000"/>
                  <a:gd name="connsiteY64" fmla="*/ 6598 h 9999"/>
                  <a:gd name="connsiteX65" fmla="*/ 6135 w 10000"/>
                  <a:gd name="connsiteY65" fmla="*/ 6356 h 9999"/>
                  <a:gd name="connsiteX66" fmla="*/ 5960 w 10000"/>
                  <a:gd name="connsiteY66" fmla="*/ 6112 h 9999"/>
                  <a:gd name="connsiteX67" fmla="*/ 5785 w 10000"/>
                  <a:gd name="connsiteY67" fmla="*/ 6112 h 9999"/>
                  <a:gd name="connsiteX68" fmla="*/ 5610 w 10000"/>
                  <a:gd name="connsiteY68" fmla="*/ 5991 h 9999"/>
                  <a:gd name="connsiteX69" fmla="*/ 5435 w 10000"/>
                  <a:gd name="connsiteY69" fmla="*/ 5991 h 9999"/>
                  <a:gd name="connsiteX70" fmla="*/ 4269 w 10000"/>
                  <a:gd name="connsiteY70" fmla="*/ 5784 h 9999"/>
                  <a:gd name="connsiteX71" fmla="*/ 4733 w 10000"/>
                  <a:gd name="connsiteY71" fmla="*/ 5384 h 9999"/>
                  <a:gd name="connsiteX72" fmla="*/ 4733 w 10000"/>
                  <a:gd name="connsiteY72" fmla="*/ 5141 h 9999"/>
                  <a:gd name="connsiteX73" fmla="*/ 4733 w 10000"/>
                  <a:gd name="connsiteY73" fmla="*/ 5019 h 9999"/>
                  <a:gd name="connsiteX74" fmla="*/ 4733 w 10000"/>
                  <a:gd name="connsiteY74" fmla="*/ 4897 h 9999"/>
                  <a:gd name="connsiteX75" fmla="*/ 4909 w 10000"/>
                  <a:gd name="connsiteY75" fmla="*/ 4777 h 9999"/>
                  <a:gd name="connsiteX76" fmla="*/ 5084 w 10000"/>
                  <a:gd name="connsiteY76" fmla="*/ 4777 h 9999"/>
                  <a:gd name="connsiteX77" fmla="*/ 5084 w 10000"/>
                  <a:gd name="connsiteY77" fmla="*/ 4655 h 9999"/>
                  <a:gd name="connsiteX78" fmla="*/ 5259 w 10000"/>
                  <a:gd name="connsiteY78" fmla="*/ 4655 h 9999"/>
                  <a:gd name="connsiteX79" fmla="*/ 5259 w 10000"/>
                  <a:gd name="connsiteY79" fmla="*/ 4655 h 9999"/>
                  <a:gd name="connsiteX80" fmla="*/ 6486 w 10000"/>
                  <a:gd name="connsiteY80" fmla="*/ 3805 h 9999"/>
                  <a:gd name="connsiteX81" fmla="*/ 7538 w 10000"/>
                  <a:gd name="connsiteY81" fmla="*/ 2955 h 9999"/>
                  <a:gd name="connsiteX82" fmla="*/ 8239 w 10000"/>
                  <a:gd name="connsiteY82" fmla="*/ 2346 h 9999"/>
                  <a:gd name="connsiteX83" fmla="*/ 8590 w 10000"/>
                  <a:gd name="connsiteY83" fmla="*/ 2105 h 9999"/>
                  <a:gd name="connsiteX84" fmla="*/ 9116 w 10000"/>
                  <a:gd name="connsiteY84" fmla="*/ 1497 h 9999"/>
                  <a:gd name="connsiteX85" fmla="*/ 9642 w 10000"/>
                  <a:gd name="connsiteY85" fmla="*/ 768 h 9999"/>
                  <a:gd name="connsiteX86" fmla="*/ 9993 w 10000"/>
                  <a:gd name="connsiteY86" fmla="*/ 283 h 9999"/>
                  <a:gd name="connsiteX87" fmla="*/ 9993 w 10000"/>
                  <a:gd name="connsiteY87" fmla="*/ 40 h 9999"/>
                  <a:gd name="connsiteX88" fmla="*/ 9817 w 10000"/>
                  <a:gd name="connsiteY88" fmla="*/ 111 h 9999"/>
                  <a:gd name="connsiteX0" fmla="*/ 8413 w 10000"/>
                  <a:gd name="connsiteY0" fmla="*/ 1067 h 10000"/>
                  <a:gd name="connsiteX1" fmla="*/ 4785 w 10000"/>
                  <a:gd name="connsiteY1" fmla="*/ 3487 h 10000"/>
                  <a:gd name="connsiteX2" fmla="*/ 2797 w 10000"/>
                  <a:gd name="connsiteY2" fmla="*/ 4328 h 10000"/>
                  <a:gd name="connsiteX3" fmla="*/ 2466 w 10000"/>
                  <a:gd name="connsiteY3" fmla="*/ 4113 h 10000"/>
                  <a:gd name="connsiteX4" fmla="*/ 7362 w 10000"/>
                  <a:gd name="connsiteY4" fmla="*/ 1254 h 10000"/>
                  <a:gd name="connsiteX5" fmla="*/ 6662 w 10000"/>
                  <a:gd name="connsiteY5" fmla="*/ 1619 h 10000"/>
                  <a:gd name="connsiteX6" fmla="*/ 6135 w 10000"/>
                  <a:gd name="connsiteY6" fmla="*/ 1861 h 10000"/>
                  <a:gd name="connsiteX7" fmla="*/ 5785 w 10000"/>
                  <a:gd name="connsiteY7" fmla="*/ 2105 h 10000"/>
                  <a:gd name="connsiteX8" fmla="*/ 5435 w 10000"/>
                  <a:gd name="connsiteY8" fmla="*/ 2346 h 10000"/>
                  <a:gd name="connsiteX9" fmla="*/ 5084 w 10000"/>
                  <a:gd name="connsiteY9" fmla="*/ 2469 h 10000"/>
                  <a:gd name="connsiteX10" fmla="*/ 4733 w 10000"/>
                  <a:gd name="connsiteY10" fmla="*/ 2469 h 10000"/>
                  <a:gd name="connsiteX11" fmla="*/ 4733 w 10000"/>
                  <a:gd name="connsiteY11" fmla="*/ 2590 h 10000"/>
                  <a:gd name="connsiteX12" fmla="*/ 1929 w 10000"/>
                  <a:gd name="connsiteY12" fmla="*/ 2346 h 10000"/>
                  <a:gd name="connsiteX13" fmla="*/ 1578 w 10000"/>
                  <a:gd name="connsiteY13" fmla="*/ 2346 h 10000"/>
                  <a:gd name="connsiteX14" fmla="*/ 1578 w 10000"/>
                  <a:gd name="connsiteY14" fmla="*/ 2469 h 10000"/>
                  <a:gd name="connsiteX15" fmla="*/ 1402 w 10000"/>
                  <a:gd name="connsiteY15" fmla="*/ 2712 h 10000"/>
                  <a:gd name="connsiteX16" fmla="*/ 1402 w 10000"/>
                  <a:gd name="connsiteY16" fmla="*/ 2955 h 10000"/>
                  <a:gd name="connsiteX17" fmla="*/ 1578 w 10000"/>
                  <a:gd name="connsiteY17" fmla="*/ 3197 h 10000"/>
                  <a:gd name="connsiteX18" fmla="*/ 1578 w 10000"/>
                  <a:gd name="connsiteY18" fmla="*/ 3319 h 10000"/>
                  <a:gd name="connsiteX19" fmla="*/ 1578 w 10000"/>
                  <a:gd name="connsiteY19" fmla="*/ 3440 h 10000"/>
                  <a:gd name="connsiteX20" fmla="*/ 1753 w 10000"/>
                  <a:gd name="connsiteY20" fmla="*/ 3562 h 10000"/>
                  <a:gd name="connsiteX21" fmla="*/ 1578 w 10000"/>
                  <a:gd name="connsiteY21" fmla="*/ 3805 h 10000"/>
                  <a:gd name="connsiteX22" fmla="*/ 1227 w 10000"/>
                  <a:gd name="connsiteY22" fmla="*/ 3926 h 10000"/>
                  <a:gd name="connsiteX23" fmla="*/ 876 w 10000"/>
                  <a:gd name="connsiteY23" fmla="*/ 3926 h 10000"/>
                  <a:gd name="connsiteX24" fmla="*/ 702 w 10000"/>
                  <a:gd name="connsiteY24" fmla="*/ 3926 h 10000"/>
                  <a:gd name="connsiteX25" fmla="*/ 351 w 10000"/>
                  <a:gd name="connsiteY25" fmla="*/ 3805 h 10000"/>
                  <a:gd name="connsiteX26" fmla="*/ 175 w 10000"/>
                  <a:gd name="connsiteY26" fmla="*/ 3805 h 10000"/>
                  <a:gd name="connsiteX27" fmla="*/ 0 w 10000"/>
                  <a:gd name="connsiteY27" fmla="*/ 3805 h 10000"/>
                  <a:gd name="connsiteX28" fmla="*/ 0 w 10000"/>
                  <a:gd name="connsiteY28" fmla="*/ 5142 h 10000"/>
                  <a:gd name="connsiteX29" fmla="*/ 1051 w 10000"/>
                  <a:gd name="connsiteY29" fmla="*/ 5020 h 10000"/>
                  <a:gd name="connsiteX30" fmla="*/ 1929 w 10000"/>
                  <a:gd name="connsiteY30" fmla="*/ 5506 h 10000"/>
                  <a:gd name="connsiteX31" fmla="*/ 1402 w 10000"/>
                  <a:gd name="connsiteY31" fmla="*/ 6357 h 10000"/>
                  <a:gd name="connsiteX32" fmla="*/ 1578 w 10000"/>
                  <a:gd name="connsiteY32" fmla="*/ 6357 h 10000"/>
                  <a:gd name="connsiteX33" fmla="*/ 1753 w 10000"/>
                  <a:gd name="connsiteY33" fmla="*/ 6478 h 10000"/>
                  <a:gd name="connsiteX34" fmla="*/ 1929 w 10000"/>
                  <a:gd name="connsiteY34" fmla="*/ 6599 h 10000"/>
                  <a:gd name="connsiteX35" fmla="*/ 2279 w 10000"/>
                  <a:gd name="connsiteY35" fmla="*/ 6842 h 10000"/>
                  <a:gd name="connsiteX36" fmla="*/ 2629 w 10000"/>
                  <a:gd name="connsiteY36" fmla="*/ 6964 h 10000"/>
                  <a:gd name="connsiteX37" fmla="*/ 2980 w 10000"/>
                  <a:gd name="connsiteY37" fmla="*/ 7084 h 10000"/>
                  <a:gd name="connsiteX38" fmla="*/ 3155 w 10000"/>
                  <a:gd name="connsiteY38" fmla="*/ 7207 h 10000"/>
                  <a:gd name="connsiteX39" fmla="*/ 3506 w 10000"/>
                  <a:gd name="connsiteY39" fmla="*/ 7328 h 10000"/>
                  <a:gd name="connsiteX40" fmla="*/ 3682 w 10000"/>
                  <a:gd name="connsiteY40" fmla="*/ 7450 h 10000"/>
                  <a:gd name="connsiteX41" fmla="*/ 3682 w 10000"/>
                  <a:gd name="connsiteY41" fmla="*/ 7571 h 10000"/>
                  <a:gd name="connsiteX42" fmla="*/ 3682 w 10000"/>
                  <a:gd name="connsiteY42" fmla="*/ 7692 h 10000"/>
                  <a:gd name="connsiteX43" fmla="*/ 3682 w 10000"/>
                  <a:gd name="connsiteY43" fmla="*/ 7692 h 10000"/>
                  <a:gd name="connsiteX44" fmla="*/ 3682 w 10000"/>
                  <a:gd name="connsiteY44" fmla="*/ 7814 h 10000"/>
                  <a:gd name="connsiteX45" fmla="*/ 3682 w 10000"/>
                  <a:gd name="connsiteY45" fmla="*/ 8058 h 10000"/>
                  <a:gd name="connsiteX46" fmla="*/ 3682 w 10000"/>
                  <a:gd name="connsiteY46" fmla="*/ 8543 h 10000"/>
                  <a:gd name="connsiteX47" fmla="*/ 3506 w 10000"/>
                  <a:gd name="connsiteY47" fmla="*/ 9029 h 10000"/>
                  <a:gd name="connsiteX48" fmla="*/ 3506 w 10000"/>
                  <a:gd name="connsiteY48" fmla="*/ 9271 h 10000"/>
                  <a:gd name="connsiteX49" fmla="*/ 3682 w 10000"/>
                  <a:gd name="connsiteY49" fmla="*/ 9514 h 10000"/>
                  <a:gd name="connsiteX50" fmla="*/ 4033 w 10000"/>
                  <a:gd name="connsiteY50" fmla="*/ 9756 h 10000"/>
                  <a:gd name="connsiteX51" fmla="*/ 4207 w 10000"/>
                  <a:gd name="connsiteY51" fmla="*/ 9879 h 10000"/>
                  <a:gd name="connsiteX52" fmla="*/ 4558 w 10000"/>
                  <a:gd name="connsiteY52" fmla="*/ 9879 h 10000"/>
                  <a:gd name="connsiteX53" fmla="*/ 4909 w 10000"/>
                  <a:gd name="connsiteY53" fmla="*/ 10000 h 10000"/>
                  <a:gd name="connsiteX54" fmla="*/ 5259 w 10000"/>
                  <a:gd name="connsiteY54" fmla="*/ 10000 h 10000"/>
                  <a:gd name="connsiteX55" fmla="*/ 5610 w 10000"/>
                  <a:gd name="connsiteY55" fmla="*/ 10000 h 10000"/>
                  <a:gd name="connsiteX56" fmla="*/ 5960 w 10000"/>
                  <a:gd name="connsiteY56" fmla="*/ 9756 h 10000"/>
                  <a:gd name="connsiteX57" fmla="*/ 6311 w 10000"/>
                  <a:gd name="connsiteY57" fmla="*/ 9636 h 10000"/>
                  <a:gd name="connsiteX58" fmla="*/ 6486 w 10000"/>
                  <a:gd name="connsiteY58" fmla="*/ 9393 h 10000"/>
                  <a:gd name="connsiteX59" fmla="*/ 6662 w 10000"/>
                  <a:gd name="connsiteY59" fmla="*/ 9271 h 10000"/>
                  <a:gd name="connsiteX60" fmla="*/ 6662 w 10000"/>
                  <a:gd name="connsiteY60" fmla="*/ 9271 h 10000"/>
                  <a:gd name="connsiteX61" fmla="*/ 6837 w 10000"/>
                  <a:gd name="connsiteY61" fmla="*/ 7814 h 10000"/>
                  <a:gd name="connsiteX62" fmla="*/ 6837 w 10000"/>
                  <a:gd name="connsiteY62" fmla="*/ 7328 h 10000"/>
                  <a:gd name="connsiteX63" fmla="*/ 6662 w 10000"/>
                  <a:gd name="connsiteY63" fmla="*/ 6842 h 10000"/>
                  <a:gd name="connsiteX64" fmla="*/ 6486 w 10000"/>
                  <a:gd name="connsiteY64" fmla="*/ 6599 h 10000"/>
                  <a:gd name="connsiteX65" fmla="*/ 6135 w 10000"/>
                  <a:gd name="connsiteY65" fmla="*/ 6357 h 10000"/>
                  <a:gd name="connsiteX66" fmla="*/ 5960 w 10000"/>
                  <a:gd name="connsiteY66" fmla="*/ 6113 h 10000"/>
                  <a:gd name="connsiteX67" fmla="*/ 5785 w 10000"/>
                  <a:gd name="connsiteY67" fmla="*/ 6113 h 10000"/>
                  <a:gd name="connsiteX68" fmla="*/ 5610 w 10000"/>
                  <a:gd name="connsiteY68" fmla="*/ 5992 h 10000"/>
                  <a:gd name="connsiteX69" fmla="*/ 5435 w 10000"/>
                  <a:gd name="connsiteY69" fmla="*/ 5992 h 10000"/>
                  <a:gd name="connsiteX70" fmla="*/ 4269 w 10000"/>
                  <a:gd name="connsiteY70" fmla="*/ 5785 h 10000"/>
                  <a:gd name="connsiteX71" fmla="*/ 4733 w 10000"/>
                  <a:gd name="connsiteY71" fmla="*/ 5385 h 10000"/>
                  <a:gd name="connsiteX72" fmla="*/ 4733 w 10000"/>
                  <a:gd name="connsiteY72" fmla="*/ 5142 h 10000"/>
                  <a:gd name="connsiteX73" fmla="*/ 4733 w 10000"/>
                  <a:gd name="connsiteY73" fmla="*/ 5020 h 10000"/>
                  <a:gd name="connsiteX74" fmla="*/ 4733 w 10000"/>
                  <a:gd name="connsiteY74" fmla="*/ 4897 h 10000"/>
                  <a:gd name="connsiteX75" fmla="*/ 4909 w 10000"/>
                  <a:gd name="connsiteY75" fmla="*/ 4777 h 10000"/>
                  <a:gd name="connsiteX76" fmla="*/ 5084 w 10000"/>
                  <a:gd name="connsiteY76" fmla="*/ 4777 h 10000"/>
                  <a:gd name="connsiteX77" fmla="*/ 5084 w 10000"/>
                  <a:gd name="connsiteY77" fmla="*/ 4655 h 10000"/>
                  <a:gd name="connsiteX78" fmla="*/ 5259 w 10000"/>
                  <a:gd name="connsiteY78" fmla="*/ 4655 h 10000"/>
                  <a:gd name="connsiteX79" fmla="*/ 5259 w 10000"/>
                  <a:gd name="connsiteY79" fmla="*/ 4655 h 10000"/>
                  <a:gd name="connsiteX80" fmla="*/ 6486 w 10000"/>
                  <a:gd name="connsiteY80" fmla="*/ 3805 h 10000"/>
                  <a:gd name="connsiteX81" fmla="*/ 7538 w 10000"/>
                  <a:gd name="connsiteY81" fmla="*/ 2955 h 10000"/>
                  <a:gd name="connsiteX82" fmla="*/ 8239 w 10000"/>
                  <a:gd name="connsiteY82" fmla="*/ 2346 h 10000"/>
                  <a:gd name="connsiteX83" fmla="*/ 8590 w 10000"/>
                  <a:gd name="connsiteY83" fmla="*/ 2105 h 10000"/>
                  <a:gd name="connsiteX84" fmla="*/ 9116 w 10000"/>
                  <a:gd name="connsiteY84" fmla="*/ 1497 h 10000"/>
                  <a:gd name="connsiteX85" fmla="*/ 9642 w 10000"/>
                  <a:gd name="connsiteY85" fmla="*/ 768 h 10000"/>
                  <a:gd name="connsiteX86" fmla="*/ 9993 w 10000"/>
                  <a:gd name="connsiteY86" fmla="*/ 283 h 10000"/>
                  <a:gd name="connsiteX87" fmla="*/ 9993 w 10000"/>
                  <a:gd name="connsiteY87" fmla="*/ 40 h 10000"/>
                  <a:gd name="connsiteX88" fmla="*/ 9817 w 10000"/>
                  <a:gd name="connsiteY88" fmla="*/ 111 h 10000"/>
                  <a:gd name="connsiteX0" fmla="*/ 8413 w 10000"/>
                  <a:gd name="connsiteY0" fmla="*/ 1067 h 10000"/>
                  <a:gd name="connsiteX1" fmla="*/ 4785 w 10000"/>
                  <a:gd name="connsiteY1" fmla="*/ 3487 h 10000"/>
                  <a:gd name="connsiteX2" fmla="*/ 2797 w 10000"/>
                  <a:gd name="connsiteY2" fmla="*/ 4328 h 10000"/>
                  <a:gd name="connsiteX3" fmla="*/ 2466 w 10000"/>
                  <a:gd name="connsiteY3" fmla="*/ 4113 h 10000"/>
                  <a:gd name="connsiteX4" fmla="*/ 2330 w 10000"/>
                  <a:gd name="connsiteY4" fmla="*/ 4599 h 10000"/>
                  <a:gd name="connsiteX5" fmla="*/ 6662 w 10000"/>
                  <a:gd name="connsiteY5" fmla="*/ 1619 h 10000"/>
                  <a:gd name="connsiteX6" fmla="*/ 6135 w 10000"/>
                  <a:gd name="connsiteY6" fmla="*/ 1861 h 10000"/>
                  <a:gd name="connsiteX7" fmla="*/ 5785 w 10000"/>
                  <a:gd name="connsiteY7" fmla="*/ 2105 h 10000"/>
                  <a:gd name="connsiteX8" fmla="*/ 5435 w 10000"/>
                  <a:gd name="connsiteY8" fmla="*/ 2346 h 10000"/>
                  <a:gd name="connsiteX9" fmla="*/ 5084 w 10000"/>
                  <a:gd name="connsiteY9" fmla="*/ 2469 h 10000"/>
                  <a:gd name="connsiteX10" fmla="*/ 4733 w 10000"/>
                  <a:gd name="connsiteY10" fmla="*/ 2469 h 10000"/>
                  <a:gd name="connsiteX11" fmla="*/ 4733 w 10000"/>
                  <a:gd name="connsiteY11" fmla="*/ 2590 h 10000"/>
                  <a:gd name="connsiteX12" fmla="*/ 1929 w 10000"/>
                  <a:gd name="connsiteY12" fmla="*/ 2346 h 10000"/>
                  <a:gd name="connsiteX13" fmla="*/ 1578 w 10000"/>
                  <a:gd name="connsiteY13" fmla="*/ 2346 h 10000"/>
                  <a:gd name="connsiteX14" fmla="*/ 1578 w 10000"/>
                  <a:gd name="connsiteY14" fmla="*/ 2469 h 10000"/>
                  <a:gd name="connsiteX15" fmla="*/ 1402 w 10000"/>
                  <a:gd name="connsiteY15" fmla="*/ 2712 h 10000"/>
                  <a:gd name="connsiteX16" fmla="*/ 1402 w 10000"/>
                  <a:gd name="connsiteY16" fmla="*/ 2955 h 10000"/>
                  <a:gd name="connsiteX17" fmla="*/ 1578 w 10000"/>
                  <a:gd name="connsiteY17" fmla="*/ 3197 h 10000"/>
                  <a:gd name="connsiteX18" fmla="*/ 1578 w 10000"/>
                  <a:gd name="connsiteY18" fmla="*/ 3319 h 10000"/>
                  <a:gd name="connsiteX19" fmla="*/ 1578 w 10000"/>
                  <a:gd name="connsiteY19" fmla="*/ 3440 h 10000"/>
                  <a:gd name="connsiteX20" fmla="*/ 1753 w 10000"/>
                  <a:gd name="connsiteY20" fmla="*/ 3562 h 10000"/>
                  <a:gd name="connsiteX21" fmla="*/ 1578 w 10000"/>
                  <a:gd name="connsiteY21" fmla="*/ 3805 h 10000"/>
                  <a:gd name="connsiteX22" fmla="*/ 1227 w 10000"/>
                  <a:gd name="connsiteY22" fmla="*/ 3926 h 10000"/>
                  <a:gd name="connsiteX23" fmla="*/ 876 w 10000"/>
                  <a:gd name="connsiteY23" fmla="*/ 3926 h 10000"/>
                  <a:gd name="connsiteX24" fmla="*/ 702 w 10000"/>
                  <a:gd name="connsiteY24" fmla="*/ 3926 h 10000"/>
                  <a:gd name="connsiteX25" fmla="*/ 351 w 10000"/>
                  <a:gd name="connsiteY25" fmla="*/ 3805 h 10000"/>
                  <a:gd name="connsiteX26" fmla="*/ 175 w 10000"/>
                  <a:gd name="connsiteY26" fmla="*/ 3805 h 10000"/>
                  <a:gd name="connsiteX27" fmla="*/ 0 w 10000"/>
                  <a:gd name="connsiteY27" fmla="*/ 3805 h 10000"/>
                  <a:gd name="connsiteX28" fmla="*/ 0 w 10000"/>
                  <a:gd name="connsiteY28" fmla="*/ 5142 h 10000"/>
                  <a:gd name="connsiteX29" fmla="*/ 1051 w 10000"/>
                  <a:gd name="connsiteY29" fmla="*/ 5020 h 10000"/>
                  <a:gd name="connsiteX30" fmla="*/ 1929 w 10000"/>
                  <a:gd name="connsiteY30" fmla="*/ 5506 h 10000"/>
                  <a:gd name="connsiteX31" fmla="*/ 1402 w 10000"/>
                  <a:gd name="connsiteY31" fmla="*/ 6357 h 10000"/>
                  <a:gd name="connsiteX32" fmla="*/ 1578 w 10000"/>
                  <a:gd name="connsiteY32" fmla="*/ 6357 h 10000"/>
                  <a:gd name="connsiteX33" fmla="*/ 1753 w 10000"/>
                  <a:gd name="connsiteY33" fmla="*/ 6478 h 10000"/>
                  <a:gd name="connsiteX34" fmla="*/ 1929 w 10000"/>
                  <a:gd name="connsiteY34" fmla="*/ 6599 h 10000"/>
                  <a:gd name="connsiteX35" fmla="*/ 2279 w 10000"/>
                  <a:gd name="connsiteY35" fmla="*/ 6842 h 10000"/>
                  <a:gd name="connsiteX36" fmla="*/ 2629 w 10000"/>
                  <a:gd name="connsiteY36" fmla="*/ 6964 h 10000"/>
                  <a:gd name="connsiteX37" fmla="*/ 2980 w 10000"/>
                  <a:gd name="connsiteY37" fmla="*/ 7084 h 10000"/>
                  <a:gd name="connsiteX38" fmla="*/ 3155 w 10000"/>
                  <a:gd name="connsiteY38" fmla="*/ 7207 h 10000"/>
                  <a:gd name="connsiteX39" fmla="*/ 3506 w 10000"/>
                  <a:gd name="connsiteY39" fmla="*/ 7328 h 10000"/>
                  <a:gd name="connsiteX40" fmla="*/ 3682 w 10000"/>
                  <a:gd name="connsiteY40" fmla="*/ 7450 h 10000"/>
                  <a:gd name="connsiteX41" fmla="*/ 3682 w 10000"/>
                  <a:gd name="connsiteY41" fmla="*/ 7571 h 10000"/>
                  <a:gd name="connsiteX42" fmla="*/ 3682 w 10000"/>
                  <a:gd name="connsiteY42" fmla="*/ 7692 h 10000"/>
                  <a:gd name="connsiteX43" fmla="*/ 3682 w 10000"/>
                  <a:gd name="connsiteY43" fmla="*/ 7692 h 10000"/>
                  <a:gd name="connsiteX44" fmla="*/ 3682 w 10000"/>
                  <a:gd name="connsiteY44" fmla="*/ 7814 h 10000"/>
                  <a:gd name="connsiteX45" fmla="*/ 3682 w 10000"/>
                  <a:gd name="connsiteY45" fmla="*/ 8058 h 10000"/>
                  <a:gd name="connsiteX46" fmla="*/ 3682 w 10000"/>
                  <a:gd name="connsiteY46" fmla="*/ 8543 h 10000"/>
                  <a:gd name="connsiteX47" fmla="*/ 3506 w 10000"/>
                  <a:gd name="connsiteY47" fmla="*/ 9029 h 10000"/>
                  <a:gd name="connsiteX48" fmla="*/ 3506 w 10000"/>
                  <a:gd name="connsiteY48" fmla="*/ 9271 h 10000"/>
                  <a:gd name="connsiteX49" fmla="*/ 3682 w 10000"/>
                  <a:gd name="connsiteY49" fmla="*/ 9514 h 10000"/>
                  <a:gd name="connsiteX50" fmla="*/ 4033 w 10000"/>
                  <a:gd name="connsiteY50" fmla="*/ 9756 h 10000"/>
                  <a:gd name="connsiteX51" fmla="*/ 4207 w 10000"/>
                  <a:gd name="connsiteY51" fmla="*/ 9879 h 10000"/>
                  <a:gd name="connsiteX52" fmla="*/ 4558 w 10000"/>
                  <a:gd name="connsiteY52" fmla="*/ 9879 h 10000"/>
                  <a:gd name="connsiteX53" fmla="*/ 4909 w 10000"/>
                  <a:gd name="connsiteY53" fmla="*/ 10000 h 10000"/>
                  <a:gd name="connsiteX54" fmla="*/ 5259 w 10000"/>
                  <a:gd name="connsiteY54" fmla="*/ 10000 h 10000"/>
                  <a:gd name="connsiteX55" fmla="*/ 5610 w 10000"/>
                  <a:gd name="connsiteY55" fmla="*/ 10000 h 10000"/>
                  <a:gd name="connsiteX56" fmla="*/ 5960 w 10000"/>
                  <a:gd name="connsiteY56" fmla="*/ 9756 h 10000"/>
                  <a:gd name="connsiteX57" fmla="*/ 6311 w 10000"/>
                  <a:gd name="connsiteY57" fmla="*/ 9636 h 10000"/>
                  <a:gd name="connsiteX58" fmla="*/ 6486 w 10000"/>
                  <a:gd name="connsiteY58" fmla="*/ 9393 h 10000"/>
                  <a:gd name="connsiteX59" fmla="*/ 6662 w 10000"/>
                  <a:gd name="connsiteY59" fmla="*/ 9271 h 10000"/>
                  <a:gd name="connsiteX60" fmla="*/ 6662 w 10000"/>
                  <a:gd name="connsiteY60" fmla="*/ 9271 h 10000"/>
                  <a:gd name="connsiteX61" fmla="*/ 6837 w 10000"/>
                  <a:gd name="connsiteY61" fmla="*/ 7814 h 10000"/>
                  <a:gd name="connsiteX62" fmla="*/ 6837 w 10000"/>
                  <a:gd name="connsiteY62" fmla="*/ 7328 h 10000"/>
                  <a:gd name="connsiteX63" fmla="*/ 6662 w 10000"/>
                  <a:gd name="connsiteY63" fmla="*/ 6842 h 10000"/>
                  <a:gd name="connsiteX64" fmla="*/ 6486 w 10000"/>
                  <a:gd name="connsiteY64" fmla="*/ 6599 h 10000"/>
                  <a:gd name="connsiteX65" fmla="*/ 6135 w 10000"/>
                  <a:gd name="connsiteY65" fmla="*/ 6357 h 10000"/>
                  <a:gd name="connsiteX66" fmla="*/ 5960 w 10000"/>
                  <a:gd name="connsiteY66" fmla="*/ 6113 h 10000"/>
                  <a:gd name="connsiteX67" fmla="*/ 5785 w 10000"/>
                  <a:gd name="connsiteY67" fmla="*/ 6113 h 10000"/>
                  <a:gd name="connsiteX68" fmla="*/ 5610 w 10000"/>
                  <a:gd name="connsiteY68" fmla="*/ 5992 h 10000"/>
                  <a:gd name="connsiteX69" fmla="*/ 5435 w 10000"/>
                  <a:gd name="connsiteY69" fmla="*/ 5992 h 10000"/>
                  <a:gd name="connsiteX70" fmla="*/ 4269 w 10000"/>
                  <a:gd name="connsiteY70" fmla="*/ 5785 h 10000"/>
                  <a:gd name="connsiteX71" fmla="*/ 4733 w 10000"/>
                  <a:gd name="connsiteY71" fmla="*/ 5385 h 10000"/>
                  <a:gd name="connsiteX72" fmla="*/ 4733 w 10000"/>
                  <a:gd name="connsiteY72" fmla="*/ 5142 h 10000"/>
                  <a:gd name="connsiteX73" fmla="*/ 4733 w 10000"/>
                  <a:gd name="connsiteY73" fmla="*/ 5020 h 10000"/>
                  <a:gd name="connsiteX74" fmla="*/ 4733 w 10000"/>
                  <a:gd name="connsiteY74" fmla="*/ 4897 h 10000"/>
                  <a:gd name="connsiteX75" fmla="*/ 4909 w 10000"/>
                  <a:gd name="connsiteY75" fmla="*/ 4777 h 10000"/>
                  <a:gd name="connsiteX76" fmla="*/ 5084 w 10000"/>
                  <a:gd name="connsiteY76" fmla="*/ 4777 h 10000"/>
                  <a:gd name="connsiteX77" fmla="*/ 5084 w 10000"/>
                  <a:gd name="connsiteY77" fmla="*/ 4655 h 10000"/>
                  <a:gd name="connsiteX78" fmla="*/ 5259 w 10000"/>
                  <a:gd name="connsiteY78" fmla="*/ 4655 h 10000"/>
                  <a:gd name="connsiteX79" fmla="*/ 5259 w 10000"/>
                  <a:gd name="connsiteY79" fmla="*/ 4655 h 10000"/>
                  <a:gd name="connsiteX80" fmla="*/ 6486 w 10000"/>
                  <a:gd name="connsiteY80" fmla="*/ 3805 h 10000"/>
                  <a:gd name="connsiteX81" fmla="*/ 7538 w 10000"/>
                  <a:gd name="connsiteY81" fmla="*/ 2955 h 10000"/>
                  <a:gd name="connsiteX82" fmla="*/ 8239 w 10000"/>
                  <a:gd name="connsiteY82" fmla="*/ 2346 h 10000"/>
                  <a:gd name="connsiteX83" fmla="*/ 8590 w 10000"/>
                  <a:gd name="connsiteY83" fmla="*/ 2105 h 10000"/>
                  <a:gd name="connsiteX84" fmla="*/ 9116 w 10000"/>
                  <a:gd name="connsiteY84" fmla="*/ 1497 h 10000"/>
                  <a:gd name="connsiteX85" fmla="*/ 9642 w 10000"/>
                  <a:gd name="connsiteY85" fmla="*/ 768 h 10000"/>
                  <a:gd name="connsiteX86" fmla="*/ 9993 w 10000"/>
                  <a:gd name="connsiteY86" fmla="*/ 283 h 10000"/>
                  <a:gd name="connsiteX87" fmla="*/ 9993 w 10000"/>
                  <a:gd name="connsiteY87" fmla="*/ 40 h 10000"/>
                  <a:gd name="connsiteX88" fmla="*/ 9817 w 10000"/>
                  <a:gd name="connsiteY88" fmla="*/ 111 h 10000"/>
                  <a:gd name="connsiteX0" fmla="*/ 8413 w 10000"/>
                  <a:gd name="connsiteY0" fmla="*/ 1067 h 10000"/>
                  <a:gd name="connsiteX1" fmla="*/ 4785 w 10000"/>
                  <a:gd name="connsiteY1" fmla="*/ 3487 h 10000"/>
                  <a:gd name="connsiteX2" fmla="*/ 2797 w 10000"/>
                  <a:gd name="connsiteY2" fmla="*/ 4328 h 10000"/>
                  <a:gd name="connsiteX3" fmla="*/ 2466 w 10000"/>
                  <a:gd name="connsiteY3" fmla="*/ 4113 h 10000"/>
                  <a:gd name="connsiteX4" fmla="*/ 2330 w 10000"/>
                  <a:gd name="connsiteY4" fmla="*/ 4599 h 10000"/>
                  <a:gd name="connsiteX5" fmla="*/ 2332 w 10000"/>
                  <a:gd name="connsiteY5" fmla="*/ 4406 h 10000"/>
                  <a:gd name="connsiteX6" fmla="*/ 6135 w 10000"/>
                  <a:gd name="connsiteY6" fmla="*/ 1861 h 10000"/>
                  <a:gd name="connsiteX7" fmla="*/ 5785 w 10000"/>
                  <a:gd name="connsiteY7" fmla="*/ 2105 h 10000"/>
                  <a:gd name="connsiteX8" fmla="*/ 5435 w 10000"/>
                  <a:gd name="connsiteY8" fmla="*/ 2346 h 10000"/>
                  <a:gd name="connsiteX9" fmla="*/ 5084 w 10000"/>
                  <a:gd name="connsiteY9" fmla="*/ 2469 h 10000"/>
                  <a:gd name="connsiteX10" fmla="*/ 4733 w 10000"/>
                  <a:gd name="connsiteY10" fmla="*/ 2469 h 10000"/>
                  <a:gd name="connsiteX11" fmla="*/ 4733 w 10000"/>
                  <a:gd name="connsiteY11" fmla="*/ 2590 h 10000"/>
                  <a:gd name="connsiteX12" fmla="*/ 1929 w 10000"/>
                  <a:gd name="connsiteY12" fmla="*/ 2346 h 10000"/>
                  <a:gd name="connsiteX13" fmla="*/ 1578 w 10000"/>
                  <a:gd name="connsiteY13" fmla="*/ 2346 h 10000"/>
                  <a:gd name="connsiteX14" fmla="*/ 1578 w 10000"/>
                  <a:gd name="connsiteY14" fmla="*/ 2469 h 10000"/>
                  <a:gd name="connsiteX15" fmla="*/ 1402 w 10000"/>
                  <a:gd name="connsiteY15" fmla="*/ 2712 h 10000"/>
                  <a:gd name="connsiteX16" fmla="*/ 1402 w 10000"/>
                  <a:gd name="connsiteY16" fmla="*/ 2955 h 10000"/>
                  <a:gd name="connsiteX17" fmla="*/ 1578 w 10000"/>
                  <a:gd name="connsiteY17" fmla="*/ 3197 h 10000"/>
                  <a:gd name="connsiteX18" fmla="*/ 1578 w 10000"/>
                  <a:gd name="connsiteY18" fmla="*/ 3319 h 10000"/>
                  <a:gd name="connsiteX19" fmla="*/ 1578 w 10000"/>
                  <a:gd name="connsiteY19" fmla="*/ 3440 h 10000"/>
                  <a:gd name="connsiteX20" fmla="*/ 1753 w 10000"/>
                  <a:gd name="connsiteY20" fmla="*/ 3562 h 10000"/>
                  <a:gd name="connsiteX21" fmla="*/ 1578 w 10000"/>
                  <a:gd name="connsiteY21" fmla="*/ 3805 h 10000"/>
                  <a:gd name="connsiteX22" fmla="*/ 1227 w 10000"/>
                  <a:gd name="connsiteY22" fmla="*/ 3926 h 10000"/>
                  <a:gd name="connsiteX23" fmla="*/ 876 w 10000"/>
                  <a:gd name="connsiteY23" fmla="*/ 3926 h 10000"/>
                  <a:gd name="connsiteX24" fmla="*/ 702 w 10000"/>
                  <a:gd name="connsiteY24" fmla="*/ 3926 h 10000"/>
                  <a:gd name="connsiteX25" fmla="*/ 351 w 10000"/>
                  <a:gd name="connsiteY25" fmla="*/ 3805 h 10000"/>
                  <a:gd name="connsiteX26" fmla="*/ 175 w 10000"/>
                  <a:gd name="connsiteY26" fmla="*/ 3805 h 10000"/>
                  <a:gd name="connsiteX27" fmla="*/ 0 w 10000"/>
                  <a:gd name="connsiteY27" fmla="*/ 3805 h 10000"/>
                  <a:gd name="connsiteX28" fmla="*/ 0 w 10000"/>
                  <a:gd name="connsiteY28" fmla="*/ 5142 h 10000"/>
                  <a:gd name="connsiteX29" fmla="*/ 1051 w 10000"/>
                  <a:gd name="connsiteY29" fmla="*/ 5020 h 10000"/>
                  <a:gd name="connsiteX30" fmla="*/ 1929 w 10000"/>
                  <a:gd name="connsiteY30" fmla="*/ 5506 h 10000"/>
                  <a:gd name="connsiteX31" fmla="*/ 1402 w 10000"/>
                  <a:gd name="connsiteY31" fmla="*/ 6357 h 10000"/>
                  <a:gd name="connsiteX32" fmla="*/ 1578 w 10000"/>
                  <a:gd name="connsiteY32" fmla="*/ 6357 h 10000"/>
                  <a:gd name="connsiteX33" fmla="*/ 1753 w 10000"/>
                  <a:gd name="connsiteY33" fmla="*/ 6478 h 10000"/>
                  <a:gd name="connsiteX34" fmla="*/ 1929 w 10000"/>
                  <a:gd name="connsiteY34" fmla="*/ 6599 h 10000"/>
                  <a:gd name="connsiteX35" fmla="*/ 2279 w 10000"/>
                  <a:gd name="connsiteY35" fmla="*/ 6842 h 10000"/>
                  <a:gd name="connsiteX36" fmla="*/ 2629 w 10000"/>
                  <a:gd name="connsiteY36" fmla="*/ 6964 h 10000"/>
                  <a:gd name="connsiteX37" fmla="*/ 2980 w 10000"/>
                  <a:gd name="connsiteY37" fmla="*/ 7084 h 10000"/>
                  <a:gd name="connsiteX38" fmla="*/ 3155 w 10000"/>
                  <a:gd name="connsiteY38" fmla="*/ 7207 h 10000"/>
                  <a:gd name="connsiteX39" fmla="*/ 3506 w 10000"/>
                  <a:gd name="connsiteY39" fmla="*/ 7328 h 10000"/>
                  <a:gd name="connsiteX40" fmla="*/ 3682 w 10000"/>
                  <a:gd name="connsiteY40" fmla="*/ 7450 h 10000"/>
                  <a:gd name="connsiteX41" fmla="*/ 3682 w 10000"/>
                  <a:gd name="connsiteY41" fmla="*/ 7571 h 10000"/>
                  <a:gd name="connsiteX42" fmla="*/ 3682 w 10000"/>
                  <a:gd name="connsiteY42" fmla="*/ 7692 h 10000"/>
                  <a:gd name="connsiteX43" fmla="*/ 3682 w 10000"/>
                  <a:gd name="connsiteY43" fmla="*/ 7692 h 10000"/>
                  <a:gd name="connsiteX44" fmla="*/ 3682 w 10000"/>
                  <a:gd name="connsiteY44" fmla="*/ 7814 h 10000"/>
                  <a:gd name="connsiteX45" fmla="*/ 3682 w 10000"/>
                  <a:gd name="connsiteY45" fmla="*/ 8058 h 10000"/>
                  <a:gd name="connsiteX46" fmla="*/ 3682 w 10000"/>
                  <a:gd name="connsiteY46" fmla="*/ 8543 h 10000"/>
                  <a:gd name="connsiteX47" fmla="*/ 3506 w 10000"/>
                  <a:gd name="connsiteY47" fmla="*/ 9029 h 10000"/>
                  <a:gd name="connsiteX48" fmla="*/ 3506 w 10000"/>
                  <a:gd name="connsiteY48" fmla="*/ 9271 h 10000"/>
                  <a:gd name="connsiteX49" fmla="*/ 3682 w 10000"/>
                  <a:gd name="connsiteY49" fmla="*/ 9514 h 10000"/>
                  <a:gd name="connsiteX50" fmla="*/ 4033 w 10000"/>
                  <a:gd name="connsiteY50" fmla="*/ 9756 h 10000"/>
                  <a:gd name="connsiteX51" fmla="*/ 4207 w 10000"/>
                  <a:gd name="connsiteY51" fmla="*/ 9879 h 10000"/>
                  <a:gd name="connsiteX52" fmla="*/ 4558 w 10000"/>
                  <a:gd name="connsiteY52" fmla="*/ 9879 h 10000"/>
                  <a:gd name="connsiteX53" fmla="*/ 4909 w 10000"/>
                  <a:gd name="connsiteY53" fmla="*/ 10000 h 10000"/>
                  <a:gd name="connsiteX54" fmla="*/ 5259 w 10000"/>
                  <a:gd name="connsiteY54" fmla="*/ 10000 h 10000"/>
                  <a:gd name="connsiteX55" fmla="*/ 5610 w 10000"/>
                  <a:gd name="connsiteY55" fmla="*/ 10000 h 10000"/>
                  <a:gd name="connsiteX56" fmla="*/ 5960 w 10000"/>
                  <a:gd name="connsiteY56" fmla="*/ 9756 h 10000"/>
                  <a:gd name="connsiteX57" fmla="*/ 6311 w 10000"/>
                  <a:gd name="connsiteY57" fmla="*/ 9636 h 10000"/>
                  <a:gd name="connsiteX58" fmla="*/ 6486 w 10000"/>
                  <a:gd name="connsiteY58" fmla="*/ 9393 h 10000"/>
                  <a:gd name="connsiteX59" fmla="*/ 6662 w 10000"/>
                  <a:gd name="connsiteY59" fmla="*/ 9271 h 10000"/>
                  <a:gd name="connsiteX60" fmla="*/ 6662 w 10000"/>
                  <a:gd name="connsiteY60" fmla="*/ 9271 h 10000"/>
                  <a:gd name="connsiteX61" fmla="*/ 6837 w 10000"/>
                  <a:gd name="connsiteY61" fmla="*/ 7814 h 10000"/>
                  <a:gd name="connsiteX62" fmla="*/ 6837 w 10000"/>
                  <a:gd name="connsiteY62" fmla="*/ 7328 h 10000"/>
                  <a:gd name="connsiteX63" fmla="*/ 6662 w 10000"/>
                  <a:gd name="connsiteY63" fmla="*/ 6842 h 10000"/>
                  <a:gd name="connsiteX64" fmla="*/ 6486 w 10000"/>
                  <a:gd name="connsiteY64" fmla="*/ 6599 h 10000"/>
                  <a:gd name="connsiteX65" fmla="*/ 6135 w 10000"/>
                  <a:gd name="connsiteY65" fmla="*/ 6357 h 10000"/>
                  <a:gd name="connsiteX66" fmla="*/ 5960 w 10000"/>
                  <a:gd name="connsiteY66" fmla="*/ 6113 h 10000"/>
                  <a:gd name="connsiteX67" fmla="*/ 5785 w 10000"/>
                  <a:gd name="connsiteY67" fmla="*/ 6113 h 10000"/>
                  <a:gd name="connsiteX68" fmla="*/ 5610 w 10000"/>
                  <a:gd name="connsiteY68" fmla="*/ 5992 h 10000"/>
                  <a:gd name="connsiteX69" fmla="*/ 5435 w 10000"/>
                  <a:gd name="connsiteY69" fmla="*/ 5992 h 10000"/>
                  <a:gd name="connsiteX70" fmla="*/ 4269 w 10000"/>
                  <a:gd name="connsiteY70" fmla="*/ 5785 h 10000"/>
                  <a:gd name="connsiteX71" fmla="*/ 4733 w 10000"/>
                  <a:gd name="connsiteY71" fmla="*/ 5385 h 10000"/>
                  <a:gd name="connsiteX72" fmla="*/ 4733 w 10000"/>
                  <a:gd name="connsiteY72" fmla="*/ 5142 h 10000"/>
                  <a:gd name="connsiteX73" fmla="*/ 4733 w 10000"/>
                  <a:gd name="connsiteY73" fmla="*/ 5020 h 10000"/>
                  <a:gd name="connsiteX74" fmla="*/ 4733 w 10000"/>
                  <a:gd name="connsiteY74" fmla="*/ 4897 h 10000"/>
                  <a:gd name="connsiteX75" fmla="*/ 4909 w 10000"/>
                  <a:gd name="connsiteY75" fmla="*/ 4777 h 10000"/>
                  <a:gd name="connsiteX76" fmla="*/ 5084 w 10000"/>
                  <a:gd name="connsiteY76" fmla="*/ 4777 h 10000"/>
                  <a:gd name="connsiteX77" fmla="*/ 5084 w 10000"/>
                  <a:gd name="connsiteY77" fmla="*/ 4655 h 10000"/>
                  <a:gd name="connsiteX78" fmla="*/ 5259 w 10000"/>
                  <a:gd name="connsiteY78" fmla="*/ 4655 h 10000"/>
                  <a:gd name="connsiteX79" fmla="*/ 5259 w 10000"/>
                  <a:gd name="connsiteY79" fmla="*/ 4655 h 10000"/>
                  <a:gd name="connsiteX80" fmla="*/ 6486 w 10000"/>
                  <a:gd name="connsiteY80" fmla="*/ 3805 h 10000"/>
                  <a:gd name="connsiteX81" fmla="*/ 7538 w 10000"/>
                  <a:gd name="connsiteY81" fmla="*/ 2955 h 10000"/>
                  <a:gd name="connsiteX82" fmla="*/ 8239 w 10000"/>
                  <a:gd name="connsiteY82" fmla="*/ 2346 h 10000"/>
                  <a:gd name="connsiteX83" fmla="*/ 8590 w 10000"/>
                  <a:gd name="connsiteY83" fmla="*/ 2105 h 10000"/>
                  <a:gd name="connsiteX84" fmla="*/ 9116 w 10000"/>
                  <a:gd name="connsiteY84" fmla="*/ 1497 h 10000"/>
                  <a:gd name="connsiteX85" fmla="*/ 9642 w 10000"/>
                  <a:gd name="connsiteY85" fmla="*/ 768 h 10000"/>
                  <a:gd name="connsiteX86" fmla="*/ 9993 w 10000"/>
                  <a:gd name="connsiteY86" fmla="*/ 283 h 10000"/>
                  <a:gd name="connsiteX87" fmla="*/ 9993 w 10000"/>
                  <a:gd name="connsiteY87" fmla="*/ 40 h 10000"/>
                  <a:gd name="connsiteX88" fmla="*/ 9817 w 10000"/>
                  <a:gd name="connsiteY88" fmla="*/ 111 h 10000"/>
                  <a:gd name="connsiteX0" fmla="*/ 8413 w 10000"/>
                  <a:gd name="connsiteY0" fmla="*/ 1067 h 10000"/>
                  <a:gd name="connsiteX1" fmla="*/ 4785 w 10000"/>
                  <a:gd name="connsiteY1" fmla="*/ 3487 h 10000"/>
                  <a:gd name="connsiteX2" fmla="*/ 2797 w 10000"/>
                  <a:gd name="connsiteY2" fmla="*/ 4328 h 10000"/>
                  <a:gd name="connsiteX3" fmla="*/ 2466 w 10000"/>
                  <a:gd name="connsiteY3" fmla="*/ 4113 h 10000"/>
                  <a:gd name="connsiteX4" fmla="*/ 2330 w 10000"/>
                  <a:gd name="connsiteY4" fmla="*/ 4599 h 10000"/>
                  <a:gd name="connsiteX5" fmla="*/ 2332 w 10000"/>
                  <a:gd name="connsiteY5" fmla="*/ 4406 h 10000"/>
                  <a:gd name="connsiteX6" fmla="*/ 5785 w 10000"/>
                  <a:gd name="connsiteY6" fmla="*/ 2105 h 10000"/>
                  <a:gd name="connsiteX7" fmla="*/ 5435 w 10000"/>
                  <a:gd name="connsiteY7" fmla="*/ 2346 h 10000"/>
                  <a:gd name="connsiteX8" fmla="*/ 5084 w 10000"/>
                  <a:gd name="connsiteY8" fmla="*/ 2469 h 10000"/>
                  <a:gd name="connsiteX9" fmla="*/ 4733 w 10000"/>
                  <a:gd name="connsiteY9" fmla="*/ 2469 h 10000"/>
                  <a:gd name="connsiteX10" fmla="*/ 4733 w 10000"/>
                  <a:gd name="connsiteY10" fmla="*/ 2590 h 10000"/>
                  <a:gd name="connsiteX11" fmla="*/ 1929 w 10000"/>
                  <a:gd name="connsiteY11" fmla="*/ 2346 h 10000"/>
                  <a:gd name="connsiteX12" fmla="*/ 1578 w 10000"/>
                  <a:gd name="connsiteY12" fmla="*/ 2346 h 10000"/>
                  <a:gd name="connsiteX13" fmla="*/ 1578 w 10000"/>
                  <a:gd name="connsiteY13" fmla="*/ 2469 h 10000"/>
                  <a:gd name="connsiteX14" fmla="*/ 1402 w 10000"/>
                  <a:gd name="connsiteY14" fmla="*/ 2712 h 10000"/>
                  <a:gd name="connsiteX15" fmla="*/ 1402 w 10000"/>
                  <a:gd name="connsiteY15" fmla="*/ 2955 h 10000"/>
                  <a:gd name="connsiteX16" fmla="*/ 1578 w 10000"/>
                  <a:gd name="connsiteY16" fmla="*/ 3197 h 10000"/>
                  <a:gd name="connsiteX17" fmla="*/ 1578 w 10000"/>
                  <a:gd name="connsiteY17" fmla="*/ 3319 h 10000"/>
                  <a:gd name="connsiteX18" fmla="*/ 1578 w 10000"/>
                  <a:gd name="connsiteY18" fmla="*/ 3440 h 10000"/>
                  <a:gd name="connsiteX19" fmla="*/ 1753 w 10000"/>
                  <a:gd name="connsiteY19" fmla="*/ 3562 h 10000"/>
                  <a:gd name="connsiteX20" fmla="*/ 1578 w 10000"/>
                  <a:gd name="connsiteY20" fmla="*/ 3805 h 10000"/>
                  <a:gd name="connsiteX21" fmla="*/ 1227 w 10000"/>
                  <a:gd name="connsiteY21" fmla="*/ 3926 h 10000"/>
                  <a:gd name="connsiteX22" fmla="*/ 876 w 10000"/>
                  <a:gd name="connsiteY22" fmla="*/ 3926 h 10000"/>
                  <a:gd name="connsiteX23" fmla="*/ 702 w 10000"/>
                  <a:gd name="connsiteY23" fmla="*/ 3926 h 10000"/>
                  <a:gd name="connsiteX24" fmla="*/ 351 w 10000"/>
                  <a:gd name="connsiteY24" fmla="*/ 3805 h 10000"/>
                  <a:gd name="connsiteX25" fmla="*/ 175 w 10000"/>
                  <a:gd name="connsiteY25" fmla="*/ 3805 h 10000"/>
                  <a:gd name="connsiteX26" fmla="*/ 0 w 10000"/>
                  <a:gd name="connsiteY26" fmla="*/ 3805 h 10000"/>
                  <a:gd name="connsiteX27" fmla="*/ 0 w 10000"/>
                  <a:gd name="connsiteY27" fmla="*/ 5142 h 10000"/>
                  <a:gd name="connsiteX28" fmla="*/ 1051 w 10000"/>
                  <a:gd name="connsiteY28" fmla="*/ 5020 h 10000"/>
                  <a:gd name="connsiteX29" fmla="*/ 1929 w 10000"/>
                  <a:gd name="connsiteY29" fmla="*/ 5506 h 10000"/>
                  <a:gd name="connsiteX30" fmla="*/ 1402 w 10000"/>
                  <a:gd name="connsiteY30" fmla="*/ 6357 h 10000"/>
                  <a:gd name="connsiteX31" fmla="*/ 1578 w 10000"/>
                  <a:gd name="connsiteY31" fmla="*/ 6357 h 10000"/>
                  <a:gd name="connsiteX32" fmla="*/ 1753 w 10000"/>
                  <a:gd name="connsiteY32" fmla="*/ 6478 h 10000"/>
                  <a:gd name="connsiteX33" fmla="*/ 1929 w 10000"/>
                  <a:gd name="connsiteY33" fmla="*/ 6599 h 10000"/>
                  <a:gd name="connsiteX34" fmla="*/ 2279 w 10000"/>
                  <a:gd name="connsiteY34" fmla="*/ 6842 h 10000"/>
                  <a:gd name="connsiteX35" fmla="*/ 2629 w 10000"/>
                  <a:gd name="connsiteY35" fmla="*/ 6964 h 10000"/>
                  <a:gd name="connsiteX36" fmla="*/ 2980 w 10000"/>
                  <a:gd name="connsiteY36" fmla="*/ 7084 h 10000"/>
                  <a:gd name="connsiteX37" fmla="*/ 3155 w 10000"/>
                  <a:gd name="connsiteY37" fmla="*/ 7207 h 10000"/>
                  <a:gd name="connsiteX38" fmla="*/ 3506 w 10000"/>
                  <a:gd name="connsiteY38" fmla="*/ 7328 h 10000"/>
                  <a:gd name="connsiteX39" fmla="*/ 3682 w 10000"/>
                  <a:gd name="connsiteY39" fmla="*/ 7450 h 10000"/>
                  <a:gd name="connsiteX40" fmla="*/ 3682 w 10000"/>
                  <a:gd name="connsiteY40" fmla="*/ 7571 h 10000"/>
                  <a:gd name="connsiteX41" fmla="*/ 3682 w 10000"/>
                  <a:gd name="connsiteY41" fmla="*/ 7692 h 10000"/>
                  <a:gd name="connsiteX42" fmla="*/ 3682 w 10000"/>
                  <a:gd name="connsiteY42" fmla="*/ 7692 h 10000"/>
                  <a:gd name="connsiteX43" fmla="*/ 3682 w 10000"/>
                  <a:gd name="connsiteY43" fmla="*/ 7814 h 10000"/>
                  <a:gd name="connsiteX44" fmla="*/ 3682 w 10000"/>
                  <a:gd name="connsiteY44" fmla="*/ 8058 h 10000"/>
                  <a:gd name="connsiteX45" fmla="*/ 3682 w 10000"/>
                  <a:gd name="connsiteY45" fmla="*/ 8543 h 10000"/>
                  <a:gd name="connsiteX46" fmla="*/ 3506 w 10000"/>
                  <a:gd name="connsiteY46" fmla="*/ 9029 h 10000"/>
                  <a:gd name="connsiteX47" fmla="*/ 3506 w 10000"/>
                  <a:gd name="connsiteY47" fmla="*/ 9271 h 10000"/>
                  <a:gd name="connsiteX48" fmla="*/ 3682 w 10000"/>
                  <a:gd name="connsiteY48" fmla="*/ 9514 h 10000"/>
                  <a:gd name="connsiteX49" fmla="*/ 4033 w 10000"/>
                  <a:gd name="connsiteY49" fmla="*/ 9756 h 10000"/>
                  <a:gd name="connsiteX50" fmla="*/ 4207 w 10000"/>
                  <a:gd name="connsiteY50" fmla="*/ 9879 h 10000"/>
                  <a:gd name="connsiteX51" fmla="*/ 4558 w 10000"/>
                  <a:gd name="connsiteY51" fmla="*/ 9879 h 10000"/>
                  <a:gd name="connsiteX52" fmla="*/ 4909 w 10000"/>
                  <a:gd name="connsiteY52" fmla="*/ 10000 h 10000"/>
                  <a:gd name="connsiteX53" fmla="*/ 5259 w 10000"/>
                  <a:gd name="connsiteY53" fmla="*/ 10000 h 10000"/>
                  <a:gd name="connsiteX54" fmla="*/ 5610 w 10000"/>
                  <a:gd name="connsiteY54" fmla="*/ 10000 h 10000"/>
                  <a:gd name="connsiteX55" fmla="*/ 5960 w 10000"/>
                  <a:gd name="connsiteY55" fmla="*/ 9756 h 10000"/>
                  <a:gd name="connsiteX56" fmla="*/ 6311 w 10000"/>
                  <a:gd name="connsiteY56" fmla="*/ 9636 h 10000"/>
                  <a:gd name="connsiteX57" fmla="*/ 6486 w 10000"/>
                  <a:gd name="connsiteY57" fmla="*/ 9393 h 10000"/>
                  <a:gd name="connsiteX58" fmla="*/ 6662 w 10000"/>
                  <a:gd name="connsiteY58" fmla="*/ 9271 h 10000"/>
                  <a:gd name="connsiteX59" fmla="*/ 6662 w 10000"/>
                  <a:gd name="connsiteY59" fmla="*/ 9271 h 10000"/>
                  <a:gd name="connsiteX60" fmla="*/ 6837 w 10000"/>
                  <a:gd name="connsiteY60" fmla="*/ 7814 h 10000"/>
                  <a:gd name="connsiteX61" fmla="*/ 6837 w 10000"/>
                  <a:gd name="connsiteY61" fmla="*/ 7328 h 10000"/>
                  <a:gd name="connsiteX62" fmla="*/ 6662 w 10000"/>
                  <a:gd name="connsiteY62" fmla="*/ 6842 h 10000"/>
                  <a:gd name="connsiteX63" fmla="*/ 6486 w 10000"/>
                  <a:gd name="connsiteY63" fmla="*/ 6599 h 10000"/>
                  <a:gd name="connsiteX64" fmla="*/ 6135 w 10000"/>
                  <a:gd name="connsiteY64" fmla="*/ 6357 h 10000"/>
                  <a:gd name="connsiteX65" fmla="*/ 5960 w 10000"/>
                  <a:gd name="connsiteY65" fmla="*/ 6113 h 10000"/>
                  <a:gd name="connsiteX66" fmla="*/ 5785 w 10000"/>
                  <a:gd name="connsiteY66" fmla="*/ 6113 h 10000"/>
                  <a:gd name="connsiteX67" fmla="*/ 5610 w 10000"/>
                  <a:gd name="connsiteY67" fmla="*/ 5992 h 10000"/>
                  <a:gd name="connsiteX68" fmla="*/ 5435 w 10000"/>
                  <a:gd name="connsiteY68" fmla="*/ 5992 h 10000"/>
                  <a:gd name="connsiteX69" fmla="*/ 4269 w 10000"/>
                  <a:gd name="connsiteY69" fmla="*/ 5785 h 10000"/>
                  <a:gd name="connsiteX70" fmla="*/ 4733 w 10000"/>
                  <a:gd name="connsiteY70" fmla="*/ 5385 h 10000"/>
                  <a:gd name="connsiteX71" fmla="*/ 4733 w 10000"/>
                  <a:gd name="connsiteY71" fmla="*/ 5142 h 10000"/>
                  <a:gd name="connsiteX72" fmla="*/ 4733 w 10000"/>
                  <a:gd name="connsiteY72" fmla="*/ 5020 h 10000"/>
                  <a:gd name="connsiteX73" fmla="*/ 4733 w 10000"/>
                  <a:gd name="connsiteY73" fmla="*/ 4897 h 10000"/>
                  <a:gd name="connsiteX74" fmla="*/ 4909 w 10000"/>
                  <a:gd name="connsiteY74" fmla="*/ 4777 h 10000"/>
                  <a:gd name="connsiteX75" fmla="*/ 5084 w 10000"/>
                  <a:gd name="connsiteY75" fmla="*/ 4777 h 10000"/>
                  <a:gd name="connsiteX76" fmla="*/ 5084 w 10000"/>
                  <a:gd name="connsiteY76" fmla="*/ 4655 h 10000"/>
                  <a:gd name="connsiteX77" fmla="*/ 5259 w 10000"/>
                  <a:gd name="connsiteY77" fmla="*/ 4655 h 10000"/>
                  <a:gd name="connsiteX78" fmla="*/ 5259 w 10000"/>
                  <a:gd name="connsiteY78" fmla="*/ 4655 h 10000"/>
                  <a:gd name="connsiteX79" fmla="*/ 6486 w 10000"/>
                  <a:gd name="connsiteY79" fmla="*/ 3805 h 10000"/>
                  <a:gd name="connsiteX80" fmla="*/ 7538 w 10000"/>
                  <a:gd name="connsiteY80" fmla="*/ 2955 h 10000"/>
                  <a:gd name="connsiteX81" fmla="*/ 8239 w 10000"/>
                  <a:gd name="connsiteY81" fmla="*/ 2346 h 10000"/>
                  <a:gd name="connsiteX82" fmla="*/ 8590 w 10000"/>
                  <a:gd name="connsiteY82" fmla="*/ 2105 h 10000"/>
                  <a:gd name="connsiteX83" fmla="*/ 9116 w 10000"/>
                  <a:gd name="connsiteY83" fmla="*/ 1497 h 10000"/>
                  <a:gd name="connsiteX84" fmla="*/ 9642 w 10000"/>
                  <a:gd name="connsiteY84" fmla="*/ 768 h 10000"/>
                  <a:gd name="connsiteX85" fmla="*/ 9993 w 10000"/>
                  <a:gd name="connsiteY85" fmla="*/ 283 h 10000"/>
                  <a:gd name="connsiteX86" fmla="*/ 9993 w 10000"/>
                  <a:gd name="connsiteY86" fmla="*/ 40 h 10000"/>
                  <a:gd name="connsiteX87" fmla="*/ 9817 w 10000"/>
                  <a:gd name="connsiteY87" fmla="*/ 111 h 10000"/>
                  <a:gd name="connsiteX0" fmla="*/ 8413 w 10000"/>
                  <a:gd name="connsiteY0" fmla="*/ 1067 h 10000"/>
                  <a:gd name="connsiteX1" fmla="*/ 4785 w 10000"/>
                  <a:gd name="connsiteY1" fmla="*/ 3487 h 10000"/>
                  <a:gd name="connsiteX2" fmla="*/ 2797 w 10000"/>
                  <a:gd name="connsiteY2" fmla="*/ 4328 h 10000"/>
                  <a:gd name="connsiteX3" fmla="*/ 2466 w 10000"/>
                  <a:gd name="connsiteY3" fmla="*/ 4113 h 10000"/>
                  <a:gd name="connsiteX4" fmla="*/ 2330 w 10000"/>
                  <a:gd name="connsiteY4" fmla="*/ 4599 h 10000"/>
                  <a:gd name="connsiteX5" fmla="*/ 2332 w 10000"/>
                  <a:gd name="connsiteY5" fmla="*/ 4406 h 10000"/>
                  <a:gd name="connsiteX6" fmla="*/ 5435 w 10000"/>
                  <a:gd name="connsiteY6" fmla="*/ 2346 h 10000"/>
                  <a:gd name="connsiteX7" fmla="*/ 5084 w 10000"/>
                  <a:gd name="connsiteY7" fmla="*/ 2469 h 10000"/>
                  <a:gd name="connsiteX8" fmla="*/ 4733 w 10000"/>
                  <a:gd name="connsiteY8" fmla="*/ 2469 h 10000"/>
                  <a:gd name="connsiteX9" fmla="*/ 4733 w 10000"/>
                  <a:gd name="connsiteY9" fmla="*/ 2590 h 10000"/>
                  <a:gd name="connsiteX10" fmla="*/ 1929 w 10000"/>
                  <a:gd name="connsiteY10" fmla="*/ 2346 h 10000"/>
                  <a:gd name="connsiteX11" fmla="*/ 1578 w 10000"/>
                  <a:gd name="connsiteY11" fmla="*/ 2346 h 10000"/>
                  <a:gd name="connsiteX12" fmla="*/ 1578 w 10000"/>
                  <a:gd name="connsiteY12" fmla="*/ 2469 h 10000"/>
                  <a:gd name="connsiteX13" fmla="*/ 1402 w 10000"/>
                  <a:gd name="connsiteY13" fmla="*/ 2712 h 10000"/>
                  <a:gd name="connsiteX14" fmla="*/ 1402 w 10000"/>
                  <a:gd name="connsiteY14" fmla="*/ 2955 h 10000"/>
                  <a:gd name="connsiteX15" fmla="*/ 1578 w 10000"/>
                  <a:gd name="connsiteY15" fmla="*/ 3197 h 10000"/>
                  <a:gd name="connsiteX16" fmla="*/ 1578 w 10000"/>
                  <a:gd name="connsiteY16" fmla="*/ 3319 h 10000"/>
                  <a:gd name="connsiteX17" fmla="*/ 1578 w 10000"/>
                  <a:gd name="connsiteY17" fmla="*/ 3440 h 10000"/>
                  <a:gd name="connsiteX18" fmla="*/ 1753 w 10000"/>
                  <a:gd name="connsiteY18" fmla="*/ 3562 h 10000"/>
                  <a:gd name="connsiteX19" fmla="*/ 1578 w 10000"/>
                  <a:gd name="connsiteY19" fmla="*/ 3805 h 10000"/>
                  <a:gd name="connsiteX20" fmla="*/ 1227 w 10000"/>
                  <a:gd name="connsiteY20" fmla="*/ 3926 h 10000"/>
                  <a:gd name="connsiteX21" fmla="*/ 876 w 10000"/>
                  <a:gd name="connsiteY21" fmla="*/ 3926 h 10000"/>
                  <a:gd name="connsiteX22" fmla="*/ 702 w 10000"/>
                  <a:gd name="connsiteY22" fmla="*/ 3926 h 10000"/>
                  <a:gd name="connsiteX23" fmla="*/ 351 w 10000"/>
                  <a:gd name="connsiteY23" fmla="*/ 3805 h 10000"/>
                  <a:gd name="connsiteX24" fmla="*/ 175 w 10000"/>
                  <a:gd name="connsiteY24" fmla="*/ 3805 h 10000"/>
                  <a:gd name="connsiteX25" fmla="*/ 0 w 10000"/>
                  <a:gd name="connsiteY25" fmla="*/ 3805 h 10000"/>
                  <a:gd name="connsiteX26" fmla="*/ 0 w 10000"/>
                  <a:gd name="connsiteY26" fmla="*/ 5142 h 10000"/>
                  <a:gd name="connsiteX27" fmla="*/ 1051 w 10000"/>
                  <a:gd name="connsiteY27" fmla="*/ 5020 h 10000"/>
                  <a:gd name="connsiteX28" fmla="*/ 1929 w 10000"/>
                  <a:gd name="connsiteY28" fmla="*/ 5506 h 10000"/>
                  <a:gd name="connsiteX29" fmla="*/ 1402 w 10000"/>
                  <a:gd name="connsiteY29" fmla="*/ 6357 h 10000"/>
                  <a:gd name="connsiteX30" fmla="*/ 1578 w 10000"/>
                  <a:gd name="connsiteY30" fmla="*/ 6357 h 10000"/>
                  <a:gd name="connsiteX31" fmla="*/ 1753 w 10000"/>
                  <a:gd name="connsiteY31" fmla="*/ 6478 h 10000"/>
                  <a:gd name="connsiteX32" fmla="*/ 1929 w 10000"/>
                  <a:gd name="connsiteY32" fmla="*/ 6599 h 10000"/>
                  <a:gd name="connsiteX33" fmla="*/ 2279 w 10000"/>
                  <a:gd name="connsiteY33" fmla="*/ 6842 h 10000"/>
                  <a:gd name="connsiteX34" fmla="*/ 2629 w 10000"/>
                  <a:gd name="connsiteY34" fmla="*/ 6964 h 10000"/>
                  <a:gd name="connsiteX35" fmla="*/ 2980 w 10000"/>
                  <a:gd name="connsiteY35" fmla="*/ 7084 h 10000"/>
                  <a:gd name="connsiteX36" fmla="*/ 3155 w 10000"/>
                  <a:gd name="connsiteY36" fmla="*/ 7207 h 10000"/>
                  <a:gd name="connsiteX37" fmla="*/ 3506 w 10000"/>
                  <a:gd name="connsiteY37" fmla="*/ 7328 h 10000"/>
                  <a:gd name="connsiteX38" fmla="*/ 3682 w 10000"/>
                  <a:gd name="connsiteY38" fmla="*/ 7450 h 10000"/>
                  <a:gd name="connsiteX39" fmla="*/ 3682 w 10000"/>
                  <a:gd name="connsiteY39" fmla="*/ 7571 h 10000"/>
                  <a:gd name="connsiteX40" fmla="*/ 3682 w 10000"/>
                  <a:gd name="connsiteY40" fmla="*/ 7692 h 10000"/>
                  <a:gd name="connsiteX41" fmla="*/ 3682 w 10000"/>
                  <a:gd name="connsiteY41" fmla="*/ 7692 h 10000"/>
                  <a:gd name="connsiteX42" fmla="*/ 3682 w 10000"/>
                  <a:gd name="connsiteY42" fmla="*/ 7814 h 10000"/>
                  <a:gd name="connsiteX43" fmla="*/ 3682 w 10000"/>
                  <a:gd name="connsiteY43" fmla="*/ 8058 h 10000"/>
                  <a:gd name="connsiteX44" fmla="*/ 3682 w 10000"/>
                  <a:gd name="connsiteY44" fmla="*/ 8543 h 10000"/>
                  <a:gd name="connsiteX45" fmla="*/ 3506 w 10000"/>
                  <a:gd name="connsiteY45" fmla="*/ 9029 h 10000"/>
                  <a:gd name="connsiteX46" fmla="*/ 3506 w 10000"/>
                  <a:gd name="connsiteY46" fmla="*/ 9271 h 10000"/>
                  <a:gd name="connsiteX47" fmla="*/ 3682 w 10000"/>
                  <a:gd name="connsiteY47" fmla="*/ 9514 h 10000"/>
                  <a:gd name="connsiteX48" fmla="*/ 4033 w 10000"/>
                  <a:gd name="connsiteY48" fmla="*/ 9756 h 10000"/>
                  <a:gd name="connsiteX49" fmla="*/ 4207 w 10000"/>
                  <a:gd name="connsiteY49" fmla="*/ 9879 h 10000"/>
                  <a:gd name="connsiteX50" fmla="*/ 4558 w 10000"/>
                  <a:gd name="connsiteY50" fmla="*/ 9879 h 10000"/>
                  <a:gd name="connsiteX51" fmla="*/ 4909 w 10000"/>
                  <a:gd name="connsiteY51" fmla="*/ 10000 h 10000"/>
                  <a:gd name="connsiteX52" fmla="*/ 5259 w 10000"/>
                  <a:gd name="connsiteY52" fmla="*/ 10000 h 10000"/>
                  <a:gd name="connsiteX53" fmla="*/ 5610 w 10000"/>
                  <a:gd name="connsiteY53" fmla="*/ 10000 h 10000"/>
                  <a:gd name="connsiteX54" fmla="*/ 5960 w 10000"/>
                  <a:gd name="connsiteY54" fmla="*/ 9756 h 10000"/>
                  <a:gd name="connsiteX55" fmla="*/ 6311 w 10000"/>
                  <a:gd name="connsiteY55" fmla="*/ 9636 h 10000"/>
                  <a:gd name="connsiteX56" fmla="*/ 6486 w 10000"/>
                  <a:gd name="connsiteY56" fmla="*/ 9393 h 10000"/>
                  <a:gd name="connsiteX57" fmla="*/ 6662 w 10000"/>
                  <a:gd name="connsiteY57" fmla="*/ 9271 h 10000"/>
                  <a:gd name="connsiteX58" fmla="*/ 6662 w 10000"/>
                  <a:gd name="connsiteY58" fmla="*/ 9271 h 10000"/>
                  <a:gd name="connsiteX59" fmla="*/ 6837 w 10000"/>
                  <a:gd name="connsiteY59" fmla="*/ 7814 h 10000"/>
                  <a:gd name="connsiteX60" fmla="*/ 6837 w 10000"/>
                  <a:gd name="connsiteY60" fmla="*/ 7328 h 10000"/>
                  <a:gd name="connsiteX61" fmla="*/ 6662 w 10000"/>
                  <a:gd name="connsiteY61" fmla="*/ 6842 h 10000"/>
                  <a:gd name="connsiteX62" fmla="*/ 6486 w 10000"/>
                  <a:gd name="connsiteY62" fmla="*/ 6599 h 10000"/>
                  <a:gd name="connsiteX63" fmla="*/ 6135 w 10000"/>
                  <a:gd name="connsiteY63" fmla="*/ 6357 h 10000"/>
                  <a:gd name="connsiteX64" fmla="*/ 5960 w 10000"/>
                  <a:gd name="connsiteY64" fmla="*/ 6113 h 10000"/>
                  <a:gd name="connsiteX65" fmla="*/ 5785 w 10000"/>
                  <a:gd name="connsiteY65" fmla="*/ 6113 h 10000"/>
                  <a:gd name="connsiteX66" fmla="*/ 5610 w 10000"/>
                  <a:gd name="connsiteY66" fmla="*/ 5992 h 10000"/>
                  <a:gd name="connsiteX67" fmla="*/ 5435 w 10000"/>
                  <a:gd name="connsiteY67" fmla="*/ 5992 h 10000"/>
                  <a:gd name="connsiteX68" fmla="*/ 4269 w 10000"/>
                  <a:gd name="connsiteY68" fmla="*/ 5785 h 10000"/>
                  <a:gd name="connsiteX69" fmla="*/ 4733 w 10000"/>
                  <a:gd name="connsiteY69" fmla="*/ 5385 h 10000"/>
                  <a:gd name="connsiteX70" fmla="*/ 4733 w 10000"/>
                  <a:gd name="connsiteY70" fmla="*/ 5142 h 10000"/>
                  <a:gd name="connsiteX71" fmla="*/ 4733 w 10000"/>
                  <a:gd name="connsiteY71" fmla="*/ 5020 h 10000"/>
                  <a:gd name="connsiteX72" fmla="*/ 4733 w 10000"/>
                  <a:gd name="connsiteY72" fmla="*/ 4897 h 10000"/>
                  <a:gd name="connsiteX73" fmla="*/ 4909 w 10000"/>
                  <a:gd name="connsiteY73" fmla="*/ 4777 h 10000"/>
                  <a:gd name="connsiteX74" fmla="*/ 5084 w 10000"/>
                  <a:gd name="connsiteY74" fmla="*/ 4777 h 10000"/>
                  <a:gd name="connsiteX75" fmla="*/ 5084 w 10000"/>
                  <a:gd name="connsiteY75" fmla="*/ 4655 h 10000"/>
                  <a:gd name="connsiteX76" fmla="*/ 5259 w 10000"/>
                  <a:gd name="connsiteY76" fmla="*/ 4655 h 10000"/>
                  <a:gd name="connsiteX77" fmla="*/ 5259 w 10000"/>
                  <a:gd name="connsiteY77" fmla="*/ 4655 h 10000"/>
                  <a:gd name="connsiteX78" fmla="*/ 6486 w 10000"/>
                  <a:gd name="connsiteY78" fmla="*/ 3805 h 10000"/>
                  <a:gd name="connsiteX79" fmla="*/ 7538 w 10000"/>
                  <a:gd name="connsiteY79" fmla="*/ 2955 h 10000"/>
                  <a:gd name="connsiteX80" fmla="*/ 8239 w 10000"/>
                  <a:gd name="connsiteY80" fmla="*/ 2346 h 10000"/>
                  <a:gd name="connsiteX81" fmla="*/ 8590 w 10000"/>
                  <a:gd name="connsiteY81" fmla="*/ 2105 h 10000"/>
                  <a:gd name="connsiteX82" fmla="*/ 9116 w 10000"/>
                  <a:gd name="connsiteY82" fmla="*/ 1497 h 10000"/>
                  <a:gd name="connsiteX83" fmla="*/ 9642 w 10000"/>
                  <a:gd name="connsiteY83" fmla="*/ 768 h 10000"/>
                  <a:gd name="connsiteX84" fmla="*/ 9993 w 10000"/>
                  <a:gd name="connsiteY84" fmla="*/ 283 h 10000"/>
                  <a:gd name="connsiteX85" fmla="*/ 9993 w 10000"/>
                  <a:gd name="connsiteY85" fmla="*/ 40 h 10000"/>
                  <a:gd name="connsiteX86" fmla="*/ 9817 w 10000"/>
                  <a:gd name="connsiteY86" fmla="*/ 111 h 10000"/>
                  <a:gd name="connsiteX0" fmla="*/ 8413 w 9993"/>
                  <a:gd name="connsiteY0" fmla="*/ 1027 h 9960"/>
                  <a:gd name="connsiteX1" fmla="*/ 4785 w 9993"/>
                  <a:gd name="connsiteY1" fmla="*/ 3447 h 9960"/>
                  <a:gd name="connsiteX2" fmla="*/ 2797 w 9993"/>
                  <a:gd name="connsiteY2" fmla="*/ 4288 h 9960"/>
                  <a:gd name="connsiteX3" fmla="*/ 2466 w 9993"/>
                  <a:gd name="connsiteY3" fmla="*/ 4073 h 9960"/>
                  <a:gd name="connsiteX4" fmla="*/ 2330 w 9993"/>
                  <a:gd name="connsiteY4" fmla="*/ 4559 h 9960"/>
                  <a:gd name="connsiteX5" fmla="*/ 2332 w 9993"/>
                  <a:gd name="connsiteY5" fmla="*/ 4366 h 9960"/>
                  <a:gd name="connsiteX6" fmla="*/ 5435 w 9993"/>
                  <a:gd name="connsiteY6" fmla="*/ 2306 h 9960"/>
                  <a:gd name="connsiteX7" fmla="*/ 5084 w 9993"/>
                  <a:gd name="connsiteY7" fmla="*/ 2429 h 9960"/>
                  <a:gd name="connsiteX8" fmla="*/ 4733 w 9993"/>
                  <a:gd name="connsiteY8" fmla="*/ 2429 h 9960"/>
                  <a:gd name="connsiteX9" fmla="*/ 4733 w 9993"/>
                  <a:gd name="connsiteY9" fmla="*/ 2550 h 9960"/>
                  <a:gd name="connsiteX10" fmla="*/ 1929 w 9993"/>
                  <a:gd name="connsiteY10" fmla="*/ 2306 h 9960"/>
                  <a:gd name="connsiteX11" fmla="*/ 1578 w 9993"/>
                  <a:gd name="connsiteY11" fmla="*/ 2306 h 9960"/>
                  <a:gd name="connsiteX12" fmla="*/ 1578 w 9993"/>
                  <a:gd name="connsiteY12" fmla="*/ 2429 h 9960"/>
                  <a:gd name="connsiteX13" fmla="*/ 1402 w 9993"/>
                  <a:gd name="connsiteY13" fmla="*/ 2672 h 9960"/>
                  <a:gd name="connsiteX14" fmla="*/ 1402 w 9993"/>
                  <a:gd name="connsiteY14" fmla="*/ 2915 h 9960"/>
                  <a:gd name="connsiteX15" fmla="*/ 1578 w 9993"/>
                  <a:gd name="connsiteY15" fmla="*/ 3157 h 9960"/>
                  <a:gd name="connsiteX16" fmla="*/ 1578 w 9993"/>
                  <a:gd name="connsiteY16" fmla="*/ 3279 h 9960"/>
                  <a:gd name="connsiteX17" fmla="*/ 1578 w 9993"/>
                  <a:gd name="connsiteY17" fmla="*/ 3400 h 9960"/>
                  <a:gd name="connsiteX18" fmla="*/ 1753 w 9993"/>
                  <a:gd name="connsiteY18" fmla="*/ 3522 h 9960"/>
                  <a:gd name="connsiteX19" fmla="*/ 1578 w 9993"/>
                  <a:gd name="connsiteY19" fmla="*/ 3765 h 9960"/>
                  <a:gd name="connsiteX20" fmla="*/ 1227 w 9993"/>
                  <a:gd name="connsiteY20" fmla="*/ 3886 h 9960"/>
                  <a:gd name="connsiteX21" fmla="*/ 876 w 9993"/>
                  <a:gd name="connsiteY21" fmla="*/ 3886 h 9960"/>
                  <a:gd name="connsiteX22" fmla="*/ 702 w 9993"/>
                  <a:gd name="connsiteY22" fmla="*/ 3886 h 9960"/>
                  <a:gd name="connsiteX23" fmla="*/ 351 w 9993"/>
                  <a:gd name="connsiteY23" fmla="*/ 3765 h 9960"/>
                  <a:gd name="connsiteX24" fmla="*/ 175 w 9993"/>
                  <a:gd name="connsiteY24" fmla="*/ 3765 h 9960"/>
                  <a:gd name="connsiteX25" fmla="*/ 0 w 9993"/>
                  <a:gd name="connsiteY25" fmla="*/ 3765 h 9960"/>
                  <a:gd name="connsiteX26" fmla="*/ 0 w 9993"/>
                  <a:gd name="connsiteY26" fmla="*/ 5102 h 9960"/>
                  <a:gd name="connsiteX27" fmla="*/ 1051 w 9993"/>
                  <a:gd name="connsiteY27" fmla="*/ 4980 h 9960"/>
                  <a:gd name="connsiteX28" fmla="*/ 1929 w 9993"/>
                  <a:gd name="connsiteY28" fmla="*/ 5466 h 9960"/>
                  <a:gd name="connsiteX29" fmla="*/ 1402 w 9993"/>
                  <a:gd name="connsiteY29" fmla="*/ 6317 h 9960"/>
                  <a:gd name="connsiteX30" fmla="*/ 1578 w 9993"/>
                  <a:gd name="connsiteY30" fmla="*/ 6317 h 9960"/>
                  <a:gd name="connsiteX31" fmla="*/ 1753 w 9993"/>
                  <a:gd name="connsiteY31" fmla="*/ 6438 h 9960"/>
                  <a:gd name="connsiteX32" fmla="*/ 1929 w 9993"/>
                  <a:gd name="connsiteY32" fmla="*/ 6559 h 9960"/>
                  <a:gd name="connsiteX33" fmla="*/ 2279 w 9993"/>
                  <a:gd name="connsiteY33" fmla="*/ 6802 h 9960"/>
                  <a:gd name="connsiteX34" fmla="*/ 2629 w 9993"/>
                  <a:gd name="connsiteY34" fmla="*/ 6924 h 9960"/>
                  <a:gd name="connsiteX35" fmla="*/ 2980 w 9993"/>
                  <a:gd name="connsiteY35" fmla="*/ 7044 h 9960"/>
                  <a:gd name="connsiteX36" fmla="*/ 3155 w 9993"/>
                  <a:gd name="connsiteY36" fmla="*/ 7167 h 9960"/>
                  <a:gd name="connsiteX37" fmla="*/ 3506 w 9993"/>
                  <a:gd name="connsiteY37" fmla="*/ 7288 h 9960"/>
                  <a:gd name="connsiteX38" fmla="*/ 3682 w 9993"/>
                  <a:gd name="connsiteY38" fmla="*/ 7410 h 9960"/>
                  <a:gd name="connsiteX39" fmla="*/ 3682 w 9993"/>
                  <a:gd name="connsiteY39" fmla="*/ 7531 h 9960"/>
                  <a:gd name="connsiteX40" fmla="*/ 3682 w 9993"/>
                  <a:gd name="connsiteY40" fmla="*/ 7652 h 9960"/>
                  <a:gd name="connsiteX41" fmla="*/ 3682 w 9993"/>
                  <a:gd name="connsiteY41" fmla="*/ 7652 h 9960"/>
                  <a:gd name="connsiteX42" fmla="*/ 3682 w 9993"/>
                  <a:gd name="connsiteY42" fmla="*/ 7774 h 9960"/>
                  <a:gd name="connsiteX43" fmla="*/ 3682 w 9993"/>
                  <a:gd name="connsiteY43" fmla="*/ 8018 h 9960"/>
                  <a:gd name="connsiteX44" fmla="*/ 3682 w 9993"/>
                  <a:gd name="connsiteY44" fmla="*/ 8503 h 9960"/>
                  <a:gd name="connsiteX45" fmla="*/ 3506 w 9993"/>
                  <a:gd name="connsiteY45" fmla="*/ 8989 h 9960"/>
                  <a:gd name="connsiteX46" fmla="*/ 3506 w 9993"/>
                  <a:gd name="connsiteY46" fmla="*/ 9231 h 9960"/>
                  <a:gd name="connsiteX47" fmla="*/ 3682 w 9993"/>
                  <a:gd name="connsiteY47" fmla="*/ 9474 h 9960"/>
                  <a:gd name="connsiteX48" fmla="*/ 4033 w 9993"/>
                  <a:gd name="connsiteY48" fmla="*/ 9716 h 9960"/>
                  <a:gd name="connsiteX49" fmla="*/ 4207 w 9993"/>
                  <a:gd name="connsiteY49" fmla="*/ 9839 h 9960"/>
                  <a:gd name="connsiteX50" fmla="*/ 4558 w 9993"/>
                  <a:gd name="connsiteY50" fmla="*/ 9839 h 9960"/>
                  <a:gd name="connsiteX51" fmla="*/ 4909 w 9993"/>
                  <a:gd name="connsiteY51" fmla="*/ 9960 h 9960"/>
                  <a:gd name="connsiteX52" fmla="*/ 5259 w 9993"/>
                  <a:gd name="connsiteY52" fmla="*/ 9960 h 9960"/>
                  <a:gd name="connsiteX53" fmla="*/ 5610 w 9993"/>
                  <a:gd name="connsiteY53" fmla="*/ 9960 h 9960"/>
                  <a:gd name="connsiteX54" fmla="*/ 5960 w 9993"/>
                  <a:gd name="connsiteY54" fmla="*/ 9716 h 9960"/>
                  <a:gd name="connsiteX55" fmla="*/ 6311 w 9993"/>
                  <a:gd name="connsiteY55" fmla="*/ 9596 h 9960"/>
                  <a:gd name="connsiteX56" fmla="*/ 6486 w 9993"/>
                  <a:gd name="connsiteY56" fmla="*/ 9353 h 9960"/>
                  <a:gd name="connsiteX57" fmla="*/ 6662 w 9993"/>
                  <a:gd name="connsiteY57" fmla="*/ 9231 h 9960"/>
                  <a:gd name="connsiteX58" fmla="*/ 6662 w 9993"/>
                  <a:gd name="connsiteY58" fmla="*/ 9231 h 9960"/>
                  <a:gd name="connsiteX59" fmla="*/ 6837 w 9993"/>
                  <a:gd name="connsiteY59" fmla="*/ 7774 h 9960"/>
                  <a:gd name="connsiteX60" fmla="*/ 6837 w 9993"/>
                  <a:gd name="connsiteY60" fmla="*/ 7288 h 9960"/>
                  <a:gd name="connsiteX61" fmla="*/ 6662 w 9993"/>
                  <a:gd name="connsiteY61" fmla="*/ 6802 h 9960"/>
                  <a:gd name="connsiteX62" fmla="*/ 6486 w 9993"/>
                  <a:gd name="connsiteY62" fmla="*/ 6559 h 9960"/>
                  <a:gd name="connsiteX63" fmla="*/ 6135 w 9993"/>
                  <a:gd name="connsiteY63" fmla="*/ 6317 h 9960"/>
                  <a:gd name="connsiteX64" fmla="*/ 5960 w 9993"/>
                  <a:gd name="connsiteY64" fmla="*/ 6073 h 9960"/>
                  <a:gd name="connsiteX65" fmla="*/ 5785 w 9993"/>
                  <a:gd name="connsiteY65" fmla="*/ 6073 h 9960"/>
                  <a:gd name="connsiteX66" fmla="*/ 5610 w 9993"/>
                  <a:gd name="connsiteY66" fmla="*/ 5952 h 9960"/>
                  <a:gd name="connsiteX67" fmla="*/ 5435 w 9993"/>
                  <a:gd name="connsiteY67" fmla="*/ 5952 h 9960"/>
                  <a:gd name="connsiteX68" fmla="*/ 4269 w 9993"/>
                  <a:gd name="connsiteY68" fmla="*/ 5745 h 9960"/>
                  <a:gd name="connsiteX69" fmla="*/ 4733 w 9993"/>
                  <a:gd name="connsiteY69" fmla="*/ 5345 h 9960"/>
                  <a:gd name="connsiteX70" fmla="*/ 4733 w 9993"/>
                  <a:gd name="connsiteY70" fmla="*/ 5102 h 9960"/>
                  <a:gd name="connsiteX71" fmla="*/ 4733 w 9993"/>
                  <a:gd name="connsiteY71" fmla="*/ 4980 h 9960"/>
                  <a:gd name="connsiteX72" fmla="*/ 4733 w 9993"/>
                  <a:gd name="connsiteY72" fmla="*/ 4857 h 9960"/>
                  <a:gd name="connsiteX73" fmla="*/ 4909 w 9993"/>
                  <a:gd name="connsiteY73" fmla="*/ 4737 h 9960"/>
                  <a:gd name="connsiteX74" fmla="*/ 5084 w 9993"/>
                  <a:gd name="connsiteY74" fmla="*/ 4737 h 9960"/>
                  <a:gd name="connsiteX75" fmla="*/ 5084 w 9993"/>
                  <a:gd name="connsiteY75" fmla="*/ 4615 h 9960"/>
                  <a:gd name="connsiteX76" fmla="*/ 5259 w 9993"/>
                  <a:gd name="connsiteY76" fmla="*/ 4615 h 9960"/>
                  <a:gd name="connsiteX77" fmla="*/ 5259 w 9993"/>
                  <a:gd name="connsiteY77" fmla="*/ 4615 h 9960"/>
                  <a:gd name="connsiteX78" fmla="*/ 6486 w 9993"/>
                  <a:gd name="connsiteY78" fmla="*/ 3765 h 9960"/>
                  <a:gd name="connsiteX79" fmla="*/ 7538 w 9993"/>
                  <a:gd name="connsiteY79" fmla="*/ 2915 h 9960"/>
                  <a:gd name="connsiteX80" fmla="*/ 8239 w 9993"/>
                  <a:gd name="connsiteY80" fmla="*/ 2306 h 9960"/>
                  <a:gd name="connsiteX81" fmla="*/ 8590 w 9993"/>
                  <a:gd name="connsiteY81" fmla="*/ 2065 h 9960"/>
                  <a:gd name="connsiteX82" fmla="*/ 9116 w 9993"/>
                  <a:gd name="connsiteY82" fmla="*/ 1457 h 9960"/>
                  <a:gd name="connsiteX83" fmla="*/ 9642 w 9993"/>
                  <a:gd name="connsiteY83" fmla="*/ 728 h 9960"/>
                  <a:gd name="connsiteX84" fmla="*/ 9993 w 9993"/>
                  <a:gd name="connsiteY84" fmla="*/ 243 h 9960"/>
                  <a:gd name="connsiteX85" fmla="*/ 9993 w 9993"/>
                  <a:gd name="connsiteY85" fmla="*/ 0 h 9960"/>
                  <a:gd name="connsiteX0" fmla="*/ 8419 w 10000"/>
                  <a:gd name="connsiteY0" fmla="*/ 787 h 9756"/>
                  <a:gd name="connsiteX1" fmla="*/ 4788 w 10000"/>
                  <a:gd name="connsiteY1" fmla="*/ 3217 h 9756"/>
                  <a:gd name="connsiteX2" fmla="*/ 2799 w 10000"/>
                  <a:gd name="connsiteY2" fmla="*/ 4061 h 9756"/>
                  <a:gd name="connsiteX3" fmla="*/ 2468 w 10000"/>
                  <a:gd name="connsiteY3" fmla="*/ 3845 h 9756"/>
                  <a:gd name="connsiteX4" fmla="*/ 2332 w 10000"/>
                  <a:gd name="connsiteY4" fmla="*/ 4333 h 9756"/>
                  <a:gd name="connsiteX5" fmla="*/ 2334 w 10000"/>
                  <a:gd name="connsiteY5" fmla="*/ 4140 h 9756"/>
                  <a:gd name="connsiteX6" fmla="*/ 5439 w 10000"/>
                  <a:gd name="connsiteY6" fmla="*/ 2071 h 9756"/>
                  <a:gd name="connsiteX7" fmla="*/ 5088 w 10000"/>
                  <a:gd name="connsiteY7" fmla="*/ 2195 h 9756"/>
                  <a:gd name="connsiteX8" fmla="*/ 4736 w 10000"/>
                  <a:gd name="connsiteY8" fmla="*/ 2195 h 9756"/>
                  <a:gd name="connsiteX9" fmla="*/ 4736 w 10000"/>
                  <a:gd name="connsiteY9" fmla="*/ 2316 h 9756"/>
                  <a:gd name="connsiteX10" fmla="*/ 1930 w 10000"/>
                  <a:gd name="connsiteY10" fmla="*/ 2071 h 9756"/>
                  <a:gd name="connsiteX11" fmla="*/ 1579 w 10000"/>
                  <a:gd name="connsiteY11" fmla="*/ 2071 h 9756"/>
                  <a:gd name="connsiteX12" fmla="*/ 1579 w 10000"/>
                  <a:gd name="connsiteY12" fmla="*/ 2195 h 9756"/>
                  <a:gd name="connsiteX13" fmla="*/ 1403 w 10000"/>
                  <a:gd name="connsiteY13" fmla="*/ 2439 h 9756"/>
                  <a:gd name="connsiteX14" fmla="*/ 1403 w 10000"/>
                  <a:gd name="connsiteY14" fmla="*/ 2683 h 9756"/>
                  <a:gd name="connsiteX15" fmla="*/ 1579 w 10000"/>
                  <a:gd name="connsiteY15" fmla="*/ 2926 h 9756"/>
                  <a:gd name="connsiteX16" fmla="*/ 1579 w 10000"/>
                  <a:gd name="connsiteY16" fmla="*/ 3048 h 9756"/>
                  <a:gd name="connsiteX17" fmla="*/ 1579 w 10000"/>
                  <a:gd name="connsiteY17" fmla="*/ 3170 h 9756"/>
                  <a:gd name="connsiteX18" fmla="*/ 1754 w 10000"/>
                  <a:gd name="connsiteY18" fmla="*/ 3292 h 9756"/>
                  <a:gd name="connsiteX19" fmla="*/ 1579 w 10000"/>
                  <a:gd name="connsiteY19" fmla="*/ 3536 h 9756"/>
                  <a:gd name="connsiteX20" fmla="*/ 1228 w 10000"/>
                  <a:gd name="connsiteY20" fmla="*/ 3658 h 9756"/>
                  <a:gd name="connsiteX21" fmla="*/ 877 w 10000"/>
                  <a:gd name="connsiteY21" fmla="*/ 3658 h 9756"/>
                  <a:gd name="connsiteX22" fmla="*/ 702 w 10000"/>
                  <a:gd name="connsiteY22" fmla="*/ 3658 h 9756"/>
                  <a:gd name="connsiteX23" fmla="*/ 351 w 10000"/>
                  <a:gd name="connsiteY23" fmla="*/ 3536 h 9756"/>
                  <a:gd name="connsiteX24" fmla="*/ 175 w 10000"/>
                  <a:gd name="connsiteY24" fmla="*/ 3536 h 9756"/>
                  <a:gd name="connsiteX25" fmla="*/ 0 w 10000"/>
                  <a:gd name="connsiteY25" fmla="*/ 3536 h 9756"/>
                  <a:gd name="connsiteX26" fmla="*/ 0 w 10000"/>
                  <a:gd name="connsiteY26" fmla="*/ 4878 h 9756"/>
                  <a:gd name="connsiteX27" fmla="*/ 1052 w 10000"/>
                  <a:gd name="connsiteY27" fmla="*/ 4756 h 9756"/>
                  <a:gd name="connsiteX28" fmla="*/ 1930 w 10000"/>
                  <a:gd name="connsiteY28" fmla="*/ 5244 h 9756"/>
                  <a:gd name="connsiteX29" fmla="*/ 1403 w 10000"/>
                  <a:gd name="connsiteY29" fmla="*/ 6098 h 9756"/>
                  <a:gd name="connsiteX30" fmla="*/ 1579 w 10000"/>
                  <a:gd name="connsiteY30" fmla="*/ 6098 h 9756"/>
                  <a:gd name="connsiteX31" fmla="*/ 1754 w 10000"/>
                  <a:gd name="connsiteY31" fmla="*/ 6220 h 9756"/>
                  <a:gd name="connsiteX32" fmla="*/ 1930 w 10000"/>
                  <a:gd name="connsiteY32" fmla="*/ 6341 h 9756"/>
                  <a:gd name="connsiteX33" fmla="*/ 2281 w 10000"/>
                  <a:gd name="connsiteY33" fmla="*/ 6585 h 9756"/>
                  <a:gd name="connsiteX34" fmla="*/ 2631 w 10000"/>
                  <a:gd name="connsiteY34" fmla="*/ 6708 h 9756"/>
                  <a:gd name="connsiteX35" fmla="*/ 2982 w 10000"/>
                  <a:gd name="connsiteY35" fmla="*/ 6828 h 9756"/>
                  <a:gd name="connsiteX36" fmla="*/ 3157 w 10000"/>
                  <a:gd name="connsiteY36" fmla="*/ 6952 h 9756"/>
                  <a:gd name="connsiteX37" fmla="*/ 3508 w 10000"/>
                  <a:gd name="connsiteY37" fmla="*/ 7073 h 9756"/>
                  <a:gd name="connsiteX38" fmla="*/ 3685 w 10000"/>
                  <a:gd name="connsiteY38" fmla="*/ 7196 h 9756"/>
                  <a:gd name="connsiteX39" fmla="*/ 3685 w 10000"/>
                  <a:gd name="connsiteY39" fmla="*/ 7317 h 9756"/>
                  <a:gd name="connsiteX40" fmla="*/ 3685 w 10000"/>
                  <a:gd name="connsiteY40" fmla="*/ 7439 h 9756"/>
                  <a:gd name="connsiteX41" fmla="*/ 3685 w 10000"/>
                  <a:gd name="connsiteY41" fmla="*/ 7439 h 9756"/>
                  <a:gd name="connsiteX42" fmla="*/ 3685 w 10000"/>
                  <a:gd name="connsiteY42" fmla="*/ 7561 h 9756"/>
                  <a:gd name="connsiteX43" fmla="*/ 3685 w 10000"/>
                  <a:gd name="connsiteY43" fmla="*/ 7806 h 9756"/>
                  <a:gd name="connsiteX44" fmla="*/ 3685 w 10000"/>
                  <a:gd name="connsiteY44" fmla="*/ 8293 h 9756"/>
                  <a:gd name="connsiteX45" fmla="*/ 3508 w 10000"/>
                  <a:gd name="connsiteY45" fmla="*/ 8781 h 9756"/>
                  <a:gd name="connsiteX46" fmla="*/ 3508 w 10000"/>
                  <a:gd name="connsiteY46" fmla="*/ 9024 h 9756"/>
                  <a:gd name="connsiteX47" fmla="*/ 3685 w 10000"/>
                  <a:gd name="connsiteY47" fmla="*/ 9268 h 9756"/>
                  <a:gd name="connsiteX48" fmla="*/ 4036 w 10000"/>
                  <a:gd name="connsiteY48" fmla="*/ 9511 h 9756"/>
                  <a:gd name="connsiteX49" fmla="*/ 4210 w 10000"/>
                  <a:gd name="connsiteY49" fmla="*/ 9635 h 9756"/>
                  <a:gd name="connsiteX50" fmla="*/ 4561 w 10000"/>
                  <a:gd name="connsiteY50" fmla="*/ 9635 h 9756"/>
                  <a:gd name="connsiteX51" fmla="*/ 4912 w 10000"/>
                  <a:gd name="connsiteY51" fmla="*/ 9756 h 9756"/>
                  <a:gd name="connsiteX52" fmla="*/ 5263 w 10000"/>
                  <a:gd name="connsiteY52" fmla="*/ 9756 h 9756"/>
                  <a:gd name="connsiteX53" fmla="*/ 5614 w 10000"/>
                  <a:gd name="connsiteY53" fmla="*/ 9756 h 9756"/>
                  <a:gd name="connsiteX54" fmla="*/ 5964 w 10000"/>
                  <a:gd name="connsiteY54" fmla="*/ 9511 h 9756"/>
                  <a:gd name="connsiteX55" fmla="*/ 6315 w 10000"/>
                  <a:gd name="connsiteY55" fmla="*/ 9391 h 9756"/>
                  <a:gd name="connsiteX56" fmla="*/ 6491 w 10000"/>
                  <a:gd name="connsiteY56" fmla="*/ 9147 h 9756"/>
                  <a:gd name="connsiteX57" fmla="*/ 6667 w 10000"/>
                  <a:gd name="connsiteY57" fmla="*/ 9024 h 9756"/>
                  <a:gd name="connsiteX58" fmla="*/ 6667 w 10000"/>
                  <a:gd name="connsiteY58" fmla="*/ 9024 h 9756"/>
                  <a:gd name="connsiteX59" fmla="*/ 6842 w 10000"/>
                  <a:gd name="connsiteY59" fmla="*/ 7561 h 9756"/>
                  <a:gd name="connsiteX60" fmla="*/ 6842 w 10000"/>
                  <a:gd name="connsiteY60" fmla="*/ 7073 h 9756"/>
                  <a:gd name="connsiteX61" fmla="*/ 6667 w 10000"/>
                  <a:gd name="connsiteY61" fmla="*/ 6585 h 9756"/>
                  <a:gd name="connsiteX62" fmla="*/ 6491 w 10000"/>
                  <a:gd name="connsiteY62" fmla="*/ 6341 h 9756"/>
                  <a:gd name="connsiteX63" fmla="*/ 6139 w 10000"/>
                  <a:gd name="connsiteY63" fmla="*/ 6098 h 9756"/>
                  <a:gd name="connsiteX64" fmla="*/ 5964 w 10000"/>
                  <a:gd name="connsiteY64" fmla="*/ 5853 h 9756"/>
                  <a:gd name="connsiteX65" fmla="*/ 5789 w 10000"/>
                  <a:gd name="connsiteY65" fmla="*/ 5853 h 9756"/>
                  <a:gd name="connsiteX66" fmla="*/ 5614 w 10000"/>
                  <a:gd name="connsiteY66" fmla="*/ 5732 h 9756"/>
                  <a:gd name="connsiteX67" fmla="*/ 5439 w 10000"/>
                  <a:gd name="connsiteY67" fmla="*/ 5732 h 9756"/>
                  <a:gd name="connsiteX68" fmla="*/ 4272 w 10000"/>
                  <a:gd name="connsiteY68" fmla="*/ 5524 h 9756"/>
                  <a:gd name="connsiteX69" fmla="*/ 4736 w 10000"/>
                  <a:gd name="connsiteY69" fmla="*/ 5122 h 9756"/>
                  <a:gd name="connsiteX70" fmla="*/ 4736 w 10000"/>
                  <a:gd name="connsiteY70" fmla="*/ 4878 h 9756"/>
                  <a:gd name="connsiteX71" fmla="*/ 4736 w 10000"/>
                  <a:gd name="connsiteY71" fmla="*/ 4756 h 9756"/>
                  <a:gd name="connsiteX72" fmla="*/ 4736 w 10000"/>
                  <a:gd name="connsiteY72" fmla="*/ 4633 h 9756"/>
                  <a:gd name="connsiteX73" fmla="*/ 4912 w 10000"/>
                  <a:gd name="connsiteY73" fmla="*/ 4512 h 9756"/>
                  <a:gd name="connsiteX74" fmla="*/ 5088 w 10000"/>
                  <a:gd name="connsiteY74" fmla="*/ 4512 h 9756"/>
                  <a:gd name="connsiteX75" fmla="*/ 5088 w 10000"/>
                  <a:gd name="connsiteY75" fmla="*/ 4390 h 9756"/>
                  <a:gd name="connsiteX76" fmla="*/ 5263 w 10000"/>
                  <a:gd name="connsiteY76" fmla="*/ 4390 h 9756"/>
                  <a:gd name="connsiteX77" fmla="*/ 5263 w 10000"/>
                  <a:gd name="connsiteY77" fmla="*/ 4390 h 9756"/>
                  <a:gd name="connsiteX78" fmla="*/ 6491 w 10000"/>
                  <a:gd name="connsiteY78" fmla="*/ 3536 h 9756"/>
                  <a:gd name="connsiteX79" fmla="*/ 7543 w 10000"/>
                  <a:gd name="connsiteY79" fmla="*/ 2683 h 9756"/>
                  <a:gd name="connsiteX80" fmla="*/ 8245 w 10000"/>
                  <a:gd name="connsiteY80" fmla="*/ 2071 h 9756"/>
                  <a:gd name="connsiteX81" fmla="*/ 8596 w 10000"/>
                  <a:gd name="connsiteY81" fmla="*/ 1829 h 9756"/>
                  <a:gd name="connsiteX82" fmla="*/ 9122 w 10000"/>
                  <a:gd name="connsiteY82" fmla="*/ 1219 h 9756"/>
                  <a:gd name="connsiteX83" fmla="*/ 9649 w 10000"/>
                  <a:gd name="connsiteY83" fmla="*/ 487 h 9756"/>
                  <a:gd name="connsiteX84" fmla="*/ 10000 w 10000"/>
                  <a:gd name="connsiteY84" fmla="*/ 0 h 9756"/>
                  <a:gd name="connsiteX0" fmla="*/ 8419 w 9649"/>
                  <a:gd name="connsiteY0" fmla="*/ 308 h 9501"/>
                  <a:gd name="connsiteX1" fmla="*/ 4788 w 9649"/>
                  <a:gd name="connsiteY1" fmla="*/ 2798 h 9501"/>
                  <a:gd name="connsiteX2" fmla="*/ 2799 w 9649"/>
                  <a:gd name="connsiteY2" fmla="*/ 3664 h 9501"/>
                  <a:gd name="connsiteX3" fmla="*/ 2468 w 9649"/>
                  <a:gd name="connsiteY3" fmla="*/ 3442 h 9501"/>
                  <a:gd name="connsiteX4" fmla="*/ 2332 w 9649"/>
                  <a:gd name="connsiteY4" fmla="*/ 3942 h 9501"/>
                  <a:gd name="connsiteX5" fmla="*/ 2334 w 9649"/>
                  <a:gd name="connsiteY5" fmla="*/ 3745 h 9501"/>
                  <a:gd name="connsiteX6" fmla="*/ 5439 w 9649"/>
                  <a:gd name="connsiteY6" fmla="*/ 1624 h 9501"/>
                  <a:gd name="connsiteX7" fmla="*/ 5088 w 9649"/>
                  <a:gd name="connsiteY7" fmla="*/ 1751 h 9501"/>
                  <a:gd name="connsiteX8" fmla="*/ 4736 w 9649"/>
                  <a:gd name="connsiteY8" fmla="*/ 1751 h 9501"/>
                  <a:gd name="connsiteX9" fmla="*/ 4736 w 9649"/>
                  <a:gd name="connsiteY9" fmla="*/ 1875 h 9501"/>
                  <a:gd name="connsiteX10" fmla="*/ 1930 w 9649"/>
                  <a:gd name="connsiteY10" fmla="*/ 1624 h 9501"/>
                  <a:gd name="connsiteX11" fmla="*/ 1579 w 9649"/>
                  <a:gd name="connsiteY11" fmla="*/ 1624 h 9501"/>
                  <a:gd name="connsiteX12" fmla="*/ 1579 w 9649"/>
                  <a:gd name="connsiteY12" fmla="*/ 1751 h 9501"/>
                  <a:gd name="connsiteX13" fmla="*/ 1403 w 9649"/>
                  <a:gd name="connsiteY13" fmla="*/ 2001 h 9501"/>
                  <a:gd name="connsiteX14" fmla="*/ 1403 w 9649"/>
                  <a:gd name="connsiteY14" fmla="*/ 2251 h 9501"/>
                  <a:gd name="connsiteX15" fmla="*/ 1579 w 9649"/>
                  <a:gd name="connsiteY15" fmla="*/ 2500 h 9501"/>
                  <a:gd name="connsiteX16" fmla="*/ 1579 w 9649"/>
                  <a:gd name="connsiteY16" fmla="*/ 2625 h 9501"/>
                  <a:gd name="connsiteX17" fmla="*/ 1579 w 9649"/>
                  <a:gd name="connsiteY17" fmla="*/ 2750 h 9501"/>
                  <a:gd name="connsiteX18" fmla="*/ 1754 w 9649"/>
                  <a:gd name="connsiteY18" fmla="*/ 2875 h 9501"/>
                  <a:gd name="connsiteX19" fmla="*/ 1579 w 9649"/>
                  <a:gd name="connsiteY19" fmla="*/ 3125 h 9501"/>
                  <a:gd name="connsiteX20" fmla="*/ 1228 w 9649"/>
                  <a:gd name="connsiteY20" fmla="*/ 3250 h 9501"/>
                  <a:gd name="connsiteX21" fmla="*/ 877 w 9649"/>
                  <a:gd name="connsiteY21" fmla="*/ 3250 h 9501"/>
                  <a:gd name="connsiteX22" fmla="*/ 702 w 9649"/>
                  <a:gd name="connsiteY22" fmla="*/ 3250 h 9501"/>
                  <a:gd name="connsiteX23" fmla="*/ 351 w 9649"/>
                  <a:gd name="connsiteY23" fmla="*/ 3125 h 9501"/>
                  <a:gd name="connsiteX24" fmla="*/ 175 w 9649"/>
                  <a:gd name="connsiteY24" fmla="*/ 3125 h 9501"/>
                  <a:gd name="connsiteX25" fmla="*/ 0 w 9649"/>
                  <a:gd name="connsiteY25" fmla="*/ 3125 h 9501"/>
                  <a:gd name="connsiteX26" fmla="*/ 0 w 9649"/>
                  <a:gd name="connsiteY26" fmla="*/ 4501 h 9501"/>
                  <a:gd name="connsiteX27" fmla="*/ 1052 w 9649"/>
                  <a:gd name="connsiteY27" fmla="*/ 4376 h 9501"/>
                  <a:gd name="connsiteX28" fmla="*/ 1930 w 9649"/>
                  <a:gd name="connsiteY28" fmla="*/ 4876 h 9501"/>
                  <a:gd name="connsiteX29" fmla="*/ 1403 w 9649"/>
                  <a:gd name="connsiteY29" fmla="*/ 5752 h 9501"/>
                  <a:gd name="connsiteX30" fmla="*/ 1579 w 9649"/>
                  <a:gd name="connsiteY30" fmla="*/ 5752 h 9501"/>
                  <a:gd name="connsiteX31" fmla="*/ 1754 w 9649"/>
                  <a:gd name="connsiteY31" fmla="*/ 5877 h 9501"/>
                  <a:gd name="connsiteX32" fmla="*/ 1930 w 9649"/>
                  <a:gd name="connsiteY32" fmla="*/ 6001 h 9501"/>
                  <a:gd name="connsiteX33" fmla="*/ 2281 w 9649"/>
                  <a:gd name="connsiteY33" fmla="*/ 6251 h 9501"/>
                  <a:gd name="connsiteX34" fmla="*/ 2631 w 9649"/>
                  <a:gd name="connsiteY34" fmla="*/ 6377 h 9501"/>
                  <a:gd name="connsiteX35" fmla="*/ 2982 w 9649"/>
                  <a:gd name="connsiteY35" fmla="*/ 6500 h 9501"/>
                  <a:gd name="connsiteX36" fmla="*/ 3157 w 9649"/>
                  <a:gd name="connsiteY36" fmla="*/ 6627 h 9501"/>
                  <a:gd name="connsiteX37" fmla="*/ 3508 w 9649"/>
                  <a:gd name="connsiteY37" fmla="*/ 6751 h 9501"/>
                  <a:gd name="connsiteX38" fmla="*/ 3685 w 9649"/>
                  <a:gd name="connsiteY38" fmla="*/ 6877 h 9501"/>
                  <a:gd name="connsiteX39" fmla="*/ 3685 w 9649"/>
                  <a:gd name="connsiteY39" fmla="*/ 7001 h 9501"/>
                  <a:gd name="connsiteX40" fmla="*/ 3685 w 9649"/>
                  <a:gd name="connsiteY40" fmla="*/ 7126 h 9501"/>
                  <a:gd name="connsiteX41" fmla="*/ 3685 w 9649"/>
                  <a:gd name="connsiteY41" fmla="*/ 7126 h 9501"/>
                  <a:gd name="connsiteX42" fmla="*/ 3685 w 9649"/>
                  <a:gd name="connsiteY42" fmla="*/ 7251 h 9501"/>
                  <a:gd name="connsiteX43" fmla="*/ 3685 w 9649"/>
                  <a:gd name="connsiteY43" fmla="*/ 7502 h 9501"/>
                  <a:gd name="connsiteX44" fmla="*/ 3685 w 9649"/>
                  <a:gd name="connsiteY44" fmla="*/ 8001 h 9501"/>
                  <a:gd name="connsiteX45" fmla="*/ 3508 w 9649"/>
                  <a:gd name="connsiteY45" fmla="*/ 8502 h 9501"/>
                  <a:gd name="connsiteX46" fmla="*/ 3508 w 9649"/>
                  <a:gd name="connsiteY46" fmla="*/ 8751 h 9501"/>
                  <a:gd name="connsiteX47" fmla="*/ 3685 w 9649"/>
                  <a:gd name="connsiteY47" fmla="*/ 9001 h 9501"/>
                  <a:gd name="connsiteX48" fmla="*/ 4036 w 9649"/>
                  <a:gd name="connsiteY48" fmla="*/ 9250 h 9501"/>
                  <a:gd name="connsiteX49" fmla="*/ 4210 w 9649"/>
                  <a:gd name="connsiteY49" fmla="*/ 9377 h 9501"/>
                  <a:gd name="connsiteX50" fmla="*/ 4561 w 9649"/>
                  <a:gd name="connsiteY50" fmla="*/ 9377 h 9501"/>
                  <a:gd name="connsiteX51" fmla="*/ 4912 w 9649"/>
                  <a:gd name="connsiteY51" fmla="*/ 9501 h 9501"/>
                  <a:gd name="connsiteX52" fmla="*/ 5263 w 9649"/>
                  <a:gd name="connsiteY52" fmla="*/ 9501 h 9501"/>
                  <a:gd name="connsiteX53" fmla="*/ 5614 w 9649"/>
                  <a:gd name="connsiteY53" fmla="*/ 9501 h 9501"/>
                  <a:gd name="connsiteX54" fmla="*/ 5964 w 9649"/>
                  <a:gd name="connsiteY54" fmla="*/ 9250 h 9501"/>
                  <a:gd name="connsiteX55" fmla="*/ 6315 w 9649"/>
                  <a:gd name="connsiteY55" fmla="*/ 9127 h 9501"/>
                  <a:gd name="connsiteX56" fmla="*/ 6491 w 9649"/>
                  <a:gd name="connsiteY56" fmla="*/ 8877 h 9501"/>
                  <a:gd name="connsiteX57" fmla="*/ 6667 w 9649"/>
                  <a:gd name="connsiteY57" fmla="*/ 8751 h 9501"/>
                  <a:gd name="connsiteX58" fmla="*/ 6667 w 9649"/>
                  <a:gd name="connsiteY58" fmla="*/ 8751 h 9501"/>
                  <a:gd name="connsiteX59" fmla="*/ 6842 w 9649"/>
                  <a:gd name="connsiteY59" fmla="*/ 7251 h 9501"/>
                  <a:gd name="connsiteX60" fmla="*/ 6842 w 9649"/>
                  <a:gd name="connsiteY60" fmla="*/ 6751 h 9501"/>
                  <a:gd name="connsiteX61" fmla="*/ 6667 w 9649"/>
                  <a:gd name="connsiteY61" fmla="*/ 6251 h 9501"/>
                  <a:gd name="connsiteX62" fmla="*/ 6491 w 9649"/>
                  <a:gd name="connsiteY62" fmla="*/ 6001 h 9501"/>
                  <a:gd name="connsiteX63" fmla="*/ 6139 w 9649"/>
                  <a:gd name="connsiteY63" fmla="*/ 5752 h 9501"/>
                  <a:gd name="connsiteX64" fmla="*/ 5964 w 9649"/>
                  <a:gd name="connsiteY64" fmla="*/ 5500 h 9501"/>
                  <a:gd name="connsiteX65" fmla="*/ 5789 w 9649"/>
                  <a:gd name="connsiteY65" fmla="*/ 5500 h 9501"/>
                  <a:gd name="connsiteX66" fmla="*/ 5614 w 9649"/>
                  <a:gd name="connsiteY66" fmla="*/ 5376 h 9501"/>
                  <a:gd name="connsiteX67" fmla="*/ 5439 w 9649"/>
                  <a:gd name="connsiteY67" fmla="*/ 5376 h 9501"/>
                  <a:gd name="connsiteX68" fmla="*/ 4272 w 9649"/>
                  <a:gd name="connsiteY68" fmla="*/ 5163 h 9501"/>
                  <a:gd name="connsiteX69" fmla="*/ 4736 w 9649"/>
                  <a:gd name="connsiteY69" fmla="*/ 4751 h 9501"/>
                  <a:gd name="connsiteX70" fmla="*/ 4736 w 9649"/>
                  <a:gd name="connsiteY70" fmla="*/ 4501 h 9501"/>
                  <a:gd name="connsiteX71" fmla="*/ 4736 w 9649"/>
                  <a:gd name="connsiteY71" fmla="*/ 4376 h 9501"/>
                  <a:gd name="connsiteX72" fmla="*/ 4736 w 9649"/>
                  <a:gd name="connsiteY72" fmla="*/ 4250 h 9501"/>
                  <a:gd name="connsiteX73" fmla="*/ 4912 w 9649"/>
                  <a:gd name="connsiteY73" fmla="*/ 4126 h 9501"/>
                  <a:gd name="connsiteX74" fmla="*/ 5088 w 9649"/>
                  <a:gd name="connsiteY74" fmla="*/ 4126 h 9501"/>
                  <a:gd name="connsiteX75" fmla="*/ 5088 w 9649"/>
                  <a:gd name="connsiteY75" fmla="*/ 4001 h 9501"/>
                  <a:gd name="connsiteX76" fmla="*/ 5263 w 9649"/>
                  <a:gd name="connsiteY76" fmla="*/ 4001 h 9501"/>
                  <a:gd name="connsiteX77" fmla="*/ 5263 w 9649"/>
                  <a:gd name="connsiteY77" fmla="*/ 4001 h 9501"/>
                  <a:gd name="connsiteX78" fmla="*/ 6491 w 9649"/>
                  <a:gd name="connsiteY78" fmla="*/ 3125 h 9501"/>
                  <a:gd name="connsiteX79" fmla="*/ 7543 w 9649"/>
                  <a:gd name="connsiteY79" fmla="*/ 2251 h 9501"/>
                  <a:gd name="connsiteX80" fmla="*/ 8245 w 9649"/>
                  <a:gd name="connsiteY80" fmla="*/ 1624 h 9501"/>
                  <a:gd name="connsiteX81" fmla="*/ 8596 w 9649"/>
                  <a:gd name="connsiteY81" fmla="*/ 1376 h 9501"/>
                  <a:gd name="connsiteX82" fmla="*/ 9122 w 9649"/>
                  <a:gd name="connsiteY82" fmla="*/ 750 h 9501"/>
                  <a:gd name="connsiteX83" fmla="*/ 9649 w 9649"/>
                  <a:gd name="connsiteY83" fmla="*/ 0 h 9501"/>
                  <a:gd name="connsiteX84" fmla="*/ 4457 w 9649"/>
                  <a:gd name="connsiteY84" fmla="*/ 3517 h 9501"/>
                  <a:gd name="connsiteX0" fmla="*/ 3911 w 10000"/>
                  <a:gd name="connsiteY0" fmla="*/ 3890 h 10000"/>
                  <a:gd name="connsiteX1" fmla="*/ 4962 w 10000"/>
                  <a:gd name="connsiteY1" fmla="*/ 2945 h 10000"/>
                  <a:gd name="connsiteX2" fmla="*/ 2901 w 10000"/>
                  <a:gd name="connsiteY2" fmla="*/ 3856 h 10000"/>
                  <a:gd name="connsiteX3" fmla="*/ 2558 w 10000"/>
                  <a:gd name="connsiteY3" fmla="*/ 3623 h 10000"/>
                  <a:gd name="connsiteX4" fmla="*/ 2417 w 10000"/>
                  <a:gd name="connsiteY4" fmla="*/ 4149 h 10000"/>
                  <a:gd name="connsiteX5" fmla="*/ 2419 w 10000"/>
                  <a:gd name="connsiteY5" fmla="*/ 3942 h 10000"/>
                  <a:gd name="connsiteX6" fmla="*/ 5637 w 10000"/>
                  <a:gd name="connsiteY6" fmla="*/ 1709 h 10000"/>
                  <a:gd name="connsiteX7" fmla="*/ 5273 w 10000"/>
                  <a:gd name="connsiteY7" fmla="*/ 1843 h 10000"/>
                  <a:gd name="connsiteX8" fmla="*/ 4908 w 10000"/>
                  <a:gd name="connsiteY8" fmla="*/ 1843 h 10000"/>
                  <a:gd name="connsiteX9" fmla="*/ 4908 w 10000"/>
                  <a:gd name="connsiteY9" fmla="*/ 1973 h 10000"/>
                  <a:gd name="connsiteX10" fmla="*/ 2000 w 10000"/>
                  <a:gd name="connsiteY10" fmla="*/ 1709 h 10000"/>
                  <a:gd name="connsiteX11" fmla="*/ 1636 w 10000"/>
                  <a:gd name="connsiteY11" fmla="*/ 1709 h 10000"/>
                  <a:gd name="connsiteX12" fmla="*/ 1636 w 10000"/>
                  <a:gd name="connsiteY12" fmla="*/ 1843 h 10000"/>
                  <a:gd name="connsiteX13" fmla="*/ 1454 w 10000"/>
                  <a:gd name="connsiteY13" fmla="*/ 2106 h 10000"/>
                  <a:gd name="connsiteX14" fmla="*/ 1454 w 10000"/>
                  <a:gd name="connsiteY14" fmla="*/ 2369 h 10000"/>
                  <a:gd name="connsiteX15" fmla="*/ 1636 w 10000"/>
                  <a:gd name="connsiteY15" fmla="*/ 2631 h 10000"/>
                  <a:gd name="connsiteX16" fmla="*/ 1636 w 10000"/>
                  <a:gd name="connsiteY16" fmla="*/ 2763 h 10000"/>
                  <a:gd name="connsiteX17" fmla="*/ 1636 w 10000"/>
                  <a:gd name="connsiteY17" fmla="*/ 2894 h 10000"/>
                  <a:gd name="connsiteX18" fmla="*/ 1818 w 10000"/>
                  <a:gd name="connsiteY18" fmla="*/ 3026 h 10000"/>
                  <a:gd name="connsiteX19" fmla="*/ 1636 w 10000"/>
                  <a:gd name="connsiteY19" fmla="*/ 3289 h 10000"/>
                  <a:gd name="connsiteX20" fmla="*/ 1273 w 10000"/>
                  <a:gd name="connsiteY20" fmla="*/ 3421 h 10000"/>
                  <a:gd name="connsiteX21" fmla="*/ 909 w 10000"/>
                  <a:gd name="connsiteY21" fmla="*/ 3421 h 10000"/>
                  <a:gd name="connsiteX22" fmla="*/ 728 w 10000"/>
                  <a:gd name="connsiteY22" fmla="*/ 3421 h 10000"/>
                  <a:gd name="connsiteX23" fmla="*/ 364 w 10000"/>
                  <a:gd name="connsiteY23" fmla="*/ 3289 h 10000"/>
                  <a:gd name="connsiteX24" fmla="*/ 181 w 10000"/>
                  <a:gd name="connsiteY24" fmla="*/ 3289 h 10000"/>
                  <a:gd name="connsiteX25" fmla="*/ 0 w 10000"/>
                  <a:gd name="connsiteY25" fmla="*/ 3289 h 10000"/>
                  <a:gd name="connsiteX26" fmla="*/ 0 w 10000"/>
                  <a:gd name="connsiteY26" fmla="*/ 4737 h 10000"/>
                  <a:gd name="connsiteX27" fmla="*/ 1090 w 10000"/>
                  <a:gd name="connsiteY27" fmla="*/ 4606 h 10000"/>
                  <a:gd name="connsiteX28" fmla="*/ 2000 w 10000"/>
                  <a:gd name="connsiteY28" fmla="*/ 5132 h 10000"/>
                  <a:gd name="connsiteX29" fmla="*/ 1454 w 10000"/>
                  <a:gd name="connsiteY29" fmla="*/ 6054 h 10000"/>
                  <a:gd name="connsiteX30" fmla="*/ 1636 w 10000"/>
                  <a:gd name="connsiteY30" fmla="*/ 6054 h 10000"/>
                  <a:gd name="connsiteX31" fmla="*/ 1818 w 10000"/>
                  <a:gd name="connsiteY31" fmla="*/ 6186 h 10000"/>
                  <a:gd name="connsiteX32" fmla="*/ 2000 w 10000"/>
                  <a:gd name="connsiteY32" fmla="*/ 6316 h 10000"/>
                  <a:gd name="connsiteX33" fmla="*/ 2364 w 10000"/>
                  <a:gd name="connsiteY33" fmla="*/ 6579 h 10000"/>
                  <a:gd name="connsiteX34" fmla="*/ 2727 w 10000"/>
                  <a:gd name="connsiteY34" fmla="*/ 6712 h 10000"/>
                  <a:gd name="connsiteX35" fmla="*/ 3090 w 10000"/>
                  <a:gd name="connsiteY35" fmla="*/ 6841 h 10000"/>
                  <a:gd name="connsiteX36" fmla="*/ 3272 w 10000"/>
                  <a:gd name="connsiteY36" fmla="*/ 6975 h 10000"/>
                  <a:gd name="connsiteX37" fmla="*/ 3636 w 10000"/>
                  <a:gd name="connsiteY37" fmla="*/ 7106 h 10000"/>
                  <a:gd name="connsiteX38" fmla="*/ 3819 w 10000"/>
                  <a:gd name="connsiteY38" fmla="*/ 7238 h 10000"/>
                  <a:gd name="connsiteX39" fmla="*/ 3819 w 10000"/>
                  <a:gd name="connsiteY39" fmla="*/ 7369 h 10000"/>
                  <a:gd name="connsiteX40" fmla="*/ 3819 w 10000"/>
                  <a:gd name="connsiteY40" fmla="*/ 7500 h 10000"/>
                  <a:gd name="connsiteX41" fmla="*/ 3819 w 10000"/>
                  <a:gd name="connsiteY41" fmla="*/ 7500 h 10000"/>
                  <a:gd name="connsiteX42" fmla="*/ 3819 w 10000"/>
                  <a:gd name="connsiteY42" fmla="*/ 7632 h 10000"/>
                  <a:gd name="connsiteX43" fmla="*/ 3819 w 10000"/>
                  <a:gd name="connsiteY43" fmla="*/ 7896 h 10000"/>
                  <a:gd name="connsiteX44" fmla="*/ 3819 w 10000"/>
                  <a:gd name="connsiteY44" fmla="*/ 8421 h 10000"/>
                  <a:gd name="connsiteX45" fmla="*/ 3636 w 10000"/>
                  <a:gd name="connsiteY45" fmla="*/ 8949 h 10000"/>
                  <a:gd name="connsiteX46" fmla="*/ 3636 w 10000"/>
                  <a:gd name="connsiteY46" fmla="*/ 9211 h 10000"/>
                  <a:gd name="connsiteX47" fmla="*/ 3819 w 10000"/>
                  <a:gd name="connsiteY47" fmla="*/ 9474 h 10000"/>
                  <a:gd name="connsiteX48" fmla="*/ 4183 w 10000"/>
                  <a:gd name="connsiteY48" fmla="*/ 9736 h 10000"/>
                  <a:gd name="connsiteX49" fmla="*/ 4363 w 10000"/>
                  <a:gd name="connsiteY49" fmla="*/ 9869 h 10000"/>
                  <a:gd name="connsiteX50" fmla="*/ 4727 w 10000"/>
                  <a:gd name="connsiteY50" fmla="*/ 9869 h 10000"/>
                  <a:gd name="connsiteX51" fmla="*/ 5091 w 10000"/>
                  <a:gd name="connsiteY51" fmla="*/ 10000 h 10000"/>
                  <a:gd name="connsiteX52" fmla="*/ 5454 w 10000"/>
                  <a:gd name="connsiteY52" fmla="*/ 10000 h 10000"/>
                  <a:gd name="connsiteX53" fmla="*/ 5818 w 10000"/>
                  <a:gd name="connsiteY53" fmla="*/ 10000 h 10000"/>
                  <a:gd name="connsiteX54" fmla="*/ 6181 w 10000"/>
                  <a:gd name="connsiteY54" fmla="*/ 9736 h 10000"/>
                  <a:gd name="connsiteX55" fmla="*/ 6545 w 10000"/>
                  <a:gd name="connsiteY55" fmla="*/ 9606 h 10000"/>
                  <a:gd name="connsiteX56" fmla="*/ 6727 w 10000"/>
                  <a:gd name="connsiteY56" fmla="*/ 9343 h 10000"/>
                  <a:gd name="connsiteX57" fmla="*/ 6910 w 10000"/>
                  <a:gd name="connsiteY57" fmla="*/ 9211 h 10000"/>
                  <a:gd name="connsiteX58" fmla="*/ 6910 w 10000"/>
                  <a:gd name="connsiteY58" fmla="*/ 9211 h 10000"/>
                  <a:gd name="connsiteX59" fmla="*/ 7091 w 10000"/>
                  <a:gd name="connsiteY59" fmla="*/ 7632 h 10000"/>
                  <a:gd name="connsiteX60" fmla="*/ 7091 w 10000"/>
                  <a:gd name="connsiteY60" fmla="*/ 7106 h 10000"/>
                  <a:gd name="connsiteX61" fmla="*/ 6910 w 10000"/>
                  <a:gd name="connsiteY61" fmla="*/ 6579 h 10000"/>
                  <a:gd name="connsiteX62" fmla="*/ 6727 w 10000"/>
                  <a:gd name="connsiteY62" fmla="*/ 6316 h 10000"/>
                  <a:gd name="connsiteX63" fmla="*/ 6362 w 10000"/>
                  <a:gd name="connsiteY63" fmla="*/ 6054 h 10000"/>
                  <a:gd name="connsiteX64" fmla="*/ 6181 w 10000"/>
                  <a:gd name="connsiteY64" fmla="*/ 5789 h 10000"/>
                  <a:gd name="connsiteX65" fmla="*/ 6000 w 10000"/>
                  <a:gd name="connsiteY65" fmla="*/ 5789 h 10000"/>
                  <a:gd name="connsiteX66" fmla="*/ 5818 w 10000"/>
                  <a:gd name="connsiteY66" fmla="*/ 5658 h 10000"/>
                  <a:gd name="connsiteX67" fmla="*/ 5637 w 10000"/>
                  <a:gd name="connsiteY67" fmla="*/ 5658 h 10000"/>
                  <a:gd name="connsiteX68" fmla="*/ 4427 w 10000"/>
                  <a:gd name="connsiteY68" fmla="*/ 5434 h 10000"/>
                  <a:gd name="connsiteX69" fmla="*/ 4908 w 10000"/>
                  <a:gd name="connsiteY69" fmla="*/ 5001 h 10000"/>
                  <a:gd name="connsiteX70" fmla="*/ 4908 w 10000"/>
                  <a:gd name="connsiteY70" fmla="*/ 4737 h 10000"/>
                  <a:gd name="connsiteX71" fmla="*/ 4908 w 10000"/>
                  <a:gd name="connsiteY71" fmla="*/ 4606 h 10000"/>
                  <a:gd name="connsiteX72" fmla="*/ 4908 w 10000"/>
                  <a:gd name="connsiteY72" fmla="*/ 4473 h 10000"/>
                  <a:gd name="connsiteX73" fmla="*/ 5091 w 10000"/>
                  <a:gd name="connsiteY73" fmla="*/ 4343 h 10000"/>
                  <a:gd name="connsiteX74" fmla="*/ 5273 w 10000"/>
                  <a:gd name="connsiteY74" fmla="*/ 4343 h 10000"/>
                  <a:gd name="connsiteX75" fmla="*/ 5273 w 10000"/>
                  <a:gd name="connsiteY75" fmla="*/ 4211 h 10000"/>
                  <a:gd name="connsiteX76" fmla="*/ 5454 w 10000"/>
                  <a:gd name="connsiteY76" fmla="*/ 4211 h 10000"/>
                  <a:gd name="connsiteX77" fmla="*/ 5454 w 10000"/>
                  <a:gd name="connsiteY77" fmla="*/ 4211 h 10000"/>
                  <a:gd name="connsiteX78" fmla="*/ 6727 w 10000"/>
                  <a:gd name="connsiteY78" fmla="*/ 3289 h 10000"/>
                  <a:gd name="connsiteX79" fmla="*/ 7817 w 10000"/>
                  <a:gd name="connsiteY79" fmla="*/ 2369 h 10000"/>
                  <a:gd name="connsiteX80" fmla="*/ 8545 w 10000"/>
                  <a:gd name="connsiteY80" fmla="*/ 1709 h 10000"/>
                  <a:gd name="connsiteX81" fmla="*/ 8909 w 10000"/>
                  <a:gd name="connsiteY81" fmla="*/ 1448 h 10000"/>
                  <a:gd name="connsiteX82" fmla="*/ 9454 w 10000"/>
                  <a:gd name="connsiteY82" fmla="*/ 789 h 10000"/>
                  <a:gd name="connsiteX83" fmla="*/ 10000 w 10000"/>
                  <a:gd name="connsiteY83" fmla="*/ 0 h 10000"/>
                  <a:gd name="connsiteX84" fmla="*/ 4619 w 10000"/>
                  <a:gd name="connsiteY84" fmla="*/ 3702 h 10000"/>
                  <a:gd name="connsiteX0" fmla="*/ 3911 w 9454"/>
                  <a:gd name="connsiteY0" fmla="*/ 3101 h 9211"/>
                  <a:gd name="connsiteX1" fmla="*/ 4962 w 9454"/>
                  <a:gd name="connsiteY1" fmla="*/ 2156 h 9211"/>
                  <a:gd name="connsiteX2" fmla="*/ 2901 w 9454"/>
                  <a:gd name="connsiteY2" fmla="*/ 3067 h 9211"/>
                  <a:gd name="connsiteX3" fmla="*/ 2558 w 9454"/>
                  <a:gd name="connsiteY3" fmla="*/ 2834 h 9211"/>
                  <a:gd name="connsiteX4" fmla="*/ 2417 w 9454"/>
                  <a:gd name="connsiteY4" fmla="*/ 3360 h 9211"/>
                  <a:gd name="connsiteX5" fmla="*/ 2419 w 9454"/>
                  <a:gd name="connsiteY5" fmla="*/ 3153 h 9211"/>
                  <a:gd name="connsiteX6" fmla="*/ 5637 w 9454"/>
                  <a:gd name="connsiteY6" fmla="*/ 920 h 9211"/>
                  <a:gd name="connsiteX7" fmla="*/ 5273 w 9454"/>
                  <a:gd name="connsiteY7" fmla="*/ 1054 h 9211"/>
                  <a:gd name="connsiteX8" fmla="*/ 4908 w 9454"/>
                  <a:gd name="connsiteY8" fmla="*/ 1054 h 9211"/>
                  <a:gd name="connsiteX9" fmla="*/ 4908 w 9454"/>
                  <a:gd name="connsiteY9" fmla="*/ 1184 h 9211"/>
                  <a:gd name="connsiteX10" fmla="*/ 2000 w 9454"/>
                  <a:gd name="connsiteY10" fmla="*/ 920 h 9211"/>
                  <a:gd name="connsiteX11" fmla="*/ 1636 w 9454"/>
                  <a:gd name="connsiteY11" fmla="*/ 920 h 9211"/>
                  <a:gd name="connsiteX12" fmla="*/ 1636 w 9454"/>
                  <a:gd name="connsiteY12" fmla="*/ 1054 h 9211"/>
                  <a:gd name="connsiteX13" fmla="*/ 1454 w 9454"/>
                  <a:gd name="connsiteY13" fmla="*/ 1317 h 9211"/>
                  <a:gd name="connsiteX14" fmla="*/ 1454 w 9454"/>
                  <a:gd name="connsiteY14" fmla="*/ 1580 h 9211"/>
                  <a:gd name="connsiteX15" fmla="*/ 1636 w 9454"/>
                  <a:gd name="connsiteY15" fmla="*/ 1842 h 9211"/>
                  <a:gd name="connsiteX16" fmla="*/ 1636 w 9454"/>
                  <a:gd name="connsiteY16" fmla="*/ 1974 h 9211"/>
                  <a:gd name="connsiteX17" fmla="*/ 1636 w 9454"/>
                  <a:gd name="connsiteY17" fmla="*/ 2105 h 9211"/>
                  <a:gd name="connsiteX18" fmla="*/ 1818 w 9454"/>
                  <a:gd name="connsiteY18" fmla="*/ 2237 h 9211"/>
                  <a:gd name="connsiteX19" fmla="*/ 1636 w 9454"/>
                  <a:gd name="connsiteY19" fmla="*/ 2500 h 9211"/>
                  <a:gd name="connsiteX20" fmla="*/ 1273 w 9454"/>
                  <a:gd name="connsiteY20" fmla="*/ 2632 h 9211"/>
                  <a:gd name="connsiteX21" fmla="*/ 909 w 9454"/>
                  <a:gd name="connsiteY21" fmla="*/ 2632 h 9211"/>
                  <a:gd name="connsiteX22" fmla="*/ 728 w 9454"/>
                  <a:gd name="connsiteY22" fmla="*/ 2632 h 9211"/>
                  <a:gd name="connsiteX23" fmla="*/ 364 w 9454"/>
                  <a:gd name="connsiteY23" fmla="*/ 2500 h 9211"/>
                  <a:gd name="connsiteX24" fmla="*/ 181 w 9454"/>
                  <a:gd name="connsiteY24" fmla="*/ 2500 h 9211"/>
                  <a:gd name="connsiteX25" fmla="*/ 0 w 9454"/>
                  <a:gd name="connsiteY25" fmla="*/ 2500 h 9211"/>
                  <a:gd name="connsiteX26" fmla="*/ 0 w 9454"/>
                  <a:gd name="connsiteY26" fmla="*/ 3948 h 9211"/>
                  <a:gd name="connsiteX27" fmla="*/ 1090 w 9454"/>
                  <a:gd name="connsiteY27" fmla="*/ 3817 h 9211"/>
                  <a:gd name="connsiteX28" fmla="*/ 2000 w 9454"/>
                  <a:gd name="connsiteY28" fmla="*/ 4343 h 9211"/>
                  <a:gd name="connsiteX29" fmla="*/ 1454 w 9454"/>
                  <a:gd name="connsiteY29" fmla="*/ 5265 h 9211"/>
                  <a:gd name="connsiteX30" fmla="*/ 1636 w 9454"/>
                  <a:gd name="connsiteY30" fmla="*/ 5265 h 9211"/>
                  <a:gd name="connsiteX31" fmla="*/ 1818 w 9454"/>
                  <a:gd name="connsiteY31" fmla="*/ 5397 h 9211"/>
                  <a:gd name="connsiteX32" fmla="*/ 2000 w 9454"/>
                  <a:gd name="connsiteY32" fmla="*/ 5527 h 9211"/>
                  <a:gd name="connsiteX33" fmla="*/ 2364 w 9454"/>
                  <a:gd name="connsiteY33" fmla="*/ 5790 h 9211"/>
                  <a:gd name="connsiteX34" fmla="*/ 2727 w 9454"/>
                  <a:gd name="connsiteY34" fmla="*/ 5923 h 9211"/>
                  <a:gd name="connsiteX35" fmla="*/ 3090 w 9454"/>
                  <a:gd name="connsiteY35" fmla="*/ 6052 h 9211"/>
                  <a:gd name="connsiteX36" fmla="*/ 3272 w 9454"/>
                  <a:gd name="connsiteY36" fmla="*/ 6186 h 9211"/>
                  <a:gd name="connsiteX37" fmla="*/ 3636 w 9454"/>
                  <a:gd name="connsiteY37" fmla="*/ 6317 h 9211"/>
                  <a:gd name="connsiteX38" fmla="*/ 3819 w 9454"/>
                  <a:gd name="connsiteY38" fmla="*/ 6449 h 9211"/>
                  <a:gd name="connsiteX39" fmla="*/ 3819 w 9454"/>
                  <a:gd name="connsiteY39" fmla="*/ 6580 h 9211"/>
                  <a:gd name="connsiteX40" fmla="*/ 3819 w 9454"/>
                  <a:gd name="connsiteY40" fmla="*/ 6711 h 9211"/>
                  <a:gd name="connsiteX41" fmla="*/ 3819 w 9454"/>
                  <a:gd name="connsiteY41" fmla="*/ 6711 h 9211"/>
                  <a:gd name="connsiteX42" fmla="*/ 3819 w 9454"/>
                  <a:gd name="connsiteY42" fmla="*/ 6843 h 9211"/>
                  <a:gd name="connsiteX43" fmla="*/ 3819 w 9454"/>
                  <a:gd name="connsiteY43" fmla="*/ 7107 h 9211"/>
                  <a:gd name="connsiteX44" fmla="*/ 3819 w 9454"/>
                  <a:gd name="connsiteY44" fmla="*/ 7632 h 9211"/>
                  <a:gd name="connsiteX45" fmla="*/ 3636 w 9454"/>
                  <a:gd name="connsiteY45" fmla="*/ 8160 h 9211"/>
                  <a:gd name="connsiteX46" fmla="*/ 3636 w 9454"/>
                  <a:gd name="connsiteY46" fmla="*/ 8422 h 9211"/>
                  <a:gd name="connsiteX47" fmla="*/ 3819 w 9454"/>
                  <a:gd name="connsiteY47" fmla="*/ 8685 h 9211"/>
                  <a:gd name="connsiteX48" fmla="*/ 4183 w 9454"/>
                  <a:gd name="connsiteY48" fmla="*/ 8947 h 9211"/>
                  <a:gd name="connsiteX49" fmla="*/ 4363 w 9454"/>
                  <a:gd name="connsiteY49" fmla="*/ 9080 h 9211"/>
                  <a:gd name="connsiteX50" fmla="*/ 4727 w 9454"/>
                  <a:gd name="connsiteY50" fmla="*/ 9080 h 9211"/>
                  <a:gd name="connsiteX51" fmla="*/ 5091 w 9454"/>
                  <a:gd name="connsiteY51" fmla="*/ 9211 h 9211"/>
                  <a:gd name="connsiteX52" fmla="*/ 5454 w 9454"/>
                  <a:gd name="connsiteY52" fmla="*/ 9211 h 9211"/>
                  <a:gd name="connsiteX53" fmla="*/ 5818 w 9454"/>
                  <a:gd name="connsiteY53" fmla="*/ 9211 h 9211"/>
                  <a:gd name="connsiteX54" fmla="*/ 6181 w 9454"/>
                  <a:gd name="connsiteY54" fmla="*/ 8947 h 9211"/>
                  <a:gd name="connsiteX55" fmla="*/ 6545 w 9454"/>
                  <a:gd name="connsiteY55" fmla="*/ 8817 h 9211"/>
                  <a:gd name="connsiteX56" fmla="*/ 6727 w 9454"/>
                  <a:gd name="connsiteY56" fmla="*/ 8554 h 9211"/>
                  <a:gd name="connsiteX57" fmla="*/ 6910 w 9454"/>
                  <a:gd name="connsiteY57" fmla="*/ 8422 h 9211"/>
                  <a:gd name="connsiteX58" fmla="*/ 6910 w 9454"/>
                  <a:gd name="connsiteY58" fmla="*/ 8422 h 9211"/>
                  <a:gd name="connsiteX59" fmla="*/ 7091 w 9454"/>
                  <a:gd name="connsiteY59" fmla="*/ 6843 h 9211"/>
                  <a:gd name="connsiteX60" fmla="*/ 7091 w 9454"/>
                  <a:gd name="connsiteY60" fmla="*/ 6317 h 9211"/>
                  <a:gd name="connsiteX61" fmla="*/ 6910 w 9454"/>
                  <a:gd name="connsiteY61" fmla="*/ 5790 h 9211"/>
                  <a:gd name="connsiteX62" fmla="*/ 6727 w 9454"/>
                  <a:gd name="connsiteY62" fmla="*/ 5527 h 9211"/>
                  <a:gd name="connsiteX63" fmla="*/ 6362 w 9454"/>
                  <a:gd name="connsiteY63" fmla="*/ 5265 h 9211"/>
                  <a:gd name="connsiteX64" fmla="*/ 6181 w 9454"/>
                  <a:gd name="connsiteY64" fmla="*/ 5000 h 9211"/>
                  <a:gd name="connsiteX65" fmla="*/ 6000 w 9454"/>
                  <a:gd name="connsiteY65" fmla="*/ 5000 h 9211"/>
                  <a:gd name="connsiteX66" fmla="*/ 5818 w 9454"/>
                  <a:gd name="connsiteY66" fmla="*/ 4869 h 9211"/>
                  <a:gd name="connsiteX67" fmla="*/ 5637 w 9454"/>
                  <a:gd name="connsiteY67" fmla="*/ 4869 h 9211"/>
                  <a:gd name="connsiteX68" fmla="*/ 4427 w 9454"/>
                  <a:gd name="connsiteY68" fmla="*/ 4645 h 9211"/>
                  <a:gd name="connsiteX69" fmla="*/ 4908 w 9454"/>
                  <a:gd name="connsiteY69" fmla="*/ 4212 h 9211"/>
                  <a:gd name="connsiteX70" fmla="*/ 4908 w 9454"/>
                  <a:gd name="connsiteY70" fmla="*/ 3948 h 9211"/>
                  <a:gd name="connsiteX71" fmla="*/ 4908 w 9454"/>
                  <a:gd name="connsiteY71" fmla="*/ 3817 h 9211"/>
                  <a:gd name="connsiteX72" fmla="*/ 4908 w 9454"/>
                  <a:gd name="connsiteY72" fmla="*/ 3684 h 9211"/>
                  <a:gd name="connsiteX73" fmla="*/ 5091 w 9454"/>
                  <a:gd name="connsiteY73" fmla="*/ 3554 h 9211"/>
                  <a:gd name="connsiteX74" fmla="*/ 5273 w 9454"/>
                  <a:gd name="connsiteY74" fmla="*/ 3554 h 9211"/>
                  <a:gd name="connsiteX75" fmla="*/ 5273 w 9454"/>
                  <a:gd name="connsiteY75" fmla="*/ 3422 h 9211"/>
                  <a:gd name="connsiteX76" fmla="*/ 5454 w 9454"/>
                  <a:gd name="connsiteY76" fmla="*/ 3422 h 9211"/>
                  <a:gd name="connsiteX77" fmla="*/ 5454 w 9454"/>
                  <a:gd name="connsiteY77" fmla="*/ 3422 h 9211"/>
                  <a:gd name="connsiteX78" fmla="*/ 6727 w 9454"/>
                  <a:gd name="connsiteY78" fmla="*/ 2500 h 9211"/>
                  <a:gd name="connsiteX79" fmla="*/ 7817 w 9454"/>
                  <a:gd name="connsiteY79" fmla="*/ 1580 h 9211"/>
                  <a:gd name="connsiteX80" fmla="*/ 8545 w 9454"/>
                  <a:gd name="connsiteY80" fmla="*/ 920 h 9211"/>
                  <a:gd name="connsiteX81" fmla="*/ 8909 w 9454"/>
                  <a:gd name="connsiteY81" fmla="*/ 659 h 9211"/>
                  <a:gd name="connsiteX82" fmla="*/ 9454 w 9454"/>
                  <a:gd name="connsiteY82" fmla="*/ 0 h 9211"/>
                  <a:gd name="connsiteX83" fmla="*/ 5388 w 9454"/>
                  <a:gd name="connsiteY83" fmla="*/ 3237 h 9211"/>
                  <a:gd name="connsiteX84" fmla="*/ 4619 w 9454"/>
                  <a:gd name="connsiteY84" fmla="*/ 2913 h 9211"/>
                  <a:gd name="connsiteX0" fmla="*/ 4137 w 9424"/>
                  <a:gd name="connsiteY0" fmla="*/ 2652 h 9285"/>
                  <a:gd name="connsiteX1" fmla="*/ 5249 w 9424"/>
                  <a:gd name="connsiteY1" fmla="*/ 1626 h 9285"/>
                  <a:gd name="connsiteX2" fmla="*/ 3069 w 9424"/>
                  <a:gd name="connsiteY2" fmla="*/ 2615 h 9285"/>
                  <a:gd name="connsiteX3" fmla="*/ 2706 w 9424"/>
                  <a:gd name="connsiteY3" fmla="*/ 2362 h 9285"/>
                  <a:gd name="connsiteX4" fmla="*/ 2557 w 9424"/>
                  <a:gd name="connsiteY4" fmla="*/ 2933 h 9285"/>
                  <a:gd name="connsiteX5" fmla="*/ 2559 w 9424"/>
                  <a:gd name="connsiteY5" fmla="*/ 2708 h 9285"/>
                  <a:gd name="connsiteX6" fmla="*/ 5963 w 9424"/>
                  <a:gd name="connsiteY6" fmla="*/ 284 h 9285"/>
                  <a:gd name="connsiteX7" fmla="*/ 5578 w 9424"/>
                  <a:gd name="connsiteY7" fmla="*/ 429 h 9285"/>
                  <a:gd name="connsiteX8" fmla="*/ 5191 w 9424"/>
                  <a:gd name="connsiteY8" fmla="*/ 429 h 9285"/>
                  <a:gd name="connsiteX9" fmla="*/ 5191 w 9424"/>
                  <a:gd name="connsiteY9" fmla="*/ 570 h 9285"/>
                  <a:gd name="connsiteX10" fmla="*/ 2116 w 9424"/>
                  <a:gd name="connsiteY10" fmla="*/ 284 h 9285"/>
                  <a:gd name="connsiteX11" fmla="*/ 1730 w 9424"/>
                  <a:gd name="connsiteY11" fmla="*/ 284 h 9285"/>
                  <a:gd name="connsiteX12" fmla="*/ 1730 w 9424"/>
                  <a:gd name="connsiteY12" fmla="*/ 429 h 9285"/>
                  <a:gd name="connsiteX13" fmla="*/ 1538 w 9424"/>
                  <a:gd name="connsiteY13" fmla="*/ 715 h 9285"/>
                  <a:gd name="connsiteX14" fmla="*/ 1538 w 9424"/>
                  <a:gd name="connsiteY14" fmla="*/ 1000 h 9285"/>
                  <a:gd name="connsiteX15" fmla="*/ 1730 w 9424"/>
                  <a:gd name="connsiteY15" fmla="*/ 1285 h 9285"/>
                  <a:gd name="connsiteX16" fmla="*/ 1730 w 9424"/>
                  <a:gd name="connsiteY16" fmla="*/ 1428 h 9285"/>
                  <a:gd name="connsiteX17" fmla="*/ 1730 w 9424"/>
                  <a:gd name="connsiteY17" fmla="*/ 1570 h 9285"/>
                  <a:gd name="connsiteX18" fmla="*/ 1923 w 9424"/>
                  <a:gd name="connsiteY18" fmla="*/ 1714 h 9285"/>
                  <a:gd name="connsiteX19" fmla="*/ 1730 w 9424"/>
                  <a:gd name="connsiteY19" fmla="*/ 1999 h 9285"/>
                  <a:gd name="connsiteX20" fmla="*/ 1347 w 9424"/>
                  <a:gd name="connsiteY20" fmla="*/ 2142 h 9285"/>
                  <a:gd name="connsiteX21" fmla="*/ 961 w 9424"/>
                  <a:gd name="connsiteY21" fmla="*/ 2142 h 9285"/>
                  <a:gd name="connsiteX22" fmla="*/ 770 w 9424"/>
                  <a:gd name="connsiteY22" fmla="*/ 2142 h 9285"/>
                  <a:gd name="connsiteX23" fmla="*/ 385 w 9424"/>
                  <a:gd name="connsiteY23" fmla="*/ 1999 h 9285"/>
                  <a:gd name="connsiteX24" fmla="*/ 191 w 9424"/>
                  <a:gd name="connsiteY24" fmla="*/ 1999 h 9285"/>
                  <a:gd name="connsiteX25" fmla="*/ 0 w 9424"/>
                  <a:gd name="connsiteY25" fmla="*/ 1999 h 9285"/>
                  <a:gd name="connsiteX26" fmla="*/ 0 w 9424"/>
                  <a:gd name="connsiteY26" fmla="*/ 3571 h 9285"/>
                  <a:gd name="connsiteX27" fmla="*/ 1153 w 9424"/>
                  <a:gd name="connsiteY27" fmla="*/ 3429 h 9285"/>
                  <a:gd name="connsiteX28" fmla="*/ 2116 w 9424"/>
                  <a:gd name="connsiteY28" fmla="*/ 4000 h 9285"/>
                  <a:gd name="connsiteX29" fmla="*/ 1538 w 9424"/>
                  <a:gd name="connsiteY29" fmla="*/ 5001 h 9285"/>
                  <a:gd name="connsiteX30" fmla="*/ 1730 w 9424"/>
                  <a:gd name="connsiteY30" fmla="*/ 5001 h 9285"/>
                  <a:gd name="connsiteX31" fmla="*/ 1923 w 9424"/>
                  <a:gd name="connsiteY31" fmla="*/ 5144 h 9285"/>
                  <a:gd name="connsiteX32" fmla="*/ 2116 w 9424"/>
                  <a:gd name="connsiteY32" fmla="*/ 5285 h 9285"/>
                  <a:gd name="connsiteX33" fmla="*/ 2501 w 9424"/>
                  <a:gd name="connsiteY33" fmla="*/ 5571 h 9285"/>
                  <a:gd name="connsiteX34" fmla="*/ 2884 w 9424"/>
                  <a:gd name="connsiteY34" fmla="*/ 5715 h 9285"/>
                  <a:gd name="connsiteX35" fmla="*/ 3268 w 9424"/>
                  <a:gd name="connsiteY35" fmla="*/ 5855 h 9285"/>
                  <a:gd name="connsiteX36" fmla="*/ 3461 w 9424"/>
                  <a:gd name="connsiteY36" fmla="*/ 6001 h 9285"/>
                  <a:gd name="connsiteX37" fmla="*/ 3846 w 9424"/>
                  <a:gd name="connsiteY37" fmla="*/ 6143 h 9285"/>
                  <a:gd name="connsiteX38" fmla="*/ 4040 w 9424"/>
                  <a:gd name="connsiteY38" fmla="*/ 6286 h 9285"/>
                  <a:gd name="connsiteX39" fmla="*/ 4040 w 9424"/>
                  <a:gd name="connsiteY39" fmla="*/ 6429 h 9285"/>
                  <a:gd name="connsiteX40" fmla="*/ 4040 w 9424"/>
                  <a:gd name="connsiteY40" fmla="*/ 6571 h 9285"/>
                  <a:gd name="connsiteX41" fmla="*/ 4040 w 9424"/>
                  <a:gd name="connsiteY41" fmla="*/ 6571 h 9285"/>
                  <a:gd name="connsiteX42" fmla="*/ 4040 w 9424"/>
                  <a:gd name="connsiteY42" fmla="*/ 6714 h 9285"/>
                  <a:gd name="connsiteX43" fmla="*/ 4040 w 9424"/>
                  <a:gd name="connsiteY43" fmla="*/ 7001 h 9285"/>
                  <a:gd name="connsiteX44" fmla="*/ 4040 w 9424"/>
                  <a:gd name="connsiteY44" fmla="*/ 7571 h 9285"/>
                  <a:gd name="connsiteX45" fmla="*/ 3846 w 9424"/>
                  <a:gd name="connsiteY45" fmla="*/ 8144 h 9285"/>
                  <a:gd name="connsiteX46" fmla="*/ 3846 w 9424"/>
                  <a:gd name="connsiteY46" fmla="*/ 8428 h 9285"/>
                  <a:gd name="connsiteX47" fmla="*/ 4040 w 9424"/>
                  <a:gd name="connsiteY47" fmla="*/ 8714 h 9285"/>
                  <a:gd name="connsiteX48" fmla="*/ 4425 w 9424"/>
                  <a:gd name="connsiteY48" fmla="*/ 8998 h 9285"/>
                  <a:gd name="connsiteX49" fmla="*/ 4615 w 9424"/>
                  <a:gd name="connsiteY49" fmla="*/ 9143 h 9285"/>
                  <a:gd name="connsiteX50" fmla="*/ 5000 w 9424"/>
                  <a:gd name="connsiteY50" fmla="*/ 9143 h 9285"/>
                  <a:gd name="connsiteX51" fmla="*/ 5385 w 9424"/>
                  <a:gd name="connsiteY51" fmla="*/ 9285 h 9285"/>
                  <a:gd name="connsiteX52" fmla="*/ 5769 w 9424"/>
                  <a:gd name="connsiteY52" fmla="*/ 9285 h 9285"/>
                  <a:gd name="connsiteX53" fmla="*/ 6154 w 9424"/>
                  <a:gd name="connsiteY53" fmla="*/ 9285 h 9285"/>
                  <a:gd name="connsiteX54" fmla="*/ 6538 w 9424"/>
                  <a:gd name="connsiteY54" fmla="*/ 8998 h 9285"/>
                  <a:gd name="connsiteX55" fmla="*/ 6923 w 9424"/>
                  <a:gd name="connsiteY55" fmla="*/ 8857 h 9285"/>
                  <a:gd name="connsiteX56" fmla="*/ 7116 w 9424"/>
                  <a:gd name="connsiteY56" fmla="*/ 8572 h 9285"/>
                  <a:gd name="connsiteX57" fmla="*/ 7309 w 9424"/>
                  <a:gd name="connsiteY57" fmla="*/ 8428 h 9285"/>
                  <a:gd name="connsiteX58" fmla="*/ 7309 w 9424"/>
                  <a:gd name="connsiteY58" fmla="*/ 8428 h 9285"/>
                  <a:gd name="connsiteX59" fmla="*/ 7501 w 9424"/>
                  <a:gd name="connsiteY59" fmla="*/ 6714 h 9285"/>
                  <a:gd name="connsiteX60" fmla="*/ 7501 w 9424"/>
                  <a:gd name="connsiteY60" fmla="*/ 6143 h 9285"/>
                  <a:gd name="connsiteX61" fmla="*/ 7309 w 9424"/>
                  <a:gd name="connsiteY61" fmla="*/ 5571 h 9285"/>
                  <a:gd name="connsiteX62" fmla="*/ 7116 w 9424"/>
                  <a:gd name="connsiteY62" fmla="*/ 5285 h 9285"/>
                  <a:gd name="connsiteX63" fmla="*/ 6729 w 9424"/>
                  <a:gd name="connsiteY63" fmla="*/ 5001 h 9285"/>
                  <a:gd name="connsiteX64" fmla="*/ 6538 w 9424"/>
                  <a:gd name="connsiteY64" fmla="*/ 4713 h 9285"/>
                  <a:gd name="connsiteX65" fmla="*/ 6347 w 9424"/>
                  <a:gd name="connsiteY65" fmla="*/ 4713 h 9285"/>
                  <a:gd name="connsiteX66" fmla="*/ 6154 w 9424"/>
                  <a:gd name="connsiteY66" fmla="*/ 4571 h 9285"/>
                  <a:gd name="connsiteX67" fmla="*/ 5963 w 9424"/>
                  <a:gd name="connsiteY67" fmla="*/ 4571 h 9285"/>
                  <a:gd name="connsiteX68" fmla="*/ 4683 w 9424"/>
                  <a:gd name="connsiteY68" fmla="*/ 4328 h 9285"/>
                  <a:gd name="connsiteX69" fmla="*/ 5191 w 9424"/>
                  <a:gd name="connsiteY69" fmla="*/ 3858 h 9285"/>
                  <a:gd name="connsiteX70" fmla="*/ 5191 w 9424"/>
                  <a:gd name="connsiteY70" fmla="*/ 3571 h 9285"/>
                  <a:gd name="connsiteX71" fmla="*/ 5191 w 9424"/>
                  <a:gd name="connsiteY71" fmla="*/ 3429 h 9285"/>
                  <a:gd name="connsiteX72" fmla="*/ 5191 w 9424"/>
                  <a:gd name="connsiteY72" fmla="*/ 3285 h 9285"/>
                  <a:gd name="connsiteX73" fmla="*/ 5385 w 9424"/>
                  <a:gd name="connsiteY73" fmla="*/ 3143 h 9285"/>
                  <a:gd name="connsiteX74" fmla="*/ 5578 w 9424"/>
                  <a:gd name="connsiteY74" fmla="*/ 3143 h 9285"/>
                  <a:gd name="connsiteX75" fmla="*/ 5578 w 9424"/>
                  <a:gd name="connsiteY75" fmla="*/ 3000 h 9285"/>
                  <a:gd name="connsiteX76" fmla="*/ 5769 w 9424"/>
                  <a:gd name="connsiteY76" fmla="*/ 3000 h 9285"/>
                  <a:gd name="connsiteX77" fmla="*/ 5769 w 9424"/>
                  <a:gd name="connsiteY77" fmla="*/ 3000 h 9285"/>
                  <a:gd name="connsiteX78" fmla="*/ 7116 w 9424"/>
                  <a:gd name="connsiteY78" fmla="*/ 1999 h 9285"/>
                  <a:gd name="connsiteX79" fmla="*/ 8268 w 9424"/>
                  <a:gd name="connsiteY79" fmla="*/ 1000 h 9285"/>
                  <a:gd name="connsiteX80" fmla="*/ 9039 w 9424"/>
                  <a:gd name="connsiteY80" fmla="*/ 284 h 9285"/>
                  <a:gd name="connsiteX81" fmla="*/ 9424 w 9424"/>
                  <a:gd name="connsiteY81" fmla="*/ 0 h 9285"/>
                  <a:gd name="connsiteX82" fmla="*/ 5699 w 9424"/>
                  <a:gd name="connsiteY82" fmla="*/ 2799 h 9285"/>
                  <a:gd name="connsiteX83" fmla="*/ 4886 w 9424"/>
                  <a:gd name="connsiteY83" fmla="*/ 2448 h 9285"/>
                  <a:gd name="connsiteX0" fmla="*/ 4390 w 9591"/>
                  <a:gd name="connsiteY0" fmla="*/ 2550 h 9694"/>
                  <a:gd name="connsiteX1" fmla="*/ 5570 w 9591"/>
                  <a:gd name="connsiteY1" fmla="*/ 1445 h 9694"/>
                  <a:gd name="connsiteX2" fmla="*/ 3257 w 9591"/>
                  <a:gd name="connsiteY2" fmla="*/ 2510 h 9694"/>
                  <a:gd name="connsiteX3" fmla="*/ 2871 w 9591"/>
                  <a:gd name="connsiteY3" fmla="*/ 2238 h 9694"/>
                  <a:gd name="connsiteX4" fmla="*/ 2713 w 9591"/>
                  <a:gd name="connsiteY4" fmla="*/ 2853 h 9694"/>
                  <a:gd name="connsiteX5" fmla="*/ 2715 w 9591"/>
                  <a:gd name="connsiteY5" fmla="*/ 2611 h 9694"/>
                  <a:gd name="connsiteX6" fmla="*/ 6327 w 9591"/>
                  <a:gd name="connsiteY6" fmla="*/ 0 h 9694"/>
                  <a:gd name="connsiteX7" fmla="*/ 5919 w 9591"/>
                  <a:gd name="connsiteY7" fmla="*/ 156 h 9694"/>
                  <a:gd name="connsiteX8" fmla="*/ 5508 w 9591"/>
                  <a:gd name="connsiteY8" fmla="*/ 156 h 9694"/>
                  <a:gd name="connsiteX9" fmla="*/ 5508 w 9591"/>
                  <a:gd name="connsiteY9" fmla="*/ 308 h 9694"/>
                  <a:gd name="connsiteX10" fmla="*/ 2245 w 9591"/>
                  <a:gd name="connsiteY10" fmla="*/ 0 h 9694"/>
                  <a:gd name="connsiteX11" fmla="*/ 1836 w 9591"/>
                  <a:gd name="connsiteY11" fmla="*/ 0 h 9694"/>
                  <a:gd name="connsiteX12" fmla="*/ 1836 w 9591"/>
                  <a:gd name="connsiteY12" fmla="*/ 156 h 9694"/>
                  <a:gd name="connsiteX13" fmla="*/ 1632 w 9591"/>
                  <a:gd name="connsiteY13" fmla="*/ 464 h 9694"/>
                  <a:gd name="connsiteX14" fmla="*/ 1632 w 9591"/>
                  <a:gd name="connsiteY14" fmla="*/ 771 h 9694"/>
                  <a:gd name="connsiteX15" fmla="*/ 1836 w 9591"/>
                  <a:gd name="connsiteY15" fmla="*/ 1078 h 9694"/>
                  <a:gd name="connsiteX16" fmla="*/ 1836 w 9591"/>
                  <a:gd name="connsiteY16" fmla="*/ 1232 h 9694"/>
                  <a:gd name="connsiteX17" fmla="*/ 1836 w 9591"/>
                  <a:gd name="connsiteY17" fmla="*/ 1385 h 9694"/>
                  <a:gd name="connsiteX18" fmla="*/ 2041 w 9591"/>
                  <a:gd name="connsiteY18" fmla="*/ 1540 h 9694"/>
                  <a:gd name="connsiteX19" fmla="*/ 1836 w 9591"/>
                  <a:gd name="connsiteY19" fmla="*/ 1847 h 9694"/>
                  <a:gd name="connsiteX20" fmla="*/ 1429 w 9591"/>
                  <a:gd name="connsiteY20" fmla="*/ 2001 h 9694"/>
                  <a:gd name="connsiteX21" fmla="*/ 1020 w 9591"/>
                  <a:gd name="connsiteY21" fmla="*/ 2001 h 9694"/>
                  <a:gd name="connsiteX22" fmla="*/ 817 w 9591"/>
                  <a:gd name="connsiteY22" fmla="*/ 2001 h 9694"/>
                  <a:gd name="connsiteX23" fmla="*/ 409 w 9591"/>
                  <a:gd name="connsiteY23" fmla="*/ 1847 h 9694"/>
                  <a:gd name="connsiteX24" fmla="*/ 203 w 9591"/>
                  <a:gd name="connsiteY24" fmla="*/ 1847 h 9694"/>
                  <a:gd name="connsiteX25" fmla="*/ 0 w 9591"/>
                  <a:gd name="connsiteY25" fmla="*/ 1847 h 9694"/>
                  <a:gd name="connsiteX26" fmla="*/ 0 w 9591"/>
                  <a:gd name="connsiteY26" fmla="*/ 3540 h 9694"/>
                  <a:gd name="connsiteX27" fmla="*/ 1223 w 9591"/>
                  <a:gd name="connsiteY27" fmla="*/ 3387 h 9694"/>
                  <a:gd name="connsiteX28" fmla="*/ 2245 w 9591"/>
                  <a:gd name="connsiteY28" fmla="*/ 4002 h 9694"/>
                  <a:gd name="connsiteX29" fmla="*/ 1632 w 9591"/>
                  <a:gd name="connsiteY29" fmla="*/ 5080 h 9694"/>
                  <a:gd name="connsiteX30" fmla="*/ 1836 w 9591"/>
                  <a:gd name="connsiteY30" fmla="*/ 5080 h 9694"/>
                  <a:gd name="connsiteX31" fmla="*/ 2041 w 9591"/>
                  <a:gd name="connsiteY31" fmla="*/ 5234 h 9694"/>
                  <a:gd name="connsiteX32" fmla="*/ 2245 w 9591"/>
                  <a:gd name="connsiteY32" fmla="*/ 5386 h 9694"/>
                  <a:gd name="connsiteX33" fmla="*/ 2654 w 9591"/>
                  <a:gd name="connsiteY33" fmla="*/ 5694 h 9694"/>
                  <a:gd name="connsiteX34" fmla="*/ 3060 w 9591"/>
                  <a:gd name="connsiteY34" fmla="*/ 5849 h 9694"/>
                  <a:gd name="connsiteX35" fmla="*/ 3468 w 9591"/>
                  <a:gd name="connsiteY35" fmla="*/ 6000 h 9694"/>
                  <a:gd name="connsiteX36" fmla="*/ 3673 w 9591"/>
                  <a:gd name="connsiteY36" fmla="*/ 6157 h 9694"/>
                  <a:gd name="connsiteX37" fmla="*/ 4081 w 9591"/>
                  <a:gd name="connsiteY37" fmla="*/ 6310 h 9694"/>
                  <a:gd name="connsiteX38" fmla="*/ 4287 w 9591"/>
                  <a:gd name="connsiteY38" fmla="*/ 6464 h 9694"/>
                  <a:gd name="connsiteX39" fmla="*/ 4287 w 9591"/>
                  <a:gd name="connsiteY39" fmla="*/ 6618 h 9694"/>
                  <a:gd name="connsiteX40" fmla="*/ 4287 w 9591"/>
                  <a:gd name="connsiteY40" fmla="*/ 6771 h 9694"/>
                  <a:gd name="connsiteX41" fmla="*/ 4287 w 9591"/>
                  <a:gd name="connsiteY41" fmla="*/ 6771 h 9694"/>
                  <a:gd name="connsiteX42" fmla="*/ 4287 w 9591"/>
                  <a:gd name="connsiteY42" fmla="*/ 6925 h 9694"/>
                  <a:gd name="connsiteX43" fmla="*/ 4287 w 9591"/>
                  <a:gd name="connsiteY43" fmla="*/ 7234 h 9694"/>
                  <a:gd name="connsiteX44" fmla="*/ 4287 w 9591"/>
                  <a:gd name="connsiteY44" fmla="*/ 7848 h 9694"/>
                  <a:gd name="connsiteX45" fmla="*/ 4081 w 9591"/>
                  <a:gd name="connsiteY45" fmla="*/ 8465 h 9694"/>
                  <a:gd name="connsiteX46" fmla="*/ 4081 w 9591"/>
                  <a:gd name="connsiteY46" fmla="*/ 8771 h 9694"/>
                  <a:gd name="connsiteX47" fmla="*/ 4287 w 9591"/>
                  <a:gd name="connsiteY47" fmla="*/ 9079 h 9694"/>
                  <a:gd name="connsiteX48" fmla="*/ 4695 w 9591"/>
                  <a:gd name="connsiteY48" fmla="*/ 9385 h 9694"/>
                  <a:gd name="connsiteX49" fmla="*/ 4897 w 9591"/>
                  <a:gd name="connsiteY49" fmla="*/ 9541 h 9694"/>
                  <a:gd name="connsiteX50" fmla="*/ 5306 w 9591"/>
                  <a:gd name="connsiteY50" fmla="*/ 9541 h 9694"/>
                  <a:gd name="connsiteX51" fmla="*/ 5714 w 9591"/>
                  <a:gd name="connsiteY51" fmla="*/ 9694 h 9694"/>
                  <a:gd name="connsiteX52" fmla="*/ 6122 w 9591"/>
                  <a:gd name="connsiteY52" fmla="*/ 9694 h 9694"/>
                  <a:gd name="connsiteX53" fmla="*/ 6530 w 9591"/>
                  <a:gd name="connsiteY53" fmla="*/ 9694 h 9694"/>
                  <a:gd name="connsiteX54" fmla="*/ 6938 w 9591"/>
                  <a:gd name="connsiteY54" fmla="*/ 9385 h 9694"/>
                  <a:gd name="connsiteX55" fmla="*/ 7346 w 9591"/>
                  <a:gd name="connsiteY55" fmla="*/ 9233 h 9694"/>
                  <a:gd name="connsiteX56" fmla="*/ 7551 w 9591"/>
                  <a:gd name="connsiteY56" fmla="*/ 8926 h 9694"/>
                  <a:gd name="connsiteX57" fmla="*/ 7756 w 9591"/>
                  <a:gd name="connsiteY57" fmla="*/ 8771 h 9694"/>
                  <a:gd name="connsiteX58" fmla="*/ 7756 w 9591"/>
                  <a:gd name="connsiteY58" fmla="*/ 8771 h 9694"/>
                  <a:gd name="connsiteX59" fmla="*/ 7959 w 9591"/>
                  <a:gd name="connsiteY59" fmla="*/ 6925 h 9694"/>
                  <a:gd name="connsiteX60" fmla="*/ 7959 w 9591"/>
                  <a:gd name="connsiteY60" fmla="*/ 6310 h 9694"/>
                  <a:gd name="connsiteX61" fmla="*/ 7756 w 9591"/>
                  <a:gd name="connsiteY61" fmla="*/ 5694 h 9694"/>
                  <a:gd name="connsiteX62" fmla="*/ 7551 w 9591"/>
                  <a:gd name="connsiteY62" fmla="*/ 5386 h 9694"/>
                  <a:gd name="connsiteX63" fmla="*/ 7140 w 9591"/>
                  <a:gd name="connsiteY63" fmla="*/ 5080 h 9694"/>
                  <a:gd name="connsiteX64" fmla="*/ 6938 w 9591"/>
                  <a:gd name="connsiteY64" fmla="*/ 4770 h 9694"/>
                  <a:gd name="connsiteX65" fmla="*/ 6735 w 9591"/>
                  <a:gd name="connsiteY65" fmla="*/ 4770 h 9694"/>
                  <a:gd name="connsiteX66" fmla="*/ 6530 w 9591"/>
                  <a:gd name="connsiteY66" fmla="*/ 4617 h 9694"/>
                  <a:gd name="connsiteX67" fmla="*/ 6327 w 9591"/>
                  <a:gd name="connsiteY67" fmla="*/ 4617 h 9694"/>
                  <a:gd name="connsiteX68" fmla="*/ 4969 w 9591"/>
                  <a:gd name="connsiteY68" fmla="*/ 4355 h 9694"/>
                  <a:gd name="connsiteX69" fmla="*/ 5508 w 9591"/>
                  <a:gd name="connsiteY69" fmla="*/ 3849 h 9694"/>
                  <a:gd name="connsiteX70" fmla="*/ 5508 w 9591"/>
                  <a:gd name="connsiteY70" fmla="*/ 3540 h 9694"/>
                  <a:gd name="connsiteX71" fmla="*/ 5508 w 9591"/>
                  <a:gd name="connsiteY71" fmla="*/ 3387 h 9694"/>
                  <a:gd name="connsiteX72" fmla="*/ 5508 w 9591"/>
                  <a:gd name="connsiteY72" fmla="*/ 3232 h 9694"/>
                  <a:gd name="connsiteX73" fmla="*/ 5714 w 9591"/>
                  <a:gd name="connsiteY73" fmla="*/ 3079 h 9694"/>
                  <a:gd name="connsiteX74" fmla="*/ 5919 w 9591"/>
                  <a:gd name="connsiteY74" fmla="*/ 3079 h 9694"/>
                  <a:gd name="connsiteX75" fmla="*/ 5919 w 9591"/>
                  <a:gd name="connsiteY75" fmla="*/ 2925 h 9694"/>
                  <a:gd name="connsiteX76" fmla="*/ 6122 w 9591"/>
                  <a:gd name="connsiteY76" fmla="*/ 2925 h 9694"/>
                  <a:gd name="connsiteX77" fmla="*/ 6122 w 9591"/>
                  <a:gd name="connsiteY77" fmla="*/ 2925 h 9694"/>
                  <a:gd name="connsiteX78" fmla="*/ 7551 w 9591"/>
                  <a:gd name="connsiteY78" fmla="*/ 1847 h 9694"/>
                  <a:gd name="connsiteX79" fmla="*/ 8773 w 9591"/>
                  <a:gd name="connsiteY79" fmla="*/ 771 h 9694"/>
                  <a:gd name="connsiteX80" fmla="*/ 9591 w 9591"/>
                  <a:gd name="connsiteY80" fmla="*/ 0 h 9694"/>
                  <a:gd name="connsiteX81" fmla="*/ 6047 w 9591"/>
                  <a:gd name="connsiteY81" fmla="*/ 2709 h 9694"/>
                  <a:gd name="connsiteX82" fmla="*/ 5185 w 9591"/>
                  <a:gd name="connsiteY82" fmla="*/ 2331 h 9694"/>
                  <a:gd name="connsiteX0" fmla="*/ 4577 w 9147"/>
                  <a:gd name="connsiteY0" fmla="*/ 2630 h 10000"/>
                  <a:gd name="connsiteX1" fmla="*/ 5808 w 9147"/>
                  <a:gd name="connsiteY1" fmla="*/ 1491 h 10000"/>
                  <a:gd name="connsiteX2" fmla="*/ 3396 w 9147"/>
                  <a:gd name="connsiteY2" fmla="*/ 2589 h 10000"/>
                  <a:gd name="connsiteX3" fmla="*/ 2993 w 9147"/>
                  <a:gd name="connsiteY3" fmla="*/ 2309 h 10000"/>
                  <a:gd name="connsiteX4" fmla="*/ 2829 w 9147"/>
                  <a:gd name="connsiteY4" fmla="*/ 2943 h 10000"/>
                  <a:gd name="connsiteX5" fmla="*/ 2831 w 9147"/>
                  <a:gd name="connsiteY5" fmla="*/ 2693 h 10000"/>
                  <a:gd name="connsiteX6" fmla="*/ 6597 w 9147"/>
                  <a:gd name="connsiteY6" fmla="*/ 0 h 10000"/>
                  <a:gd name="connsiteX7" fmla="*/ 6171 w 9147"/>
                  <a:gd name="connsiteY7" fmla="*/ 161 h 10000"/>
                  <a:gd name="connsiteX8" fmla="*/ 5743 w 9147"/>
                  <a:gd name="connsiteY8" fmla="*/ 161 h 10000"/>
                  <a:gd name="connsiteX9" fmla="*/ 5743 w 9147"/>
                  <a:gd name="connsiteY9" fmla="*/ 318 h 10000"/>
                  <a:gd name="connsiteX10" fmla="*/ 2341 w 9147"/>
                  <a:gd name="connsiteY10" fmla="*/ 0 h 10000"/>
                  <a:gd name="connsiteX11" fmla="*/ 1914 w 9147"/>
                  <a:gd name="connsiteY11" fmla="*/ 0 h 10000"/>
                  <a:gd name="connsiteX12" fmla="*/ 1914 w 9147"/>
                  <a:gd name="connsiteY12" fmla="*/ 161 h 10000"/>
                  <a:gd name="connsiteX13" fmla="*/ 1702 w 9147"/>
                  <a:gd name="connsiteY13" fmla="*/ 479 h 10000"/>
                  <a:gd name="connsiteX14" fmla="*/ 1702 w 9147"/>
                  <a:gd name="connsiteY14" fmla="*/ 795 h 10000"/>
                  <a:gd name="connsiteX15" fmla="*/ 1914 w 9147"/>
                  <a:gd name="connsiteY15" fmla="*/ 1112 h 10000"/>
                  <a:gd name="connsiteX16" fmla="*/ 1914 w 9147"/>
                  <a:gd name="connsiteY16" fmla="*/ 1271 h 10000"/>
                  <a:gd name="connsiteX17" fmla="*/ 1914 w 9147"/>
                  <a:gd name="connsiteY17" fmla="*/ 1429 h 10000"/>
                  <a:gd name="connsiteX18" fmla="*/ 2128 w 9147"/>
                  <a:gd name="connsiteY18" fmla="*/ 1589 h 10000"/>
                  <a:gd name="connsiteX19" fmla="*/ 1914 w 9147"/>
                  <a:gd name="connsiteY19" fmla="*/ 1905 h 10000"/>
                  <a:gd name="connsiteX20" fmla="*/ 1490 w 9147"/>
                  <a:gd name="connsiteY20" fmla="*/ 2064 h 10000"/>
                  <a:gd name="connsiteX21" fmla="*/ 1063 w 9147"/>
                  <a:gd name="connsiteY21" fmla="*/ 2064 h 10000"/>
                  <a:gd name="connsiteX22" fmla="*/ 852 w 9147"/>
                  <a:gd name="connsiteY22" fmla="*/ 2064 h 10000"/>
                  <a:gd name="connsiteX23" fmla="*/ 426 w 9147"/>
                  <a:gd name="connsiteY23" fmla="*/ 1905 h 10000"/>
                  <a:gd name="connsiteX24" fmla="*/ 212 w 9147"/>
                  <a:gd name="connsiteY24" fmla="*/ 1905 h 10000"/>
                  <a:gd name="connsiteX25" fmla="*/ 0 w 9147"/>
                  <a:gd name="connsiteY25" fmla="*/ 1905 h 10000"/>
                  <a:gd name="connsiteX26" fmla="*/ 0 w 9147"/>
                  <a:gd name="connsiteY26" fmla="*/ 3652 h 10000"/>
                  <a:gd name="connsiteX27" fmla="*/ 1275 w 9147"/>
                  <a:gd name="connsiteY27" fmla="*/ 3494 h 10000"/>
                  <a:gd name="connsiteX28" fmla="*/ 2341 w 9147"/>
                  <a:gd name="connsiteY28" fmla="*/ 4128 h 10000"/>
                  <a:gd name="connsiteX29" fmla="*/ 1702 w 9147"/>
                  <a:gd name="connsiteY29" fmla="*/ 5240 h 10000"/>
                  <a:gd name="connsiteX30" fmla="*/ 1914 w 9147"/>
                  <a:gd name="connsiteY30" fmla="*/ 5240 h 10000"/>
                  <a:gd name="connsiteX31" fmla="*/ 2128 w 9147"/>
                  <a:gd name="connsiteY31" fmla="*/ 5399 h 10000"/>
                  <a:gd name="connsiteX32" fmla="*/ 2341 w 9147"/>
                  <a:gd name="connsiteY32" fmla="*/ 5556 h 10000"/>
                  <a:gd name="connsiteX33" fmla="*/ 2767 w 9147"/>
                  <a:gd name="connsiteY33" fmla="*/ 5874 h 10000"/>
                  <a:gd name="connsiteX34" fmla="*/ 3190 w 9147"/>
                  <a:gd name="connsiteY34" fmla="*/ 6034 h 10000"/>
                  <a:gd name="connsiteX35" fmla="*/ 3616 w 9147"/>
                  <a:gd name="connsiteY35" fmla="*/ 6189 h 10000"/>
                  <a:gd name="connsiteX36" fmla="*/ 3830 w 9147"/>
                  <a:gd name="connsiteY36" fmla="*/ 6351 h 10000"/>
                  <a:gd name="connsiteX37" fmla="*/ 4255 w 9147"/>
                  <a:gd name="connsiteY37" fmla="*/ 6509 h 10000"/>
                  <a:gd name="connsiteX38" fmla="*/ 4470 w 9147"/>
                  <a:gd name="connsiteY38" fmla="*/ 6668 h 10000"/>
                  <a:gd name="connsiteX39" fmla="*/ 4470 w 9147"/>
                  <a:gd name="connsiteY39" fmla="*/ 6827 h 10000"/>
                  <a:gd name="connsiteX40" fmla="*/ 4470 w 9147"/>
                  <a:gd name="connsiteY40" fmla="*/ 6985 h 10000"/>
                  <a:gd name="connsiteX41" fmla="*/ 4470 w 9147"/>
                  <a:gd name="connsiteY41" fmla="*/ 6985 h 10000"/>
                  <a:gd name="connsiteX42" fmla="*/ 4470 w 9147"/>
                  <a:gd name="connsiteY42" fmla="*/ 7144 h 10000"/>
                  <a:gd name="connsiteX43" fmla="*/ 4470 w 9147"/>
                  <a:gd name="connsiteY43" fmla="*/ 7462 h 10000"/>
                  <a:gd name="connsiteX44" fmla="*/ 4470 w 9147"/>
                  <a:gd name="connsiteY44" fmla="*/ 8096 h 10000"/>
                  <a:gd name="connsiteX45" fmla="*/ 4255 w 9147"/>
                  <a:gd name="connsiteY45" fmla="*/ 8732 h 10000"/>
                  <a:gd name="connsiteX46" fmla="*/ 4255 w 9147"/>
                  <a:gd name="connsiteY46" fmla="*/ 9048 h 10000"/>
                  <a:gd name="connsiteX47" fmla="*/ 4470 w 9147"/>
                  <a:gd name="connsiteY47" fmla="*/ 9366 h 10000"/>
                  <a:gd name="connsiteX48" fmla="*/ 4895 w 9147"/>
                  <a:gd name="connsiteY48" fmla="*/ 9681 h 10000"/>
                  <a:gd name="connsiteX49" fmla="*/ 5106 w 9147"/>
                  <a:gd name="connsiteY49" fmla="*/ 9842 h 10000"/>
                  <a:gd name="connsiteX50" fmla="*/ 5532 w 9147"/>
                  <a:gd name="connsiteY50" fmla="*/ 9842 h 10000"/>
                  <a:gd name="connsiteX51" fmla="*/ 5958 w 9147"/>
                  <a:gd name="connsiteY51" fmla="*/ 10000 h 10000"/>
                  <a:gd name="connsiteX52" fmla="*/ 6383 w 9147"/>
                  <a:gd name="connsiteY52" fmla="*/ 10000 h 10000"/>
                  <a:gd name="connsiteX53" fmla="*/ 6808 w 9147"/>
                  <a:gd name="connsiteY53" fmla="*/ 10000 h 10000"/>
                  <a:gd name="connsiteX54" fmla="*/ 7234 w 9147"/>
                  <a:gd name="connsiteY54" fmla="*/ 9681 h 10000"/>
                  <a:gd name="connsiteX55" fmla="*/ 7659 w 9147"/>
                  <a:gd name="connsiteY55" fmla="*/ 9524 h 10000"/>
                  <a:gd name="connsiteX56" fmla="*/ 7873 w 9147"/>
                  <a:gd name="connsiteY56" fmla="*/ 9208 h 10000"/>
                  <a:gd name="connsiteX57" fmla="*/ 8087 w 9147"/>
                  <a:gd name="connsiteY57" fmla="*/ 9048 h 10000"/>
                  <a:gd name="connsiteX58" fmla="*/ 8087 w 9147"/>
                  <a:gd name="connsiteY58" fmla="*/ 9048 h 10000"/>
                  <a:gd name="connsiteX59" fmla="*/ 8298 w 9147"/>
                  <a:gd name="connsiteY59" fmla="*/ 7144 h 10000"/>
                  <a:gd name="connsiteX60" fmla="*/ 8298 w 9147"/>
                  <a:gd name="connsiteY60" fmla="*/ 6509 h 10000"/>
                  <a:gd name="connsiteX61" fmla="*/ 8087 w 9147"/>
                  <a:gd name="connsiteY61" fmla="*/ 5874 h 10000"/>
                  <a:gd name="connsiteX62" fmla="*/ 7873 w 9147"/>
                  <a:gd name="connsiteY62" fmla="*/ 5556 h 10000"/>
                  <a:gd name="connsiteX63" fmla="*/ 7444 w 9147"/>
                  <a:gd name="connsiteY63" fmla="*/ 5240 h 10000"/>
                  <a:gd name="connsiteX64" fmla="*/ 7234 w 9147"/>
                  <a:gd name="connsiteY64" fmla="*/ 4921 h 10000"/>
                  <a:gd name="connsiteX65" fmla="*/ 7022 w 9147"/>
                  <a:gd name="connsiteY65" fmla="*/ 4921 h 10000"/>
                  <a:gd name="connsiteX66" fmla="*/ 6808 w 9147"/>
                  <a:gd name="connsiteY66" fmla="*/ 4763 h 10000"/>
                  <a:gd name="connsiteX67" fmla="*/ 6597 w 9147"/>
                  <a:gd name="connsiteY67" fmla="*/ 4763 h 10000"/>
                  <a:gd name="connsiteX68" fmla="*/ 5181 w 9147"/>
                  <a:gd name="connsiteY68" fmla="*/ 4492 h 10000"/>
                  <a:gd name="connsiteX69" fmla="*/ 5743 w 9147"/>
                  <a:gd name="connsiteY69" fmla="*/ 3970 h 10000"/>
                  <a:gd name="connsiteX70" fmla="*/ 5743 w 9147"/>
                  <a:gd name="connsiteY70" fmla="*/ 3652 h 10000"/>
                  <a:gd name="connsiteX71" fmla="*/ 5743 w 9147"/>
                  <a:gd name="connsiteY71" fmla="*/ 3494 h 10000"/>
                  <a:gd name="connsiteX72" fmla="*/ 5743 w 9147"/>
                  <a:gd name="connsiteY72" fmla="*/ 3334 h 10000"/>
                  <a:gd name="connsiteX73" fmla="*/ 5958 w 9147"/>
                  <a:gd name="connsiteY73" fmla="*/ 3176 h 10000"/>
                  <a:gd name="connsiteX74" fmla="*/ 6171 w 9147"/>
                  <a:gd name="connsiteY74" fmla="*/ 3176 h 10000"/>
                  <a:gd name="connsiteX75" fmla="*/ 6171 w 9147"/>
                  <a:gd name="connsiteY75" fmla="*/ 3017 h 10000"/>
                  <a:gd name="connsiteX76" fmla="*/ 6383 w 9147"/>
                  <a:gd name="connsiteY76" fmla="*/ 3017 h 10000"/>
                  <a:gd name="connsiteX77" fmla="*/ 6383 w 9147"/>
                  <a:gd name="connsiteY77" fmla="*/ 3017 h 10000"/>
                  <a:gd name="connsiteX78" fmla="*/ 7873 w 9147"/>
                  <a:gd name="connsiteY78" fmla="*/ 1905 h 10000"/>
                  <a:gd name="connsiteX79" fmla="*/ 9147 w 9147"/>
                  <a:gd name="connsiteY79" fmla="*/ 795 h 10000"/>
                  <a:gd name="connsiteX80" fmla="*/ 6305 w 9147"/>
                  <a:gd name="connsiteY80" fmla="*/ 2795 h 10000"/>
                  <a:gd name="connsiteX81" fmla="*/ 5406 w 9147"/>
                  <a:gd name="connsiteY81" fmla="*/ 2405 h 10000"/>
                  <a:gd name="connsiteX0" fmla="*/ 5004 w 9072"/>
                  <a:gd name="connsiteY0" fmla="*/ 2630 h 10000"/>
                  <a:gd name="connsiteX1" fmla="*/ 6350 w 9072"/>
                  <a:gd name="connsiteY1" fmla="*/ 1491 h 10000"/>
                  <a:gd name="connsiteX2" fmla="*/ 3713 w 9072"/>
                  <a:gd name="connsiteY2" fmla="*/ 2589 h 10000"/>
                  <a:gd name="connsiteX3" fmla="*/ 3272 w 9072"/>
                  <a:gd name="connsiteY3" fmla="*/ 2309 h 10000"/>
                  <a:gd name="connsiteX4" fmla="*/ 3093 w 9072"/>
                  <a:gd name="connsiteY4" fmla="*/ 2943 h 10000"/>
                  <a:gd name="connsiteX5" fmla="*/ 3095 w 9072"/>
                  <a:gd name="connsiteY5" fmla="*/ 2693 h 10000"/>
                  <a:gd name="connsiteX6" fmla="*/ 7212 w 9072"/>
                  <a:gd name="connsiteY6" fmla="*/ 0 h 10000"/>
                  <a:gd name="connsiteX7" fmla="*/ 6746 w 9072"/>
                  <a:gd name="connsiteY7" fmla="*/ 161 h 10000"/>
                  <a:gd name="connsiteX8" fmla="*/ 6279 w 9072"/>
                  <a:gd name="connsiteY8" fmla="*/ 161 h 10000"/>
                  <a:gd name="connsiteX9" fmla="*/ 6279 w 9072"/>
                  <a:gd name="connsiteY9" fmla="*/ 318 h 10000"/>
                  <a:gd name="connsiteX10" fmla="*/ 2559 w 9072"/>
                  <a:gd name="connsiteY10" fmla="*/ 0 h 10000"/>
                  <a:gd name="connsiteX11" fmla="*/ 2092 w 9072"/>
                  <a:gd name="connsiteY11" fmla="*/ 0 h 10000"/>
                  <a:gd name="connsiteX12" fmla="*/ 2092 w 9072"/>
                  <a:gd name="connsiteY12" fmla="*/ 161 h 10000"/>
                  <a:gd name="connsiteX13" fmla="*/ 1861 w 9072"/>
                  <a:gd name="connsiteY13" fmla="*/ 479 h 10000"/>
                  <a:gd name="connsiteX14" fmla="*/ 1861 w 9072"/>
                  <a:gd name="connsiteY14" fmla="*/ 795 h 10000"/>
                  <a:gd name="connsiteX15" fmla="*/ 2092 w 9072"/>
                  <a:gd name="connsiteY15" fmla="*/ 1112 h 10000"/>
                  <a:gd name="connsiteX16" fmla="*/ 2092 w 9072"/>
                  <a:gd name="connsiteY16" fmla="*/ 1271 h 10000"/>
                  <a:gd name="connsiteX17" fmla="*/ 2092 w 9072"/>
                  <a:gd name="connsiteY17" fmla="*/ 1429 h 10000"/>
                  <a:gd name="connsiteX18" fmla="*/ 2326 w 9072"/>
                  <a:gd name="connsiteY18" fmla="*/ 1589 h 10000"/>
                  <a:gd name="connsiteX19" fmla="*/ 2092 w 9072"/>
                  <a:gd name="connsiteY19" fmla="*/ 1905 h 10000"/>
                  <a:gd name="connsiteX20" fmla="*/ 1629 w 9072"/>
                  <a:gd name="connsiteY20" fmla="*/ 2064 h 10000"/>
                  <a:gd name="connsiteX21" fmla="*/ 1162 w 9072"/>
                  <a:gd name="connsiteY21" fmla="*/ 2064 h 10000"/>
                  <a:gd name="connsiteX22" fmla="*/ 931 w 9072"/>
                  <a:gd name="connsiteY22" fmla="*/ 2064 h 10000"/>
                  <a:gd name="connsiteX23" fmla="*/ 466 w 9072"/>
                  <a:gd name="connsiteY23" fmla="*/ 1905 h 10000"/>
                  <a:gd name="connsiteX24" fmla="*/ 232 w 9072"/>
                  <a:gd name="connsiteY24" fmla="*/ 1905 h 10000"/>
                  <a:gd name="connsiteX25" fmla="*/ 0 w 9072"/>
                  <a:gd name="connsiteY25" fmla="*/ 1905 h 10000"/>
                  <a:gd name="connsiteX26" fmla="*/ 0 w 9072"/>
                  <a:gd name="connsiteY26" fmla="*/ 3652 h 10000"/>
                  <a:gd name="connsiteX27" fmla="*/ 1394 w 9072"/>
                  <a:gd name="connsiteY27" fmla="*/ 3494 h 10000"/>
                  <a:gd name="connsiteX28" fmla="*/ 2559 w 9072"/>
                  <a:gd name="connsiteY28" fmla="*/ 4128 h 10000"/>
                  <a:gd name="connsiteX29" fmla="*/ 1861 w 9072"/>
                  <a:gd name="connsiteY29" fmla="*/ 5240 h 10000"/>
                  <a:gd name="connsiteX30" fmla="*/ 2092 w 9072"/>
                  <a:gd name="connsiteY30" fmla="*/ 5240 h 10000"/>
                  <a:gd name="connsiteX31" fmla="*/ 2326 w 9072"/>
                  <a:gd name="connsiteY31" fmla="*/ 5399 h 10000"/>
                  <a:gd name="connsiteX32" fmla="*/ 2559 w 9072"/>
                  <a:gd name="connsiteY32" fmla="*/ 5556 h 10000"/>
                  <a:gd name="connsiteX33" fmla="*/ 3025 w 9072"/>
                  <a:gd name="connsiteY33" fmla="*/ 5874 h 10000"/>
                  <a:gd name="connsiteX34" fmla="*/ 3487 w 9072"/>
                  <a:gd name="connsiteY34" fmla="*/ 6034 h 10000"/>
                  <a:gd name="connsiteX35" fmla="*/ 3953 w 9072"/>
                  <a:gd name="connsiteY35" fmla="*/ 6189 h 10000"/>
                  <a:gd name="connsiteX36" fmla="*/ 4187 w 9072"/>
                  <a:gd name="connsiteY36" fmla="*/ 6351 h 10000"/>
                  <a:gd name="connsiteX37" fmla="*/ 4652 w 9072"/>
                  <a:gd name="connsiteY37" fmla="*/ 6509 h 10000"/>
                  <a:gd name="connsiteX38" fmla="*/ 4887 w 9072"/>
                  <a:gd name="connsiteY38" fmla="*/ 6668 h 10000"/>
                  <a:gd name="connsiteX39" fmla="*/ 4887 w 9072"/>
                  <a:gd name="connsiteY39" fmla="*/ 6827 h 10000"/>
                  <a:gd name="connsiteX40" fmla="*/ 4887 w 9072"/>
                  <a:gd name="connsiteY40" fmla="*/ 6985 h 10000"/>
                  <a:gd name="connsiteX41" fmla="*/ 4887 w 9072"/>
                  <a:gd name="connsiteY41" fmla="*/ 6985 h 10000"/>
                  <a:gd name="connsiteX42" fmla="*/ 4887 w 9072"/>
                  <a:gd name="connsiteY42" fmla="*/ 7144 h 10000"/>
                  <a:gd name="connsiteX43" fmla="*/ 4887 w 9072"/>
                  <a:gd name="connsiteY43" fmla="*/ 7462 h 10000"/>
                  <a:gd name="connsiteX44" fmla="*/ 4887 w 9072"/>
                  <a:gd name="connsiteY44" fmla="*/ 8096 h 10000"/>
                  <a:gd name="connsiteX45" fmla="*/ 4652 w 9072"/>
                  <a:gd name="connsiteY45" fmla="*/ 8732 h 10000"/>
                  <a:gd name="connsiteX46" fmla="*/ 4652 w 9072"/>
                  <a:gd name="connsiteY46" fmla="*/ 9048 h 10000"/>
                  <a:gd name="connsiteX47" fmla="*/ 4887 w 9072"/>
                  <a:gd name="connsiteY47" fmla="*/ 9366 h 10000"/>
                  <a:gd name="connsiteX48" fmla="*/ 5351 w 9072"/>
                  <a:gd name="connsiteY48" fmla="*/ 9681 h 10000"/>
                  <a:gd name="connsiteX49" fmla="*/ 5582 w 9072"/>
                  <a:gd name="connsiteY49" fmla="*/ 9842 h 10000"/>
                  <a:gd name="connsiteX50" fmla="*/ 6048 w 9072"/>
                  <a:gd name="connsiteY50" fmla="*/ 9842 h 10000"/>
                  <a:gd name="connsiteX51" fmla="*/ 6514 w 9072"/>
                  <a:gd name="connsiteY51" fmla="*/ 10000 h 10000"/>
                  <a:gd name="connsiteX52" fmla="*/ 6978 w 9072"/>
                  <a:gd name="connsiteY52" fmla="*/ 10000 h 10000"/>
                  <a:gd name="connsiteX53" fmla="*/ 7443 w 9072"/>
                  <a:gd name="connsiteY53" fmla="*/ 10000 h 10000"/>
                  <a:gd name="connsiteX54" fmla="*/ 7909 w 9072"/>
                  <a:gd name="connsiteY54" fmla="*/ 9681 h 10000"/>
                  <a:gd name="connsiteX55" fmla="*/ 8373 w 9072"/>
                  <a:gd name="connsiteY55" fmla="*/ 9524 h 10000"/>
                  <a:gd name="connsiteX56" fmla="*/ 8607 w 9072"/>
                  <a:gd name="connsiteY56" fmla="*/ 9208 h 10000"/>
                  <a:gd name="connsiteX57" fmla="*/ 8841 w 9072"/>
                  <a:gd name="connsiteY57" fmla="*/ 9048 h 10000"/>
                  <a:gd name="connsiteX58" fmla="*/ 8841 w 9072"/>
                  <a:gd name="connsiteY58" fmla="*/ 9048 h 10000"/>
                  <a:gd name="connsiteX59" fmla="*/ 9072 w 9072"/>
                  <a:gd name="connsiteY59" fmla="*/ 7144 h 10000"/>
                  <a:gd name="connsiteX60" fmla="*/ 9072 w 9072"/>
                  <a:gd name="connsiteY60" fmla="*/ 6509 h 10000"/>
                  <a:gd name="connsiteX61" fmla="*/ 8841 w 9072"/>
                  <a:gd name="connsiteY61" fmla="*/ 5874 h 10000"/>
                  <a:gd name="connsiteX62" fmla="*/ 8607 w 9072"/>
                  <a:gd name="connsiteY62" fmla="*/ 5556 h 10000"/>
                  <a:gd name="connsiteX63" fmla="*/ 8138 w 9072"/>
                  <a:gd name="connsiteY63" fmla="*/ 5240 h 10000"/>
                  <a:gd name="connsiteX64" fmla="*/ 7909 w 9072"/>
                  <a:gd name="connsiteY64" fmla="*/ 4921 h 10000"/>
                  <a:gd name="connsiteX65" fmla="*/ 7677 w 9072"/>
                  <a:gd name="connsiteY65" fmla="*/ 4921 h 10000"/>
                  <a:gd name="connsiteX66" fmla="*/ 7443 w 9072"/>
                  <a:gd name="connsiteY66" fmla="*/ 4763 h 10000"/>
                  <a:gd name="connsiteX67" fmla="*/ 7212 w 9072"/>
                  <a:gd name="connsiteY67" fmla="*/ 4763 h 10000"/>
                  <a:gd name="connsiteX68" fmla="*/ 5664 w 9072"/>
                  <a:gd name="connsiteY68" fmla="*/ 4492 h 10000"/>
                  <a:gd name="connsiteX69" fmla="*/ 6279 w 9072"/>
                  <a:gd name="connsiteY69" fmla="*/ 3970 h 10000"/>
                  <a:gd name="connsiteX70" fmla="*/ 6279 w 9072"/>
                  <a:gd name="connsiteY70" fmla="*/ 3652 h 10000"/>
                  <a:gd name="connsiteX71" fmla="*/ 6279 w 9072"/>
                  <a:gd name="connsiteY71" fmla="*/ 3494 h 10000"/>
                  <a:gd name="connsiteX72" fmla="*/ 6279 w 9072"/>
                  <a:gd name="connsiteY72" fmla="*/ 3334 h 10000"/>
                  <a:gd name="connsiteX73" fmla="*/ 6514 w 9072"/>
                  <a:gd name="connsiteY73" fmla="*/ 3176 h 10000"/>
                  <a:gd name="connsiteX74" fmla="*/ 6746 w 9072"/>
                  <a:gd name="connsiteY74" fmla="*/ 3176 h 10000"/>
                  <a:gd name="connsiteX75" fmla="*/ 6746 w 9072"/>
                  <a:gd name="connsiteY75" fmla="*/ 3017 h 10000"/>
                  <a:gd name="connsiteX76" fmla="*/ 6978 w 9072"/>
                  <a:gd name="connsiteY76" fmla="*/ 3017 h 10000"/>
                  <a:gd name="connsiteX77" fmla="*/ 6978 w 9072"/>
                  <a:gd name="connsiteY77" fmla="*/ 3017 h 10000"/>
                  <a:gd name="connsiteX78" fmla="*/ 8607 w 9072"/>
                  <a:gd name="connsiteY78" fmla="*/ 1905 h 10000"/>
                  <a:gd name="connsiteX79" fmla="*/ 6893 w 9072"/>
                  <a:gd name="connsiteY79" fmla="*/ 2795 h 10000"/>
                  <a:gd name="connsiteX80" fmla="*/ 5910 w 9072"/>
                  <a:gd name="connsiteY80" fmla="*/ 2405 h 10000"/>
                  <a:gd name="connsiteX0" fmla="*/ 5516 w 10000"/>
                  <a:gd name="connsiteY0" fmla="*/ 2630 h 10000"/>
                  <a:gd name="connsiteX1" fmla="*/ 7000 w 10000"/>
                  <a:gd name="connsiteY1" fmla="*/ 1491 h 10000"/>
                  <a:gd name="connsiteX2" fmla="*/ 4093 w 10000"/>
                  <a:gd name="connsiteY2" fmla="*/ 2589 h 10000"/>
                  <a:gd name="connsiteX3" fmla="*/ 3607 w 10000"/>
                  <a:gd name="connsiteY3" fmla="*/ 2309 h 10000"/>
                  <a:gd name="connsiteX4" fmla="*/ 3409 w 10000"/>
                  <a:gd name="connsiteY4" fmla="*/ 2943 h 10000"/>
                  <a:gd name="connsiteX5" fmla="*/ 3412 w 10000"/>
                  <a:gd name="connsiteY5" fmla="*/ 2693 h 10000"/>
                  <a:gd name="connsiteX6" fmla="*/ 7950 w 10000"/>
                  <a:gd name="connsiteY6" fmla="*/ 0 h 10000"/>
                  <a:gd name="connsiteX7" fmla="*/ 7436 w 10000"/>
                  <a:gd name="connsiteY7" fmla="*/ 161 h 10000"/>
                  <a:gd name="connsiteX8" fmla="*/ 6921 w 10000"/>
                  <a:gd name="connsiteY8" fmla="*/ 161 h 10000"/>
                  <a:gd name="connsiteX9" fmla="*/ 6921 w 10000"/>
                  <a:gd name="connsiteY9" fmla="*/ 318 h 10000"/>
                  <a:gd name="connsiteX10" fmla="*/ 2821 w 10000"/>
                  <a:gd name="connsiteY10" fmla="*/ 0 h 10000"/>
                  <a:gd name="connsiteX11" fmla="*/ 2306 w 10000"/>
                  <a:gd name="connsiteY11" fmla="*/ 0 h 10000"/>
                  <a:gd name="connsiteX12" fmla="*/ 2306 w 10000"/>
                  <a:gd name="connsiteY12" fmla="*/ 161 h 10000"/>
                  <a:gd name="connsiteX13" fmla="*/ 2051 w 10000"/>
                  <a:gd name="connsiteY13" fmla="*/ 479 h 10000"/>
                  <a:gd name="connsiteX14" fmla="*/ 2051 w 10000"/>
                  <a:gd name="connsiteY14" fmla="*/ 795 h 10000"/>
                  <a:gd name="connsiteX15" fmla="*/ 2306 w 10000"/>
                  <a:gd name="connsiteY15" fmla="*/ 1112 h 10000"/>
                  <a:gd name="connsiteX16" fmla="*/ 2306 w 10000"/>
                  <a:gd name="connsiteY16" fmla="*/ 1271 h 10000"/>
                  <a:gd name="connsiteX17" fmla="*/ 2306 w 10000"/>
                  <a:gd name="connsiteY17" fmla="*/ 1429 h 10000"/>
                  <a:gd name="connsiteX18" fmla="*/ 2564 w 10000"/>
                  <a:gd name="connsiteY18" fmla="*/ 1589 h 10000"/>
                  <a:gd name="connsiteX19" fmla="*/ 2306 w 10000"/>
                  <a:gd name="connsiteY19" fmla="*/ 1905 h 10000"/>
                  <a:gd name="connsiteX20" fmla="*/ 1796 w 10000"/>
                  <a:gd name="connsiteY20" fmla="*/ 2064 h 10000"/>
                  <a:gd name="connsiteX21" fmla="*/ 1281 w 10000"/>
                  <a:gd name="connsiteY21" fmla="*/ 2064 h 10000"/>
                  <a:gd name="connsiteX22" fmla="*/ 1026 w 10000"/>
                  <a:gd name="connsiteY22" fmla="*/ 2064 h 10000"/>
                  <a:gd name="connsiteX23" fmla="*/ 514 w 10000"/>
                  <a:gd name="connsiteY23" fmla="*/ 1905 h 10000"/>
                  <a:gd name="connsiteX24" fmla="*/ 256 w 10000"/>
                  <a:gd name="connsiteY24" fmla="*/ 1905 h 10000"/>
                  <a:gd name="connsiteX25" fmla="*/ 0 w 10000"/>
                  <a:gd name="connsiteY25" fmla="*/ 1905 h 10000"/>
                  <a:gd name="connsiteX26" fmla="*/ 0 w 10000"/>
                  <a:gd name="connsiteY26" fmla="*/ 3652 h 10000"/>
                  <a:gd name="connsiteX27" fmla="*/ 1537 w 10000"/>
                  <a:gd name="connsiteY27" fmla="*/ 3494 h 10000"/>
                  <a:gd name="connsiteX28" fmla="*/ 2821 w 10000"/>
                  <a:gd name="connsiteY28" fmla="*/ 4128 h 10000"/>
                  <a:gd name="connsiteX29" fmla="*/ 2051 w 10000"/>
                  <a:gd name="connsiteY29" fmla="*/ 5240 h 10000"/>
                  <a:gd name="connsiteX30" fmla="*/ 2306 w 10000"/>
                  <a:gd name="connsiteY30" fmla="*/ 5240 h 10000"/>
                  <a:gd name="connsiteX31" fmla="*/ 2564 w 10000"/>
                  <a:gd name="connsiteY31" fmla="*/ 5399 h 10000"/>
                  <a:gd name="connsiteX32" fmla="*/ 2821 w 10000"/>
                  <a:gd name="connsiteY32" fmla="*/ 5556 h 10000"/>
                  <a:gd name="connsiteX33" fmla="*/ 3334 w 10000"/>
                  <a:gd name="connsiteY33" fmla="*/ 5874 h 10000"/>
                  <a:gd name="connsiteX34" fmla="*/ 3844 w 10000"/>
                  <a:gd name="connsiteY34" fmla="*/ 6034 h 10000"/>
                  <a:gd name="connsiteX35" fmla="*/ 4357 w 10000"/>
                  <a:gd name="connsiteY35" fmla="*/ 6189 h 10000"/>
                  <a:gd name="connsiteX36" fmla="*/ 4615 w 10000"/>
                  <a:gd name="connsiteY36" fmla="*/ 6351 h 10000"/>
                  <a:gd name="connsiteX37" fmla="*/ 5128 w 10000"/>
                  <a:gd name="connsiteY37" fmla="*/ 6509 h 10000"/>
                  <a:gd name="connsiteX38" fmla="*/ 5387 w 10000"/>
                  <a:gd name="connsiteY38" fmla="*/ 6668 h 10000"/>
                  <a:gd name="connsiteX39" fmla="*/ 5387 w 10000"/>
                  <a:gd name="connsiteY39" fmla="*/ 6827 h 10000"/>
                  <a:gd name="connsiteX40" fmla="*/ 5387 w 10000"/>
                  <a:gd name="connsiteY40" fmla="*/ 6985 h 10000"/>
                  <a:gd name="connsiteX41" fmla="*/ 5387 w 10000"/>
                  <a:gd name="connsiteY41" fmla="*/ 6985 h 10000"/>
                  <a:gd name="connsiteX42" fmla="*/ 5387 w 10000"/>
                  <a:gd name="connsiteY42" fmla="*/ 7144 h 10000"/>
                  <a:gd name="connsiteX43" fmla="*/ 5387 w 10000"/>
                  <a:gd name="connsiteY43" fmla="*/ 7462 h 10000"/>
                  <a:gd name="connsiteX44" fmla="*/ 5387 w 10000"/>
                  <a:gd name="connsiteY44" fmla="*/ 8096 h 10000"/>
                  <a:gd name="connsiteX45" fmla="*/ 5128 w 10000"/>
                  <a:gd name="connsiteY45" fmla="*/ 8732 h 10000"/>
                  <a:gd name="connsiteX46" fmla="*/ 5128 w 10000"/>
                  <a:gd name="connsiteY46" fmla="*/ 9048 h 10000"/>
                  <a:gd name="connsiteX47" fmla="*/ 5387 w 10000"/>
                  <a:gd name="connsiteY47" fmla="*/ 9366 h 10000"/>
                  <a:gd name="connsiteX48" fmla="*/ 5898 w 10000"/>
                  <a:gd name="connsiteY48" fmla="*/ 9681 h 10000"/>
                  <a:gd name="connsiteX49" fmla="*/ 6153 w 10000"/>
                  <a:gd name="connsiteY49" fmla="*/ 9842 h 10000"/>
                  <a:gd name="connsiteX50" fmla="*/ 6667 w 10000"/>
                  <a:gd name="connsiteY50" fmla="*/ 9842 h 10000"/>
                  <a:gd name="connsiteX51" fmla="*/ 7180 w 10000"/>
                  <a:gd name="connsiteY51" fmla="*/ 10000 h 10000"/>
                  <a:gd name="connsiteX52" fmla="*/ 7692 w 10000"/>
                  <a:gd name="connsiteY52" fmla="*/ 10000 h 10000"/>
                  <a:gd name="connsiteX53" fmla="*/ 8204 w 10000"/>
                  <a:gd name="connsiteY53" fmla="*/ 10000 h 10000"/>
                  <a:gd name="connsiteX54" fmla="*/ 8718 w 10000"/>
                  <a:gd name="connsiteY54" fmla="*/ 9681 h 10000"/>
                  <a:gd name="connsiteX55" fmla="*/ 9229 w 10000"/>
                  <a:gd name="connsiteY55" fmla="*/ 9524 h 10000"/>
                  <a:gd name="connsiteX56" fmla="*/ 9487 w 10000"/>
                  <a:gd name="connsiteY56" fmla="*/ 9208 h 10000"/>
                  <a:gd name="connsiteX57" fmla="*/ 9745 w 10000"/>
                  <a:gd name="connsiteY57" fmla="*/ 9048 h 10000"/>
                  <a:gd name="connsiteX58" fmla="*/ 9745 w 10000"/>
                  <a:gd name="connsiteY58" fmla="*/ 9048 h 10000"/>
                  <a:gd name="connsiteX59" fmla="*/ 10000 w 10000"/>
                  <a:gd name="connsiteY59" fmla="*/ 7144 h 10000"/>
                  <a:gd name="connsiteX60" fmla="*/ 10000 w 10000"/>
                  <a:gd name="connsiteY60" fmla="*/ 6509 h 10000"/>
                  <a:gd name="connsiteX61" fmla="*/ 9745 w 10000"/>
                  <a:gd name="connsiteY61" fmla="*/ 5874 h 10000"/>
                  <a:gd name="connsiteX62" fmla="*/ 9487 w 10000"/>
                  <a:gd name="connsiteY62" fmla="*/ 5556 h 10000"/>
                  <a:gd name="connsiteX63" fmla="*/ 8970 w 10000"/>
                  <a:gd name="connsiteY63" fmla="*/ 5240 h 10000"/>
                  <a:gd name="connsiteX64" fmla="*/ 8718 w 10000"/>
                  <a:gd name="connsiteY64" fmla="*/ 4921 h 10000"/>
                  <a:gd name="connsiteX65" fmla="*/ 8462 w 10000"/>
                  <a:gd name="connsiteY65" fmla="*/ 4921 h 10000"/>
                  <a:gd name="connsiteX66" fmla="*/ 8204 w 10000"/>
                  <a:gd name="connsiteY66" fmla="*/ 4763 h 10000"/>
                  <a:gd name="connsiteX67" fmla="*/ 7950 w 10000"/>
                  <a:gd name="connsiteY67" fmla="*/ 4763 h 10000"/>
                  <a:gd name="connsiteX68" fmla="*/ 6243 w 10000"/>
                  <a:gd name="connsiteY68" fmla="*/ 4492 h 10000"/>
                  <a:gd name="connsiteX69" fmla="*/ 6921 w 10000"/>
                  <a:gd name="connsiteY69" fmla="*/ 3970 h 10000"/>
                  <a:gd name="connsiteX70" fmla="*/ 6921 w 10000"/>
                  <a:gd name="connsiteY70" fmla="*/ 3652 h 10000"/>
                  <a:gd name="connsiteX71" fmla="*/ 6921 w 10000"/>
                  <a:gd name="connsiteY71" fmla="*/ 3494 h 10000"/>
                  <a:gd name="connsiteX72" fmla="*/ 6921 w 10000"/>
                  <a:gd name="connsiteY72" fmla="*/ 3334 h 10000"/>
                  <a:gd name="connsiteX73" fmla="*/ 7180 w 10000"/>
                  <a:gd name="connsiteY73" fmla="*/ 3176 h 10000"/>
                  <a:gd name="connsiteX74" fmla="*/ 7436 w 10000"/>
                  <a:gd name="connsiteY74" fmla="*/ 3176 h 10000"/>
                  <a:gd name="connsiteX75" fmla="*/ 7436 w 10000"/>
                  <a:gd name="connsiteY75" fmla="*/ 3017 h 10000"/>
                  <a:gd name="connsiteX76" fmla="*/ 7692 w 10000"/>
                  <a:gd name="connsiteY76" fmla="*/ 3017 h 10000"/>
                  <a:gd name="connsiteX77" fmla="*/ 7692 w 10000"/>
                  <a:gd name="connsiteY77" fmla="*/ 3017 h 10000"/>
                  <a:gd name="connsiteX78" fmla="*/ 7598 w 10000"/>
                  <a:gd name="connsiteY78" fmla="*/ 2795 h 10000"/>
                  <a:gd name="connsiteX79" fmla="*/ 6515 w 10000"/>
                  <a:gd name="connsiteY79" fmla="*/ 2405 h 10000"/>
                  <a:gd name="connsiteX0" fmla="*/ 5516 w 10000"/>
                  <a:gd name="connsiteY0" fmla="*/ 2630 h 10000"/>
                  <a:gd name="connsiteX1" fmla="*/ 7000 w 10000"/>
                  <a:gd name="connsiteY1" fmla="*/ 1491 h 10000"/>
                  <a:gd name="connsiteX2" fmla="*/ 4093 w 10000"/>
                  <a:gd name="connsiteY2" fmla="*/ 2589 h 10000"/>
                  <a:gd name="connsiteX3" fmla="*/ 3607 w 10000"/>
                  <a:gd name="connsiteY3" fmla="*/ 2309 h 10000"/>
                  <a:gd name="connsiteX4" fmla="*/ 3409 w 10000"/>
                  <a:gd name="connsiteY4" fmla="*/ 2943 h 10000"/>
                  <a:gd name="connsiteX5" fmla="*/ 3412 w 10000"/>
                  <a:gd name="connsiteY5" fmla="*/ 2693 h 10000"/>
                  <a:gd name="connsiteX6" fmla="*/ 7950 w 10000"/>
                  <a:gd name="connsiteY6" fmla="*/ 0 h 10000"/>
                  <a:gd name="connsiteX7" fmla="*/ 7436 w 10000"/>
                  <a:gd name="connsiteY7" fmla="*/ 161 h 10000"/>
                  <a:gd name="connsiteX8" fmla="*/ 6921 w 10000"/>
                  <a:gd name="connsiteY8" fmla="*/ 161 h 10000"/>
                  <a:gd name="connsiteX9" fmla="*/ 2821 w 10000"/>
                  <a:gd name="connsiteY9" fmla="*/ 0 h 10000"/>
                  <a:gd name="connsiteX10" fmla="*/ 2306 w 10000"/>
                  <a:gd name="connsiteY10" fmla="*/ 0 h 10000"/>
                  <a:gd name="connsiteX11" fmla="*/ 2306 w 10000"/>
                  <a:gd name="connsiteY11" fmla="*/ 161 h 10000"/>
                  <a:gd name="connsiteX12" fmla="*/ 2051 w 10000"/>
                  <a:gd name="connsiteY12" fmla="*/ 479 h 10000"/>
                  <a:gd name="connsiteX13" fmla="*/ 2051 w 10000"/>
                  <a:gd name="connsiteY13" fmla="*/ 795 h 10000"/>
                  <a:gd name="connsiteX14" fmla="*/ 2306 w 10000"/>
                  <a:gd name="connsiteY14" fmla="*/ 1112 h 10000"/>
                  <a:gd name="connsiteX15" fmla="*/ 2306 w 10000"/>
                  <a:gd name="connsiteY15" fmla="*/ 1271 h 10000"/>
                  <a:gd name="connsiteX16" fmla="*/ 2306 w 10000"/>
                  <a:gd name="connsiteY16" fmla="*/ 1429 h 10000"/>
                  <a:gd name="connsiteX17" fmla="*/ 2564 w 10000"/>
                  <a:gd name="connsiteY17" fmla="*/ 1589 h 10000"/>
                  <a:gd name="connsiteX18" fmla="*/ 2306 w 10000"/>
                  <a:gd name="connsiteY18" fmla="*/ 1905 h 10000"/>
                  <a:gd name="connsiteX19" fmla="*/ 1796 w 10000"/>
                  <a:gd name="connsiteY19" fmla="*/ 2064 h 10000"/>
                  <a:gd name="connsiteX20" fmla="*/ 1281 w 10000"/>
                  <a:gd name="connsiteY20" fmla="*/ 2064 h 10000"/>
                  <a:gd name="connsiteX21" fmla="*/ 1026 w 10000"/>
                  <a:gd name="connsiteY21" fmla="*/ 2064 h 10000"/>
                  <a:gd name="connsiteX22" fmla="*/ 514 w 10000"/>
                  <a:gd name="connsiteY22" fmla="*/ 1905 h 10000"/>
                  <a:gd name="connsiteX23" fmla="*/ 256 w 10000"/>
                  <a:gd name="connsiteY23" fmla="*/ 1905 h 10000"/>
                  <a:gd name="connsiteX24" fmla="*/ 0 w 10000"/>
                  <a:gd name="connsiteY24" fmla="*/ 1905 h 10000"/>
                  <a:gd name="connsiteX25" fmla="*/ 0 w 10000"/>
                  <a:gd name="connsiteY25" fmla="*/ 3652 h 10000"/>
                  <a:gd name="connsiteX26" fmla="*/ 1537 w 10000"/>
                  <a:gd name="connsiteY26" fmla="*/ 3494 h 10000"/>
                  <a:gd name="connsiteX27" fmla="*/ 2821 w 10000"/>
                  <a:gd name="connsiteY27" fmla="*/ 4128 h 10000"/>
                  <a:gd name="connsiteX28" fmla="*/ 2051 w 10000"/>
                  <a:gd name="connsiteY28" fmla="*/ 5240 h 10000"/>
                  <a:gd name="connsiteX29" fmla="*/ 2306 w 10000"/>
                  <a:gd name="connsiteY29" fmla="*/ 5240 h 10000"/>
                  <a:gd name="connsiteX30" fmla="*/ 2564 w 10000"/>
                  <a:gd name="connsiteY30" fmla="*/ 5399 h 10000"/>
                  <a:gd name="connsiteX31" fmla="*/ 2821 w 10000"/>
                  <a:gd name="connsiteY31" fmla="*/ 5556 h 10000"/>
                  <a:gd name="connsiteX32" fmla="*/ 3334 w 10000"/>
                  <a:gd name="connsiteY32" fmla="*/ 5874 h 10000"/>
                  <a:gd name="connsiteX33" fmla="*/ 3844 w 10000"/>
                  <a:gd name="connsiteY33" fmla="*/ 6034 h 10000"/>
                  <a:gd name="connsiteX34" fmla="*/ 4357 w 10000"/>
                  <a:gd name="connsiteY34" fmla="*/ 6189 h 10000"/>
                  <a:gd name="connsiteX35" fmla="*/ 4615 w 10000"/>
                  <a:gd name="connsiteY35" fmla="*/ 6351 h 10000"/>
                  <a:gd name="connsiteX36" fmla="*/ 5128 w 10000"/>
                  <a:gd name="connsiteY36" fmla="*/ 6509 h 10000"/>
                  <a:gd name="connsiteX37" fmla="*/ 5387 w 10000"/>
                  <a:gd name="connsiteY37" fmla="*/ 6668 h 10000"/>
                  <a:gd name="connsiteX38" fmla="*/ 5387 w 10000"/>
                  <a:gd name="connsiteY38" fmla="*/ 6827 h 10000"/>
                  <a:gd name="connsiteX39" fmla="*/ 5387 w 10000"/>
                  <a:gd name="connsiteY39" fmla="*/ 6985 h 10000"/>
                  <a:gd name="connsiteX40" fmla="*/ 5387 w 10000"/>
                  <a:gd name="connsiteY40" fmla="*/ 6985 h 10000"/>
                  <a:gd name="connsiteX41" fmla="*/ 5387 w 10000"/>
                  <a:gd name="connsiteY41" fmla="*/ 7144 h 10000"/>
                  <a:gd name="connsiteX42" fmla="*/ 5387 w 10000"/>
                  <a:gd name="connsiteY42" fmla="*/ 7462 h 10000"/>
                  <a:gd name="connsiteX43" fmla="*/ 5387 w 10000"/>
                  <a:gd name="connsiteY43" fmla="*/ 8096 h 10000"/>
                  <a:gd name="connsiteX44" fmla="*/ 5128 w 10000"/>
                  <a:gd name="connsiteY44" fmla="*/ 8732 h 10000"/>
                  <a:gd name="connsiteX45" fmla="*/ 5128 w 10000"/>
                  <a:gd name="connsiteY45" fmla="*/ 9048 h 10000"/>
                  <a:gd name="connsiteX46" fmla="*/ 5387 w 10000"/>
                  <a:gd name="connsiteY46" fmla="*/ 9366 h 10000"/>
                  <a:gd name="connsiteX47" fmla="*/ 5898 w 10000"/>
                  <a:gd name="connsiteY47" fmla="*/ 9681 h 10000"/>
                  <a:gd name="connsiteX48" fmla="*/ 6153 w 10000"/>
                  <a:gd name="connsiteY48" fmla="*/ 9842 h 10000"/>
                  <a:gd name="connsiteX49" fmla="*/ 6667 w 10000"/>
                  <a:gd name="connsiteY49" fmla="*/ 9842 h 10000"/>
                  <a:gd name="connsiteX50" fmla="*/ 7180 w 10000"/>
                  <a:gd name="connsiteY50" fmla="*/ 10000 h 10000"/>
                  <a:gd name="connsiteX51" fmla="*/ 7692 w 10000"/>
                  <a:gd name="connsiteY51" fmla="*/ 10000 h 10000"/>
                  <a:gd name="connsiteX52" fmla="*/ 8204 w 10000"/>
                  <a:gd name="connsiteY52" fmla="*/ 10000 h 10000"/>
                  <a:gd name="connsiteX53" fmla="*/ 8718 w 10000"/>
                  <a:gd name="connsiteY53" fmla="*/ 9681 h 10000"/>
                  <a:gd name="connsiteX54" fmla="*/ 9229 w 10000"/>
                  <a:gd name="connsiteY54" fmla="*/ 9524 h 10000"/>
                  <a:gd name="connsiteX55" fmla="*/ 9487 w 10000"/>
                  <a:gd name="connsiteY55" fmla="*/ 9208 h 10000"/>
                  <a:gd name="connsiteX56" fmla="*/ 9745 w 10000"/>
                  <a:gd name="connsiteY56" fmla="*/ 9048 h 10000"/>
                  <a:gd name="connsiteX57" fmla="*/ 9745 w 10000"/>
                  <a:gd name="connsiteY57" fmla="*/ 9048 h 10000"/>
                  <a:gd name="connsiteX58" fmla="*/ 10000 w 10000"/>
                  <a:gd name="connsiteY58" fmla="*/ 7144 h 10000"/>
                  <a:gd name="connsiteX59" fmla="*/ 10000 w 10000"/>
                  <a:gd name="connsiteY59" fmla="*/ 6509 h 10000"/>
                  <a:gd name="connsiteX60" fmla="*/ 9745 w 10000"/>
                  <a:gd name="connsiteY60" fmla="*/ 5874 h 10000"/>
                  <a:gd name="connsiteX61" fmla="*/ 9487 w 10000"/>
                  <a:gd name="connsiteY61" fmla="*/ 5556 h 10000"/>
                  <a:gd name="connsiteX62" fmla="*/ 8970 w 10000"/>
                  <a:gd name="connsiteY62" fmla="*/ 5240 h 10000"/>
                  <a:gd name="connsiteX63" fmla="*/ 8718 w 10000"/>
                  <a:gd name="connsiteY63" fmla="*/ 4921 h 10000"/>
                  <a:gd name="connsiteX64" fmla="*/ 8462 w 10000"/>
                  <a:gd name="connsiteY64" fmla="*/ 4921 h 10000"/>
                  <a:gd name="connsiteX65" fmla="*/ 8204 w 10000"/>
                  <a:gd name="connsiteY65" fmla="*/ 4763 h 10000"/>
                  <a:gd name="connsiteX66" fmla="*/ 7950 w 10000"/>
                  <a:gd name="connsiteY66" fmla="*/ 4763 h 10000"/>
                  <a:gd name="connsiteX67" fmla="*/ 6243 w 10000"/>
                  <a:gd name="connsiteY67" fmla="*/ 4492 h 10000"/>
                  <a:gd name="connsiteX68" fmla="*/ 6921 w 10000"/>
                  <a:gd name="connsiteY68" fmla="*/ 3970 h 10000"/>
                  <a:gd name="connsiteX69" fmla="*/ 6921 w 10000"/>
                  <a:gd name="connsiteY69" fmla="*/ 3652 h 10000"/>
                  <a:gd name="connsiteX70" fmla="*/ 6921 w 10000"/>
                  <a:gd name="connsiteY70" fmla="*/ 3494 h 10000"/>
                  <a:gd name="connsiteX71" fmla="*/ 6921 w 10000"/>
                  <a:gd name="connsiteY71" fmla="*/ 3334 h 10000"/>
                  <a:gd name="connsiteX72" fmla="*/ 7180 w 10000"/>
                  <a:gd name="connsiteY72" fmla="*/ 3176 h 10000"/>
                  <a:gd name="connsiteX73" fmla="*/ 7436 w 10000"/>
                  <a:gd name="connsiteY73" fmla="*/ 3176 h 10000"/>
                  <a:gd name="connsiteX74" fmla="*/ 7436 w 10000"/>
                  <a:gd name="connsiteY74" fmla="*/ 3017 h 10000"/>
                  <a:gd name="connsiteX75" fmla="*/ 7692 w 10000"/>
                  <a:gd name="connsiteY75" fmla="*/ 3017 h 10000"/>
                  <a:gd name="connsiteX76" fmla="*/ 7692 w 10000"/>
                  <a:gd name="connsiteY76" fmla="*/ 3017 h 10000"/>
                  <a:gd name="connsiteX77" fmla="*/ 7598 w 10000"/>
                  <a:gd name="connsiteY77" fmla="*/ 2795 h 10000"/>
                  <a:gd name="connsiteX78" fmla="*/ 6515 w 10000"/>
                  <a:gd name="connsiteY78" fmla="*/ 2405 h 10000"/>
                  <a:gd name="connsiteX0" fmla="*/ 5516 w 10000"/>
                  <a:gd name="connsiteY0" fmla="*/ 2630 h 10000"/>
                  <a:gd name="connsiteX1" fmla="*/ 7000 w 10000"/>
                  <a:gd name="connsiteY1" fmla="*/ 1491 h 10000"/>
                  <a:gd name="connsiteX2" fmla="*/ 4093 w 10000"/>
                  <a:gd name="connsiteY2" fmla="*/ 2589 h 10000"/>
                  <a:gd name="connsiteX3" fmla="*/ 3607 w 10000"/>
                  <a:gd name="connsiteY3" fmla="*/ 2309 h 10000"/>
                  <a:gd name="connsiteX4" fmla="*/ 3409 w 10000"/>
                  <a:gd name="connsiteY4" fmla="*/ 2943 h 10000"/>
                  <a:gd name="connsiteX5" fmla="*/ 3412 w 10000"/>
                  <a:gd name="connsiteY5" fmla="*/ 2693 h 10000"/>
                  <a:gd name="connsiteX6" fmla="*/ 3329 w 10000"/>
                  <a:gd name="connsiteY6" fmla="*/ 2220 h 10000"/>
                  <a:gd name="connsiteX7" fmla="*/ 7436 w 10000"/>
                  <a:gd name="connsiteY7" fmla="*/ 161 h 10000"/>
                  <a:gd name="connsiteX8" fmla="*/ 6921 w 10000"/>
                  <a:gd name="connsiteY8" fmla="*/ 161 h 10000"/>
                  <a:gd name="connsiteX9" fmla="*/ 2821 w 10000"/>
                  <a:gd name="connsiteY9" fmla="*/ 0 h 10000"/>
                  <a:gd name="connsiteX10" fmla="*/ 2306 w 10000"/>
                  <a:gd name="connsiteY10" fmla="*/ 0 h 10000"/>
                  <a:gd name="connsiteX11" fmla="*/ 2306 w 10000"/>
                  <a:gd name="connsiteY11" fmla="*/ 161 h 10000"/>
                  <a:gd name="connsiteX12" fmla="*/ 2051 w 10000"/>
                  <a:gd name="connsiteY12" fmla="*/ 479 h 10000"/>
                  <a:gd name="connsiteX13" fmla="*/ 2051 w 10000"/>
                  <a:gd name="connsiteY13" fmla="*/ 795 h 10000"/>
                  <a:gd name="connsiteX14" fmla="*/ 2306 w 10000"/>
                  <a:gd name="connsiteY14" fmla="*/ 1112 h 10000"/>
                  <a:gd name="connsiteX15" fmla="*/ 2306 w 10000"/>
                  <a:gd name="connsiteY15" fmla="*/ 1271 h 10000"/>
                  <a:gd name="connsiteX16" fmla="*/ 2306 w 10000"/>
                  <a:gd name="connsiteY16" fmla="*/ 1429 h 10000"/>
                  <a:gd name="connsiteX17" fmla="*/ 2564 w 10000"/>
                  <a:gd name="connsiteY17" fmla="*/ 1589 h 10000"/>
                  <a:gd name="connsiteX18" fmla="*/ 2306 w 10000"/>
                  <a:gd name="connsiteY18" fmla="*/ 1905 h 10000"/>
                  <a:gd name="connsiteX19" fmla="*/ 1796 w 10000"/>
                  <a:gd name="connsiteY19" fmla="*/ 2064 h 10000"/>
                  <a:gd name="connsiteX20" fmla="*/ 1281 w 10000"/>
                  <a:gd name="connsiteY20" fmla="*/ 2064 h 10000"/>
                  <a:gd name="connsiteX21" fmla="*/ 1026 w 10000"/>
                  <a:gd name="connsiteY21" fmla="*/ 2064 h 10000"/>
                  <a:gd name="connsiteX22" fmla="*/ 514 w 10000"/>
                  <a:gd name="connsiteY22" fmla="*/ 1905 h 10000"/>
                  <a:gd name="connsiteX23" fmla="*/ 256 w 10000"/>
                  <a:gd name="connsiteY23" fmla="*/ 1905 h 10000"/>
                  <a:gd name="connsiteX24" fmla="*/ 0 w 10000"/>
                  <a:gd name="connsiteY24" fmla="*/ 1905 h 10000"/>
                  <a:gd name="connsiteX25" fmla="*/ 0 w 10000"/>
                  <a:gd name="connsiteY25" fmla="*/ 3652 h 10000"/>
                  <a:gd name="connsiteX26" fmla="*/ 1537 w 10000"/>
                  <a:gd name="connsiteY26" fmla="*/ 3494 h 10000"/>
                  <a:gd name="connsiteX27" fmla="*/ 2821 w 10000"/>
                  <a:gd name="connsiteY27" fmla="*/ 4128 h 10000"/>
                  <a:gd name="connsiteX28" fmla="*/ 2051 w 10000"/>
                  <a:gd name="connsiteY28" fmla="*/ 5240 h 10000"/>
                  <a:gd name="connsiteX29" fmla="*/ 2306 w 10000"/>
                  <a:gd name="connsiteY29" fmla="*/ 5240 h 10000"/>
                  <a:gd name="connsiteX30" fmla="*/ 2564 w 10000"/>
                  <a:gd name="connsiteY30" fmla="*/ 5399 h 10000"/>
                  <a:gd name="connsiteX31" fmla="*/ 2821 w 10000"/>
                  <a:gd name="connsiteY31" fmla="*/ 5556 h 10000"/>
                  <a:gd name="connsiteX32" fmla="*/ 3334 w 10000"/>
                  <a:gd name="connsiteY32" fmla="*/ 5874 h 10000"/>
                  <a:gd name="connsiteX33" fmla="*/ 3844 w 10000"/>
                  <a:gd name="connsiteY33" fmla="*/ 6034 h 10000"/>
                  <a:gd name="connsiteX34" fmla="*/ 4357 w 10000"/>
                  <a:gd name="connsiteY34" fmla="*/ 6189 h 10000"/>
                  <a:gd name="connsiteX35" fmla="*/ 4615 w 10000"/>
                  <a:gd name="connsiteY35" fmla="*/ 6351 h 10000"/>
                  <a:gd name="connsiteX36" fmla="*/ 5128 w 10000"/>
                  <a:gd name="connsiteY36" fmla="*/ 6509 h 10000"/>
                  <a:gd name="connsiteX37" fmla="*/ 5387 w 10000"/>
                  <a:gd name="connsiteY37" fmla="*/ 6668 h 10000"/>
                  <a:gd name="connsiteX38" fmla="*/ 5387 w 10000"/>
                  <a:gd name="connsiteY38" fmla="*/ 6827 h 10000"/>
                  <a:gd name="connsiteX39" fmla="*/ 5387 w 10000"/>
                  <a:gd name="connsiteY39" fmla="*/ 6985 h 10000"/>
                  <a:gd name="connsiteX40" fmla="*/ 5387 w 10000"/>
                  <a:gd name="connsiteY40" fmla="*/ 6985 h 10000"/>
                  <a:gd name="connsiteX41" fmla="*/ 5387 w 10000"/>
                  <a:gd name="connsiteY41" fmla="*/ 7144 h 10000"/>
                  <a:gd name="connsiteX42" fmla="*/ 5387 w 10000"/>
                  <a:gd name="connsiteY42" fmla="*/ 7462 h 10000"/>
                  <a:gd name="connsiteX43" fmla="*/ 5387 w 10000"/>
                  <a:gd name="connsiteY43" fmla="*/ 8096 h 10000"/>
                  <a:gd name="connsiteX44" fmla="*/ 5128 w 10000"/>
                  <a:gd name="connsiteY44" fmla="*/ 8732 h 10000"/>
                  <a:gd name="connsiteX45" fmla="*/ 5128 w 10000"/>
                  <a:gd name="connsiteY45" fmla="*/ 9048 h 10000"/>
                  <a:gd name="connsiteX46" fmla="*/ 5387 w 10000"/>
                  <a:gd name="connsiteY46" fmla="*/ 9366 h 10000"/>
                  <a:gd name="connsiteX47" fmla="*/ 5898 w 10000"/>
                  <a:gd name="connsiteY47" fmla="*/ 9681 h 10000"/>
                  <a:gd name="connsiteX48" fmla="*/ 6153 w 10000"/>
                  <a:gd name="connsiteY48" fmla="*/ 9842 h 10000"/>
                  <a:gd name="connsiteX49" fmla="*/ 6667 w 10000"/>
                  <a:gd name="connsiteY49" fmla="*/ 9842 h 10000"/>
                  <a:gd name="connsiteX50" fmla="*/ 7180 w 10000"/>
                  <a:gd name="connsiteY50" fmla="*/ 10000 h 10000"/>
                  <a:gd name="connsiteX51" fmla="*/ 7692 w 10000"/>
                  <a:gd name="connsiteY51" fmla="*/ 10000 h 10000"/>
                  <a:gd name="connsiteX52" fmla="*/ 8204 w 10000"/>
                  <a:gd name="connsiteY52" fmla="*/ 10000 h 10000"/>
                  <a:gd name="connsiteX53" fmla="*/ 8718 w 10000"/>
                  <a:gd name="connsiteY53" fmla="*/ 9681 h 10000"/>
                  <a:gd name="connsiteX54" fmla="*/ 9229 w 10000"/>
                  <a:gd name="connsiteY54" fmla="*/ 9524 h 10000"/>
                  <a:gd name="connsiteX55" fmla="*/ 9487 w 10000"/>
                  <a:gd name="connsiteY55" fmla="*/ 9208 h 10000"/>
                  <a:gd name="connsiteX56" fmla="*/ 9745 w 10000"/>
                  <a:gd name="connsiteY56" fmla="*/ 9048 h 10000"/>
                  <a:gd name="connsiteX57" fmla="*/ 9745 w 10000"/>
                  <a:gd name="connsiteY57" fmla="*/ 9048 h 10000"/>
                  <a:gd name="connsiteX58" fmla="*/ 10000 w 10000"/>
                  <a:gd name="connsiteY58" fmla="*/ 7144 h 10000"/>
                  <a:gd name="connsiteX59" fmla="*/ 10000 w 10000"/>
                  <a:gd name="connsiteY59" fmla="*/ 6509 h 10000"/>
                  <a:gd name="connsiteX60" fmla="*/ 9745 w 10000"/>
                  <a:gd name="connsiteY60" fmla="*/ 5874 h 10000"/>
                  <a:gd name="connsiteX61" fmla="*/ 9487 w 10000"/>
                  <a:gd name="connsiteY61" fmla="*/ 5556 h 10000"/>
                  <a:gd name="connsiteX62" fmla="*/ 8970 w 10000"/>
                  <a:gd name="connsiteY62" fmla="*/ 5240 h 10000"/>
                  <a:gd name="connsiteX63" fmla="*/ 8718 w 10000"/>
                  <a:gd name="connsiteY63" fmla="*/ 4921 h 10000"/>
                  <a:gd name="connsiteX64" fmla="*/ 8462 w 10000"/>
                  <a:gd name="connsiteY64" fmla="*/ 4921 h 10000"/>
                  <a:gd name="connsiteX65" fmla="*/ 8204 w 10000"/>
                  <a:gd name="connsiteY65" fmla="*/ 4763 h 10000"/>
                  <a:gd name="connsiteX66" fmla="*/ 7950 w 10000"/>
                  <a:gd name="connsiteY66" fmla="*/ 4763 h 10000"/>
                  <a:gd name="connsiteX67" fmla="*/ 6243 w 10000"/>
                  <a:gd name="connsiteY67" fmla="*/ 4492 h 10000"/>
                  <a:gd name="connsiteX68" fmla="*/ 6921 w 10000"/>
                  <a:gd name="connsiteY68" fmla="*/ 3970 h 10000"/>
                  <a:gd name="connsiteX69" fmla="*/ 6921 w 10000"/>
                  <a:gd name="connsiteY69" fmla="*/ 3652 h 10000"/>
                  <a:gd name="connsiteX70" fmla="*/ 6921 w 10000"/>
                  <a:gd name="connsiteY70" fmla="*/ 3494 h 10000"/>
                  <a:gd name="connsiteX71" fmla="*/ 6921 w 10000"/>
                  <a:gd name="connsiteY71" fmla="*/ 3334 h 10000"/>
                  <a:gd name="connsiteX72" fmla="*/ 7180 w 10000"/>
                  <a:gd name="connsiteY72" fmla="*/ 3176 h 10000"/>
                  <a:gd name="connsiteX73" fmla="*/ 7436 w 10000"/>
                  <a:gd name="connsiteY73" fmla="*/ 3176 h 10000"/>
                  <a:gd name="connsiteX74" fmla="*/ 7436 w 10000"/>
                  <a:gd name="connsiteY74" fmla="*/ 3017 h 10000"/>
                  <a:gd name="connsiteX75" fmla="*/ 7692 w 10000"/>
                  <a:gd name="connsiteY75" fmla="*/ 3017 h 10000"/>
                  <a:gd name="connsiteX76" fmla="*/ 7692 w 10000"/>
                  <a:gd name="connsiteY76" fmla="*/ 3017 h 10000"/>
                  <a:gd name="connsiteX77" fmla="*/ 7598 w 10000"/>
                  <a:gd name="connsiteY77" fmla="*/ 2795 h 10000"/>
                  <a:gd name="connsiteX78" fmla="*/ 6515 w 10000"/>
                  <a:gd name="connsiteY78" fmla="*/ 2405 h 10000"/>
                  <a:gd name="connsiteX0" fmla="*/ 5516 w 10000"/>
                  <a:gd name="connsiteY0" fmla="*/ 2630 h 10000"/>
                  <a:gd name="connsiteX1" fmla="*/ 7000 w 10000"/>
                  <a:gd name="connsiteY1" fmla="*/ 1491 h 10000"/>
                  <a:gd name="connsiteX2" fmla="*/ 4093 w 10000"/>
                  <a:gd name="connsiteY2" fmla="*/ 2589 h 10000"/>
                  <a:gd name="connsiteX3" fmla="*/ 3607 w 10000"/>
                  <a:gd name="connsiteY3" fmla="*/ 2309 h 10000"/>
                  <a:gd name="connsiteX4" fmla="*/ 3409 w 10000"/>
                  <a:gd name="connsiteY4" fmla="*/ 2943 h 10000"/>
                  <a:gd name="connsiteX5" fmla="*/ 3412 w 10000"/>
                  <a:gd name="connsiteY5" fmla="*/ 2693 h 10000"/>
                  <a:gd name="connsiteX6" fmla="*/ 3329 w 10000"/>
                  <a:gd name="connsiteY6" fmla="*/ 2220 h 10000"/>
                  <a:gd name="connsiteX7" fmla="*/ 3500 w 10000"/>
                  <a:gd name="connsiteY7" fmla="*/ 1826 h 10000"/>
                  <a:gd name="connsiteX8" fmla="*/ 6921 w 10000"/>
                  <a:gd name="connsiteY8" fmla="*/ 161 h 10000"/>
                  <a:gd name="connsiteX9" fmla="*/ 2821 w 10000"/>
                  <a:gd name="connsiteY9" fmla="*/ 0 h 10000"/>
                  <a:gd name="connsiteX10" fmla="*/ 2306 w 10000"/>
                  <a:gd name="connsiteY10" fmla="*/ 0 h 10000"/>
                  <a:gd name="connsiteX11" fmla="*/ 2306 w 10000"/>
                  <a:gd name="connsiteY11" fmla="*/ 161 h 10000"/>
                  <a:gd name="connsiteX12" fmla="*/ 2051 w 10000"/>
                  <a:gd name="connsiteY12" fmla="*/ 479 h 10000"/>
                  <a:gd name="connsiteX13" fmla="*/ 2051 w 10000"/>
                  <a:gd name="connsiteY13" fmla="*/ 795 h 10000"/>
                  <a:gd name="connsiteX14" fmla="*/ 2306 w 10000"/>
                  <a:gd name="connsiteY14" fmla="*/ 1112 h 10000"/>
                  <a:gd name="connsiteX15" fmla="*/ 2306 w 10000"/>
                  <a:gd name="connsiteY15" fmla="*/ 1271 h 10000"/>
                  <a:gd name="connsiteX16" fmla="*/ 2306 w 10000"/>
                  <a:gd name="connsiteY16" fmla="*/ 1429 h 10000"/>
                  <a:gd name="connsiteX17" fmla="*/ 2564 w 10000"/>
                  <a:gd name="connsiteY17" fmla="*/ 1589 h 10000"/>
                  <a:gd name="connsiteX18" fmla="*/ 2306 w 10000"/>
                  <a:gd name="connsiteY18" fmla="*/ 1905 h 10000"/>
                  <a:gd name="connsiteX19" fmla="*/ 1796 w 10000"/>
                  <a:gd name="connsiteY19" fmla="*/ 2064 h 10000"/>
                  <a:gd name="connsiteX20" fmla="*/ 1281 w 10000"/>
                  <a:gd name="connsiteY20" fmla="*/ 2064 h 10000"/>
                  <a:gd name="connsiteX21" fmla="*/ 1026 w 10000"/>
                  <a:gd name="connsiteY21" fmla="*/ 2064 h 10000"/>
                  <a:gd name="connsiteX22" fmla="*/ 514 w 10000"/>
                  <a:gd name="connsiteY22" fmla="*/ 1905 h 10000"/>
                  <a:gd name="connsiteX23" fmla="*/ 256 w 10000"/>
                  <a:gd name="connsiteY23" fmla="*/ 1905 h 10000"/>
                  <a:gd name="connsiteX24" fmla="*/ 0 w 10000"/>
                  <a:gd name="connsiteY24" fmla="*/ 1905 h 10000"/>
                  <a:gd name="connsiteX25" fmla="*/ 0 w 10000"/>
                  <a:gd name="connsiteY25" fmla="*/ 3652 h 10000"/>
                  <a:gd name="connsiteX26" fmla="*/ 1537 w 10000"/>
                  <a:gd name="connsiteY26" fmla="*/ 3494 h 10000"/>
                  <a:gd name="connsiteX27" fmla="*/ 2821 w 10000"/>
                  <a:gd name="connsiteY27" fmla="*/ 4128 h 10000"/>
                  <a:gd name="connsiteX28" fmla="*/ 2051 w 10000"/>
                  <a:gd name="connsiteY28" fmla="*/ 5240 h 10000"/>
                  <a:gd name="connsiteX29" fmla="*/ 2306 w 10000"/>
                  <a:gd name="connsiteY29" fmla="*/ 5240 h 10000"/>
                  <a:gd name="connsiteX30" fmla="*/ 2564 w 10000"/>
                  <a:gd name="connsiteY30" fmla="*/ 5399 h 10000"/>
                  <a:gd name="connsiteX31" fmla="*/ 2821 w 10000"/>
                  <a:gd name="connsiteY31" fmla="*/ 5556 h 10000"/>
                  <a:gd name="connsiteX32" fmla="*/ 3334 w 10000"/>
                  <a:gd name="connsiteY32" fmla="*/ 5874 h 10000"/>
                  <a:gd name="connsiteX33" fmla="*/ 3844 w 10000"/>
                  <a:gd name="connsiteY33" fmla="*/ 6034 h 10000"/>
                  <a:gd name="connsiteX34" fmla="*/ 4357 w 10000"/>
                  <a:gd name="connsiteY34" fmla="*/ 6189 h 10000"/>
                  <a:gd name="connsiteX35" fmla="*/ 4615 w 10000"/>
                  <a:gd name="connsiteY35" fmla="*/ 6351 h 10000"/>
                  <a:gd name="connsiteX36" fmla="*/ 5128 w 10000"/>
                  <a:gd name="connsiteY36" fmla="*/ 6509 h 10000"/>
                  <a:gd name="connsiteX37" fmla="*/ 5387 w 10000"/>
                  <a:gd name="connsiteY37" fmla="*/ 6668 h 10000"/>
                  <a:gd name="connsiteX38" fmla="*/ 5387 w 10000"/>
                  <a:gd name="connsiteY38" fmla="*/ 6827 h 10000"/>
                  <a:gd name="connsiteX39" fmla="*/ 5387 w 10000"/>
                  <a:gd name="connsiteY39" fmla="*/ 6985 h 10000"/>
                  <a:gd name="connsiteX40" fmla="*/ 5387 w 10000"/>
                  <a:gd name="connsiteY40" fmla="*/ 6985 h 10000"/>
                  <a:gd name="connsiteX41" fmla="*/ 5387 w 10000"/>
                  <a:gd name="connsiteY41" fmla="*/ 7144 h 10000"/>
                  <a:gd name="connsiteX42" fmla="*/ 5387 w 10000"/>
                  <a:gd name="connsiteY42" fmla="*/ 7462 h 10000"/>
                  <a:gd name="connsiteX43" fmla="*/ 5387 w 10000"/>
                  <a:gd name="connsiteY43" fmla="*/ 8096 h 10000"/>
                  <a:gd name="connsiteX44" fmla="*/ 5128 w 10000"/>
                  <a:gd name="connsiteY44" fmla="*/ 8732 h 10000"/>
                  <a:gd name="connsiteX45" fmla="*/ 5128 w 10000"/>
                  <a:gd name="connsiteY45" fmla="*/ 9048 h 10000"/>
                  <a:gd name="connsiteX46" fmla="*/ 5387 w 10000"/>
                  <a:gd name="connsiteY46" fmla="*/ 9366 h 10000"/>
                  <a:gd name="connsiteX47" fmla="*/ 5898 w 10000"/>
                  <a:gd name="connsiteY47" fmla="*/ 9681 h 10000"/>
                  <a:gd name="connsiteX48" fmla="*/ 6153 w 10000"/>
                  <a:gd name="connsiteY48" fmla="*/ 9842 h 10000"/>
                  <a:gd name="connsiteX49" fmla="*/ 6667 w 10000"/>
                  <a:gd name="connsiteY49" fmla="*/ 9842 h 10000"/>
                  <a:gd name="connsiteX50" fmla="*/ 7180 w 10000"/>
                  <a:gd name="connsiteY50" fmla="*/ 10000 h 10000"/>
                  <a:gd name="connsiteX51" fmla="*/ 7692 w 10000"/>
                  <a:gd name="connsiteY51" fmla="*/ 10000 h 10000"/>
                  <a:gd name="connsiteX52" fmla="*/ 8204 w 10000"/>
                  <a:gd name="connsiteY52" fmla="*/ 10000 h 10000"/>
                  <a:gd name="connsiteX53" fmla="*/ 8718 w 10000"/>
                  <a:gd name="connsiteY53" fmla="*/ 9681 h 10000"/>
                  <a:gd name="connsiteX54" fmla="*/ 9229 w 10000"/>
                  <a:gd name="connsiteY54" fmla="*/ 9524 h 10000"/>
                  <a:gd name="connsiteX55" fmla="*/ 9487 w 10000"/>
                  <a:gd name="connsiteY55" fmla="*/ 9208 h 10000"/>
                  <a:gd name="connsiteX56" fmla="*/ 9745 w 10000"/>
                  <a:gd name="connsiteY56" fmla="*/ 9048 h 10000"/>
                  <a:gd name="connsiteX57" fmla="*/ 9745 w 10000"/>
                  <a:gd name="connsiteY57" fmla="*/ 9048 h 10000"/>
                  <a:gd name="connsiteX58" fmla="*/ 10000 w 10000"/>
                  <a:gd name="connsiteY58" fmla="*/ 7144 h 10000"/>
                  <a:gd name="connsiteX59" fmla="*/ 10000 w 10000"/>
                  <a:gd name="connsiteY59" fmla="*/ 6509 h 10000"/>
                  <a:gd name="connsiteX60" fmla="*/ 9745 w 10000"/>
                  <a:gd name="connsiteY60" fmla="*/ 5874 h 10000"/>
                  <a:gd name="connsiteX61" fmla="*/ 9487 w 10000"/>
                  <a:gd name="connsiteY61" fmla="*/ 5556 h 10000"/>
                  <a:gd name="connsiteX62" fmla="*/ 8970 w 10000"/>
                  <a:gd name="connsiteY62" fmla="*/ 5240 h 10000"/>
                  <a:gd name="connsiteX63" fmla="*/ 8718 w 10000"/>
                  <a:gd name="connsiteY63" fmla="*/ 4921 h 10000"/>
                  <a:gd name="connsiteX64" fmla="*/ 8462 w 10000"/>
                  <a:gd name="connsiteY64" fmla="*/ 4921 h 10000"/>
                  <a:gd name="connsiteX65" fmla="*/ 8204 w 10000"/>
                  <a:gd name="connsiteY65" fmla="*/ 4763 h 10000"/>
                  <a:gd name="connsiteX66" fmla="*/ 7950 w 10000"/>
                  <a:gd name="connsiteY66" fmla="*/ 4763 h 10000"/>
                  <a:gd name="connsiteX67" fmla="*/ 6243 w 10000"/>
                  <a:gd name="connsiteY67" fmla="*/ 4492 h 10000"/>
                  <a:gd name="connsiteX68" fmla="*/ 6921 w 10000"/>
                  <a:gd name="connsiteY68" fmla="*/ 3970 h 10000"/>
                  <a:gd name="connsiteX69" fmla="*/ 6921 w 10000"/>
                  <a:gd name="connsiteY69" fmla="*/ 3652 h 10000"/>
                  <a:gd name="connsiteX70" fmla="*/ 6921 w 10000"/>
                  <a:gd name="connsiteY70" fmla="*/ 3494 h 10000"/>
                  <a:gd name="connsiteX71" fmla="*/ 6921 w 10000"/>
                  <a:gd name="connsiteY71" fmla="*/ 3334 h 10000"/>
                  <a:gd name="connsiteX72" fmla="*/ 7180 w 10000"/>
                  <a:gd name="connsiteY72" fmla="*/ 3176 h 10000"/>
                  <a:gd name="connsiteX73" fmla="*/ 7436 w 10000"/>
                  <a:gd name="connsiteY73" fmla="*/ 3176 h 10000"/>
                  <a:gd name="connsiteX74" fmla="*/ 7436 w 10000"/>
                  <a:gd name="connsiteY74" fmla="*/ 3017 h 10000"/>
                  <a:gd name="connsiteX75" fmla="*/ 7692 w 10000"/>
                  <a:gd name="connsiteY75" fmla="*/ 3017 h 10000"/>
                  <a:gd name="connsiteX76" fmla="*/ 7692 w 10000"/>
                  <a:gd name="connsiteY76" fmla="*/ 3017 h 10000"/>
                  <a:gd name="connsiteX77" fmla="*/ 7598 w 10000"/>
                  <a:gd name="connsiteY77" fmla="*/ 2795 h 10000"/>
                  <a:gd name="connsiteX78" fmla="*/ 6515 w 10000"/>
                  <a:gd name="connsiteY78" fmla="*/ 2405 h 10000"/>
                  <a:gd name="connsiteX0" fmla="*/ 5516 w 10000"/>
                  <a:gd name="connsiteY0" fmla="*/ 2630 h 10000"/>
                  <a:gd name="connsiteX1" fmla="*/ 7000 w 10000"/>
                  <a:gd name="connsiteY1" fmla="*/ 1491 h 10000"/>
                  <a:gd name="connsiteX2" fmla="*/ 4093 w 10000"/>
                  <a:gd name="connsiteY2" fmla="*/ 2589 h 10000"/>
                  <a:gd name="connsiteX3" fmla="*/ 3607 w 10000"/>
                  <a:gd name="connsiteY3" fmla="*/ 2309 h 10000"/>
                  <a:gd name="connsiteX4" fmla="*/ 3409 w 10000"/>
                  <a:gd name="connsiteY4" fmla="*/ 2943 h 10000"/>
                  <a:gd name="connsiteX5" fmla="*/ 3412 w 10000"/>
                  <a:gd name="connsiteY5" fmla="*/ 2693 h 10000"/>
                  <a:gd name="connsiteX6" fmla="*/ 3329 w 10000"/>
                  <a:gd name="connsiteY6" fmla="*/ 2220 h 10000"/>
                  <a:gd name="connsiteX7" fmla="*/ 3500 w 10000"/>
                  <a:gd name="connsiteY7" fmla="*/ 1826 h 10000"/>
                  <a:gd name="connsiteX8" fmla="*/ 3384 w 10000"/>
                  <a:gd name="connsiteY8" fmla="*/ 2970 h 10000"/>
                  <a:gd name="connsiteX9" fmla="*/ 2821 w 10000"/>
                  <a:gd name="connsiteY9" fmla="*/ 0 h 10000"/>
                  <a:gd name="connsiteX10" fmla="*/ 2306 w 10000"/>
                  <a:gd name="connsiteY10" fmla="*/ 0 h 10000"/>
                  <a:gd name="connsiteX11" fmla="*/ 2306 w 10000"/>
                  <a:gd name="connsiteY11" fmla="*/ 161 h 10000"/>
                  <a:gd name="connsiteX12" fmla="*/ 2051 w 10000"/>
                  <a:gd name="connsiteY12" fmla="*/ 479 h 10000"/>
                  <a:gd name="connsiteX13" fmla="*/ 2051 w 10000"/>
                  <a:gd name="connsiteY13" fmla="*/ 795 h 10000"/>
                  <a:gd name="connsiteX14" fmla="*/ 2306 w 10000"/>
                  <a:gd name="connsiteY14" fmla="*/ 1112 h 10000"/>
                  <a:gd name="connsiteX15" fmla="*/ 2306 w 10000"/>
                  <a:gd name="connsiteY15" fmla="*/ 1271 h 10000"/>
                  <a:gd name="connsiteX16" fmla="*/ 2306 w 10000"/>
                  <a:gd name="connsiteY16" fmla="*/ 1429 h 10000"/>
                  <a:gd name="connsiteX17" fmla="*/ 2564 w 10000"/>
                  <a:gd name="connsiteY17" fmla="*/ 1589 h 10000"/>
                  <a:gd name="connsiteX18" fmla="*/ 2306 w 10000"/>
                  <a:gd name="connsiteY18" fmla="*/ 1905 h 10000"/>
                  <a:gd name="connsiteX19" fmla="*/ 1796 w 10000"/>
                  <a:gd name="connsiteY19" fmla="*/ 2064 h 10000"/>
                  <a:gd name="connsiteX20" fmla="*/ 1281 w 10000"/>
                  <a:gd name="connsiteY20" fmla="*/ 2064 h 10000"/>
                  <a:gd name="connsiteX21" fmla="*/ 1026 w 10000"/>
                  <a:gd name="connsiteY21" fmla="*/ 2064 h 10000"/>
                  <a:gd name="connsiteX22" fmla="*/ 514 w 10000"/>
                  <a:gd name="connsiteY22" fmla="*/ 1905 h 10000"/>
                  <a:gd name="connsiteX23" fmla="*/ 256 w 10000"/>
                  <a:gd name="connsiteY23" fmla="*/ 1905 h 10000"/>
                  <a:gd name="connsiteX24" fmla="*/ 0 w 10000"/>
                  <a:gd name="connsiteY24" fmla="*/ 1905 h 10000"/>
                  <a:gd name="connsiteX25" fmla="*/ 0 w 10000"/>
                  <a:gd name="connsiteY25" fmla="*/ 3652 h 10000"/>
                  <a:gd name="connsiteX26" fmla="*/ 1537 w 10000"/>
                  <a:gd name="connsiteY26" fmla="*/ 3494 h 10000"/>
                  <a:gd name="connsiteX27" fmla="*/ 2821 w 10000"/>
                  <a:gd name="connsiteY27" fmla="*/ 4128 h 10000"/>
                  <a:gd name="connsiteX28" fmla="*/ 2051 w 10000"/>
                  <a:gd name="connsiteY28" fmla="*/ 5240 h 10000"/>
                  <a:gd name="connsiteX29" fmla="*/ 2306 w 10000"/>
                  <a:gd name="connsiteY29" fmla="*/ 5240 h 10000"/>
                  <a:gd name="connsiteX30" fmla="*/ 2564 w 10000"/>
                  <a:gd name="connsiteY30" fmla="*/ 5399 h 10000"/>
                  <a:gd name="connsiteX31" fmla="*/ 2821 w 10000"/>
                  <a:gd name="connsiteY31" fmla="*/ 5556 h 10000"/>
                  <a:gd name="connsiteX32" fmla="*/ 3334 w 10000"/>
                  <a:gd name="connsiteY32" fmla="*/ 5874 h 10000"/>
                  <a:gd name="connsiteX33" fmla="*/ 3844 w 10000"/>
                  <a:gd name="connsiteY33" fmla="*/ 6034 h 10000"/>
                  <a:gd name="connsiteX34" fmla="*/ 4357 w 10000"/>
                  <a:gd name="connsiteY34" fmla="*/ 6189 h 10000"/>
                  <a:gd name="connsiteX35" fmla="*/ 4615 w 10000"/>
                  <a:gd name="connsiteY35" fmla="*/ 6351 h 10000"/>
                  <a:gd name="connsiteX36" fmla="*/ 5128 w 10000"/>
                  <a:gd name="connsiteY36" fmla="*/ 6509 h 10000"/>
                  <a:gd name="connsiteX37" fmla="*/ 5387 w 10000"/>
                  <a:gd name="connsiteY37" fmla="*/ 6668 h 10000"/>
                  <a:gd name="connsiteX38" fmla="*/ 5387 w 10000"/>
                  <a:gd name="connsiteY38" fmla="*/ 6827 h 10000"/>
                  <a:gd name="connsiteX39" fmla="*/ 5387 w 10000"/>
                  <a:gd name="connsiteY39" fmla="*/ 6985 h 10000"/>
                  <a:gd name="connsiteX40" fmla="*/ 5387 w 10000"/>
                  <a:gd name="connsiteY40" fmla="*/ 6985 h 10000"/>
                  <a:gd name="connsiteX41" fmla="*/ 5387 w 10000"/>
                  <a:gd name="connsiteY41" fmla="*/ 7144 h 10000"/>
                  <a:gd name="connsiteX42" fmla="*/ 5387 w 10000"/>
                  <a:gd name="connsiteY42" fmla="*/ 7462 h 10000"/>
                  <a:gd name="connsiteX43" fmla="*/ 5387 w 10000"/>
                  <a:gd name="connsiteY43" fmla="*/ 8096 h 10000"/>
                  <a:gd name="connsiteX44" fmla="*/ 5128 w 10000"/>
                  <a:gd name="connsiteY44" fmla="*/ 8732 h 10000"/>
                  <a:gd name="connsiteX45" fmla="*/ 5128 w 10000"/>
                  <a:gd name="connsiteY45" fmla="*/ 9048 h 10000"/>
                  <a:gd name="connsiteX46" fmla="*/ 5387 w 10000"/>
                  <a:gd name="connsiteY46" fmla="*/ 9366 h 10000"/>
                  <a:gd name="connsiteX47" fmla="*/ 5898 w 10000"/>
                  <a:gd name="connsiteY47" fmla="*/ 9681 h 10000"/>
                  <a:gd name="connsiteX48" fmla="*/ 6153 w 10000"/>
                  <a:gd name="connsiteY48" fmla="*/ 9842 h 10000"/>
                  <a:gd name="connsiteX49" fmla="*/ 6667 w 10000"/>
                  <a:gd name="connsiteY49" fmla="*/ 9842 h 10000"/>
                  <a:gd name="connsiteX50" fmla="*/ 7180 w 10000"/>
                  <a:gd name="connsiteY50" fmla="*/ 10000 h 10000"/>
                  <a:gd name="connsiteX51" fmla="*/ 7692 w 10000"/>
                  <a:gd name="connsiteY51" fmla="*/ 10000 h 10000"/>
                  <a:gd name="connsiteX52" fmla="*/ 8204 w 10000"/>
                  <a:gd name="connsiteY52" fmla="*/ 10000 h 10000"/>
                  <a:gd name="connsiteX53" fmla="*/ 8718 w 10000"/>
                  <a:gd name="connsiteY53" fmla="*/ 9681 h 10000"/>
                  <a:gd name="connsiteX54" fmla="*/ 9229 w 10000"/>
                  <a:gd name="connsiteY54" fmla="*/ 9524 h 10000"/>
                  <a:gd name="connsiteX55" fmla="*/ 9487 w 10000"/>
                  <a:gd name="connsiteY55" fmla="*/ 9208 h 10000"/>
                  <a:gd name="connsiteX56" fmla="*/ 9745 w 10000"/>
                  <a:gd name="connsiteY56" fmla="*/ 9048 h 10000"/>
                  <a:gd name="connsiteX57" fmla="*/ 9745 w 10000"/>
                  <a:gd name="connsiteY57" fmla="*/ 9048 h 10000"/>
                  <a:gd name="connsiteX58" fmla="*/ 10000 w 10000"/>
                  <a:gd name="connsiteY58" fmla="*/ 7144 h 10000"/>
                  <a:gd name="connsiteX59" fmla="*/ 10000 w 10000"/>
                  <a:gd name="connsiteY59" fmla="*/ 6509 h 10000"/>
                  <a:gd name="connsiteX60" fmla="*/ 9745 w 10000"/>
                  <a:gd name="connsiteY60" fmla="*/ 5874 h 10000"/>
                  <a:gd name="connsiteX61" fmla="*/ 9487 w 10000"/>
                  <a:gd name="connsiteY61" fmla="*/ 5556 h 10000"/>
                  <a:gd name="connsiteX62" fmla="*/ 8970 w 10000"/>
                  <a:gd name="connsiteY62" fmla="*/ 5240 h 10000"/>
                  <a:gd name="connsiteX63" fmla="*/ 8718 w 10000"/>
                  <a:gd name="connsiteY63" fmla="*/ 4921 h 10000"/>
                  <a:gd name="connsiteX64" fmla="*/ 8462 w 10000"/>
                  <a:gd name="connsiteY64" fmla="*/ 4921 h 10000"/>
                  <a:gd name="connsiteX65" fmla="*/ 8204 w 10000"/>
                  <a:gd name="connsiteY65" fmla="*/ 4763 h 10000"/>
                  <a:gd name="connsiteX66" fmla="*/ 7950 w 10000"/>
                  <a:gd name="connsiteY66" fmla="*/ 4763 h 10000"/>
                  <a:gd name="connsiteX67" fmla="*/ 6243 w 10000"/>
                  <a:gd name="connsiteY67" fmla="*/ 4492 h 10000"/>
                  <a:gd name="connsiteX68" fmla="*/ 6921 w 10000"/>
                  <a:gd name="connsiteY68" fmla="*/ 3970 h 10000"/>
                  <a:gd name="connsiteX69" fmla="*/ 6921 w 10000"/>
                  <a:gd name="connsiteY69" fmla="*/ 3652 h 10000"/>
                  <a:gd name="connsiteX70" fmla="*/ 6921 w 10000"/>
                  <a:gd name="connsiteY70" fmla="*/ 3494 h 10000"/>
                  <a:gd name="connsiteX71" fmla="*/ 6921 w 10000"/>
                  <a:gd name="connsiteY71" fmla="*/ 3334 h 10000"/>
                  <a:gd name="connsiteX72" fmla="*/ 7180 w 10000"/>
                  <a:gd name="connsiteY72" fmla="*/ 3176 h 10000"/>
                  <a:gd name="connsiteX73" fmla="*/ 7436 w 10000"/>
                  <a:gd name="connsiteY73" fmla="*/ 3176 h 10000"/>
                  <a:gd name="connsiteX74" fmla="*/ 7436 w 10000"/>
                  <a:gd name="connsiteY74" fmla="*/ 3017 h 10000"/>
                  <a:gd name="connsiteX75" fmla="*/ 7692 w 10000"/>
                  <a:gd name="connsiteY75" fmla="*/ 3017 h 10000"/>
                  <a:gd name="connsiteX76" fmla="*/ 7692 w 10000"/>
                  <a:gd name="connsiteY76" fmla="*/ 3017 h 10000"/>
                  <a:gd name="connsiteX77" fmla="*/ 7598 w 10000"/>
                  <a:gd name="connsiteY77" fmla="*/ 2795 h 10000"/>
                  <a:gd name="connsiteX78" fmla="*/ 6515 w 10000"/>
                  <a:gd name="connsiteY78" fmla="*/ 2405 h 10000"/>
                  <a:gd name="connsiteX0" fmla="*/ 5516 w 10000"/>
                  <a:gd name="connsiteY0" fmla="*/ 2630 h 10000"/>
                  <a:gd name="connsiteX1" fmla="*/ 7000 w 10000"/>
                  <a:gd name="connsiteY1" fmla="*/ 1491 h 10000"/>
                  <a:gd name="connsiteX2" fmla="*/ 4093 w 10000"/>
                  <a:gd name="connsiteY2" fmla="*/ 2589 h 10000"/>
                  <a:gd name="connsiteX3" fmla="*/ 3607 w 10000"/>
                  <a:gd name="connsiteY3" fmla="*/ 2309 h 10000"/>
                  <a:gd name="connsiteX4" fmla="*/ 3409 w 10000"/>
                  <a:gd name="connsiteY4" fmla="*/ 2943 h 10000"/>
                  <a:gd name="connsiteX5" fmla="*/ 3412 w 10000"/>
                  <a:gd name="connsiteY5" fmla="*/ 2693 h 10000"/>
                  <a:gd name="connsiteX6" fmla="*/ 3329 w 10000"/>
                  <a:gd name="connsiteY6" fmla="*/ 2220 h 10000"/>
                  <a:gd name="connsiteX7" fmla="*/ 3500 w 10000"/>
                  <a:gd name="connsiteY7" fmla="*/ 1826 h 10000"/>
                  <a:gd name="connsiteX8" fmla="*/ 3384 w 10000"/>
                  <a:gd name="connsiteY8" fmla="*/ 2970 h 10000"/>
                  <a:gd name="connsiteX9" fmla="*/ 2821 w 10000"/>
                  <a:gd name="connsiteY9" fmla="*/ 0 h 10000"/>
                  <a:gd name="connsiteX10" fmla="*/ 2306 w 10000"/>
                  <a:gd name="connsiteY10" fmla="*/ 0 h 10000"/>
                  <a:gd name="connsiteX11" fmla="*/ 2306 w 10000"/>
                  <a:gd name="connsiteY11" fmla="*/ 161 h 10000"/>
                  <a:gd name="connsiteX12" fmla="*/ 2051 w 10000"/>
                  <a:gd name="connsiteY12" fmla="*/ 479 h 10000"/>
                  <a:gd name="connsiteX13" fmla="*/ 2051 w 10000"/>
                  <a:gd name="connsiteY13" fmla="*/ 795 h 10000"/>
                  <a:gd name="connsiteX14" fmla="*/ 2306 w 10000"/>
                  <a:gd name="connsiteY14" fmla="*/ 1112 h 10000"/>
                  <a:gd name="connsiteX15" fmla="*/ 2306 w 10000"/>
                  <a:gd name="connsiteY15" fmla="*/ 1271 h 10000"/>
                  <a:gd name="connsiteX16" fmla="*/ 2306 w 10000"/>
                  <a:gd name="connsiteY16" fmla="*/ 1429 h 10000"/>
                  <a:gd name="connsiteX17" fmla="*/ 2564 w 10000"/>
                  <a:gd name="connsiteY17" fmla="*/ 1589 h 10000"/>
                  <a:gd name="connsiteX18" fmla="*/ 2306 w 10000"/>
                  <a:gd name="connsiteY18" fmla="*/ 1905 h 10000"/>
                  <a:gd name="connsiteX19" fmla="*/ 1796 w 10000"/>
                  <a:gd name="connsiteY19" fmla="*/ 2064 h 10000"/>
                  <a:gd name="connsiteX20" fmla="*/ 1281 w 10000"/>
                  <a:gd name="connsiteY20" fmla="*/ 2064 h 10000"/>
                  <a:gd name="connsiteX21" fmla="*/ 1026 w 10000"/>
                  <a:gd name="connsiteY21" fmla="*/ 2064 h 10000"/>
                  <a:gd name="connsiteX22" fmla="*/ 514 w 10000"/>
                  <a:gd name="connsiteY22" fmla="*/ 1905 h 10000"/>
                  <a:gd name="connsiteX23" fmla="*/ 256 w 10000"/>
                  <a:gd name="connsiteY23" fmla="*/ 1905 h 10000"/>
                  <a:gd name="connsiteX24" fmla="*/ 0 w 10000"/>
                  <a:gd name="connsiteY24" fmla="*/ 1905 h 10000"/>
                  <a:gd name="connsiteX25" fmla="*/ 0 w 10000"/>
                  <a:gd name="connsiteY25" fmla="*/ 3652 h 10000"/>
                  <a:gd name="connsiteX26" fmla="*/ 1537 w 10000"/>
                  <a:gd name="connsiteY26" fmla="*/ 3494 h 10000"/>
                  <a:gd name="connsiteX27" fmla="*/ 2051 w 10000"/>
                  <a:gd name="connsiteY27" fmla="*/ 5240 h 10000"/>
                  <a:gd name="connsiteX28" fmla="*/ 2306 w 10000"/>
                  <a:gd name="connsiteY28" fmla="*/ 5240 h 10000"/>
                  <a:gd name="connsiteX29" fmla="*/ 2564 w 10000"/>
                  <a:gd name="connsiteY29" fmla="*/ 5399 h 10000"/>
                  <a:gd name="connsiteX30" fmla="*/ 2821 w 10000"/>
                  <a:gd name="connsiteY30" fmla="*/ 5556 h 10000"/>
                  <a:gd name="connsiteX31" fmla="*/ 3334 w 10000"/>
                  <a:gd name="connsiteY31" fmla="*/ 5874 h 10000"/>
                  <a:gd name="connsiteX32" fmla="*/ 3844 w 10000"/>
                  <a:gd name="connsiteY32" fmla="*/ 6034 h 10000"/>
                  <a:gd name="connsiteX33" fmla="*/ 4357 w 10000"/>
                  <a:gd name="connsiteY33" fmla="*/ 6189 h 10000"/>
                  <a:gd name="connsiteX34" fmla="*/ 4615 w 10000"/>
                  <a:gd name="connsiteY34" fmla="*/ 6351 h 10000"/>
                  <a:gd name="connsiteX35" fmla="*/ 5128 w 10000"/>
                  <a:gd name="connsiteY35" fmla="*/ 6509 h 10000"/>
                  <a:gd name="connsiteX36" fmla="*/ 5387 w 10000"/>
                  <a:gd name="connsiteY36" fmla="*/ 6668 h 10000"/>
                  <a:gd name="connsiteX37" fmla="*/ 5387 w 10000"/>
                  <a:gd name="connsiteY37" fmla="*/ 6827 h 10000"/>
                  <a:gd name="connsiteX38" fmla="*/ 5387 w 10000"/>
                  <a:gd name="connsiteY38" fmla="*/ 6985 h 10000"/>
                  <a:gd name="connsiteX39" fmla="*/ 5387 w 10000"/>
                  <a:gd name="connsiteY39" fmla="*/ 6985 h 10000"/>
                  <a:gd name="connsiteX40" fmla="*/ 5387 w 10000"/>
                  <a:gd name="connsiteY40" fmla="*/ 7144 h 10000"/>
                  <a:gd name="connsiteX41" fmla="*/ 5387 w 10000"/>
                  <a:gd name="connsiteY41" fmla="*/ 7462 h 10000"/>
                  <a:gd name="connsiteX42" fmla="*/ 5387 w 10000"/>
                  <a:gd name="connsiteY42" fmla="*/ 8096 h 10000"/>
                  <a:gd name="connsiteX43" fmla="*/ 5128 w 10000"/>
                  <a:gd name="connsiteY43" fmla="*/ 8732 h 10000"/>
                  <a:gd name="connsiteX44" fmla="*/ 5128 w 10000"/>
                  <a:gd name="connsiteY44" fmla="*/ 9048 h 10000"/>
                  <a:gd name="connsiteX45" fmla="*/ 5387 w 10000"/>
                  <a:gd name="connsiteY45" fmla="*/ 9366 h 10000"/>
                  <a:gd name="connsiteX46" fmla="*/ 5898 w 10000"/>
                  <a:gd name="connsiteY46" fmla="*/ 9681 h 10000"/>
                  <a:gd name="connsiteX47" fmla="*/ 6153 w 10000"/>
                  <a:gd name="connsiteY47" fmla="*/ 9842 h 10000"/>
                  <a:gd name="connsiteX48" fmla="*/ 6667 w 10000"/>
                  <a:gd name="connsiteY48" fmla="*/ 9842 h 10000"/>
                  <a:gd name="connsiteX49" fmla="*/ 7180 w 10000"/>
                  <a:gd name="connsiteY49" fmla="*/ 10000 h 10000"/>
                  <a:gd name="connsiteX50" fmla="*/ 7692 w 10000"/>
                  <a:gd name="connsiteY50" fmla="*/ 10000 h 10000"/>
                  <a:gd name="connsiteX51" fmla="*/ 8204 w 10000"/>
                  <a:gd name="connsiteY51" fmla="*/ 10000 h 10000"/>
                  <a:gd name="connsiteX52" fmla="*/ 8718 w 10000"/>
                  <a:gd name="connsiteY52" fmla="*/ 9681 h 10000"/>
                  <a:gd name="connsiteX53" fmla="*/ 9229 w 10000"/>
                  <a:gd name="connsiteY53" fmla="*/ 9524 h 10000"/>
                  <a:gd name="connsiteX54" fmla="*/ 9487 w 10000"/>
                  <a:gd name="connsiteY54" fmla="*/ 9208 h 10000"/>
                  <a:gd name="connsiteX55" fmla="*/ 9745 w 10000"/>
                  <a:gd name="connsiteY55" fmla="*/ 9048 h 10000"/>
                  <a:gd name="connsiteX56" fmla="*/ 9745 w 10000"/>
                  <a:gd name="connsiteY56" fmla="*/ 9048 h 10000"/>
                  <a:gd name="connsiteX57" fmla="*/ 10000 w 10000"/>
                  <a:gd name="connsiteY57" fmla="*/ 7144 h 10000"/>
                  <a:gd name="connsiteX58" fmla="*/ 10000 w 10000"/>
                  <a:gd name="connsiteY58" fmla="*/ 6509 h 10000"/>
                  <a:gd name="connsiteX59" fmla="*/ 9745 w 10000"/>
                  <a:gd name="connsiteY59" fmla="*/ 5874 h 10000"/>
                  <a:gd name="connsiteX60" fmla="*/ 9487 w 10000"/>
                  <a:gd name="connsiteY60" fmla="*/ 5556 h 10000"/>
                  <a:gd name="connsiteX61" fmla="*/ 8970 w 10000"/>
                  <a:gd name="connsiteY61" fmla="*/ 5240 h 10000"/>
                  <a:gd name="connsiteX62" fmla="*/ 8718 w 10000"/>
                  <a:gd name="connsiteY62" fmla="*/ 4921 h 10000"/>
                  <a:gd name="connsiteX63" fmla="*/ 8462 w 10000"/>
                  <a:gd name="connsiteY63" fmla="*/ 4921 h 10000"/>
                  <a:gd name="connsiteX64" fmla="*/ 8204 w 10000"/>
                  <a:gd name="connsiteY64" fmla="*/ 4763 h 10000"/>
                  <a:gd name="connsiteX65" fmla="*/ 7950 w 10000"/>
                  <a:gd name="connsiteY65" fmla="*/ 4763 h 10000"/>
                  <a:gd name="connsiteX66" fmla="*/ 6243 w 10000"/>
                  <a:gd name="connsiteY66" fmla="*/ 4492 h 10000"/>
                  <a:gd name="connsiteX67" fmla="*/ 6921 w 10000"/>
                  <a:gd name="connsiteY67" fmla="*/ 3970 h 10000"/>
                  <a:gd name="connsiteX68" fmla="*/ 6921 w 10000"/>
                  <a:gd name="connsiteY68" fmla="*/ 3652 h 10000"/>
                  <a:gd name="connsiteX69" fmla="*/ 6921 w 10000"/>
                  <a:gd name="connsiteY69" fmla="*/ 3494 h 10000"/>
                  <a:gd name="connsiteX70" fmla="*/ 6921 w 10000"/>
                  <a:gd name="connsiteY70" fmla="*/ 3334 h 10000"/>
                  <a:gd name="connsiteX71" fmla="*/ 7180 w 10000"/>
                  <a:gd name="connsiteY71" fmla="*/ 3176 h 10000"/>
                  <a:gd name="connsiteX72" fmla="*/ 7436 w 10000"/>
                  <a:gd name="connsiteY72" fmla="*/ 3176 h 10000"/>
                  <a:gd name="connsiteX73" fmla="*/ 7436 w 10000"/>
                  <a:gd name="connsiteY73" fmla="*/ 3017 h 10000"/>
                  <a:gd name="connsiteX74" fmla="*/ 7692 w 10000"/>
                  <a:gd name="connsiteY74" fmla="*/ 3017 h 10000"/>
                  <a:gd name="connsiteX75" fmla="*/ 7692 w 10000"/>
                  <a:gd name="connsiteY75" fmla="*/ 3017 h 10000"/>
                  <a:gd name="connsiteX76" fmla="*/ 7598 w 10000"/>
                  <a:gd name="connsiteY76" fmla="*/ 2795 h 10000"/>
                  <a:gd name="connsiteX77" fmla="*/ 6515 w 10000"/>
                  <a:gd name="connsiteY77" fmla="*/ 2405 h 10000"/>
                  <a:gd name="connsiteX0" fmla="*/ 5516 w 10000"/>
                  <a:gd name="connsiteY0" fmla="*/ 2630 h 10000"/>
                  <a:gd name="connsiteX1" fmla="*/ 7000 w 10000"/>
                  <a:gd name="connsiteY1" fmla="*/ 1491 h 10000"/>
                  <a:gd name="connsiteX2" fmla="*/ 4093 w 10000"/>
                  <a:gd name="connsiteY2" fmla="*/ 2589 h 10000"/>
                  <a:gd name="connsiteX3" fmla="*/ 3607 w 10000"/>
                  <a:gd name="connsiteY3" fmla="*/ 2309 h 10000"/>
                  <a:gd name="connsiteX4" fmla="*/ 3409 w 10000"/>
                  <a:gd name="connsiteY4" fmla="*/ 2943 h 10000"/>
                  <a:gd name="connsiteX5" fmla="*/ 3412 w 10000"/>
                  <a:gd name="connsiteY5" fmla="*/ 2693 h 10000"/>
                  <a:gd name="connsiteX6" fmla="*/ 3329 w 10000"/>
                  <a:gd name="connsiteY6" fmla="*/ 2220 h 10000"/>
                  <a:gd name="connsiteX7" fmla="*/ 3500 w 10000"/>
                  <a:gd name="connsiteY7" fmla="*/ 1826 h 10000"/>
                  <a:gd name="connsiteX8" fmla="*/ 3384 w 10000"/>
                  <a:gd name="connsiteY8" fmla="*/ 2970 h 10000"/>
                  <a:gd name="connsiteX9" fmla="*/ 2821 w 10000"/>
                  <a:gd name="connsiteY9" fmla="*/ 0 h 10000"/>
                  <a:gd name="connsiteX10" fmla="*/ 2306 w 10000"/>
                  <a:gd name="connsiteY10" fmla="*/ 0 h 10000"/>
                  <a:gd name="connsiteX11" fmla="*/ 2306 w 10000"/>
                  <a:gd name="connsiteY11" fmla="*/ 161 h 10000"/>
                  <a:gd name="connsiteX12" fmla="*/ 2051 w 10000"/>
                  <a:gd name="connsiteY12" fmla="*/ 479 h 10000"/>
                  <a:gd name="connsiteX13" fmla="*/ 2051 w 10000"/>
                  <a:gd name="connsiteY13" fmla="*/ 795 h 10000"/>
                  <a:gd name="connsiteX14" fmla="*/ 2306 w 10000"/>
                  <a:gd name="connsiteY14" fmla="*/ 1112 h 10000"/>
                  <a:gd name="connsiteX15" fmla="*/ 2306 w 10000"/>
                  <a:gd name="connsiteY15" fmla="*/ 1271 h 10000"/>
                  <a:gd name="connsiteX16" fmla="*/ 2306 w 10000"/>
                  <a:gd name="connsiteY16" fmla="*/ 1429 h 10000"/>
                  <a:gd name="connsiteX17" fmla="*/ 2564 w 10000"/>
                  <a:gd name="connsiteY17" fmla="*/ 1589 h 10000"/>
                  <a:gd name="connsiteX18" fmla="*/ 2306 w 10000"/>
                  <a:gd name="connsiteY18" fmla="*/ 1905 h 10000"/>
                  <a:gd name="connsiteX19" fmla="*/ 1796 w 10000"/>
                  <a:gd name="connsiteY19" fmla="*/ 2064 h 10000"/>
                  <a:gd name="connsiteX20" fmla="*/ 1281 w 10000"/>
                  <a:gd name="connsiteY20" fmla="*/ 2064 h 10000"/>
                  <a:gd name="connsiteX21" fmla="*/ 1026 w 10000"/>
                  <a:gd name="connsiteY21" fmla="*/ 2064 h 10000"/>
                  <a:gd name="connsiteX22" fmla="*/ 514 w 10000"/>
                  <a:gd name="connsiteY22" fmla="*/ 1905 h 10000"/>
                  <a:gd name="connsiteX23" fmla="*/ 256 w 10000"/>
                  <a:gd name="connsiteY23" fmla="*/ 1905 h 10000"/>
                  <a:gd name="connsiteX24" fmla="*/ 0 w 10000"/>
                  <a:gd name="connsiteY24" fmla="*/ 1905 h 10000"/>
                  <a:gd name="connsiteX25" fmla="*/ 0 w 10000"/>
                  <a:gd name="connsiteY25" fmla="*/ 3652 h 10000"/>
                  <a:gd name="connsiteX26" fmla="*/ 4389 w 10000"/>
                  <a:gd name="connsiteY26" fmla="*/ 4812 h 10000"/>
                  <a:gd name="connsiteX27" fmla="*/ 2051 w 10000"/>
                  <a:gd name="connsiteY27" fmla="*/ 5240 h 10000"/>
                  <a:gd name="connsiteX28" fmla="*/ 2306 w 10000"/>
                  <a:gd name="connsiteY28" fmla="*/ 5240 h 10000"/>
                  <a:gd name="connsiteX29" fmla="*/ 2564 w 10000"/>
                  <a:gd name="connsiteY29" fmla="*/ 5399 h 10000"/>
                  <a:gd name="connsiteX30" fmla="*/ 2821 w 10000"/>
                  <a:gd name="connsiteY30" fmla="*/ 5556 h 10000"/>
                  <a:gd name="connsiteX31" fmla="*/ 3334 w 10000"/>
                  <a:gd name="connsiteY31" fmla="*/ 5874 h 10000"/>
                  <a:gd name="connsiteX32" fmla="*/ 3844 w 10000"/>
                  <a:gd name="connsiteY32" fmla="*/ 6034 h 10000"/>
                  <a:gd name="connsiteX33" fmla="*/ 4357 w 10000"/>
                  <a:gd name="connsiteY33" fmla="*/ 6189 h 10000"/>
                  <a:gd name="connsiteX34" fmla="*/ 4615 w 10000"/>
                  <a:gd name="connsiteY34" fmla="*/ 6351 h 10000"/>
                  <a:gd name="connsiteX35" fmla="*/ 5128 w 10000"/>
                  <a:gd name="connsiteY35" fmla="*/ 6509 h 10000"/>
                  <a:gd name="connsiteX36" fmla="*/ 5387 w 10000"/>
                  <a:gd name="connsiteY36" fmla="*/ 6668 h 10000"/>
                  <a:gd name="connsiteX37" fmla="*/ 5387 w 10000"/>
                  <a:gd name="connsiteY37" fmla="*/ 6827 h 10000"/>
                  <a:gd name="connsiteX38" fmla="*/ 5387 w 10000"/>
                  <a:gd name="connsiteY38" fmla="*/ 6985 h 10000"/>
                  <a:gd name="connsiteX39" fmla="*/ 5387 w 10000"/>
                  <a:gd name="connsiteY39" fmla="*/ 6985 h 10000"/>
                  <a:gd name="connsiteX40" fmla="*/ 5387 w 10000"/>
                  <a:gd name="connsiteY40" fmla="*/ 7144 h 10000"/>
                  <a:gd name="connsiteX41" fmla="*/ 5387 w 10000"/>
                  <a:gd name="connsiteY41" fmla="*/ 7462 h 10000"/>
                  <a:gd name="connsiteX42" fmla="*/ 5387 w 10000"/>
                  <a:gd name="connsiteY42" fmla="*/ 8096 h 10000"/>
                  <a:gd name="connsiteX43" fmla="*/ 5128 w 10000"/>
                  <a:gd name="connsiteY43" fmla="*/ 8732 h 10000"/>
                  <a:gd name="connsiteX44" fmla="*/ 5128 w 10000"/>
                  <a:gd name="connsiteY44" fmla="*/ 9048 h 10000"/>
                  <a:gd name="connsiteX45" fmla="*/ 5387 w 10000"/>
                  <a:gd name="connsiteY45" fmla="*/ 9366 h 10000"/>
                  <a:gd name="connsiteX46" fmla="*/ 5898 w 10000"/>
                  <a:gd name="connsiteY46" fmla="*/ 9681 h 10000"/>
                  <a:gd name="connsiteX47" fmla="*/ 6153 w 10000"/>
                  <a:gd name="connsiteY47" fmla="*/ 9842 h 10000"/>
                  <a:gd name="connsiteX48" fmla="*/ 6667 w 10000"/>
                  <a:gd name="connsiteY48" fmla="*/ 9842 h 10000"/>
                  <a:gd name="connsiteX49" fmla="*/ 7180 w 10000"/>
                  <a:gd name="connsiteY49" fmla="*/ 10000 h 10000"/>
                  <a:gd name="connsiteX50" fmla="*/ 7692 w 10000"/>
                  <a:gd name="connsiteY50" fmla="*/ 10000 h 10000"/>
                  <a:gd name="connsiteX51" fmla="*/ 8204 w 10000"/>
                  <a:gd name="connsiteY51" fmla="*/ 10000 h 10000"/>
                  <a:gd name="connsiteX52" fmla="*/ 8718 w 10000"/>
                  <a:gd name="connsiteY52" fmla="*/ 9681 h 10000"/>
                  <a:gd name="connsiteX53" fmla="*/ 9229 w 10000"/>
                  <a:gd name="connsiteY53" fmla="*/ 9524 h 10000"/>
                  <a:gd name="connsiteX54" fmla="*/ 9487 w 10000"/>
                  <a:gd name="connsiteY54" fmla="*/ 9208 h 10000"/>
                  <a:gd name="connsiteX55" fmla="*/ 9745 w 10000"/>
                  <a:gd name="connsiteY55" fmla="*/ 9048 h 10000"/>
                  <a:gd name="connsiteX56" fmla="*/ 9745 w 10000"/>
                  <a:gd name="connsiteY56" fmla="*/ 9048 h 10000"/>
                  <a:gd name="connsiteX57" fmla="*/ 10000 w 10000"/>
                  <a:gd name="connsiteY57" fmla="*/ 7144 h 10000"/>
                  <a:gd name="connsiteX58" fmla="*/ 10000 w 10000"/>
                  <a:gd name="connsiteY58" fmla="*/ 6509 h 10000"/>
                  <a:gd name="connsiteX59" fmla="*/ 9745 w 10000"/>
                  <a:gd name="connsiteY59" fmla="*/ 5874 h 10000"/>
                  <a:gd name="connsiteX60" fmla="*/ 9487 w 10000"/>
                  <a:gd name="connsiteY60" fmla="*/ 5556 h 10000"/>
                  <a:gd name="connsiteX61" fmla="*/ 8970 w 10000"/>
                  <a:gd name="connsiteY61" fmla="*/ 5240 h 10000"/>
                  <a:gd name="connsiteX62" fmla="*/ 8718 w 10000"/>
                  <a:gd name="connsiteY62" fmla="*/ 4921 h 10000"/>
                  <a:gd name="connsiteX63" fmla="*/ 8462 w 10000"/>
                  <a:gd name="connsiteY63" fmla="*/ 4921 h 10000"/>
                  <a:gd name="connsiteX64" fmla="*/ 8204 w 10000"/>
                  <a:gd name="connsiteY64" fmla="*/ 4763 h 10000"/>
                  <a:gd name="connsiteX65" fmla="*/ 7950 w 10000"/>
                  <a:gd name="connsiteY65" fmla="*/ 4763 h 10000"/>
                  <a:gd name="connsiteX66" fmla="*/ 6243 w 10000"/>
                  <a:gd name="connsiteY66" fmla="*/ 4492 h 10000"/>
                  <a:gd name="connsiteX67" fmla="*/ 6921 w 10000"/>
                  <a:gd name="connsiteY67" fmla="*/ 3970 h 10000"/>
                  <a:gd name="connsiteX68" fmla="*/ 6921 w 10000"/>
                  <a:gd name="connsiteY68" fmla="*/ 3652 h 10000"/>
                  <a:gd name="connsiteX69" fmla="*/ 6921 w 10000"/>
                  <a:gd name="connsiteY69" fmla="*/ 3494 h 10000"/>
                  <a:gd name="connsiteX70" fmla="*/ 6921 w 10000"/>
                  <a:gd name="connsiteY70" fmla="*/ 3334 h 10000"/>
                  <a:gd name="connsiteX71" fmla="*/ 7180 w 10000"/>
                  <a:gd name="connsiteY71" fmla="*/ 3176 h 10000"/>
                  <a:gd name="connsiteX72" fmla="*/ 7436 w 10000"/>
                  <a:gd name="connsiteY72" fmla="*/ 3176 h 10000"/>
                  <a:gd name="connsiteX73" fmla="*/ 7436 w 10000"/>
                  <a:gd name="connsiteY73" fmla="*/ 3017 h 10000"/>
                  <a:gd name="connsiteX74" fmla="*/ 7692 w 10000"/>
                  <a:gd name="connsiteY74" fmla="*/ 3017 h 10000"/>
                  <a:gd name="connsiteX75" fmla="*/ 7692 w 10000"/>
                  <a:gd name="connsiteY75" fmla="*/ 3017 h 10000"/>
                  <a:gd name="connsiteX76" fmla="*/ 7598 w 10000"/>
                  <a:gd name="connsiteY76" fmla="*/ 2795 h 10000"/>
                  <a:gd name="connsiteX77" fmla="*/ 6515 w 10000"/>
                  <a:gd name="connsiteY77" fmla="*/ 2405 h 10000"/>
                  <a:gd name="connsiteX0" fmla="*/ 5516 w 10000"/>
                  <a:gd name="connsiteY0" fmla="*/ 2630 h 10000"/>
                  <a:gd name="connsiteX1" fmla="*/ 7000 w 10000"/>
                  <a:gd name="connsiteY1" fmla="*/ 1491 h 10000"/>
                  <a:gd name="connsiteX2" fmla="*/ 4093 w 10000"/>
                  <a:gd name="connsiteY2" fmla="*/ 2589 h 10000"/>
                  <a:gd name="connsiteX3" fmla="*/ 3607 w 10000"/>
                  <a:gd name="connsiteY3" fmla="*/ 2309 h 10000"/>
                  <a:gd name="connsiteX4" fmla="*/ 3409 w 10000"/>
                  <a:gd name="connsiteY4" fmla="*/ 2943 h 10000"/>
                  <a:gd name="connsiteX5" fmla="*/ 3412 w 10000"/>
                  <a:gd name="connsiteY5" fmla="*/ 2693 h 10000"/>
                  <a:gd name="connsiteX6" fmla="*/ 3329 w 10000"/>
                  <a:gd name="connsiteY6" fmla="*/ 2220 h 10000"/>
                  <a:gd name="connsiteX7" fmla="*/ 3500 w 10000"/>
                  <a:gd name="connsiteY7" fmla="*/ 1826 h 10000"/>
                  <a:gd name="connsiteX8" fmla="*/ 3384 w 10000"/>
                  <a:gd name="connsiteY8" fmla="*/ 2970 h 10000"/>
                  <a:gd name="connsiteX9" fmla="*/ 2821 w 10000"/>
                  <a:gd name="connsiteY9" fmla="*/ 0 h 10000"/>
                  <a:gd name="connsiteX10" fmla="*/ 2306 w 10000"/>
                  <a:gd name="connsiteY10" fmla="*/ 0 h 10000"/>
                  <a:gd name="connsiteX11" fmla="*/ 2306 w 10000"/>
                  <a:gd name="connsiteY11" fmla="*/ 161 h 10000"/>
                  <a:gd name="connsiteX12" fmla="*/ 2051 w 10000"/>
                  <a:gd name="connsiteY12" fmla="*/ 479 h 10000"/>
                  <a:gd name="connsiteX13" fmla="*/ 2051 w 10000"/>
                  <a:gd name="connsiteY13" fmla="*/ 795 h 10000"/>
                  <a:gd name="connsiteX14" fmla="*/ 2306 w 10000"/>
                  <a:gd name="connsiteY14" fmla="*/ 1112 h 10000"/>
                  <a:gd name="connsiteX15" fmla="*/ 2306 w 10000"/>
                  <a:gd name="connsiteY15" fmla="*/ 1271 h 10000"/>
                  <a:gd name="connsiteX16" fmla="*/ 2306 w 10000"/>
                  <a:gd name="connsiteY16" fmla="*/ 1429 h 10000"/>
                  <a:gd name="connsiteX17" fmla="*/ 2564 w 10000"/>
                  <a:gd name="connsiteY17" fmla="*/ 1589 h 10000"/>
                  <a:gd name="connsiteX18" fmla="*/ 2306 w 10000"/>
                  <a:gd name="connsiteY18" fmla="*/ 1905 h 10000"/>
                  <a:gd name="connsiteX19" fmla="*/ 1796 w 10000"/>
                  <a:gd name="connsiteY19" fmla="*/ 2064 h 10000"/>
                  <a:gd name="connsiteX20" fmla="*/ 1281 w 10000"/>
                  <a:gd name="connsiteY20" fmla="*/ 2064 h 10000"/>
                  <a:gd name="connsiteX21" fmla="*/ 1026 w 10000"/>
                  <a:gd name="connsiteY21" fmla="*/ 2064 h 10000"/>
                  <a:gd name="connsiteX22" fmla="*/ 514 w 10000"/>
                  <a:gd name="connsiteY22" fmla="*/ 1905 h 10000"/>
                  <a:gd name="connsiteX23" fmla="*/ 256 w 10000"/>
                  <a:gd name="connsiteY23" fmla="*/ 1905 h 10000"/>
                  <a:gd name="connsiteX24" fmla="*/ 0 w 10000"/>
                  <a:gd name="connsiteY24" fmla="*/ 1905 h 10000"/>
                  <a:gd name="connsiteX25" fmla="*/ 5363 w 10000"/>
                  <a:gd name="connsiteY25" fmla="*/ 4901 h 10000"/>
                  <a:gd name="connsiteX26" fmla="*/ 4389 w 10000"/>
                  <a:gd name="connsiteY26" fmla="*/ 4812 h 10000"/>
                  <a:gd name="connsiteX27" fmla="*/ 2051 w 10000"/>
                  <a:gd name="connsiteY27" fmla="*/ 5240 h 10000"/>
                  <a:gd name="connsiteX28" fmla="*/ 2306 w 10000"/>
                  <a:gd name="connsiteY28" fmla="*/ 5240 h 10000"/>
                  <a:gd name="connsiteX29" fmla="*/ 2564 w 10000"/>
                  <a:gd name="connsiteY29" fmla="*/ 5399 h 10000"/>
                  <a:gd name="connsiteX30" fmla="*/ 2821 w 10000"/>
                  <a:gd name="connsiteY30" fmla="*/ 5556 h 10000"/>
                  <a:gd name="connsiteX31" fmla="*/ 3334 w 10000"/>
                  <a:gd name="connsiteY31" fmla="*/ 5874 h 10000"/>
                  <a:gd name="connsiteX32" fmla="*/ 3844 w 10000"/>
                  <a:gd name="connsiteY32" fmla="*/ 6034 h 10000"/>
                  <a:gd name="connsiteX33" fmla="*/ 4357 w 10000"/>
                  <a:gd name="connsiteY33" fmla="*/ 6189 h 10000"/>
                  <a:gd name="connsiteX34" fmla="*/ 4615 w 10000"/>
                  <a:gd name="connsiteY34" fmla="*/ 6351 h 10000"/>
                  <a:gd name="connsiteX35" fmla="*/ 5128 w 10000"/>
                  <a:gd name="connsiteY35" fmla="*/ 6509 h 10000"/>
                  <a:gd name="connsiteX36" fmla="*/ 5387 w 10000"/>
                  <a:gd name="connsiteY36" fmla="*/ 6668 h 10000"/>
                  <a:gd name="connsiteX37" fmla="*/ 5387 w 10000"/>
                  <a:gd name="connsiteY37" fmla="*/ 6827 h 10000"/>
                  <a:gd name="connsiteX38" fmla="*/ 5387 w 10000"/>
                  <a:gd name="connsiteY38" fmla="*/ 6985 h 10000"/>
                  <a:gd name="connsiteX39" fmla="*/ 5387 w 10000"/>
                  <a:gd name="connsiteY39" fmla="*/ 6985 h 10000"/>
                  <a:gd name="connsiteX40" fmla="*/ 5387 w 10000"/>
                  <a:gd name="connsiteY40" fmla="*/ 7144 h 10000"/>
                  <a:gd name="connsiteX41" fmla="*/ 5387 w 10000"/>
                  <a:gd name="connsiteY41" fmla="*/ 7462 h 10000"/>
                  <a:gd name="connsiteX42" fmla="*/ 5387 w 10000"/>
                  <a:gd name="connsiteY42" fmla="*/ 8096 h 10000"/>
                  <a:gd name="connsiteX43" fmla="*/ 5128 w 10000"/>
                  <a:gd name="connsiteY43" fmla="*/ 8732 h 10000"/>
                  <a:gd name="connsiteX44" fmla="*/ 5128 w 10000"/>
                  <a:gd name="connsiteY44" fmla="*/ 9048 h 10000"/>
                  <a:gd name="connsiteX45" fmla="*/ 5387 w 10000"/>
                  <a:gd name="connsiteY45" fmla="*/ 9366 h 10000"/>
                  <a:gd name="connsiteX46" fmla="*/ 5898 w 10000"/>
                  <a:gd name="connsiteY46" fmla="*/ 9681 h 10000"/>
                  <a:gd name="connsiteX47" fmla="*/ 6153 w 10000"/>
                  <a:gd name="connsiteY47" fmla="*/ 9842 h 10000"/>
                  <a:gd name="connsiteX48" fmla="*/ 6667 w 10000"/>
                  <a:gd name="connsiteY48" fmla="*/ 9842 h 10000"/>
                  <a:gd name="connsiteX49" fmla="*/ 7180 w 10000"/>
                  <a:gd name="connsiteY49" fmla="*/ 10000 h 10000"/>
                  <a:gd name="connsiteX50" fmla="*/ 7692 w 10000"/>
                  <a:gd name="connsiteY50" fmla="*/ 10000 h 10000"/>
                  <a:gd name="connsiteX51" fmla="*/ 8204 w 10000"/>
                  <a:gd name="connsiteY51" fmla="*/ 10000 h 10000"/>
                  <a:gd name="connsiteX52" fmla="*/ 8718 w 10000"/>
                  <a:gd name="connsiteY52" fmla="*/ 9681 h 10000"/>
                  <a:gd name="connsiteX53" fmla="*/ 9229 w 10000"/>
                  <a:gd name="connsiteY53" fmla="*/ 9524 h 10000"/>
                  <a:gd name="connsiteX54" fmla="*/ 9487 w 10000"/>
                  <a:gd name="connsiteY54" fmla="*/ 9208 h 10000"/>
                  <a:gd name="connsiteX55" fmla="*/ 9745 w 10000"/>
                  <a:gd name="connsiteY55" fmla="*/ 9048 h 10000"/>
                  <a:gd name="connsiteX56" fmla="*/ 9745 w 10000"/>
                  <a:gd name="connsiteY56" fmla="*/ 9048 h 10000"/>
                  <a:gd name="connsiteX57" fmla="*/ 10000 w 10000"/>
                  <a:gd name="connsiteY57" fmla="*/ 7144 h 10000"/>
                  <a:gd name="connsiteX58" fmla="*/ 10000 w 10000"/>
                  <a:gd name="connsiteY58" fmla="*/ 6509 h 10000"/>
                  <a:gd name="connsiteX59" fmla="*/ 9745 w 10000"/>
                  <a:gd name="connsiteY59" fmla="*/ 5874 h 10000"/>
                  <a:gd name="connsiteX60" fmla="*/ 9487 w 10000"/>
                  <a:gd name="connsiteY60" fmla="*/ 5556 h 10000"/>
                  <a:gd name="connsiteX61" fmla="*/ 8970 w 10000"/>
                  <a:gd name="connsiteY61" fmla="*/ 5240 h 10000"/>
                  <a:gd name="connsiteX62" fmla="*/ 8718 w 10000"/>
                  <a:gd name="connsiteY62" fmla="*/ 4921 h 10000"/>
                  <a:gd name="connsiteX63" fmla="*/ 8462 w 10000"/>
                  <a:gd name="connsiteY63" fmla="*/ 4921 h 10000"/>
                  <a:gd name="connsiteX64" fmla="*/ 8204 w 10000"/>
                  <a:gd name="connsiteY64" fmla="*/ 4763 h 10000"/>
                  <a:gd name="connsiteX65" fmla="*/ 7950 w 10000"/>
                  <a:gd name="connsiteY65" fmla="*/ 4763 h 10000"/>
                  <a:gd name="connsiteX66" fmla="*/ 6243 w 10000"/>
                  <a:gd name="connsiteY66" fmla="*/ 4492 h 10000"/>
                  <a:gd name="connsiteX67" fmla="*/ 6921 w 10000"/>
                  <a:gd name="connsiteY67" fmla="*/ 3970 h 10000"/>
                  <a:gd name="connsiteX68" fmla="*/ 6921 w 10000"/>
                  <a:gd name="connsiteY68" fmla="*/ 3652 h 10000"/>
                  <a:gd name="connsiteX69" fmla="*/ 6921 w 10000"/>
                  <a:gd name="connsiteY69" fmla="*/ 3494 h 10000"/>
                  <a:gd name="connsiteX70" fmla="*/ 6921 w 10000"/>
                  <a:gd name="connsiteY70" fmla="*/ 3334 h 10000"/>
                  <a:gd name="connsiteX71" fmla="*/ 7180 w 10000"/>
                  <a:gd name="connsiteY71" fmla="*/ 3176 h 10000"/>
                  <a:gd name="connsiteX72" fmla="*/ 7436 w 10000"/>
                  <a:gd name="connsiteY72" fmla="*/ 3176 h 10000"/>
                  <a:gd name="connsiteX73" fmla="*/ 7436 w 10000"/>
                  <a:gd name="connsiteY73" fmla="*/ 3017 h 10000"/>
                  <a:gd name="connsiteX74" fmla="*/ 7692 w 10000"/>
                  <a:gd name="connsiteY74" fmla="*/ 3017 h 10000"/>
                  <a:gd name="connsiteX75" fmla="*/ 7692 w 10000"/>
                  <a:gd name="connsiteY75" fmla="*/ 3017 h 10000"/>
                  <a:gd name="connsiteX76" fmla="*/ 7598 w 10000"/>
                  <a:gd name="connsiteY76" fmla="*/ 2795 h 10000"/>
                  <a:gd name="connsiteX77" fmla="*/ 6515 w 10000"/>
                  <a:gd name="connsiteY77" fmla="*/ 2405 h 10000"/>
                  <a:gd name="connsiteX0" fmla="*/ 5516 w 10000"/>
                  <a:gd name="connsiteY0" fmla="*/ 2630 h 10000"/>
                  <a:gd name="connsiteX1" fmla="*/ 7000 w 10000"/>
                  <a:gd name="connsiteY1" fmla="*/ 1491 h 10000"/>
                  <a:gd name="connsiteX2" fmla="*/ 4093 w 10000"/>
                  <a:gd name="connsiteY2" fmla="*/ 2589 h 10000"/>
                  <a:gd name="connsiteX3" fmla="*/ 3607 w 10000"/>
                  <a:gd name="connsiteY3" fmla="*/ 2309 h 10000"/>
                  <a:gd name="connsiteX4" fmla="*/ 3409 w 10000"/>
                  <a:gd name="connsiteY4" fmla="*/ 2943 h 10000"/>
                  <a:gd name="connsiteX5" fmla="*/ 3412 w 10000"/>
                  <a:gd name="connsiteY5" fmla="*/ 2693 h 10000"/>
                  <a:gd name="connsiteX6" fmla="*/ 3329 w 10000"/>
                  <a:gd name="connsiteY6" fmla="*/ 2220 h 10000"/>
                  <a:gd name="connsiteX7" fmla="*/ 3500 w 10000"/>
                  <a:gd name="connsiteY7" fmla="*/ 1826 h 10000"/>
                  <a:gd name="connsiteX8" fmla="*/ 3384 w 10000"/>
                  <a:gd name="connsiteY8" fmla="*/ 2970 h 10000"/>
                  <a:gd name="connsiteX9" fmla="*/ 2821 w 10000"/>
                  <a:gd name="connsiteY9" fmla="*/ 0 h 10000"/>
                  <a:gd name="connsiteX10" fmla="*/ 2306 w 10000"/>
                  <a:gd name="connsiteY10" fmla="*/ 0 h 10000"/>
                  <a:gd name="connsiteX11" fmla="*/ 2306 w 10000"/>
                  <a:gd name="connsiteY11" fmla="*/ 161 h 10000"/>
                  <a:gd name="connsiteX12" fmla="*/ 2051 w 10000"/>
                  <a:gd name="connsiteY12" fmla="*/ 479 h 10000"/>
                  <a:gd name="connsiteX13" fmla="*/ 2051 w 10000"/>
                  <a:gd name="connsiteY13" fmla="*/ 795 h 10000"/>
                  <a:gd name="connsiteX14" fmla="*/ 2306 w 10000"/>
                  <a:gd name="connsiteY14" fmla="*/ 1112 h 10000"/>
                  <a:gd name="connsiteX15" fmla="*/ 2306 w 10000"/>
                  <a:gd name="connsiteY15" fmla="*/ 1271 h 10000"/>
                  <a:gd name="connsiteX16" fmla="*/ 2306 w 10000"/>
                  <a:gd name="connsiteY16" fmla="*/ 1429 h 10000"/>
                  <a:gd name="connsiteX17" fmla="*/ 2564 w 10000"/>
                  <a:gd name="connsiteY17" fmla="*/ 1589 h 10000"/>
                  <a:gd name="connsiteX18" fmla="*/ 2306 w 10000"/>
                  <a:gd name="connsiteY18" fmla="*/ 1905 h 10000"/>
                  <a:gd name="connsiteX19" fmla="*/ 1796 w 10000"/>
                  <a:gd name="connsiteY19" fmla="*/ 2064 h 10000"/>
                  <a:gd name="connsiteX20" fmla="*/ 1281 w 10000"/>
                  <a:gd name="connsiteY20" fmla="*/ 2064 h 10000"/>
                  <a:gd name="connsiteX21" fmla="*/ 1026 w 10000"/>
                  <a:gd name="connsiteY21" fmla="*/ 2064 h 10000"/>
                  <a:gd name="connsiteX22" fmla="*/ 514 w 10000"/>
                  <a:gd name="connsiteY22" fmla="*/ 1905 h 10000"/>
                  <a:gd name="connsiteX23" fmla="*/ 256 w 10000"/>
                  <a:gd name="connsiteY23" fmla="*/ 1905 h 10000"/>
                  <a:gd name="connsiteX24" fmla="*/ 0 w 10000"/>
                  <a:gd name="connsiteY24" fmla="*/ 1905 h 10000"/>
                  <a:gd name="connsiteX25" fmla="*/ 5363 w 10000"/>
                  <a:gd name="connsiteY25" fmla="*/ 4901 h 10000"/>
                  <a:gd name="connsiteX26" fmla="*/ 4389 w 10000"/>
                  <a:gd name="connsiteY26" fmla="*/ 4812 h 10000"/>
                  <a:gd name="connsiteX27" fmla="*/ 2051 w 10000"/>
                  <a:gd name="connsiteY27" fmla="*/ 5240 h 10000"/>
                  <a:gd name="connsiteX28" fmla="*/ 2306 w 10000"/>
                  <a:gd name="connsiteY28" fmla="*/ 5240 h 10000"/>
                  <a:gd name="connsiteX29" fmla="*/ 2564 w 10000"/>
                  <a:gd name="connsiteY29" fmla="*/ 5399 h 10000"/>
                  <a:gd name="connsiteX30" fmla="*/ 2821 w 10000"/>
                  <a:gd name="connsiteY30" fmla="*/ 5556 h 10000"/>
                  <a:gd name="connsiteX31" fmla="*/ 3334 w 10000"/>
                  <a:gd name="connsiteY31" fmla="*/ 5874 h 10000"/>
                  <a:gd name="connsiteX32" fmla="*/ 3844 w 10000"/>
                  <a:gd name="connsiteY32" fmla="*/ 6034 h 10000"/>
                  <a:gd name="connsiteX33" fmla="*/ 4357 w 10000"/>
                  <a:gd name="connsiteY33" fmla="*/ 6189 h 10000"/>
                  <a:gd name="connsiteX34" fmla="*/ 4615 w 10000"/>
                  <a:gd name="connsiteY34" fmla="*/ 6351 h 10000"/>
                  <a:gd name="connsiteX35" fmla="*/ 5128 w 10000"/>
                  <a:gd name="connsiteY35" fmla="*/ 6509 h 10000"/>
                  <a:gd name="connsiteX36" fmla="*/ 5387 w 10000"/>
                  <a:gd name="connsiteY36" fmla="*/ 6668 h 10000"/>
                  <a:gd name="connsiteX37" fmla="*/ 5387 w 10000"/>
                  <a:gd name="connsiteY37" fmla="*/ 6827 h 10000"/>
                  <a:gd name="connsiteX38" fmla="*/ 5387 w 10000"/>
                  <a:gd name="connsiteY38" fmla="*/ 6985 h 10000"/>
                  <a:gd name="connsiteX39" fmla="*/ 5387 w 10000"/>
                  <a:gd name="connsiteY39" fmla="*/ 6985 h 10000"/>
                  <a:gd name="connsiteX40" fmla="*/ 5387 w 10000"/>
                  <a:gd name="connsiteY40" fmla="*/ 7144 h 10000"/>
                  <a:gd name="connsiteX41" fmla="*/ 5387 w 10000"/>
                  <a:gd name="connsiteY41" fmla="*/ 7462 h 10000"/>
                  <a:gd name="connsiteX42" fmla="*/ 5387 w 10000"/>
                  <a:gd name="connsiteY42" fmla="*/ 8096 h 10000"/>
                  <a:gd name="connsiteX43" fmla="*/ 5128 w 10000"/>
                  <a:gd name="connsiteY43" fmla="*/ 8732 h 10000"/>
                  <a:gd name="connsiteX44" fmla="*/ 5128 w 10000"/>
                  <a:gd name="connsiteY44" fmla="*/ 9048 h 10000"/>
                  <a:gd name="connsiteX45" fmla="*/ 5387 w 10000"/>
                  <a:gd name="connsiteY45" fmla="*/ 9366 h 10000"/>
                  <a:gd name="connsiteX46" fmla="*/ 5898 w 10000"/>
                  <a:gd name="connsiteY46" fmla="*/ 9681 h 10000"/>
                  <a:gd name="connsiteX47" fmla="*/ 6153 w 10000"/>
                  <a:gd name="connsiteY47" fmla="*/ 9842 h 10000"/>
                  <a:gd name="connsiteX48" fmla="*/ 6667 w 10000"/>
                  <a:gd name="connsiteY48" fmla="*/ 9842 h 10000"/>
                  <a:gd name="connsiteX49" fmla="*/ 7180 w 10000"/>
                  <a:gd name="connsiteY49" fmla="*/ 10000 h 10000"/>
                  <a:gd name="connsiteX50" fmla="*/ 7692 w 10000"/>
                  <a:gd name="connsiteY50" fmla="*/ 10000 h 10000"/>
                  <a:gd name="connsiteX51" fmla="*/ 8204 w 10000"/>
                  <a:gd name="connsiteY51" fmla="*/ 10000 h 10000"/>
                  <a:gd name="connsiteX52" fmla="*/ 8718 w 10000"/>
                  <a:gd name="connsiteY52" fmla="*/ 9681 h 10000"/>
                  <a:gd name="connsiteX53" fmla="*/ 9229 w 10000"/>
                  <a:gd name="connsiteY53" fmla="*/ 9524 h 10000"/>
                  <a:gd name="connsiteX54" fmla="*/ 9487 w 10000"/>
                  <a:gd name="connsiteY54" fmla="*/ 9208 h 10000"/>
                  <a:gd name="connsiteX55" fmla="*/ 9745 w 10000"/>
                  <a:gd name="connsiteY55" fmla="*/ 9048 h 10000"/>
                  <a:gd name="connsiteX56" fmla="*/ 9745 w 10000"/>
                  <a:gd name="connsiteY56" fmla="*/ 9048 h 10000"/>
                  <a:gd name="connsiteX57" fmla="*/ 10000 w 10000"/>
                  <a:gd name="connsiteY57" fmla="*/ 7144 h 10000"/>
                  <a:gd name="connsiteX58" fmla="*/ 10000 w 10000"/>
                  <a:gd name="connsiteY58" fmla="*/ 6509 h 10000"/>
                  <a:gd name="connsiteX59" fmla="*/ 9745 w 10000"/>
                  <a:gd name="connsiteY59" fmla="*/ 5874 h 10000"/>
                  <a:gd name="connsiteX60" fmla="*/ 9487 w 10000"/>
                  <a:gd name="connsiteY60" fmla="*/ 5556 h 10000"/>
                  <a:gd name="connsiteX61" fmla="*/ 8970 w 10000"/>
                  <a:gd name="connsiteY61" fmla="*/ 5240 h 10000"/>
                  <a:gd name="connsiteX62" fmla="*/ 8718 w 10000"/>
                  <a:gd name="connsiteY62" fmla="*/ 4921 h 10000"/>
                  <a:gd name="connsiteX63" fmla="*/ 8462 w 10000"/>
                  <a:gd name="connsiteY63" fmla="*/ 4921 h 10000"/>
                  <a:gd name="connsiteX64" fmla="*/ 8204 w 10000"/>
                  <a:gd name="connsiteY64" fmla="*/ 4763 h 10000"/>
                  <a:gd name="connsiteX65" fmla="*/ 7950 w 10000"/>
                  <a:gd name="connsiteY65" fmla="*/ 4763 h 10000"/>
                  <a:gd name="connsiteX66" fmla="*/ 6243 w 10000"/>
                  <a:gd name="connsiteY66" fmla="*/ 4492 h 10000"/>
                  <a:gd name="connsiteX67" fmla="*/ 6921 w 10000"/>
                  <a:gd name="connsiteY67" fmla="*/ 3970 h 10000"/>
                  <a:gd name="connsiteX68" fmla="*/ 6921 w 10000"/>
                  <a:gd name="connsiteY68" fmla="*/ 3652 h 10000"/>
                  <a:gd name="connsiteX69" fmla="*/ 6921 w 10000"/>
                  <a:gd name="connsiteY69" fmla="*/ 3494 h 10000"/>
                  <a:gd name="connsiteX70" fmla="*/ 6921 w 10000"/>
                  <a:gd name="connsiteY70" fmla="*/ 3334 h 10000"/>
                  <a:gd name="connsiteX71" fmla="*/ 7180 w 10000"/>
                  <a:gd name="connsiteY71" fmla="*/ 3176 h 10000"/>
                  <a:gd name="connsiteX72" fmla="*/ 7436 w 10000"/>
                  <a:gd name="connsiteY72" fmla="*/ 3176 h 10000"/>
                  <a:gd name="connsiteX73" fmla="*/ 7436 w 10000"/>
                  <a:gd name="connsiteY73" fmla="*/ 3017 h 10000"/>
                  <a:gd name="connsiteX74" fmla="*/ 7692 w 10000"/>
                  <a:gd name="connsiteY74" fmla="*/ 3017 h 10000"/>
                  <a:gd name="connsiteX75" fmla="*/ 7692 w 10000"/>
                  <a:gd name="connsiteY75" fmla="*/ 3017 h 10000"/>
                  <a:gd name="connsiteX76" fmla="*/ 7598 w 10000"/>
                  <a:gd name="connsiteY76" fmla="*/ 2795 h 10000"/>
                  <a:gd name="connsiteX77" fmla="*/ 6515 w 10000"/>
                  <a:gd name="connsiteY77" fmla="*/ 2405 h 10000"/>
                  <a:gd name="connsiteX78" fmla="*/ 5516 w 10000"/>
                  <a:gd name="connsiteY78" fmla="*/ 2630 h 10000"/>
                  <a:gd name="connsiteX0" fmla="*/ 5260 w 9744"/>
                  <a:gd name="connsiteY0" fmla="*/ 2630 h 10000"/>
                  <a:gd name="connsiteX1" fmla="*/ 6744 w 9744"/>
                  <a:gd name="connsiteY1" fmla="*/ 1491 h 10000"/>
                  <a:gd name="connsiteX2" fmla="*/ 3837 w 9744"/>
                  <a:gd name="connsiteY2" fmla="*/ 2589 h 10000"/>
                  <a:gd name="connsiteX3" fmla="*/ 3351 w 9744"/>
                  <a:gd name="connsiteY3" fmla="*/ 2309 h 10000"/>
                  <a:gd name="connsiteX4" fmla="*/ 3153 w 9744"/>
                  <a:gd name="connsiteY4" fmla="*/ 2943 h 10000"/>
                  <a:gd name="connsiteX5" fmla="*/ 3156 w 9744"/>
                  <a:gd name="connsiteY5" fmla="*/ 2693 h 10000"/>
                  <a:gd name="connsiteX6" fmla="*/ 3073 w 9744"/>
                  <a:gd name="connsiteY6" fmla="*/ 2220 h 10000"/>
                  <a:gd name="connsiteX7" fmla="*/ 3244 w 9744"/>
                  <a:gd name="connsiteY7" fmla="*/ 1826 h 10000"/>
                  <a:gd name="connsiteX8" fmla="*/ 3128 w 9744"/>
                  <a:gd name="connsiteY8" fmla="*/ 2970 h 10000"/>
                  <a:gd name="connsiteX9" fmla="*/ 2565 w 9744"/>
                  <a:gd name="connsiteY9" fmla="*/ 0 h 10000"/>
                  <a:gd name="connsiteX10" fmla="*/ 2050 w 9744"/>
                  <a:gd name="connsiteY10" fmla="*/ 0 h 10000"/>
                  <a:gd name="connsiteX11" fmla="*/ 2050 w 9744"/>
                  <a:gd name="connsiteY11" fmla="*/ 161 h 10000"/>
                  <a:gd name="connsiteX12" fmla="*/ 1795 w 9744"/>
                  <a:gd name="connsiteY12" fmla="*/ 479 h 10000"/>
                  <a:gd name="connsiteX13" fmla="*/ 1795 w 9744"/>
                  <a:gd name="connsiteY13" fmla="*/ 795 h 10000"/>
                  <a:gd name="connsiteX14" fmla="*/ 2050 w 9744"/>
                  <a:gd name="connsiteY14" fmla="*/ 1112 h 10000"/>
                  <a:gd name="connsiteX15" fmla="*/ 2050 w 9744"/>
                  <a:gd name="connsiteY15" fmla="*/ 1271 h 10000"/>
                  <a:gd name="connsiteX16" fmla="*/ 2050 w 9744"/>
                  <a:gd name="connsiteY16" fmla="*/ 1429 h 10000"/>
                  <a:gd name="connsiteX17" fmla="*/ 2308 w 9744"/>
                  <a:gd name="connsiteY17" fmla="*/ 1589 h 10000"/>
                  <a:gd name="connsiteX18" fmla="*/ 2050 w 9744"/>
                  <a:gd name="connsiteY18" fmla="*/ 1905 h 10000"/>
                  <a:gd name="connsiteX19" fmla="*/ 1540 w 9744"/>
                  <a:gd name="connsiteY19" fmla="*/ 2064 h 10000"/>
                  <a:gd name="connsiteX20" fmla="*/ 1025 w 9744"/>
                  <a:gd name="connsiteY20" fmla="*/ 2064 h 10000"/>
                  <a:gd name="connsiteX21" fmla="*/ 770 w 9744"/>
                  <a:gd name="connsiteY21" fmla="*/ 2064 h 10000"/>
                  <a:gd name="connsiteX22" fmla="*/ 258 w 9744"/>
                  <a:gd name="connsiteY22" fmla="*/ 1905 h 10000"/>
                  <a:gd name="connsiteX23" fmla="*/ 0 w 9744"/>
                  <a:gd name="connsiteY23" fmla="*/ 1905 h 10000"/>
                  <a:gd name="connsiteX24" fmla="*/ 5107 w 9744"/>
                  <a:gd name="connsiteY24" fmla="*/ 4901 h 10000"/>
                  <a:gd name="connsiteX25" fmla="*/ 4133 w 9744"/>
                  <a:gd name="connsiteY25" fmla="*/ 4812 h 10000"/>
                  <a:gd name="connsiteX26" fmla="*/ 1795 w 9744"/>
                  <a:gd name="connsiteY26" fmla="*/ 5240 h 10000"/>
                  <a:gd name="connsiteX27" fmla="*/ 2050 w 9744"/>
                  <a:gd name="connsiteY27" fmla="*/ 5240 h 10000"/>
                  <a:gd name="connsiteX28" fmla="*/ 2308 w 9744"/>
                  <a:gd name="connsiteY28" fmla="*/ 5399 h 10000"/>
                  <a:gd name="connsiteX29" fmla="*/ 2565 w 9744"/>
                  <a:gd name="connsiteY29" fmla="*/ 5556 h 10000"/>
                  <a:gd name="connsiteX30" fmla="*/ 3078 w 9744"/>
                  <a:gd name="connsiteY30" fmla="*/ 5874 h 10000"/>
                  <a:gd name="connsiteX31" fmla="*/ 3588 w 9744"/>
                  <a:gd name="connsiteY31" fmla="*/ 6034 h 10000"/>
                  <a:gd name="connsiteX32" fmla="*/ 4101 w 9744"/>
                  <a:gd name="connsiteY32" fmla="*/ 6189 h 10000"/>
                  <a:gd name="connsiteX33" fmla="*/ 4359 w 9744"/>
                  <a:gd name="connsiteY33" fmla="*/ 6351 h 10000"/>
                  <a:gd name="connsiteX34" fmla="*/ 4872 w 9744"/>
                  <a:gd name="connsiteY34" fmla="*/ 6509 h 10000"/>
                  <a:gd name="connsiteX35" fmla="*/ 5131 w 9744"/>
                  <a:gd name="connsiteY35" fmla="*/ 6668 h 10000"/>
                  <a:gd name="connsiteX36" fmla="*/ 5131 w 9744"/>
                  <a:gd name="connsiteY36" fmla="*/ 6827 h 10000"/>
                  <a:gd name="connsiteX37" fmla="*/ 5131 w 9744"/>
                  <a:gd name="connsiteY37" fmla="*/ 6985 h 10000"/>
                  <a:gd name="connsiteX38" fmla="*/ 5131 w 9744"/>
                  <a:gd name="connsiteY38" fmla="*/ 6985 h 10000"/>
                  <a:gd name="connsiteX39" fmla="*/ 5131 w 9744"/>
                  <a:gd name="connsiteY39" fmla="*/ 7144 h 10000"/>
                  <a:gd name="connsiteX40" fmla="*/ 5131 w 9744"/>
                  <a:gd name="connsiteY40" fmla="*/ 7462 h 10000"/>
                  <a:gd name="connsiteX41" fmla="*/ 5131 w 9744"/>
                  <a:gd name="connsiteY41" fmla="*/ 8096 h 10000"/>
                  <a:gd name="connsiteX42" fmla="*/ 4872 w 9744"/>
                  <a:gd name="connsiteY42" fmla="*/ 8732 h 10000"/>
                  <a:gd name="connsiteX43" fmla="*/ 4872 w 9744"/>
                  <a:gd name="connsiteY43" fmla="*/ 9048 h 10000"/>
                  <a:gd name="connsiteX44" fmla="*/ 5131 w 9744"/>
                  <a:gd name="connsiteY44" fmla="*/ 9366 h 10000"/>
                  <a:gd name="connsiteX45" fmla="*/ 5642 w 9744"/>
                  <a:gd name="connsiteY45" fmla="*/ 9681 h 10000"/>
                  <a:gd name="connsiteX46" fmla="*/ 5897 w 9744"/>
                  <a:gd name="connsiteY46" fmla="*/ 9842 h 10000"/>
                  <a:gd name="connsiteX47" fmla="*/ 6411 w 9744"/>
                  <a:gd name="connsiteY47" fmla="*/ 9842 h 10000"/>
                  <a:gd name="connsiteX48" fmla="*/ 6924 w 9744"/>
                  <a:gd name="connsiteY48" fmla="*/ 10000 h 10000"/>
                  <a:gd name="connsiteX49" fmla="*/ 7436 w 9744"/>
                  <a:gd name="connsiteY49" fmla="*/ 10000 h 10000"/>
                  <a:gd name="connsiteX50" fmla="*/ 7948 w 9744"/>
                  <a:gd name="connsiteY50" fmla="*/ 10000 h 10000"/>
                  <a:gd name="connsiteX51" fmla="*/ 8462 w 9744"/>
                  <a:gd name="connsiteY51" fmla="*/ 9681 h 10000"/>
                  <a:gd name="connsiteX52" fmla="*/ 8973 w 9744"/>
                  <a:gd name="connsiteY52" fmla="*/ 9524 h 10000"/>
                  <a:gd name="connsiteX53" fmla="*/ 9231 w 9744"/>
                  <a:gd name="connsiteY53" fmla="*/ 9208 h 10000"/>
                  <a:gd name="connsiteX54" fmla="*/ 9489 w 9744"/>
                  <a:gd name="connsiteY54" fmla="*/ 9048 h 10000"/>
                  <a:gd name="connsiteX55" fmla="*/ 9489 w 9744"/>
                  <a:gd name="connsiteY55" fmla="*/ 9048 h 10000"/>
                  <a:gd name="connsiteX56" fmla="*/ 9744 w 9744"/>
                  <a:gd name="connsiteY56" fmla="*/ 7144 h 10000"/>
                  <a:gd name="connsiteX57" fmla="*/ 9744 w 9744"/>
                  <a:gd name="connsiteY57" fmla="*/ 6509 h 10000"/>
                  <a:gd name="connsiteX58" fmla="*/ 9489 w 9744"/>
                  <a:gd name="connsiteY58" fmla="*/ 5874 h 10000"/>
                  <a:gd name="connsiteX59" fmla="*/ 9231 w 9744"/>
                  <a:gd name="connsiteY59" fmla="*/ 5556 h 10000"/>
                  <a:gd name="connsiteX60" fmla="*/ 8714 w 9744"/>
                  <a:gd name="connsiteY60" fmla="*/ 5240 h 10000"/>
                  <a:gd name="connsiteX61" fmla="*/ 8462 w 9744"/>
                  <a:gd name="connsiteY61" fmla="*/ 4921 h 10000"/>
                  <a:gd name="connsiteX62" fmla="*/ 8206 w 9744"/>
                  <a:gd name="connsiteY62" fmla="*/ 4921 h 10000"/>
                  <a:gd name="connsiteX63" fmla="*/ 7948 w 9744"/>
                  <a:gd name="connsiteY63" fmla="*/ 4763 h 10000"/>
                  <a:gd name="connsiteX64" fmla="*/ 7694 w 9744"/>
                  <a:gd name="connsiteY64" fmla="*/ 4763 h 10000"/>
                  <a:gd name="connsiteX65" fmla="*/ 5987 w 9744"/>
                  <a:gd name="connsiteY65" fmla="*/ 4492 h 10000"/>
                  <a:gd name="connsiteX66" fmla="*/ 6665 w 9744"/>
                  <a:gd name="connsiteY66" fmla="*/ 3970 h 10000"/>
                  <a:gd name="connsiteX67" fmla="*/ 6665 w 9744"/>
                  <a:gd name="connsiteY67" fmla="*/ 3652 h 10000"/>
                  <a:gd name="connsiteX68" fmla="*/ 6665 w 9744"/>
                  <a:gd name="connsiteY68" fmla="*/ 3494 h 10000"/>
                  <a:gd name="connsiteX69" fmla="*/ 6665 w 9744"/>
                  <a:gd name="connsiteY69" fmla="*/ 3334 h 10000"/>
                  <a:gd name="connsiteX70" fmla="*/ 6924 w 9744"/>
                  <a:gd name="connsiteY70" fmla="*/ 3176 h 10000"/>
                  <a:gd name="connsiteX71" fmla="*/ 7180 w 9744"/>
                  <a:gd name="connsiteY71" fmla="*/ 3176 h 10000"/>
                  <a:gd name="connsiteX72" fmla="*/ 7180 w 9744"/>
                  <a:gd name="connsiteY72" fmla="*/ 3017 h 10000"/>
                  <a:gd name="connsiteX73" fmla="*/ 7436 w 9744"/>
                  <a:gd name="connsiteY73" fmla="*/ 3017 h 10000"/>
                  <a:gd name="connsiteX74" fmla="*/ 7436 w 9744"/>
                  <a:gd name="connsiteY74" fmla="*/ 3017 h 10000"/>
                  <a:gd name="connsiteX75" fmla="*/ 7342 w 9744"/>
                  <a:gd name="connsiteY75" fmla="*/ 2795 h 10000"/>
                  <a:gd name="connsiteX76" fmla="*/ 6259 w 9744"/>
                  <a:gd name="connsiteY76" fmla="*/ 2405 h 10000"/>
                  <a:gd name="connsiteX77" fmla="*/ 5260 w 9744"/>
                  <a:gd name="connsiteY77" fmla="*/ 2630 h 10000"/>
                  <a:gd name="connsiteX0" fmla="*/ 5133 w 9735"/>
                  <a:gd name="connsiteY0" fmla="*/ 2630 h 10000"/>
                  <a:gd name="connsiteX1" fmla="*/ 6656 w 9735"/>
                  <a:gd name="connsiteY1" fmla="*/ 1491 h 10000"/>
                  <a:gd name="connsiteX2" fmla="*/ 3673 w 9735"/>
                  <a:gd name="connsiteY2" fmla="*/ 2589 h 10000"/>
                  <a:gd name="connsiteX3" fmla="*/ 3174 w 9735"/>
                  <a:gd name="connsiteY3" fmla="*/ 2309 h 10000"/>
                  <a:gd name="connsiteX4" fmla="*/ 2971 w 9735"/>
                  <a:gd name="connsiteY4" fmla="*/ 2943 h 10000"/>
                  <a:gd name="connsiteX5" fmla="*/ 2974 w 9735"/>
                  <a:gd name="connsiteY5" fmla="*/ 2693 h 10000"/>
                  <a:gd name="connsiteX6" fmla="*/ 2889 w 9735"/>
                  <a:gd name="connsiteY6" fmla="*/ 2220 h 10000"/>
                  <a:gd name="connsiteX7" fmla="*/ 3064 w 9735"/>
                  <a:gd name="connsiteY7" fmla="*/ 1826 h 10000"/>
                  <a:gd name="connsiteX8" fmla="*/ 2945 w 9735"/>
                  <a:gd name="connsiteY8" fmla="*/ 2970 h 10000"/>
                  <a:gd name="connsiteX9" fmla="*/ 2367 w 9735"/>
                  <a:gd name="connsiteY9" fmla="*/ 0 h 10000"/>
                  <a:gd name="connsiteX10" fmla="*/ 1839 w 9735"/>
                  <a:gd name="connsiteY10" fmla="*/ 0 h 10000"/>
                  <a:gd name="connsiteX11" fmla="*/ 1839 w 9735"/>
                  <a:gd name="connsiteY11" fmla="*/ 161 h 10000"/>
                  <a:gd name="connsiteX12" fmla="*/ 1577 w 9735"/>
                  <a:gd name="connsiteY12" fmla="*/ 479 h 10000"/>
                  <a:gd name="connsiteX13" fmla="*/ 1577 w 9735"/>
                  <a:gd name="connsiteY13" fmla="*/ 795 h 10000"/>
                  <a:gd name="connsiteX14" fmla="*/ 1839 w 9735"/>
                  <a:gd name="connsiteY14" fmla="*/ 1112 h 10000"/>
                  <a:gd name="connsiteX15" fmla="*/ 1839 w 9735"/>
                  <a:gd name="connsiteY15" fmla="*/ 1271 h 10000"/>
                  <a:gd name="connsiteX16" fmla="*/ 1839 w 9735"/>
                  <a:gd name="connsiteY16" fmla="*/ 1429 h 10000"/>
                  <a:gd name="connsiteX17" fmla="*/ 2104 w 9735"/>
                  <a:gd name="connsiteY17" fmla="*/ 1589 h 10000"/>
                  <a:gd name="connsiteX18" fmla="*/ 1839 w 9735"/>
                  <a:gd name="connsiteY18" fmla="*/ 1905 h 10000"/>
                  <a:gd name="connsiteX19" fmla="*/ 1315 w 9735"/>
                  <a:gd name="connsiteY19" fmla="*/ 2064 h 10000"/>
                  <a:gd name="connsiteX20" fmla="*/ 787 w 9735"/>
                  <a:gd name="connsiteY20" fmla="*/ 2064 h 10000"/>
                  <a:gd name="connsiteX21" fmla="*/ 525 w 9735"/>
                  <a:gd name="connsiteY21" fmla="*/ 2064 h 10000"/>
                  <a:gd name="connsiteX22" fmla="*/ 0 w 9735"/>
                  <a:gd name="connsiteY22" fmla="*/ 1905 h 10000"/>
                  <a:gd name="connsiteX23" fmla="*/ 4976 w 9735"/>
                  <a:gd name="connsiteY23" fmla="*/ 4901 h 10000"/>
                  <a:gd name="connsiteX24" fmla="*/ 3977 w 9735"/>
                  <a:gd name="connsiteY24" fmla="*/ 4812 h 10000"/>
                  <a:gd name="connsiteX25" fmla="*/ 1577 w 9735"/>
                  <a:gd name="connsiteY25" fmla="*/ 5240 h 10000"/>
                  <a:gd name="connsiteX26" fmla="*/ 1839 w 9735"/>
                  <a:gd name="connsiteY26" fmla="*/ 5240 h 10000"/>
                  <a:gd name="connsiteX27" fmla="*/ 2104 w 9735"/>
                  <a:gd name="connsiteY27" fmla="*/ 5399 h 10000"/>
                  <a:gd name="connsiteX28" fmla="*/ 2367 w 9735"/>
                  <a:gd name="connsiteY28" fmla="*/ 5556 h 10000"/>
                  <a:gd name="connsiteX29" fmla="*/ 2894 w 9735"/>
                  <a:gd name="connsiteY29" fmla="*/ 5874 h 10000"/>
                  <a:gd name="connsiteX30" fmla="*/ 3417 w 9735"/>
                  <a:gd name="connsiteY30" fmla="*/ 6034 h 10000"/>
                  <a:gd name="connsiteX31" fmla="*/ 3944 w 9735"/>
                  <a:gd name="connsiteY31" fmla="*/ 6189 h 10000"/>
                  <a:gd name="connsiteX32" fmla="*/ 4209 w 9735"/>
                  <a:gd name="connsiteY32" fmla="*/ 6351 h 10000"/>
                  <a:gd name="connsiteX33" fmla="*/ 4735 w 9735"/>
                  <a:gd name="connsiteY33" fmla="*/ 6509 h 10000"/>
                  <a:gd name="connsiteX34" fmla="*/ 5001 w 9735"/>
                  <a:gd name="connsiteY34" fmla="*/ 6668 h 10000"/>
                  <a:gd name="connsiteX35" fmla="*/ 5001 w 9735"/>
                  <a:gd name="connsiteY35" fmla="*/ 6827 h 10000"/>
                  <a:gd name="connsiteX36" fmla="*/ 5001 w 9735"/>
                  <a:gd name="connsiteY36" fmla="*/ 6985 h 10000"/>
                  <a:gd name="connsiteX37" fmla="*/ 5001 w 9735"/>
                  <a:gd name="connsiteY37" fmla="*/ 6985 h 10000"/>
                  <a:gd name="connsiteX38" fmla="*/ 5001 w 9735"/>
                  <a:gd name="connsiteY38" fmla="*/ 7144 h 10000"/>
                  <a:gd name="connsiteX39" fmla="*/ 5001 w 9735"/>
                  <a:gd name="connsiteY39" fmla="*/ 7462 h 10000"/>
                  <a:gd name="connsiteX40" fmla="*/ 5001 w 9735"/>
                  <a:gd name="connsiteY40" fmla="*/ 8096 h 10000"/>
                  <a:gd name="connsiteX41" fmla="*/ 4735 w 9735"/>
                  <a:gd name="connsiteY41" fmla="*/ 8732 h 10000"/>
                  <a:gd name="connsiteX42" fmla="*/ 4735 w 9735"/>
                  <a:gd name="connsiteY42" fmla="*/ 9048 h 10000"/>
                  <a:gd name="connsiteX43" fmla="*/ 5001 w 9735"/>
                  <a:gd name="connsiteY43" fmla="*/ 9366 h 10000"/>
                  <a:gd name="connsiteX44" fmla="*/ 5525 w 9735"/>
                  <a:gd name="connsiteY44" fmla="*/ 9681 h 10000"/>
                  <a:gd name="connsiteX45" fmla="*/ 5787 w 9735"/>
                  <a:gd name="connsiteY45" fmla="*/ 9842 h 10000"/>
                  <a:gd name="connsiteX46" fmla="*/ 6314 w 9735"/>
                  <a:gd name="connsiteY46" fmla="*/ 9842 h 10000"/>
                  <a:gd name="connsiteX47" fmla="*/ 6841 w 9735"/>
                  <a:gd name="connsiteY47" fmla="*/ 10000 h 10000"/>
                  <a:gd name="connsiteX48" fmla="*/ 7366 w 9735"/>
                  <a:gd name="connsiteY48" fmla="*/ 10000 h 10000"/>
                  <a:gd name="connsiteX49" fmla="*/ 7892 w 9735"/>
                  <a:gd name="connsiteY49" fmla="*/ 10000 h 10000"/>
                  <a:gd name="connsiteX50" fmla="*/ 8419 w 9735"/>
                  <a:gd name="connsiteY50" fmla="*/ 9681 h 10000"/>
                  <a:gd name="connsiteX51" fmla="*/ 8944 w 9735"/>
                  <a:gd name="connsiteY51" fmla="*/ 9524 h 10000"/>
                  <a:gd name="connsiteX52" fmla="*/ 9209 w 9735"/>
                  <a:gd name="connsiteY52" fmla="*/ 9208 h 10000"/>
                  <a:gd name="connsiteX53" fmla="*/ 9473 w 9735"/>
                  <a:gd name="connsiteY53" fmla="*/ 9048 h 10000"/>
                  <a:gd name="connsiteX54" fmla="*/ 9473 w 9735"/>
                  <a:gd name="connsiteY54" fmla="*/ 9048 h 10000"/>
                  <a:gd name="connsiteX55" fmla="*/ 9735 w 9735"/>
                  <a:gd name="connsiteY55" fmla="*/ 7144 h 10000"/>
                  <a:gd name="connsiteX56" fmla="*/ 9735 w 9735"/>
                  <a:gd name="connsiteY56" fmla="*/ 6509 h 10000"/>
                  <a:gd name="connsiteX57" fmla="*/ 9473 w 9735"/>
                  <a:gd name="connsiteY57" fmla="*/ 5874 h 10000"/>
                  <a:gd name="connsiteX58" fmla="*/ 9209 w 9735"/>
                  <a:gd name="connsiteY58" fmla="*/ 5556 h 10000"/>
                  <a:gd name="connsiteX59" fmla="*/ 8678 w 9735"/>
                  <a:gd name="connsiteY59" fmla="*/ 5240 h 10000"/>
                  <a:gd name="connsiteX60" fmla="*/ 8419 w 9735"/>
                  <a:gd name="connsiteY60" fmla="*/ 4921 h 10000"/>
                  <a:gd name="connsiteX61" fmla="*/ 8157 w 9735"/>
                  <a:gd name="connsiteY61" fmla="*/ 4921 h 10000"/>
                  <a:gd name="connsiteX62" fmla="*/ 7892 w 9735"/>
                  <a:gd name="connsiteY62" fmla="*/ 4763 h 10000"/>
                  <a:gd name="connsiteX63" fmla="*/ 7631 w 9735"/>
                  <a:gd name="connsiteY63" fmla="*/ 4763 h 10000"/>
                  <a:gd name="connsiteX64" fmla="*/ 5879 w 9735"/>
                  <a:gd name="connsiteY64" fmla="*/ 4492 h 10000"/>
                  <a:gd name="connsiteX65" fmla="*/ 6575 w 9735"/>
                  <a:gd name="connsiteY65" fmla="*/ 3970 h 10000"/>
                  <a:gd name="connsiteX66" fmla="*/ 6575 w 9735"/>
                  <a:gd name="connsiteY66" fmla="*/ 3652 h 10000"/>
                  <a:gd name="connsiteX67" fmla="*/ 6575 w 9735"/>
                  <a:gd name="connsiteY67" fmla="*/ 3494 h 10000"/>
                  <a:gd name="connsiteX68" fmla="*/ 6575 w 9735"/>
                  <a:gd name="connsiteY68" fmla="*/ 3334 h 10000"/>
                  <a:gd name="connsiteX69" fmla="*/ 6841 w 9735"/>
                  <a:gd name="connsiteY69" fmla="*/ 3176 h 10000"/>
                  <a:gd name="connsiteX70" fmla="*/ 7104 w 9735"/>
                  <a:gd name="connsiteY70" fmla="*/ 3176 h 10000"/>
                  <a:gd name="connsiteX71" fmla="*/ 7104 w 9735"/>
                  <a:gd name="connsiteY71" fmla="*/ 3017 h 10000"/>
                  <a:gd name="connsiteX72" fmla="*/ 7366 w 9735"/>
                  <a:gd name="connsiteY72" fmla="*/ 3017 h 10000"/>
                  <a:gd name="connsiteX73" fmla="*/ 7366 w 9735"/>
                  <a:gd name="connsiteY73" fmla="*/ 3017 h 10000"/>
                  <a:gd name="connsiteX74" fmla="*/ 7270 w 9735"/>
                  <a:gd name="connsiteY74" fmla="*/ 2795 h 10000"/>
                  <a:gd name="connsiteX75" fmla="*/ 6158 w 9735"/>
                  <a:gd name="connsiteY75" fmla="*/ 2405 h 10000"/>
                  <a:gd name="connsiteX76" fmla="*/ 5133 w 9735"/>
                  <a:gd name="connsiteY76" fmla="*/ 2630 h 10000"/>
                  <a:gd name="connsiteX0" fmla="*/ 4734 w 9461"/>
                  <a:gd name="connsiteY0" fmla="*/ 2630 h 10000"/>
                  <a:gd name="connsiteX1" fmla="*/ 6298 w 9461"/>
                  <a:gd name="connsiteY1" fmla="*/ 1491 h 10000"/>
                  <a:gd name="connsiteX2" fmla="*/ 3234 w 9461"/>
                  <a:gd name="connsiteY2" fmla="*/ 2589 h 10000"/>
                  <a:gd name="connsiteX3" fmla="*/ 2721 w 9461"/>
                  <a:gd name="connsiteY3" fmla="*/ 2309 h 10000"/>
                  <a:gd name="connsiteX4" fmla="*/ 2513 w 9461"/>
                  <a:gd name="connsiteY4" fmla="*/ 2943 h 10000"/>
                  <a:gd name="connsiteX5" fmla="*/ 2516 w 9461"/>
                  <a:gd name="connsiteY5" fmla="*/ 2693 h 10000"/>
                  <a:gd name="connsiteX6" fmla="*/ 2429 w 9461"/>
                  <a:gd name="connsiteY6" fmla="*/ 2220 h 10000"/>
                  <a:gd name="connsiteX7" fmla="*/ 2608 w 9461"/>
                  <a:gd name="connsiteY7" fmla="*/ 1826 h 10000"/>
                  <a:gd name="connsiteX8" fmla="*/ 2486 w 9461"/>
                  <a:gd name="connsiteY8" fmla="*/ 2970 h 10000"/>
                  <a:gd name="connsiteX9" fmla="*/ 1892 w 9461"/>
                  <a:gd name="connsiteY9" fmla="*/ 0 h 10000"/>
                  <a:gd name="connsiteX10" fmla="*/ 1350 w 9461"/>
                  <a:gd name="connsiteY10" fmla="*/ 0 h 10000"/>
                  <a:gd name="connsiteX11" fmla="*/ 1350 w 9461"/>
                  <a:gd name="connsiteY11" fmla="*/ 161 h 10000"/>
                  <a:gd name="connsiteX12" fmla="*/ 1081 w 9461"/>
                  <a:gd name="connsiteY12" fmla="*/ 479 h 10000"/>
                  <a:gd name="connsiteX13" fmla="*/ 1081 w 9461"/>
                  <a:gd name="connsiteY13" fmla="*/ 795 h 10000"/>
                  <a:gd name="connsiteX14" fmla="*/ 1350 w 9461"/>
                  <a:gd name="connsiteY14" fmla="*/ 1112 h 10000"/>
                  <a:gd name="connsiteX15" fmla="*/ 1350 w 9461"/>
                  <a:gd name="connsiteY15" fmla="*/ 1271 h 10000"/>
                  <a:gd name="connsiteX16" fmla="*/ 1350 w 9461"/>
                  <a:gd name="connsiteY16" fmla="*/ 1429 h 10000"/>
                  <a:gd name="connsiteX17" fmla="*/ 1622 w 9461"/>
                  <a:gd name="connsiteY17" fmla="*/ 1589 h 10000"/>
                  <a:gd name="connsiteX18" fmla="*/ 1350 w 9461"/>
                  <a:gd name="connsiteY18" fmla="*/ 1905 h 10000"/>
                  <a:gd name="connsiteX19" fmla="*/ 812 w 9461"/>
                  <a:gd name="connsiteY19" fmla="*/ 2064 h 10000"/>
                  <a:gd name="connsiteX20" fmla="*/ 269 w 9461"/>
                  <a:gd name="connsiteY20" fmla="*/ 2064 h 10000"/>
                  <a:gd name="connsiteX21" fmla="*/ 0 w 9461"/>
                  <a:gd name="connsiteY21" fmla="*/ 2064 h 10000"/>
                  <a:gd name="connsiteX22" fmla="*/ 4572 w 9461"/>
                  <a:gd name="connsiteY22" fmla="*/ 4901 h 10000"/>
                  <a:gd name="connsiteX23" fmla="*/ 3546 w 9461"/>
                  <a:gd name="connsiteY23" fmla="*/ 4812 h 10000"/>
                  <a:gd name="connsiteX24" fmla="*/ 1081 w 9461"/>
                  <a:gd name="connsiteY24" fmla="*/ 5240 h 10000"/>
                  <a:gd name="connsiteX25" fmla="*/ 1350 w 9461"/>
                  <a:gd name="connsiteY25" fmla="*/ 5240 h 10000"/>
                  <a:gd name="connsiteX26" fmla="*/ 1622 w 9461"/>
                  <a:gd name="connsiteY26" fmla="*/ 5399 h 10000"/>
                  <a:gd name="connsiteX27" fmla="*/ 1892 w 9461"/>
                  <a:gd name="connsiteY27" fmla="*/ 5556 h 10000"/>
                  <a:gd name="connsiteX28" fmla="*/ 2434 w 9461"/>
                  <a:gd name="connsiteY28" fmla="*/ 5874 h 10000"/>
                  <a:gd name="connsiteX29" fmla="*/ 2971 w 9461"/>
                  <a:gd name="connsiteY29" fmla="*/ 6034 h 10000"/>
                  <a:gd name="connsiteX30" fmla="*/ 3512 w 9461"/>
                  <a:gd name="connsiteY30" fmla="*/ 6189 h 10000"/>
                  <a:gd name="connsiteX31" fmla="*/ 3785 w 9461"/>
                  <a:gd name="connsiteY31" fmla="*/ 6351 h 10000"/>
                  <a:gd name="connsiteX32" fmla="*/ 4325 w 9461"/>
                  <a:gd name="connsiteY32" fmla="*/ 6509 h 10000"/>
                  <a:gd name="connsiteX33" fmla="*/ 4598 w 9461"/>
                  <a:gd name="connsiteY33" fmla="*/ 6668 h 10000"/>
                  <a:gd name="connsiteX34" fmla="*/ 4598 w 9461"/>
                  <a:gd name="connsiteY34" fmla="*/ 6827 h 10000"/>
                  <a:gd name="connsiteX35" fmla="*/ 4598 w 9461"/>
                  <a:gd name="connsiteY35" fmla="*/ 6985 h 10000"/>
                  <a:gd name="connsiteX36" fmla="*/ 4598 w 9461"/>
                  <a:gd name="connsiteY36" fmla="*/ 6985 h 10000"/>
                  <a:gd name="connsiteX37" fmla="*/ 4598 w 9461"/>
                  <a:gd name="connsiteY37" fmla="*/ 7144 h 10000"/>
                  <a:gd name="connsiteX38" fmla="*/ 4598 w 9461"/>
                  <a:gd name="connsiteY38" fmla="*/ 7462 h 10000"/>
                  <a:gd name="connsiteX39" fmla="*/ 4598 w 9461"/>
                  <a:gd name="connsiteY39" fmla="*/ 8096 h 10000"/>
                  <a:gd name="connsiteX40" fmla="*/ 4325 w 9461"/>
                  <a:gd name="connsiteY40" fmla="*/ 8732 h 10000"/>
                  <a:gd name="connsiteX41" fmla="*/ 4325 w 9461"/>
                  <a:gd name="connsiteY41" fmla="*/ 9048 h 10000"/>
                  <a:gd name="connsiteX42" fmla="*/ 4598 w 9461"/>
                  <a:gd name="connsiteY42" fmla="*/ 9366 h 10000"/>
                  <a:gd name="connsiteX43" fmla="*/ 5136 w 9461"/>
                  <a:gd name="connsiteY43" fmla="*/ 9681 h 10000"/>
                  <a:gd name="connsiteX44" fmla="*/ 5406 w 9461"/>
                  <a:gd name="connsiteY44" fmla="*/ 9842 h 10000"/>
                  <a:gd name="connsiteX45" fmla="*/ 5947 w 9461"/>
                  <a:gd name="connsiteY45" fmla="*/ 9842 h 10000"/>
                  <a:gd name="connsiteX46" fmla="*/ 6488 w 9461"/>
                  <a:gd name="connsiteY46" fmla="*/ 10000 h 10000"/>
                  <a:gd name="connsiteX47" fmla="*/ 7028 w 9461"/>
                  <a:gd name="connsiteY47" fmla="*/ 10000 h 10000"/>
                  <a:gd name="connsiteX48" fmla="*/ 7568 w 9461"/>
                  <a:gd name="connsiteY48" fmla="*/ 10000 h 10000"/>
                  <a:gd name="connsiteX49" fmla="*/ 8109 w 9461"/>
                  <a:gd name="connsiteY49" fmla="*/ 9681 h 10000"/>
                  <a:gd name="connsiteX50" fmla="*/ 8648 w 9461"/>
                  <a:gd name="connsiteY50" fmla="*/ 9524 h 10000"/>
                  <a:gd name="connsiteX51" fmla="*/ 8921 w 9461"/>
                  <a:gd name="connsiteY51" fmla="*/ 9208 h 10000"/>
                  <a:gd name="connsiteX52" fmla="*/ 9192 w 9461"/>
                  <a:gd name="connsiteY52" fmla="*/ 9048 h 10000"/>
                  <a:gd name="connsiteX53" fmla="*/ 9192 w 9461"/>
                  <a:gd name="connsiteY53" fmla="*/ 9048 h 10000"/>
                  <a:gd name="connsiteX54" fmla="*/ 9461 w 9461"/>
                  <a:gd name="connsiteY54" fmla="*/ 7144 h 10000"/>
                  <a:gd name="connsiteX55" fmla="*/ 9461 w 9461"/>
                  <a:gd name="connsiteY55" fmla="*/ 6509 h 10000"/>
                  <a:gd name="connsiteX56" fmla="*/ 9192 w 9461"/>
                  <a:gd name="connsiteY56" fmla="*/ 5874 h 10000"/>
                  <a:gd name="connsiteX57" fmla="*/ 8921 w 9461"/>
                  <a:gd name="connsiteY57" fmla="*/ 5556 h 10000"/>
                  <a:gd name="connsiteX58" fmla="*/ 8375 w 9461"/>
                  <a:gd name="connsiteY58" fmla="*/ 5240 h 10000"/>
                  <a:gd name="connsiteX59" fmla="*/ 8109 w 9461"/>
                  <a:gd name="connsiteY59" fmla="*/ 4921 h 10000"/>
                  <a:gd name="connsiteX60" fmla="*/ 7840 w 9461"/>
                  <a:gd name="connsiteY60" fmla="*/ 4921 h 10000"/>
                  <a:gd name="connsiteX61" fmla="*/ 7568 w 9461"/>
                  <a:gd name="connsiteY61" fmla="*/ 4763 h 10000"/>
                  <a:gd name="connsiteX62" fmla="*/ 7300 w 9461"/>
                  <a:gd name="connsiteY62" fmla="*/ 4763 h 10000"/>
                  <a:gd name="connsiteX63" fmla="*/ 5500 w 9461"/>
                  <a:gd name="connsiteY63" fmla="*/ 4492 h 10000"/>
                  <a:gd name="connsiteX64" fmla="*/ 6215 w 9461"/>
                  <a:gd name="connsiteY64" fmla="*/ 3970 h 10000"/>
                  <a:gd name="connsiteX65" fmla="*/ 6215 w 9461"/>
                  <a:gd name="connsiteY65" fmla="*/ 3652 h 10000"/>
                  <a:gd name="connsiteX66" fmla="*/ 6215 w 9461"/>
                  <a:gd name="connsiteY66" fmla="*/ 3494 h 10000"/>
                  <a:gd name="connsiteX67" fmla="*/ 6215 w 9461"/>
                  <a:gd name="connsiteY67" fmla="*/ 3334 h 10000"/>
                  <a:gd name="connsiteX68" fmla="*/ 6488 w 9461"/>
                  <a:gd name="connsiteY68" fmla="*/ 3176 h 10000"/>
                  <a:gd name="connsiteX69" fmla="*/ 6758 w 9461"/>
                  <a:gd name="connsiteY69" fmla="*/ 3176 h 10000"/>
                  <a:gd name="connsiteX70" fmla="*/ 6758 w 9461"/>
                  <a:gd name="connsiteY70" fmla="*/ 3017 h 10000"/>
                  <a:gd name="connsiteX71" fmla="*/ 7028 w 9461"/>
                  <a:gd name="connsiteY71" fmla="*/ 3017 h 10000"/>
                  <a:gd name="connsiteX72" fmla="*/ 7028 w 9461"/>
                  <a:gd name="connsiteY72" fmla="*/ 3017 h 10000"/>
                  <a:gd name="connsiteX73" fmla="*/ 6929 w 9461"/>
                  <a:gd name="connsiteY73" fmla="*/ 2795 h 10000"/>
                  <a:gd name="connsiteX74" fmla="*/ 5787 w 9461"/>
                  <a:gd name="connsiteY74" fmla="*/ 2405 h 10000"/>
                  <a:gd name="connsiteX75" fmla="*/ 4734 w 9461"/>
                  <a:gd name="connsiteY75" fmla="*/ 2630 h 10000"/>
                  <a:gd name="connsiteX0" fmla="*/ 5004 w 10000"/>
                  <a:gd name="connsiteY0" fmla="*/ 2630 h 10000"/>
                  <a:gd name="connsiteX1" fmla="*/ 6657 w 10000"/>
                  <a:gd name="connsiteY1" fmla="*/ 1491 h 10000"/>
                  <a:gd name="connsiteX2" fmla="*/ 3418 w 10000"/>
                  <a:gd name="connsiteY2" fmla="*/ 2589 h 10000"/>
                  <a:gd name="connsiteX3" fmla="*/ 2876 w 10000"/>
                  <a:gd name="connsiteY3" fmla="*/ 2309 h 10000"/>
                  <a:gd name="connsiteX4" fmla="*/ 2656 w 10000"/>
                  <a:gd name="connsiteY4" fmla="*/ 2943 h 10000"/>
                  <a:gd name="connsiteX5" fmla="*/ 2659 w 10000"/>
                  <a:gd name="connsiteY5" fmla="*/ 2693 h 10000"/>
                  <a:gd name="connsiteX6" fmla="*/ 2567 w 10000"/>
                  <a:gd name="connsiteY6" fmla="*/ 2220 h 10000"/>
                  <a:gd name="connsiteX7" fmla="*/ 2757 w 10000"/>
                  <a:gd name="connsiteY7" fmla="*/ 1826 h 10000"/>
                  <a:gd name="connsiteX8" fmla="*/ 2628 w 10000"/>
                  <a:gd name="connsiteY8" fmla="*/ 2970 h 10000"/>
                  <a:gd name="connsiteX9" fmla="*/ 2000 w 10000"/>
                  <a:gd name="connsiteY9" fmla="*/ 0 h 10000"/>
                  <a:gd name="connsiteX10" fmla="*/ 1427 w 10000"/>
                  <a:gd name="connsiteY10" fmla="*/ 0 h 10000"/>
                  <a:gd name="connsiteX11" fmla="*/ 1427 w 10000"/>
                  <a:gd name="connsiteY11" fmla="*/ 161 h 10000"/>
                  <a:gd name="connsiteX12" fmla="*/ 1143 w 10000"/>
                  <a:gd name="connsiteY12" fmla="*/ 479 h 10000"/>
                  <a:gd name="connsiteX13" fmla="*/ 1143 w 10000"/>
                  <a:gd name="connsiteY13" fmla="*/ 795 h 10000"/>
                  <a:gd name="connsiteX14" fmla="*/ 1427 w 10000"/>
                  <a:gd name="connsiteY14" fmla="*/ 1112 h 10000"/>
                  <a:gd name="connsiteX15" fmla="*/ 1427 w 10000"/>
                  <a:gd name="connsiteY15" fmla="*/ 1271 h 10000"/>
                  <a:gd name="connsiteX16" fmla="*/ 1427 w 10000"/>
                  <a:gd name="connsiteY16" fmla="*/ 1429 h 10000"/>
                  <a:gd name="connsiteX17" fmla="*/ 1714 w 10000"/>
                  <a:gd name="connsiteY17" fmla="*/ 1589 h 10000"/>
                  <a:gd name="connsiteX18" fmla="*/ 1427 w 10000"/>
                  <a:gd name="connsiteY18" fmla="*/ 1905 h 10000"/>
                  <a:gd name="connsiteX19" fmla="*/ 858 w 10000"/>
                  <a:gd name="connsiteY19" fmla="*/ 2064 h 10000"/>
                  <a:gd name="connsiteX20" fmla="*/ 0 w 10000"/>
                  <a:gd name="connsiteY20" fmla="*/ 2064 h 10000"/>
                  <a:gd name="connsiteX21" fmla="*/ 4832 w 10000"/>
                  <a:gd name="connsiteY21" fmla="*/ 4901 h 10000"/>
                  <a:gd name="connsiteX22" fmla="*/ 3748 w 10000"/>
                  <a:gd name="connsiteY22" fmla="*/ 4812 h 10000"/>
                  <a:gd name="connsiteX23" fmla="*/ 1143 w 10000"/>
                  <a:gd name="connsiteY23" fmla="*/ 5240 h 10000"/>
                  <a:gd name="connsiteX24" fmla="*/ 1427 w 10000"/>
                  <a:gd name="connsiteY24" fmla="*/ 5240 h 10000"/>
                  <a:gd name="connsiteX25" fmla="*/ 1714 w 10000"/>
                  <a:gd name="connsiteY25" fmla="*/ 5399 h 10000"/>
                  <a:gd name="connsiteX26" fmla="*/ 2000 w 10000"/>
                  <a:gd name="connsiteY26" fmla="*/ 5556 h 10000"/>
                  <a:gd name="connsiteX27" fmla="*/ 2573 w 10000"/>
                  <a:gd name="connsiteY27" fmla="*/ 5874 h 10000"/>
                  <a:gd name="connsiteX28" fmla="*/ 3140 w 10000"/>
                  <a:gd name="connsiteY28" fmla="*/ 6034 h 10000"/>
                  <a:gd name="connsiteX29" fmla="*/ 3712 w 10000"/>
                  <a:gd name="connsiteY29" fmla="*/ 6189 h 10000"/>
                  <a:gd name="connsiteX30" fmla="*/ 4001 w 10000"/>
                  <a:gd name="connsiteY30" fmla="*/ 6351 h 10000"/>
                  <a:gd name="connsiteX31" fmla="*/ 4571 w 10000"/>
                  <a:gd name="connsiteY31" fmla="*/ 6509 h 10000"/>
                  <a:gd name="connsiteX32" fmla="*/ 4860 w 10000"/>
                  <a:gd name="connsiteY32" fmla="*/ 6668 h 10000"/>
                  <a:gd name="connsiteX33" fmla="*/ 4860 w 10000"/>
                  <a:gd name="connsiteY33" fmla="*/ 6827 h 10000"/>
                  <a:gd name="connsiteX34" fmla="*/ 4860 w 10000"/>
                  <a:gd name="connsiteY34" fmla="*/ 6985 h 10000"/>
                  <a:gd name="connsiteX35" fmla="*/ 4860 w 10000"/>
                  <a:gd name="connsiteY35" fmla="*/ 6985 h 10000"/>
                  <a:gd name="connsiteX36" fmla="*/ 4860 w 10000"/>
                  <a:gd name="connsiteY36" fmla="*/ 7144 h 10000"/>
                  <a:gd name="connsiteX37" fmla="*/ 4860 w 10000"/>
                  <a:gd name="connsiteY37" fmla="*/ 7462 h 10000"/>
                  <a:gd name="connsiteX38" fmla="*/ 4860 w 10000"/>
                  <a:gd name="connsiteY38" fmla="*/ 8096 h 10000"/>
                  <a:gd name="connsiteX39" fmla="*/ 4571 w 10000"/>
                  <a:gd name="connsiteY39" fmla="*/ 8732 h 10000"/>
                  <a:gd name="connsiteX40" fmla="*/ 4571 w 10000"/>
                  <a:gd name="connsiteY40" fmla="*/ 9048 h 10000"/>
                  <a:gd name="connsiteX41" fmla="*/ 4860 w 10000"/>
                  <a:gd name="connsiteY41" fmla="*/ 9366 h 10000"/>
                  <a:gd name="connsiteX42" fmla="*/ 5429 w 10000"/>
                  <a:gd name="connsiteY42" fmla="*/ 9681 h 10000"/>
                  <a:gd name="connsiteX43" fmla="*/ 5714 w 10000"/>
                  <a:gd name="connsiteY43" fmla="*/ 9842 h 10000"/>
                  <a:gd name="connsiteX44" fmla="*/ 6286 w 10000"/>
                  <a:gd name="connsiteY44" fmla="*/ 9842 h 10000"/>
                  <a:gd name="connsiteX45" fmla="*/ 6858 w 10000"/>
                  <a:gd name="connsiteY45" fmla="*/ 10000 h 10000"/>
                  <a:gd name="connsiteX46" fmla="*/ 7428 w 10000"/>
                  <a:gd name="connsiteY46" fmla="*/ 10000 h 10000"/>
                  <a:gd name="connsiteX47" fmla="*/ 7999 w 10000"/>
                  <a:gd name="connsiteY47" fmla="*/ 10000 h 10000"/>
                  <a:gd name="connsiteX48" fmla="*/ 8571 w 10000"/>
                  <a:gd name="connsiteY48" fmla="*/ 9681 h 10000"/>
                  <a:gd name="connsiteX49" fmla="*/ 9141 w 10000"/>
                  <a:gd name="connsiteY49" fmla="*/ 9524 h 10000"/>
                  <a:gd name="connsiteX50" fmla="*/ 9429 w 10000"/>
                  <a:gd name="connsiteY50" fmla="*/ 9208 h 10000"/>
                  <a:gd name="connsiteX51" fmla="*/ 9716 w 10000"/>
                  <a:gd name="connsiteY51" fmla="*/ 9048 h 10000"/>
                  <a:gd name="connsiteX52" fmla="*/ 9716 w 10000"/>
                  <a:gd name="connsiteY52" fmla="*/ 9048 h 10000"/>
                  <a:gd name="connsiteX53" fmla="*/ 10000 w 10000"/>
                  <a:gd name="connsiteY53" fmla="*/ 7144 h 10000"/>
                  <a:gd name="connsiteX54" fmla="*/ 10000 w 10000"/>
                  <a:gd name="connsiteY54" fmla="*/ 6509 h 10000"/>
                  <a:gd name="connsiteX55" fmla="*/ 9716 w 10000"/>
                  <a:gd name="connsiteY55" fmla="*/ 5874 h 10000"/>
                  <a:gd name="connsiteX56" fmla="*/ 9429 w 10000"/>
                  <a:gd name="connsiteY56" fmla="*/ 5556 h 10000"/>
                  <a:gd name="connsiteX57" fmla="*/ 8852 w 10000"/>
                  <a:gd name="connsiteY57" fmla="*/ 5240 h 10000"/>
                  <a:gd name="connsiteX58" fmla="*/ 8571 w 10000"/>
                  <a:gd name="connsiteY58" fmla="*/ 4921 h 10000"/>
                  <a:gd name="connsiteX59" fmla="*/ 8287 w 10000"/>
                  <a:gd name="connsiteY59" fmla="*/ 4921 h 10000"/>
                  <a:gd name="connsiteX60" fmla="*/ 7999 w 10000"/>
                  <a:gd name="connsiteY60" fmla="*/ 4763 h 10000"/>
                  <a:gd name="connsiteX61" fmla="*/ 7716 w 10000"/>
                  <a:gd name="connsiteY61" fmla="*/ 4763 h 10000"/>
                  <a:gd name="connsiteX62" fmla="*/ 5813 w 10000"/>
                  <a:gd name="connsiteY62" fmla="*/ 4492 h 10000"/>
                  <a:gd name="connsiteX63" fmla="*/ 6569 w 10000"/>
                  <a:gd name="connsiteY63" fmla="*/ 3970 h 10000"/>
                  <a:gd name="connsiteX64" fmla="*/ 6569 w 10000"/>
                  <a:gd name="connsiteY64" fmla="*/ 3652 h 10000"/>
                  <a:gd name="connsiteX65" fmla="*/ 6569 w 10000"/>
                  <a:gd name="connsiteY65" fmla="*/ 3494 h 10000"/>
                  <a:gd name="connsiteX66" fmla="*/ 6569 w 10000"/>
                  <a:gd name="connsiteY66" fmla="*/ 3334 h 10000"/>
                  <a:gd name="connsiteX67" fmla="*/ 6858 w 10000"/>
                  <a:gd name="connsiteY67" fmla="*/ 3176 h 10000"/>
                  <a:gd name="connsiteX68" fmla="*/ 7143 w 10000"/>
                  <a:gd name="connsiteY68" fmla="*/ 3176 h 10000"/>
                  <a:gd name="connsiteX69" fmla="*/ 7143 w 10000"/>
                  <a:gd name="connsiteY69" fmla="*/ 3017 h 10000"/>
                  <a:gd name="connsiteX70" fmla="*/ 7428 w 10000"/>
                  <a:gd name="connsiteY70" fmla="*/ 3017 h 10000"/>
                  <a:gd name="connsiteX71" fmla="*/ 7428 w 10000"/>
                  <a:gd name="connsiteY71" fmla="*/ 3017 h 10000"/>
                  <a:gd name="connsiteX72" fmla="*/ 7324 w 10000"/>
                  <a:gd name="connsiteY72" fmla="*/ 2795 h 10000"/>
                  <a:gd name="connsiteX73" fmla="*/ 6117 w 10000"/>
                  <a:gd name="connsiteY73" fmla="*/ 2405 h 10000"/>
                  <a:gd name="connsiteX74" fmla="*/ 5004 w 10000"/>
                  <a:gd name="connsiteY74" fmla="*/ 2630 h 10000"/>
                  <a:gd name="connsiteX0" fmla="*/ 5004 w 10000"/>
                  <a:gd name="connsiteY0" fmla="*/ 2630 h 10000"/>
                  <a:gd name="connsiteX1" fmla="*/ 6657 w 10000"/>
                  <a:gd name="connsiteY1" fmla="*/ 1491 h 10000"/>
                  <a:gd name="connsiteX2" fmla="*/ 3418 w 10000"/>
                  <a:gd name="connsiteY2" fmla="*/ 2589 h 10000"/>
                  <a:gd name="connsiteX3" fmla="*/ 2876 w 10000"/>
                  <a:gd name="connsiteY3" fmla="*/ 2309 h 10000"/>
                  <a:gd name="connsiteX4" fmla="*/ 2656 w 10000"/>
                  <a:gd name="connsiteY4" fmla="*/ 2943 h 10000"/>
                  <a:gd name="connsiteX5" fmla="*/ 2659 w 10000"/>
                  <a:gd name="connsiteY5" fmla="*/ 2693 h 10000"/>
                  <a:gd name="connsiteX6" fmla="*/ 2567 w 10000"/>
                  <a:gd name="connsiteY6" fmla="*/ 2220 h 10000"/>
                  <a:gd name="connsiteX7" fmla="*/ 2757 w 10000"/>
                  <a:gd name="connsiteY7" fmla="*/ 1826 h 10000"/>
                  <a:gd name="connsiteX8" fmla="*/ 2628 w 10000"/>
                  <a:gd name="connsiteY8" fmla="*/ 2970 h 10000"/>
                  <a:gd name="connsiteX9" fmla="*/ 2000 w 10000"/>
                  <a:gd name="connsiteY9" fmla="*/ 0 h 10000"/>
                  <a:gd name="connsiteX10" fmla="*/ 1427 w 10000"/>
                  <a:gd name="connsiteY10" fmla="*/ 0 h 10000"/>
                  <a:gd name="connsiteX11" fmla="*/ 1427 w 10000"/>
                  <a:gd name="connsiteY11" fmla="*/ 161 h 10000"/>
                  <a:gd name="connsiteX12" fmla="*/ 1143 w 10000"/>
                  <a:gd name="connsiteY12" fmla="*/ 479 h 10000"/>
                  <a:gd name="connsiteX13" fmla="*/ 1143 w 10000"/>
                  <a:gd name="connsiteY13" fmla="*/ 795 h 10000"/>
                  <a:gd name="connsiteX14" fmla="*/ 1427 w 10000"/>
                  <a:gd name="connsiteY14" fmla="*/ 1112 h 10000"/>
                  <a:gd name="connsiteX15" fmla="*/ 1427 w 10000"/>
                  <a:gd name="connsiteY15" fmla="*/ 1271 h 10000"/>
                  <a:gd name="connsiteX16" fmla="*/ 1427 w 10000"/>
                  <a:gd name="connsiteY16" fmla="*/ 1429 h 10000"/>
                  <a:gd name="connsiteX17" fmla="*/ 1714 w 10000"/>
                  <a:gd name="connsiteY17" fmla="*/ 1589 h 10000"/>
                  <a:gd name="connsiteX18" fmla="*/ 1427 w 10000"/>
                  <a:gd name="connsiteY18" fmla="*/ 1905 h 10000"/>
                  <a:gd name="connsiteX19" fmla="*/ 0 w 10000"/>
                  <a:gd name="connsiteY19" fmla="*/ 2064 h 10000"/>
                  <a:gd name="connsiteX20" fmla="*/ 4832 w 10000"/>
                  <a:gd name="connsiteY20" fmla="*/ 4901 h 10000"/>
                  <a:gd name="connsiteX21" fmla="*/ 3748 w 10000"/>
                  <a:gd name="connsiteY21" fmla="*/ 4812 h 10000"/>
                  <a:gd name="connsiteX22" fmla="*/ 1143 w 10000"/>
                  <a:gd name="connsiteY22" fmla="*/ 5240 h 10000"/>
                  <a:gd name="connsiteX23" fmla="*/ 1427 w 10000"/>
                  <a:gd name="connsiteY23" fmla="*/ 5240 h 10000"/>
                  <a:gd name="connsiteX24" fmla="*/ 1714 w 10000"/>
                  <a:gd name="connsiteY24" fmla="*/ 5399 h 10000"/>
                  <a:gd name="connsiteX25" fmla="*/ 2000 w 10000"/>
                  <a:gd name="connsiteY25" fmla="*/ 5556 h 10000"/>
                  <a:gd name="connsiteX26" fmla="*/ 2573 w 10000"/>
                  <a:gd name="connsiteY26" fmla="*/ 5874 h 10000"/>
                  <a:gd name="connsiteX27" fmla="*/ 3140 w 10000"/>
                  <a:gd name="connsiteY27" fmla="*/ 6034 h 10000"/>
                  <a:gd name="connsiteX28" fmla="*/ 3712 w 10000"/>
                  <a:gd name="connsiteY28" fmla="*/ 6189 h 10000"/>
                  <a:gd name="connsiteX29" fmla="*/ 4001 w 10000"/>
                  <a:gd name="connsiteY29" fmla="*/ 6351 h 10000"/>
                  <a:gd name="connsiteX30" fmla="*/ 4571 w 10000"/>
                  <a:gd name="connsiteY30" fmla="*/ 6509 h 10000"/>
                  <a:gd name="connsiteX31" fmla="*/ 4860 w 10000"/>
                  <a:gd name="connsiteY31" fmla="*/ 6668 h 10000"/>
                  <a:gd name="connsiteX32" fmla="*/ 4860 w 10000"/>
                  <a:gd name="connsiteY32" fmla="*/ 6827 h 10000"/>
                  <a:gd name="connsiteX33" fmla="*/ 4860 w 10000"/>
                  <a:gd name="connsiteY33" fmla="*/ 6985 h 10000"/>
                  <a:gd name="connsiteX34" fmla="*/ 4860 w 10000"/>
                  <a:gd name="connsiteY34" fmla="*/ 6985 h 10000"/>
                  <a:gd name="connsiteX35" fmla="*/ 4860 w 10000"/>
                  <a:gd name="connsiteY35" fmla="*/ 7144 h 10000"/>
                  <a:gd name="connsiteX36" fmla="*/ 4860 w 10000"/>
                  <a:gd name="connsiteY36" fmla="*/ 7462 h 10000"/>
                  <a:gd name="connsiteX37" fmla="*/ 4860 w 10000"/>
                  <a:gd name="connsiteY37" fmla="*/ 8096 h 10000"/>
                  <a:gd name="connsiteX38" fmla="*/ 4571 w 10000"/>
                  <a:gd name="connsiteY38" fmla="*/ 8732 h 10000"/>
                  <a:gd name="connsiteX39" fmla="*/ 4571 w 10000"/>
                  <a:gd name="connsiteY39" fmla="*/ 9048 h 10000"/>
                  <a:gd name="connsiteX40" fmla="*/ 4860 w 10000"/>
                  <a:gd name="connsiteY40" fmla="*/ 9366 h 10000"/>
                  <a:gd name="connsiteX41" fmla="*/ 5429 w 10000"/>
                  <a:gd name="connsiteY41" fmla="*/ 9681 h 10000"/>
                  <a:gd name="connsiteX42" fmla="*/ 5714 w 10000"/>
                  <a:gd name="connsiteY42" fmla="*/ 9842 h 10000"/>
                  <a:gd name="connsiteX43" fmla="*/ 6286 w 10000"/>
                  <a:gd name="connsiteY43" fmla="*/ 9842 h 10000"/>
                  <a:gd name="connsiteX44" fmla="*/ 6858 w 10000"/>
                  <a:gd name="connsiteY44" fmla="*/ 10000 h 10000"/>
                  <a:gd name="connsiteX45" fmla="*/ 7428 w 10000"/>
                  <a:gd name="connsiteY45" fmla="*/ 10000 h 10000"/>
                  <a:gd name="connsiteX46" fmla="*/ 7999 w 10000"/>
                  <a:gd name="connsiteY46" fmla="*/ 10000 h 10000"/>
                  <a:gd name="connsiteX47" fmla="*/ 8571 w 10000"/>
                  <a:gd name="connsiteY47" fmla="*/ 9681 h 10000"/>
                  <a:gd name="connsiteX48" fmla="*/ 9141 w 10000"/>
                  <a:gd name="connsiteY48" fmla="*/ 9524 h 10000"/>
                  <a:gd name="connsiteX49" fmla="*/ 9429 w 10000"/>
                  <a:gd name="connsiteY49" fmla="*/ 9208 h 10000"/>
                  <a:gd name="connsiteX50" fmla="*/ 9716 w 10000"/>
                  <a:gd name="connsiteY50" fmla="*/ 9048 h 10000"/>
                  <a:gd name="connsiteX51" fmla="*/ 9716 w 10000"/>
                  <a:gd name="connsiteY51" fmla="*/ 9048 h 10000"/>
                  <a:gd name="connsiteX52" fmla="*/ 10000 w 10000"/>
                  <a:gd name="connsiteY52" fmla="*/ 7144 h 10000"/>
                  <a:gd name="connsiteX53" fmla="*/ 10000 w 10000"/>
                  <a:gd name="connsiteY53" fmla="*/ 6509 h 10000"/>
                  <a:gd name="connsiteX54" fmla="*/ 9716 w 10000"/>
                  <a:gd name="connsiteY54" fmla="*/ 5874 h 10000"/>
                  <a:gd name="connsiteX55" fmla="*/ 9429 w 10000"/>
                  <a:gd name="connsiteY55" fmla="*/ 5556 h 10000"/>
                  <a:gd name="connsiteX56" fmla="*/ 8852 w 10000"/>
                  <a:gd name="connsiteY56" fmla="*/ 5240 h 10000"/>
                  <a:gd name="connsiteX57" fmla="*/ 8571 w 10000"/>
                  <a:gd name="connsiteY57" fmla="*/ 4921 h 10000"/>
                  <a:gd name="connsiteX58" fmla="*/ 8287 w 10000"/>
                  <a:gd name="connsiteY58" fmla="*/ 4921 h 10000"/>
                  <a:gd name="connsiteX59" fmla="*/ 7999 w 10000"/>
                  <a:gd name="connsiteY59" fmla="*/ 4763 h 10000"/>
                  <a:gd name="connsiteX60" fmla="*/ 7716 w 10000"/>
                  <a:gd name="connsiteY60" fmla="*/ 4763 h 10000"/>
                  <a:gd name="connsiteX61" fmla="*/ 5813 w 10000"/>
                  <a:gd name="connsiteY61" fmla="*/ 4492 h 10000"/>
                  <a:gd name="connsiteX62" fmla="*/ 6569 w 10000"/>
                  <a:gd name="connsiteY62" fmla="*/ 3970 h 10000"/>
                  <a:gd name="connsiteX63" fmla="*/ 6569 w 10000"/>
                  <a:gd name="connsiteY63" fmla="*/ 3652 h 10000"/>
                  <a:gd name="connsiteX64" fmla="*/ 6569 w 10000"/>
                  <a:gd name="connsiteY64" fmla="*/ 3494 h 10000"/>
                  <a:gd name="connsiteX65" fmla="*/ 6569 w 10000"/>
                  <a:gd name="connsiteY65" fmla="*/ 3334 h 10000"/>
                  <a:gd name="connsiteX66" fmla="*/ 6858 w 10000"/>
                  <a:gd name="connsiteY66" fmla="*/ 3176 h 10000"/>
                  <a:gd name="connsiteX67" fmla="*/ 7143 w 10000"/>
                  <a:gd name="connsiteY67" fmla="*/ 3176 h 10000"/>
                  <a:gd name="connsiteX68" fmla="*/ 7143 w 10000"/>
                  <a:gd name="connsiteY68" fmla="*/ 3017 h 10000"/>
                  <a:gd name="connsiteX69" fmla="*/ 7428 w 10000"/>
                  <a:gd name="connsiteY69" fmla="*/ 3017 h 10000"/>
                  <a:gd name="connsiteX70" fmla="*/ 7428 w 10000"/>
                  <a:gd name="connsiteY70" fmla="*/ 3017 h 10000"/>
                  <a:gd name="connsiteX71" fmla="*/ 7324 w 10000"/>
                  <a:gd name="connsiteY71" fmla="*/ 2795 h 10000"/>
                  <a:gd name="connsiteX72" fmla="*/ 6117 w 10000"/>
                  <a:gd name="connsiteY72" fmla="*/ 2405 h 10000"/>
                  <a:gd name="connsiteX73" fmla="*/ 5004 w 10000"/>
                  <a:gd name="connsiteY73" fmla="*/ 2630 h 10000"/>
                  <a:gd name="connsiteX0" fmla="*/ 3861 w 8857"/>
                  <a:gd name="connsiteY0" fmla="*/ 2630 h 10000"/>
                  <a:gd name="connsiteX1" fmla="*/ 5514 w 8857"/>
                  <a:gd name="connsiteY1" fmla="*/ 1491 h 10000"/>
                  <a:gd name="connsiteX2" fmla="*/ 2275 w 8857"/>
                  <a:gd name="connsiteY2" fmla="*/ 2589 h 10000"/>
                  <a:gd name="connsiteX3" fmla="*/ 1733 w 8857"/>
                  <a:gd name="connsiteY3" fmla="*/ 2309 h 10000"/>
                  <a:gd name="connsiteX4" fmla="*/ 1513 w 8857"/>
                  <a:gd name="connsiteY4" fmla="*/ 2943 h 10000"/>
                  <a:gd name="connsiteX5" fmla="*/ 1516 w 8857"/>
                  <a:gd name="connsiteY5" fmla="*/ 2693 h 10000"/>
                  <a:gd name="connsiteX6" fmla="*/ 1424 w 8857"/>
                  <a:gd name="connsiteY6" fmla="*/ 2220 h 10000"/>
                  <a:gd name="connsiteX7" fmla="*/ 1614 w 8857"/>
                  <a:gd name="connsiteY7" fmla="*/ 1826 h 10000"/>
                  <a:gd name="connsiteX8" fmla="*/ 1485 w 8857"/>
                  <a:gd name="connsiteY8" fmla="*/ 2970 h 10000"/>
                  <a:gd name="connsiteX9" fmla="*/ 857 w 8857"/>
                  <a:gd name="connsiteY9" fmla="*/ 0 h 10000"/>
                  <a:gd name="connsiteX10" fmla="*/ 284 w 8857"/>
                  <a:gd name="connsiteY10" fmla="*/ 0 h 10000"/>
                  <a:gd name="connsiteX11" fmla="*/ 284 w 8857"/>
                  <a:gd name="connsiteY11" fmla="*/ 161 h 10000"/>
                  <a:gd name="connsiteX12" fmla="*/ 0 w 8857"/>
                  <a:gd name="connsiteY12" fmla="*/ 479 h 10000"/>
                  <a:gd name="connsiteX13" fmla="*/ 0 w 8857"/>
                  <a:gd name="connsiteY13" fmla="*/ 795 h 10000"/>
                  <a:gd name="connsiteX14" fmla="*/ 284 w 8857"/>
                  <a:gd name="connsiteY14" fmla="*/ 1112 h 10000"/>
                  <a:gd name="connsiteX15" fmla="*/ 284 w 8857"/>
                  <a:gd name="connsiteY15" fmla="*/ 1271 h 10000"/>
                  <a:gd name="connsiteX16" fmla="*/ 284 w 8857"/>
                  <a:gd name="connsiteY16" fmla="*/ 1429 h 10000"/>
                  <a:gd name="connsiteX17" fmla="*/ 571 w 8857"/>
                  <a:gd name="connsiteY17" fmla="*/ 1589 h 10000"/>
                  <a:gd name="connsiteX18" fmla="*/ 284 w 8857"/>
                  <a:gd name="connsiteY18" fmla="*/ 1905 h 10000"/>
                  <a:gd name="connsiteX19" fmla="*/ 3689 w 8857"/>
                  <a:gd name="connsiteY19" fmla="*/ 4901 h 10000"/>
                  <a:gd name="connsiteX20" fmla="*/ 2605 w 8857"/>
                  <a:gd name="connsiteY20" fmla="*/ 4812 h 10000"/>
                  <a:gd name="connsiteX21" fmla="*/ 0 w 8857"/>
                  <a:gd name="connsiteY21" fmla="*/ 5240 h 10000"/>
                  <a:gd name="connsiteX22" fmla="*/ 284 w 8857"/>
                  <a:gd name="connsiteY22" fmla="*/ 5240 h 10000"/>
                  <a:gd name="connsiteX23" fmla="*/ 571 w 8857"/>
                  <a:gd name="connsiteY23" fmla="*/ 5399 h 10000"/>
                  <a:gd name="connsiteX24" fmla="*/ 857 w 8857"/>
                  <a:gd name="connsiteY24" fmla="*/ 5556 h 10000"/>
                  <a:gd name="connsiteX25" fmla="*/ 1430 w 8857"/>
                  <a:gd name="connsiteY25" fmla="*/ 5874 h 10000"/>
                  <a:gd name="connsiteX26" fmla="*/ 1997 w 8857"/>
                  <a:gd name="connsiteY26" fmla="*/ 6034 h 10000"/>
                  <a:gd name="connsiteX27" fmla="*/ 2569 w 8857"/>
                  <a:gd name="connsiteY27" fmla="*/ 6189 h 10000"/>
                  <a:gd name="connsiteX28" fmla="*/ 2858 w 8857"/>
                  <a:gd name="connsiteY28" fmla="*/ 6351 h 10000"/>
                  <a:gd name="connsiteX29" fmla="*/ 3428 w 8857"/>
                  <a:gd name="connsiteY29" fmla="*/ 6509 h 10000"/>
                  <a:gd name="connsiteX30" fmla="*/ 3717 w 8857"/>
                  <a:gd name="connsiteY30" fmla="*/ 6668 h 10000"/>
                  <a:gd name="connsiteX31" fmla="*/ 3717 w 8857"/>
                  <a:gd name="connsiteY31" fmla="*/ 6827 h 10000"/>
                  <a:gd name="connsiteX32" fmla="*/ 3717 w 8857"/>
                  <a:gd name="connsiteY32" fmla="*/ 6985 h 10000"/>
                  <a:gd name="connsiteX33" fmla="*/ 3717 w 8857"/>
                  <a:gd name="connsiteY33" fmla="*/ 6985 h 10000"/>
                  <a:gd name="connsiteX34" fmla="*/ 3717 w 8857"/>
                  <a:gd name="connsiteY34" fmla="*/ 7144 h 10000"/>
                  <a:gd name="connsiteX35" fmla="*/ 3717 w 8857"/>
                  <a:gd name="connsiteY35" fmla="*/ 7462 h 10000"/>
                  <a:gd name="connsiteX36" fmla="*/ 3717 w 8857"/>
                  <a:gd name="connsiteY36" fmla="*/ 8096 h 10000"/>
                  <a:gd name="connsiteX37" fmla="*/ 3428 w 8857"/>
                  <a:gd name="connsiteY37" fmla="*/ 8732 h 10000"/>
                  <a:gd name="connsiteX38" fmla="*/ 3428 w 8857"/>
                  <a:gd name="connsiteY38" fmla="*/ 9048 h 10000"/>
                  <a:gd name="connsiteX39" fmla="*/ 3717 w 8857"/>
                  <a:gd name="connsiteY39" fmla="*/ 9366 h 10000"/>
                  <a:gd name="connsiteX40" fmla="*/ 4286 w 8857"/>
                  <a:gd name="connsiteY40" fmla="*/ 9681 h 10000"/>
                  <a:gd name="connsiteX41" fmla="*/ 4571 w 8857"/>
                  <a:gd name="connsiteY41" fmla="*/ 9842 h 10000"/>
                  <a:gd name="connsiteX42" fmla="*/ 5143 w 8857"/>
                  <a:gd name="connsiteY42" fmla="*/ 9842 h 10000"/>
                  <a:gd name="connsiteX43" fmla="*/ 5715 w 8857"/>
                  <a:gd name="connsiteY43" fmla="*/ 10000 h 10000"/>
                  <a:gd name="connsiteX44" fmla="*/ 6285 w 8857"/>
                  <a:gd name="connsiteY44" fmla="*/ 10000 h 10000"/>
                  <a:gd name="connsiteX45" fmla="*/ 6856 w 8857"/>
                  <a:gd name="connsiteY45" fmla="*/ 10000 h 10000"/>
                  <a:gd name="connsiteX46" fmla="*/ 7428 w 8857"/>
                  <a:gd name="connsiteY46" fmla="*/ 9681 h 10000"/>
                  <a:gd name="connsiteX47" fmla="*/ 7998 w 8857"/>
                  <a:gd name="connsiteY47" fmla="*/ 9524 h 10000"/>
                  <a:gd name="connsiteX48" fmla="*/ 8286 w 8857"/>
                  <a:gd name="connsiteY48" fmla="*/ 9208 h 10000"/>
                  <a:gd name="connsiteX49" fmla="*/ 8573 w 8857"/>
                  <a:gd name="connsiteY49" fmla="*/ 9048 h 10000"/>
                  <a:gd name="connsiteX50" fmla="*/ 8573 w 8857"/>
                  <a:gd name="connsiteY50" fmla="*/ 9048 h 10000"/>
                  <a:gd name="connsiteX51" fmla="*/ 8857 w 8857"/>
                  <a:gd name="connsiteY51" fmla="*/ 7144 h 10000"/>
                  <a:gd name="connsiteX52" fmla="*/ 8857 w 8857"/>
                  <a:gd name="connsiteY52" fmla="*/ 6509 h 10000"/>
                  <a:gd name="connsiteX53" fmla="*/ 8573 w 8857"/>
                  <a:gd name="connsiteY53" fmla="*/ 5874 h 10000"/>
                  <a:gd name="connsiteX54" fmla="*/ 8286 w 8857"/>
                  <a:gd name="connsiteY54" fmla="*/ 5556 h 10000"/>
                  <a:gd name="connsiteX55" fmla="*/ 7709 w 8857"/>
                  <a:gd name="connsiteY55" fmla="*/ 5240 h 10000"/>
                  <a:gd name="connsiteX56" fmla="*/ 7428 w 8857"/>
                  <a:gd name="connsiteY56" fmla="*/ 4921 h 10000"/>
                  <a:gd name="connsiteX57" fmla="*/ 7144 w 8857"/>
                  <a:gd name="connsiteY57" fmla="*/ 4921 h 10000"/>
                  <a:gd name="connsiteX58" fmla="*/ 6856 w 8857"/>
                  <a:gd name="connsiteY58" fmla="*/ 4763 h 10000"/>
                  <a:gd name="connsiteX59" fmla="*/ 6573 w 8857"/>
                  <a:gd name="connsiteY59" fmla="*/ 4763 h 10000"/>
                  <a:gd name="connsiteX60" fmla="*/ 4670 w 8857"/>
                  <a:gd name="connsiteY60" fmla="*/ 4492 h 10000"/>
                  <a:gd name="connsiteX61" fmla="*/ 5426 w 8857"/>
                  <a:gd name="connsiteY61" fmla="*/ 3970 h 10000"/>
                  <a:gd name="connsiteX62" fmla="*/ 5426 w 8857"/>
                  <a:gd name="connsiteY62" fmla="*/ 3652 h 10000"/>
                  <a:gd name="connsiteX63" fmla="*/ 5426 w 8857"/>
                  <a:gd name="connsiteY63" fmla="*/ 3494 h 10000"/>
                  <a:gd name="connsiteX64" fmla="*/ 5426 w 8857"/>
                  <a:gd name="connsiteY64" fmla="*/ 3334 h 10000"/>
                  <a:gd name="connsiteX65" fmla="*/ 5715 w 8857"/>
                  <a:gd name="connsiteY65" fmla="*/ 3176 h 10000"/>
                  <a:gd name="connsiteX66" fmla="*/ 6000 w 8857"/>
                  <a:gd name="connsiteY66" fmla="*/ 3176 h 10000"/>
                  <a:gd name="connsiteX67" fmla="*/ 6000 w 8857"/>
                  <a:gd name="connsiteY67" fmla="*/ 3017 h 10000"/>
                  <a:gd name="connsiteX68" fmla="*/ 6285 w 8857"/>
                  <a:gd name="connsiteY68" fmla="*/ 3017 h 10000"/>
                  <a:gd name="connsiteX69" fmla="*/ 6285 w 8857"/>
                  <a:gd name="connsiteY69" fmla="*/ 3017 h 10000"/>
                  <a:gd name="connsiteX70" fmla="*/ 6181 w 8857"/>
                  <a:gd name="connsiteY70" fmla="*/ 2795 h 10000"/>
                  <a:gd name="connsiteX71" fmla="*/ 4974 w 8857"/>
                  <a:gd name="connsiteY71" fmla="*/ 2405 h 10000"/>
                  <a:gd name="connsiteX72" fmla="*/ 3861 w 8857"/>
                  <a:gd name="connsiteY72" fmla="*/ 2630 h 10000"/>
                  <a:gd name="connsiteX0" fmla="*/ 4359 w 10000"/>
                  <a:gd name="connsiteY0" fmla="*/ 2630 h 10000"/>
                  <a:gd name="connsiteX1" fmla="*/ 6226 w 10000"/>
                  <a:gd name="connsiteY1" fmla="*/ 1491 h 10000"/>
                  <a:gd name="connsiteX2" fmla="*/ 2569 w 10000"/>
                  <a:gd name="connsiteY2" fmla="*/ 2589 h 10000"/>
                  <a:gd name="connsiteX3" fmla="*/ 1957 w 10000"/>
                  <a:gd name="connsiteY3" fmla="*/ 2309 h 10000"/>
                  <a:gd name="connsiteX4" fmla="*/ 1708 w 10000"/>
                  <a:gd name="connsiteY4" fmla="*/ 2943 h 10000"/>
                  <a:gd name="connsiteX5" fmla="*/ 1712 w 10000"/>
                  <a:gd name="connsiteY5" fmla="*/ 2693 h 10000"/>
                  <a:gd name="connsiteX6" fmla="*/ 1608 w 10000"/>
                  <a:gd name="connsiteY6" fmla="*/ 2220 h 10000"/>
                  <a:gd name="connsiteX7" fmla="*/ 1822 w 10000"/>
                  <a:gd name="connsiteY7" fmla="*/ 1826 h 10000"/>
                  <a:gd name="connsiteX8" fmla="*/ 1677 w 10000"/>
                  <a:gd name="connsiteY8" fmla="*/ 2970 h 10000"/>
                  <a:gd name="connsiteX9" fmla="*/ 968 w 10000"/>
                  <a:gd name="connsiteY9" fmla="*/ 0 h 10000"/>
                  <a:gd name="connsiteX10" fmla="*/ 321 w 10000"/>
                  <a:gd name="connsiteY10" fmla="*/ 0 h 10000"/>
                  <a:gd name="connsiteX11" fmla="*/ 321 w 10000"/>
                  <a:gd name="connsiteY11" fmla="*/ 161 h 10000"/>
                  <a:gd name="connsiteX12" fmla="*/ 0 w 10000"/>
                  <a:gd name="connsiteY12" fmla="*/ 479 h 10000"/>
                  <a:gd name="connsiteX13" fmla="*/ 0 w 10000"/>
                  <a:gd name="connsiteY13" fmla="*/ 795 h 10000"/>
                  <a:gd name="connsiteX14" fmla="*/ 321 w 10000"/>
                  <a:gd name="connsiteY14" fmla="*/ 1112 h 10000"/>
                  <a:gd name="connsiteX15" fmla="*/ 321 w 10000"/>
                  <a:gd name="connsiteY15" fmla="*/ 1271 h 10000"/>
                  <a:gd name="connsiteX16" fmla="*/ 321 w 10000"/>
                  <a:gd name="connsiteY16" fmla="*/ 1429 h 10000"/>
                  <a:gd name="connsiteX17" fmla="*/ 645 w 10000"/>
                  <a:gd name="connsiteY17" fmla="*/ 1589 h 10000"/>
                  <a:gd name="connsiteX18" fmla="*/ 4165 w 10000"/>
                  <a:gd name="connsiteY18" fmla="*/ 4901 h 10000"/>
                  <a:gd name="connsiteX19" fmla="*/ 2941 w 10000"/>
                  <a:gd name="connsiteY19" fmla="*/ 4812 h 10000"/>
                  <a:gd name="connsiteX20" fmla="*/ 0 w 10000"/>
                  <a:gd name="connsiteY20" fmla="*/ 5240 h 10000"/>
                  <a:gd name="connsiteX21" fmla="*/ 321 w 10000"/>
                  <a:gd name="connsiteY21" fmla="*/ 5240 h 10000"/>
                  <a:gd name="connsiteX22" fmla="*/ 645 w 10000"/>
                  <a:gd name="connsiteY22" fmla="*/ 5399 h 10000"/>
                  <a:gd name="connsiteX23" fmla="*/ 968 w 10000"/>
                  <a:gd name="connsiteY23" fmla="*/ 5556 h 10000"/>
                  <a:gd name="connsiteX24" fmla="*/ 1615 w 10000"/>
                  <a:gd name="connsiteY24" fmla="*/ 5874 h 10000"/>
                  <a:gd name="connsiteX25" fmla="*/ 2255 w 10000"/>
                  <a:gd name="connsiteY25" fmla="*/ 6034 h 10000"/>
                  <a:gd name="connsiteX26" fmla="*/ 2901 w 10000"/>
                  <a:gd name="connsiteY26" fmla="*/ 6189 h 10000"/>
                  <a:gd name="connsiteX27" fmla="*/ 3227 w 10000"/>
                  <a:gd name="connsiteY27" fmla="*/ 6351 h 10000"/>
                  <a:gd name="connsiteX28" fmla="*/ 3870 w 10000"/>
                  <a:gd name="connsiteY28" fmla="*/ 6509 h 10000"/>
                  <a:gd name="connsiteX29" fmla="*/ 4197 w 10000"/>
                  <a:gd name="connsiteY29" fmla="*/ 6668 h 10000"/>
                  <a:gd name="connsiteX30" fmla="*/ 4197 w 10000"/>
                  <a:gd name="connsiteY30" fmla="*/ 6827 h 10000"/>
                  <a:gd name="connsiteX31" fmla="*/ 4197 w 10000"/>
                  <a:gd name="connsiteY31" fmla="*/ 6985 h 10000"/>
                  <a:gd name="connsiteX32" fmla="*/ 4197 w 10000"/>
                  <a:gd name="connsiteY32" fmla="*/ 6985 h 10000"/>
                  <a:gd name="connsiteX33" fmla="*/ 4197 w 10000"/>
                  <a:gd name="connsiteY33" fmla="*/ 7144 h 10000"/>
                  <a:gd name="connsiteX34" fmla="*/ 4197 w 10000"/>
                  <a:gd name="connsiteY34" fmla="*/ 7462 h 10000"/>
                  <a:gd name="connsiteX35" fmla="*/ 4197 w 10000"/>
                  <a:gd name="connsiteY35" fmla="*/ 8096 h 10000"/>
                  <a:gd name="connsiteX36" fmla="*/ 3870 w 10000"/>
                  <a:gd name="connsiteY36" fmla="*/ 8732 h 10000"/>
                  <a:gd name="connsiteX37" fmla="*/ 3870 w 10000"/>
                  <a:gd name="connsiteY37" fmla="*/ 9048 h 10000"/>
                  <a:gd name="connsiteX38" fmla="*/ 4197 w 10000"/>
                  <a:gd name="connsiteY38" fmla="*/ 9366 h 10000"/>
                  <a:gd name="connsiteX39" fmla="*/ 4839 w 10000"/>
                  <a:gd name="connsiteY39" fmla="*/ 9681 h 10000"/>
                  <a:gd name="connsiteX40" fmla="*/ 5161 w 10000"/>
                  <a:gd name="connsiteY40" fmla="*/ 9842 h 10000"/>
                  <a:gd name="connsiteX41" fmla="*/ 5807 w 10000"/>
                  <a:gd name="connsiteY41" fmla="*/ 9842 h 10000"/>
                  <a:gd name="connsiteX42" fmla="*/ 6453 w 10000"/>
                  <a:gd name="connsiteY42" fmla="*/ 10000 h 10000"/>
                  <a:gd name="connsiteX43" fmla="*/ 7096 w 10000"/>
                  <a:gd name="connsiteY43" fmla="*/ 10000 h 10000"/>
                  <a:gd name="connsiteX44" fmla="*/ 7741 w 10000"/>
                  <a:gd name="connsiteY44" fmla="*/ 10000 h 10000"/>
                  <a:gd name="connsiteX45" fmla="*/ 8387 w 10000"/>
                  <a:gd name="connsiteY45" fmla="*/ 9681 h 10000"/>
                  <a:gd name="connsiteX46" fmla="*/ 9030 w 10000"/>
                  <a:gd name="connsiteY46" fmla="*/ 9524 h 10000"/>
                  <a:gd name="connsiteX47" fmla="*/ 9355 w 10000"/>
                  <a:gd name="connsiteY47" fmla="*/ 9208 h 10000"/>
                  <a:gd name="connsiteX48" fmla="*/ 9679 w 10000"/>
                  <a:gd name="connsiteY48" fmla="*/ 9048 h 10000"/>
                  <a:gd name="connsiteX49" fmla="*/ 9679 w 10000"/>
                  <a:gd name="connsiteY49" fmla="*/ 9048 h 10000"/>
                  <a:gd name="connsiteX50" fmla="*/ 10000 w 10000"/>
                  <a:gd name="connsiteY50" fmla="*/ 7144 h 10000"/>
                  <a:gd name="connsiteX51" fmla="*/ 10000 w 10000"/>
                  <a:gd name="connsiteY51" fmla="*/ 6509 h 10000"/>
                  <a:gd name="connsiteX52" fmla="*/ 9679 w 10000"/>
                  <a:gd name="connsiteY52" fmla="*/ 5874 h 10000"/>
                  <a:gd name="connsiteX53" fmla="*/ 9355 w 10000"/>
                  <a:gd name="connsiteY53" fmla="*/ 5556 h 10000"/>
                  <a:gd name="connsiteX54" fmla="*/ 8704 w 10000"/>
                  <a:gd name="connsiteY54" fmla="*/ 5240 h 10000"/>
                  <a:gd name="connsiteX55" fmla="*/ 8387 w 10000"/>
                  <a:gd name="connsiteY55" fmla="*/ 4921 h 10000"/>
                  <a:gd name="connsiteX56" fmla="*/ 8066 w 10000"/>
                  <a:gd name="connsiteY56" fmla="*/ 4921 h 10000"/>
                  <a:gd name="connsiteX57" fmla="*/ 7741 w 10000"/>
                  <a:gd name="connsiteY57" fmla="*/ 4763 h 10000"/>
                  <a:gd name="connsiteX58" fmla="*/ 7421 w 10000"/>
                  <a:gd name="connsiteY58" fmla="*/ 4763 h 10000"/>
                  <a:gd name="connsiteX59" fmla="*/ 5273 w 10000"/>
                  <a:gd name="connsiteY59" fmla="*/ 4492 h 10000"/>
                  <a:gd name="connsiteX60" fmla="*/ 6126 w 10000"/>
                  <a:gd name="connsiteY60" fmla="*/ 3970 h 10000"/>
                  <a:gd name="connsiteX61" fmla="*/ 6126 w 10000"/>
                  <a:gd name="connsiteY61" fmla="*/ 3652 h 10000"/>
                  <a:gd name="connsiteX62" fmla="*/ 6126 w 10000"/>
                  <a:gd name="connsiteY62" fmla="*/ 3494 h 10000"/>
                  <a:gd name="connsiteX63" fmla="*/ 6126 w 10000"/>
                  <a:gd name="connsiteY63" fmla="*/ 3334 h 10000"/>
                  <a:gd name="connsiteX64" fmla="*/ 6453 w 10000"/>
                  <a:gd name="connsiteY64" fmla="*/ 3176 h 10000"/>
                  <a:gd name="connsiteX65" fmla="*/ 6774 w 10000"/>
                  <a:gd name="connsiteY65" fmla="*/ 3176 h 10000"/>
                  <a:gd name="connsiteX66" fmla="*/ 6774 w 10000"/>
                  <a:gd name="connsiteY66" fmla="*/ 3017 h 10000"/>
                  <a:gd name="connsiteX67" fmla="*/ 7096 w 10000"/>
                  <a:gd name="connsiteY67" fmla="*/ 3017 h 10000"/>
                  <a:gd name="connsiteX68" fmla="*/ 7096 w 10000"/>
                  <a:gd name="connsiteY68" fmla="*/ 3017 h 10000"/>
                  <a:gd name="connsiteX69" fmla="*/ 6979 w 10000"/>
                  <a:gd name="connsiteY69" fmla="*/ 2795 h 10000"/>
                  <a:gd name="connsiteX70" fmla="*/ 5616 w 10000"/>
                  <a:gd name="connsiteY70" fmla="*/ 2405 h 10000"/>
                  <a:gd name="connsiteX71" fmla="*/ 4359 w 10000"/>
                  <a:gd name="connsiteY71" fmla="*/ 2630 h 10000"/>
                  <a:gd name="connsiteX0" fmla="*/ 4359 w 10000"/>
                  <a:gd name="connsiteY0" fmla="*/ 2630 h 10000"/>
                  <a:gd name="connsiteX1" fmla="*/ 6226 w 10000"/>
                  <a:gd name="connsiteY1" fmla="*/ 1491 h 10000"/>
                  <a:gd name="connsiteX2" fmla="*/ 2569 w 10000"/>
                  <a:gd name="connsiteY2" fmla="*/ 2589 h 10000"/>
                  <a:gd name="connsiteX3" fmla="*/ 1957 w 10000"/>
                  <a:gd name="connsiteY3" fmla="*/ 2309 h 10000"/>
                  <a:gd name="connsiteX4" fmla="*/ 1708 w 10000"/>
                  <a:gd name="connsiteY4" fmla="*/ 2943 h 10000"/>
                  <a:gd name="connsiteX5" fmla="*/ 1712 w 10000"/>
                  <a:gd name="connsiteY5" fmla="*/ 2693 h 10000"/>
                  <a:gd name="connsiteX6" fmla="*/ 1608 w 10000"/>
                  <a:gd name="connsiteY6" fmla="*/ 2220 h 10000"/>
                  <a:gd name="connsiteX7" fmla="*/ 1822 w 10000"/>
                  <a:gd name="connsiteY7" fmla="*/ 1826 h 10000"/>
                  <a:gd name="connsiteX8" fmla="*/ 1677 w 10000"/>
                  <a:gd name="connsiteY8" fmla="*/ 2970 h 10000"/>
                  <a:gd name="connsiteX9" fmla="*/ 968 w 10000"/>
                  <a:gd name="connsiteY9" fmla="*/ 0 h 10000"/>
                  <a:gd name="connsiteX10" fmla="*/ 321 w 10000"/>
                  <a:gd name="connsiteY10" fmla="*/ 0 h 10000"/>
                  <a:gd name="connsiteX11" fmla="*/ 321 w 10000"/>
                  <a:gd name="connsiteY11" fmla="*/ 161 h 10000"/>
                  <a:gd name="connsiteX12" fmla="*/ 0 w 10000"/>
                  <a:gd name="connsiteY12" fmla="*/ 479 h 10000"/>
                  <a:gd name="connsiteX13" fmla="*/ 0 w 10000"/>
                  <a:gd name="connsiteY13" fmla="*/ 795 h 10000"/>
                  <a:gd name="connsiteX14" fmla="*/ 321 w 10000"/>
                  <a:gd name="connsiteY14" fmla="*/ 1112 h 10000"/>
                  <a:gd name="connsiteX15" fmla="*/ 321 w 10000"/>
                  <a:gd name="connsiteY15" fmla="*/ 1271 h 10000"/>
                  <a:gd name="connsiteX16" fmla="*/ 321 w 10000"/>
                  <a:gd name="connsiteY16" fmla="*/ 1429 h 10000"/>
                  <a:gd name="connsiteX17" fmla="*/ 4165 w 10000"/>
                  <a:gd name="connsiteY17" fmla="*/ 4901 h 10000"/>
                  <a:gd name="connsiteX18" fmla="*/ 2941 w 10000"/>
                  <a:gd name="connsiteY18" fmla="*/ 4812 h 10000"/>
                  <a:gd name="connsiteX19" fmla="*/ 0 w 10000"/>
                  <a:gd name="connsiteY19" fmla="*/ 5240 h 10000"/>
                  <a:gd name="connsiteX20" fmla="*/ 321 w 10000"/>
                  <a:gd name="connsiteY20" fmla="*/ 5240 h 10000"/>
                  <a:gd name="connsiteX21" fmla="*/ 645 w 10000"/>
                  <a:gd name="connsiteY21" fmla="*/ 5399 h 10000"/>
                  <a:gd name="connsiteX22" fmla="*/ 968 w 10000"/>
                  <a:gd name="connsiteY22" fmla="*/ 5556 h 10000"/>
                  <a:gd name="connsiteX23" fmla="*/ 1615 w 10000"/>
                  <a:gd name="connsiteY23" fmla="*/ 5874 h 10000"/>
                  <a:gd name="connsiteX24" fmla="*/ 2255 w 10000"/>
                  <a:gd name="connsiteY24" fmla="*/ 6034 h 10000"/>
                  <a:gd name="connsiteX25" fmla="*/ 2901 w 10000"/>
                  <a:gd name="connsiteY25" fmla="*/ 6189 h 10000"/>
                  <a:gd name="connsiteX26" fmla="*/ 3227 w 10000"/>
                  <a:gd name="connsiteY26" fmla="*/ 6351 h 10000"/>
                  <a:gd name="connsiteX27" fmla="*/ 3870 w 10000"/>
                  <a:gd name="connsiteY27" fmla="*/ 6509 h 10000"/>
                  <a:gd name="connsiteX28" fmla="*/ 4197 w 10000"/>
                  <a:gd name="connsiteY28" fmla="*/ 6668 h 10000"/>
                  <a:gd name="connsiteX29" fmla="*/ 4197 w 10000"/>
                  <a:gd name="connsiteY29" fmla="*/ 6827 h 10000"/>
                  <a:gd name="connsiteX30" fmla="*/ 4197 w 10000"/>
                  <a:gd name="connsiteY30" fmla="*/ 6985 h 10000"/>
                  <a:gd name="connsiteX31" fmla="*/ 4197 w 10000"/>
                  <a:gd name="connsiteY31" fmla="*/ 6985 h 10000"/>
                  <a:gd name="connsiteX32" fmla="*/ 4197 w 10000"/>
                  <a:gd name="connsiteY32" fmla="*/ 7144 h 10000"/>
                  <a:gd name="connsiteX33" fmla="*/ 4197 w 10000"/>
                  <a:gd name="connsiteY33" fmla="*/ 7462 h 10000"/>
                  <a:gd name="connsiteX34" fmla="*/ 4197 w 10000"/>
                  <a:gd name="connsiteY34" fmla="*/ 8096 h 10000"/>
                  <a:gd name="connsiteX35" fmla="*/ 3870 w 10000"/>
                  <a:gd name="connsiteY35" fmla="*/ 8732 h 10000"/>
                  <a:gd name="connsiteX36" fmla="*/ 3870 w 10000"/>
                  <a:gd name="connsiteY36" fmla="*/ 9048 h 10000"/>
                  <a:gd name="connsiteX37" fmla="*/ 4197 w 10000"/>
                  <a:gd name="connsiteY37" fmla="*/ 9366 h 10000"/>
                  <a:gd name="connsiteX38" fmla="*/ 4839 w 10000"/>
                  <a:gd name="connsiteY38" fmla="*/ 9681 h 10000"/>
                  <a:gd name="connsiteX39" fmla="*/ 5161 w 10000"/>
                  <a:gd name="connsiteY39" fmla="*/ 9842 h 10000"/>
                  <a:gd name="connsiteX40" fmla="*/ 5807 w 10000"/>
                  <a:gd name="connsiteY40" fmla="*/ 9842 h 10000"/>
                  <a:gd name="connsiteX41" fmla="*/ 6453 w 10000"/>
                  <a:gd name="connsiteY41" fmla="*/ 10000 h 10000"/>
                  <a:gd name="connsiteX42" fmla="*/ 7096 w 10000"/>
                  <a:gd name="connsiteY42" fmla="*/ 10000 h 10000"/>
                  <a:gd name="connsiteX43" fmla="*/ 7741 w 10000"/>
                  <a:gd name="connsiteY43" fmla="*/ 10000 h 10000"/>
                  <a:gd name="connsiteX44" fmla="*/ 8387 w 10000"/>
                  <a:gd name="connsiteY44" fmla="*/ 9681 h 10000"/>
                  <a:gd name="connsiteX45" fmla="*/ 9030 w 10000"/>
                  <a:gd name="connsiteY45" fmla="*/ 9524 h 10000"/>
                  <a:gd name="connsiteX46" fmla="*/ 9355 w 10000"/>
                  <a:gd name="connsiteY46" fmla="*/ 9208 h 10000"/>
                  <a:gd name="connsiteX47" fmla="*/ 9679 w 10000"/>
                  <a:gd name="connsiteY47" fmla="*/ 9048 h 10000"/>
                  <a:gd name="connsiteX48" fmla="*/ 9679 w 10000"/>
                  <a:gd name="connsiteY48" fmla="*/ 9048 h 10000"/>
                  <a:gd name="connsiteX49" fmla="*/ 10000 w 10000"/>
                  <a:gd name="connsiteY49" fmla="*/ 7144 h 10000"/>
                  <a:gd name="connsiteX50" fmla="*/ 10000 w 10000"/>
                  <a:gd name="connsiteY50" fmla="*/ 6509 h 10000"/>
                  <a:gd name="connsiteX51" fmla="*/ 9679 w 10000"/>
                  <a:gd name="connsiteY51" fmla="*/ 5874 h 10000"/>
                  <a:gd name="connsiteX52" fmla="*/ 9355 w 10000"/>
                  <a:gd name="connsiteY52" fmla="*/ 5556 h 10000"/>
                  <a:gd name="connsiteX53" fmla="*/ 8704 w 10000"/>
                  <a:gd name="connsiteY53" fmla="*/ 5240 h 10000"/>
                  <a:gd name="connsiteX54" fmla="*/ 8387 w 10000"/>
                  <a:gd name="connsiteY54" fmla="*/ 4921 h 10000"/>
                  <a:gd name="connsiteX55" fmla="*/ 8066 w 10000"/>
                  <a:gd name="connsiteY55" fmla="*/ 4921 h 10000"/>
                  <a:gd name="connsiteX56" fmla="*/ 7741 w 10000"/>
                  <a:gd name="connsiteY56" fmla="*/ 4763 h 10000"/>
                  <a:gd name="connsiteX57" fmla="*/ 7421 w 10000"/>
                  <a:gd name="connsiteY57" fmla="*/ 4763 h 10000"/>
                  <a:gd name="connsiteX58" fmla="*/ 5273 w 10000"/>
                  <a:gd name="connsiteY58" fmla="*/ 4492 h 10000"/>
                  <a:gd name="connsiteX59" fmla="*/ 6126 w 10000"/>
                  <a:gd name="connsiteY59" fmla="*/ 3970 h 10000"/>
                  <a:gd name="connsiteX60" fmla="*/ 6126 w 10000"/>
                  <a:gd name="connsiteY60" fmla="*/ 3652 h 10000"/>
                  <a:gd name="connsiteX61" fmla="*/ 6126 w 10000"/>
                  <a:gd name="connsiteY61" fmla="*/ 3494 h 10000"/>
                  <a:gd name="connsiteX62" fmla="*/ 6126 w 10000"/>
                  <a:gd name="connsiteY62" fmla="*/ 3334 h 10000"/>
                  <a:gd name="connsiteX63" fmla="*/ 6453 w 10000"/>
                  <a:gd name="connsiteY63" fmla="*/ 3176 h 10000"/>
                  <a:gd name="connsiteX64" fmla="*/ 6774 w 10000"/>
                  <a:gd name="connsiteY64" fmla="*/ 3176 h 10000"/>
                  <a:gd name="connsiteX65" fmla="*/ 6774 w 10000"/>
                  <a:gd name="connsiteY65" fmla="*/ 3017 h 10000"/>
                  <a:gd name="connsiteX66" fmla="*/ 7096 w 10000"/>
                  <a:gd name="connsiteY66" fmla="*/ 3017 h 10000"/>
                  <a:gd name="connsiteX67" fmla="*/ 7096 w 10000"/>
                  <a:gd name="connsiteY67" fmla="*/ 3017 h 10000"/>
                  <a:gd name="connsiteX68" fmla="*/ 6979 w 10000"/>
                  <a:gd name="connsiteY68" fmla="*/ 2795 h 10000"/>
                  <a:gd name="connsiteX69" fmla="*/ 5616 w 10000"/>
                  <a:gd name="connsiteY69" fmla="*/ 2405 h 10000"/>
                  <a:gd name="connsiteX70" fmla="*/ 4359 w 10000"/>
                  <a:gd name="connsiteY70" fmla="*/ 2630 h 10000"/>
                  <a:gd name="connsiteX0" fmla="*/ 4359 w 10000"/>
                  <a:gd name="connsiteY0" fmla="*/ 2630 h 10000"/>
                  <a:gd name="connsiteX1" fmla="*/ 6226 w 10000"/>
                  <a:gd name="connsiteY1" fmla="*/ 1491 h 10000"/>
                  <a:gd name="connsiteX2" fmla="*/ 2569 w 10000"/>
                  <a:gd name="connsiteY2" fmla="*/ 2589 h 10000"/>
                  <a:gd name="connsiteX3" fmla="*/ 1957 w 10000"/>
                  <a:gd name="connsiteY3" fmla="*/ 2309 h 10000"/>
                  <a:gd name="connsiteX4" fmla="*/ 1708 w 10000"/>
                  <a:gd name="connsiteY4" fmla="*/ 2943 h 10000"/>
                  <a:gd name="connsiteX5" fmla="*/ 1712 w 10000"/>
                  <a:gd name="connsiteY5" fmla="*/ 2693 h 10000"/>
                  <a:gd name="connsiteX6" fmla="*/ 1608 w 10000"/>
                  <a:gd name="connsiteY6" fmla="*/ 2220 h 10000"/>
                  <a:gd name="connsiteX7" fmla="*/ 1822 w 10000"/>
                  <a:gd name="connsiteY7" fmla="*/ 1826 h 10000"/>
                  <a:gd name="connsiteX8" fmla="*/ 1677 w 10000"/>
                  <a:gd name="connsiteY8" fmla="*/ 2970 h 10000"/>
                  <a:gd name="connsiteX9" fmla="*/ 968 w 10000"/>
                  <a:gd name="connsiteY9" fmla="*/ 0 h 10000"/>
                  <a:gd name="connsiteX10" fmla="*/ 321 w 10000"/>
                  <a:gd name="connsiteY10" fmla="*/ 0 h 10000"/>
                  <a:gd name="connsiteX11" fmla="*/ 321 w 10000"/>
                  <a:gd name="connsiteY11" fmla="*/ 161 h 10000"/>
                  <a:gd name="connsiteX12" fmla="*/ 0 w 10000"/>
                  <a:gd name="connsiteY12" fmla="*/ 479 h 10000"/>
                  <a:gd name="connsiteX13" fmla="*/ 0 w 10000"/>
                  <a:gd name="connsiteY13" fmla="*/ 795 h 10000"/>
                  <a:gd name="connsiteX14" fmla="*/ 321 w 10000"/>
                  <a:gd name="connsiteY14" fmla="*/ 1112 h 10000"/>
                  <a:gd name="connsiteX15" fmla="*/ 321 w 10000"/>
                  <a:gd name="connsiteY15" fmla="*/ 1271 h 10000"/>
                  <a:gd name="connsiteX16" fmla="*/ 4165 w 10000"/>
                  <a:gd name="connsiteY16" fmla="*/ 4901 h 10000"/>
                  <a:gd name="connsiteX17" fmla="*/ 2941 w 10000"/>
                  <a:gd name="connsiteY17" fmla="*/ 4812 h 10000"/>
                  <a:gd name="connsiteX18" fmla="*/ 0 w 10000"/>
                  <a:gd name="connsiteY18" fmla="*/ 5240 h 10000"/>
                  <a:gd name="connsiteX19" fmla="*/ 321 w 10000"/>
                  <a:gd name="connsiteY19" fmla="*/ 5240 h 10000"/>
                  <a:gd name="connsiteX20" fmla="*/ 645 w 10000"/>
                  <a:gd name="connsiteY20" fmla="*/ 5399 h 10000"/>
                  <a:gd name="connsiteX21" fmla="*/ 968 w 10000"/>
                  <a:gd name="connsiteY21" fmla="*/ 5556 h 10000"/>
                  <a:gd name="connsiteX22" fmla="*/ 1615 w 10000"/>
                  <a:gd name="connsiteY22" fmla="*/ 5874 h 10000"/>
                  <a:gd name="connsiteX23" fmla="*/ 2255 w 10000"/>
                  <a:gd name="connsiteY23" fmla="*/ 6034 h 10000"/>
                  <a:gd name="connsiteX24" fmla="*/ 2901 w 10000"/>
                  <a:gd name="connsiteY24" fmla="*/ 6189 h 10000"/>
                  <a:gd name="connsiteX25" fmla="*/ 3227 w 10000"/>
                  <a:gd name="connsiteY25" fmla="*/ 6351 h 10000"/>
                  <a:gd name="connsiteX26" fmla="*/ 3870 w 10000"/>
                  <a:gd name="connsiteY26" fmla="*/ 6509 h 10000"/>
                  <a:gd name="connsiteX27" fmla="*/ 4197 w 10000"/>
                  <a:gd name="connsiteY27" fmla="*/ 6668 h 10000"/>
                  <a:gd name="connsiteX28" fmla="*/ 4197 w 10000"/>
                  <a:gd name="connsiteY28" fmla="*/ 6827 h 10000"/>
                  <a:gd name="connsiteX29" fmla="*/ 4197 w 10000"/>
                  <a:gd name="connsiteY29" fmla="*/ 6985 h 10000"/>
                  <a:gd name="connsiteX30" fmla="*/ 4197 w 10000"/>
                  <a:gd name="connsiteY30" fmla="*/ 6985 h 10000"/>
                  <a:gd name="connsiteX31" fmla="*/ 4197 w 10000"/>
                  <a:gd name="connsiteY31" fmla="*/ 7144 h 10000"/>
                  <a:gd name="connsiteX32" fmla="*/ 4197 w 10000"/>
                  <a:gd name="connsiteY32" fmla="*/ 7462 h 10000"/>
                  <a:gd name="connsiteX33" fmla="*/ 4197 w 10000"/>
                  <a:gd name="connsiteY33" fmla="*/ 8096 h 10000"/>
                  <a:gd name="connsiteX34" fmla="*/ 3870 w 10000"/>
                  <a:gd name="connsiteY34" fmla="*/ 8732 h 10000"/>
                  <a:gd name="connsiteX35" fmla="*/ 3870 w 10000"/>
                  <a:gd name="connsiteY35" fmla="*/ 9048 h 10000"/>
                  <a:gd name="connsiteX36" fmla="*/ 4197 w 10000"/>
                  <a:gd name="connsiteY36" fmla="*/ 9366 h 10000"/>
                  <a:gd name="connsiteX37" fmla="*/ 4839 w 10000"/>
                  <a:gd name="connsiteY37" fmla="*/ 9681 h 10000"/>
                  <a:gd name="connsiteX38" fmla="*/ 5161 w 10000"/>
                  <a:gd name="connsiteY38" fmla="*/ 9842 h 10000"/>
                  <a:gd name="connsiteX39" fmla="*/ 5807 w 10000"/>
                  <a:gd name="connsiteY39" fmla="*/ 9842 h 10000"/>
                  <a:gd name="connsiteX40" fmla="*/ 6453 w 10000"/>
                  <a:gd name="connsiteY40" fmla="*/ 10000 h 10000"/>
                  <a:gd name="connsiteX41" fmla="*/ 7096 w 10000"/>
                  <a:gd name="connsiteY41" fmla="*/ 10000 h 10000"/>
                  <a:gd name="connsiteX42" fmla="*/ 7741 w 10000"/>
                  <a:gd name="connsiteY42" fmla="*/ 10000 h 10000"/>
                  <a:gd name="connsiteX43" fmla="*/ 8387 w 10000"/>
                  <a:gd name="connsiteY43" fmla="*/ 9681 h 10000"/>
                  <a:gd name="connsiteX44" fmla="*/ 9030 w 10000"/>
                  <a:gd name="connsiteY44" fmla="*/ 9524 h 10000"/>
                  <a:gd name="connsiteX45" fmla="*/ 9355 w 10000"/>
                  <a:gd name="connsiteY45" fmla="*/ 9208 h 10000"/>
                  <a:gd name="connsiteX46" fmla="*/ 9679 w 10000"/>
                  <a:gd name="connsiteY46" fmla="*/ 9048 h 10000"/>
                  <a:gd name="connsiteX47" fmla="*/ 9679 w 10000"/>
                  <a:gd name="connsiteY47" fmla="*/ 9048 h 10000"/>
                  <a:gd name="connsiteX48" fmla="*/ 10000 w 10000"/>
                  <a:gd name="connsiteY48" fmla="*/ 7144 h 10000"/>
                  <a:gd name="connsiteX49" fmla="*/ 10000 w 10000"/>
                  <a:gd name="connsiteY49" fmla="*/ 6509 h 10000"/>
                  <a:gd name="connsiteX50" fmla="*/ 9679 w 10000"/>
                  <a:gd name="connsiteY50" fmla="*/ 5874 h 10000"/>
                  <a:gd name="connsiteX51" fmla="*/ 9355 w 10000"/>
                  <a:gd name="connsiteY51" fmla="*/ 5556 h 10000"/>
                  <a:gd name="connsiteX52" fmla="*/ 8704 w 10000"/>
                  <a:gd name="connsiteY52" fmla="*/ 5240 h 10000"/>
                  <a:gd name="connsiteX53" fmla="*/ 8387 w 10000"/>
                  <a:gd name="connsiteY53" fmla="*/ 4921 h 10000"/>
                  <a:gd name="connsiteX54" fmla="*/ 8066 w 10000"/>
                  <a:gd name="connsiteY54" fmla="*/ 4921 h 10000"/>
                  <a:gd name="connsiteX55" fmla="*/ 7741 w 10000"/>
                  <a:gd name="connsiteY55" fmla="*/ 4763 h 10000"/>
                  <a:gd name="connsiteX56" fmla="*/ 7421 w 10000"/>
                  <a:gd name="connsiteY56" fmla="*/ 4763 h 10000"/>
                  <a:gd name="connsiteX57" fmla="*/ 5273 w 10000"/>
                  <a:gd name="connsiteY57" fmla="*/ 4492 h 10000"/>
                  <a:gd name="connsiteX58" fmla="*/ 6126 w 10000"/>
                  <a:gd name="connsiteY58" fmla="*/ 3970 h 10000"/>
                  <a:gd name="connsiteX59" fmla="*/ 6126 w 10000"/>
                  <a:gd name="connsiteY59" fmla="*/ 3652 h 10000"/>
                  <a:gd name="connsiteX60" fmla="*/ 6126 w 10000"/>
                  <a:gd name="connsiteY60" fmla="*/ 3494 h 10000"/>
                  <a:gd name="connsiteX61" fmla="*/ 6126 w 10000"/>
                  <a:gd name="connsiteY61" fmla="*/ 3334 h 10000"/>
                  <a:gd name="connsiteX62" fmla="*/ 6453 w 10000"/>
                  <a:gd name="connsiteY62" fmla="*/ 3176 h 10000"/>
                  <a:gd name="connsiteX63" fmla="*/ 6774 w 10000"/>
                  <a:gd name="connsiteY63" fmla="*/ 3176 h 10000"/>
                  <a:gd name="connsiteX64" fmla="*/ 6774 w 10000"/>
                  <a:gd name="connsiteY64" fmla="*/ 3017 h 10000"/>
                  <a:gd name="connsiteX65" fmla="*/ 7096 w 10000"/>
                  <a:gd name="connsiteY65" fmla="*/ 3017 h 10000"/>
                  <a:gd name="connsiteX66" fmla="*/ 7096 w 10000"/>
                  <a:gd name="connsiteY66" fmla="*/ 3017 h 10000"/>
                  <a:gd name="connsiteX67" fmla="*/ 6979 w 10000"/>
                  <a:gd name="connsiteY67" fmla="*/ 2795 h 10000"/>
                  <a:gd name="connsiteX68" fmla="*/ 5616 w 10000"/>
                  <a:gd name="connsiteY68" fmla="*/ 2405 h 10000"/>
                  <a:gd name="connsiteX69" fmla="*/ 4359 w 10000"/>
                  <a:gd name="connsiteY69" fmla="*/ 2630 h 10000"/>
                  <a:gd name="connsiteX0" fmla="*/ 4359 w 10000"/>
                  <a:gd name="connsiteY0" fmla="*/ 2630 h 10000"/>
                  <a:gd name="connsiteX1" fmla="*/ 6226 w 10000"/>
                  <a:gd name="connsiteY1" fmla="*/ 1491 h 10000"/>
                  <a:gd name="connsiteX2" fmla="*/ 2569 w 10000"/>
                  <a:gd name="connsiteY2" fmla="*/ 2589 h 10000"/>
                  <a:gd name="connsiteX3" fmla="*/ 1957 w 10000"/>
                  <a:gd name="connsiteY3" fmla="*/ 2309 h 10000"/>
                  <a:gd name="connsiteX4" fmla="*/ 1708 w 10000"/>
                  <a:gd name="connsiteY4" fmla="*/ 2943 h 10000"/>
                  <a:gd name="connsiteX5" fmla="*/ 1712 w 10000"/>
                  <a:gd name="connsiteY5" fmla="*/ 2693 h 10000"/>
                  <a:gd name="connsiteX6" fmla="*/ 1608 w 10000"/>
                  <a:gd name="connsiteY6" fmla="*/ 2220 h 10000"/>
                  <a:gd name="connsiteX7" fmla="*/ 1822 w 10000"/>
                  <a:gd name="connsiteY7" fmla="*/ 1826 h 10000"/>
                  <a:gd name="connsiteX8" fmla="*/ 1677 w 10000"/>
                  <a:gd name="connsiteY8" fmla="*/ 2970 h 10000"/>
                  <a:gd name="connsiteX9" fmla="*/ 968 w 10000"/>
                  <a:gd name="connsiteY9" fmla="*/ 0 h 10000"/>
                  <a:gd name="connsiteX10" fmla="*/ 321 w 10000"/>
                  <a:gd name="connsiteY10" fmla="*/ 0 h 10000"/>
                  <a:gd name="connsiteX11" fmla="*/ 321 w 10000"/>
                  <a:gd name="connsiteY11" fmla="*/ 161 h 10000"/>
                  <a:gd name="connsiteX12" fmla="*/ 0 w 10000"/>
                  <a:gd name="connsiteY12" fmla="*/ 479 h 10000"/>
                  <a:gd name="connsiteX13" fmla="*/ 0 w 10000"/>
                  <a:gd name="connsiteY13" fmla="*/ 795 h 10000"/>
                  <a:gd name="connsiteX14" fmla="*/ 321 w 10000"/>
                  <a:gd name="connsiteY14" fmla="*/ 1112 h 10000"/>
                  <a:gd name="connsiteX15" fmla="*/ 4165 w 10000"/>
                  <a:gd name="connsiteY15" fmla="*/ 4901 h 10000"/>
                  <a:gd name="connsiteX16" fmla="*/ 2941 w 10000"/>
                  <a:gd name="connsiteY16" fmla="*/ 4812 h 10000"/>
                  <a:gd name="connsiteX17" fmla="*/ 0 w 10000"/>
                  <a:gd name="connsiteY17" fmla="*/ 5240 h 10000"/>
                  <a:gd name="connsiteX18" fmla="*/ 321 w 10000"/>
                  <a:gd name="connsiteY18" fmla="*/ 5240 h 10000"/>
                  <a:gd name="connsiteX19" fmla="*/ 645 w 10000"/>
                  <a:gd name="connsiteY19" fmla="*/ 5399 h 10000"/>
                  <a:gd name="connsiteX20" fmla="*/ 968 w 10000"/>
                  <a:gd name="connsiteY20" fmla="*/ 5556 h 10000"/>
                  <a:gd name="connsiteX21" fmla="*/ 1615 w 10000"/>
                  <a:gd name="connsiteY21" fmla="*/ 5874 h 10000"/>
                  <a:gd name="connsiteX22" fmla="*/ 2255 w 10000"/>
                  <a:gd name="connsiteY22" fmla="*/ 6034 h 10000"/>
                  <a:gd name="connsiteX23" fmla="*/ 2901 w 10000"/>
                  <a:gd name="connsiteY23" fmla="*/ 6189 h 10000"/>
                  <a:gd name="connsiteX24" fmla="*/ 3227 w 10000"/>
                  <a:gd name="connsiteY24" fmla="*/ 6351 h 10000"/>
                  <a:gd name="connsiteX25" fmla="*/ 3870 w 10000"/>
                  <a:gd name="connsiteY25" fmla="*/ 6509 h 10000"/>
                  <a:gd name="connsiteX26" fmla="*/ 4197 w 10000"/>
                  <a:gd name="connsiteY26" fmla="*/ 6668 h 10000"/>
                  <a:gd name="connsiteX27" fmla="*/ 4197 w 10000"/>
                  <a:gd name="connsiteY27" fmla="*/ 6827 h 10000"/>
                  <a:gd name="connsiteX28" fmla="*/ 4197 w 10000"/>
                  <a:gd name="connsiteY28" fmla="*/ 6985 h 10000"/>
                  <a:gd name="connsiteX29" fmla="*/ 4197 w 10000"/>
                  <a:gd name="connsiteY29" fmla="*/ 6985 h 10000"/>
                  <a:gd name="connsiteX30" fmla="*/ 4197 w 10000"/>
                  <a:gd name="connsiteY30" fmla="*/ 7144 h 10000"/>
                  <a:gd name="connsiteX31" fmla="*/ 4197 w 10000"/>
                  <a:gd name="connsiteY31" fmla="*/ 7462 h 10000"/>
                  <a:gd name="connsiteX32" fmla="*/ 4197 w 10000"/>
                  <a:gd name="connsiteY32" fmla="*/ 8096 h 10000"/>
                  <a:gd name="connsiteX33" fmla="*/ 3870 w 10000"/>
                  <a:gd name="connsiteY33" fmla="*/ 8732 h 10000"/>
                  <a:gd name="connsiteX34" fmla="*/ 3870 w 10000"/>
                  <a:gd name="connsiteY34" fmla="*/ 9048 h 10000"/>
                  <a:gd name="connsiteX35" fmla="*/ 4197 w 10000"/>
                  <a:gd name="connsiteY35" fmla="*/ 9366 h 10000"/>
                  <a:gd name="connsiteX36" fmla="*/ 4839 w 10000"/>
                  <a:gd name="connsiteY36" fmla="*/ 9681 h 10000"/>
                  <a:gd name="connsiteX37" fmla="*/ 5161 w 10000"/>
                  <a:gd name="connsiteY37" fmla="*/ 9842 h 10000"/>
                  <a:gd name="connsiteX38" fmla="*/ 5807 w 10000"/>
                  <a:gd name="connsiteY38" fmla="*/ 9842 h 10000"/>
                  <a:gd name="connsiteX39" fmla="*/ 6453 w 10000"/>
                  <a:gd name="connsiteY39" fmla="*/ 10000 h 10000"/>
                  <a:gd name="connsiteX40" fmla="*/ 7096 w 10000"/>
                  <a:gd name="connsiteY40" fmla="*/ 10000 h 10000"/>
                  <a:gd name="connsiteX41" fmla="*/ 7741 w 10000"/>
                  <a:gd name="connsiteY41" fmla="*/ 10000 h 10000"/>
                  <a:gd name="connsiteX42" fmla="*/ 8387 w 10000"/>
                  <a:gd name="connsiteY42" fmla="*/ 9681 h 10000"/>
                  <a:gd name="connsiteX43" fmla="*/ 9030 w 10000"/>
                  <a:gd name="connsiteY43" fmla="*/ 9524 h 10000"/>
                  <a:gd name="connsiteX44" fmla="*/ 9355 w 10000"/>
                  <a:gd name="connsiteY44" fmla="*/ 9208 h 10000"/>
                  <a:gd name="connsiteX45" fmla="*/ 9679 w 10000"/>
                  <a:gd name="connsiteY45" fmla="*/ 9048 h 10000"/>
                  <a:gd name="connsiteX46" fmla="*/ 9679 w 10000"/>
                  <a:gd name="connsiteY46" fmla="*/ 9048 h 10000"/>
                  <a:gd name="connsiteX47" fmla="*/ 10000 w 10000"/>
                  <a:gd name="connsiteY47" fmla="*/ 7144 h 10000"/>
                  <a:gd name="connsiteX48" fmla="*/ 10000 w 10000"/>
                  <a:gd name="connsiteY48" fmla="*/ 6509 h 10000"/>
                  <a:gd name="connsiteX49" fmla="*/ 9679 w 10000"/>
                  <a:gd name="connsiteY49" fmla="*/ 5874 h 10000"/>
                  <a:gd name="connsiteX50" fmla="*/ 9355 w 10000"/>
                  <a:gd name="connsiteY50" fmla="*/ 5556 h 10000"/>
                  <a:gd name="connsiteX51" fmla="*/ 8704 w 10000"/>
                  <a:gd name="connsiteY51" fmla="*/ 5240 h 10000"/>
                  <a:gd name="connsiteX52" fmla="*/ 8387 w 10000"/>
                  <a:gd name="connsiteY52" fmla="*/ 4921 h 10000"/>
                  <a:gd name="connsiteX53" fmla="*/ 8066 w 10000"/>
                  <a:gd name="connsiteY53" fmla="*/ 4921 h 10000"/>
                  <a:gd name="connsiteX54" fmla="*/ 7741 w 10000"/>
                  <a:gd name="connsiteY54" fmla="*/ 4763 h 10000"/>
                  <a:gd name="connsiteX55" fmla="*/ 7421 w 10000"/>
                  <a:gd name="connsiteY55" fmla="*/ 4763 h 10000"/>
                  <a:gd name="connsiteX56" fmla="*/ 5273 w 10000"/>
                  <a:gd name="connsiteY56" fmla="*/ 4492 h 10000"/>
                  <a:gd name="connsiteX57" fmla="*/ 6126 w 10000"/>
                  <a:gd name="connsiteY57" fmla="*/ 3970 h 10000"/>
                  <a:gd name="connsiteX58" fmla="*/ 6126 w 10000"/>
                  <a:gd name="connsiteY58" fmla="*/ 3652 h 10000"/>
                  <a:gd name="connsiteX59" fmla="*/ 6126 w 10000"/>
                  <a:gd name="connsiteY59" fmla="*/ 3494 h 10000"/>
                  <a:gd name="connsiteX60" fmla="*/ 6126 w 10000"/>
                  <a:gd name="connsiteY60" fmla="*/ 3334 h 10000"/>
                  <a:gd name="connsiteX61" fmla="*/ 6453 w 10000"/>
                  <a:gd name="connsiteY61" fmla="*/ 3176 h 10000"/>
                  <a:gd name="connsiteX62" fmla="*/ 6774 w 10000"/>
                  <a:gd name="connsiteY62" fmla="*/ 3176 h 10000"/>
                  <a:gd name="connsiteX63" fmla="*/ 6774 w 10000"/>
                  <a:gd name="connsiteY63" fmla="*/ 3017 h 10000"/>
                  <a:gd name="connsiteX64" fmla="*/ 7096 w 10000"/>
                  <a:gd name="connsiteY64" fmla="*/ 3017 h 10000"/>
                  <a:gd name="connsiteX65" fmla="*/ 7096 w 10000"/>
                  <a:gd name="connsiteY65" fmla="*/ 3017 h 10000"/>
                  <a:gd name="connsiteX66" fmla="*/ 6979 w 10000"/>
                  <a:gd name="connsiteY66" fmla="*/ 2795 h 10000"/>
                  <a:gd name="connsiteX67" fmla="*/ 5616 w 10000"/>
                  <a:gd name="connsiteY67" fmla="*/ 2405 h 10000"/>
                  <a:gd name="connsiteX68" fmla="*/ 4359 w 10000"/>
                  <a:gd name="connsiteY68" fmla="*/ 2630 h 10000"/>
                  <a:gd name="connsiteX0" fmla="*/ 4359 w 10000"/>
                  <a:gd name="connsiteY0" fmla="*/ 2630 h 10000"/>
                  <a:gd name="connsiteX1" fmla="*/ 6226 w 10000"/>
                  <a:gd name="connsiteY1" fmla="*/ 1491 h 10000"/>
                  <a:gd name="connsiteX2" fmla="*/ 2569 w 10000"/>
                  <a:gd name="connsiteY2" fmla="*/ 2589 h 10000"/>
                  <a:gd name="connsiteX3" fmla="*/ 1957 w 10000"/>
                  <a:gd name="connsiteY3" fmla="*/ 2309 h 10000"/>
                  <a:gd name="connsiteX4" fmla="*/ 1708 w 10000"/>
                  <a:gd name="connsiteY4" fmla="*/ 2943 h 10000"/>
                  <a:gd name="connsiteX5" fmla="*/ 1712 w 10000"/>
                  <a:gd name="connsiteY5" fmla="*/ 2693 h 10000"/>
                  <a:gd name="connsiteX6" fmla="*/ 1608 w 10000"/>
                  <a:gd name="connsiteY6" fmla="*/ 2220 h 10000"/>
                  <a:gd name="connsiteX7" fmla="*/ 1822 w 10000"/>
                  <a:gd name="connsiteY7" fmla="*/ 1826 h 10000"/>
                  <a:gd name="connsiteX8" fmla="*/ 1677 w 10000"/>
                  <a:gd name="connsiteY8" fmla="*/ 2970 h 10000"/>
                  <a:gd name="connsiteX9" fmla="*/ 968 w 10000"/>
                  <a:gd name="connsiteY9" fmla="*/ 0 h 10000"/>
                  <a:gd name="connsiteX10" fmla="*/ 321 w 10000"/>
                  <a:gd name="connsiteY10" fmla="*/ 0 h 10000"/>
                  <a:gd name="connsiteX11" fmla="*/ 321 w 10000"/>
                  <a:gd name="connsiteY11" fmla="*/ 161 h 10000"/>
                  <a:gd name="connsiteX12" fmla="*/ 0 w 10000"/>
                  <a:gd name="connsiteY12" fmla="*/ 479 h 10000"/>
                  <a:gd name="connsiteX13" fmla="*/ 0 w 10000"/>
                  <a:gd name="connsiteY13" fmla="*/ 795 h 10000"/>
                  <a:gd name="connsiteX14" fmla="*/ 4165 w 10000"/>
                  <a:gd name="connsiteY14" fmla="*/ 4901 h 10000"/>
                  <a:gd name="connsiteX15" fmla="*/ 2941 w 10000"/>
                  <a:gd name="connsiteY15" fmla="*/ 4812 h 10000"/>
                  <a:gd name="connsiteX16" fmla="*/ 0 w 10000"/>
                  <a:gd name="connsiteY16" fmla="*/ 5240 h 10000"/>
                  <a:gd name="connsiteX17" fmla="*/ 321 w 10000"/>
                  <a:gd name="connsiteY17" fmla="*/ 5240 h 10000"/>
                  <a:gd name="connsiteX18" fmla="*/ 645 w 10000"/>
                  <a:gd name="connsiteY18" fmla="*/ 5399 h 10000"/>
                  <a:gd name="connsiteX19" fmla="*/ 968 w 10000"/>
                  <a:gd name="connsiteY19" fmla="*/ 5556 h 10000"/>
                  <a:gd name="connsiteX20" fmla="*/ 1615 w 10000"/>
                  <a:gd name="connsiteY20" fmla="*/ 5874 h 10000"/>
                  <a:gd name="connsiteX21" fmla="*/ 2255 w 10000"/>
                  <a:gd name="connsiteY21" fmla="*/ 6034 h 10000"/>
                  <a:gd name="connsiteX22" fmla="*/ 2901 w 10000"/>
                  <a:gd name="connsiteY22" fmla="*/ 6189 h 10000"/>
                  <a:gd name="connsiteX23" fmla="*/ 3227 w 10000"/>
                  <a:gd name="connsiteY23" fmla="*/ 6351 h 10000"/>
                  <a:gd name="connsiteX24" fmla="*/ 3870 w 10000"/>
                  <a:gd name="connsiteY24" fmla="*/ 6509 h 10000"/>
                  <a:gd name="connsiteX25" fmla="*/ 4197 w 10000"/>
                  <a:gd name="connsiteY25" fmla="*/ 6668 h 10000"/>
                  <a:gd name="connsiteX26" fmla="*/ 4197 w 10000"/>
                  <a:gd name="connsiteY26" fmla="*/ 6827 h 10000"/>
                  <a:gd name="connsiteX27" fmla="*/ 4197 w 10000"/>
                  <a:gd name="connsiteY27" fmla="*/ 6985 h 10000"/>
                  <a:gd name="connsiteX28" fmla="*/ 4197 w 10000"/>
                  <a:gd name="connsiteY28" fmla="*/ 6985 h 10000"/>
                  <a:gd name="connsiteX29" fmla="*/ 4197 w 10000"/>
                  <a:gd name="connsiteY29" fmla="*/ 7144 h 10000"/>
                  <a:gd name="connsiteX30" fmla="*/ 4197 w 10000"/>
                  <a:gd name="connsiteY30" fmla="*/ 7462 h 10000"/>
                  <a:gd name="connsiteX31" fmla="*/ 4197 w 10000"/>
                  <a:gd name="connsiteY31" fmla="*/ 8096 h 10000"/>
                  <a:gd name="connsiteX32" fmla="*/ 3870 w 10000"/>
                  <a:gd name="connsiteY32" fmla="*/ 8732 h 10000"/>
                  <a:gd name="connsiteX33" fmla="*/ 3870 w 10000"/>
                  <a:gd name="connsiteY33" fmla="*/ 9048 h 10000"/>
                  <a:gd name="connsiteX34" fmla="*/ 4197 w 10000"/>
                  <a:gd name="connsiteY34" fmla="*/ 9366 h 10000"/>
                  <a:gd name="connsiteX35" fmla="*/ 4839 w 10000"/>
                  <a:gd name="connsiteY35" fmla="*/ 9681 h 10000"/>
                  <a:gd name="connsiteX36" fmla="*/ 5161 w 10000"/>
                  <a:gd name="connsiteY36" fmla="*/ 9842 h 10000"/>
                  <a:gd name="connsiteX37" fmla="*/ 5807 w 10000"/>
                  <a:gd name="connsiteY37" fmla="*/ 9842 h 10000"/>
                  <a:gd name="connsiteX38" fmla="*/ 6453 w 10000"/>
                  <a:gd name="connsiteY38" fmla="*/ 10000 h 10000"/>
                  <a:gd name="connsiteX39" fmla="*/ 7096 w 10000"/>
                  <a:gd name="connsiteY39" fmla="*/ 10000 h 10000"/>
                  <a:gd name="connsiteX40" fmla="*/ 7741 w 10000"/>
                  <a:gd name="connsiteY40" fmla="*/ 10000 h 10000"/>
                  <a:gd name="connsiteX41" fmla="*/ 8387 w 10000"/>
                  <a:gd name="connsiteY41" fmla="*/ 9681 h 10000"/>
                  <a:gd name="connsiteX42" fmla="*/ 9030 w 10000"/>
                  <a:gd name="connsiteY42" fmla="*/ 9524 h 10000"/>
                  <a:gd name="connsiteX43" fmla="*/ 9355 w 10000"/>
                  <a:gd name="connsiteY43" fmla="*/ 9208 h 10000"/>
                  <a:gd name="connsiteX44" fmla="*/ 9679 w 10000"/>
                  <a:gd name="connsiteY44" fmla="*/ 9048 h 10000"/>
                  <a:gd name="connsiteX45" fmla="*/ 9679 w 10000"/>
                  <a:gd name="connsiteY45" fmla="*/ 9048 h 10000"/>
                  <a:gd name="connsiteX46" fmla="*/ 10000 w 10000"/>
                  <a:gd name="connsiteY46" fmla="*/ 7144 h 10000"/>
                  <a:gd name="connsiteX47" fmla="*/ 10000 w 10000"/>
                  <a:gd name="connsiteY47" fmla="*/ 6509 h 10000"/>
                  <a:gd name="connsiteX48" fmla="*/ 9679 w 10000"/>
                  <a:gd name="connsiteY48" fmla="*/ 5874 h 10000"/>
                  <a:gd name="connsiteX49" fmla="*/ 9355 w 10000"/>
                  <a:gd name="connsiteY49" fmla="*/ 5556 h 10000"/>
                  <a:gd name="connsiteX50" fmla="*/ 8704 w 10000"/>
                  <a:gd name="connsiteY50" fmla="*/ 5240 h 10000"/>
                  <a:gd name="connsiteX51" fmla="*/ 8387 w 10000"/>
                  <a:gd name="connsiteY51" fmla="*/ 4921 h 10000"/>
                  <a:gd name="connsiteX52" fmla="*/ 8066 w 10000"/>
                  <a:gd name="connsiteY52" fmla="*/ 4921 h 10000"/>
                  <a:gd name="connsiteX53" fmla="*/ 7741 w 10000"/>
                  <a:gd name="connsiteY53" fmla="*/ 4763 h 10000"/>
                  <a:gd name="connsiteX54" fmla="*/ 7421 w 10000"/>
                  <a:gd name="connsiteY54" fmla="*/ 4763 h 10000"/>
                  <a:gd name="connsiteX55" fmla="*/ 5273 w 10000"/>
                  <a:gd name="connsiteY55" fmla="*/ 4492 h 10000"/>
                  <a:gd name="connsiteX56" fmla="*/ 6126 w 10000"/>
                  <a:gd name="connsiteY56" fmla="*/ 3970 h 10000"/>
                  <a:gd name="connsiteX57" fmla="*/ 6126 w 10000"/>
                  <a:gd name="connsiteY57" fmla="*/ 3652 h 10000"/>
                  <a:gd name="connsiteX58" fmla="*/ 6126 w 10000"/>
                  <a:gd name="connsiteY58" fmla="*/ 3494 h 10000"/>
                  <a:gd name="connsiteX59" fmla="*/ 6126 w 10000"/>
                  <a:gd name="connsiteY59" fmla="*/ 3334 h 10000"/>
                  <a:gd name="connsiteX60" fmla="*/ 6453 w 10000"/>
                  <a:gd name="connsiteY60" fmla="*/ 3176 h 10000"/>
                  <a:gd name="connsiteX61" fmla="*/ 6774 w 10000"/>
                  <a:gd name="connsiteY61" fmla="*/ 3176 h 10000"/>
                  <a:gd name="connsiteX62" fmla="*/ 6774 w 10000"/>
                  <a:gd name="connsiteY62" fmla="*/ 3017 h 10000"/>
                  <a:gd name="connsiteX63" fmla="*/ 7096 w 10000"/>
                  <a:gd name="connsiteY63" fmla="*/ 3017 h 10000"/>
                  <a:gd name="connsiteX64" fmla="*/ 7096 w 10000"/>
                  <a:gd name="connsiteY64" fmla="*/ 3017 h 10000"/>
                  <a:gd name="connsiteX65" fmla="*/ 6979 w 10000"/>
                  <a:gd name="connsiteY65" fmla="*/ 2795 h 10000"/>
                  <a:gd name="connsiteX66" fmla="*/ 5616 w 10000"/>
                  <a:gd name="connsiteY66" fmla="*/ 2405 h 10000"/>
                  <a:gd name="connsiteX67" fmla="*/ 4359 w 10000"/>
                  <a:gd name="connsiteY67" fmla="*/ 2630 h 10000"/>
                  <a:gd name="connsiteX0" fmla="*/ 4359 w 10000"/>
                  <a:gd name="connsiteY0" fmla="*/ 2630 h 10000"/>
                  <a:gd name="connsiteX1" fmla="*/ 6226 w 10000"/>
                  <a:gd name="connsiteY1" fmla="*/ 1491 h 10000"/>
                  <a:gd name="connsiteX2" fmla="*/ 2569 w 10000"/>
                  <a:gd name="connsiteY2" fmla="*/ 2589 h 10000"/>
                  <a:gd name="connsiteX3" fmla="*/ 1957 w 10000"/>
                  <a:gd name="connsiteY3" fmla="*/ 2309 h 10000"/>
                  <a:gd name="connsiteX4" fmla="*/ 1708 w 10000"/>
                  <a:gd name="connsiteY4" fmla="*/ 2943 h 10000"/>
                  <a:gd name="connsiteX5" fmla="*/ 1712 w 10000"/>
                  <a:gd name="connsiteY5" fmla="*/ 2693 h 10000"/>
                  <a:gd name="connsiteX6" fmla="*/ 1608 w 10000"/>
                  <a:gd name="connsiteY6" fmla="*/ 2220 h 10000"/>
                  <a:gd name="connsiteX7" fmla="*/ 1822 w 10000"/>
                  <a:gd name="connsiteY7" fmla="*/ 1826 h 10000"/>
                  <a:gd name="connsiteX8" fmla="*/ 1677 w 10000"/>
                  <a:gd name="connsiteY8" fmla="*/ 2970 h 10000"/>
                  <a:gd name="connsiteX9" fmla="*/ 968 w 10000"/>
                  <a:gd name="connsiteY9" fmla="*/ 0 h 10000"/>
                  <a:gd name="connsiteX10" fmla="*/ 321 w 10000"/>
                  <a:gd name="connsiteY10" fmla="*/ 0 h 10000"/>
                  <a:gd name="connsiteX11" fmla="*/ 321 w 10000"/>
                  <a:gd name="connsiteY11" fmla="*/ 161 h 10000"/>
                  <a:gd name="connsiteX12" fmla="*/ 0 w 10000"/>
                  <a:gd name="connsiteY12" fmla="*/ 479 h 10000"/>
                  <a:gd name="connsiteX13" fmla="*/ 4165 w 10000"/>
                  <a:gd name="connsiteY13" fmla="*/ 4901 h 10000"/>
                  <a:gd name="connsiteX14" fmla="*/ 2941 w 10000"/>
                  <a:gd name="connsiteY14" fmla="*/ 4812 h 10000"/>
                  <a:gd name="connsiteX15" fmla="*/ 0 w 10000"/>
                  <a:gd name="connsiteY15" fmla="*/ 5240 h 10000"/>
                  <a:gd name="connsiteX16" fmla="*/ 321 w 10000"/>
                  <a:gd name="connsiteY16" fmla="*/ 5240 h 10000"/>
                  <a:gd name="connsiteX17" fmla="*/ 645 w 10000"/>
                  <a:gd name="connsiteY17" fmla="*/ 5399 h 10000"/>
                  <a:gd name="connsiteX18" fmla="*/ 968 w 10000"/>
                  <a:gd name="connsiteY18" fmla="*/ 5556 h 10000"/>
                  <a:gd name="connsiteX19" fmla="*/ 1615 w 10000"/>
                  <a:gd name="connsiteY19" fmla="*/ 5874 h 10000"/>
                  <a:gd name="connsiteX20" fmla="*/ 2255 w 10000"/>
                  <a:gd name="connsiteY20" fmla="*/ 6034 h 10000"/>
                  <a:gd name="connsiteX21" fmla="*/ 2901 w 10000"/>
                  <a:gd name="connsiteY21" fmla="*/ 6189 h 10000"/>
                  <a:gd name="connsiteX22" fmla="*/ 3227 w 10000"/>
                  <a:gd name="connsiteY22" fmla="*/ 6351 h 10000"/>
                  <a:gd name="connsiteX23" fmla="*/ 3870 w 10000"/>
                  <a:gd name="connsiteY23" fmla="*/ 6509 h 10000"/>
                  <a:gd name="connsiteX24" fmla="*/ 4197 w 10000"/>
                  <a:gd name="connsiteY24" fmla="*/ 6668 h 10000"/>
                  <a:gd name="connsiteX25" fmla="*/ 4197 w 10000"/>
                  <a:gd name="connsiteY25" fmla="*/ 6827 h 10000"/>
                  <a:gd name="connsiteX26" fmla="*/ 4197 w 10000"/>
                  <a:gd name="connsiteY26" fmla="*/ 6985 h 10000"/>
                  <a:gd name="connsiteX27" fmla="*/ 4197 w 10000"/>
                  <a:gd name="connsiteY27" fmla="*/ 6985 h 10000"/>
                  <a:gd name="connsiteX28" fmla="*/ 4197 w 10000"/>
                  <a:gd name="connsiteY28" fmla="*/ 7144 h 10000"/>
                  <a:gd name="connsiteX29" fmla="*/ 4197 w 10000"/>
                  <a:gd name="connsiteY29" fmla="*/ 7462 h 10000"/>
                  <a:gd name="connsiteX30" fmla="*/ 4197 w 10000"/>
                  <a:gd name="connsiteY30" fmla="*/ 8096 h 10000"/>
                  <a:gd name="connsiteX31" fmla="*/ 3870 w 10000"/>
                  <a:gd name="connsiteY31" fmla="*/ 8732 h 10000"/>
                  <a:gd name="connsiteX32" fmla="*/ 3870 w 10000"/>
                  <a:gd name="connsiteY32" fmla="*/ 9048 h 10000"/>
                  <a:gd name="connsiteX33" fmla="*/ 4197 w 10000"/>
                  <a:gd name="connsiteY33" fmla="*/ 9366 h 10000"/>
                  <a:gd name="connsiteX34" fmla="*/ 4839 w 10000"/>
                  <a:gd name="connsiteY34" fmla="*/ 9681 h 10000"/>
                  <a:gd name="connsiteX35" fmla="*/ 5161 w 10000"/>
                  <a:gd name="connsiteY35" fmla="*/ 9842 h 10000"/>
                  <a:gd name="connsiteX36" fmla="*/ 5807 w 10000"/>
                  <a:gd name="connsiteY36" fmla="*/ 9842 h 10000"/>
                  <a:gd name="connsiteX37" fmla="*/ 6453 w 10000"/>
                  <a:gd name="connsiteY37" fmla="*/ 10000 h 10000"/>
                  <a:gd name="connsiteX38" fmla="*/ 7096 w 10000"/>
                  <a:gd name="connsiteY38" fmla="*/ 10000 h 10000"/>
                  <a:gd name="connsiteX39" fmla="*/ 7741 w 10000"/>
                  <a:gd name="connsiteY39" fmla="*/ 10000 h 10000"/>
                  <a:gd name="connsiteX40" fmla="*/ 8387 w 10000"/>
                  <a:gd name="connsiteY40" fmla="*/ 9681 h 10000"/>
                  <a:gd name="connsiteX41" fmla="*/ 9030 w 10000"/>
                  <a:gd name="connsiteY41" fmla="*/ 9524 h 10000"/>
                  <a:gd name="connsiteX42" fmla="*/ 9355 w 10000"/>
                  <a:gd name="connsiteY42" fmla="*/ 9208 h 10000"/>
                  <a:gd name="connsiteX43" fmla="*/ 9679 w 10000"/>
                  <a:gd name="connsiteY43" fmla="*/ 9048 h 10000"/>
                  <a:gd name="connsiteX44" fmla="*/ 9679 w 10000"/>
                  <a:gd name="connsiteY44" fmla="*/ 9048 h 10000"/>
                  <a:gd name="connsiteX45" fmla="*/ 10000 w 10000"/>
                  <a:gd name="connsiteY45" fmla="*/ 7144 h 10000"/>
                  <a:gd name="connsiteX46" fmla="*/ 10000 w 10000"/>
                  <a:gd name="connsiteY46" fmla="*/ 6509 h 10000"/>
                  <a:gd name="connsiteX47" fmla="*/ 9679 w 10000"/>
                  <a:gd name="connsiteY47" fmla="*/ 5874 h 10000"/>
                  <a:gd name="connsiteX48" fmla="*/ 9355 w 10000"/>
                  <a:gd name="connsiteY48" fmla="*/ 5556 h 10000"/>
                  <a:gd name="connsiteX49" fmla="*/ 8704 w 10000"/>
                  <a:gd name="connsiteY49" fmla="*/ 5240 h 10000"/>
                  <a:gd name="connsiteX50" fmla="*/ 8387 w 10000"/>
                  <a:gd name="connsiteY50" fmla="*/ 4921 h 10000"/>
                  <a:gd name="connsiteX51" fmla="*/ 8066 w 10000"/>
                  <a:gd name="connsiteY51" fmla="*/ 4921 h 10000"/>
                  <a:gd name="connsiteX52" fmla="*/ 7741 w 10000"/>
                  <a:gd name="connsiteY52" fmla="*/ 4763 h 10000"/>
                  <a:gd name="connsiteX53" fmla="*/ 7421 w 10000"/>
                  <a:gd name="connsiteY53" fmla="*/ 4763 h 10000"/>
                  <a:gd name="connsiteX54" fmla="*/ 5273 w 10000"/>
                  <a:gd name="connsiteY54" fmla="*/ 4492 h 10000"/>
                  <a:gd name="connsiteX55" fmla="*/ 6126 w 10000"/>
                  <a:gd name="connsiteY55" fmla="*/ 3970 h 10000"/>
                  <a:gd name="connsiteX56" fmla="*/ 6126 w 10000"/>
                  <a:gd name="connsiteY56" fmla="*/ 3652 h 10000"/>
                  <a:gd name="connsiteX57" fmla="*/ 6126 w 10000"/>
                  <a:gd name="connsiteY57" fmla="*/ 3494 h 10000"/>
                  <a:gd name="connsiteX58" fmla="*/ 6126 w 10000"/>
                  <a:gd name="connsiteY58" fmla="*/ 3334 h 10000"/>
                  <a:gd name="connsiteX59" fmla="*/ 6453 w 10000"/>
                  <a:gd name="connsiteY59" fmla="*/ 3176 h 10000"/>
                  <a:gd name="connsiteX60" fmla="*/ 6774 w 10000"/>
                  <a:gd name="connsiteY60" fmla="*/ 3176 h 10000"/>
                  <a:gd name="connsiteX61" fmla="*/ 6774 w 10000"/>
                  <a:gd name="connsiteY61" fmla="*/ 3017 h 10000"/>
                  <a:gd name="connsiteX62" fmla="*/ 7096 w 10000"/>
                  <a:gd name="connsiteY62" fmla="*/ 3017 h 10000"/>
                  <a:gd name="connsiteX63" fmla="*/ 7096 w 10000"/>
                  <a:gd name="connsiteY63" fmla="*/ 3017 h 10000"/>
                  <a:gd name="connsiteX64" fmla="*/ 6979 w 10000"/>
                  <a:gd name="connsiteY64" fmla="*/ 2795 h 10000"/>
                  <a:gd name="connsiteX65" fmla="*/ 5616 w 10000"/>
                  <a:gd name="connsiteY65" fmla="*/ 2405 h 10000"/>
                  <a:gd name="connsiteX66" fmla="*/ 4359 w 10000"/>
                  <a:gd name="connsiteY66" fmla="*/ 2630 h 10000"/>
                  <a:gd name="connsiteX0" fmla="*/ 4359 w 10000"/>
                  <a:gd name="connsiteY0" fmla="*/ 2630 h 10000"/>
                  <a:gd name="connsiteX1" fmla="*/ 6226 w 10000"/>
                  <a:gd name="connsiteY1" fmla="*/ 1491 h 10000"/>
                  <a:gd name="connsiteX2" fmla="*/ 2569 w 10000"/>
                  <a:gd name="connsiteY2" fmla="*/ 2589 h 10000"/>
                  <a:gd name="connsiteX3" fmla="*/ 1957 w 10000"/>
                  <a:gd name="connsiteY3" fmla="*/ 2309 h 10000"/>
                  <a:gd name="connsiteX4" fmla="*/ 1708 w 10000"/>
                  <a:gd name="connsiteY4" fmla="*/ 2943 h 10000"/>
                  <a:gd name="connsiteX5" fmla="*/ 1712 w 10000"/>
                  <a:gd name="connsiteY5" fmla="*/ 2693 h 10000"/>
                  <a:gd name="connsiteX6" fmla="*/ 1608 w 10000"/>
                  <a:gd name="connsiteY6" fmla="*/ 2220 h 10000"/>
                  <a:gd name="connsiteX7" fmla="*/ 1822 w 10000"/>
                  <a:gd name="connsiteY7" fmla="*/ 1826 h 10000"/>
                  <a:gd name="connsiteX8" fmla="*/ 1677 w 10000"/>
                  <a:gd name="connsiteY8" fmla="*/ 2970 h 10000"/>
                  <a:gd name="connsiteX9" fmla="*/ 321 w 10000"/>
                  <a:gd name="connsiteY9" fmla="*/ 0 h 10000"/>
                  <a:gd name="connsiteX10" fmla="*/ 321 w 10000"/>
                  <a:gd name="connsiteY10" fmla="*/ 161 h 10000"/>
                  <a:gd name="connsiteX11" fmla="*/ 0 w 10000"/>
                  <a:gd name="connsiteY11" fmla="*/ 479 h 10000"/>
                  <a:gd name="connsiteX12" fmla="*/ 4165 w 10000"/>
                  <a:gd name="connsiteY12" fmla="*/ 4901 h 10000"/>
                  <a:gd name="connsiteX13" fmla="*/ 2941 w 10000"/>
                  <a:gd name="connsiteY13" fmla="*/ 4812 h 10000"/>
                  <a:gd name="connsiteX14" fmla="*/ 0 w 10000"/>
                  <a:gd name="connsiteY14" fmla="*/ 5240 h 10000"/>
                  <a:gd name="connsiteX15" fmla="*/ 321 w 10000"/>
                  <a:gd name="connsiteY15" fmla="*/ 5240 h 10000"/>
                  <a:gd name="connsiteX16" fmla="*/ 645 w 10000"/>
                  <a:gd name="connsiteY16" fmla="*/ 5399 h 10000"/>
                  <a:gd name="connsiteX17" fmla="*/ 968 w 10000"/>
                  <a:gd name="connsiteY17" fmla="*/ 5556 h 10000"/>
                  <a:gd name="connsiteX18" fmla="*/ 1615 w 10000"/>
                  <a:gd name="connsiteY18" fmla="*/ 5874 h 10000"/>
                  <a:gd name="connsiteX19" fmla="*/ 2255 w 10000"/>
                  <a:gd name="connsiteY19" fmla="*/ 6034 h 10000"/>
                  <a:gd name="connsiteX20" fmla="*/ 2901 w 10000"/>
                  <a:gd name="connsiteY20" fmla="*/ 6189 h 10000"/>
                  <a:gd name="connsiteX21" fmla="*/ 3227 w 10000"/>
                  <a:gd name="connsiteY21" fmla="*/ 6351 h 10000"/>
                  <a:gd name="connsiteX22" fmla="*/ 3870 w 10000"/>
                  <a:gd name="connsiteY22" fmla="*/ 6509 h 10000"/>
                  <a:gd name="connsiteX23" fmla="*/ 4197 w 10000"/>
                  <a:gd name="connsiteY23" fmla="*/ 6668 h 10000"/>
                  <a:gd name="connsiteX24" fmla="*/ 4197 w 10000"/>
                  <a:gd name="connsiteY24" fmla="*/ 6827 h 10000"/>
                  <a:gd name="connsiteX25" fmla="*/ 4197 w 10000"/>
                  <a:gd name="connsiteY25" fmla="*/ 6985 h 10000"/>
                  <a:gd name="connsiteX26" fmla="*/ 4197 w 10000"/>
                  <a:gd name="connsiteY26" fmla="*/ 6985 h 10000"/>
                  <a:gd name="connsiteX27" fmla="*/ 4197 w 10000"/>
                  <a:gd name="connsiteY27" fmla="*/ 7144 h 10000"/>
                  <a:gd name="connsiteX28" fmla="*/ 4197 w 10000"/>
                  <a:gd name="connsiteY28" fmla="*/ 7462 h 10000"/>
                  <a:gd name="connsiteX29" fmla="*/ 4197 w 10000"/>
                  <a:gd name="connsiteY29" fmla="*/ 8096 h 10000"/>
                  <a:gd name="connsiteX30" fmla="*/ 3870 w 10000"/>
                  <a:gd name="connsiteY30" fmla="*/ 8732 h 10000"/>
                  <a:gd name="connsiteX31" fmla="*/ 3870 w 10000"/>
                  <a:gd name="connsiteY31" fmla="*/ 9048 h 10000"/>
                  <a:gd name="connsiteX32" fmla="*/ 4197 w 10000"/>
                  <a:gd name="connsiteY32" fmla="*/ 9366 h 10000"/>
                  <a:gd name="connsiteX33" fmla="*/ 4839 w 10000"/>
                  <a:gd name="connsiteY33" fmla="*/ 9681 h 10000"/>
                  <a:gd name="connsiteX34" fmla="*/ 5161 w 10000"/>
                  <a:gd name="connsiteY34" fmla="*/ 9842 h 10000"/>
                  <a:gd name="connsiteX35" fmla="*/ 5807 w 10000"/>
                  <a:gd name="connsiteY35" fmla="*/ 9842 h 10000"/>
                  <a:gd name="connsiteX36" fmla="*/ 6453 w 10000"/>
                  <a:gd name="connsiteY36" fmla="*/ 10000 h 10000"/>
                  <a:gd name="connsiteX37" fmla="*/ 7096 w 10000"/>
                  <a:gd name="connsiteY37" fmla="*/ 10000 h 10000"/>
                  <a:gd name="connsiteX38" fmla="*/ 7741 w 10000"/>
                  <a:gd name="connsiteY38" fmla="*/ 10000 h 10000"/>
                  <a:gd name="connsiteX39" fmla="*/ 8387 w 10000"/>
                  <a:gd name="connsiteY39" fmla="*/ 9681 h 10000"/>
                  <a:gd name="connsiteX40" fmla="*/ 9030 w 10000"/>
                  <a:gd name="connsiteY40" fmla="*/ 9524 h 10000"/>
                  <a:gd name="connsiteX41" fmla="*/ 9355 w 10000"/>
                  <a:gd name="connsiteY41" fmla="*/ 9208 h 10000"/>
                  <a:gd name="connsiteX42" fmla="*/ 9679 w 10000"/>
                  <a:gd name="connsiteY42" fmla="*/ 9048 h 10000"/>
                  <a:gd name="connsiteX43" fmla="*/ 9679 w 10000"/>
                  <a:gd name="connsiteY43" fmla="*/ 9048 h 10000"/>
                  <a:gd name="connsiteX44" fmla="*/ 10000 w 10000"/>
                  <a:gd name="connsiteY44" fmla="*/ 7144 h 10000"/>
                  <a:gd name="connsiteX45" fmla="*/ 10000 w 10000"/>
                  <a:gd name="connsiteY45" fmla="*/ 6509 h 10000"/>
                  <a:gd name="connsiteX46" fmla="*/ 9679 w 10000"/>
                  <a:gd name="connsiteY46" fmla="*/ 5874 h 10000"/>
                  <a:gd name="connsiteX47" fmla="*/ 9355 w 10000"/>
                  <a:gd name="connsiteY47" fmla="*/ 5556 h 10000"/>
                  <a:gd name="connsiteX48" fmla="*/ 8704 w 10000"/>
                  <a:gd name="connsiteY48" fmla="*/ 5240 h 10000"/>
                  <a:gd name="connsiteX49" fmla="*/ 8387 w 10000"/>
                  <a:gd name="connsiteY49" fmla="*/ 4921 h 10000"/>
                  <a:gd name="connsiteX50" fmla="*/ 8066 w 10000"/>
                  <a:gd name="connsiteY50" fmla="*/ 4921 h 10000"/>
                  <a:gd name="connsiteX51" fmla="*/ 7741 w 10000"/>
                  <a:gd name="connsiteY51" fmla="*/ 4763 h 10000"/>
                  <a:gd name="connsiteX52" fmla="*/ 7421 w 10000"/>
                  <a:gd name="connsiteY52" fmla="*/ 4763 h 10000"/>
                  <a:gd name="connsiteX53" fmla="*/ 5273 w 10000"/>
                  <a:gd name="connsiteY53" fmla="*/ 4492 h 10000"/>
                  <a:gd name="connsiteX54" fmla="*/ 6126 w 10000"/>
                  <a:gd name="connsiteY54" fmla="*/ 3970 h 10000"/>
                  <a:gd name="connsiteX55" fmla="*/ 6126 w 10000"/>
                  <a:gd name="connsiteY55" fmla="*/ 3652 h 10000"/>
                  <a:gd name="connsiteX56" fmla="*/ 6126 w 10000"/>
                  <a:gd name="connsiteY56" fmla="*/ 3494 h 10000"/>
                  <a:gd name="connsiteX57" fmla="*/ 6126 w 10000"/>
                  <a:gd name="connsiteY57" fmla="*/ 3334 h 10000"/>
                  <a:gd name="connsiteX58" fmla="*/ 6453 w 10000"/>
                  <a:gd name="connsiteY58" fmla="*/ 3176 h 10000"/>
                  <a:gd name="connsiteX59" fmla="*/ 6774 w 10000"/>
                  <a:gd name="connsiteY59" fmla="*/ 3176 h 10000"/>
                  <a:gd name="connsiteX60" fmla="*/ 6774 w 10000"/>
                  <a:gd name="connsiteY60" fmla="*/ 3017 h 10000"/>
                  <a:gd name="connsiteX61" fmla="*/ 7096 w 10000"/>
                  <a:gd name="connsiteY61" fmla="*/ 3017 h 10000"/>
                  <a:gd name="connsiteX62" fmla="*/ 7096 w 10000"/>
                  <a:gd name="connsiteY62" fmla="*/ 3017 h 10000"/>
                  <a:gd name="connsiteX63" fmla="*/ 6979 w 10000"/>
                  <a:gd name="connsiteY63" fmla="*/ 2795 h 10000"/>
                  <a:gd name="connsiteX64" fmla="*/ 5616 w 10000"/>
                  <a:gd name="connsiteY64" fmla="*/ 2405 h 10000"/>
                  <a:gd name="connsiteX65" fmla="*/ 4359 w 10000"/>
                  <a:gd name="connsiteY65" fmla="*/ 2630 h 10000"/>
                  <a:gd name="connsiteX0" fmla="*/ 4359 w 10000"/>
                  <a:gd name="connsiteY0" fmla="*/ 2630 h 10000"/>
                  <a:gd name="connsiteX1" fmla="*/ 6226 w 10000"/>
                  <a:gd name="connsiteY1" fmla="*/ 1491 h 10000"/>
                  <a:gd name="connsiteX2" fmla="*/ 2569 w 10000"/>
                  <a:gd name="connsiteY2" fmla="*/ 2589 h 10000"/>
                  <a:gd name="connsiteX3" fmla="*/ 1957 w 10000"/>
                  <a:gd name="connsiteY3" fmla="*/ 2309 h 10000"/>
                  <a:gd name="connsiteX4" fmla="*/ 1708 w 10000"/>
                  <a:gd name="connsiteY4" fmla="*/ 2943 h 10000"/>
                  <a:gd name="connsiteX5" fmla="*/ 1712 w 10000"/>
                  <a:gd name="connsiteY5" fmla="*/ 2693 h 10000"/>
                  <a:gd name="connsiteX6" fmla="*/ 1608 w 10000"/>
                  <a:gd name="connsiteY6" fmla="*/ 2220 h 10000"/>
                  <a:gd name="connsiteX7" fmla="*/ 1822 w 10000"/>
                  <a:gd name="connsiteY7" fmla="*/ 1826 h 10000"/>
                  <a:gd name="connsiteX8" fmla="*/ 1677 w 10000"/>
                  <a:gd name="connsiteY8" fmla="*/ 2970 h 10000"/>
                  <a:gd name="connsiteX9" fmla="*/ 321 w 10000"/>
                  <a:gd name="connsiteY9" fmla="*/ 0 h 10000"/>
                  <a:gd name="connsiteX10" fmla="*/ 0 w 10000"/>
                  <a:gd name="connsiteY10" fmla="*/ 479 h 10000"/>
                  <a:gd name="connsiteX11" fmla="*/ 4165 w 10000"/>
                  <a:gd name="connsiteY11" fmla="*/ 4901 h 10000"/>
                  <a:gd name="connsiteX12" fmla="*/ 2941 w 10000"/>
                  <a:gd name="connsiteY12" fmla="*/ 4812 h 10000"/>
                  <a:gd name="connsiteX13" fmla="*/ 0 w 10000"/>
                  <a:gd name="connsiteY13" fmla="*/ 5240 h 10000"/>
                  <a:gd name="connsiteX14" fmla="*/ 321 w 10000"/>
                  <a:gd name="connsiteY14" fmla="*/ 5240 h 10000"/>
                  <a:gd name="connsiteX15" fmla="*/ 645 w 10000"/>
                  <a:gd name="connsiteY15" fmla="*/ 5399 h 10000"/>
                  <a:gd name="connsiteX16" fmla="*/ 968 w 10000"/>
                  <a:gd name="connsiteY16" fmla="*/ 5556 h 10000"/>
                  <a:gd name="connsiteX17" fmla="*/ 1615 w 10000"/>
                  <a:gd name="connsiteY17" fmla="*/ 5874 h 10000"/>
                  <a:gd name="connsiteX18" fmla="*/ 2255 w 10000"/>
                  <a:gd name="connsiteY18" fmla="*/ 6034 h 10000"/>
                  <a:gd name="connsiteX19" fmla="*/ 2901 w 10000"/>
                  <a:gd name="connsiteY19" fmla="*/ 6189 h 10000"/>
                  <a:gd name="connsiteX20" fmla="*/ 3227 w 10000"/>
                  <a:gd name="connsiteY20" fmla="*/ 6351 h 10000"/>
                  <a:gd name="connsiteX21" fmla="*/ 3870 w 10000"/>
                  <a:gd name="connsiteY21" fmla="*/ 6509 h 10000"/>
                  <a:gd name="connsiteX22" fmla="*/ 4197 w 10000"/>
                  <a:gd name="connsiteY22" fmla="*/ 6668 h 10000"/>
                  <a:gd name="connsiteX23" fmla="*/ 4197 w 10000"/>
                  <a:gd name="connsiteY23" fmla="*/ 6827 h 10000"/>
                  <a:gd name="connsiteX24" fmla="*/ 4197 w 10000"/>
                  <a:gd name="connsiteY24" fmla="*/ 6985 h 10000"/>
                  <a:gd name="connsiteX25" fmla="*/ 4197 w 10000"/>
                  <a:gd name="connsiteY25" fmla="*/ 6985 h 10000"/>
                  <a:gd name="connsiteX26" fmla="*/ 4197 w 10000"/>
                  <a:gd name="connsiteY26" fmla="*/ 7144 h 10000"/>
                  <a:gd name="connsiteX27" fmla="*/ 4197 w 10000"/>
                  <a:gd name="connsiteY27" fmla="*/ 7462 h 10000"/>
                  <a:gd name="connsiteX28" fmla="*/ 4197 w 10000"/>
                  <a:gd name="connsiteY28" fmla="*/ 8096 h 10000"/>
                  <a:gd name="connsiteX29" fmla="*/ 3870 w 10000"/>
                  <a:gd name="connsiteY29" fmla="*/ 8732 h 10000"/>
                  <a:gd name="connsiteX30" fmla="*/ 3870 w 10000"/>
                  <a:gd name="connsiteY30" fmla="*/ 9048 h 10000"/>
                  <a:gd name="connsiteX31" fmla="*/ 4197 w 10000"/>
                  <a:gd name="connsiteY31" fmla="*/ 9366 h 10000"/>
                  <a:gd name="connsiteX32" fmla="*/ 4839 w 10000"/>
                  <a:gd name="connsiteY32" fmla="*/ 9681 h 10000"/>
                  <a:gd name="connsiteX33" fmla="*/ 5161 w 10000"/>
                  <a:gd name="connsiteY33" fmla="*/ 9842 h 10000"/>
                  <a:gd name="connsiteX34" fmla="*/ 5807 w 10000"/>
                  <a:gd name="connsiteY34" fmla="*/ 9842 h 10000"/>
                  <a:gd name="connsiteX35" fmla="*/ 6453 w 10000"/>
                  <a:gd name="connsiteY35" fmla="*/ 10000 h 10000"/>
                  <a:gd name="connsiteX36" fmla="*/ 7096 w 10000"/>
                  <a:gd name="connsiteY36" fmla="*/ 10000 h 10000"/>
                  <a:gd name="connsiteX37" fmla="*/ 7741 w 10000"/>
                  <a:gd name="connsiteY37" fmla="*/ 10000 h 10000"/>
                  <a:gd name="connsiteX38" fmla="*/ 8387 w 10000"/>
                  <a:gd name="connsiteY38" fmla="*/ 9681 h 10000"/>
                  <a:gd name="connsiteX39" fmla="*/ 9030 w 10000"/>
                  <a:gd name="connsiteY39" fmla="*/ 9524 h 10000"/>
                  <a:gd name="connsiteX40" fmla="*/ 9355 w 10000"/>
                  <a:gd name="connsiteY40" fmla="*/ 9208 h 10000"/>
                  <a:gd name="connsiteX41" fmla="*/ 9679 w 10000"/>
                  <a:gd name="connsiteY41" fmla="*/ 9048 h 10000"/>
                  <a:gd name="connsiteX42" fmla="*/ 9679 w 10000"/>
                  <a:gd name="connsiteY42" fmla="*/ 9048 h 10000"/>
                  <a:gd name="connsiteX43" fmla="*/ 10000 w 10000"/>
                  <a:gd name="connsiteY43" fmla="*/ 7144 h 10000"/>
                  <a:gd name="connsiteX44" fmla="*/ 10000 w 10000"/>
                  <a:gd name="connsiteY44" fmla="*/ 6509 h 10000"/>
                  <a:gd name="connsiteX45" fmla="*/ 9679 w 10000"/>
                  <a:gd name="connsiteY45" fmla="*/ 5874 h 10000"/>
                  <a:gd name="connsiteX46" fmla="*/ 9355 w 10000"/>
                  <a:gd name="connsiteY46" fmla="*/ 5556 h 10000"/>
                  <a:gd name="connsiteX47" fmla="*/ 8704 w 10000"/>
                  <a:gd name="connsiteY47" fmla="*/ 5240 h 10000"/>
                  <a:gd name="connsiteX48" fmla="*/ 8387 w 10000"/>
                  <a:gd name="connsiteY48" fmla="*/ 4921 h 10000"/>
                  <a:gd name="connsiteX49" fmla="*/ 8066 w 10000"/>
                  <a:gd name="connsiteY49" fmla="*/ 4921 h 10000"/>
                  <a:gd name="connsiteX50" fmla="*/ 7741 w 10000"/>
                  <a:gd name="connsiteY50" fmla="*/ 4763 h 10000"/>
                  <a:gd name="connsiteX51" fmla="*/ 7421 w 10000"/>
                  <a:gd name="connsiteY51" fmla="*/ 4763 h 10000"/>
                  <a:gd name="connsiteX52" fmla="*/ 5273 w 10000"/>
                  <a:gd name="connsiteY52" fmla="*/ 4492 h 10000"/>
                  <a:gd name="connsiteX53" fmla="*/ 6126 w 10000"/>
                  <a:gd name="connsiteY53" fmla="*/ 3970 h 10000"/>
                  <a:gd name="connsiteX54" fmla="*/ 6126 w 10000"/>
                  <a:gd name="connsiteY54" fmla="*/ 3652 h 10000"/>
                  <a:gd name="connsiteX55" fmla="*/ 6126 w 10000"/>
                  <a:gd name="connsiteY55" fmla="*/ 3494 h 10000"/>
                  <a:gd name="connsiteX56" fmla="*/ 6126 w 10000"/>
                  <a:gd name="connsiteY56" fmla="*/ 3334 h 10000"/>
                  <a:gd name="connsiteX57" fmla="*/ 6453 w 10000"/>
                  <a:gd name="connsiteY57" fmla="*/ 3176 h 10000"/>
                  <a:gd name="connsiteX58" fmla="*/ 6774 w 10000"/>
                  <a:gd name="connsiteY58" fmla="*/ 3176 h 10000"/>
                  <a:gd name="connsiteX59" fmla="*/ 6774 w 10000"/>
                  <a:gd name="connsiteY59" fmla="*/ 3017 h 10000"/>
                  <a:gd name="connsiteX60" fmla="*/ 7096 w 10000"/>
                  <a:gd name="connsiteY60" fmla="*/ 3017 h 10000"/>
                  <a:gd name="connsiteX61" fmla="*/ 7096 w 10000"/>
                  <a:gd name="connsiteY61" fmla="*/ 3017 h 10000"/>
                  <a:gd name="connsiteX62" fmla="*/ 6979 w 10000"/>
                  <a:gd name="connsiteY62" fmla="*/ 2795 h 10000"/>
                  <a:gd name="connsiteX63" fmla="*/ 5616 w 10000"/>
                  <a:gd name="connsiteY63" fmla="*/ 2405 h 10000"/>
                  <a:gd name="connsiteX64" fmla="*/ 4359 w 10000"/>
                  <a:gd name="connsiteY64" fmla="*/ 2630 h 10000"/>
                  <a:gd name="connsiteX0" fmla="*/ 4359 w 10000"/>
                  <a:gd name="connsiteY0" fmla="*/ 2151 h 9521"/>
                  <a:gd name="connsiteX1" fmla="*/ 6226 w 10000"/>
                  <a:gd name="connsiteY1" fmla="*/ 1012 h 9521"/>
                  <a:gd name="connsiteX2" fmla="*/ 2569 w 10000"/>
                  <a:gd name="connsiteY2" fmla="*/ 2110 h 9521"/>
                  <a:gd name="connsiteX3" fmla="*/ 1957 w 10000"/>
                  <a:gd name="connsiteY3" fmla="*/ 1830 h 9521"/>
                  <a:gd name="connsiteX4" fmla="*/ 1708 w 10000"/>
                  <a:gd name="connsiteY4" fmla="*/ 2464 h 9521"/>
                  <a:gd name="connsiteX5" fmla="*/ 1712 w 10000"/>
                  <a:gd name="connsiteY5" fmla="*/ 2214 h 9521"/>
                  <a:gd name="connsiteX6" fmla="*/ 1608 w 10000"/>
                  <a:gd name="connsiteY6" fmla="*/ 1741 h 9521"/>
                  <a:gd name="connsiteX7" fmla="*/ 1822 w 10000"/>
                  <a:gd name="connsiteY7" fmla="*/ 1347 h 9521"/>
                  <a:gd name="connsiteX8" fmla="*/ 1677 w 10000"/>
                  <a:gd name="connsiteY8" fmla="*/ 2491 h 9521"/>
                  <a:gd name="connsiteX9" fmla="*/ 0 w 10000"/>
                  <a:gd name="connsiteY9" fmla="*/ 0 h 9521"/>
                  <a:gd name="connsiteX10" fmla="*/ 4165 w 10000"/>
                  <a:gd name="connsiteY10" fmla="*/ 4422 h 9521"/>
                  <a:gd name="connsiteX11" fmla="*/ 2941 w 10000"/>
                  <a:gd name="connsiteY11" fmla="*/ 4333 h 9521"/>
                  <a:gd name="connsiteX12" fmla="*/ 0 w 10000"/>
                  <a:gd name="connsiteY12" fmla="*/ 4761 h 9521"/>
                  <a:gd name="connsiteX13" fmla="*/ 321 w 10000"/>
                  <a:gd name="connsiteY13" fmla="*/ 4761 h 9521"/>
                  <a:gd name="connsiteX14" fmla="*/ 645 w 10000"/>
                  <a:gd name="connsiteY14" fmla="*/ 4920 h 9521"/>
                  <a:gd name="connsiteX15" fmla="*/ 968 w 10000"/>
                  <a:gd name="connsiteY15" fmla="*/ 5077 h 9521"/>
                  <a:gd name="connsiteX16" fmla="*/ 1615 w 10000"/>
                  <a:gd name="connsiteY16" fmla="*/ 5395 h 9521"/>
                  <a:gd name="connsiteX17" fmla="*/ 2255 w 10000"/>
                  <a:gd name="connsiteY17" fmla="*/ 5555 h 9521"/>
                  <a:gd name="connsiteX18" fmla="*/ 2901 w 10000"/>
                  <a:gd name="connsiteY18" fmla="*/ 5710 h 9521"/>
                  <a:gd name="connsiteX19" fmla="*/ 3227 w 10000"/>
                  <a:gd name="connsiteY19" fmla="*/ 5872 h 9521"/>
                  <a:gd name="connsiteX20" fmla="*/ 3870 w 10000"/>
                  <a:gd name="connsiteY20" fmla="*/ 6030 h 9521"/>
                  <a:gd name="connsiteX21" fmla="*/ 4197 w 10000"/>
                  <a:gd name="connsiteY21" fmla="*/ 6189 h 9521"/>
                  <a:gd name="connsiteX22" fmla="*/ 4197 w 10000"/>
                  <a:gd name="connsiteY22" fmla="*/ 6348 h 9521"/>
                  <a:gd name="connsiteX23" fmla="*/ 4197 w 10000"/>
                  <a:gd name="connsiteY23" fmla="*/ 6506 h 9521"/>
                  <a:gd name="connsiteX24" fmla="*/ 4197 w 10000"/>
                  <a:gd name="connsiteY24" fmla="*/ 6506 h 9521"/>
                  <a:gd name="connsiteX25" fmla="*/ 4197 w 10000"/>
                  <a:gd name="connsiteY25" fmla="*/ 6665 h 9521"/>
                  <a:gd name="connsiteX26" fmla="*/ 4197 w 10000"/>
                  <a:gd name="connsiteY26" fmla="*/ 6983 h 9521"/>
                  <a:gd name="connsiteX27" fmla="*/ 4197 w 10000"/>
                  <a:gd name="connsiteY27" fmla="*/ 7617 h 9521"/>
                  <a:gd name="connsiteX28" fmla="*/ 3870 w 10000"/>
                  <a:gd name="connsiteY28" fmla="*/ 8253 h 9521"/>
                  <a:gd name="connsiteX29" fmla="*/ 3870 w 10000"/>
                  <a:gd name="connsiteY29" fmla="*/ 8569 h 9521"/>
                  <a:gd name="connsiteX30" fmla="*/ 4197 w 10000"/>
                  <a:gd name="connsiteY30" fmla="*/ 8887 h 9521"/>
                  <a:gd name="connsiteX31" fmla="*/ 4839 w 10000"/>
                  <a:gd name="connsiteY31" fmla="*/ 9202 h 9521"/>
                  <a:gd name="connsiteX32" fmla="*/ 5161 w 10000"/>
                  <a:gd name="connsiteY32" fmla="*/ 9363 h 9521"/>
                  <a:gd name="connsiteX33" fmla="*/ 5807 w 10000"/>
                  <a:gd name="connsiteY33" fmla="*/ 9363 h 9521"/>
                  <a:gd name="connsiteX34" fmla="*/ 6453 w 10000"/>
                  <a:gd name="connsiteY34" fmla="*/ 9521 h 9521"/>
                  <a:gd name="connsiteX35" fmla="*/ 7096 w 10000"/>
                  <a:gd name="connsiteY35" fmla="*/ 9521 h 9521"/>
                  <a:gd name="connsiteX36" fmla="*/ 7741 w 10000"/>
                  <a:gd name="connsiteY36" fmla="*/ 9521 h 9521"/>
                  <a:gd name="connsiteX37" fmla="*/ 8387 w 10000"/>
                  <a:gd name="connsiteY37" fmla="*/ 9202 h 9521"/>
                  <a:gd name="connsiteX38" fmla="*/ 9030 w 10000"/>
                  <a:gd name="connsiteY38" fmla="*/ 9045 h 9521"/>
                  <a:gd name="connsiteX39" fmla="*/ 9355 w 10000"/>
                  <a:gd name="connsiteY39" fmla="*/ 8729 h 9521"/>
                  <a:gd name="connsiteX40" fmla="*/ 9679 w 10000"/>
                  <a:gd name="connsiteY40" fmla="*/ 8569 h 9521"/>
                  <a:gd name="connsiteX41" fmla="*/ 9679 w 10000"/>
                  <a:gd name="connsiteY41" fmla="*/ 8569 h 9521"/>
                  <a:gd name="connsiteX42" fmla="*/ 10000 w 10000"/>
                  <a:gd name="connsiteY42" fmla="*/ 6665 h 9521"/>
                  <a:gd name="connsiteX43" fmla="*/ 10000 w 10000"/>
                  <a:gd name="connsiteY43" fmla="*/ 6030 h 9521"/>
                  <a:gd name="connsiteX44" fmla="*/ 9679 w 10000"/>
                  <a:gd name="connsiteY44" fmla="*/ 5395 h 9521"/>
                  <a:gd name="connsiteX45" fmla="*/ 9355 w 10000"/>
                  <a:gd name="connsiteY45" fmla="*/ 5077 h 9521"/>
                  <a:gd name="connsiteX46" fmla="*/ 8704 w 10000"/>
                  <a:gd name="connsiteY46" fmla="*/ 4761 h 9521"/>
                  <a:gd name="connsiteX47" fmla="*/ 8387 w 10000"/>
                  <a:gd name="connsiteY47" fmla="*/ 4442 h 9521"/>
                  <a:gd name="connsiteX48" fmla="*/ 8066 w 10000"/>
                  <a:gd name="connsiteY48" fmla="*/ 4442 h 9521"/>
                  <a:gd name="connsiteX49" fmla="*/ 7741 w 10000"/>
                  <a:gd name="connsiteY49" fmla="*/ 4284 h 9521"/>
                  <a:gd name="connsiteX50" fmla="*/ 7421 w 10000"/>
                  <a:gd name="connsiteY50" fmla="*/ 4284 h 9521"/>
                  <a:gd name="connsiteX51" fmla="*/ 5273 w 10000"/>
                  <a:gd name="connsiteY51" fmla="*/ 4013 h 9521"/>
                  <a:gd name="connsiteX52" fmla="*/ 6126 w 10000"/>
                  <a:gd name="connsiteY52" fmla="*/ 3491 h 9521"/>
                  <a:gd name="connsiteX53" fmla="*/ 6126 w 10000"/>
                  <a:gd name="connsiteY53" fmla="*/ 3173 h 9521"/>
                  <a:gd name="connsiteX54" fmla="*/ 6126 w 10000"/>
                  <a:gd name="connsiteY54" fmla="*/ 3015 h 9521"/>
                  <a:gd name="connsiteX55" fmla="*/ 6126 w 10000"/>
                  <a:gd name="connsiteY55" fmla="*/ 2855 h 9521"/>
                  <a:gd name="connsiteX56" fmla="*/ 6453 w 10000"/>
                  <a:gd name="connsiteY56" fmla="*/ 2697 h 9521"/>
                  <a:gd name="connsiteX57" fmla="*/ 6774 w 10000"/>
                  <a:gd name="connsiteY57" fmla="*/ 2697 h 9521"/>
                  <a:gd name="connsiteX58" fmla="*/ 6774 w 10000"/>
                  <a:gd name="connsiteY58" fmla="*/ 2538 h 9521"/>
                  <a:gd name="connsiteX59" fmla="*/ 7096 w 10000"/>
                  <a:gd name="connsiteY59" fmla="*/ 2538 h 9521"/>
                  <a:gd name="connsiteX60" fmla="*/ 7096 w 10000"/>
                  <a:gd name="connsiteY60" fmla="*/ 2538 h 9521"/>
                  <a:gd name="connsiteX61" fmla="*/ 6979 w 10000"/>
                  <a:gd name="connsiteY61" fmla="*/ 2316 h 9521"/>
                  <a:gd name="connsiteX62" fmla="*/ 5616 w 10000"/>
                  <a:gd name="connsiteY62" fmla="*/ 1926 h 9521"/>
                  <a:gd name="connsiteX63" fmla="*/ 4359 w 10000"/>
                  <a:gd name="connsiteY63" fmla="*/ 2151 h 9521"/>
                  <a:gd name="connsiteX0" fmla="*/ 4359 w 10000"/>
                  <a:gd name="connsiteY0" fmla="*/ 1196 h 8937"/>
                  <a:gd name="connsiteX1" fmla="*/ 6226 w 10000"/>
                  <a:gd name="connsiteY1" fmla="*/ 0 h 8937"/>
                  <a:gd name="connsiteX2" fmla="*/ 2569 w 10000"/>
                  <a:gd name="connsiteY2" fmla="*/ 1153 h 8937"/>
                  <a:gd name="connsiteX3" fmla="*/ 1957 w 10000"/>
                  <a:gd name="connsiteY3" fmla="*/ 859 h 8937"/>
                  <a:gd name="connsiteX4" fmla="*/ 1708 w 10000"/>
                  <a:gd name="connsiteY4" fmla="*/ 1525 h 8937"/>
                  <a:gd name="connsiteX5" fmla="*/ 1712 w 10000"/>
                  <a:gd name="connsiteY5" fmla="*/ 1262 h 8937"/>
                  <a:gd name="connsiteX6" fmla="*/ 1608 w 10000"/>
                  <a:gd name="connsiteY6" fmla="*/ 766 h 8937"/>
                  <a:gd name="connsiteX7" fmla="*/ 1822 w 10000"/>
                  <a:gd name="connsiteY7" fmla="*/ 352 h 8937"/>
                  <a:gd name="connsiteX8" fmla="*/ 1677 w 10000"/>
                  <a:gd name="connsiteY8" fmla="*/ 1553 h 8937"/>
                  <a:gd name="connsiteX9" fmla="*/ 4165 w 10000"/>
                  <a:gd name="connsiteY9" fmla="*/ 3581 h 8937"/>
                  <a:gd name="connsiteX10" fmla="*/ 2941 w 10000"/>
                  <a:gd name="connsiteY10" fmla="*/ 3488 h 8937"/>
                  <a:gd name="connsiteX11" fmla="*/ 0 w 10000"/>
                  <a:gd name="connsiteY11" fmla="*/ 3938 h 8937"/>
                  <a:gd name="connsiteX12" fmla="*/ 321 w 10000"/>
                  <a:gd name="connsiteY12" fmla="*/ 3938 h 8937"/>
                  <a:gd name="connsiteX13" fmla="*/ 645 w 10000"/>
                  <a:gd name="connsiteY13" fmla="*/ 4105 h 8937"/>
                  <a:gd name="connsiteX14" fmla="*/ 968 w 10000"/>
                  <a:gd name="connsiteY14" fmla="*/ 4269 h 8937"/>
                  <a:gd name="connsiteX15" fmla="*/ 1615 w 10000"/>
                  <a:gd name="connsiteY15" fmla="*/ 4603 h 8937"/>
                  <a:gd name="connsiteX16" fmla="*/ 2255 w 10000"/>
                  <a:gd name="connsiteY16" fmla="*/ 4771 h 8937"/>
                  <a:gd name="connsiteX17" fmla="*/ 2901 w 10000"/>
                  <a:gd name="connsiteY17" fmla="*/ 4934 h 8937"/>
                  <a:gd name="connsiteX18" fmla="*/ 3227 w 10000"/>
                  <a:gd name="connsiteY18" fmla="*/ 5104 h 8937"/>
                  <a:gd name="connsiteX19" fmla="*/ 3870 w 10000"/>
                  <a:gd name="connsiteY19" fmla="*/ 5270 h 8937"/>
                  <a:gd name="connsiteX20" fmla="*/ 4197 w 10000"/>
                  <a:gd name="connsiteY20" fmla="*/ 5437 h 8937"/>
                  <a:gd name="connsiteX21" fmla="*/ 4197 w 10000"/>
                  <a:gd name="connsiteY21" fmla="*/ 5604 h 8937"/>
                  <a:gd name="connsiteX22" fmla="*/ 4197 w 10000"/>
                  <a:gd name="connsiteY22" fmla="*/ 5770 h 8937"/>
                  <a:gd name="connsiteX23" fmla="*/ 4197 w 10000"/>
                  <a:gd name="connsiteY23" fmla="*/ 5770 h 8937"/>
                  <a:gd name="connsiteX24" fmla="*/ 4197 w 10000"/>
                  <a:gd name="connsiteY24" fmla="*/ 5937 h 8937"/>
                  <a:gd name="connsiteX25" fmla="*/ 4197 w 10000"/>
                  <a:gd name="connsiteY25" fmla="*/ 6271 h 8937"/>
                  <a:gd name="connsiteX26" fmla="*/ 4197 w 10000"/>
                  <a:gd name="connsiteY26" fmla="*/ 6937 h 8937"/>
                  <a:gd name="connsiteX27" fmla="*/ 3870 w 10000"/>
                  <a:gd name="connsiteY27" fmla="*/ 7605 h 8937"/>
                  <a:gd name="connsiteX28" fmla="*/ 3870 w 10000"/>
                  <a:gd name="connsiteY28" fmla="*/ 7937 h 8937"/>
                  <a:gd name="connsiteX29" fmla="*/ 4197 w 10000"/>
                  <a:gd name="connsiteY29" fmla="*/ 8271 h 8937"/>
                  <a:gd name="connsiteX30" fmla="*/ 4839 w 10000"/>
                  <a:gd name="connsiteY30" fmla="*/ 8602 h 8937"/>
                  <a:gd name="connsiteX31" fmla="*/ 5161 w 10000"/>
                  <a:gd name="connsiteY31" fmla="*/ 8771 h 8937"/>
                  <a:gd name="connsiteX32" fmla="*/ 5807 w 10000"/>
                  <a:gd name="connsiteY32" fmla="*/ 8771 h 8937"/>
                  <a:gd name="connsiteX33" fmla="*/ 6453 w 10000"/>
                  <a:gd name="connsiteY33" fmla="*/ 8937 h 8937"/>
                  <a:gd name="connsiteX34" fmla="*/ 7096 w 10000"/>
                  <a:gd name="connsiteY34" fmla="*/ 8937 h 8937"/>
                  <a:gd name="connsiteX35" fmla="*/ 7741 w 10000"/>
                  <a:gd name="connsiteY35" fmla="*/ 8937 h 8937"/>
                  <a:gd name="connsiteX36" fmla="*/ 8387 w 10000"/>
                  <a:gd name="connsiteY36" fmla="*/ 8602 h 8937"/>
                  <a:gd name="connsiteX37" fmla="*/ 9030 w 10000"/>
                  <a:gd name="connsiteY37" fmla="*/ 8437 h 8937"/>
                  <a:gd name="connsiteX38" fmla="*/ 9355 w 10000"/>
                  <a:gd name="connsiteY38" fmla="*/ 8105 h 8937"/>
                  <a:gd name="connsiteX39" fmla="*/ 9679 w 10000"/>
                  <a:gd name="connsiteY39" fmla="*/ 7937 h 8937"/>
                  <a:gd name="connsiteX40" fmla="*/ 9679 w 10000"/>
                  <a:gd name="connsiteY40" fmla="*/ 7937 h 8937"/>
                  <a:gd name="connsiteX41" fmla="*/ 10000 w 10000"/>
                  <a:gd name="connsiteY41" fmla="*/ 5937 h 8937"/>
                  <a:gd name="connsiteX42" fmla="*/ 10000 w 10000"/>
                  <a:gd name="connsiteY42" fmla="*/ 5270 h 8937"/>
                  <a:gd name="connsiteX43" fmla="*/ 9679 w 10000"/>
                  <a:gd name="connsiteY43" fmla="*/ 4603 h 8937"/>
                  <a:gd name="connsiteX44" fmla="*/ 9355 w 10000"/>
                  <a:gd name="connsiteY44" fmla="*/ 4269 h 8937"/>
                  <a:gd name="connsiteX45" fmla="*/ 8704 w 10000"/>
                  <a:gd name="connsiteY45" fmla="*/ 3938 h 8937"/>
                  <a:gd name="connsiteX46" fmla="*/ 8387 w 10000"/>
                  <a:gd name="connsiteY46" fmla="*/ 3602 h 8937"/>
                  <a:gd name="connsiteX47" fmla="*/ 8066 w 10000"/>
                  <a:gd name="connsiteY47" fmla="*/ 3602 h 8937"/>
                  <a:gd name="connsiteX48" fmla="*/ 7741 w 10000"/>
                  <a:gd name="connsiteY48" fmla="*/ 3437 h 8937"/>
                  <a:gd name="connsiteX49" fmla="*/ 7421 w 10000"/>
                  <a:gd name="connsiteY49" fmla="*/ 3437 h 8937"/>
                  <a:gd name="connsiteX50" fmla="*/ 5273 w 10000"/>
                  <a:gd name="connsiteY50" fmla="*/ 3152 h 8937"/>
                  <a:gd name="connsiteX51" fmla="*/ 6126 w 10000"/>
                  <a:gd name="connsiteY51" fmla="*/ 2604 h 8937"/>
                  <a:gd name="connsiteX52" fmla="*/ 6126 w 10000"/>
                  <a:gd name="connsiteY52" fmla="*/ 2270 h 8937"/>
                  <a:gd name="connsiteX53" fmla="*/ 6126 w 10000"/>
                  <a:gd name="connsiteY53" fmla="*/ 2104 h 8937"/>
                  <a:gd name="connsiteX54" fmla="*/ 6126 w 10000"/>
                  <a:gd name="connsiteY54" fmla="*/ 1936 h 8937"/>
                  <a:gd name="connsiteX55" fmla="*/ 6453 w 10000"/>
                  <a:gd name="connsiteY55" fmla="*/ 1770 h 8937"/>
                  <a:gd name="connsiteX56" fmla="*/ 6774 w 10000"/>
                  <a:gd name="connsiteY56" fmla="*/ 1770 h 8937"/>
                  <a:gd name="connsiteX57" fmla="*/ 6774 w 10000"/>
                  <a:gd name="connsiteY57" fmla="*/ 1603 h 8937"/>
                  <a:gd name="connsiteX58" fmla="*/ 7096 w 10000"/>
                  <a:gd name="connsiteY58" fmla="*/ 1603 h 8937"/>
                  <a:gd name="connsiteX59" fmla="*/ 7096 w 10000"/>
                  <a:gd name="connsiteY59" fmla="*/ 1603 h 8937"/>
                  <a:gd name="connsiteX60" fmla="*/ 6979 w 10000"/>
                  <a:gd name="connsiteY60" fmla="*/ 1370 h 8937"/>
                  <a:gd name="connsiteX61" fmla="*/ 5616 w 10000"/>
                  <a:gd name="connsiteY61" fmla="*/ 960 h 8937"/>
                  <a:gd name="connsiteX62" fmla="*/ 4359 w 10000"/>
                  <a:gd name="connsiteY62" fmla="*/ 1196 h 8937"/>
                  <a:gd name="connsiteX0" fmla="*/ 4359 w 10000"/>
                  <a:gd name="connsiteY0" fmla="*/ 1338 h 10000"/>
                  <a:gd name="connsiteX1" fmla="*/ 6226 w 10000"/>
                  <a:gd name="connsiteY1" fmla="*/ 0 h 10000"/>
                  <a:gd name="connsiteX2" fmla="*/ 2569 w 10000"/>
                  <a:gd name="connsiteY2" fmla="*/ 1290 h 10000"/>
                  <a:gd name="connsiteX3" fmla="*/ 1957 w 10000"/>
                  <a:gd name="connsiteY3" fmla="*/ 961 h 10000"/>
                  <a:gd name="connsiteX4" fmla="*/ 1708 w 10000"/>
                  <a:gd name="connsiteY4" fmla="*/ 1706 h 10000"/>
                  <a:gd name="connsiteX5" fmla="*/ 1712 w 10000"/>
                  <a:gd name="connsiteY5" fmla="*/ 1412 h 10000"/>
                  <a:gd name="connsiteX6" fmla="*/ 1608 w 10000"/>
                  <a:gd name="connsiteY6" fmla="*/ 857 h 10000"/>
                  <a:gd name="connsiteX7" fmla="*/ 1822 w 10000"/>
                  <a:gd name="connsiteY7" fmla="*/ 394 h 10000"/>
                  <a:gd name="connsiteX8" fmla="*/ 4165 w 10000"/>
                  <a:gd name="connsiteY8" fmla="*/ 4007 h 10000"/>
                  <a:gd name="connsiteX9" fmla="*/ 2941 w 10000"/>
                  <a:gd name="connsiteY9" fmla="*/ 3903 h 10000"/>
                  <a:gd name="connsiteX10" fmla="*/ 0 w 10000"/>
                  <a:gd name="connsiteY10" fmla="*/ 4406 h 10000"/>
                  <a:gd name="connsiteX11" fmla="*/ 321 w 10000"/>
                  <a:gd name="connsiteY11" fmla="*/ 4406 h 10000"/>
                  <a:gd name="connsiteX12" fmla="*/ 645 w 10000"/>
                  <a:gd name="connsiteY12" fmla="*/ 4593 h 10000"/>
                  <a:gd name="connsiteX13" fmla="*/ 968 w 10000"/>
                  <a:gd name="connsiteY13" fmla="*/ 4777 h 10000"/>
                  <a:gd name="connsiteX14" fmla="*/ 1615 w 10000"/>
                  <a:gd name="connsiteY14" fmla="*/ 5150 h 10000"/>
                  <a:gd name="connsiteX15" fmla="*/ 2255 w 10000"/>
                  <a:gd name="connsiteY15" fmla="*/ 5338 h 10000"/>
                  <a:gd name="connsiteX16" fmla="*/ 2901 w 10000"/>
                  <a:gd name="connsiteY16" fmla="*/ 5521 h 10000"/>
                  <a:gd name="connsiteX17" fmla="*/ 3227 w 10000"/>
                  <a:gd name="connsiteY17" fmla="*/ 5711 h 10000"/>
                  <a:gd name="connsiteX18" fmla="*/ 3870 w 10000"/>
                  <a:gd name="connsiteY18" fmla="*/ 5897 h 10000"/>
                  <a:gd name="connsiteX19" fmla="*/ 4197 w 10000"/>
                  <a:gd name="connsiteY19" fmla="*/ 6084 h 10000"/>
                  <a:gd name="connsiteX20" fmla="*/ 4197 w 10000"/>
                  <a:gd name="connsiteY20" fmla="*/ 6271 h 10000"/>
                  <a:gd name="connsiteX21" fmla="*/ 4197 w 10000"/>
                  <a:gd name="connsiteY21" fmla="*/ 6456 h 10000"/>
                  <a:gd name="connsiteX22" fmla="*/ 4197 w 10000"/>
                  <a:gd name="connsiteY22" fmla="*/ 6456 h 10000"/>
                  <a:gd name="connsiteX23" fmla="*/ 4197 w 10000"/>
                  <a:gd name="connsiteY23" fmla="*/ 6643 h 10000"/>
                  <a:gd name="connsiteX24" fmla="*/ 4197 w 10000"/>
                  <a:gd name="connsiteY24" fmla="*/ 7017 h 10000"/>
                  <a:gd name="connsiteX25" fmla="*/ 4197 w 10000"/>
                  <a:gd name="connsiteY25" fmla="*/ 7762 h 10000"/>
                  <a:gd name="connsiteX26" fmla="*/ 3870 w 10000"/>
                  <a:gd name="connsiteY26" fmla="*/ 8510 h 10000"/>
                  <a:gd name="connsiteX27" fmla="*/ 3870 w 10000"/>
                  <a:gd name="connsiteY27" fmla="*/ 8881 h 10000"/>
                  <a:gd name="connsiteX28" fmla="*/ 4197 w 10000"/>
                  <a:gd name="connsiteY28" fmla="*/ 9255 h 10000"/>
                  <a:gd name="connsiteX29" fmla="*/ 4839 w 10000"/>
                  <a:gd name="connsiteY29" fmla="*/ 9625 h 10000"/>
                  <a:gd name="connsiteX30" fmla="*/ 5161 w 10000"/>
                  <a:gd name="connsiteY30" fmla="*/ 9814 h 10000"/>
                  <a:gd name="connsiteX31" fmla="*/ 5807 w 10000"/>
                  <a:gd name="connsiteY31" fmla="*/ 9814 h 10000"/>
                  <a:gd name="connsiteX32" fmla="*/ 6453 w 10000"/>
                  <a:gd name="connsiteY32" fmla="*/ 10000 h 10000"/>
                  <a:gd name="connsiteX33" fmla="*/ 7096 w 10000"/>
                  <a:gd name="connsiteY33" fmla="*/ 10000 h 10000"/>
                  <a:gd name="connsiteX34" fmla="*/ 7741 w 10000"/>
                  <a:gd name="connsiteY34" fmla="*/ 10000 h 10000"/>
                  <a:gd name="connsiteX35" fmla="*/ 8387 w 10000"/>
                  <a:gd name="connsiteY35" fmla="*/ 9625 h 10000"/>
                  <a:gd name="connsiteX36" fmla="*/ 9030 w 10000"/>
                  <a:gd name="connsiteY36" fmla="*/ 9441 h 10000"/>
                  <a:gd name="connsiteX37" fmla="*/ 9355 w 10000"/>
                  <a:gd name="connsiteY37" fmla="*/ 9069 h 10000"/>
                  <a:gd name="connsiteX38" fmla="*/ 9679 w 10000"/>
                  <a:gd name="connsiteY38" fmla="*/ 8881 h 10000"/>
                  <a:gd name="connsiteX39" fmla="*/ 9679 w 10000"/>
                  <a:gd name="connsiteY39" fmla="*/ 8881 h 10000"/>
                  <a:gd name="connsiteX40" fmla="*/ 10000 w 10000"/>
                  <a:gd name="connsiteY40" fmla="*/ 6643 h 10000"/>
                  <a:gd name="connsiteX41" fmla="*/ 10000 w 10000"/>
                  <a:gd name="connsiteY41" fmla="*/ 5897 h 10000"/>
                  <a:gd name="connsiteX42" fmla="*/ 9679 w 10000"/>
                  <a:gd name="connsiteY42" fmla="*/ 5150 h 10000"/>
                  <a:gd name="connsiteX43" fmla="*/ 9355 w 10000"/>
                  <a:gd name="connsiteY43" fmla="*/ 4777 h 10000"/>
                  <a:gd name="connsiteX44" fmla="*/ 8704 w 10000"/>
                  <a:gd name="connsiteY44" fmla="*/ 4406 h 10000"/>
                  <a:gd name="connsiteX45" fmla="*/ 8387 w 10000"/>
                  <a:gd name="connsiteY45" fmla="*/ 4030 h 10000"/>
                  <a:gd name="connsiteX46" fmla="*/ 8066 w 10000"/>
                  <a:gd name="connsiteY46" fmla="*/ 4030 h 10000"/>
                  <a:gd name="connsiteX47" fmla="*/ 7741 w 10000"/>
                  <a:gd name="connsiteY47" fmla="*/ 3846 h 10000"/>
                  <a:gd name="connsiteX48" fmla="*/ 7421 w 10000"/>
                  <a:gd name="connsiteY48" fmla="*/ 3846 h 10000"/>
                  <a:gd name="connsiteX49" fmla="*/ 5273 w 10000"/>
                  <a:gd name="connsiteY49" fmla="*/ 3527 h 10000"/>
                  <a:gd name="connsiteX50" fmla="*/ 6126 w 10000"/>
                  <a:gd name="connsiteY50" fmla="*/ 2914 h 10000"/>
                  <a:gd name="connsiteX51" fmla="*/ 6126 w 10000"/>
                  <a:gd name="connsiteY51" fmla="*/ 2540 h 10000"/>
                  <a:gd name="connsiteX52" fmla="*/ 6126 w 10000"/>
                  <a:gd name="connsiteY52" fmla="*/ 2354 h 10000"/>
                  <a:gd name="connsiteX53" fmla="*/ 6126 w 10000"/>
                  <a:gd name="connsiteY53" fmla="*/ 2166 h 10000"/>
                  <a:gd name="connsiteX54" fmla="*/ 6453 w 10000"/>
                  <a:gd name="connsiteY54" fmla="*/ 1981 h 10000"/>
                  <a:gd name="connsiteX55" fmla="*/ 6774 w 10000"/>
                  <a:gd name="connsiteY55" fmla="*/ 1981 h 10000"/>
                  <a:gd name="connsiteX56" fmla="*/ 6774 w 10000"/>
                  <a:gd name="connsiteY56" fmla="*/ 1794 h 10000"/>
                  <a:gd name="connsiteX57" fmla="*/ 7096 w 10000"/>
                  <a:gd name="connsiteY57" fmla="*/ 1794 h 10000"/>
                  <a:gd name="connsiteX58" fmla="*/ 7096 w 10000"/>
                  <a:gd name="connsiteY58" fmla="*/ 1794 h 10000"/>
                  <a:gd name="connsiteX59" fmla="*/ 6979 w 10000"/>
                  <a:gd name="connsiteY59" fmla="*/ 1533 h 10000"/>
                  <a:gd name="connsiteX60" fmla="*/ 5616 w 10000"/>
                  <a:gd name="connsiteY60" fmla="*/ 1074 h 10000"/>
                  <a:gd name="connsiteX61" fmla="*/ 4359 w 10000"/>
                  <a:gd name="connsiteY61" fmla="*/ 1338 h 10000"/>
                  <a:gd name="connsiteX0" fmla="*/ 4359 w 10000"/>
                  <a:gd name="connsiteY0" fmla="*/ 1338 h 10000"/>
                  <a:gd name="connsiteX1" fmla="*/ 6226 w 10000"/>
                  <a:gd name="connsiteY1" fmla="*/ 0 h 10000"/>
                  <a:gd name="connsiteX2" fmla="*/ 1957 w 10000"/>
                  <a:gd name="connsiteY2" fmla="*/ 961 h 10000"/>
                  <a:gd name="connsiteX3" fmla="*/ 1708 w 10000"/>
                  <a:gd name="connsiteY3" fmla="*/ 1706 h 10000"/>
                  <a:gd name="connsiteX4" fmla="*/ 1712 w 10000"/>
                  <a:gd name="connsiteY4" fmla="*/ 1412 h 10000"/>
                  <a:gd name="connsiteX5" fmla="*/ 1608 w 10000"/>
                  <a:gd name="connsiteY5" fmla="*/ 857 h 10000"/>
                  <a:gd name="connsiteX6" fmla="*/ 1822 w 10000"/>
                  <a:gd name="connsiteY6" fmla="*/ 394 h 10000"/>
                  <a:gd name="connsiteX7" fmla="*/ 4165 w 10000"/>
                  <a:gd name="connsiteY7" fmla="*/ 4007 h 10000"/>
                  <a:gd name="connsiteX8" fmla="*/ 2941 w 10000"/>
                  <a:gd name="connsiteY8" fmla="*/ 3903 h 10000"/>
                  <a:gd name="connsiteX9" fmla="*/ 0 w 10000"/>
                  <a:gd name="connsiteY9" fmla="*/ 4406 h 10000"/>
                  <a:gd name="connsiteX10" fmla="*/ 321 w 10000"/>
                  <a:gd name="connsiteY10" fmla="*/ 4406 h 10000"/>
                  <a:gd name="connsiteX11" fmla="*/ 645 w 10000"/>
                  <a:gd name="connsiteY11" fmla="*/ 4593 h 10000"/>
                  <a:gd name="connsiteX12" fmla="*/ 968 w 10000"/>
                  <a:gd name="connsiteY12" fmla="*/ 4777 h 10000"/>
                  <a:gd name="connsiteX13" fmla="*/ 1615 w 10000"/>
                  <a:gd name="connsiteY13" fmla="*/ 5150 h 10000"/>
                  <a:gd name="connsiteX14" fmla="*/ 2255 w 10000"/>
                  <a:gd name="connsiteY14" fmla="*/ 5338 h 10000"/>
                  <a:gd name="connsiteX15" fmla="*/ 2901 w 10000"/>
                  <a:gd name="connsiteY15" fmla="*/ 5521 h 10000"/>
                  <a:gd name="connsiteX16" fmla="*/ 3227 w 10000"/>
                  <a:gd name="connsiteY16" fmla="*/ 5711 h 10000"/>
                  <a:gd name="connsiteX17" fmla="*/ 3870 w 10000"/>
                  <a:gd name="connsiteY17" fmla="*/ 5897 h 10000"/>
                  <a:gd name="connsiteX18" fmla="*/ 4197 w 10000"/>
                  <a:gd name="connsiteY18" fmla="*/ 6084 h 10000"/>
                  <a:gd name="connsiteX19" fmla="*/ 4197 w 10000"/>
                  <a:gd name="connsiteY19" fmla="*/ 6271 h 10000"/>
                  <a:gd name="connsiteX20" fmla="*/ 4197 w 10000"/>
                  <a:gd name="connsiteY20" fmla="*/ 6456 h 10000"/>
                  <a:gd name="connsiteX21" fmla="*/ 4197 w 10000"/>
                  <a:gd name="connsiteY21" fmla="*/ 6456 h 10000"/>
                  <a:gd name="connsiteX22" fmla="*/ 4197 w 10000"/>
                  <a:gd name="connsiteY22" fmla="*/ 6643 h 10000"/>
                  <a:gd name="connsiteX23" fmla="*/ 4197 w 10000"/>
                  <a:gd name="connsiteY23" fmla="*/ 7017 h 10000"/>
                  <a:gd name="connsiteX24" fmla="*/ 4197 w 10000"/>
                  <a:gd name="connsiteY24" fmla="*/ 7762 h 10000"/>
                  <a:gd name="connsiteX25" fmla="*/ 3870 w 10000"/>
                  <a:gd name="connsiteY25" fmla="*/ 8510 h 10000"/>
                  <a:gd name="connsiteX26" fmla="*/ 3870 w 10000"/>
                  <a:gd name="connsiteY26" fmla="*/ 8881 h 10000"/>
                  <a:gd name="connsiteX27" fmla="*/ 4197 w 10000"/>
                  <a:gd name="connsiteY27" fmla="*/ 9255 h 10000"/>
                  <a:gd name="connsiteX28" fmla="*/ 4839 w 10000"/>
                  <a:gd name="connsiteY28" fmla="*/ 9625 h 10000"/>
                  <a:gd name="connsiteX29" fmla="*/ 5161 w 10000"/>
                  <a:gd name="connsiteY29" fmla="*/ 9814 h 10000"/>
                  <a:gd name="connsiteX30" fmla="*/ 5807 w 10000"/>
                  <a:gd name="connsiteY30" fmla="*/ 9814 h 10000"/>
                  <a:gd name="connsiteX31" fmla="*/ 6453 w 10000"/>
                  <a:gd name="connsiteY31" fmla="*/ 10000 h 10000"/>
                  <a:gd name="connsiteX32" fmla="*/ 7096 w 10000"/>
                  <a:gd name="connsiteY32" fmla="*/ 10000 h 10000"/>
                  <a:gd name="connsiteX33" fmla="*/ 7741 w 10000"/>
                  <a:gd name="connsiteY33" fmla="*/ 10000 h 10000"/>
                  <a:gd name="connsiteX34" fmla="*/ 8387 w 10000"/>
                  <a:gd name="connsiteY34" fmla="*/ 9625 h 10000"/>
                  <a:gd name="connsiteX35" fmla="*/ 9030 w 10000"/>
                  <a:gd name="connsiteY35" fmla="*/ 9441 h 10000"/>
                  <a:gd name="connsiteX36" fmla="*/ 9355 w 10000"/>
                  <a:gd name="connsiteY36" fmla="*/ 9069 h 10000"/>
                  <a:gd name="connsiteX37" fmla="*/ 9679 w 10000"/>
                  <a:gd name="connsiteY37" fmla="*/ 8881 h 10000"/>
                  <a:gd name="connsiteX38" fmla="*/ 9679 w 10000"/>
                  <a:gd name="connsiteY38" fmla="*/ 8881 h 10000"/>
                  <a:gd name="connsiteX39" fmla="*/ 10000 w 10000"/>
                  <a:gd name="connsiteY39" fmla="*/ 6643 h 10000"/>
                  <a:gd name="connsiteX40" fmla="*/ 10000 w 10000"/>
                  <a:gd name="connsiteY40" fmla="*/ 5897 h 10000"/>
                  <a:gd name="connsiteX41" fmla="*/ 9679 w 10000"/>
                  <a:gd name="connsiteY41" fmla="*/ 5150 h 10000"/>
                  <a:gd name="connsiteX42" fmla="*/ 9355 w 10000"/>
                  <a:gd name="connsiteY42" fmla="*/ 4777 h 10000"/>
                  <a:gd name="connsiteX43" fmla="*/ 8704 w 10000"/>
                  <a:gd name="connsiteY43" fmla="*/ 4406 h 10000"/>
                  <a:gd name="connsiteX44" fmla="*/ 8387 w 10000"/>
                  <a:gd name="connsiteY44" fmla="*/ 4030 h 10000"/>
                  <a:gd name="connsiteX45" fmla="*/ 8066 w 10000"/>
                  <a:gd name="connsiteY45" fmla="*/ 4030 h 10000"/>
                  <a:gd name="connsiteX46" fmla="*/ 7741 w 10000"/>
                  <a:gd name="connsiteY46" fmla="*/ 3846 h 10000"/>
                  <a:gd name="connsiteX47" fmla="*/ 7421 w 10000"/>
                  <a:gd name="connsiteY47" fmla="*/ 3846 h 10000"/>
                  <a:gd name="connsiteX48" fmla="*/ 5273 w 10000"/>
                  <a:gd name="connsiteY48" fmla="*/ 3527 h 10000"/>
                  <a:gd name="connsiteX49" fmla="*/ 6126 w 10000"/>
                  <a:gd name="connsiteY49" fmla="*/ 2914 h 10000"/>
                  <a:gd name="connsiteX50" fmla="*/ 6126 w 10000"/>
                  <a:gd name="connsiteY50" fmla="*/ 2540 h 10000"/>
                  <a:gd name="connsiteX51" fmla="*/ 6126 w 10000"/>
                  <a:gd name="connsiteY51" fmla="*/ 2354 h 10000"/>
                  <a:gd name="connsiteX52" fmla="*/ 6126 w 10000"/>
                  <a:gd name="connsiteY52" fmla="*/ 2166 h 10000"/>
                  <a:gd name="connsiteX53" fmla="*/ 6453 w 10000"/>
                  <a:gd name="connsiteY53" fmla="*/ 1981 h 10000"/>
                  <a:gd name="connsiteX54" fmla="*/ 6774 w 10000"/>
                  <a:gd name="connsiteY54" fmla="*/ 1981 h 10000"/>
                  <a:gd name="connsiteX55" fmla="*/ 6774 w 10000"/>
                  <a:gd name="connsiteY55" fmla="*/ 1794 h 10000"/>
                  <a:gd name="connsiteX56" fmla="*/ 7096 w 10000"/>
                  <a:gd name="connsiteY56" fmla="*/ 1794 h 10000"/>
                  <a:gd name="connsiteX57" fmla="*/ 7096 w 10000"/>
                  <a:gd name="connsiteY57" fmla="*/ 1794 h 10000"/>
                  <a:gd name="connsiteX58" fmla="*/ 6979 w 10000"/>
                  <a:gd name="connsiteY58" fmla="*/ 1533 h 10000"/>
                  <a:gd name="connsiteX59" fmla="*/ 5616 w 10000"/>
                  <a:gd name="connsiteY59" fmla="*/ 1074 h 10000"/>
                  <a:gd name="connsiteX60" fmla="*/ 4359 w 10000"/>
                  <a:gd name="connsiteY60" fmla="*/ 1338 h 10000"/>
                  <a:gd name="connsiteX0" fmla="*/ 4359 w 10000"/>
                  <a:gd name="connsiteY0" fmla="*/ 1338 h 10000"/>
                  <a:gd name="connsiteX1" fmla="*/ 6226 w 10000"/>
                  <a:gd name="connsiteY1" fmla="*/ 0 h 10000"/>
                  <a:gd name="connsiteX2" fmla="*/ 1957 w 10000"/>
                  <a:gd name="connsiteY2" fmla="*/ 961 h 10000"/>
                  <a:gd name="connsiteX3" fmla="*/ 1708 w 10000"/>
                  <a:gd name="connsiteY3" fmla="*/ 1706 h 10000"/>
                  <a:gd name="connsiteX4" fmla="*/ 1712 w 10000"/>
                  <a:gd name="connsiteY4" fmla="*/ 1412 h 10000"/>
                  <a:gd name="connsiteX5" fmla="*/ 1608 w 10000"/>
                  <a:gd name="connsiteY5" fmla="*/ 857 h 10000"/>
                  <a:gd name="connsiteX6" fmla="*/ 1822 w 10000"/>
                  <a:gd name="connsiteY6" fmla="*/ 394 h 10000"/>
                  <a:gd name="connsiteX7" fmla="*/ 4883 w 10000"/>
                  <a:gd name="connsiteY7" fmla="*/ 3681 h 10000"/>
                  <a:gd name="connsiteX8" fmla="*/ 2941 w 10000"/>
                  <a:gd name="connsiteY8" fmla="*/ 3903 h 10000"/>
                  <a:gd name="connsiteX9" fmla="*/ 0 w 10000"/>
                  <a:gd name="connsiteY9" fmla="*/ 4406 h 10000"/>
                  <a:gd name="connsiteX10" fmla="*/ 321 w 10000"/>
                  <a:gd name="connsiteY10" fmla="*/ 4406 h 10000"/>
                  <a:gd name="connsiteX11" fmla="*/ 645 w 10000"/>
                  <a:gd name="connsiteY11" fmla="*/ 4593 h 10000"/>
                  <a:gd name="connsiteX12" fmla="*/ 968 w 10000"/>
                  <a:gd name="connsiteY12" fmla="*/ 4777 h 10000"/>
                  <a:gd name="connsiteX13" fmla="*/ 1615 w 10000"/>
                  <a:gd name="connsiteY13" fmla="*/ 5150 h 10000"/>
                  <a:gd name="connsiteX14" fmla="*/ 2255 w 10000"/>
                  <a:gd name="connsiteY14" fmla="*/ 5338 h 10000"/>
                  <a:gd name="connsiteX15" fmla="*/ 2901 w 10000"/>
                  <a:gd name="connsiteY15" fmla="*/ 5521 h 10000"/>
                  <a:gd name="connsiteX16" fmla="*/ 3227 w 10000"/>
                  <a:gd name="connsiteY16" fmla="*/ 5711 h 10000"/>
                  <a:gd name="connsiteX17" fmla="*/ 3870 w 10000"/>
                  <a:gd name="connsiteY17" fmla="*/ 5897 h 10000"/>
                  <a:gd name="connsiteX18" fmla="*/ 4197 w 10000"/>
                  <a:gd name="connsiteY18" fmla="*/ 6084 h 10000"/>
                  <a:gd name="connsiteX19" fmla="*/ 4197 w 10000"/>
                  <a:gd name="connsiteY19" fmla="*/ 6271 h 10000"/>
                  <a:gd name="connsiteX20" fmla="*/ 4197 w 10000"/>
                  <a:gd name="connsiteY20" fmla="*/ 6456 h 10000"/>
                  <a:gd name="connsiteX21" fmla="*/ 4197 w 10000"/>
                  <a:gd name="connsiteY21" fmla="*/ 6456 h 10000"/>
                  <a:gd name="connsiteX22" fmla="*/ 4197 w 10000"/>
                  <a:gd name="connsiteY22" fmla="*/ 6643 h 10000"/>
                  <a:gd name="connsiteX23" fmla="*/ 4197 w 10000"/>
                  <a:gd name="connsiteY23" fmla="*/ 7017 h 10000"/>
                  <a:gd name="connsiteX24" fmla="*/ 4197 w 10000"/>
                  <a:gd name="connsiteY24" fmla="*/ 7762 h 10000"/>
                  <a:gd name="connsiteX25" fmla="*/ 3870 w 10000"/>
                  <a:gd name="connsiteY25" fmla="*/ 8510 h 10000"/>
                  <a:gd name="connsiteX26" fmla="*/ 3870 w 10000"/>
                  <a:gd name="connsiteY26" fmla="*/ 8881 h 10000"/>
                  <a:gd name="connsiteX27" fmla="*/ 4197 w 10000"/>
                  <a:gd name="connsiteY27" fmla="*/ 9255 h 10000"/>
                  <a:gd name="connsiteX28" fmla="*/ 4839 w 10000"/>
                  <a:gd name="connsiteY28" fmla="*/ 9625 h 10000"/>
                  <a:gd name="connsiteX29" fmla="*/ 5161 w 10000"/>
                  <a:gd name="connsiteY29" fmla="*/ 9814 h 10000"/>
                  <a:gd name="connsiteX30" fmla="*/ 5807 w 10000"/>
                  <a:gd name="connsiteY30" fmla="*/ 9814 h 10000"/>
                  <a:gd name="connsiteX31" fmla="*/ 6453 w 10000"/>
                  <a:gd name="connsiteY31" fmla="*/ 10000 h 10000"/>
                  <a:gd name="connsiteX32" fmla="*/ 7096 w 10000"/>
                  <a:gd name="connsiteY32" fmla="*/ 10000 h 10000"/>
                  <a:gd name="connsiteX33" fmla="*/ 7741 w 10000"/>
                  <a:gd name="connsiteY33" fmla="*/ 10000 h 10000"/>
                  <a:gd name="connsiteX34" fmla="*/ 8387 w 10000"/>
                  <a:gd name="connsiteY34" fmla="*/ 9625 h 10000"/>
                  <a:gd name="connsiteX35" fmla="*/ 9030 w 10000"/>
                  <a:gd name="connsiteY35" fmla="*/ 9441 h 10000"/>
                  <a:gd name="connsiteX36" fmla="*/ 9355 w 10000"/>
                  <a:gd name="connsiteY36" fmla="*/ 9069 h 10000"/>
                  <a:gd name="connsiteX37" fmla="*/ 9679 w 10000"/>
                  <a:gd name="connsiteY37" fmla="*/ 8881 h 10000"/>
                  <a:gd name="connsiteX38" fmla="*/ 9679 w 10000"/>
                  <a:gd name="connsiteY38" fmla="*/ 8881 h 10000"/>
                  <a:gd name="connsiteX39" fmla="*/ 10000 w 10000"/>
                  <a:gd name="connsiteY39" fmla="*/ 6643 h 10000"/>
                  <a:gd name="connsiteX40" fmla="*/ 10000 w 10000"/>
                  <a:gd name="connsiteY40" fmla="*/ 5897 h 10000"/>
                  <a:gd name="connsiteX41" fmla="*/ 9679 w 10000"/>
                  <a:gd name="connsiteY41" fmla="*/ 5150 h 10000"/>
                  <a:gd name="connsiteX42" fmla="*/ 9355 w 10000"/>
                  <a:gd name="connsiteY42" fmla="*/ 4777 h 10000"/>
                  <a:gd name="connsiteX43" fmla="*/ 8704 w 10000"/>
                  <a:gd name="connsiteY43" fmla="*/ 4406 h 10000"/>
                  <a:gd name="connsiteX44" fmla="*/ 8387 w 10000"/>
                  <a:gd name="connsiteY44" fmla="*/ 4030 h 10000"/>
                  <a:gd name="connsiteX45" fmla="*/ 8066 w 10000"/>
                  <a:gd name="connsiteY45" fmla="*/ 4030 h 10000"/>
                  <a:gd name="connsiteX46" fmla="*/ 7741 w 10000"/>
                  <a:gd name="connsiteY46" fmla="*/ 3846 h 10000"/>
                  <a:gd name="connsiteX47" fmla="*/ 7421 w 10000"/>
                  <a:gd name="connsiteY47" fmla="*/ 3846 h 10000"/>
                  <a:gd name="connsiteX48" fmla="*/ 5273 w 10000"/>
                  <a:gd name="connsiteY48" fmla="*/ 3527 h 10000"/>
                  <a:gd name="connsiteX49" fmla="*/ 6126 w 10000"/>
                  <a:gd name="connsiteY49" fmla="*/ 2914 h 10000"/>
                  <a:gd name="connsiteX50" fmla="*/ 6126 w 10000"/>
                  <a:gd name="connsiteY50" fmla="*/ 2540 h 10000"/>
                  <a:gd name="connsiteX51" fmla="*/ 6126 w 10000"/>
                  <a:gd name="connsiteY51" fmla="*/ 2354 h 10000"/>
                  <a:gd name="connsiteX52" fmla="*/ 6126 w 10000"/>
                  <a:gd name="connsiteY52" fmla="*/ 2166 h 10000"/>
                  <a:gd name="connsiteX53" fmla="*/ 6453 w 10000"/>
                  <a:gd name="connsiteY53" fmla="*/ 1981 h 10000"/>
                  <a:gd name="connsiteX54" fmla="*/ 6774 w 10000"/>
                  <a:gd name="connsiteY54" fmla="*/ 1981 h 10000"/>
                  <a:gd name="connsiteX55" fmla="*/ 6774 w 10000"/>
                  <a:gd name="connsiteY55" fmla="*/ 1794 h 10000"/>
                  <a:gd name="connsiteX56" fmla="*/ 7096 w 10000"/>
                  <a:gd name="connsiteY56" fmla="*/ 1794 h 10000"/>
                  <a:gd name="connsiteX57" fmla="*/ 7096 w 10000"/>
                  <a:gd name="connsiteY57" fmla="*/ 1794 h 10000"/>
                  <a:gd name="connsiteX58" fmla="*/ 6979 w 10000"/>
                  <a:gd name="connsiteY58" fmla="*/ 1533 h 10000"/>
                  <a:gd name="connsiteX59" fmla="*/ 5616 w 10000"/>
                  <a:gd name="connsiteY59" fmla="*/ 1074 h 10000"/>
                  <a:gd name="connsiteX60" fmla="*/ 4359 w 10000"/>
                  <a:gd name="connsiteY60" fmla="*/ 1338 h 10000"/>
                  <a:gd name="connsiteX0" fmla="*/ 4359 w 10000"/>
                  <a:gd name="connsiteY0" fmla="*/ 1338 h 10000"/>
                  <a:gd name="connsiteX1" fmla="*/ 6226 w 10000"/>
                  <a:gd name="connsiteY1" fmla="*/ 0 h 10000"/>
                  <a:gd name="connsiteX2" fmla="*/ 1708 w 10000"/>
                  <a:gd name="connsiteY2" fmla="*/ 1706 h 10000"/>
                  <a:gd name="connsiteX3" fmla="*/ 1712 w 10000"/>
                  <a:gd name="connsiteY3" fmla="*/ 1412 h 10000"/>
                  <a:gd name="connsiteX4" fmla="*/ 1608 w 10000"/>
                  <a:gd name="connsiteY4" fmla="*/ 857 h 10000"/>
                  <a:gd name="connsiteX5" fmla="*/ 1822 w 10000"/>
                  <a:gd name="connsiteY5" fmla="*/ 394 h 10000"/>
                  <a:gd name="connsiteX6" fmla="*/ 4883 w 10000"/>
                  <a:gd name="connsiteY6" fmla="*/ 3681 h 10000"/>
                  <a:gd name="connsiteX7" fmla="*/ 2941 w 10000"/>
                  <a:gd name="connsiteY7" fmla="*/ 3903 h 10000"/>
                  <a:gd name="connsiteX8" fmla="*/ 0 w 10000"/>
                  <a:gd name="connsiteY8" fmla="*/ 4406 h 10000"/>
                  <a:gd name="connsiteX9" fmla="*/ 321 w 10000"/>
                  <a:gd name="connsiteY9" fmla="*/ 4406 h 10000"/>
                  <a:gd name="connsiteX10" fmla="*/ 645 w 10000"/>
                  <a:gd name="connsiteY10" fmla="*/ 4593 h 10000"/>
                  <a:gd name="connsiteX11" fmla="*/ 968 w 10000"/>
                  <a:gd name="connsiteY11" fmla="*/ 4777 h 10000"/>
                  <a:gd name="connsiteX12" fmla="*/ 1615 w 10000"/>
                  <a:gd name="connsiteY12" fmla="*/ 5150 h 10000"/>
                  <a:gd name="connsiteX13" fmla="*/ 2255 w 10000"/>
                  <a:gd name="connsiteY13" fmla="*/ 5338 h 10000"/>
                  <a:gd name="connsiteX14" fmla="*/ 2901 w 10000"/>
                  <a:gd name="connsiteY14" fmla="*/ 5521 h 10000"/>
                  <a:gd name="connsiteX15" fmla="*/ 3227 w 10000"/>
                  <a:gd name="connsiteY15" fmla="*/ 5711 h 10000"/>
                  <a:gd name="connsiteX16" fmla="*/ 3870 w 10000"/>
                  <a:gd name="connsiteY16" fmla="*/ 5897 h 10000"/>
                  <a:gd name="connsiteX17" fmla="*/ 4197 w 10000"/>
                  <a:gd name="connsiteY17" fmla="*/ 6084 h 10000"/>
                  <a:gd name="connsiteX18" fmla="*/ 4197 w 10000"/>
                  <a:gd name="connsiteY18" fmla="*/ 6271 h 10000"/>
                  <a:gd name="connsiteX19" fmla="*/ 4197 w 10000"/>
                  <a:gd name="connsiteY19" fmla="*/ 6456 h 10000"/>
                  <a:gd name="connsiteX20" fmla="*/ 4197 w 10000"/>
                  <a:gd name="connsiteY20" fmla="*/ 6456 h 10000"/>
                  <a:gd name="connsiteX21" fmla="*/ 4197 w 10000"/>
                  <a:gd name="connsiteY21" fmla="*/ 6643 h 10000"/>
                  <a:gd name="connsiteX22" fmla="*/ 4197 w 10000"/>
                  <a:gd name="connsiteY22" fmla="*/ 7017 h 10000"/>
                  <a:gd name="connsiteX23" fmla="*/ 4197 w 10000"/>
                  <a:gd name="connsiteY23" fmla="*/ 7762 h 10000"/>
                  <a:gd name="connsiteX24" fmla="*/ 3870 w 10000"/>
                  <a:gd name="connsiteY24" fmla="*/ 8510 h 10000"/>
                  <a:gd name="connsiteX25" fmla="*/ 3870 w 10000"/>
                  <a:gd name="connsiteY25" fmla="*/ 8881 h 10000"/>
                  <a:gd name="connsiteX26" fmla="*/ 4197 w 10000"/>
                  <a:gd name="connsiteY26" fmla="*/ 9255 h 10000"/>
                  <a:gd name="connsiteX27" fmla="*/ 4839 w 10000"/>
                  <a:gd name="connsiteY27" fmla="*/ 9625 h 10000"/>
                  <a:gd name="connsiteX28" fmla="*/ 5161 w 10000"/>
                  <a:gd name="connsiteY28" fmla="*/ 9814 h 10000"/>
                  <a:gd name="connsiteX29" fmla="*/ 5807 w 10000"/>
                  <a:gd name="connsiteY29" fmla="*/ 9814 h 10000"/>
                  <a:gd name="connsiteX30" fmla="*/ 6453 w 10000"/>
                  <a:gd name="connsiteY30" fmla="*/ 10000 h 10000"/>
                  <a:gd name="connsiteX31" fmla="*/ 7096 w 10000"/>
                  <a:gd name="connsiteY31" fmla="*/ 10000 h 10000"/>
                  <a:gd name="connsiteX32" fmla="*/ 7741 w 10000"/>
                  <a:gd name="connsiteY32" fmla="*/ 10000 h 10000"/>
                  <a:gd name="connsiteX33" fmla="*/ 8387 w 10000"/>
                  <a:gd name="connsiteY33" fmla="*/ 9625 h 10000"/>
                  <a:gd name="connsiteX34" fmla="*/ 9030 w 10000"/>
                  <a:gd name="connsiteY34" fmla="*/ 9441 h 10000"/>
                  <a:gd name="connsiteX35" fmla="*/ 9355 w 10000"/>
                  <a:gd name="connsiteY35" fmla="*/ 9069 h 10000"/>
                  <a:gd name="connsiteX36" fmla="*/ 9679 w 10000"/>
                  <a:gd name="connsiteY36" fmla="*/ 8881 h 10000"/>
                  <a:gd name="connsiteX37" fmla="*/ 9679 w 10000"/>
                  <a:gd name="connsiteY37" fmla="*/ 8881 h 10000"/>
                  <a:gd name="connsiteX38" fmla="*/ 10000 w 10000"/>
                  <a:gd name="connsiteY38" fmla="*/ 6643 h 10000"/>
                  <a:gd name="connsiteX39" fmla="*/ 10000 w 10000"/>
                  <a:gd name="connsiteY39" fmla="*/ 5897 h 10000"/>
                  <a:gd name="connsiteX40" fmla="*/ 9679 w 10000"/>
                  <a:gd name="connsiteY40" fmla="*/ 5150 h 10000"/>
                  <a:gd name="connsiteX41" fmla="*/ 9355 w 10000"/>
                  <a:gd name="connsiteY41" fmla="*/ 4777 h 10000"/>
                  <a:gd name="connsiteX42" fmla="*/ 8704 w 10000"/>
                  <a:gd name="connsiteY42" fmla="*/ 4406 h 10000"/>
                  <a:gd name="connsiteX43" fmla="*/ 8387 w 10000"/>
                  <a:gd name="connsiteY43" fmla="*/ 4030 h 10000"/>
                  <a:gd name="connsiteX44" fmla="*/ 8066 w 10000"/>
                  <a:gd name="connsiteY44" fmla="*/ 4030 h 10000"/>
                  <a:gd name="connsiteX45" fmla="*/ 7741 w 10000"/>
                  <a:gd name="connsiteY45" fmla="*/ 3846 h 10000"/>
                  <a:gd name="connsiteX46" fmla="*/ 7421 w 10000"/>
                  <a:gd name="connsiteY46" fmla="*/ 3846 h 10000"/>
                  <a:gd name="connsiteX47" fmla="*/ 5273 w 10000"/>
                  <a:gd name="connsiteY47" fmla="*/ 3527 h 10000"/>
                  <a:gd name="connsiteX48" fmla="*/ 6126 w 10000"/>
                  <a:gd name="connsiteY48" fmla="*/ 2914 h 10000"/>
                  <a:gd name="connsiteX49" fmla="*/ 6126 w 10000"/>
                  <a:gd name="connsiteY49" fmla="*/ 2540 h 10000"/>
                  <a:gd name="connsiteX50" fmla="*/ 6126 w 10000"/>
                  <a:gd name="connsiteY50" fmla="*/ 2354 h 10000"/>
                  <a:gd name="connsiteX51" fmla="*/ 6126 w 10000"/>
                  <a:gd name="connsiteY51" fmla="*/ 2166 h 10000"/>
                  <a:gd name="connsiteX52" fmla="*/ 6453 w 10000"/>
                  <a:gd name="connsiteY52" fmla="*/ 1981 h 10000"/>
                  <a:gd name="connsiteX53" fmla="*/ 6774 w 10000"/>
                  <a:gd name="connsiteY53" fmla="*/ 1981 h 10000"/>
                  <a:gd name="connsiteX54" fmla="*/ 6774 w 10000"/>
                  <a:gd name="connsiteY54" fmla="*/ 1794 h 10000"/>
                  <a:gd name="connsiteX55" fmla="*/ 7096 w 10000"/>
                  <a:gd name="connsiteY55" fmla="*/ 1794 h 10000"/>
                  <a:gd name="connsiteX56" fmla="*/ 7096 w 10000"/>
                  <a:gd name="connsiteY56" fmla="*/ 1794 h 10000"/>
                  <a:gd name="connsiteX57" fmla="*/ 6979 w 10000"/>
                  <a:gd name="connsiteY57" fmla="*/ 1533 h 10000"/>
                  <a:gd name="connsiteX58" fmla="*/ 5616 w 10000"/>
                  <a:gd name="connsiteY58" fmla="*/ 1074 h 10000"/>
                  <a:gd name="connsiteX59" fmla="*/ 4359 w 10000"/>
                  <a:gd name="connsiteY59" fmla="*/ 1338 h 10000"/>
                  <a:gd name="connsiteX0" fmla="*/ 4359 w 10000"/>
                  <a:gd name="connsiteY0" fmla="*/ 944 h 9606"/>
                  <a:gd name="connsiteX1" fmla="*/ 1708 w 10000"/>
                  <a:gd name="connsiteY1" fmla="*/ 1312 h 9606"/>
                  <a:gd name="connsiteX2" fmla="*/ 1712 w 10000"/>
                  <a:gd name="connsiteY2" fmla="*/ 1018 h 9606"/>
                  <a:gd name="connsiteX3" fmla="*/ 1608 w 10000"/>
                  <a:gd name="connsiteY3" fmla="*/ 463 h 9606"/>
                  <a:gd name="connsiteX4" fmla="*/ 1822 w 10000"/>
                  <a:gd name="connsiteY4" fmla="*/ 0 h 9606"/>
                  <a:gd name="connsiteX5" fmla="*/ 4883 w 10000"/>
                  <a:gd name="connsiteY5" fmla="*/ 3287 h 9606"/>
                  <a:gd name="connsiteX6" fmla="*/ 2941 w 10000"/>
                  <a:gd name="connsiteY6" fmla="*/ 3509 h 9606"/>
                  <a:gd name="connsiteX7" fmla="*/ 0 w 10000"/>
                  <a:gd name="connsiteY7" fmla="*/ 4012 h 9606"/>
                  <a:gd name="connsiteX8" fmla="*/ 321 w 10000"/>
                  <a:gd name="connsiteY8" fmla="*/ 4012 h 9606"/>
                  <a:gd name="connsiteX9" fmla="*/ 645 w 10000"/>
                  <a:gd name="connsiteY9" fmla="*/ 4199 h 9606"/>
                  <a:gd name="connsiteX10" fmla="*/ 968 w 10000"/>
                  <a:gd name="connsiteY10" fmla="*/ 4383 h 9606"/>
                  <a:gd name="connsiteX11" fmla="*/ 1615 w 10000"/>
                  <a:gd name="connsiteY11" fmla="*/ 4756 h 9606"/>
                  <a:gd name="connsiteX12" fmla="*/ 2255 w 10000"/>
                  <a:gd name="connsiteY12" fmla="*/ 4944 h 9606"/>
                  <a:gd name="connsiteX13" fmla="*/ 2901 w 10000"/>
                  <a:gd name="connsiteY13" fmla="*/ 5127 h 9606"/>
                  <a:gd name="connsiteX14" fmla="*/ 3227 w 10000"/>
                  <a:gd name="connsiteY14" fmla="*/ 5317 h 9606"/>
                  <a:gd name="connsiteX15" fmla="*/ 3870 w 10000"/>
                  <a:gd name="connsiteY15" fmla="*/ 5503 h 9606"/>
                  <a:gd name="connsiteX16" fmla="*/ 4197 w 10000"/>
                  <a:gd name="connsiteY16" fmla="*/ 5690 h 9606"/>
                  <a:gd name="connsiteX17" fmla="*/ 4197 w 10000"/>
                  <a:gd name="connsiteY17" fmla="*/ 5877 h 9606"/>
                  <a:gd name="connsiteX18" fmla="*/ 4197 w 10000"/>
                  <a:gd name="connsiteY18" fmla="*/ 6062 h 9606"/>
                  <a:gd name="connsiteX19" fmla="*/ 4197 w 10000"/>
                  <a:gd name="connsiteY19" fmla="*/ 6062 h 9606"/>
                  <a:gd name="connsiteX20" fmla="*/ 4197 w 10000"/>
                  <a:gd name="connsiteY20" fmla="*/ 6249 h 9606"/>
                  <a:gd name="connsiteX21" fmla="*/ 4197 w 10000"/>
                  <a:gd name="connsiteY21" fmla="*/ 6623 h 9606"/>
                  <a:gd name="connsiteX22" fmla="*/ 4197 w 10000"/>
                  <a:gd name="connsiteY22" fmla="*/ 7368 h 9606"/>
                  <a:gd name="connsiteX23" fmla="*/ 3870 w 10000"/>
                  <a:gd name="connsiteY23" fmla="*/ 8116 h 9606"/>
                  <a:gd name="connsiteX24" fmla="*/ 3870 w 10000"/>
                  <a:gd name="connsiteY24" fmla="*/ 8487 h 9606"/>
                  <a:gd name="connsiteX25" fmla="*/ 4197 w 10000"/>
                  <a:gd name="connsiteY25" fmla="*/ 8861 h 9606"/>
                  <a:gd name="connsiteX26" fmla="*/ 4839 w 10000"/>
                  <a:gd name="connsiteY26" fmla="*/ 9231 h 9606"/>
                  <a:gd name="connsiteX27" fmla="*/ 5161 w 10000"/>
                  <a:gd name="connsiteY27" fmla="*/ 9420 h 9606"/>
                  <a:gd name="connsiteX28" fmla="*/ 5807 w 10000"/>
                  <a:gd name="connsiteY28" fmla="*/ 9420 h 9606"/>
                  <a:gd name="connsiteX29" fmla="*/ 6453 w 10000"/>
                  <a:gd name="connsiteY29" fmla="*/ 9606 h 9606"/>
                  <a:gd name="connsiteX30" fmla="*/ 7096 w 10000"/>
                  <a:gd name="connsiteY30" fmla="*/ 9606 h 9606"/>
                  <a:gd name="connsiteX31" fmla="*/ 7741 w 10000"/>
                  <a:gd name="connsiteY31" fmla="*/ 9606 h 9606"/>
                  <a:gd name="connsiteX32" fmla="*/ 8387 w 10000"/>
                  <a:gd name="connsiteY32" fmla="*/ 9231 h 9606"/>
                  <a:gd name="connsiteX33" fmla="*/ 9030 w 10000"/>
                  <a:gd name="connsiteY33" fmla="*/ 9047 h 9606"/>
                  <a:gd name="connsiteX34" fmla="*/ 9355 w 10000"/>
                  <a:gd name="connsiteY34" fmla="*/ 8675 h 9606"/>
                  <a:gd name="connsiteX35" fmla="*/ 9679 w 10000"/>
                  <a:gd name="connsiteY35" fmla="*/ 8487 h 9606"/>
                  <a:gd name="connsiteX36" fmla="*/ 9679 w 10000"/>
                  <a:gd name="connsiteY36" fmla="*/ 8487 h 9606"/>
                  <a:gd name="connsiteX37" fmla="*/ 10000 w 10000"/>
                  <a:gd name="connsiteY37" fmla="*/ 6249 h 9606"/>
                  <a:gd name="connsiteX38" fmla="*/ 10000 w 10000"/>
                  <a:gd name="connsiteY38" fmla="*/ 5503 h 9606"/>
                  <a:gd name="connsiteX39" fmla="*/ 9679 w 10000"/>
                  <a:gd name="connsiteY39" fmla="*/ 4756 h 9606"/>
                  <a:gd name="connsiteX40" fmla="*/ 9355 w 10000"/>
                  <a:gd name="connsiteY40" fmla="*/ 4383 h 9606"/>
                  <a:gd name="connsiteX41" fmla="*/ 8704 w 10000"/>
                  <a:gd name="connsiteY41" fmla="*/ 4012 h 9606"/>
                  <a:gd name="connsiteX42" fmla="*/ 8387 w 10000"/>
                  <a:gd name="connsiteY42" fmla="*/ 3636 h 9606"/>
                  <a:gd name="connsiteX43" fmla="*/ 8066 w 10000"/>
                  <a:gd name="connsiteY43" fmla="*/ 3636 h 9606"/>
                  <a:gd name="connsiteX44" fmla="*/ 7741 w 10000"/>
                  <a:gd name="connsiteY44" fmla="*/ 3452 h 9606"/>
                  <a:gd name="connsiteX45" fmla="*/ 7421 w 10000"/>
                  <a:gd name="connsiteY45" fmla="*/ 3452 h 9606"/>
                  <a:gd name="connsiteX46" fmla="*/ 5273 w 10000"/>
                  <a:gd name="connsiteY46" fmla="*/ 3133 h 9606"/>
                  <a:gd name="connsiteX47" fmla="*/ 6126 w 10000"/>
                  <a:gd name="connsiteY47" fmla="*/ 2520 h 9606"/>
                  <a:gd name="connsiteX48" fmla="*/ 6126 w 10000"/>
                  <a:gd name="connsiteY48" fmla="*/ 2146 h 9606"/>
                  <a:gd name="connsiteX49" fmla="*/ 6126 w 10000"/>
                  <a:gd name="connsiteY49" fmla="*/ 1960 h 9606"/>
                  <a:gd name="connsiteX50" fmla="*/ 6126 w 10000"/>
                  <a:gd name="connsiteY50" fmla="*/ 1772 h 9606"/>
                  <a:gd name="connsiteX51" fmla="*/ 6453 w 10000"/>
                  <a:gd name="connsiteY51" fmla="*/ 1587 h 9606"/>
                  <a:gd name="connsiteX52" fmla="*/ 6774 w 10000"/>
                  <a:gd name="connsiteY52" fmla="*/ 1587 h 9606"/>
                  <a:gd name="connsiteX53" fmla="*/ 6774 w 10000"/>
                  <a:gd name="connsiteY53" fmla="*/ 1400 h 9606"/>
                  <a:gd name="connsiteX54" fmla="*/ 7096 w 10000"/>
                  <a:gd name="connsiteY54" fmla="*/ 1400 h 9606"/>
                  <a:gd name="connsiteX55" fmla="*/ 7096 w 10000"/>
                  <a:gd name="connsiteY55" fmla="*/ 1400 h 9606"/>
                  <a:gd name="connsiteX56" fmla="*/ 6979 w 10000"/>
                  <a:gd name="connsiteY56" fmla="*/ 1139 h 9606"/>
                  <a:gd name="connsiteX57" fmla="*/ 5616 w 10000"/>
                  <a:gd name="connsiteY57" fmla="*/ 680 h 9606"/>
                  <a:gd name="connsiteX58" fmla="*/ 4359 w 10000"/>
                  <a:gd name="connsiteY58" fmla="*/ 944 h 9606"/>
                  <a:gd name="connsiteX0" fmla="*/ 4359 w 10000"/>
                  <a:gd name="connsiteY0" fmla="*/ 983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126 w 10000"/>
                  <a:gd name="connsiteY48" fmla="*/ 2234 h 10000"/>
                  <a:gd name="connsiteX49" fmla="*/ 6126 w 10000"/>
                  <a:gd name="connsiteY49" fmla="*/ 2040 h 10000"/>
                  <a:gd name="connsiteX50" fmla="*/ 6126 w 10000"/>
                  <a:gd name="connsiteY50" fmla="*/ 1845 h 10000"/>
                  <a:gd name="connsiteX51" fmla="*/ 6453 w 10000"/>
                  <a:gd name="connsiteY51" fmla="*/ 1652 h 10000"/>
                  <a:gd name="connsiteX52" fmla="*/ 6774 w 10000"/>
                  <a:gd name="connsiteY52" fmla="*/ 1652 h 10000"/>
                  <a:gd name="connsiteX53" fmla="*/ 6774 w 10000"/>
                  <a:gd name="connsiteY53" fmla="*/ 1457 h 10000"/>
                  <a:gd name="connsiteX54" fmla="*/ 7096 w 10000"/>
                  <a:gd name="connsiteY54" fmla="*/ 1457 h 10000"/>
                  <a:gd name="connsiteX55" fmla="*/ 7096 w 10000"/>
                  <a:gd name="connsiteY55" fmla="*/ 1457 h 10000"/>
                  <a:gd name="connsiteX56" fmla="*/ 6979 w 10000"/>
                  <a:gd name="connsiteY56" fmla="*/ 1186 h 10000"/>
                  <a:gd name="connsiteX57" fmla="*/ 4359 w 10000"/>
                  <a:gd name="connsiteY57" fmla="*/ 983 h 10000"/>
                  <a:gd name="connsiteX0" fmla="*/ 6979 w 10000"/>
                  <a:gd name="connsiteY0" fmla="*/ 1186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126 w 10000"/>
                  <a:gd name="connsiteY48" fmla="*/ 2234 h 10000"/>
                  <a:gd name="connsiteX49" fmla="*/ 6126 w 10000"/>
                  <a:gd name="connsiteY49" fmla="*/ 2040 h 10000"/>
                  <a:gd name="connsiteX50" fmla="*/ 6126 w 10000"/>
                  <a:gd name="connsiteY50" fmla="*/ 1845 h 10000"/>
                  <a:gd name="connsiteX51" fmla="*/ 6453 w 10000"/>
                  <a:gd name="connsiteY51" fmla="*/ 1652 h 10000"/>
                  <a:gd name="connsiteX52" fmla="*/ 6774 w 10000"/>
                  <a:gd name="connsiteY52" fmla="*/ 1652 h 10000"/>
                  <a:gd name="connsiteX53" fmla="*/ 6774 w 10000"/>
                  <a:gd name="connsiteY53" fmla="*/ 1457 h 10000"/>
                  <a:gd name="connsiteX54" fmla="*/ 7096 w 10000"/>
                  <a:gd name="connsiteY54" fmla="*/ 1457 h 10000"/>
                  <a:gd name="connsiteX55" fmla="*/ 7096 w 10000"/>
                  <a:gd name="connsiteY55" fmla="*/ 1457 h 10000"/>
                  <a:gd name="connsiteX56" fmla="*/ 6979 w 10000"/>
                  <a:gd name="connsiteY56" fmla="*/ 1186 h 10000"/>
                  <a:gd name="connsiteX0" fmla="*/ 7096 w 10000"/>
                  <a:gd name="connsiteY0" fmla="*/ 1457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126 w 10000"/>
                  <a:gd name="connsiteY48" fmla="*/ 2234 h 10000"/>
                  <a:gd name="connsiteX49" fmla="*/ 6126 w 10000"/>
                  <a:gd name="connsiteY49" fmla="*/ 2040 h 10000"/>
                  <a:gd name="connsiteX50" fmla="*/ 6126 w 10000"/>
                  <a:gd name="connsiteY50" fmla="*/ 1845 h 10000"/>
                  <a:gd name="connsiteX51" fmla="*/ 6453 w 10000"/>
                  <a:gd name="connsiteY51" fmla="*/ 1652 h 10000"/>
                  <a:gd name="connsiteX52" fmla="*/ 6774 w 10000"/>
                  <a:gd name="connsiteY52" fmla="*/ 1652 h 10000"/>
                  <a:gd name="connsiteX53" fmla="*/ 6774 w 10000"/>
                  <a:gd name="connsiteY53" fmla="*/ 1457 h 10000"/>
                  <a:gd name="connsiteX54" fmla="*/ 7096 w 10000"/>
                  <a:gd name="connsiteY54" fmla="*/ 1457 h 10000"/>
                  <a:gd name="connsiteX55" fmla="*/ 7096 w 10000"/>
                  <a:gd name="connsiteY55" fmla="*/ 1457 h 10000"/>
                  <a:gd name="connsiteX0" fmla="*/ 7096 w 10000"/>
                  <a:gd name="connsiteY0" fmla="*/ 1457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126 w 10000"/>
                  <a:gd name="connsiteY48" fmla="*/ 2234 h 10000"/>
                  <a:gd name="connsiteX49" fmla="*/ 6126 w 10000"/>
                  <a:gd name="connsiteY49" fmla="*/ 2040 h 10000"/>
                  <a:gd name="connsiteX50" fmla="*/ 6126 w 10000"/>
                  <a:gd name="connsiteY50" fmla="*/ 1845 h 10000"/>
                  <a:gd name="connsiteX51" fmla="*/ 6453 w 10000"/>
                  <a:gd name="connsiteY51" fmla="*/ 1652 h 10000"/>
                  <a:gd name="connsiteX52" fmla="*/ 6774 w 10000"/>
                  <a:gd name="connsiteY52" fmla="*/ 1652 h 10000"/>
                  <a:gd name="connsiteX53" fmla="*/ 6774 w 10000"/>
                  <a:gd name="connsiteY53" fmla="*/ 1457 h 10000"/>
                  <a:gd name="connsiteX54" fmla="*/ 7096 w 10000"/>
                  <a:gd name="connsiteY54" fmla="*/ 1457 h 10000"/>
                  <a:gd name="connsiteX0" fmla="*/ 6774 w 10000"/>
                  <a:gd name="connsiteY0" fmla="*/ 1457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126 w 10000"/>
                  <a:gd name="connsiteY48" fmla="*/ 2234 h 10000"/>
                  <a:gd name="connsiteX49" fmla="*/ 6126 w 10000"/>
                  <a:gd name="connsiteY49" fmla="*/ 2040 h 10000"/>
                  <a:gd name="connsiteX50" fmla="*/ 6126 w 10000"/>
                  <a:gd name="connsiteY50" fmla="*/ 1845 h 10000"/>
                  <a:gd name="connsiteX51" fmla="*/ 6453 w 10000"/>
                  <a:gd name="connsiteY51" fmla="*/ 1652 h 10000"/>
                  <a:gd name="connsiteX52" fmla="*/ 6774 w 10000"/>
                  <a:gd name="connsiteY52" fmla="*/ 1652 h 10000"/>
                  <a:gd name="connsiteX53" fmla="*/ 6774 w 10000"/>
                  <a:gd name="connsiteY53" fmla="*/ 1457 h 10000"/>
                  <a:gd name="connsiteX0" fmla="*/ 6774 w 10000"/>
                  <a:gd name="connsiteY0" fmla="*/ 1652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126 w 10000"/>
                  <a:gd name="connsiteY48" fmla="*/ 2234 h 10000"/>
                  <a:gd name="connsiteX49" fmla="*/ 6126 w 10000"/>
                  <a:gd name="connsiteY49" fmla="*/ 2040 h 10000"/>
                  <a:gd name="connsiteX50" fmla="*/ 6126 w 10000"/>
                  <a:gd name="connsiteY50" fmla="*/ 1845 h 10000"/>
                  <a:gd name="connsiteX51" fmla="*/ 6453 w 10000"/>
                  <a:gd name="connsiteY51" fmla="*/ 1652 h 10000"/>
                  <a:gd name="connsiteX52" fmla="*/ 6774 w 10000"/>
                  <a:gd name="connsiteY52" fmla="*/ 1652 h 10000"/>
                  <a:gd name="connsiteX0" fmla="*/ 6774 w 10000"/>
                  <a:gd name="connsiteY0" fmla="*/ 1652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126 w 10000"/>
                  <a:gd name="connsiteY48" fmla="*/ 2234 h 10000"/>
                  <a:gd name="connsiteX49" fmla="*/ 6126 w 10000"/>
                  <a:gd name="connsiteY49" fmla="*/ 2040 h 10000"/>
                  <a:gd name="connsiteX50" fmla="*/ 6126 w 10000"/>
                  <a:gd name="connsiteY50" fmla="*/ 1845 h 10000"/>
                  <a:gd name="connsiteX51" fmla="*/ 6774 w 10000"/>
                  <a:gd name="connsiteY51" fmla="*/ 1652 h 10000"/>
                  <a:gd name="connsiteX0" fmla="*/ 6774 w 10000"/>
                  <a:gd name="connsiteY0" fmla="*/ 1652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126 w 10000"/>
                  <a:gd name="connsiteY48" fmla="*/ 2234 h 10000"/>
                  <a:gd name="connsiteX49" fmla="*/ 6126 w 10000"/>
                  <a:gd name="connsiteY49" fmla="*/ 2040 h 10000"/>
                  <a:gd name="connsiteX50" fmla="*/ 6774 w 10000"/>
                  <a:gd name="connsiteY50" fmla="*/ 1652 h 10000"/>
                  <a:gd name="connsiteX0" fmla="*/ 6774 w 10000"/>
                  <a:gd name="connsiteY0" fmla="*/ 1652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126 w 10000"/>
                  <a:gd name="connsiteY48" fmla="*/ 2040 h 10000"/>
                  <a:gd name="connsiteX49" fmla="*/ 6774 w 10000"/>
                  <a:gd name="connsiteY49" fmla="*/ 1652 h 10000"/>
                  <a:gd name="connsiteX0" fmla="*/ 6774 w 10000"/>
                  <a:gd name="connsiteY0" fmla="*/ 1652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48" fmla="*/ 6774 w 10000"/>
                  <a:gd name="connsiteY48" fmla="*/ 1652 h 10000"/>
                  <a:gd name="connsiteX0" fmla="*/ 6126 w 10000"/>
                  <a:gd name="connsiteY0" fmla="*/ 2623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47" fmla="*/ 6126 w 10000"/>
                  <a:gd name="connsiteY47" fmla="*/ 2623 h 10000"/>
                  <a:gd name="connsiteX0" fmla="*/ 5273 w 10000"/>
                  <a:gd name="connsiteY0" fmla="*/ 3262 h 10000"/>
                  <a:gd name="connsiteX1" fmla="*/ 1708 w 10000"/>
                  <a:gd name="connsiteY1" fmla="*/ 1366 h 10000"/>
                  <a:gd name="connsiteX2" fmla="*/ 1712 w 10000"/>
                  <a:gd name="connsiteY2" fmla="*/ 1060 h 10000"/>
                  <a:gd name="connsiteX3" fmla="*/ 1608 w 10000"/>
                  <a:gd name="connsiteY3" fmla="*/ 482 h 10000"/>
                  <a:gd name="connsiteX4" fmla="*/ 1822 w 10000"/>
                  <a:gd name="connsiteY4" fmla="*/ 0 h 10000"/>
                  <a:gd name="connsiteX5" fmla="*/ 4883 w 10000"/>
                  <a:gd name="connsiteY5" fmla="*/ 3422 h 10000"/>
                  <a:gd name="connsiteX6" fmla="*/ 2941 w 10000"/>
                  <a:gd name="connsiteY6" fmla="*/ 3653 h 10000"/>
                  <a:gd name="connsiteX7" fmla="*/ 0 w 10000"/>
                  <a:gd name="connsiteY7" fmla="*/ 4177 h 10000"/>
                  <a:gd name="connsiteX8" fmla="*/ 321 w 10000"/>
                  <a:gd name="connsiteY8" fmla="*/ 4177 h 10000"/>
                  <a:gd name="connsiteX9" fmla="*/ 645 w 10000"/>
                  <a:gd name="connsiteY9" fmla="*/ 4371 h 10000"/>
                  <a:gd name="connsiteX10" fmla="*/ 968 w 10000"/>
                  <a:gd name="connsiteY10" fmla="*/ 4563 h 10000"/>
                  <a:gd name="connsiteX11" fmla="*/ 1615 w 10000"/>
                  <a:gd name="connsiteY11" fmla="*/ 4951 h 10000"/>
                  <a:gd name="connsiteX12" fmla="*/ 2255 w 10000"/>
                  <a:gd name="connsiteY12" fmla="*/ 5147 h 10000"/>
                  <a:gd name="connsiteX13" fmla="*/ 2901 w 10000"/>
                  <a:gd name="connsiteY13" fmla="*/ 5337 h 10000"/>
                  <a:gd name="connsiteX14" fmla="*/ 3227 w 10000"/>
                  <a:gd name="connsiteY14" fmla="*/ 5535 h 10000"/>
                  <a:gd name="connsiteX15" fmla="*/ 3870 w 10000"/>
                  <a:gd name="connsiteY15" fmla="*/ 5729 h 10000"/>
                  <a:gd name="connsiteX16" fmla="*/ 4197 w 10000"/>
                  <a:gd name="connsiteY16" fmla="*/ 5923 h 10000"/>
                  <a:gd name="connsiteX17" fmla="*/ 4197 w 10000"/>
                  <a:gd name="connsiteY17" fmla="*/ 6118 h 10000"/>
                  <a:gd name="connsiteX18" fmla="*/ 4197 w 10000"/>
                  <a:gd name="connsiteY18" fmla="*/ 6311 h 10000"/>
                  <a:gd name="connsiteX19" fmla="*/ 4197 w 10000"/>
                  <a:gd name="connsiteY19" fmla="*/ 6311 h 10000"/>
                  <a:gd name="connsiteX20" fmla="*/ 4197 w 10000"/>
                  <a:gd name="connsiteY20" fmla="*/ 6505 h 10000"/>
                  <a:gd name="connsiteX21" fmla="*/ 4197 w 10000"/>
                  <a:gd name="connsiteY21" fmla="*/ 6895 h 10000"/>
                  <a:gd name="connsiteX22" fmla="*/ 4197 w 10000"/>
                  <a:gd name="connsiteY22" fmla="*/ 7670 h 10000"/>
                  <a:gd name="connsiteX23" fmla="*/ 3870 w 10000"/>
                  <a:gd name="connsiteY23" fmla="*/ 8449 h 10000"/>
                  <a:gd name="connsiteX24" fmla="*/ 3870 w 10000"/>
                  <a:gd name="connsiteY24" fmla="*/ 8835 h 10000"/>
                  <a:gd name="connsiteX25" fmla="*/ 4197 w 10000"/>
                  <a:gd name="connsiteY25" fmla="*/ 9224 h 10000"/>
                  <a:gd name="connsiteX26" fmla="*/ 4839 w 10000"/>
                  <a:gd name="connsiteY26" fmla="*/ 9610 h 10000"/>
                  <a:gd name="connsiteX27" fmla="*/ 5161 w 10000"/>
                  <a:gd name="connsiteY27" fmla="*/ 9806 h 10000"/>
                  <a:gd name="connsiteX28" fmla="*/ 5807 w 10000"/>
                  <a:gd name="connsiteY28" fmla="*/ 9806 h 10000"/>
                  <a:gd name="connsiteX29" fmla="*/ 6453 w 10000"/>
                  <a:gd name="connsiteY29" fmla="*/ 10000 h 10000"/>
                  <a:gd name="connsiteX30" fmla="*/ 7096 w 10000"/>
                  <a:gd name="connsiteY30" fmla="*/ 10000 h 10000"/>
                  <a:gd name="connsiteX31" fmla="*/ 7741 w 10000"/>
                  <a:gd name="connsiteY31" fmla="*/ 10000 h 10000"/>
                  <a:gd name="connsiteX32" fmla="*/ 8387 w 10000"/>
                  <a:gd name="connsiteY32" fmla="*/ 9610 h 10000"/>
                  <a:gd name="connsiteX33" fmla="*/ 9030 w 10000"/>
                  <a:gd name="connsiteY33" fmla="*/ 9418 h 10000"/>
                  <a:gd name="connsiteX34" fmla="*/ 9355 w 10000"/>
                  <a:gd name="connsiteY34" fmla="*/ 9031 h 10000"/>
                  <a:gd name="connsiteX35" fmla="*/ 9679 w 10000"/>
                  <a:gd name="connsiteY35" fmla="*/ 8835 h 10000"/>
                  <a:gd name="connsiteX36" fmla="*/ 9679 w 10000"/>
                  <a:gd name="connsiteY36" fmla="*/ 8835 h 10000"/>
                  <a:gd name="connsiteX37" fmla="*/ 10000 w 10000"/>
                  <a:gd name="connsiteY37" fmla="*/ 6505 h 10000"/>
                  <a:gd name="connsiteX38" fmla="*/ 10000 w 10000"/>
                  <a:gd name="connsiteY38" fmla="*/ 5729 h 10000"/>
                  <a:gd name="connsiteX39" fmla="*/ 9679 w 10000"/>
                  <a:gd name="connsiteY39" fmla="*/ 4951 h 10000"/>
                  <a:gd name="connsiteX40" fmla="*/ 9355 w 10000"/>
                  <a:gd name="connsiteY40" fmla="*/ 4563 h 10000"/>
                  <a:gd name="connsiteX41" fmla="*/ 8704 w 10000"/>
                  <a:gd name="connsiteY41" fmla="*/ 4177 h 10000"/>
                  <a:gd name="connsiteX42" fmla="*/ 8387 w 10000"/>
                  <a:gd name="connsiteY42" fmla="*/ 3785 h 10000"/>
                  <a:gd name="connsiteX43" fmla="*/ 8066 w 10000"/>
                  <a:gd name="connsiteY43" fmla="*/ 3785 h 10000"/>
                  <a:gd name="connsiteX44" fmla="*/ 7741 w 10000"/>
                  <a:gd name="connsiteY44" fmla="*/ 3594 h 10000"/>
                  <a:gd name="connsiteX45" fmla="*/ 7421 w 10000"/>
                  <a:gd name="connsiteY45" fmla="*/ 3594 h 10000"/>
                  <a:gd name="connsiteX46" fmla="*/ 5273 w 10000"/>
                  <a:gd name="connsiteY46" fmla="*/ 3262 h 10000"/>
                  <a:gd name="connsiteX0" fmla="*/ 5273 w 10000"/>
                  <a:gd name="connsiteY0" fmla="*/ 3262 h 10000"/>
                  <a:gd name="connsiteX1" fmla="*/ 1708 w 10000"/>
                  <a:gd name="connsiteY1" fmla="*/ 1366 h 10000"/>
                  <a:gd name="connsiteX2" fmla="*/ 1608 w 10000"/>
                  <a:gd name="connsiteY2" fmla="*/ 482 h 10000"/>
                  <a:gd name="connsiteX3" fmla="*/ 1822 w 10000"/>
                  <a:gd name="connsiteY3" fmla="*/ 0 h 10000"/>
                  <a:gd name="connsiteX4" fmla="*/ 4883 w 10000"/>
                  <a:gd name="connsiteY4" fmla="*/ 3422 h 10000"/>
                  <a:gd name="connsiteX5" fmla="*/ 2941 w 10000"/>
                  <a:gd name="connsiteY5" fmla="*/ 3653 h 10000"/>
                  <a:gd name="connsiteX6" fmla="*/ 0 w 10000"/>
                  <a:gd name="connsiteY6" fmla="*/ 4177 h 10000"/>
                  <a:gd name="connsiteX7" fmla="*/ 321 w 10000"/>
                  <a:gd name="connsiteY7" fmla="*/ 4177 h 10000"/>
                  <a:gd name="connsiteX8" fmla="*/ 645 w 10000"/>
                  <a:gd name="connsiteY8" fmla="*/ 4371 h 10000"/>
                  <a:gd name="connsiteX9" fmla="*/ 968 w 10000"/>
                  <a:gd name="connsiteY9" fmla="*/ 4563 h 10000"/>
                  <a:gd name="connsiteX10" fmla="*/ 1615 w 10000"/>
                  <a:gd name="connsiteY10" fmla="*/ 4951 h 10000"/>
                  <a:gd name="connsiteX11" fmla="*/ 2255 w 10000"/>
                  <a:gd name="connsiteY11" fmla="*/ 5147 h 10000"/>
                  <a:gd name="connsiteX12" fmla="*/ 2901 w 10000"/>
                  <a:gd name="connsiteY12" fmla="*/ 5337 h 10000"/>
                  <a:gd name="connsiteX13" fmla="*/ 3227 w 10000"/>
                  <a:gd name="connsiteY13" fmla="*/ 5535 h 10000"/>
                  <a:gd name="connsiteX14" fmla="*/ 3870 w 10000"/>
                  <a:gd name="connsiteY14" fmla="*/ 5729 h 10000"/>
                  <a:gd name="connsiteX15" fmla="*/ 4197 w 10000"/>
                  <a:gd name="connsiteY15" fmla="*/ 5923 h 10000"/>
                  <a:gd name="connsiteX16" fmla="*/ 4197 w 10000"/>
                  <a:gd name="connsiteY16" fmla="*/ 6118 h 10000"/>
                  <a:gd name="connsiteX17" fmla="*/ 4197 w 10000"/>
                  <a:gd name="connsiteY17" fmla="*/ 6311 h 10000"/>
                  <a:gd name="connsiteX18" fmla="*/ 4197 w 10000"/>
                  <a:gd name="connsiteY18" fmla="*/ 6311 h 10000"/>
                  <a:gd name="connsiteX19" fmla="*/ 4197 w 10000"/>
                  <a:gd name="connsiteY19" fmla="*/ 6505 h 10000"/>
                  <a:gd name="connsiteX20" fmla="*/ 4197 w 10000"/>
                  <a:gd name="connsiteY20" fmla="*/ 6895 h 10000"/>
                  <a:gd name="connsiteX21" fmla="*/ 4197 w 10000"/>
                  <a:gd name="connsiteY21" fmla="*/ 7670 h 10000"/>
                  <a:gd name="connsiteX22" fmla="*/ 3870 w 10000"/>
                  <a:gd name="connsiteY22" fmla="*/ 8449 h 10000"/>
                  <a:gd name="connsiteX23" fmla="*/ 3870 w 10000"/>
                  <a:gd name="connsiteY23" fmla="*/ 8835 h 10000"/>
                  <a:gd name="connsiteX24" fmla="*/ 4197 w 10000"/>
                  <a:gd name="connsiteY24" fmla="*/ 9224 h 10000"/>
                  <a:gd name="connsiteX25" fmla="*/ 4839 w 10000"/>
                  <a:gd name="connsiteY25" fmla="*/ 9610 h 10000"/>
                  <a:gd name="connsiteX26" fmla="*/ 5161 w 10000"/>
                  <a:gd name="connsiteY26" fmla="*/ 9806 h 10000"/>
                  <a:gd name="connsiteX27" fmla="*/ 5807 w 10000"/>
                  <a:gd name="connsiteY27" fmla="*/ 9806 h 10000"/>
                  <a:gd name="connsiteX28" fmla="*/ 6453 w 10000"/>
                  <a:gd name="connsiteY28" fmla="*/ 10000 h 10000"/>
                  <a:gd name="connsiteX29" fmla="*/ 7096 w 10000"/>
                  <a:gd name="connsiteY29" fmla="*/ 10000 h 10000"/>
                  <a:gd name="connsiteX30" fmla="*/ 7741 w 10000"/>
                  <a:gd name="connsiteY30" fmla="*/ 10000 h 10000"/>
                  <a:gd name="connsiteX31" fmla="*/ 8387 w 10000"/>
                  <a:gd name="connsiteY31" fmla="*/ 9610 h 10000"/>
                  <a:gd name="connsiteX32" fmla="*/ 9030 w 10000"/>
                  <a:gd name="connsiteY32" fmla="*/ 9418 h 10000"/>
                  <a:gd name="connsiteX33" fmla="*/ 9355 w 10000"/>
                  <a:gd name="connsiteY33" fmla="*/ 9031 h 10000"/>
                  <a:gd name="connsiteX34" fmla="*/ 9679 w 10000"/>
                  <a:gd name="connsiteY34" fmla="*/ 8835 h 10000"/>
                  <a:gd name="connsiteX35" fmla="*/ 9679 w 10000"/>
                  <a:gd name="connsiteY35" fmla="*/ 8835 h 10000"/>
                  <a:gd name="connsiteX36" fmla="*/ 10000 w 10000"/>
                  <a:gd name="connsiteY36" fmla="*/ 6505 h 10000"/>
                  <a:gd name="connsiteX37" fmla="*/ 10000 w 10000"/>
                  <a:gd name="connsiteY37" fmla="*/ 5729 h 10000"/>
                  <a:gd name="connsiteX38" fmla="*/ 9679 w 10000"/>
                  <a:gd name="connsiteY38" fmla="*/ 4951 h 10000"/>
                  <a:gd name="connsiteX39" fmla="*/ 9355 w 10000"/>
                  <a:gd name="connsiteY39" fmla="*/ 4563 h 10000"/>
                  <a:gd name="connsiteX40" fmla="*/ 8704 w 10000"/>
                  <a:gd name="connsiteY40" fmla="*/ 4177 h 10000"/>
                  <a:gd name="connsiteX41" fmla="*/ 8387 w 10000"/>
                  <a:gd name="connsiteY41" fmla="*/ 3785 h 10000"/>
                  <a:gd name="connsiteX42" fmla="*/ 8066 w 10000"/>
                  <a:gd name="connsiteY42" fmla="*/ 3785 h 10000"/>
                  <a:gd name="connsiteX43" fmla="*/ 7741 w 10000"/>
                  <a:gd name="connsiteY43" fmla="*/ 3594 h 10000"/>
                  <a:gd name="connsiteX44" fmla="*/ 7421 w 10000"/>
                  <a:gd name="connsiteY44" fmla="*/ 3594 h 10000"/>
                  <a:gd name="connsiteX45" fmla="*/ 5273 w 10000"/>
                  <a:gd name="connsiteY45" fmla="*/ 3262 h 10000"/>
                  <a:gd name="connsiteX0" fmla="*/ 5273 w 10000"/>
                  <a:gd name="connsiteY0" fmla="*/ 3324 h 10062"/>
                  <a:gd name="connsiteX1" fmla="*/ 1708 w 10000"/>
                  <a:gd name="connsiteY1" fmla="*/ 1428 h 10062"/>
                  <a:gd name="connsiteX2" fmla="*/ 1822 w 10000"/>
                  <a:gd name="connsiteY2" fmla="*/ 62 h 10062"/>
                  <a:gd name="connsiteX3" fmla="*/ 4883 w 10000"/>
                  <a:gd name="connsiteY3" fmla="*/ 3484 h 10062"/>
                  <a:gd name="connsiteX4" fmla="*/ 2941 w 10000"/>
                  <a:gd name="connsiteY4" fmla="*/ 3715 h 10062"/>
                  <a:gd name="connsiteX5" fmla="*/ 0 w 10000"/>
                  <a:gd name="connsiteY5" fmla="*/ 4239 h 10062"/>
                  <a:gd name="connsiteX6" fmla="*/ 321 w 10000"/>
                  <a:gd name="connsiteY6" fmla="*/ 4239 h 10062"/>
                  <a:gd name="connsiteX7" fmla="*/ 645 w 10000"/>
                  <a:gd name="connsiteY7" fmla="*/ 4433 h 10062"/>
                  <a:gd name="connsiteX8" fmla="*/ 968 w 10000"/>
                  <a:gd name="connsiteY8" fmla="*/ 4625 h 10062"/>
                  <a:gd name="connsiteX9" fmla="*/ 1615 w 10000"/>
                  <a:gd name="connsiteY9" fmla="*/ 5013 h 10062"/>
                  <a:gd name="connsiteX10" fmla="*/ 2255 w 10000"/>
                  <a:gd name="connsiteY10" fmla="*/ 5209 h 10062"/>
                  <a:gd name="connsiteX11" fmla="*/ 2901 w 10000"/>
                  <a:gd name="connsiteY11" fmla="*/ 5399 h 10062"/>
                  <a:gd name="connsiteX12" fmla="*/ 3227 w 10000"/>
                  <a:gd name="connsiteY12" fmla="*/ 5597 h 10062"/>
                  <a:gd name="connsiteX13" fmla="*/ 3870 w 10000"/>
                  <a:gd name="connsiteY13" fmla="*/ 5791 h 10062"/>
                  <a:gd name="connsiteX14" fmla="*/ 4197 w 10000"/>
                  <a:gd name="connsiteY14" fmla="*/ 5985 h 10062"/>
                  <a:gd name="connsiteX15" fmla="*/ 4197 w 10000"/>
                  <a:gd name="connsiteY15" fmla="*/ 6180 h 10062"/>
                  <a:gd name="connsiteX16" fmla="*/ 4197 w 10000"/>
                  <a:gd name="connsiteY16" fmla="*/ 6373 h 10062"/>
                  <a:gd name="connsiteX17" fmla="*/ 4197 w 10000"/>
                  <a:gd name="connsiteY17" fmla="*/ 6373 h 10062"/>
                  <a:gd name="connsiteX18" fmla="*/ 4197 w 10000"/>
                  <a:gd name="connsiteY18" fmla="*/ 6567 h 10062"/>
                  <a:gd name="connsiteX19" fmla="*/ 4197 w 10000"/>
                  <a:gd name="connsiteY19" fmla="*/ 6957 h 10062"/>
                  <a:gd name="connsiteX20" fmla="*/ 4197 w 10000"/>
                  <a:gd name="connsiteY20" fmla="*/ 7732 h 10062"/>
                  <a:gd name="connsiteX21" fmla="*/ 3870 w 10000"/>
                  <a:gd name="connsiteY21" fmla="*/ 8511 h 10062"/>
                  <a:gd name="connsiteX22" fmla="*/ 3870 w 10000"/>
                  <a:gd name="connsiteY22" fmla="*/ 8897 h 10062"/>
                  <a:gd name="connsiteX23" fmla="*/ 4197 w 10000"/>
                  <a:gd name="connsiteY23" fmla="*/ 9286 h 10062"/>
                  <a:gd name="connsiteX24" fmla="*/ 4839 w 10000"/>
                  <a:gd name="connsiteY24" fmla="*/ 9672 h 10062"/>
                  <a:gd name="connsiteX25" fmla="*/ 5161 w 10000"/>
                  <a:gd name="connsiteY25" fmla="*/ 9868 h 10062"/>
                  <a:gd name="connsiteX26" fmla="*/ 5807 w 10000"/>
                  <a:gd name="connsiteY26" fmla="*/ 9868 h 10062"/>
                  <a:gd name="connsiteX27" fmla="*/ 6453 w 10000"/>
                  <a:gd name="connsiteY27" fmla="*/ 10062 h 10062"/>
                  <a:gd name="connsiteX28" fmla="*/ 7096 w 10000"/>
                  <a:gd name="connsiteY28" fmla="*/ 10062 h 10062"/>
                  <a:gd name="connsiteX29" fmla="*/ 7741 w 10000"/>
                  <a:gd name="connsiteY29" fmla="*/ 10062 h 10062"/>
                  <a:gd name="connsiteX30" fmla="*/ 8387 w 10000"/>
                  <a:gd name="connsiteY30" fmla="*/ 9672 h 10062"/>
                  <a:gd name="connsiteX31" fmla="*/ 9030 w 10000"/>
                  <a:gd name="connsiteY31" fmla="*/ 9480 h 10062"/>
                  <a:gd name="connsiteX32" fmla="*/ 9355 w 10000"/>
                  <a:gd name="connsiteY32" fmla="*/ 9093 h 10062"/>
                  <a:gd name="connsiteX33" fmla="*/ 9679 w 10000"/>
                  <a:gd name="connsiteY33" fmla="*/ 8897 h 10062"/>
                  <a:gd name="connsiteX34" fmla="*/ 9679 w 10000"/>
                  <a:gd name="connsiteY34" fmla="*/ 8897 h 10062"/>
                  <a:gd name="connsiteX35" fmla="*/ 10000 w 10000"/>
                  <a:gd name="connsiteY35" fmla="*/ 6567 h 10062"/>
                  <a:gd name="connsiteX36" fmla="*/ 10000 w 10000"/>
                  <a:gd name="connsiteY36" fmla="*/ 5791 h 10062"/>
                  <a:gd name="connsiteX37" fmla="*/ 9679 w 10000"/>
                  <a:gd name="connsiteY37" fmla="*/ 5013 h 10062"/>
                  <a:gd name="connsiteX38" fmla="*/ 9355 w 10000"/>
                  <a:gd name="connsiteY38" fmla="*/ 4625 h 10062"/>
                  <a:gd name="connsiteX39" fmla="*/ 8704 w 10000"/>
                  <a:gd name="connsiteY39" fmla="*/ 4239 h 10062"/>
                  <a:gd name="connsiteX40" fmla="*/ 8387 w 10000"/>
                  <a:gd name="connsiteY40" fmla="*/ 3847 h 10062"/>
                  <a:gd name="connsiteX41" fmla="*/ 8066 w 10000"/>
                  <a:gd name="connsiteY41" fmla="*/ 3847 h 10062"/>
                  <a:gd name="connsiteX42" fmla="*/ 7741 w 10000"/>
                  <a:gd name="connsiteY42" fmla="*/ 3656 h 10062"/>
                  <a:gd name="connsiteX43" fmla="*/ 7421 w 10000"/>
                  <a:gd name="connsiteY43" fmla="*/ 3656 h 10062"/>
                  <a:gd name="connsiteX44" fmla="*/ 5273 w 10000"/>
                  <a:gd name="connsiteY44" fmla="*/ 3324 h 10062"/>
                  <a:gd name="connsiteX0" fmla="*/ 5273 w 10000"/>
                  <a:gd name="connsiteY0" fmla="*/ 1896 h 8634"/>
                  <a:gd name="connsiteX1" fmla="*/ 1708 w 10000"/>
                  <a:gd name="connsiteY1" fmla="*/ 0 h 8634"/>
                  <a:gd name="connsiteX2" fmla="*/ 4883 w 10000"/>
                  <a:gd name="connsiteY2" fmla="*/ 2056 h 8634"/>
                  <a:gd name="connsiteX3" fmla="*/ 2941 w 10000"/>
                  <a:gd name="connsiteY3" fmla="*/ 2287 h 8634"/>
                  <a:gd name="connsiteX4" fmla="*/ 0 w 10000"/>
                  <a:gd name="connsiteY4" fmla="*/ 2811 h 8634"/>
                  <a:gd name="connsiteX5" fmla="*/ 321 w 10000"/>
                  <a:gd name="connsiteY5" fmla="*/ 2811 h 8634"/>
                  <a:gd name="connsiteX6" fmla="*/ 645 w 10000"/>
                  <a:gd name="connsiteY6" fmla="*/ 3005 h 8634"/>
                  <a:gd name="connsiteX7" fmla="*/ 968 w 10000"/>
                  <a:gd name="connsiteY7" fmla="*/ 3197 h 8634"/>
                  <a:gd name="connsiteX8" fmla="*/ 1615 w 10000"/>
                  <a:gd name="connsiteY8" fmla="*/ 3585 h 8634"/>
                  <a:gd name="connsiteX9" fmla="*/ 2255 w 10000"/>
                  <a:gd name="connsiteY9" fmla="*/ 3781 h 8634"/>
                  <a:gd name="connsiteX10" fmla="*/ 2901 w 10000"/>
                  <a:gd name="connsiteY10" fmla="*/ 3971 h 8634"/>
                  <a:gd name="connsiteX11" fmla="*/ 3227 w 10000"/>
                  <a:gd name="connsiteY11" fmla="*/ 4169 h 8634"/>
                  <a:gd name="connsiteX12" fmla="*/ 3870 w 10000"/>
                  <a:gd name="connsiteY12" fmla="*/ 4363 h 8634"/>
                  <a:gd name="connsiteX13" fmla="*/ 4197 w 10000"/>
                  <a:gd name="connsiteY13" fmla="*/ 4557 h 8634"/>
                  <a:gd name="connsiteX14" fmla="*/ 4197 w 10000"/>
                  <a:gd name="connsiteY14" fmla="*/ 4752 h 8634"/>
                  <a:gd name="connsiteX15" fmla="*/ 4197 w 10000"/>
                  <a:gd name="connsiteY15" fmla="*/ 4945 h 8634"/>
                  <a:gd name="connsiteX16" fmla="*/ 4197 w 10000"/>
                  <a:gd name="connsiteY16" fmla="*/ 4945 h 8634"/>
                  <a:gd name="connsiteX17" fmla="*/ 4197 w 10000"/>
                  <a:gd name="connsiteY17" fmla="*/ 5139 h 8634"/>
                  <a:gd name="connsiteX18" fmla="*/ 4197 w 10000"/>
                  <a:gd name="connsiteY18" fmla="*/ 5529 h 8634"/>
                  <a:gd name="connsiteX19" fmla="*/ 4197 w 10000"/>
                  <a:gd name="connsiteY19" fmla="*/ 6304 h 8634"/>
                  <a:gd name="connsiteX20" fmla="*/ 3870 w 10000"/>
                  <a:gd name="connsiteY20" fmla="*/ 7083 h 8634"/>
                  <a:gd name="connsiteX21" fmla="*/ 3870 w 10000"/>
                  <a:gd name="connsiteY21" fmla="*/ 7469 h 8634"/>
                  <a:gd name="connsiteX22" fmla="*/ 4197 w 10000"/>
                  <a:gd name="connsiteY22" fmla="*/ 7858 h 8634"/>
                  <a:gd name="connsiteX23" fmla="*/ 4839 w 10000"/>
                  <a:gd name="connsiteY23" fmla="*/ 8244 h 8634"/>
                  <a:gd name="connsiteX24" fmla="*/ 5161 w 10000"/>
                  <a:gd name="connsiteY24" fmla="*/ 8440 h 8634"/>
                  <a:gd name="connsiteX25" fmla="*/ 5807 w 10000"/>
                  <a:gd name="connsiteY25" fmla="*/ 8440 h 8634"/>
                  <a:gd name="connsiteX26" fmla="*/ 6453 w 10000"/>
                  <a:gd name="connsiteY26" fmla="*/ 8634 h 8634"/>
                  <a:gd name="connsiteX27" fmla="*/ 7096 w 10000"/>
                  <a:gd name="connsiteY27" fmla="*/ 8634 h 8634"/>
                  <a:gd name="connsiteX28" fmla="*/ 7741 w 10000"/>
                  <a:gd name="connsiteY28" fmla="*/ 8634 h 8634"/>
                  <a:gd name="connsiteX29" fmla="*/ 8387 w 10000"/>
                  <a:gd name="connsiteY29" fmla="*/ 8244 h 8634"/>
                  <a:gd name="connsiteX30" fmla="*/ 9030 w 10000"/>
                  <a:gd name="connsiteY30" fmla="*/ 8052 h 8634"/>
                  <a:gd name="connsiteX31" fmla="*/ 9355 w 10000"/>
                  <a:gd name="connsiteY31" fmla="*/ 7665 h 8634"/>
                  <a:gd name="connsiteX32" fmla="*/ 9679 w 10000"/>
                  <a:gd name="connsiteY32" fmla="*/ 7469 h 8634"/>
                  <a:gd name="connsiteX33" fmla="*/ 9679 w 10000"/>
                  <a:gd name="connsiteY33" fmla="*/ 7469 h 8634"/>
                  <a:gd name="connsiteX34" fmla="*/ 10000 w 10000"/>
                  <a:gd name="connsiteY34" fmla="*/ 5139 h 8634"/>
                  <a:gd name="connsiteX35" fmla="*/ 10000 w 10000"/>
                  <a:gd name="connsiteY35" fmla="*/ 4363 h 8634"/>
                  <a:gd name="connsiteX36" fmla="*/ 9679 w 10000"/>
                  <a:gd name="connsiteY36" fmla="*/ 3585 h 8634"/>
                  <a:gd name="connsiteX37" fmla="*/ 9355 w 10000"/>
                  <a:gd name="connsiteY37" fmla="*/ 3197 h 8634"/>
                  <a:gd name="connsiteX38" fmla="*/ 8704 w 10000"/>
                  <a:gd name="connsiteY38" fmla="*/ 2811 h 8634"/>
                  <a:gd name="connsiteX39" fmla="*/ 8387 w 10000"/>
                  <a:gd name="connsiteY39" fmla="*/ 2419 h 8634"/>
                  <a:gd name="connsiteX40" fmla="*/ 8066 w 10000"/>
                  <a:gd name="connsiteY40" fmla="*/ 2419 h 8634"/>
                  <a:gd name="connsiteX41" fmla="*/ 7741 w 10000"/>
                  <a:gd name="connsiteY41" fmla="*/ 2228 h 8634"/>
                  <a:gd name="connsiteX42" fmla="*/ 7421 w 10000"/>
                  <a:gd name="connsiteY42" fmla="*/ 2228 h 8634"/>
                  <a:gd name="connsiteX43" fmla="*/ 5273 w 10000"/>
                  <a:gd name="connsiteY43" fmla="*/ 1896 h 8634"/>
                  <a:gd name="connsiteX0" fmla="*/ 5273 w 10000"/>
                  <a:gd name="connsiteY0" fmla="*/ 0 h 7804"/>
                  <a:gd name="connsiteX1" fmla="*/ 4883 w 10000"/>
                  <a:gd name="connsiteY1" fmla="*/ 185 h 7804"/>
                  <a:gd name="connsiteX2" fmla="*/ 2941 w 10000"/>
                  <a:gd name="connsiteY2" fmla="*/ 453 h 7804"/>
                  <a:gd name="connsiteX3" fmla="*/ 0 w 10000"/>
                  <a:gd name="connsiteY3" fmla="*/ 1060 h 7804"/>
                  <a:gd name="connsiteX4" fmla="*/ 321 w 10000"/>
                  <a:gd name="connsiteY4" fmla="*/ 1060 h 7804"/>
                  <a:gd name="connsiteX5" fmla="*/ 645 w 10000"/>
                  <a:gd name="connsiteY5" fmla="*/ 1284 h 7804"/>
                  <a:gd name="connsiteX6" fmla="*/ 968 w 10000"/>
                  <a:gd name="connsiteY6" fmla="*/ 1507 h 7804"/>
                  <a:gd name="connsiteX7" fmla="*/ 1615 w 10000"/>
                  <a:gd name="connsiteY7" fmla="*/ 1956 h 7804"/>
                  <a:gd name="connsiteX8" fmla="*/ 2255 w 10000"/>
                  <a:gd name="connsiteY8" fmla="*/ 2183 h 7804"/>
                  <a:gd name="connsiteX9" fmla="*/ 2901 w 10000"/>
                  <a:gd name="connsiteY9" fmla="*/ 2403 h 7804"/>
                  <a:gd name="connsiteX10" fmla="*/ 3227 w 10000"/>
                  <a:gd name="connsiteY10" fmla="*/ 2633 h 7804"/>
                  <a:gd name="connsiteX11" fmla="*/ 3870 w 10000"/>
                  <a:gd name="connsiteY11" fmla="*/ 2857 h 7804"/>
                  <a:gd name="connsiteX12" fmla="*/ 4197 w 10000"/>
                  <a:gd name="connsiteY12" fmla="*/ 3082 h 7804"/>
                  <a:gd name="connsiteX13" fmla="*/ 4197 w 10000"/>
                  <a:gd name="connsiteY13" fmla="*/ 3308 h 7804"/>
                  <a:gd name="connsiteX14" fmla="*/ 4197 w 10000"/>
                  <a:gd name="connsiteY14" fmla="*/ 3531 h 7804"/>
                  <a:gd name="connsiteX15" fmla="*/ 4197 w 10000"/>
                  <a:gd name="connsiteY15" fmla="*/ 3531 h 7804"/>
                  <a:gd name="connsiteX16" fmla="*/ 4197 w 10000"/>
                  <a:gd name="connsiteY16" fmla="*/ 3756 h 7804"/>
                  <a:gd name="connsiteX17" fmla="*/ 4197 w 10000"/>
                  <a:gd name="connsiteY17" fmla="*/ 4208 h 7804"/>
                  <a:gd name="connsiteX18" fmla="*/ 4197 w 10000"/>
                  <a:gd name="connsiteY18" fmla="*/ 5105 h 7804"/>
                  <a:gd name="connsiteX19" fmla="*/ 3870 w 10000"/>
                  <a:gd name="connsiteY19" fmla="*/ 6008 h 7804"/>
                  <a:gd name="connsiteX20" fmla="*/ 3870 w 10000"/>
                  <a:gd name="connsiteY20" fmla="*/ 6455 h 7804"/>
                  <a:gd name="connsiteX21" fmla="*/ 4197 w 10000"/>
                  <a:gd name="connsiteY21" fmla="*/ 6905 h 7804"/>
                  <a:gd name="connsiteX22" fmla="*/ 4839 w 10000"/>
                  <a:gd name="connsiteY22" fmla="*/ 7352 h 7804"/>
                  <a:gd name="connsiteX23" fmla="*/ 5161 w 10000"/>
                  <a:gd name="connsiteY23" fmla="*/ 7579 h 7804"/>
                  <a:gd name="connsiteX24" fmla="*/ 5807 w 10000"/>
                  <a:gd name="connsiteY24" fmla="*/ 7579 h 7804"/>
                  <a:gd name="connsiteX25" fmla="*/ 6453 w 10000"/>
                  <a:gd name="connsiteY25" fmla="*/ 7804 h 7804"/>
                  <a:gd name="connsiteX26" fmla="*/ 7096 w 10000"/>
                  <a:gd name="connsiteY26" fmla="*/ 7804 h 7804"/>
                  <a:gd name="connsiteX27" fmla="*/ 7741 w 10000"/>
                  <a:gd name="connsiteY27" fmla="*/ 7804 h 7804"/>
                  <a:gd name="connsiteX28" fmla="*/ 8387 w 10000"/>
                  <a:gd name="connsiteY28" fmla="*/ 7352 h 7804"/>
                  <a:gd name="connsiteX29" fmla="*/ 9030 w 10000"/>
                  <a:gd name="connsiteY29" fmla="*/ 7130 h 7804"/>
                  <a:gd name="connsiteX30" fmla="*/ 9355 w 10000"/>
                  <a:gd name="connsiteY30" fmla="*/ 6682 h 7804"/>
                  <a:gd name="connsiteX31" fmla="*/ 9679 w 10000"/>
                  <a:gd name="connsiteY31" fmla="*/ 6455 h 7804"/>
                  <a:gd name="connsiteX32" fmla="*/ 9679 w 10000"/>
                  <a:gd name="connsiteY32" fmla="*/ 6455 h 7804"/>
                  <a:gd name="connsiteX33" fmla="*/ 10000 w 10000"/>
                  <a:gd name="connsiteY33" fmla="*/ 3756 h 7804"/>
                  <a:gd name="connsiteX34" fmla="*/ 10000 w 10000"/>
                  <a:gd name="connsiteY34" fmla="*/ 2857 h 7804"/>
                  <a:gd name="connsiteX35" fmla="*/ 9679 w 10000"/>
                  <a:gd name="connsiteY35" fmla="*/ 1956 h 7804"/>
                  <a:gd name="connsiteX36" fmla="*/ 9355 w 10000"/>
                  <a:gd name="connsiteY36" fmla="*/ 1507 h 7804"/>
                  <a:gd name="connsiteX37" fmla="*/ 8704 w 10000"/>
                  <a:gd name="connsiteY37" fmla="*/ 1060 h 7804"/>
                  <a:gd name="connsiteX38" fmla="*/ 8387 w 10000"/>
                  <a:gd name="connsiteY38" fmla="*/ 606 h 7804"/>
                  <a:gd name="connsiteX39" fmla="*/ 8066 w 10000"/>
                  <a:gd name="connsiteY39" fmla="*/ 606 h 7804"/>
                  <a:gd name="connsiteX40" fmla="*/ 7741 w 10000"/>
                  <a:gd name="connsiteY40" fmla="*/ 384 h 7804"/>
                  <a:gd name="connsiteX41" fmla="*/ 7421 w 10000"/>
                  <a:gd name="connsiteY41" fmla="*/ 384 h 7804"/>
                  <a:gd name="connsiteX42" fmla="*/ 5273 w 10000"/>
                  <a:gd name="connsiteY42" fmla="*/ 0 h 7804"/>
                  <a:gd name="connsiteX0" fmla="*/ 5273 w 10000"/>
                  <a:gd name="connsiteY0" fmla="*/ 0 h 10000"/>
                  <a:gd name="connsiteX1" fmla="*/ 4883 w 10000"/>
                  <a:gd name="connsiteY1" fmla="*/ 237 h 10000"/>
                  <a:gd name="connsiteX2" fmla="*/ 2941 w 10000"/>
                  <a:gd name="connsiteY2" fmla="*/ 580 h 10000"/>
                  <a:gd name="connsiteX3" fmla="*/ 0 w 10000"/>
                  <a:gd name="connsiteY3" fmla="*/ 1358 h 10000"/>
                  <a:gd name="connsiteX4" fmla="*/ 645 w 10000"/>
                  <a:gd name="connsiteY4" fmla="*/ 1645 h 10000"/>
                  <a:gd name="connsiteX5" fmla="*/ 968 w 10000"/>
                  <a:gd name="connsiteY5" fmla="*/ 1931 h 10000"/>
                  <a:gd name="connsiteX6" fmla="*/ 1615 w 10000"/>
                  <a:gd name="connsiteY6" fmla="*/ 2506 h 10000"/>
                  <a:gd name="connsiteX7" fmla="*/ 2255 w 10000"/>
                  <a:gd name="connsiteY7" fmla="*/ 2797 h 10000"/>
                  <a:gd name="connsiteX8" fmla="*/ 2901 w 10000"/>
                  <a:gd name="connsiteY8" fmla="*/ 3079 h 10000"/>
                  <a:gd name="connsiteX9" fmla="*/ 3227 w 10000"/>
                  <a:gd name="connsiteY9" fmla="*/ 3374 h 10000"/>
                  <a:gd name="connsiteX10" fmla="*/ 3870 w 10000"/>
                  <a:gd name="connsiteY10" fmla="*/ 3661 h 10000"/>
                  <a:gd name="connsiteX11" fmla="*/ 4197 w 10000"/>
                  <a:gd name="connsiteY11" fmla="*/ 3949 h 10000"/>
                  <a:gd name="connsiteX12" fmla="*/ 4197 w 10000"/>
                  <a:gd name="connsiteY12" fmla="*/ 4239 h 10000"/>
                  <a:gd name="connsiteX13" fmla="*/ 4197 w 10000"/>
                  <a:gd name="connsiteY13" fmla="*/ 4525 h 10000"/>
                  <a:gd name="connsiteX14" fmla="*/ 4197 w 10000"/>
                  <a:gd name="connsiteY14" fmla="*/ 4525 h 10000"/>
                  <a:gd name="connsiteX15" fmla="*/ 4197 w 10000"/>
                  <a:gd name="connsiteY15" fmla="*/ 4813 h 10000"/>
                  <a:gd name="connsiteX16" fmla="*/ 4197 w 10000"/>
                  <a:gd name="connsiteY16" fmla="*/ 5392 h 10000"/>
                  <a:gd name="connsiteX17" fmla="*/ 4197 w 10000"/>
                  <a:gd name="connsiteY17" fmla="*/ 6542 h 10000"/>
                  <a:gd name="connsiteX18" fmla="*/ 3870 w 10000"/>
                  <a:gd name="connsiteY18" fmla="*/ 7699 h 10000"/>
                  <a:gd name="connsiteX19" fmla="*/ 3870 w 10000"/>
                  <a:gd name="connsiteY19" fmla="*/ 8271 h 10000"/>
                  <a:gd name="connsiteX20" fmla="*/ 4197 w 10000"/>
                  <a:gd name="connsiteY20" fmla="*/ 8848 h 10000"/>
                  <a:gd name="connsiteX21" fmla="*/ 4839 w 10000"/>
                  <a:gd name="connsiteY21" fmla="*/ 9421 h 10000"/>
                  <a:gd name="connsiteX22" fmla="*/ 5161 w 10000"/>
                  <a:gd name="connsiteY22" fmla="*/ 9712 h 10000"/>
                  <a:gd name="connsiteX23" fmla="*/ 5807 w 10000"/>
                  <a:gd name="connsiteY23" fmla="*/ 9712 h 10000"/>
                  <a:gd name="connsiteX24" fmla="*/ 6453 w 10000"/>
                  <a:gd name="connsiteY24" fmla="*/ 10000 h 10000"/>
                  <a:gd name="connsiteX25" fmla="*/ 7096 w 10000"/>
                  <a:gd name="connsiteY25" fmla="*/ 10000 h 10000"/>
                  <a:gd name="connsiteX26" fmla="*/ 7741 w 10000"/>
                  <a:gd name="connsiteY26" fmla="*/ 10000 h 10000"/>
                  <a:gd name="connsiteX27" fmla="*/ 8387 w 10000"/>
                  <a:gd name="connsiteY27" fmla="*/ 9421 h 10000"/>
                  <a:gd name="connsiteX28" fmla="*/ 9030 w 10000"/>
                  <a:gd name="connsiteY28" fmla="*/ 9136 h 10000"/>
                  <a:gd name="connsiteX29" fmla="*/ 9355 w 10000"/>
                  <a:gd name="connsiteY29" fmla="*/ 8562 h 10000"/>
                  <a:gd name="connsiteX30" fmla="*/ 9679 w 10000"/>
                  <a:gd name="connsiteY30" fmla="*/ 8271 h 10000"/>
                  <a:gd name="connsiteX31" fmla="*/ 9679 w 10000"/>
                  <a:gd name="connsiteY31" fmla="*/ 8271 h 10000"/>
                  <a:gd name="connsiteX32" fmla="*/ 10000 w 10000"/>
                  <a:gd name="connsiteY32" fmla="*/ 4813 h 10000"/>
                  <a:gd name="connsiteX33" fmla="*/ 10000 w 10000"/>
                  <a:gd name="connsiteY33" fmla="*/ 3661 h 10000"/>
                  <a:gd name="connsiteX34" fmla="*/ 9679 w 10000"/>
                  <a:gd name="connsiteY34" fmla="*/ 2506 h 10000"/>
                  <a:gd name="connsiteX35" fmla="*/ 9355 w 10000"/>
                  <a:gd name="connsiteY35" fmla="*/ 1931 h 10000"/>
                  <a:gd name="connsiteX36" fmla="*/ 8704 w 10000"/>
                  <a:gd name="connsiteY36" fmla="*/ 1358 h 10000"/>
                  <a:gd name="connsiteX37" fmla="*/ 8387 w 10000"/>
                  <a:gd name="connsiteY37" fmla="*/ 777 h 10000"/>
                  <a:gd name="connsiteX38" fmla="*/ 8066 w 10000"/>
                  <a:gd name="connsiteY38" fmla="*/ 777 h 10000"/>
                  <a:gd name="connsiteX39" fmla="*/ 7741 w 10000"/>
                  <a:gd name="connsiteY39" fmla="*/ 492 h 10000"/>
                  <a:gd name="connsiteX40" fmla="*/ 7421 w 10000"/>
                  <a:gd name="connsiteY40" fmla="*/ 492 h 10000"/>
                  <a:gd name="connsiteX41" fmla="*/ 5273 w 10000"/>
                  <a:gd name="connsiteY41" fmla="*/ 0 h 10000"/>
                  <a:gd name="connsiteX0" fmla="*/ 4628 w 9355"/>
                  <a:gd name="connsiteY0" fmla="*/ 0 h 10000"/>
                  <a:gd name="connsiteX1" fmla="*/ 4238 w 9355"/>
                  <a:gd name="connsiteY1" fmla="*/ 237 h 10000"/>
                  <a:gd name="connsiteX2" fmla="*/ 2296 w 9355"/>
                  <a:gd name="connsiteY2" fmla="*/ 580 h 10000"/>
                  <a:gd name="connsiteX3" fmla="*/ 0 w 9355"/>
                  <a:gd name="connsiteY3" fmla="*/ 1645 h 10000"/>
                  <a:gd name="connsiteX4" fmla="*/ 323 w 9355"/>
                  <a:gd name="connsiteY4" fmla="*/ 1931 h 10000"/>
                  <a:gd name="connsiteX5" fmla="*/ 970 w 9355"/>
                  <a:gd name="connsiteY5" fmla="*/ 2506 h 10000"/>
                  <a:gd name="connsiteX6" fmla="*/ 1610 w 9355"/>
                  <a:gd name="connsiteY6" fmla="*/ 2797 h 10000"/>
                  <a:gd name="connsiteX7" fmla="*/ 2256 w 9355"/>
                  <a:gd name="connsiteY7" fmla="*/ 3079 h 10000"/>
                  <a:gd name="connsiteX8" fmla="*/ 2582 w 9355"/>
                  <a:gd name="connsiteY8" fmla="*/ 3374 h 10000"/>
                  <a:gd name="connsiteX9" fmla="*/ 3225 w 9355"/>
                  <a:gd name="connsiteY9" fmla="*/ 3661 h 10000"/>
                  <a:gd name="connsiteX10" fmla="*/ 3552 w 9355"/>
                  <a:gd name="connsiteY10" fmla="*/ 3949 h 10000"/>
                  <a:gd name="connsiteX11" fmla="*/ 3552 w 9355"/>
                  <a:gd name="connsiteY11" fmla="*/ 4239 h 10000"/>
                  <a:gd name="connsiteX12" fmla="*/ 3552 w 9355"/>
                  <a:gd name="connsiteY12" fmla="*/ 4525 h 10000"/>
                  <a:gd name="connsiteX13" fmla="*/ 3552 w 9355"/>
                  <a:gd name="connsiteY13" fmla="*/ 4525 h 10000"/>
                  <a:gd name="connsiteX14" fmla="*/ 3552 w 9355"/>
                  <a:gd name="connsiteY14" fmla="*/ 4813 h 10000"/>
                  <a:gd name="connsiteX15" fmla="*/ 3552 w 9355"/>
                  <a:gd name="connsiteY15" fmla="*/ 5392 h 10000"/>
                  <a:gd name="connsiteX16" fmla="*/ 3552 w 9355"/>
                  <a:gd name="connsiteY16" fmla="*/ 6542 h 10000"/>
                  <a:gd name="connsiteX17" fmla="*/ 3225 w 9355"/>
                  <a:gd name="connsiteY17" fmla="*/ 7699 h 10000"/>
                  <a:gd name="connsiteX18" fmla="*/ 3225 w 9355"/>
                  <a:gd name="connsiteY18" fmla="*/ 8271 h 10000"/>
                  <a:gd name="connsiteX19" fmla="*/ 3552 w 9355"/>
                  <a:gd name="connsiteY19" fmla="*/ 8848 h 10000"/>
                  <a:gd name="connsiteX20" fmla="*/ 4194 w 9355"/>
                  <a:gd name="connsiteY20" fmla="*/ 9421 h 10000"/>
                  <a:gd name="connsiteX21" fmla="*/ 4516 w 9355"/>
                  <a:gd name="connsiteY21" fmla="*/ 9712 h 10000"/>
                  <a:gd name="connsiteX22" fmla="*/ 5162 w 9355"/>
                  <a:gd name="connsiteY22" fmla="*/ 9712 h 10000"/>
                  <a:gd name="connsiteX23" fmla="*/ 5808 w 9355"/>
                  <a:gd name="connsiteY23" fmla="*/ 10000 h 10000"/>
                  <a:gd name="connsiteX24" fmla="*/ 6451 w 9355"/>
                  <a:gd name="connsiteY24" fmla="*/ 10000 h 10000"/>
                  <a:gd name="connsiteX25" fmla="*/ 7096 w 9355"/>
                  <a:gd name="connsiteY25" fmla="*/ 10000 h 10000"/>
                  <a:gd name="connsiteX26" fmla="*/ 7742 w 9355"/>
                  <a:gd name="connsiteY26" fmla="*/ 9421 h 10000"/>
                  <a:gd name="connsiteX27" fmla="*/ 8385 w 9355"/>
                  <a:gd name="connsiteY27" fmla="*/ 9136 h 10000"/>
                  <a:gd name="connsiteX28" fmla="*/ 8710 w 9355"/>
                  <a:gd name="connsiteY28" fmla="*/ 8562 h 10000"/>
                  <a:gd name="connsiteX29" fmla="*/ 9034 w 9355"/>
                  <a:gd name="connsiteY29" fmla="*/ 8271 h 10000"/>
                  <a:gd name="connsiteX30" fmla="*/ 9034 w 9355"/>
                  <a:gd name="connsiteY30" fmla="*/ 8271 h 10000"/>
                  <a:gd name="connsiteX31" fmla="*/ 9355 w 9355"/>
                  <a:gd name="connsiteY31" fmla="*/ 4813 h 10000"/>
                  <a:gd name="connsiteX32" fmla="*/ 9355 w 9355"/>
                  <a:gd name="connsiteY32" fmla="*/ 3661 h 10000"/>
                  <a:gd name="connsiteX33" fmla="*/ 9034 w 9355"/>
                  <a:gd name="connsiteY33" fmla="*/ 2506 h 10000"/>
                  <a:gd name="connsiteX34" fmla="*/ 8710 w 9355"/>
                  <a:gd name="connsiteY34" fmla="*/ 1931 h 10000"/>
                  <a:gd name="connsiteX35" fmla="*/ 8059 w 9355"/>
                  <a:gd name="connsiteY35" fmla="*/ 1358 h 10000"/>
                  <a:gd name="connsiteX36" fmla="*/ 7742 w 9355"/>
                  <a:gd name="connsiteY36" fmla="*/ 777 h 10000"/>
                  <a:gd name="connsiteX37" fmla="*/ 7421 w 9355"/>
                  <a:gd name="connsiteY37" fmla="*/ 777 h 10000"/>
                  <a:gd name="connsiteX38" fmla="*/ 7096 w 9355"/>
                  <a:gd name="connsiteY38" fmla="*/ 492 h 10000"/>
                  <a:gd name="connsiteX39" fmla="*/ 6776 w 9355"/>
                  <a:gd name="connsiteY39" fmla="*/ 492 h 10000"/>
                  <a:gd name="connsiteX40" fmla="*/ 4628 w 9355"/>
                  <a:gd name="connsiteY40" fmla="*/ 0 h 10000"/>
                  <a:gd name="connsiteX0" fmla="*/ 4947 w 10000"/>
                  <a:gd name="connsiteY0" fmla="*/ 0 h 10000"/>
                  <a:gd name="connsiteX1" fmla="*/ 4530 w 10000"/>
                  <a:gd name="connsiteY1" fmla="*/ 237 h 10000"/>
                  <a:gd name="connsiteX2" fmla="*/ 2454 w 10000"/>
                  <a:gd name="connsiteY2" fmla="*/ 580 h 10000"/>
                  <a:gd name="connsiteX3" fmla="*/ 0 w 10000"/>
                  <a:gd name="connsiteY3" fmla="*/ 1645 h 10000"/>
                  <a:gd name="connsiteX4" fmla="*/ 1037 w 10000"/>
                  <a:gd name="connsiteY4" fmla="*/ 2506 h 10000"/>
                  <a:gd name="connsiteX5" fmla="*/ 1721 w 10000"/>
                  <a:gd name="connsiteY5" fmla="*/ 2797 h 10000"/>
                  <a:gd name="connsiteX6" fmla="*/ 2412 w 10000"/>
                  <a:gd name="connsiteY6" fmla="*/ 3079 h 10000"/>
                  <a:gd name="connsiteX7" fmla="*/ 2760 w 10000"/>
                  <a:gd name="connsiteY7" fmla="*/ 3374 h 10000"/>
                  <a:gd name="connsiteX8" fmla="*/ 3447 w 10000"/>
                  <a:gd name="connsiteY8" fmla="*/ 3661 h 10000"/>
                  <a:gd name="connsiteX9" fmla="*/ 3797 w 10000"/>
                  <a:gd name="connsiteY9" fmla="*/ 3949 h 10000"/>
                  <a:gd name="connsiteX10" fmla="*/ 3797 w 10000"/>
                  <a:gd name="connsiteY10" fmla="*/ 4239 h 10000"/>
                  <a:gd name="connsiteX11" fmla="*/ 3797 w 10000"/>
                  <a:gd name="connsiteY11" fmla="*/ 4525 h 10000"/>
                  <a:gd name="connsiteX12" fmla="*/ 3797 w 10000"/>
                  <a:gd name="connsiteY12" fmla="*/ 4525 h 10000"/>
                  <a:gd name="connsiteX13" fmla="*/ 3797 w 10000"/>
                  <a:gd name="connsiteY13" fmla="*/ 4813 h 10000"/>
                  <a:gd name="connsiteX14" fmla="*/ 3797 w 10000"/>
                  <a:gd name="connsiteY14" fmla="*/ 5392 h 10000"/>
                  <a:gd name="connsiteX15" fmla="*/ 3797 w 10000"/>
                  <a:gd name="connsiteY15" fmla="*/ 6542 h 10000"/>
                  <a:gd name="connsiteX16" fmla="*/ 3447 w 10000"/>
                  <a:gd name="connsiteY16" fmla="*/ 7699 h 10000"/>
                  <a:gd name="connsiteX17" fmla="*/ 3447 w 10000"/>
                  <a:gd name="connsiteY17" fmla="*/ 8271 h 10000"/>
                  <a:gd name="connsiteX18" fmla="*/ 3797 w 10000"/>
                  <a:gd name="connsiteY18" fmla="*/ 8848 h 10000"/>
                  <a:gd name="connsiteX19" fmla="*/ 4483 w 10000"/>
                  <a:gd name="connsiteY19" fmla="*/ 9421 h 10000"/>
                  <a:gd name="connsiteX20" fmla="*/ 4827 w 10000"/>
                  <a:gd name="connsiteY20" fmla="*/ 9712 h 10000"/>
                  <a:gd name="connsiteX21" fmla="*/ 5518 w 10000"/>
                  <a:gd name="connsiteY21" fmla="*/ 9712 h 10000"/>
                  <a:gd name="connsiteX22" fmla="*/ 6208 w 10000"/>
                  <a:gd name="connsiteY22" fmla="*/ 10000 h 10000"/>
                  <a:gd name="connsiteX23" fmla="*/ 6896 w 10000"/>
                  <a:gd name="connsiteY23" fmla="*/ 10000 h 10000"/>
                  <a:gd name="connsiteX24" fmla="*/ 7585 w 10000"/>
                  <a:gd name="connsiteY24" fmla="*/ 10000 h 10000"/>
                  <a:gd name="connsiteX25" fmla="*/ 8276 w 10000"/>
                  <a:gd name="connsiteY25" fmla="*/ 9421 h 10000"/>
                  <a:gd name="connsiteX26" fmla="*/ 8963 w 10000"/>
                  <a:gd name="connsiteY26" fmla="*/ 9136 h 10000"/>
                  <a:gd name="connsiteX27" fmla="*/ 9311 w 10000"/>
                  <a:gd name="connsiteY27" fmla="*/ 8562 h 10000"/>
                  <a:gd name="connsiteX28" fmla="*/ 9657 w 10000"/>
                  <a:gd name="connsiteY28" fmla="*/ 8271 h 10000"/>
                  <a:gd name="connsiteX29" fmla="*/ 9657 w 10000"/>
                  <a:gd name="connsiteY29" fmla="*/ 8271 h 10000"/>
                  <a:gd name="connsiteX30" fmla="*/ 10000 w 10000"/>
                  <a:gd name="connsiteY30" fmla="*/ 4813 h 10000"/>
                  <a:gd name="connsiteX31" fmla="*/ 10000 w 10000"/>
                  <a:gd name="connsiteY31" fmla="*/ 3661 h 10000"/>
                  <a:gd name="connsiteX32" fmla="*/ 9657 w 10000"/>
                  <a:gd name="connsiteY32" fmla="*/ 2506 h 10000"/>
                  <a:gd name="connsiteX33" fmla="*/ 9311 w 10000"/>
                  <a:gd name="connsiteY33" fmla="*/ 1931 h 10000"/>
                  <a:gd name="connsiteX34" fmla="*/ 8615 w 10000"/>
                  <a:gd name="connsiteY34" fmla="*/ 1358 h 10000"/>
                  <a:gd name="connsiteX35" fmla="*/ 8276 w 10000"/>
                  <a:gd name="connsiteY35" fmla="*/ 777 h 10000"/>
                  <a:gd name="connsiteX36" fmla="*/ 7933 w 10000"/>
                  <a:gd name="connsiteY36" fmla="*/ 777 h 10000"/>
                  <a:gd name="connsiteX37" fmla="*/ 7585 w 10000"/>
                  <a:gd name="connsiteY37" fmla="*/ 492 h 10000"/>
                  <a:gd name="connsiteX38" fmla="*/ 7243 w 10000"/>
                  <a:gd name="connsiteY38" fmla="*/ 492 h 10000"/>
                  <a:gd name="connsiteX39" fmla="*/ 4947 w 10000"/>
                  <a:gd name="connsiteY39" fmla="*/ 0 h 10000"/>
                  <a:gd name="connsiteX0" fmla="*/ 3910 w 8963"/>
                  <a:gd name="connsiteY0" fmla="*/ 0 h 10000"/>
                  <a:gd name="connsiteX1" fmla="*/ 3493 w 8963"/>
                  <a:gd name="connsiteY1" fmla="*/ 237 h 10000"/>
                  <a:gd name="connsiteX2" fmla="*/ 1417 w 8963"/>
                  <a:gd name="connsiteY2" fmla="*/ 580 h 10000"/>
                  <a:gd name="connsiteX3" fmla="*/ 0 w 8963"/>
                  <a:gd name="connsiteY3" fmla="*/ 2506 h 10000"/>
                  <a:gd name="connsiteX4" fmla="*/ 684 w 8963"/>
                  <a:gd name="connsiteY4" fmla="*/ 2797 h 10000"/>
                  <a:gd name="connsiteX5" fmla="*/ 1375 w 8963"/>
                  <a:gd name="connsiteY5" fmla="*/ 3079 h 10000"/>
                  <a:gd name="connsiteX6" fmla="*/ 1723 w 8963"/>
                  <a:gd name="connsiteY6" fmla="*/ 3374 h 10000"/>
                  <a:gd name="connsiteX7" fmla="*/ 2410 w 8963"/>
                  <a:gd name="connsiteY7" fmla="*/ 3661 h 10000"/>
                  <a:gd name="connsiteX8" fmla="*/ 2760 w 8963"/>
                  <a:gd name="connsiteY8" fmla="*/ 3949 h 10000"/>
                  <a:gd name="connsiteX9" fmla="*/ 2760 w 8963"/>
                  <a:gd name="connsiteY9" fmla="*/ 4239 h 10000"/>
                  <a:gd name="connsiteX10" fmla="*/ 2760 w 8963"/>
                  <a:gd name="connsiteY10" fmla="*/ 4525 h 10000"/>
                  <a:gd name="connsiteX11" fmla="*/ 2760 w 8963"/>
                  <a:gd name="connsiteY11" fmla="*/ 4525 h 10000"/>
                  <a:gd name="connsiteX12" fmla="*/ 2760 w 8963"/>
                  <a:gd name="connsiteY12" fmla="*/ 4813 h 10000"/>
                  <a:gd name="connsiteX13" fmla="*/ 2760 w 8963"/>
                  <a:gd name="connsiteY13" fmla="*/ 5392 h 10000"/>
                  <a:gd name="connsiteX14" fmla="*/ 2760 w 8963"/>
                  <a:gd name="connsiteY14" fmla="*/ 6542 h 10000"/>
                  <a:gd name="connsiteX15" fmla="*/ 2410 w 8963"/>
                  <a:gd name="connsiteY15" fmla="*/ 7699 h 10000"/>
                  <a:gd name="connsiteX16" fmla="*/ 2410 w 8963"/>
                  <a:gd name="connsiteY16" fmla="*/ 8271 h 10000"/>
                  <a:gd name="connsiteX17" fmla="*/ 2760 w 8963"/>
                  <a:gd name="connsiteY17" fmla="*/ 8848 h 10000"/>
                  <a:gd name="connsiteX18" fmla="*/ 3446 w 8963"/>
                  <a:gd name="connsiteY18" fmla="*/ 9421 h 10000"/>
                  <a:gd name="connsiteX19" fmla="*/ 3790 w 8963"/>
                  <a:gd name="connsiteY19" fmla="*/ 9712 h 10000"/>
                  <a:gd name="connsiteX20" fmla="*/ 4481 w 8963"/>
                  <a:gd name="connsiteY20" fmla="*/ 9712 h 10000"/>
                  <a:gd name="connsiteX21" fmla="*/ 5171 w 8963"/>
                  <a:gd name="connsiteY21" fmla="*/ 10000 h 10000"/>
                  <a:gd name="connsiteX22" fmla="*/ 5859 w 8963"/>
                  <a:gd name="connsiteY22" fmla="*/ 10000 h 10000"/>
                  <a:gd name="connsiteX23" fmla="*/ 6548 w 8963"/>
                  <a:gd name="connsiteY23" fmla="*/ 10000 h 10000"/>
                  <a:gd name="connsiteX24" fmla="*/ 7239 w 8963"/>
                  <a:gd name="connsiteY24" fmla="*/ 9421 h 10000"/>
                  <a:gd name="connsiteX25" fmla="*/ 7926 w 8963"/>
                  <a:gd name="connsiteY25" fmla="*/ 9136 h 10000"/>
                  <a:gd name="connsiteX26" fmla="*/ 8274 w 8963"/>
                  <a:gd name="connsiteY26" fmla="*/ 8562 h 10000"/>
                  <a:gd name="connsiteX27" fmla="*/ 8620 w 8963"/>
                  <a:gd name="connsiteY27" fmla="*/ 8271 h 10000"/>
                  <a:gd name="connsiteX28" fmla="*/ 8620 w 8963"/>
                  <a:gd name="connsiteY28" fmla="*/ 8271 h 10000"/>
                  <a:gd name="connsiteX29" fmla="*/ 8963 w 8963"/>
                  <a:gd name="connsiteY29" fmla="*/ 4813 h 10000"/>
                  <a:gd name="connsiteX30" fmla="*/ 8963 w 8963"/>
                  <a:gd name="connsiteY30" fmla="*/ 3661 h 10000"/>
                  <a:gd name="connsiteX31" fmla="*/ 8620 w 8963"/>
                  <a:gd name="connsiteY31" fmla="*/ 2506 h 10000"/>
                  <a:gd name="connsiteX32" fmla="*/ 8274 w 8963"/>
                  <a:gd name="connsiteY32" fmla="*/ 1931 h 10000"/>
                  <a:gd name="connsiteX33" fmla="*/ 7578 w 8963"/>
                  <a:gd name="connsiteY33" fmla="*/ 1358 h 10000"/>
                  <a:gd name="connsiteX34" fmla="*/ 7239 w 8963"/>
                  <a:gd name="connsiteY34" fmla="*/ 777 h 10000"/>
                  <a:gd name="connsiteX35" fmla="*/ 6896 w 8963"/>
                  <a:gd name="connsiteY35" fmla="*/ 777 h 10000"/>
                  <a:gd name="connsiteX36" fmla="*/ 6548 w 8963"/>
                  <a:gd name="connsiteY36" fmla="*/ 492 h 10000"/>
                  <a:gd name="connsiteX37" fmla="*/ 6206 w 8963"/>
                  <a:gd name="connsiteY37" fmla="*/ 492 h 10000"/>
                  <a:gd name="connsiteX38" fmla="*/ 3910 w 8963"/>
                  <a:gd name="connsiteY38" fmla="*/ 0 h 10000"/>
                  <a:gd name="connsiteX0" fmla="*/ 3599 w 9237"/>
                  <a:gd name="connsiteY0" fmla="*/ 0 h 10000"/>
                  <a:gd name="connsiteX1" fmla="*/ 3134 w 9237"/>
                  <a:gd name="connsiteY1" fmla="*/ 237 h 10000"/>
                  <a:gd name="connsiteX2" fmla="*/ 818 w 9237"/>
                  <a:gd name="connsiteY2" fmla="*/ 580 h 10000"/>
                  <a:gd name="connsiteX3" fmla="*/ 0 w 9237"/>
                  <a:gd name="connsiteY3" fmla="*/ 2797 h 10000"/>
                  <a:gd name="connsiteX4" fmla="*/ 771 w 9237"/>
                  <a:gd name="connsiteY4" fmla="*/ 3079 h 10000"/>
                  <a:gd name="connsiteX5" fmla="*/ 1159 w 9237"/>
                  <a:gd name="connsiteY5" fmla="*/ 3374 h 10000"/>
                  <a:gd name="connsiteX6" fmla="*/ 1926 w 9237"/>
                  <a:gd name="connsiteY6" fmla="*/ 3661 h 10000"/>
                  <a:gd name="connsiteX7" fmla="*/ 2316 w 9237"/>
                  <a:gd name="connsiteY7" fmla="*/ 3949 h 10000"/>
                  <a:gd name="connsiteX8" fmla="*/ 2316 w 9237"/>
                  <a:gd name="connsiteY8" fmla="*/ 4239 h 10000"/>
                  <a:gd name="connsiteX9" fmla="*/ 2316 w 9237"/>
                  <a:gd name="connsiteY9" fmla="*/ 4525 h 10000"/>
                  <a:gd name="connsiteX10" fmla="*/ 2316 w 9237"/>
                  <a:gd name="connsiteY10" fmla="*/ 4525 h 10000"/>
                  <a:gd name="connsiteX11" fmla="*/ 2316 w 9237"/>
                  <a:gd name="connsiteY11" fmla="*/ 4813 h 10000"/>
                  <a:gd name="connsiteX12" fmla="*/ 2316 w 9237"/>
                  <a:gd name="connsiteY12" fmla="*/ 5392 h 10000"/>
                  <a:gd name="connsiteX13" fmla="*/ 2316 w 9237"/>
                  <a:gd name="connsiteY13" fmla="*/ 6542 h 10000"/>
                  <a:gd name="connsiteX14" fmla="*/ 1926 w 9237"/>
                  <a:gd name="connsiteY14" fmla="*/ 7699 h 10000"/>
                  <a:gd name="connsiteX15" fmla="*/ 1926 w 9237"/>
                  <a:gd name="connsiteY15" fmla="*/ 8271 h 10000"/>
                  <a:gd name="connsiteX16" fmla="*/ 2316 w 9237"/>
                  <a:gd name="connsiteY16" fmla="*/ 8848 h 10000"/>
                  <a:gd name="connsiteX17" fmla="*/ 3082 w 9237"/>
                  <a:gd name="connsiteY17" fmla="*/ 9421 h 10000"/>
                  <a:gd name="connsiteX18" fmla="*/ 3465 w 9237"/>
                  <a:gd name="connsiteY18" fmla="*/ 9712 h 10000"/>
                  <a:gd name="connsiteX19" fmla="*/ 4236 w 9237"/>
                  <a:gd name="connsiteY19" fmla="*/ 9712 h 10000"/>
                  <a:gd name="connsiteX20" fmla="*/ 5006 w 9237"/>
                  <a:gd name="connsiteY20" fmla="*/ 10000 h 10000"/>
                  <a:gd name="connsiteX21" fmla="*/ 5774 w 9237"/>
                  <a:gd name="connsiteY21" fmla="*/ 10000 h 10000"/>
                  <a:gd name="connsiteX22" fmla="*/ 6543 w 9237"/>
                  <a:gd name="connsiteY22" fmla="*/ 10000 h 10000"/>
                  <a:gd name="connsiteX23" fmla="*/ 7314 w 9237"/>
                  <a:gd name="connsiteY23" fmla="*/ 9421 h 10000"/>
                  <a:gd name="connsiteX24" fmla="*/ 8080 w 9237"/>
                  <a:gd name="connsiteY24" fmla="*/ 9136 h 10000"/>
                  <a:gd name="connsiteX25" fmla="*/ 8468 w 9237"/>
                  <a:gd name="connsiteY25" fmla="*/ 8562 h 10000"/>
                  <a:gd name="connsiteX26" fmla="*/ 8854 w 9237"/>
                  <a:gd name="connsiteY26" fmla="*/ 8271 h 10000"/>
                  <a:gd name="connsiteX27" fmla="*/ 8854 w 9237"/>
                  <a:gd name="connsiteY27" fmla="*/ 8271 h 10000"/>
                  <a:gd name="connsiteX28" fmla="*/ 9237 w 9237"/>
                  <a:gd name="connsiteY28" fmla="*/ 4813 h 10000"/>
                  <a:gd name="connsiteX29" fmla="*/ 9237 w 9237"/>
                  <a:gd name="connsiteY29" fmla="*/ 3661 h 10000"/>
                  <a:gd name="connsiteX30" fmla="*/ 8854 w 9237"/>
                  <a:gd name="connsiteY30" fmla="*/ 2506 h 10000"/>
                  <a:gd name="connsiteX31" fmla="*/ 8468 w 9237"/>
                  <a:gd name="connsiteY31" fmla="*/ 1931 h 10000"/>
                  <a:gd name="connsiteX32" fmla="*/ 7692 w 9237"/>
                  <a:gd name="connsiteY32" fmla="*/ 1358 h 10000"/>
                  <a:gd name="connsiteX33" fmla="*/ 7314 w 9237"/>
                  <a:gd name="connsiteY33" fmla="*/ 777 h 10000"/>
                  <a:gd name="connsiteX34" fmla="*/ 6931 w 9237"/>
                  <a:gd name="connsiteY34" fmla="*/ 777 h 10000"/>
                  <a:gd name="connsiteX35" fmla="*/ 6543 w 9237"/>
                  <a:gd name="connsiteY35" fmla="*/ 492 h 10000"/>
                  <a:gd name="connsiteX36" fmla="*/ 6161 w 9237"/>
                  <a:gd name="connsiteY36" fmla="*/ 492 h 10000"/>
                  <a:gd name="connsiteX37" fmla="*/ 3599 w 9237"/>
                  <a:gd name="connsiteY37" fmla="*/ 0 h 10000"/>
                  <a:gd name="connsiteX0" fmla="*/ 3061 w 9165"/>
                  <a:gd name="connsiteY0" fmla="*/ 0 h 10000"/>
                  <a:gd name="connsiteX1" fmla="*/ 2558 w 9165"/>
                  <a:gd name="connsiteY1" fmla="*/ 237 h 10000"/>
                  <a:gd name="connsiteX2" fmla="*/ 51 w 9165"/>
                  <a:gd name="connsiteY2" fmla="*/ 580 h 10000"/>
                  <a:gd name="connsiteX3" fmla="*/ 0 w 9165"/>
                  <a:gd name="connsiteY3" fmla="*/ 3079 h 10000"/>
                  <a:gd name="connsiteX4" fmla="*/ 420 w 9165"/>
                  <a:gd name="connsiteY4" fmla="*/ 3374 h 10000"/>
                  <a:gd name="connsiteX5" fmla="*/ 1250 w 9165"/>
                  <a:gd name="connsiteY5" fmla="*/ 3661 h 10000"/>
                  <a:gd name="connsiteX6" fmla="*/ 1672 w 9165"/>
                  <a:gd name="connsiteY6" fmla="*/ 3949 h 10000"/>
                  <a:gd name="connsiteX7" fmla="*/ 1672 w 9165"/>
                  <a:gd name="connsiteY7" fmla="*/ 4239 h 10000"/>
                  <a:gd name="connsiteX8" fmla="*/ 1672 w 9165"/>
                  <a:gd name="connsiteY8" fmla="*/ 4525 h 10000"/>
                  <a:gd name="connsiteX9" fmla="*/ 1672 w 9165"/>
                  <a:gd name="connsiteY9" fmla="*/ 4525 h 10000"/>
                  <a:gd name="connsiteX10" fmla="*/ 1672 w 9165"/>
                  <a:gd name="connsiteY10" fmla="*/ 4813 h 10000"/>
                  <a:gd name="connsiteX11" fmla="*/ 1672 w 9165"/>
                  <a:gd name="connsiteY11" fmla="*/ 5392 h 10000"/>
                  <a:gd name="connsiteX12" fmla="*/ 1672 w 9165"/>
                  <a:gd name="connsiteY12" fmla="*/ 6542 h 10000"/>
                  <a:gd name="connsiteX13" fmla="*/ 1250 w 9165"/>
                  <a:gd name="connsiteY13" fmla="*/ 7699 h 10000"/>
                  <a:gd name="connsiteX14" fmla="*/ 1250 w 9165"/>
                  <a:gd name="connsiteY14" fmla="*/ 8271 h 10000"/>
                  <a:gd name="connsiteX15" fmla="*/ 1672 w 9165"/>
                  <a:gd name="connsiteY15" fmla="*/ 8848 h 10000"/>
                  <a:gd name="connsiteX16" fmla="*/ 2502 w 9165"/>
                  <a:gd name="connsiteY16" fmla="*/ 9421 h 10000"/>
                  <a:gd name="connsiteX17" fmla="*/ 2916 w 9165"/>
                  <a:gd name="connsiteY17" fmla="*/ 9712 h 10000"/>
                  <a:gd name="connsiteX18" fmla="*/ 3751 w 9165"/>
                  <a:gd name="connsiteY18" fmla="*/ 9712 h 10000"/>
                  <a:gd name="connsiteX19" fmla="*/ 4585 w 9165"/>
                  <a:gd name="connsiteY19" fmla="*/ 10000 h 10000"/>
                  <a:gd name="connsiteX20" fmla="*/ 5416 w 9165"/>
                  <a:gd name="connsiteY20" fmla="*/ 10000 h 10000"/>
                  <a:gd name="connsiteX21" fmla="*/ 6248 w 9165"/>
                  <a:gd name="connsiteY21" fmla="*/ 10000 h 10000"/>
                  <a:gd name="connsiteX22" fmla="*/ 7083 w 9165"/>
                  <a:gd name="connsiteY22" fmla="*/ 9421 h 10000"/>
                  <a:gd name="connsiteX23" fmla="*/ 7912 w 9165"/>
                  <a:gd name="connsiteY23" fmla="*/ 9136 h 10000"/>
                  <a:gd name="connsiteX24" fmla="*/ 8332 w 9165"/>
                  <a:gd name="connsiteY24" fmla="*/ 8562 h 10000"/>
                  <a:gd name="connsiteX25" fmla="*/ 8750 w 9165"/>
                  <a:gd name="connsiteY25" fmla="*/ 8271 h 10000"/>
                  <a:gd name="connsiteX26" fmla="*/ 8750 w 9165"/>
                  <a:gd name="connsiteY26" fmla="*/ 8271 h 10000"/>
                  <a:gd name="connsiteX27" fmla="*/ 9165 w 9165"/>
                  <a:gd name="connsiteY27" fmla="*/ 4813 h 10000"/>
                  <a:gd name="connsiteX28" fmla="*/ 9165 w 9165"/>
                  <a:gd name="connsiteY28" fmla="*/ 3661 h 10000"/>
                  <a:gd name="connsiteX29" fmla="*/ 8750 w 9165"/>
                  <a:gd name="connsiteY29" fmla="*/ 2506 h 10000"/>
                  <a:gd name="connsiteX30" fmla="*/ 8332 w 9165"/>
                  <a:gd name="connsiteY30" fmla="*/ 1931 h 10000"/>
                  <a:gd name="connsiteX31" fmla="*/ 7492 w 9165"/>
                  <a:gd name="connsiteY31" fmla="*/ 1358 h 10000"/>
                  <a:gd name="connsiteX32" fmla="*/ 7083 w 9165"/>
                  <a:gd name="connsiteY32" fmla="*/ 777 h 10000"/>
                  <a:gd name="connsiteX33" fmla="*/ 6669 w 9165"/>
                  <a:gd name="connsiteY33" fmla="*/ 777 h 10000"/>
                  <a:gd name="connsiteX34" fmla="*/ 6248 w 9165"/>
                  <a:gd name="connsiteY34" fmla="*/ 492 h 10000"/>
                  <a:gd name="connsiteX35" fmla="*/ 5835 w 9165"/>
                  <a:gd name="connsiteY35" fmla="*/ 492 h 10000"/>
                  <a:gd name="connsiteX36" fmla="*/ 3061 w 9165"/>
                  <a:gd name="connsiteY36" fmla="*/ 0 h 10000"/>
                  <a:gd name="connsiteX0" fmla="*/ 3340 w 10000"/>
                  <a:gd name="connsiteY0" fmla="*/ 0 h 10000"/>
                  <a:gd name="connsiteX1" fmla="*/ 2791 w 10000"/>
                  <a:gd name="connsiteY1" fmla="*/ 237 h 10000"/>
                  <a:gd name="connsiteX2" fmla="*/ 56 w 10000"/>
                  <a:gd name="connsiteY2" fmla="*/ 580 h 10000"/>
                  <a:gd name="connsiteX3" fmla="*/ 0 w 10000"/>
                  <a:gd name="connsiteY3" fmla="*/ 3079 h 10000"/>
                  <a:gd name="connsiteX4" fmla="*/ 1364 w 10000"/>
                  <a:gd name="connsiteY4" fmla="*/ 3661 h 10000"/>
                  <a:gd name="connsiteX5" fmla="*/ 1824 w 10000"/>
                  <a:gd name="connsiteY5" fmla="*/ 3949 h 10000"/>
                  <a:gd name="connsiteX6" fmla="*/ 1824 w 10000"/>
                  <a:gd name="connsiteY6" fmla="*/ 4239 h 10000"/>
                  <a:gd name="connsiteX7" fmla="*/ 1824 w 10000"/>
                  <a:gd name="connsiteY7" fmla="*/ 4525 h 10000"/>
                  <a:gd name="connsiteX8" fmla="*/ 1824 w 10000"/>
                  <a:gd name="connsiteY8" fmla="*/ 4525 h 10000"/>
                  <a:gd name="connsiteX9" fmla="*/ 1824 w 10000"/>
                  <a:gd name="connsiteY9" fmla="*/ 4813 h 10000"/>
                  <a:gd name="connsiteX10" fmla="*/ 1824 w 10000"/>
                  <a:gd name="connsiteY10" fmla="*/ 5392 h 10000"/>
                  <a:gd name="connsiteX11" fmla="*/ 1824 w 10000"/>
                  <a:gd name="connsiteY11" fmla="*/ 6542 h 10000"/>
                  <a:gd name="connsiteX12" fmla="*/ 1364 w 10000"/>
                  <a:gd name="connsiteY12" fmla="*/ 7699 h 10000"/>
                  <a:gd name="connsiteX13" fmla="*/ 1364 w 10000"/>
                  <a:gd name="connsiteY13" fmla="*/ 8271 h 10000"/>
                  <a:gd name="connsiteX14" fmla="*/ 1824 w 10000"/>
                  <a:gd name="connsiteY14" fmla="*/ 8848 h 10000"/>
                  <a:gd name="connsiteX15" fmla="*/ 2730 w 10000"/>
                  <a:gd name="connsiteY15" fmla="*/ 9421 h 10000"/>
                  <a:gd name="connsiteX16" fmla="*/ 3182 w 10000"/>
                  <a:gd name="connsiteY16" fmla="*/ 9712 h 10000"/>
                  <a:gd name="connsiteX17" fmla="*/ 4093 w 10000"/>
                  <a:gd name="connsiteY17" fmla="*/ 9712 h 10000"/>
                  <a:gd name="connsiteX18" fmla="*/ 5003 w 10000"/>
                  <a:gd name="connsiteY18" fmla="*/ 10000 h 10000"/>
                  <a:gd name="connsiteX19" fmla="*/ 5909 w 10000"/>
                  <a:gd name="connsiteY19" fmla="*/ 10000 h 10000"/>
                  <a:gd name="connsiteX20" fmla="*/ 6817 w 10000"/>
                  <a:gd name="connsiteY20" fmla="*/ 10000 h 10000"/>
                  <a:gd name="connsiteX21" fmla="*/ 7728 w 10000"/>
                  <a:gd name="connsiteY21" fmla="*/ 9421 h 10000"/>
                  <a:gd name="connsiteX22" fmla="*/ 8633 w 10000"/>
                  <a:gd name="connsiteY22" fmla="*/ 9136 h 10000"/>
                  <a:gd name="connsiteX23" fmla="*/ 9091 w 10000"/>
                  <a:gd name="connsiteY23" fmla="*/ 8562 h 10000"/>
                  <a:gd name="connsiteX24" fmla="*/ 9547 w 10000"/>
                  <a:gd name="connsiteY24" fmla="*/ 8271 h 10000"/>
                  <a:gd name="connsiteX25" fmla="*/ 9547 w 10000"/>
                  <a:gd name="connsiteY25" fmla="*/ 8271 h 10000"/>
                  <a:gd name="connsiteX26" fmla="*/ 10000 w 10000"/>
                  <a:gd name="connsiteY26" fmla="*/ 4813 h 10000"/>
                  <a:gd name="connsiteX27" fmla="*/ 10000 w 10000"/>
                  <a:gd name="connsiteY27" fmla="*/ 3661 h 10000"/>
                  <a:gd name="connsiteX28" fmla="*/ 9547 w 10000"/>
                  <a:gd name="connsiteY28" fmla="*/ 2506 h 10000"/>
                  <a:gd name="connsiteX29" fmla="*/ 9091 w 10000"/>
                  <a:gd name="connsiteY29" fmla="*/ 1931 h 10000"/>
                  <a:gd name="connsiteX30" fmla="*/ 8175 w 10000"/>
                  <a:gd name="connsiteY30" fmla="*/ 1358 h 10000"/>
                  <a:gd name="connsiteX31" fmla="*/ 7728 w 10000"/>
                  <a:gd name="connsiteY31" fmla="*/ 777 h 10000"/>
                  <a:gd name="connsiteX32" fmla="*/ 7277 w 10000"/>
                  <a:gd name="connsiteY32" fmla="*/ 777 h 10000"/>
                  <a:gd name="connsiteX33" fmla="*/ 6817 w 10000"/>
                  <a:gd name="connsiteY33" fmla="*/ 492 h 10000"/>
                  <a:gd name="connsiteX34" fmla="*/ 6367 w 10000"/>
                  <a:gd name="connsiteY34" fmla="*/ 492 h 10000"/>
                  <a:gd name="connsiteX35" fmla="*/ 3340 w 10000"/>
                  <a:gd name="connsiteY35" fmla="*/ 0 h 10000"/>
                  <a:gd name="connsiteX0" fmla="*/ 3314 w 9974"/>
                  <a:gd name="connsiteY0" fmla="*/ 0 h 10000"/>
                  <a:gd name="connsiteX1" fmla="*/ 2765 w 9974"/>
                  <a:gd name="connsiteY1" fmla="*/ 237 h 10000"/>
                  <a:gd name="connsiteX2" fmla="*/ 30 w 9974"/>
                  <a:gd name="connsiteY2" fmla="*/ 580 h 10000"/>
                  <a:gd name="connsiteX3" fmla="*/ 1338 w 9974"/>
                  <a:gd name="connsiteY3" fmla="*/ 3661 h 10000"/>
                  <a:gd name="connsiteX4" fmla="*/ 1798 w 9974"/>
                  <a:gd name="connsiteY4" fmla="*/ 3949 h 10000"/>
                  <a:gd name="connsiteX5" fmla="*/ 1798 w 9974"/>
                  <a:gd name="connsiteY5" fmla="*/ 4239 h 10000"/>
                  <a:gd name="connsiteX6" fmla="*/ 1798 w 9974"/>
                  <a:gd name="connsiteY6" fmla="*/ 4525 h 10000"/>
                  <a:gd name="connsiteX7" fmla="*/ 1798 w 9974"/>
                  <a:gd name="connsiteY7" fmla="*/ 4525 h 10000"/>
                  <a:gd name="connsiteX8" fmla="*/ 1798 w 9974"/>
                  <a:gd name="connsiteY8" fmla="*/ 4813 h 10000"/>
                  <a:gd name="connsiteX9" fmla="*/ 1798 w 9974"/>
                  <a:gd name="connsiteY9" fmla="*/ 5392 h 10000"/>
                  <a:gd name="connsiteX10" fmla="*/ 1798 w 9974"/>
                  <a:gd name="connsiteY10" fmla="*/ 6542 h 10000"/>
                  <a:gd name="connsiteX11" fmla="*/ 1338 w 9974"/>
                  <a:gd name="connsiteY11" fmla="*/ 7699 h 10000"/>
                  <a:gd name="connsiteX12" fmla="*/ 1338 w 9974"/>
                  <a:gd name="connsiteY12" fmla="*/ 8271 h 10000"/>
                  <a:gd name="connsiteX13" fmla="*/ 1798 w 9974"/>
                  <a:gd name="connsiteY13" fmla="*/ 8848 h 10000"/>
                  <a:gd name="connsiteX14" fmla="*/ 2704 w 9974"/>
                  <a:gd name="connsiteY14" fmla="*/ 9421 h 10000"/>
                  <a:gd name="connsiteX15" fmla="*/ 3156 w 9974"/>
                  <a:gd name="connsiteY15" fmla="*/ 9712 h 10000"/>
                  <a:gd name="connsiteX16" fmla="*/ 4067 w 9974"/>
                  <a:gd name="connsiteY16" fmla="*/ 9712 h 10000"/>
                  <a:gd name="connsiteX17" fmla="*/ 4977 w 9974"/>
                  <a:gd name="connsiteY17" fmla="*/ 10000 h 10000"/>
                  <a:gd name="connsiteX18" fmla="*/ 5883 w 9974"/>
                  <a:gd name="connsiteY18" fmla="*/ 10000 h 10000"/>
                  <a:gd name="connsiteX19" fmla="*/ 6791 w 9974"/>
                  <a:gd name="connsiteY19" fmla="*/ 10000 h 10000"/>
                  <a:gd name="connsiteX20" fmla="*/ 7702 w 9974"/>
                  <a:gd name="connsiteY20" fmla="*/ 9421 h 10000"/>
                  <a:gd name="connsiteX21" fmla="*/ 8607 w 9974"/>
                  <a:gd name="connsiteY21" fmla="*/ 9136 h 10000"/>
                  <a:gd name="connsiteX22" fmla="*/ 9065 w 9974"/>
                  <a:gd name="connsiteY22" fmla="*/ 8562 h 10000"/>
                  <a:gd name="connsiteX23" fmla="*/ 9521 w 9974"/>
                  <a:gd name="connsiteY23" fmla="*/ 8271 h 10000"/>
                  <a:gd name="connsiteX24" fmla="*/ 9521 w 9974"/>
                  <a:gd name="connsiteY24" fmla="*/ 8271 h 10000"/>
                  <a:gd name="connsiteX25" fmla="*/ 9974 w 9974"/>
                  <a:gd name="connsiteY25" fmla="*/ 4813 h 10000"/>
                  <a:gd name="connsiteX26" fmla="*/ 9974 w 9974"/>
                  <a:gd name="connsiteY26" fmla="*/ 3661 h 10000"/>
                  <a:gd name="connsiteX27" fmla="*/ 9521 w 9974"/>
                  <a:gd name="connsiteY27" fmla="*/ 2506 h 10000"/>
                  <a:gd name="connsiteX28" fmla="*/ 9065 w 9974"/>
                  <a:gd name="connsiteY28" fmla="*/ 1931 h 10000"/>
                  <a:gd name="connsiteX29" fmla="*/ 8149 w 9974"/>
                  <a:gd name="connsiteY29" fmla="*/ 1358 h 10000"/>
                  <a:gd name="connsiteX30" fmla="*/ 7702 w 9974"/>
                  <a:gd name="connsiteY30" fmla="*/ 777 h 10000"/>
                  <a:gd name="connsiteX31" fmla="*/ 7251 w 9974"/>
                  <a:gd name="connsiteY31" fmla="*/ 777 h 10000"/>
                  <a:gd name="connsiteX32" fmla="*/ 6791 w 9974"/>
                  <a:gd name="connsiteY32" fmla="*/ 492 h 10000"/>
                  <a:gd name="connsiteX33" fmla="*/ 6341 w 9974"/>
                  <a:gd name="connsiteY33" fmla="*/ 492 h 10000"/>
                  <a:gd name="connsiteX34" fmla="*/ 3314 w 9974"/>
                  <a:gd name="connsiteY34" fmla="*/ 0 h 10000"/>
                  <a:gd name="connsiteX0" fmla="*/ 2043 w 8720"/>
                  <a:gd name="connsiteY0" fmla="*/ 0 h 10000"/>
                  <a:gd name="connsiteX1" fmla="*/ 1492 w 8720"/>
                  <a:gd name="connsiteY1" fmla="*/ 237 h 10000"/>
                  <a:gd name="connsiteX2" fmla="*/ 879 w 8720"/>
                  <a:gd name="connsiteY2" fmla="*/ 1210 h 10000"/>
                  <a:gd name="connsiteX3" fmla="*/ 61 w 8720"/>
                  <a:gd name="connsiteY3" fmla="*/ 3661 h 10000"/>
                  <a:gd name="connsiteX4" fmla="*/ 523 w 8720"/>
                  <a:gd name="connsiteY4" fmla="*/ 3949 h 10000"/>
                  <a:gd name="connsiteX5" fmla="*/ 523 w 8720"/>
                  <a:gd name="connsiteY5" fmla="*/ 4239 h 10000"/>
                  <a:gd name="connsiteX6" fmla="*/ 523 w 8720"/>
                  <a:gd name="connsiteY6" fmla="*/ 4525 h 10000"/>
                  <a:gd name="connsiteX7" fmla="*/ 523 w 8720"/>
                  <a:gd name="connsiteY7" fmla="*/ 4525 h 10000"/>
                  <a:gd name="connsiteX8" fmla="*/ 523 w 8720"/>
                  <a:gd name="connsiteY8" fmla="*/ 4813 h 10000"/>
                  <a:gd name="connsiteX9" fmla="*/ 523 w 8720"/>
                  <a:gd name="connsiteY9" fmla="*/ 5392 h 10000"/>
                  <a:gd name="connsiteX10" fmla="*/ 523 w 8720"/>
                  <a:gd name="connsiteY10" fmla="*/ 6542 h 10000"/>
                  <a:gd name="connsiteX11" fmla="*/ 61 w 8720"/>
                  <a:gd name="connsiteY11" fmla="*/ 7699 h 10000"/>
                  <a:gd name="connsiteX12" fmla="*/ 61 w 8720"/>
                  <a:gd name="connsiteY12" fmla="*/ 8271 h 10000"/>
                  <a:gd name="connsiteX13" fmla="*/ 523 w 8720"/>
                  <a:gd name="connsiteY13" fmla="*/ 8848 h 10000"/>
                  <a:gd name="connsiteX14" fmla="*/ 1431 w 8720"/>
                  <a:gd name="connsiteY14" fmla="*/ 9421 h 10000"/>
                  <a:gd name="connsiteX15" fmla="*/ 1884 w 8720"/>
                  <a:gd name="connsiteY15" fmla="*/ 9712 h 10000"/>
                  <a:gd name="connsiteX16" fmla="*/ 2798 w 8720"/>
                  <a:gd name="connsiteY16" fmla="*/ 9712 h 10000"/>
                  <a:gd name="connsiteX17" fmla="*/ 3710 w 8720"/>
                  <a:gd name="connsiteY17" fmla="*/ 10000 h 10000"/>
                  <a:gd name="connsiteX18" fmla="*/ 4618 w 8720"/>
                  <a:gd name="connsiteY18" fmla="*/ 10000 h 10000"/>
                  <a:gd name="connsiteX19" fmla="*/ 5529 w 8720"/>
                  <a:gd name="connsiteY19" fmla="*/ 10000 h 10000"/>
                  <a:gd name="connsiteX20" fmla="*/ 6442 w 8720"/>
                  <a:gd name="connsiteY20" fmla="*/ 9421 h 10000"/>
                  <a:gd name="connsiteX21" fmla="*/ 7349 w 8720"/>
                  <a:gd name="connsiteY21" fmla="*/ 9136 h 10000"/>
                  <a:gd name="connsiteX22" fmla="*/ 7809 w 8720"/>
                  <a:gd name="connsiteY22" fmla="*/ 8562 h 10000"/>
                  <a:gd name="connsiteX23" fmla="*/ 8266 w 8720"/>
                  <a:gd name="connsiteY23" fmla="*/ 8271 h 10000"/>
                  <a:gd name="connsiteX24" fmla="*/ 8266 w 8720"/>
                  <a:gd name="connsiteY24" fmla="*/ 8271 h 10000"/>
                  <a:gd name="connsiteX25" fmla="*/ 8720 w 8720"/>
                  <a:gd name="connsiteY25" fmla="*/ 4813 h 10000"/>
                  <a:gd name="connsiteX26" fmla="*/ 8720 w 8720"/>
                  <a:gd name="connsiteY26" fmla="*/ 3661 h 10000"/>
                  <a:gd name="connsiteX27" fmla="*/ 8266 w 8720"/>
                  <a:gd name="connsiteY27" fmla="*/ 2506 h 10000"/>
                  <a:gd name="connsiteX28" fmla="*/ 7809 w 8720"/>
                  <a:gd name="connsiteY28" fmla="*/ 1931 h 10000"/>
                  <a:gd name="connsiteX29" fmla="*/ 6890 w 8720"/>
                  <a:gd name="connsiteY29" fmla="*/ 1358 h 10000"/>
                  <a:gd name="connsiteX30" fmla="*/ 6442 w 8720"/>
                  <a:gd name="connsiteY30" fmla="*/ 777 h 10000"/>
                  <a:gd name="connsiteX31" fmla="*/ 5990 w 8720"/>
                  <a:gd name="connsiteY31" fmla="*/ 777 h 10000"/>
                  <a:gd name="connsiteX32" fmla="*/ 5529 w 8720"/>
                  <a:gd name="connsiteY32" fmla="*/ 492 h 10000"/>
                  <a:gd name="connsiteX33" fmla="*/ 5078 w 8720"/>
                  <a:gd name="connsiteY33" fmla="*/ 492 h 10000"/>
                  <a:gd name="connsiteX34" fmla="*/ 2043 w 8720"/>
                  <a:gd name="connsiteY34" fmla="*/ 0 h 10000"/>
                  <a:gd name="connsiteX0" fmla="*/ 4900 w 9999"/>
                  <a:gd name="connsiteY0" fmla="*/ 1463 h 9763"/>
                  <a:gd name="connsiteX1" fmla="*/ 1710 w 9999"/>
                  <a:gd name="connsiteY1" fmla="*/ 0 h 9763"/>
                  <a:gd name="connsiteX2" fmla="*/ 1007 w 9999"/>
                  <a:gd name="connsiteY2" fmla="*/ 973 h 9763"/>
                  <a:gd name="connsiteX3" fmla="*/ 69 w 9999"/>
                  <a:gd name="connsiteY3" fmla="*/ 3424 h 9763"/>
                  <a:gd name="connsiteX4" fmla="*/ 599 w 9999"/>
                  <a:gd name="connsiteY4" fmla="*/ 3712 h 9763"/>
                  <a:gd name="connsiteX5" fmla="*/ 599 w 9999"/>
                  <a:gd name="connsiteY5" fmla="*/ 4002 h 9763"/>
                  <a:gd name="connsiteX6" fmla="*/ 599 w 9999"/>
                  <a:gd name="connsiteY6" fmla="*/ 4288 h 9763"/>
                  <a:gd name="connsiteX7" fmla="*/ 599 w 9999"/>
                  <a:gd name="connsiteY7" fmla="*/ 4288 h 9763"/>
                  <a:gd name="connsiteX8" fmla="*/ 599 w 9999"/>
                  <a:gd name="connsiteY8" fmla="*/ 4576 h 9763"/>
                  <a:gd name="connsiteX9" fmla="*/ 599 w 9999"/>
                  <a:gd name="connsiteY9" fmla="*/ 5155 h 9763"/>
                  <a:gd name="connsiteX10" fmla="*/ 599 w 9999"/>
                  <a:gd name="connsiteY10" fmla="*/ 6305 h 9763"/>
                  <a:gd name="connsiteX11" fmla="*/ 69 w 9999"/>
                  <a:gd name="connsiteY11" fmla="*/ 7462 h 9763"/>
                  <a:gd name="connsiteX12" fmla="*/ 69 w 9999"/>
                  <a:gd name="connsiteY12" fmla="*/ 8034 h 9763"/>
                  <a:gd name="connsiteX13" fmla="*/ 599 w 9999"/>
                  <a:gd name="connsiteY13" fmla="*/ 8611 h 9763"/>
                  <a:gd name="connsiteX14" fmla="*/ 1640 w 9999"/>
                  <a:gd name="connsiteY14" fmla="*/ 9184 h 9763"/>
                  <a:gd name="connsiteX15" fmla="*/ 2160 w 9999"/>
                  <a:gd name="connsiteY15" fmla="*/ 9475 h 9763"/>
                  <a:gd name="connsiteX16" fmla="*/ 3208 w 9999"/>
                  <a:gd name="connsiteY16" fmla="*/ 9475 h 9763"/>
                  <a:gd name="connsiteX17" fmla="*/ 4254 w 9999"/>
                  <a:gd name="connsiteY17" fmla="*/ 9763 h 9763"/>
                  <a:gd name="connsiteX18" fmla="*/ 5295 w 9999"/>
                  <a:gd name="connsiteY18" fmla="*/ 9763 h 9763"/>
                  <a:gd name="connsiteX19" fmla="*/ 6340 w 9999"/>
                  <a:gd name="connsiteY19" fmla="*/ 9763 h 9763"/>
                  <a:gd name="connsiteX20" fmla="*/ 7387 w 9999"/>
                  <a:gd name="connsiteY20" fmla="*/ 9184 h 9763"/>
                  <a:gd name="connsiteX21" fmla="*/ 8427 w 9999"/>
                  <a:gd name="connsiteY21" fmla="*/ 8899 h 9763"/>
                  <a:gd name="connsiteX22" fmla="*/ 8954 w 9999"/>
                  <a:gd name="connsiteY22" fmla="*/ 8325 h 9763"/>
                  <a:gd name="connsiteX23" fmla="*/ 9478 w 9999"/>
                  <a:gd name="connsiteY23" fmla="*/ 8034 h 9763"/>
                  <a:gd name="connsiteX24" fmla="*/ 9478 w 9999"/>
                  <a:gd name="connsiteY24" fmla="*/ 8034 h 9763"/>
                  <a:gd name="connsiteX25" fmla="*/ 9999 w 9999"/>
                  <a:gd name="connsiteY25" fmla="*/ 4576 h 9763"/>
                  <a:gd name="connsiteX26" fmla="*/ 9999 w 9999"/>
                  <a:gd name="connsiteY26" fmla="*/ 3424 h 9763"/>
                  <a:gd name="connsiteX27" fmla="*/ 9478 w 9999"/>
                  <a:gd name="connsiteY27" fmla="*/ 2269 h 9763"/>
                  <a:gd name="connsiteX28" fmla="*/ 8954 w 9999"/>
                  <a:gd name="connsiteY28" fmla="*/ 1694 h 9763"/>
                  <a:gd name="connsiteX29" fmla="*/ 7900 w 9999"/>
                  <a:gd name="connsiteY29" fmla="*/ 1121 h 9763"/>
                  <a:gd name="connsiteX30" fmla="*/ 7387 w 9999"/>
                  <a:gd name="connsiteY30" fmla="*/ 540 h 9763"/>
                  <a:gd name="connsiteX31" fmla="*/ 6868 w 9999"/>
                  <a:gd name="connsiteY31" fmla="*/ 540 h 9763"/>
                  <a:gd name="connsiteX32" fmla="*/ 6340 w 9999"/>
                  <a:gd name="connsiteY32" fmla="*/ 255 h 9763"/>
                  <a:gd name="connsiteX33" fmla="*/ 5822 w 9999"/>
                  <a:gd name="connsiteY33" fmla="*/ 255 h 9763"/>
                  <a:gd name="connsiteX34" fmla="*/ 4900 w 9999"/>
                  <a:gd name="connsiteY34" fmla="*/ 1463 h 9763"/>
                  <a:gd name="connsiteX0" fmla="*/ 4900 w 10000"/>
                  <a:gd name="connsiteY0" fmla="*/ 1238 h 9739"/>
                  <a:gd name="connsiteX1" fmla="*/ 2640 w 10000"/>
                  <a:gd name="connsiteY1" fmla="*/ 900 h 9739"/>
                  <a:gd name="connsiteX2" fmla="*/ 1007 w 10000"/>
                  <a:gd name="connsiteY2" fmla="*/ 736 h 9739"/>
                  <a:gd name="connsiteX3" fmla="*/ 69 w 10000"/>
                  <a:gd name="connsiteY3" fmla="*/ 3246 h 9739"/>
                  <a:gd name="connsiteX4" fmla="*/ 599 w 10000"/>
                  <a:gd name="connsiteY4" fmla="*/ 3541 h 9739"/>
                  <a:gd name="connsiteX5" fmla="*/ 599 w 10000"/>
                  <a:gd name="connsiteY5" fmla="*/ 3838 h 9739"/>
                  <a:gd name="connsiteX6" fmla="*/ 599 w 10000"/>
                  <a:gd name="connsiteY6" fmla="*/ 4131 h 9739"/>
                  <a:gd name="connsiteX7" fmla="*/ 599 w 10000"/>
                  <a:gd name="connsiteY7" fmla="*/ 4131 h 9739"/>
                  <a:gd name="connsiteX8" fmla="*/ 599 w 10000"/>
                  <a:gd name="connsiteY8" fmla="*/ 4426 h 9739"/>
                  <a:gd name="connsiteX9" fmla="*/ 599 w 10000"/>
                  <a:gd name="connsiteY9" fmla="*/ 5019 h 9739"/>
                  <a:gd name="connsiteX10" fmla="*/ 599 w 10000"/>
                  <a:gd name="connsiteY10" fmla="*/ 6197 h 9739"/>
                  <a:gd name="connsiteX11" fmla="*/ 69 w 10000"/>
                  <a:gd name="connsiteY11" fmla="*/ 7382 h 9739"/>
                  <a:gd name="connsiteX12" fmla="*/ 69 w 10000"/>
                  <a:gd name="connsiteY12" fmla="*/ 7968 h 9739"/>
                  <a:gd name="connsiteX13" fmla="*/ 599 w 10000"/>
                  <a:gd name="connsiteY13" fmla="*/ 8559 h 9739"/>
                  <a:gd name="connsiteX14" fmla="*/ 1640 w 10000"/>
                  <a:gd name="connsiteY14" fmla="*/ 9146 h 9739"/>
                  <a:gd name="connsiteX15" fmla="*/ 2160 w 10000"/>
                  <a:gd name="connsiteY15" fmla="*/ 9444 h 9739"/>
                  <a:gd name="connsiteX16" fmla="*/ 3208 w 10000"/>
                  <a:gd name="connsiteY16" fmla="*/ 9444 h 9739"/>
                  <a:gd name="connsiteX17" fmla="*/ 4254 w 10000"/>
                  <a:gd name="connsiteY17" fmla="*/ 9739 h 9739"/>
                  <a:gd name="connsiteX18" fmla="*/ 5296 w 10000"/>
                  <a:gd name="connsiteY18" fmla="*/ 9739 h 9739"/>
                  <a:gd name="connsiteX19" fmla="*/ 6341 w 10000"/>
                  <a:gd name="connsiteY19" fmla="*/ 9739 h 9739"/>
                  <a:gd name="connsiteX20" fmla="*/ 7388 w 10000"/>
                  <a:gd name="connsiteY20" fmla="*/ 9146 h 9739"/>
                  <a:gd name="connsiteX21" fmla="*/ 8428 w 10000"/>
                  <a:gd name="connsiteY21" fmla="*/ 8854 h 9739"/>
                  <a:gd name="connsiteX22" fmla="*/ 8955 w 10000"/>
                  <a:gd name="connsiteY22" fmla="*/ 8266 h 9739"/>
                  <a:gd name="connsiteX23" fmla="*/ 9479 w 10000"/>
                  <a:gd name="connsiteY23" fmla="*/ 7968 h 9739"/>
                  <a:gd name="connsiteX24" fmla="*/ 9479 w 10000"/>
                  <a:gd name="connsiteY24" fmla="*/ 7968 h 9739"/>
                  <a:gd name="connsiteX25" fmla="*/ 10000 w 10000"/>
                  <a:gd name="connsiteY25" fmla="*/ 4426 h 9739"/>
                  <a:gd name="connsiteX26" fmla="*/ 10000 w 10000"/>
                  <a:gd name="connsiteY26" fmla="*/ 3246 h 9739"/>
                  <a:gd name="connsiteX27" fmla="*/ 9479 w 10000"/>
                  <a:gd name="connsiteY27" fmla="*/ 2063 h 9739"/>
                  <a:gd name="connsiteX28" fmla="*/ 8955 w 10000"/>
                  <a:gd name="connsiteY28" fmla="*/ 1474 h 9739"/>
                  <a:gd name="connsiteX29" fmla="*/ 7901 w 10000"/>
                  <a:gd name="connsiteY29" fmla="*/ 887 h 9739"/>
                  <a:gd name="connsiteX30" fmla="*/ 7388 w 10000"/>
                  <a:gd name="connsiteY30" fmla="*/ 292 h 9739"/>
                  <a:gd name="connsiteX31" fmla="*/ 6869 w 10000"/>
                  <a:gd name="connsiteY31" fmla="*/ 292 h 9739"/>
                  <a:gd name="connsiteX32" fmla="*/ 6341 w 10000"/>
                  <a:gd name="connsiteY32" fmla="*/ 0 h 9739"/>
                  <a:gd name="connsiteX33" fmla="*/ 5823 w 10000"/>
                  <a:gd name="connsiteY33" fmla="*/ 0 h 9739"/>
                  <a:gd name="connsiteX34" fmla="*/ 4900 w 10000"/>
                  <a:gd name="connsiteY34" fmla="*/ 1238 h 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00" h="9739">
                    <a:moveTo>
                      <a:pt x="4900" y="1238"/>
                    </a:moveTo>
                    <a:lnTo>
                      <a:pt x="2640" y="900"/>
                    </a:lnTo>
                    <a:lnTo>
                      <a:pt x="1007" y="736"/>
                    </a:lnTo>
                    <a:cubicBezTo>
                      <a:pt x="733" y="1320"/>
                      <a:pt x="-269" y="2670"/>
                      <a:pt x="69" y="3246"/>
                    </a:cubicBezTo>
                    <a:lnTo>
                      <a:pt x="599" y="3541"/>
                    </a:lnTo>
                    <a:lnTo>
                      <a:pt x="599" y="3838"/>
                    </a:lnTo>
                    <a:lnTo>
                      <a:pt x="599" y="4131"/>
                    </a:lnTo>
                    <a:lnTo>
                      <a:pt x="599" y="4131"/>
                    </a:lnTo>
                    <a:lnTo>
                      <a:pt x="599" y="4426"/>
                    </a:lnTo>
                    <a:lnTo>
                      <a:pt x="599" y="5019"/>
                    </a:lnTo>
                    <a:lnTo>
                      <a:pt x="599" y="6197"/>
                    </a:lnTo>
                    <a:lnTo>
                      <a:pt x="69" y="7382"/>
                    </a:lnTo>
                    <a:lnTo>
                      <a:pt x="69" y="7968"/>
                    </a:lnTo>
                    <a:cubicBezTo>
                      <a:pt x="248" y="8163"/>
                      <a:pt x="423" y="8363"/>
                      <a:pt x="599" y="8559"/>
                    </a:cubicBezTo>
                    <a:lnTo>
                      <a:pt x="1640" y="9146"/>
                    </a:lnTo>
                    <a:lnTo>
                      <a:pt x="2160" y="9444"/>
                    </a:lnTo>
                    <a:lnTo>
                      <a:pt x="3208" y="9444"/>
                    </a:lnTo>
                    <a:lnTo>
                      <a:pt x="4254" y="9739"/>
                    </a:lnTo>
                    <a:lnTo>
                      <a:pt x="5296" y="9739"/>
                    </a:lnTo>
                    <a:lnTo>
                      <a:pt x="6341" y="9739"/>
                    </a:lnTo>
                    <a:lnTo>
                      <a:pt x="7388" y="9146"/>
                    </a:lnTo>
                    <a:lnTo>
                      <a:pt x="8428" y="8854"/>
                    </a:lnTo>
                    <a:cubicBezTo>
                      <a:pt x="8609" y="8661"/>
                      <a:pt x="8778" y="8461"/>
                      <a:pt x="8955" y="8266"/>
                    </a:cubicBezTo>
                    <a:lnTo>
                      <a:pt x="9479" y="7968"/>
                    </a:lnTo>
                    <a:lnTo>
                      <a:pt x="9479" y="7968"/>
                    </a:lnTo>
                    <a:cubicBezTo>
                      <a:pt x="9656" y="6782"/>
                      <a:pt x="9831" y="5605"/>
                      <a:pt x="10000" y="4426"/>
                    </a:cubicBezTo>
                    <a:lnTo>
                      <a:pt x="10000" y="3246"/>
                    </a:lnTo>
                    <a:cubicBezTo>
                      <a:pt x="9831" y="2856"/>
                      <a:pt x="9656" y="2459"/>
                      <a:pt x="9479" y="2063"/>
                    </a:cubicBezTo>
                    <a:cubicBezTo>
                      <a:pt x="9299" y="1872"/>
                      <a:pt x="9131" y="1671"/>
                      <a:pt x="8955" y="1474"/>
                    </a:cubicBezTo>
                    <a:lnTo>
                      <a:pt x="7901" y="887"/>
                    </a:lnTo>
                    <a:cubicBezTo>
                      <a:pt x="7734" y="686"/>
                      <a:pt x="7553" y="493"/>
                      <a:pt x="7388" y="292"/>
                    </a:cubicBezTo>
                    <a:lnTo>
                      <a:pt x="6869" y="292"/>
                    </a:lnTo>
                    <a:lnTo>
                      <a:pt x="6341" y="0"/>
                    </a:lnTo>
                    <a:lnTo>
                      <a:pt x="5823" y="0"/>
                    </a:lnTo>
                    <a:lnTo>
                      <a:pt x="4900" y="1238"/>
                    </a:lnTo>
                    <a:close/>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39" name="Freeform 440">
                <a:extLst>
                  <a:ext uri="{FF2B5EF4-FFF2-40B4-BE49-F238E27FC236}">
                    <a16:creationId xmlns:a16="http://schemas.microsoft.com/office/drawing/2014/main" id="{A1FEDC87-A529-7548-C63D-835E2AE8EFA7}"/>
                  </a:ext>
                </a:extLst>
              </p:cNvPr>
              <p:cNvSpPr/>
              <p:nvPr/>
            </p:nvSpPr>
            <p:spPr bwMode="gray">
              <a:xfrm rot="15238882">
                <a:off x="3606039" y="3490707"/>
                <a:ext cx="64595" cy="114709"/>
              </a:xfrm>
              <a:custGeom>
                <a:avLst/>
                <a:gdLst>
                  <a:gd name="T0" fmla="*/ 22 w 22"/>
                  <a:gd name="T1" fmla="*/ 0 h 62"/>
                  <a:gd name="T2" fmla="*/ 16 w 22"/>
                  <a:gd name="T3" fmla="*/ 2 h 62"/>
                  <a:gd name="T4" fmla="*/ 16 w 22"/>
                  <a:gd name="T5" fmla="*/ 2 h 62"/>
                  <a:gd name="T6" fmla="*/ 16 w 22"/>
                  <a:gd name="T7" fmla="*/ 6 h 62"/>
                  <a:gd name="T8" fmla="*/ 16 w 22"/>
                  <a:gd name="T9" fmla="*/ 8 h 62"/>
                  <a:gd name="T10" fmla="*/ 14 w 22"/>
                  <a:gd name="T11" fmla="*/ 12 h 62"/>
                  <a:gd name="T12" fmla="*/ 14 w 22"/>
                  <a:gd name="T13" fmla="*/ 14 h 62"/>
                  <a:gd name="T14" fmla="*/ 14 w 22"/>
                  <a:gd name="T15" fmla="*/ 14 h 62"/>
                  <a:gd name="T16" fmla="*/ 14 w 22"/>
                  <a:gd name="T17" fmla="*/ 16 h 62"/>
                  <a:gd name="T18" fmla="*/ 12 w 22"/>
                  <a:gd name="T19" fmla="*/ 20 h 62"/>
                  <a:gd name="T20" fmla="*/ 8 w 22"/>
                  <a:gd name="T21" fmla="*/ 24 h 62"/>
                  <a:gd name="T22" fmla="*/ 0 w 22"/>
                  <a:gd name="T23" fmla="*/ 30 h 62"/>
                  <a:gd name="T24" fmla="*/ 0 w 22"/>
                  <a:gd name="T25" fmla="*/ 30 h 62"/>
                  <a:gd name="T26" fmla="*/ 2 w 22"/>
                  <a:gd name="T27" fmla="*/ 32 h 62"/>
                  <a:gd name="T28" fmla="*/ 4 w 22"/>
                  <a:gd name="T29" fmla="*/ 38 h 62"/>
                  <a:gd name="T30" fmla="*/ 8 w 22"/>
                  <a:gd name="T31" fmla="*/ 48 h 62"/>
                  <a:gd name="T32" fmla="*/ 18 w 22"/>
                  <a:gd name="T33" fmla="*/ 62 h 62"/>
                  <a:gd name="T34" fmla="*/ 18 w 22"/>
                  <a:gd name="T35" fmla="*/ 60 h 62"/>
                  <a:gd name="T36" fmla="*/ 18 w 22"/>
                  <a:gd name="T37" fmla="*/ 56 h 62"/>
                  <a:gd name="T38" fmla="*/ 18 w 22"/>
                  <a:gd name="T39" fmla="*/ 52 h 62"/>
                  <a:gd name="T40" fmla="*/ 18 w 22"/>
                  <a:gd name="T41" fmla="*/ 44 h 62"/>
                  <a:gd name="T42" fmla="*/ 20 w 22"/>
                  <a:gd name="T43" fmla="*/ 40 h 62"/>
                  <a:gd name="T44" fmla="*/ 20 w 22"/>
                  <a:gd name="T45" fmla="*/ 34 h 62"/>
                  <a:gd name="T46" fmla="*/ 22 w 22"/>
                  <a:gd name="T47" fmla="*/ 32 h 62"/>
                  <a:gd name="T48" fmla="*/ 22 w 22"/>
                  <a:gd name="T49" fmla="*/ 26 h 62"/>
                  <a:gd name="T50" fmla="*/ 22 w 22"/>
                  <a:gd name="T51" fmla="*/ 14 h 62"/>
                  <a:gd name="T52" fmla="*/ 22 w 22"/>
                  <a:gd name="T53" fmla="*/ 0 h 62"/>
                  <a:gd name="connsiteX0" fmla="*/ 10000 w 15859"/>
                  <a:gd name="connsiteY0" fmla="*/ 0 h 10000"/>
                  <a:gd name="connsiteX1" fmla="*/ 7273 w 15859"/>
                  <a:gd name="connsiteY1" fmla="*/ 323 h 10000"/>
                  <a:gd name="connsiteX2" fmla="*/ 7273 w 15859"/>
                  <a:gd name="connsiteY2" fmla="*/ 323 h 10000"/>
                  <a:gd name="connsiteX3" fmla="*/ 7273 w 15859"/>
                  <a:gd name="connsiteY3" fmla="*/ 968 h 10000"/>
                  <a:gd name="connsiteX4" fmla="*/ 7273 w 15859"/>
                  <a:gd name="connsiteY4" fmla="*/ 1290 h 10000"/>
                  <a:gd name="connsiteX5" fmla="*/ 6364 w 15859"/>
                  <a:gd name="connsiteY5" fmla="*/ 1935 h 10000"/>
                  <a:gd name="connsiteX6" fmla="*/ 6364 w 15859"/>
                  <a:gd name="connsiteY6" fmla="*/ 2258 h 10000"/>
                  <a:gd name="connsiteX7" fmla="*/ 6364 w 15859"/>
                  <a:gd name="connsiteY7" fmla="*/ 2258 h 10000"/>
                  <a:gd name="connsiteX8" fmla="*/ 6364 w 15859"/>
                  <a:gd name="connsiteY8" fmla="*/ 2581 h 10000"/>
                  <a:gd name="connsiteX9" fmla="*/ 5455 w 15859"/>
                  <a:gd name="connsiteY9" fmla="*/ 3226 h 10000"/>
                  <a:gd name="connsiteX10" fmla="*/ 3636 w 15859"/>
                  <a:gd name="connsiteY10" fmla="*/ 3871 h 10000"/>
                  <a:gd name="connsiteX11" fmla="*/ 0 w 15859"/>
                  <a:gd name="connsiteY11" fmla="*/ 4839 h 10000"/>
                  <a:gd name="connsiteX12" fmla="*/ 0 w 15859"/>
                  <a:gd name="connsiteY12" fmla="*/ 4839 h 10000"/>
                  <a:gd name="connsiteX13" fmla="*/ 909 w 15859"/>
                  <a:gd name="connsiteY13" fmla="*/ 5161 h 10000"/>
                  <a:gd name="connsiteX14" fmla="*/ 1818 w 15859"/>
                  <a:gd name="connsiteY14" fmla="*/ 6129 h 10000"/>
                  <a:gd name="connsiteX15" fmla="*/ 3636 w 15859"/>
                  <a:gd name="connsiteY15" fmla="*/ 7742 h 10000"/>
                  <a:gd name="connsiteX16" fmla="*/ 8182 w 15859"/>
                  <a:gd name="connsiteY16" fmla="*/ 10000 h 10000"/>
                  <a:gd name="connsiteX17" fmla="*/ 8182 w 15859"/>
                  <a:gd name="connsiteY17" fmla="*/ 9677 h 10000"/>
                  <a:gd name="connsiteX18" fmla="*/ 8182 w 15859"/>
                  <a:gd name="connsiteY18" fmla="*/ 9032 h 10000"/>
                  <a:gd name="connsiteX19" fmla="*/ 8182 w 15859"/>
                  <a:gd name="connsiteY19" fmla="*/ 8387 h 10000"/>
                  <a:gd name="connsiteX20" fmla="*/ 8182 w 15859"/>
                  <a:gd name="connsiteY20" fmla="*/ 7097 h 10000"/>
                  <a:gd name="connsiteX21" fmla="*/ 9091 w 15859"/>
                  <a:gd name="connsiteY21" fmla="*/ 6452 h 10000"/>
                  <a:gd name="connsiteX22" fmla="*/ 9091 w 15859"/>
                  <a:gd name="connsiteY22" fmla="*/ 5484 h 10000"/>
                  <a:gd name="connsiteX23" fmla="*/ 10000 w 15859"/>
                  <a:gd name="connsiteY23" fmla="*/ 5161 h 10000"/>
                  <a:gd name="connsiteX24" fmla="*/ 10000 w 15859"/>
                  <a:gd name="connsiteY24" fmla="*/ 4194 h 10000"/>
                  <a:gd name="connsiteX25" fmla="*/ 10000 w 15859"/>
                  <a:gd name="connsiteY25" fmla="*/ 2258 h 10000"/>
                  <a:gd name="connsiteX26" fmla="*/ 15859 w 15859"/>
                  <a:gd name="connsiteY26" fmla="*/ 1029 h 10000"/>
                  <a:gd name="connsiteX0" fmla="*/ 10000 w 15859"/>
                  <a:gd name="connsiteY0" fmla="*/ 0 h 10000"/>
                  <a:gd name="connsiteX1" fmla="*/ 7273 w 15859"/>
                  <a:gd name="connsiteY1" fmla="*/ 323 h 10000"/>
                  <a:gd name="connsiteX2" fmla="*/ 7273 w 15859"/>
                  <a:gd name="connsiteY2" fmla="*/ 323 h 10000"/>
                  <a:gd name="connsiteX3" fmla="*/ 7273 w 15859"/>
                  <a:gd name="connsiteY3" fmla="*/ 968 h 10000"/>
                  <a:gd name="connsiteX4" fmla="*/ 7273 w 15859"/>
                  <a:gd name="connsiteY4" fmla="*/ 1290 h 10000"/>
                  <a:gd name="connsiteX5" fmla="*/ 6364 w 15859"/>
                  <a:gd name="connsiteY5" fmla="*/ 1935 h 10000"/>
                  <a:gd name="connsiteX6" fmla="*/ 6364 w 15859"/>
                  <a:gd name="connsiteY6" fmla="*/ 2258 h 10000"/>
                  <a:gd name="connsiteX7" fmla="*/ 6364 w 15859"/>
                  <a:gd name="connsiteY7" fmla="*/ 2258 h 10000"/>
                  <a:gd name="connsiteX8" fmla="*/ 6364 w 15859"/>
                  <a:gd name="connsiteY8" fmla="*/ 2581 h 10000"/>
                  <a:gd name="connsiteX9" fmla="*/ 5455 w 15859"/>
                  <a:gd name="connsiteY9" fmla="*/ 3226 h 10000"/>
                  <a:gd name="connsiteX10" fmla="*/ 3636 w 15859"/>
                  <a:gd name="connsiteY10" fmla="*/ 3871 h 10000"/>
                  <a:gd name="connsiteX11" fmla="*/ 0 w 15859"/>
                  <a:gd name="connsiteY11" fmla="*/ 4839 h 10000"/>
                  <a:gd name="connsiteX12" fmla="*/ 0 w 15859"/>
                  <a:gd name="connsiteY12" fmla="*/ 4839 h 10000"/>
                  <a:gd name="connsiteX13" fmla="*/ 909 w 15859"/>
                  <a:gd name="connsiteY13" fmla="*/ 5161 h 10000"/>
                  <a:gd name="connsiteX14" fmla="*/ 1818 w 15859"/>
                  <a:gd name="connsiteY14" fmla="*/ 6129 h 10000"/>
                  <a:gd name="connsiteX15" fmla="*/ 3636 w 15859"/>
                  <a:gd name="connsiteY15" fmla="*/ 7742 h 10000"/>
                  <a:gd name="connsiteX16" fmla="*/ 8182 w 15859"/>
                  <a:gd name="connsiteY16" fmla="*/ 10000 h 10000"/>
                  <a:gd name="connsiteX17" fmla="*/ 8182 w 15859"/>
                  <a:gd name="connsiteY17" fmla="*/ 9677 h 10000"/>
                  <a:gd name="connsiteX18" fmla="*/ 8182 w 15859"/>
                  <a:gd name="connsiteY18" fmla="*/ 9032 h 10000"/>
                  <a:gd name="connsiteX19" fmla="*/ 8182 w 15859"/>
                  <a:gd name="connsiteY19" fmla="*/ 8387 h 10000"/>
                  <a:gd name="connsiteX20" fmla="*/ 8182 w 15859"/>
                  <a:gd name="connsiteY20" fmla="*/ 7097 h 10000"/>
                  <a:gd name="connsiteX21" fmla="*/ 9091 w 15859"/>
                  <a:gd name="connsiteY21" fmla="*/ 6452 h 10000"/>
                  <a:gd name="connsiteX22" fmla="*/ 9091 w 15859"/>
                  <a:gd name="connsiteY22" fmla="*/ 5484 h 10000"/>
                  <a:gd name="connsiteX23" fmla="*/ 10000 w 15859"/>
                  <a:gd name="connsiteY23" fmla="*/ 5161 h 10000"/>
                  <a:gd name="connsiteX24" fmla="*/ 10000 w 15859"/>
                  <a:gd name="connsiteY24" fmla="*/ 4194 h 10000"/>
                  <a:gd name="connsiteX25" fmla="*/ 13934 w 15859"/>
                  <a:gd name="connsiteY25" fmla="*/ 2659 h 10000"/>
                  <a:gd name="connsiteX26" fmla="*/ 15859 w 15859"/>
                  <a:gd name="connsiteY26" fmla="*/ 1029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859" h="10000">
                    <a:moveTo>
                      <a:pt x="10000" y="0"/>
                    </a:moveTo>
                    <a:lnTo>
                      <a:pt x="7273" y="323"/>
                    </a:lnTo>
                    <a:lnTo>
                      <a:pt x="7273" y="323"/>
                    </a:lnTo>
                    <a:lnTo>
                      <a:pt x="7273" y="968"/>
                    </a:lnTo>
                    <a:lnTo>
                      <a:pt x="7273" y="1290"/>
                    </a:lnTo>
                    <a:lnTo>
                      <a:pt x="6364" y="1935"/>
                    </a:lnTo>
                    <a:lnTo>
                      <a:pt x="6364" y="2258"/>
                    </a:lnTo>
                    <a:lnTo>
                      <a:pt x="6364" y="2258"/>
                    </a:lnTo>
                    <a:lnTo>
                      <a:pt x="6364" y="2581"/>
                    </a:lnTo>
                    <a:lnTo>
                      <a:pt x="5455" y="3226"/>
                    </a:lnTo>
                    <a:lnTo>
                      <a:pt x="3636" y="3871"/>
                    </a:lnTo>
                    <a:lnTo>
                      <a:pt x="0" y="4839"/>
                    </a:lnTo>
                    <a:lnTo>
                      <a:pt x="0" y="4839"/>
                    </a:lnTo>
                    <a:lnTo>
                      <a:pt x="909" y="5161"/>
                    </a:lnTo>
                    <a:lnTo>
                      <a:pt x="1818" y="6129"/>
                    </a:lnTo>
                    <a:lnTo>
                      <a:pt x="3636" y="7742"/>
                    </a:lnTo>
                    <a:lnTo>
                      <a:pt x="8182" y="10000"/>
                    </a:lnTo>
                    <a:lnTo>
                      <a:pt x="8182" y="9677"/>
                    </a:lnTo>
                    <a:lnTo>
                      <a:pt x="8182" y="9032"/>
                    </a:lnTo>
                    <a:lnTo>
                      <a:pt x="8182" y="8387"/>
                    </a:lnTo>
                    <a:lnTo>
                      <a:pt x="8182" y="7097"/>
                    </a:lnTo>
                    <a:lnTo>
                      <a:pt x="9091" y="6452"/>
                    </a:lnTo>
                    <a:lnTo>
                      <a:pt x="9091" y="5484"/>
                    </a:lnTo>
                    <a:lnTo>
                      <a:pt x="10000" y="5161"/>
                    </a:lnTo>
                    <a:lnTo>
                      <a:pt x="10000" y="4194"/>
                    </a:lnTo>
                    <a:lnTo>
                      <a:pt x="13934" y="2659"/>
                    </a:lnTo>
                    <a:cubicBezTo>
                      <a:pt x="13934" y="1906"/>
                      <a:pt x="15859" y="1782"/>
                      <a:pt x="15859" y="1029"/>
                    </a:cubicBezTo>
                  </a:path>
                </a:pathLst>
              </a:custGeom>
              <a:solidFill>
                <a:schemeClr val="accent3">
                  <a:lumMod val="75000"/>
                </a:schemeClr>
              </a:solidFill>
              <a:ln w="6350">
                <a:solidFill>
                  <a:schemeClr val="bg1"/>
                </a:solidFill>
                <a:prstDash val="solid"/>
                <a:roun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42" name="Freeform 6">
                <a:extLst>
                  <a:ext uri="{FF2B5EF4-FFF2-40B4-BE49-F238E27FC236}">
                    <a16:creationId xmlns:a16="http://schemas.microsoft.com/office/drawing/2014/main" id="{72E92E07-FA0A-7610-50BE-B51B1C08151E}"/>
                  </a:ext>
                </a:extLst>
              </p:cNvPr>
              <p:cNvSpPr>
                <a:spLocks/>
              </p:cNvSpPr>
              <p:nvPr/>
            </p:nvSpPr>
            <p:spPr bwMode="auto">
              <a:xfrm>
                <a:off x="2881314" y="2597944"/>
                <a:ext cx="450056" cy="340519"/>
              </a:xfrm>
              <a:custGeom>
                <a:avLst/>
                <a:gdLst/>
                <a:ahLst/>
                <a:cxnLst>
                  <a:cxn ang="0">
                    <a:pos x="14" y="19"/>
                  </a:cxn>
                  <a:cxn ang="0">
                    <a:pos x="14" y="27"/>
                  </a:cxn>
                  <a:cxn ang="0">
                    <a:pos x="6" y="41"/>
                  </a:cxn>
                  <a:cxn ang="0">
                    <a:pos x="3" y="46"/>
                  </a:cxn>
                  <a:cxn ang="0">
                    <a:pos x="5" y="53"/>
                  </a:cxn>
                  <a:cxn ang="0">
                    <a:pos x="6" y="55"/>
                  </a:cxn>
                  <a:cxn ang="0">
                    <a:pos x="12" y="55"/>
                  </a:cxn>
                  <a:cxn ang="0">
                    <a:pos x="24" y="58"/>
                  </a:cxn>
                  <a:cxn ang="0">
                    <a:pos x="37" y="52"/>
                  </a:cxn>
                  <a:cxn ang="0">
                    <a:pos x="52" y="53"/>
                  </a:cxn>
                  <a:cxn ang="0">
                    <a:pos x="56" y="58"/>
                  </a:cxn>
                  <a:cxn ang="0">
                    <a:pos x="61" y="67"/>
                  </a:cxn>
                  <a:cxn ang="0">
                    <a:pos x="62" y="74"/>
                  </a:cxn>
                  <a:cxn ang="0">
                    <a:pos x="55" y="75"/>
                  </a:cxn>
                  <a:cxn ang="0">
                    <a:pos x="49" y="84"/>
                  </a:cxn>
                  <a:cxn ang="0">
                    <a:pos x="56" y="86"/>
                  </a:cxn>
                  <a:cxn ang="0">
                    <a:pos x="59" y="83"/>
                  </a:cxn>
                  <a:cxn ang="0">
                    <a:pos x="68" y="74"/>
                  </a:cxn>
                  <a:cxn ang="0">
                    <a:pos x="78" y="70"/>
                  </a:cxn>
                  <a:cxn ang="0">
                    <a:pos x="82" y="72"/>
                  </a:cxn>
                  <a:cxn ang="0">
                    <a:pos x="81" y="77"/>
                  </a:cxn>
                  <a:cxn ang="0">
                    <a:pos x="91" y="78"/>
                  </a:cxn>
                  <a:cxn ang="0">
                    <a:pos x="91" y="91"/>
                  </a:cxn>
                  <a:cxn ang="0">
                    <a:pos x="100" y="92"/>
                  </a:cxn>
                  <a:cxn ang="0">
                    <a:pos x="113" y="89"/>
                  </a:cxn>
                  <a:cxn ang="0">
                    <a:pos x="111" y="84"/>
                  </a:cxn>
                  <a:cxn ang="0">
                    <a:pos x="102" y="75"/>
                  </a:cxn>
                  <a:cxn ang="0">
                    <a:pos x="111" y="70"/>
                  </a:cxn>
                  <a:cxn ang="0">
                    <a:pos x="128" y="66"/>
                  </a:cxn>
                  <a:cxn ang="0">
                    <a:pos x="141" y="55"/>
                  </a:cxn>
                  <a:cxn ang="0">
                    <a:pos x="141" y="46"/>
                  </a:cxn>
                  <a:cxn ang="0">
                    <a:pos x="143" y="41"/>
                  </a:cxn>
                  <a:cxn ang="0">
                    <a:pos x="138" y="35"/>
                  </a:cxn>
                  <a:cxn ang="0">
                    <a:pos x="125" y="30"/>
                  </a:cxn>
                  <a:cxn ang="0">
                    <a:pos x="108" y="27"/>
                  </a:cxn>
                  <a:cxn ang="0">
                    <a:pos x="99" y="16"/>
                  </a:cxn>
                  <a:cxn ang="0">
                    <a:pos x="97" y="8"/>
                  </a:cxn>
                  <a:cxn ang="0">
                    <a:pos x="88" y="3"/>
                  </a:cxn>
                  <a:cxn ang="0">
                    <a:pos x="76" y="5"/>
                  </a:cxn>
                  <a:cxn ang="0">
                    <a:pos x="65" y="14"/>
                  </a:cxn>
                  <a:cxn ang="0">
                    <a:pos x="53" y="13"/>
                  </a:cxn>
                  <a:cxn ang="0">
                    <a:pos x="38" y="10"/>
                  </a:cxn>
                  <a:cxn ang="0">
                    <a:pos x="15" y="11"/>
                  </a:cxn>
                </a:cxnLst>
                <a:rect l="0" t="0" r="r" b="b"/>
                <a:pathLst>
                  <a:path w="144" h="98">
                    <a:moveTo>
                      <a:pt x="12" y="13"/>
                    </a:moveTo>
                    <a:cubicBezTo>
                      <a:pt x="14" y="16"/>
                      <a:pt x="11" y="14"/>
                      <a:pt x="14" y="19"/>
                    </a:cubicBezTo>
                    <a:cubicBezTo>
                      <a:pt x="20" y="24"/>
                      <a:pt x="14" y="21"/>
                      <a:pt x="15" y="22"/>
                    </a:cubicBezTo>
                    <a:cubicBezTo>
                      <a:pt x="17" y="24"/>
                      <a:pt x="18" y="25"/>
                      <a:pt x="14" y="27"/>
                    </a:cubicBezTo>
                    <a:cubicBezTo>
                      <a:pt x="12" y="27"/>
                      <a:pt x="8" y="32"/>
                      <a:pt x="6" y="35"/>
                    </a:cubicBezTo>
                    <a:cubicBezTo>
                      <a:pt x="3" y="38"/>
                      <a:pt x="6" y="39"/>
                      <a:pt x="6" y="41"/>
                    </a:cubicBezTo>
                    <a:cubicBezTo>
                      <a:pt x="5" y="42"/>
                      <a:pt x="9" y="44"/>
                      <a:pt x="3" y="42"/>
                    </a:cubicBezTo>
                    <a:cubicBezTo>
                      <a:pt x="5" y="44"/>
                      <a:pt x="3" y="44"/>
                      <a:pt x="3" y="46"/>
                    </a:cubicBezTo>
                    <a:cubicBezTo>
                      <a:pt x="3" y="47"/>
                      <a:pt x="2" y="46"/>
                      <a:pt x="0" y="50"/>
                    </a:cubicBezTo>
                    <a:cubicBezTo>
                      <a:pt x="5" y="52"/>
                      <a:pt x="3" y="55"/>
                      <a:pt x="5" y="53"/>
                    </a:cubicBezTo>
                    <a:cubicBezTo>
                      <a:pt x="6" y="53"/>
                      <a:pt x="6" y="55"/>
                      <a:pt x="6" y="55"/>
                    </a:cubicBezTo>
                    <a:cubicBezTo>
                      <a:pt x="6" y="55"/>
                      <a:pt x="6" y="55"/>
                      <a:pt x="6" y="55"/>
                    </a:cubicBezTo>
                    <a:cubicBezTo>
                      <a:pt x="8" y="55"/>
                      <a:pt x="8" y="56"/>
                      <a:pt x="8" y="55"/>
                    </a:cubicBezTo>
                    <a:cubicBezTo>
                      <a:pt x="9" y="53"/>
                      <a:pt x="9" y="55"/>
                      <a:pt x="12" y="55"/>
                    </a:cubicBezTo>
                    <a:cubicBezTo>
                      <a:pt x="17" y="55"/>
                      <a:pt x="17" y="56"/>
                      <a:pt x="18" y="56"/>
                    </a:cubicBezTo>
                    <a:cubicBezTo>
                      <a:pt x="21" y="55"/>
                      <a:pt x="21" y="60"/>
                      <a:pt x="24" y="58"/>
                    </a:cubicBezTo>
                    <a:cubicBezTo>
                      <a:pt x="26" y="56"/>
                      <a:pt x="24" y="56"/>
                      <a:pt x="29" y="56"/>
                    </a:cubicBezTo>
                    <a:cubicBezTo>
                      <a:pt x="34" y="55"/>
                      <a:pt x="32" y="53"/>
                      <a:pt x="37" y="52"/>
                    </a:cubicBezTo>
                    <a:cubicBezTo>
                      <a:pt x="38" y="50"/>
                      <a:pt x="41" y="50"/>
                      <a:pt x="43" y="50"/>
                    </a:cubicBezTo>
                    <a:cubicBezTo>
                      <a:pt x="44" y="49"/>
                      <a:pt x="50" y="53"/>
                      <a:pt x="52" y="53"/>
                    </a:cubicBezTo>
                    <a:cubicBezTo>
                      <a:pt x="53" y="52"/>
                      <a:pt x="53" y="56"/>
                      <a:pt x="56" y="55"/>
                    </a:cubicBezTo>
                    <a:cubicBezTo>
                      <a:pt x="58" y="55"/>
                      <a:pt x="58" y="56"/>
                      <a:pt x="56" y="58"/>
                    </a:cubicBezTo>
                    <a:cubicBezTo>
                      <a:pt x="55" y="61"/>
                      <a:pt x="58" y="63"/>
                      <a:pt x="59" y="63"/>
                    </a:cubicBezTo>
                    <a:cubicBezTo>
                      <a:pt x="61" y="63"/>
                      <a:pt x="58" y="66"/>
                      <a:pt x="61" y="67"/>
                    </a:cubicBezTo>
                    <a:cubicBezTo>
                      <a:pt x="64" y="69"/>
                      <a:pt x="61" y="72"/>
                      <a:pt x="62" y="74"/>
                    </a:cubicBezTo>
                    <a:cubicBezTo>
                      <a:pt x="65" y="74"/>
                      <a:pt x="62" y="75"/>
                      <a:pt x="62" y="74"/>
                    </a:cubicBezTo>
                    <a:cubicBezTo>
                      <a:pt x="61" y="74"/>
                      <a:pt x="58" y="75"/>
                      <a:pt x="56" y="74"/>
                    </a:cubicBezTo>
                    <a:cubicBezTo>
                      <a:pt x="55" y="72"/>
                      <a:pt x="53" y="74"/>
                      <a:pt x="55" y="75"/>
                    </a:cubicBezTo>
                    <a:cubicBezTo>
                      <a:pt x="56" y="78"/>
                      <a:pt x="50" y="81"/>
                      <a:pt x="52" y="83"/>
                    </a:cubicBezTo>
                    <a:cubicBezTo>
                      <a:pt x="52" y="84"/>
                      <a:pt x="50" y="84"/>
                      <a:pt x="49" y="84"/>
                    </a:cubicBezTo>
                    <a:cubicBezTo>
                      <a:pt x="52" y="88"/>
                      <a:pt x="53" y="88"/>
                      <a:pt x="53" y="88"/>
                    </a:cubicBezTo>
                    <a:cubicBezTo>
                      <a:pt x="53" y="86"/>
                      <a:pt x="55" y="88"/>
                      <a:pt x="56" y="86"/>
                    </a:cubicBezTo>
                    <a:cubicBezTo>
                      <a:pt x="56" y="84"/>
                      <a:pt x="59" y="84"/>
                      <a:pt x="61" y="88"/>
                    </a:cubicBezTo>
                    <a:cubicBezTo>
                      <a:pt x="61" y="84"/>
                      <a:pt x="61" y="86"/>
                      <a:pt x="59" y="83"/>
                    </a:cubicBezTo>
                    <a:cubicBezTo>
                      <a:pt x="59" y="80"/>
                      <a:pt x="61" y="83"/>
                      <a:pt x="64" y="81"/>
                    </a:cubicBezTo>
                    <a:cubicBezTo>
                      <a:pt x="67" y="78"/>
                      <a:pt x="68" y="77"/>
                      <a:pt x="68" y="74"/>
                    </a:cubicBezTo>
                    <a:cubicBezTo>
                      <a:pt x="68" y="70"/>
                      <a:pt x="73" y="72"/>
                      <a:pt x="75" y="70"/>
                    </a:cubicBezTo>
                    <a:cubicBezTo>
                      <a:pt x="76" y="70"/>
                      <a:pt x="78" y="72"/>
                      <a:pt x="78" y="70"/>
                    </a:cubicBezTo>
                    <a:cubicBezTo>
                      <a:pt x="78" y="67"/>
                      <a:pt x="78" y="64"/>
                      <a:pt x="79" y="67"/>
                    </a:cubicBezTo>
                    <a:cubicBezTo>
                      <a:pt x="79" y="70"/>
                      <a:pt x="78" y="72"/>
                      <a:pt x="82" y="72"/>
                    </a:cubicBezTo>
                    <a:cubicBezTo>
                      <a:pt x="79" y="74"/>
                      <a:pt x="76" y="70"/>
                      <a:pt x="76" y="72"/>
                    </a:cubicBezTo>
                    <a:cubicBezTo>
                      <a:pt x="75" y="74"/>
                      <a:pt x="81" y="75"/>
                      <a:pt x="81" y="77"/>
                    </a:cubicBezTo>
                    <a:cubicBezTo>
                      <a:pt x="81" y="78"/>
                      <a:pt x="87" y="77"/>
                      <a:pt x="88" y="77"/>
                    </a:cubicBezTo>
                    <a:cubicBezTo>
                      <a:pt x="90" y="78"/>
                      <a:pt x="91" y="75"/>
                      <a:pt x="91" y="78"/>
                    </a:cubicBezTo>
                    <a:cubicBezTo>
                      <a:pt x="93" y="81"/>
                      <a:pt x="82" y="83"/>
                      <a:pt x="82" y="86"/>
                    </a:cubicBezTo>
                    <a:cubicBezTo>
                      <a:pt x="84" y="88"/>
                      <a:pt x="91" y="86"/>
                      <a:pt x="91" y="91"/>
                    </a:cubicBezTo>
                    <a:cubicBezTo>
                      <a:pt x="91" y="95"/>
                      <a:pt x="88" y="92"/>
                      <a:pt x="91" y="95"/>
                    </a:cubicBezTo>
                    <a:cubicBezTo>
                      <a:pt x="94" y="98"/>
                      <a:pt x="97" y="94"/>
                      <a:pt x="100" y="92"/>
                    </a:cubicBezTo>
                    <a:cubicBezTo>
                      <a:pt x="103" y="91"/>
                      <a:pt x="102" y="94"/>
                      <a:pt x="105" y="91"/>
                    </a:cubicBezTo>
                    <a:cubicBezTo>
                      <a:pt x="108" y="86"/>
                      <a:pt x="108" y="91"/>
                      <a:pt x="113" y="89"/>
                    </a:cubicBezTo>
                    <a:cubicBezTo>
                      <a:pt x="117" y="88"/>
                      <a:pt x="113" y="89"/>
                      <a:pt x="114" y="86"/>
                    </a:cubicBezTo>
                    <a:cubicBezTo>
                      <a:pt x="116" y="84"/>
                      <a:pt x="114" y="83"/>
                      <a:pt x="111" y="84"/>
                    </a:cubicBezTo>
                    <a:cubicBezTo>
                      <a:pt x="106" y="86"/>
                      <a:pt x="106" y="89"/>
                      <a:pt x="103" y="83"/>
                    </a:cubicBezTo>
                    <a:cubicBezTo>
                      <a:pt x="99" y="77"/>
                      <a:pt x="100" y="77"/>
                      <a:pt x="102" y="75"/>
                    </a:cubicBezTo>
                    <a:cubicBezTo>
                      <a:pt x="106" y="74"/>
                      <a:pt x="102" y="78"/>
                      <a:pt x="105" y="77"/>
                    </a:cubicBezTo>
                    <a:cubicBezTo>
                      <a:pt x="106" y="75"/>
                      <a:pt x="110" y="70"/>
                      <a:pt x="111" y="70"/>
                    </a:cubicBezTo>
                    <a:cubicBezTo>
                      <a:pt x="116" y="72"/>
                      <a:pt x="123" y="66"/>
                      <a:pt x="125" y="66"/>
                    </a:cubicBezTo>
                    <a:cubicBezTo>
                      <a:pt x="128" y="66"/>
                      <a:pt x="126" y="67"/>
                      <a:pt x="128" y="66"/>
                    </a:cubicBezTo>
                    <a:cubicBezTo>
                      <a:pt x="126" y="56"/>
                      <a:pt x="132" y="61"/>
                      <a:pt x="132" y="58"/>
                    </a:cubicBezTo>
                    <a:cubicBezTo>
                      <a:pt x="134" y="55"/>
                      <a:pt x="140" y="58"/>
                      <a:pt x="141" y="55"/>
                    </a:cubicBezTo>
                    <a:cubicBezTo>
                      <a:pt x="143" y="53"/>
                      <a:pt x="141" y="50"/>
                      <a:pt x="140" y="49"/>
                    </a:cubicBezTo>
                    <a:cubicBezTo>
                      <a:pt x="138" y="47"/>
                      <a:pt x="140" y="46"/>
                      <a:pt x="141" y="46"/>
                    </a:cubicBezTo>
                    <a:cubicBezTo>
                      <a:pt x="144" y="46"/>
                      <a:pt x="143" y="44"/>
                      <a:pt x="141" y="44"/>
                    </a:cubicBezTo>
                    <a:cubicBezTo>
                      <a:pt x="140" y="44"/>
                      <a:pt x="140" y="42"/>
                      <a:pt x="143" y="41"/>
                    </a:cubicBezTo>
                    <a:cubicBezTo>
                      <a:pt x="144" y="39"/>
                      <a:pt x="143" y="39"/>
                      <a:pt x="143" y="36"/>
                    </a:cubicBezTo>
                    <a:cubicBezTo>
                      <a:pt x="143" y="35"/>
                      <a:pt x="140" y="38"/>
                      <a:pt x="138" y="35"/>
                    </a:cubicBezTo>
                    <a:cubicBezTo>
                      <a:pt x="137" y="32"/>
                      <a:pt x="134" y="35"/>
                      <a:pt x="132" y="33"/>
                    </a:cubicBezTo>
                    <a:cubicBezTo>
                      <a:pt x="129" y="28"/>
                      <a:pt x="128" y="33"/>
                      <a:pt x="125" y="30"/>
                    </a:cubicBezTo>
                    <a:cubicBezTo>
                      <a:pt x="122" y="28"/>
                      <a:pt x="123" y="24"/>
                      <a:pt x="119" y="27"/>
                    </a:cubicBezTo>
                    <a:cubicBezTo>
                      <a:pt x="113" y="30"/>
                      <a:pt x="113" y="25"/>
                      <a:pt x="108" y="27"/>
                    </a:cubicBezTo>
                    <a:cubicBezTo>
                      <a:pt x="105" y="28"/>
                      <a:pt x="108" y="22"/>
                      <a:pt x="105" y="19"/>
                    </a:cubicBezTo>
                    <a:cubicBezTo>
                      <a:pt x="102" y="14"/>
                      <a:pt x="102" y="17"/>
                      <a:pt x="99" y="16"/>
                    </a:cubicBezTo>
                    <a:cubicBezTo>
                      <a:pt x="96" y="16"/>
                      <a:pt x="99" y="16"/>
                      <a:pt x="96" y="13"/>
                    </a:cubicBezTo>
                    <a:cubicBezTo>
                      <a:pt x="94" y="11"/>
                      <a:pt x="100" y="10"/>
                      <a:pt x="97" y="8"/>
                    </a:cubicBezTo>
                    <a:cubicBezTo>
                      <a:pt x="93" y="7"/>
                      <a:pt x="96" y="0"/>
                      <a:pt x="93" y="3"/>
                    </a:cubicBezTo>
                    <a:cubicBezTo>
                      <a:pt x="90" y="5"/>
                      <a:pt x="91" y="0"/>
                      <a:pt x="88" y="3"/>
                    </a:cubicBezTo>
                    <a:cubicBezTo>
                      <a:pt x="85" y="5"/>
                      <a:pt x="82" y="2"/>
                      <a:pt x="82" y="5"/>
                    </a:cubicBezTo>
                    <a:cubicBezTo>
                      <a:pt x="81" y="8"/>
                      <a:pt x="78" y="7"/>
                      <a:pt x="76" y="5"/>
                    </a:cubicBezTo>
                    <a:cubicBezTo>
                      <a:pt x="70" y="5"/>
                      <a:pt x="68" y="8"/>
                      <a:pt x="68" y="13"/>
                    </a:cubicBezTo>
                    <a:cubicBezTo>
                      <a:pt x="68" y="17"/>
                      <a:pt x="67" y="17"/>
                      <a:pt x="65" y="14"/>
                    </a:cubicBezTo>
                    <a:cubicBezTo>
                      <a:pt x="64" y="14"/>
                      <a:pt x="61" y="14"/>
                      <a:pt x="59" y="14"/>
                    </a:cubicBezTo>
                    <a:cubicBezTo>
                      <a:pt x="56" y="16"/>
                      <a:pt x="58" y="10"/>
                      <a:pt x="53" y="13"/>
                    </a:cubicBezTo>
                    <a:cubicBezTo>
                      <a:pt x="50" y="16"/>
                      <a:pt x="55" y="11"/>
                      <a:pt x="46" y="11"/>
                    </a:cubicBezTo>
                    <a:cubicBezTo>
                      <a:pt x="40" y="11"/>
                      <a:pt x="43" y="10"/>
                      <a:pt x="38" y="10"/>
                    </a:cubicBezTo>
                    <a:cubicBezTo>
                      <a:pt x="35" y="11"/>
                      <a:pt x="34" y="7"/>
                      <a:pt x="23" y="8"/>
                    </a:cubicBezTo>
                    <a:cubicBezTo>
                      <a:pt x="14" y="10"/>
                      <a:pt x="18" y="13"/>
                      <a:pt x="15" y="11"/>
                    </a:cubicBezTo>
                    <a:cubicBezTo>
                      <a:pt x="14" y="11"/>
                      <a:pt x="12" y="13"/>
                      <a:pt x="12" y="13"/>
                    </a:cubicBezTo>
                  </a:path>
                </a:pathLst>
              </a:custGeom>
              <a:solidFill>
                <a:schemeClr val="accent4">
                  <a:lumMod val="60000"/>
                  <a:lumOff val="40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43" name="Freeform 159">
                <a:extLst>
                  <a:ext uri="{FF2B5EF4-FFF2-40B4-BE49-F238E27FC236}">
                    <a16:creationId xmlns:a16="http://schemas.microsoft.com/office/drawing/2014/main" id="{CB4BCCD6-6674-B721-92EC-8365819A3921}"/>
                  </a:ext>
                </a:extLst>
              </p:cNvPr>
              <p:cNvSpPr>
                <a:spLocks/>
              </p:cNvSpPr>
              <p:nvPr/>
            </p:nvSpPr>
            <p:spPr bwMode="auto">
              <a:xfrm>
                <a:off x="2998695" y="2768203"/>
                <a:ext cx="89027" cy="108103"/>
              </a:xfrm>
              <a:custGeom>
                <a:avLst/>
                <a:gdLst/>
                <a:ahLst/>
                <a:cxnLst>
                  <a:cxn ang="0">
                    <a:pos x="12" y="35"/>
                  </a:cxn>
                  <a:cxn ang="0">
                    <a:pos x="12" y="31"/>
                  </a:cxn>
                  <a:cxn ang="0">
                    <a:pos x="10" y="18"/>
                  </a:cxn>
                  <a:cxn ang="0">
                    <a:pos x="7" y="12"/>
                  </a:cxn>
                  <a:cxn ang="0">
                    <a:pos x="0" y="3"/>
                  </a:cxn>
                  <a:cxn ang="0">
                    <a:pos x="6" y="1"/>
                  </a:cxn>
                  <a:cxn ang="0">
                    <a:pos x="15" y="5"/>
                  </a:cxn>
                  <a:cxn ang="0">
                    <a:pos x="19" y="6"/>
                  </a:cxn>
                  <a:cxn ang="0">
                    <a:pos x="19" y="9"/>
                  </a:cxn>
                  <a:cxn ang="0">
                    <a:pos x="22" y="14"/>
                  </a:cxn>
                  <a:cxn ang="0">
                    <a:pos x="24" y="18"/>
                  </a:cxn>
                  <a:cxn ang="0">
                    <a:pos x="25" y="25"/>
                  </a:cxn>
                  <a:cxn ang="0">
                    <a:pos x="25" y="25"/>
                  </a:cxn>
                  <a:cxn ang="0">
                    <a:pos x="19" y="25"/>
                  </a:cxn>
                  <a:cxn ang="0">
                    <a:pos x="18" y="26"/>
                  </a:cxn>
                  <a:cxn ang="0">
                    <a:pos x="15" y="34"/>
                  </a:cxn>
                  <a:cxn ang="0">
                    <a:pos x="12" y="35"/>
                  </a:cxn>
                </a:cxnLst>
                <a:rect l="0" t="0" r="r" b="b"/>
                <a:pathLst>
                  <a:path w="29" h="35">
                    <a:moveTo>
                      <a:pt x="12" y="35"/>
                    </a:moveTo>
                    <a:cubicBezTo>
                      <a:pt x="10" y="34"/>
                      <a:pt x="12" y="34"/>
                      <a:pt x="12" y="31"/>
                    </a:cubicBezTo>
                    <a:cubicBezTo>
                      <a:pt x="10" y="26"/>
                      <a:pt x="15" y="23"/>
                      <a:pt x="10" y="18"/>
                    </a:cubicBezTo>
                    <a:cubicBezTo>
                      <a:pt x="6" y="12"/>
                      <a:pt x="7" y="14"/>
                      <a:pt x="7" y="12"/>
                    </a:cubicBezTo>
                    <a:cubicBezTo>
                      <a:pt x="4" y="11"/>
                      <a:pt x="3" y="1"/>
                      <a:pt x="0" y="3"/>
                    </a:cubicBezTo>
                    <a:cubicBezTo>
                      <a:pt x="1" y="1"/>
                      <a:pt x="4" y="1"/>
                      <a:pt x="6" y="1"/>
                    </a:cubicBezTo>
                    <a:cubicBezTo>
                      <a:pt x="7" y="0"/>
                      <a:pt x="13" y="5"/>
                      <a:pt x="15" y="5"/>
                    </a:cubicBezTo>
                    <a:cubicBezTo>
                      <a:pt x="16" y="3"/>
                      <a:pt x="16" y="8"/>
                      <a:pt x="19" y="6"/>
                    </a:cubicBezTo>
                    <a:cubicBezTo>
                      <a:pt x="21" y="6"/>
                      <a:pt x="21" y="8"/>
                      <a:pt x="19" y="9"/>
                    </a:cubicBezTo>
                    <a:cubicBezTo>
                      <a:pt x="18" y="12"/>
                      <a:pt x="21" y="14"/>
                      <a:pt x="22" y="14"/>
                    </a:cubicBezTo>
                    <a:cubicBezTo>
                      <a:pt x="24" y="14"/>
                      <a:pt x="21" y="17"/>
                      <a:pt x="24" y="18"/>
                    </a:cubicBezTo>
                    <a:cubicBezTo>
                      <a:pt x="27" y="20"/>
                      <a:pt x="24" y="23"/>
                      <a:pt x="25" y="25"/>
                    </a:cubicBezTo>
                    <a:cubicBezTo>
                      <a:pt x="29" y="25"/>
                      <a:pt x="25" y="26"/>
                      <a:pt x="25" y="25"/>
                    </a:cubicBezTo>
                    <a:cubicBezTo>
                      <a:pt x="24" y="25"/>
                      <a:pt x="21" y="26"/>
                      <a:pt x="19" y="25"/>
                    </a:cubicBezTo>
                    <a:cubicBezTo>
                      <a:pt x="18" y="23"/>
                      <a:pt x="16" y="25"/>
                      <a:pt x="18" y="26"/>
                    </a:cubicBezTo>
                    <a:cubicBezTo>
                      <a:pt x="19" y="29"/>
                      <a:pt x="13" y="32"/>
                      <a:pt x="15" y="34"/>
                    </a:cubicBezTo>
                    <a:cubicBezTo>
                      <a:pt x="15" y="35"/>
                      <a:pt x="13" y="35"/>
                      <a:pt x="12" y="35"/>
                    </a:cubicBezTo>
                  </a:path>
                </a:pathLst>
              </a:custGeom>
              <a:solidFill>
                <a:schemeClr val="bg1">
                  <a:lumMod val="75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45" name="Freeform 198">
                <a:extLst>
                  <a:ext uri="{FF2B5EF4-FFF2-40B4-BE49-F238E27FC236}">
                    <a16:creationId xmlns:a16="http://schemas.microsoft.com/office/drawing/2014/main" id="{EB78394D-C5A6-64C9-0AAE-B00D92188C69}"/>
                  </a:ext>
                </a:extLst>
              </p:cNvPr>
              <p:cNvSpPr>
                <a:spLocks/>
              </p:cNvSpPr>
              <p:nvPr/>
            </p:nvSpPr>
            <p:spPr bwMode="auto">
              <a:xfrm>
                <a:off x="3409736" y="2519364"/>
                <a:ext cx="990814" cy="542002"/>
              </a:xfrm>
              <a:custGeom>
                <a:avLst/>
                <a:gdLst/>
                <a:ahLst/>
                <a:cxnLst>
                  <a:cxn ang="0">
                    <a:pos x="197" y="160"/>
                  </a:cxn>
                  <a:cxn ang="0">
                    <a:pos x="194" y="162"/>
                  </a:cxn>
                  <a:cxn ang="0">
                    <a:pos x="185" y="168"/>
                  </a:cxn>
                  <a:cxn ang="0">
                    <a:pos x="179" y="176"/>
                  </a:cxn>
                  <a:cxn ang="0">
                    <a:pos x="174" y="176"/>
                  </a:cxn>
                  <a:cxn ang="0">
                    <a:pos x="174" y="173"/>
                  </a:cxn>
                  <a:cxn ang="0">
                    <a:pos x="163" y="168"/>
                  </a:cxn>
                  <a:cxn ang="0">
                    <a:pos x="159" y="162"/>
                  </a:cxn>
                  <a:cxn ang="0">
                    <a:pos x="159" y="153"/>
                  </a:cxn>
                  <a:cxn ang="0">
                    <a:pos x="148" y="143"/>
                  </a:cxn>
                  <a:cxn ang="0">
                    <a:pos x="124" y="143"/>
                  </a:cxn>
                  <a:cxn ang="0">
                    <a:pos x="121" y="135"/>
                  </a:cxn>
                  <a:cxn ang="0">
                    <a:pos x="122" y="124"/>
                  </a:cxn>
                  <a:cxn ang="0">
                    <a:pos x="122" y="114"/>
                  </a:cxn>
                  <a:cxn ang="0">
                    <a:pos x="121" y="109"/>
                  </a:cxn>
                  <a:cxn ang="0">
                    <a:pos x="112" y="109"/>
                  </a:cxn>
                  <a:cxn ang="0">
                    <a:pos x="107" y="114"/>
                  </a:cxn>
                  <a:cxn ang="0">
                    <a:pos x="99" y="121"/>
                  </a:cxn>
                  <a:cxn ang="0">
                    <a:pos x="80" y="132"/>
                  </a:cxn>
                  <a:cxn ang="0">
                    <a:pos x="75" y="170"/>
                  </a:cxn>
                  <a:cxn ang="0">
                    <a:pos x="63" y="159"/>
                  </a:cxn>
                  <a:cxn ang="0">
                    <a:pos x="51" y="165"/>
                  </a:cxn>
                  <a:cxn ang="0">
                    <a:pos x="46" y="151"/>
                  </a:cxn>
                  <a:cxn ang="0">
                    <a:pos x="37" y="137"/>
                  </a:cxn>
                  <a:cxn ang="0">
                    <a:pos x="43" y="134"/>
                  </a:cxn>
                  <a:cxn ang="0">
                    <a:pos x="43" y="124"/>
                  </a:cxn>
                  <a:cxn ang="0">
                    <a:pos x="55" y="123"/>
                  </a:cxn>
                  <a:cxn ang="0">
                    <a:pos x="57" y="107"/>
                  </a:cxn>
                  <a:cxn ang="0">
                    <a:pos x="45" y="106"/>
                  </a:cxn>
                  <a:cxn ang="0">
                    <a:pos x="25" y="112"/>
                  </a:cxn>
                  <a:cxn ang="0">
                    <a:pos x="23" y="112"/>
                  </a:cxn>
                  <a:cxn ang="0">
                    <a:pos x="11" y="96"/>
                  </a:cxn>
                  <a:cxn ang="0">
                    <a:pos x="7" y="76"/>
                  </a:cxn>
                  <a:cxn ang="0">
                    <a:pos x="22" y="65"/>
                  </a:cxn>
                  <a:cxn ang="0">
                    <a:pos x="46" y="50"/>
                  </a:cxn>
                  <a:cxn ang="0">
                    <a:pos x="80" y="62"/>
                  </a:cxn>
                  <a:cxn ang="0">
                    <a:pos x="103" y="61"/>
                  </a:cxn>
                  <a:cxn ang="0">
                    <a:pos x="119" y="51"/>
                  </a:cxn>
                  <a:cxn ang="0">
                    <a:pos x="125" y="31"/>
                  </a:cxn>
                  <a:cxn ang="0">
                    <a:pos x="171" y="9"/>
                  </a:cxn>
                  <a:cxn ang="0">
                    <a:pos x="199" y="11"/>
                  </a:cxn>
                  <a:cxn ang="0">
                    <a:pos x="218" y="23"/>
                  </a:cxn>
                  <a:cxn ang="0">
                    <a:pos x="243" y="20"/>
                  </a:cxn>
                  <a:cxn ang="0">
                    <a:pos x="279" y="56"/>
                  </a:cxn>
                  <a:cxn ang="0">
                    <a:pos x="321" y="73"/>
                  </a:cxn>
                  <a:cxn ang="0">
                    <a:pos x="321" y="87"/>
                  </a:cxn>
                  <a:cxn ang="0">
                    <a:pos x="310" y="106"/>
                  </a:cxn>
                  <a:cxn ang="0">
                    <a:pos x="293" y="104"/>
                  </a:cxn>
                  <a:cxn ang="0">
                    <a:pos x="292" y="124"/>
                  </a:cxn>
                  <a:cxn ang="0">
                    <a:pos x="272" y="128"/>
                  </a:cxn>
                  <a:cxn ang="0">
                    <a:pos x="275" y="149"/>
                  </a:cxn>
                  <a:cxn ang="0">
                    <a:pos x="272" y="160"/>
                  </a:cxn>
                  <a:cxn ang="0">
                    <a:pos x="247" y="153"/>
                  </a:cxn>
                  <a:cxn ang="0">
                    <a:pos x="221" y="149"/>
                  </a:cxn>
                  <a:cxn ang="0">
                    <a:pos x="203" y="153"/>
                  </a:cxn>
                </a:cxnLst>
                <a:rect l="0" t="0" r="r" b="b"/>
                <a:pathLst>
                  <a:path w="328" h="179">
                    <a:moveTo>
                      <a:pt x="199" y="159"/>
                    </a:moveTo>
                    <a:cubicBezTo>
                      <a:pt x="197" y="160"/>
                      <a:pt x="197" y="160"/>
                      <a:pt x="197" y="160"/>
                    </a:cubicBezTo>
                    <a:cubicBezTo>
                      <a:pt x="196" y="160"/>
                      <a:pt x="197" y="162"/>
                      <a:pt x="196" y="162"/>
                    </a:cubicBezTo>
                    <a:cubicBezTo>
                      <a:pt x="194" y="162"/>
                      <a:pt x="196" y="160"/>
                      <a:pt x="194" y="162"/>
                    </a:cubicBezTo>
                    <a:cubicBezTo>
                      <a:pt x="191" y="163"/>
                      <a:pt x="189" y="165"/>
                      <a:pt x="188" y="166"/>
                    </a:cubicBezTo>
                    <a:cubicBezTo>
                      <a:pt x="186" y="168"/>
                      <a:pt x="186" y="168"/>
                      <a:pt x="185" y="168"/>
                    </a:cubicBezTo>
                    <a:cubicBezTo>
                      <a:pt x="182" y="170"/>
                      <a:pt x="183" y="171"/>
                      <a:pt x="182" y="171"/>
                    </a:cubicBezTo>
                    <a:cubicBezTo>
                      <a:pt x="180" y="173"/>
                      <a:pt x="179" y="174"/>
                      <a:pt x="179" y="176"/>
                    </a:cubicBezTo>
                    <a:cubicBezTo>
                      <a:pt x="180" y="177"/>
                      <a:pt x="179" y="179"/>
                      <a:pt x="177" y="177"/>
                    </a:cubicBezTo>
                    <a:cubicBezTo>
                      <a:pt x="174" y="176"/>
                      <a:pt x="174" y="176"/>
                      <a:pt x="174" y="176"/>
                    </a:cubicBezTo>
                    <a:cubicBezTo>
                      <a:pt x="176" y="173"/>
                      <a:pt x="176" y="173"/>
                      <a:pt x="176" y="173"/>
                    </a:cubicBezTo>
                    <a:cubicBezTo>
                      <a:pt x="176" y="173"/>
                      <a:pt x="176" y="174"/>
                      <a:pt x="174" y="173"/>
                    </a:cubicBezTo>
                    <a:cubicBezTo>
                      <a:pt x="174" y="171"/>
                      <a:pt x="174" y="171"/>
                      <a:pt x="168" y="171"/>
                    </a:cubicBezTo>
                    <a:cubicBezTo>
                      <a:pt x="163" y="173"/>
                      <a:pt x="163" y="171"/>
                      <a:pt x="163" y="168"/>
                    </a:cubicBezTo>
                    <a:cubicBezTo>
                      <a:pt x="163" y="165"/>
                      <a:pt x="163" y="162"/>
                      <a:pt x="162" y="162"/>
                    </a:cubicBezTo>
                    <a:cubicBezTo>
                      <a:pt x="159" y="162"/>
                      <a:pt x="159" y="162"/>
                      <a:pt x="159" y="162"/>
                    </a:cubicBezTo>
                    <a:cubicBezTo>
                      <a:pt x="159" y="162"/>
                      <a:pt x="159" y="160"/>
                      <a:pt x="159" y="157"/>
                    </a:cubicBezTo>
                    <a:cubicBezTo>
                      <a:pt x="160" y="153"/>
                      <a:pt x="160" y="149"/>
                      <a:pt x="159" y="153"/>
                    </a:cubicBezTo>
                    <a:cubicBezTo>
                      <a:pt x="156" y="154"/>
                      <a:pt x="157" y="148"/>
                      <a:pt x="154" y="146"/>
                    </a:cubicBezTo>
                    <a:cubicBezTo>
                      <a:pt x="151" y="145"/>
                      <a:pt x="151" y="142"/>
                      <a:pt x="148" y="143"/>
                    </a:cubicBezTo>
                    <a:cubicBezTo>
                      <a:pt x="144" y="146"/>
                      <a:pt x="141" y="143"/>
                      <a:pt x="133" y="145"/>
                    </a:cubicBezTo>
                    <a:cubicBezTo>
                      <a:pt x="127" y="146"/>
                      <a:pt x="127" y="146"/>
                      <a:pt x="124" y="143"/>
                    </a:cubicBezTo>
                    <a:cubicBezTo>
                      <a:pt x="122" y="140"/>
                      <a:pt x="121" y="139"/>
                      <a:pt x="121" y="137"/>
                    </a:cubicBezTo>
                    <a:cubicBezTo>
                      <a:pt x="119" y="137"/>
                      <a:pt x="121" y="135"/>
                      <a:pt x="121" y="135"/>
                    </a:cubicBezTo>
                    <a:cubicBezTo>
                      <a:pt x="119" y="131"/>
                      <a:pt x="121" y="135"/>
                      <a:pt x="127" y="128"/>
                    </a:cubicBezTo>
                    <a:cubicBezTo>
                      <a:pt x="125" y="123"/>
                      <a:pt x="122" y="129"/>
                      <a:pt x="122" y="124"/>
                    </a:cubicBezTo>
                    <a:cubicBezTo>
                      <a:pt x="122" y="120"/>
                      <a:pt x="121" y="121"/>
                      <a:pt x="119" y="117"/>
                    </a:cubicBezTo>
                    <a:cubicBezTo>
                      <a:pt x="118" y="112"/>
                      <a:pt x="122" y="117"/>
                      <a:pt x="122" y="114"/>
                    </a:cubicBezTo>
                    <a:cubicBezTo>
                      <a:pt x="122" y="110"/>
                      <a:pt x="124" y="114"/>
                      <a:pt x="124" y="107"/>
                    </a:cubicBezTo>
                    <a:cubicBezTo>
                      <a:pt x="124" y="106"/>
                      <a:pt x="121" y="107"/>
                      <a:pt x="121" y="109"/>
                    </a:cubicBezTo>
                    <a:cubicBezTo>
                      <a:pt x="119" y="112"/>
                      <a:pt x="116" y="112"/>
                      <a:pt x="118" y="109"/>
                    </a:cubicBezTo>
                    <a:cubicBezTo>
                      <a:pt x="119" y="106"/>
                      <a:pt x="116" y="107"/>
                      <a:pt x="112" y="109"/>
                    </a:cubicBezTo>
                    <a:cubicBezTo>
                      <a:pt x="107" y="112"/>
                      <a:pt x="113" y="110"/>
                      <a:pt x="112" y="114"/>
                    </a:cubicBezTo>
                    <a:cubicBezTo>
                      <a:pt x="110" y="117"/>
                      <a:pt x="109" y="112"/>
                      <a:pt x="107" y="114"/>
                    </a:cubicBezTo>
                    <a:cubicBezTo>
                      <a:pt x="106" y="114"/>
                      <a:pt x="109" y="115"/>
                      <a:pt x="107" y="117"/>
                    </a:cubicBezTo>
                    <a:cubicBezTo>
                      <a:pt x="104" y="118"/>
                      <a:pt x="103" y="114"/>
                      <a:pt x="99" y="121"/>
                    </a:cubicBezTo>
                    <a:cubicBezTo>
                      <a:pt x="98" y="121"/>
                      <a:pt x="84" y="126"/>
                      <a:pt x="81" y="128"/>
                    </a:cubicBezTo>
                    <a:cubicBezTo>
                      <a:pt x="78" y="128"/>
                      <a:pt x="80" y="128"/>
                      <a:pt x="80" y="132"/>
                    </a:cubicBezTo>
                    <a:cubicBezTo>
                      <a:pt x="80" y="135"/>
                      <a:pt x="80" y="170"/>
                      <a:pt x="80" y="170"/>
                    </a:cubicBezTo>
                    <a:cubicBezTo>
                      <a:pt x="77" y="170"/>
                      <a:pt x="75" y="171"/>
                      <a:pt x="75" y="170"/>
                    </a:cubicBezTo>
                    <a:cubicBezTo>
                      <a:pt x="71" y="163"/>
                      <a:pt x="72" y="163"/>
                      <a:pt x="69" y="162"/>
                    </a:cubicBezTo>
                    <a:cubicBezTo>
                      <a:pt x="67" y="160"/>
                      <a:pt x="66" y="157"/>
                      <a:pt x="63" y="159"/>
                    </a:cubicBezTo>
                    <a:cubicBezTo>
                      <a:pt x="60" y="159"/>
                      <a:pt x="57" y="160"/>
                      <a:pt x="55" y="162"/>
                    </a:cubicBezTo>
                    <a:cubicBezTo>
                      <a:pt x="52" y="163"/>
                      <a:pt x="51" y="165"/>
                      <a:pt x="51" y="165"/>
                    </a:cubicBezTo>
                    <a:cubicBezTo>
                      <a:pt x="49" y="157"/>
                      <a:pt x="57" y="157"/>
                      <a:pt x="52" y="154"/>
                    </a:cubicBezTo>
                    <a:cubicBezTo>
                      <a:pt x="49" y="149"/>
                      <a:pt x="48" y="154"/>
                      <a:pt x="46" y="151"/>
                    </a:cubicBezTo>
                    <a:cubicBezTo>
                      <a:pt x="45" y="148"/>
                      <a:pt x="42" y="151"/>
                      <a:pt x="42" y="148"/>
                    </a:cubicBezTo>
                    <a:cubicBezTo>
                      <a:pt x="42" y="148"/>
                      <a:pt x="40" y="137"/>
                      <a:pt x="37" y="137"/>
                    </a:cubicBezTo>
                    <a:cubicBezTo>
                      <a:pt x="32" y="137"/>
                      <a:pt x="31" y="134"/>
                      <a:pt x="35" y="132"/>
                    </a:cubicBezTo>
                    <a:cubicBezTo>
                      <a:pt x="42" y="132"/>
                      <a:pt x="37" y="135"/>
                      <a:pt x="43" y="134"/>
                    </a:cubicBezTo>
                    <a:cubicBezTo>
                      <a:pt x="48" y="134"/>
                      <a:pt x="35" y="129"/>
                      <a:pt x="40" y="128"/>
                    </a:cubicBezTo>
                    <a:cubicBezTo>
                      <a:pt x="45" y="126"/>
                      <a:pt x="40" y="126"/>
                      <a:pt x="43" y="124"/>
                    </a:cubicBezTo>
                    <a:cubicBezTo>
                      <a:pt x="46" y="121"/>
                      <a:pt x="45" y="124"/>
                      <a:pt x="49" y="124"/>
                    </a:cubicBezTo>
                    <a:cubicBezTo>
                      <a:pt x="52" y="123"/>
                      <a:pt x="60" y="126"/>
                      <a:pt x="55" y="123"/>
                    </a:cubicBezTo>
                    <a:cubicBezTo>
                      <a:pt x="52" y="120"/>
                      <a:pt x="58" y="115"/>
                      <a:pt x="57" y="112"/>
                    </a:cubicBezTo>
                    <a:cubicBezTo>
                      <a:pt x="55" y="110"/>
                      <a:pt x="57" y="109"/>
                      <a:pt x="57" y="107"/>
                    </a:cubicBezTo>
                    <a:cubicBezTo>
                      <a:pt x="55" y="106"/>
                      <a:pt x="52" y="104"/>
                      <a:pt x="51" y="106"/>
                    </a:cubicBezTo>
                    <a:cubicBezTo>
                      <a:pt x="49" y="109"/>
                      <a:pt x="49" y="107"/>
                      <a:pt x="45" y="106"/>
                    </a:cubicBezTo>
                    <a:cubicBezTo>
                      <a:pt x="42" y="103"/>
                      <a:pt x="39" y="104"/>
                      <a:pt x="32" y="109"/>
                    </a:cubicBezTo>
                    <a:cubicBezTo>
                      <a:pt x="28" y="114"/>
                      <a:pt x="28" y="109"/>
                      <a:pt x="25" y="112"/>
                    </a:cubicBezTo>
                    <a:cubicBezTo>
                      <a:pt x="23" y="117"/>
                      <a:pt x="22" y="115"/>
                      <a:pt x="22" y="117"/>
                    </a:cubicBezTo>
                    <a:cubicBezTo>
                      <a:pt x="22" y="115"/>
                      <a:pt x="22" y="117"/>
                      <a:pt x="23" y="112"/>
                    </a:cubicBezTo>
                    <a:cubicBezTo>
                      <a:pt x="16" y="107"/>
                      <a:pt x="28" y="110"/>
                      <a:pt x="20" y="103"/>
                    </a:cubicBezTo>
                    <a:cubicBezTo>
                      <a:pt x="14" y="95"/>
                      <a:pt x="14" y="95"/>
                      <a:pt x="11" y="96"/>
                    </a:cubicBezTo>
                    <a:cubicBezTo>
                      <a:pt x="8" y="96"/>
                      <a:pt x="11" y="92"/>
                      <a:pt x="7" y="89"/>
                    </a:cubicBezTo>
                    <a:cubicBezTo>
                      <a:pt x="0" y="87"/>
                      <a:pt x="10" y="81"/>
                      <a:pt x="7" y="76"/>
                    </a:cubicBezTo>
                    <a:cubicBezTo>
                      <a:pt x="3" y="73"/>
                      <a:pt x="11" y="62"/>
                      <a:pt x="14" y="65"/>
                    </a:cubicBezTo>
                    <a:cubicBezTo>
                      <a:pt x="20" y="75"/>
                      <a:pt x="22" y="72"/>
                      <a:pt x="22" y="65"/>
                    </a:cubicBezTo>
                    <a:cubicBezTo>
                      <a:pt x="22" y="59"/>
                      <a:pt x="32" y="56"/>
                      <a:pt x="37" y="51"/>
                    </a:cubicBezTo>
                    <a:cubicBezTo>
                      <a:pt x="40" y="45"/>
                      <a:pt x="42" y="54"/>
                      <a:pt x="46" y="50"/>
                    </a:cubicBezTo>
                    <a:cubicBezTo>
                      <a:pt x="52" y="47"/>
                      <a:pt x="51" y="51"/>
                      <a:pt x="58" y="53"/>
                    </a:cubicBezTo>
                    <a:cubicBezTo>
                      <a:pt x="66" y="53"/>
                      <a:pt x="74" y="67"/>
                      <a:pt x="80" y="62"/>
                    </a:cubicBezTo>
                    <a:cubicBezTo>
                      <a:pt x="83" y="57"/>
                      <a:pt x="84" y="54"/>
                      <a:pt x="89" y="57"/>
                    </a:cubicBezTo>
                    <a:cubicBezTo>
                      <a:pt x="93" y="61"/>
                      <a:pt x="93" y="53"/>
                      <a:pt x="103" y="61"/>
                    </a:cubicBezTo>
                    <a:cubicBezTo>
                      <a:pt x="112" y="67"/>
                      <a:pt x="107" y="56"/>
                      <a:pt x="113" y="61"/>
                    </a:cubicBezTo>
                    <a:cubicBezTo>
                      <a:pt x="121" y="65"/>
                      <a:pt x="128" y="54"/>
                      <a:pt x="119" y="51"/>
                    </a:cubicBezTo>
                    <a:cubicBezTo>
                      <a:pt x="103" y="44"/>
                      <a:pt x="124" y="45"/>
                      <a:pt x="118" y="39"/>
                    </a:cubicBezTo>
                    <a:cubicBezTo>
                      <a:pt x="112" y="34"/>
                      <a:pt x="133" y="34"/>
                      <a:pt x="125" y="31"/>
                    </a:cubicBezTo>
                    <a:cubicBezTo>
                      <a:pt x="118" y="28"/>
                      <a:pt x="115" y="20"/>
                      <a:pt x="124" y="20"/>
                    </a:cubicBezTo>
                    <a:cubicBezTo>
                      <a:pt x="133" y="20"/>
                      <a:pt x="163" y="14"/>
                      <a:pt x="171" y="9"/>
                    </a:cubicBezTo>
                    <a:cubicBezTo>
                      <a:pt x="180" y="6"/>
                      <a:pt x="182" y="0"/>
                      <a:pt x="188" y="5"/>
                    </a:cubicBezTo>
                    <a:cubicBezTo>
                      <a:pt x="193" y="8"/>
                      <a:pt x="196" y="0"/>
                      <a:pt x="199" y="11"/>
                    </a:cubicBezTo>
                    <a:cubicBezTo>
                      <a:pt x="202" y="23"/>
                      <a:pt x="206" y="15"/>
                      <a:pt x="212" y="19"/>
                    </a:cubicBezTo>
                    <a:cubicBezTo>
                      <a:pt x="218" y="22"/>
                      <a:pt x="223" y="19"/>
                      <a:pt x="218" y="23"/>
                    </a:cubicBezTo>
                    <a:cubicBezTo>
                      <a:pt x="214" y="28"/>
                      <a:pt x="223" y="28"/>
                      <a:pt x="235" y="20"/>
                    </a:cubicBezTo>
                    <a:cubicBezTo>
                      <a:pt x="247" y="11"/>
                      <a:pt x="246" y="17"/>
                      <a:pt x="243" y="20"/>
                    </a:cubicBezTo>
                    <a:cubicBezTo>
                      <a:pt x="240" y="23"/>
                      <a:pt x="252" y="25"/>
                      <a:pt x="263" y="45"/>
                    </a:cubicBezTo>
                    <a:cubicBezTo>
                      <a:pt x="276" y="75"/>
                      <a:pt x="270" y="48"/>
                      <a:pt x="279" y="56"/>
                    </a:cubicBezTo>
                    <a:cubicBezTo>
                      <a:pt x="290" y="65"/>
                      <a:pt x="295" y="53"/>
                      <a:pt x="304" y="62"/>
                    </a:cubicBezTo>
                    <a:cubicBezTo>
                      <a:pt x="311" y="73"/>
                      <a:pt x="314" y="79"/>
                      <a:pt x="321" y="73"/>
                    </a:cubicBezTo>
                    <a:cubicBezTo>
                      <a:pt x="328" y="68"/>
                      <a:pt x="321" y="75"/>
                      <a:pt x="328" y="81"/>
                    </a:cubicBezTo>
                    <a:cubicBezTo>
                      <a:pt x="319" y="79"/>
                      <a:pt x="328" y="86"/>
                      <a:pt x="321" y="87"/>
                    </a:cubicBezTo>
                    <a:cubicBezTo>
                      <a:pt x="311" y="90"/>
                      <a:pt x="313" y="96"/>
                      <a:pt x="314" y="100"/>
                    </a:cubicBezTo>
                    <a:cubicBezTo>
                      <a:pt x="316" y="103"/>
                      <a:pt x="314" y="104"/>
                      <a:pt x="310" y="106"/>
                    </a:cubicBezTo>
                    <a:cubicBezTo>
                      <a:pt x="307" y="107"/>
                      <a:pt x="308" y="104"/>
                      <a:pt x="304" y="106"/>
                    </a:cubicBezTo>
                    <a:cubicBezTo>
                      <a:pt x="299" y="106"/>
                      <a:pt x="295" y="100"/>
                      <a:pt x="293" y="104"/>
                    </a:cubicBezTo>
                    <a:cubicBezTo>
                      <a:pt x="293" y="107"/>
                      <a:pt x="292" y="117"/>
                      <a:pt x="289" y="120"/>
                    </a:cubicBezTo>
                    <a:cubicBezTo>
                      <a:pt x="287" y="123"/>
                      <a:pt x="292" y="121"/>
                      <a:pt x="292" y="124"/>
                    </a:cubicBezTo>
                    <a:cubicBezTo>
                      <a:pt x="290" y="128"/>
                      <a:pt x="287" y="126"/>
                      <a:pt x="284" y="124"/>
                    </a:cubicBezTo>
                    <a:cubicBezTo>
                      <a:pt x="282" y="124"/>
                      <a:pt x="276" y="126"/>
                      <a:pt x="272" y="128"/>
                    </a:cubicBezTo>
                    <a:cubicBezTo>
                      <a:pt x="264" y="129"/>
                      <a:pt x="275" y="129"/>
                      <a:pt x="273" y="132"/>
                    </a:cubicBezTo>
                    <a:cubicBezTo>
                      <a:pt x="272" y="135"/>
                      <a:pt x="279" y="148"/>
                      <a:pt x="275" y="149"/>
                    </a:cubicBezTo>
                    <a:cubicBezTo>
                      <a:pt x="272" y="151"/>
                      <a:pt x="276" y="153"/>
                      <a:pt x="273" y="153"/>
                    </a:cubicBezTo>
                    <a:cubicBezTo>
                      <a:pt x="270" y="154"/>
                      <a:pt x="273" y="159"/>
                      <a:pt x="272" y="160"/>
                    </a:cubicBezTo>
                    <a:cubicBezTo>
                      <a:pt x="269" y="156"/>
                      <a:pt x="266" y="159"/>
                      <a:pt x="264" y="156"/>
                    </a:cubicBezTo>
                    <a:cubicBezTo>
                      <a:pt x="264" y="153"/>
                      <a:pt x="258" y="153"/>
                      <a:pt x="247" y="153"/>
                    </a:cubicBezTo>
                    <a:cubicBezTo>
                      <a:pt x="235" y="151"/>
                      <a:pt x="235" y="154"/>
                      <a:pt x="232" y="153"/>
                    </a:cubicBezTo>
                    <a:cubicBezTo>
                      <a:pt x="231" y="151"/>
                      <a:pt x="226" y="148"/>
                      <a:pt x="221" y="149"/>
                    </a:cubicBezTo>
                    <a:cubicBezTo>
                      <a:pt x="215" y="151"/>
                      <a:pt x="220" y="159"/>
                      <a:pt x="217" y="157"/>
                    </a:cubicBezTo>
                    <a:cubicBezTo>
                      <a:pt x="214" y="156"/>
                      <a:pt x="208" y="153"/>
                      <a:pt x="203" y="153"/>
                    </a:cubicBezTo>
                    <a:cubicBezTo>
                      <a:pt x="199" y="154"/>
                      <a:pt x="199" y="157"/>
                      <a:pt x="199" y="159"/>
                    </a:cubicBezTo>
                  </a:path>
                </a:pathLst>
              </a:custGeom>
              <a:solidFill>
                <a:schemeClr val="accent4">
                  <a:lumMod val="60000"/>
                  <a:lumOff val="40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46" name="Freeform 50">
                <a:extLst>
                  <a:ext uri="{FF2B5EF4-FFF2-40B4-BE49-F238E27FC236}">
                    <a16:creationId xmlns:a16="http://schemas.microsoft.com/office/drawing/2014/main" id="{45829CF0-9831-D39F-4C68-110D99B5C618}"/>
                  </a:ext>
                </a:extLst>
              </p:cNvPr>
              <p:cNvSpPr>
                <a:spLocks/>
              </p:cNvSpPr>
              <p:nvPr/>
            </p:nvSpPr>
            <p:spPr bwMode="auto">
              <a:xfrm>
                <a:off x="3638336" y="2876306"/>
                <a:ext cx="430828" cy="292512"/>
              </a:xfrm>
              <a:custGeom>
                <a:avLst/>
                <a:gdLst/>
                <a:ahLst/>
                <a:cxnLst>
                  <a:cxn ang="0">
                    <a:pos x="41" y="20"/>
                  </a:cxn>
                  <a:cxn ang="0">
                    <a:pos x="32" y="25"/>
                  </a:cxn>
                  <a:cxn ang="0">
                    <a:pos x="20" y="22"/>
                  </a:cxn>
                  <a:cxn ang="0">
                    <a:pos x="21" y="0"/>
                  </a:cxn>
                  <a:cxn ang="0">
                    <a:pos x="1" y="11"/>
                  </a:cxn>
                  <a:cxn ang="0">
                    <a:pos x="11" y="48"/>
                  </a:cxn>
                  <a:cxn ang="0">
                    <a:pos x="17" y="37"/>
                  </a:cxn>
                  <a:cxn ang="0">
                    <a:pos x="21" y="33"/>
                  </a:cxn>
                  <a:cxn ang="0">
                    <a:pos x="32" y="37"/>
                  </a:cxn>
                  <a:cxn ang="0">
                    <a:pos x="33" y="45"/>
                  </a:cxn>
                  <a:cxn ang="0">
                    <a:pos x="43" y="50"/>
                  </a:cxn>
                  <a:cxn ang="0">
                    <a:pos x="50" y="58"/>
                  </a:cxn>
                  <a:cxn ang="0">
                    <a:pos x="67" y="75"/>
                  </a:cxn>
                  <a:cxn ang="0">
                    <a:pos x="85" y="86"/>
                  </a:cxn>
                  <a:cxn ang="0">
                    <a:pos x="91" y="93"/>
                  </a:cxn>
                  <a:cxn ang="0">
                    <a:pos x="96" y="89"/>
                  </a:cxn>
                  <a:cxn ang="0">
                    <a:pos x="97" y="75"/>
                  </a:cxn>
                  <a:cxn ang="0">
                    <a:pos x="91" y="72"/>
                  </a:cxn>
                  <a:cxn ang="0">
                    <a:pos x="102" y="65"/>
                  </a:cxn>
                  <a:cxn ang="0">
                    <a:pos x="108" y="54"/>
                  </a:cxn>
                  <a:cxn ang="0">
                    <a:pos x="116" y="51"/>
                  </a:cxn>
                  <a:cxn ang="0">
                    <a:pos x="117" y="56"/>
                  </a:cxn>
                  <a:cxn ang="0">
                    <a:pos x="120" y="61"/>
                  </a:cxn>
                  <a:cxn ang="0">
                    <a:pos x="130" y="59"/>
                  </a:cxn>
                  <a:cxn ang="0">
                    <a:pos x="131" y="51"/>
                  </a:cxn>
                  <a:cxn ang="0">
                    <a:pos x="114" y="47"/>
                  </a:cxn>
                  <a:cxn ang="0">
                    <a:pos x="119" y="39"/>
                  </a:cxn>
                  <a:cxn ang="0">
                    <a:pos x="116" y="40"/>
                  </a:cxn>
                  <a:cxn ang="0">
                    <a:pos x="107" y="47"/>
                  </a:cxn>
                  <a:cxn ang="0">
                    <a:pos x="101" y="54"/>
                  </a:cxn>
                  <a:cxn ang="0">
                    <a:pos x="96" y="54"/>
                  </a:cxn>
                  <a:cxn ang="0">
                    <a:pos x="96" y="51"/>
                  </a:cxn>
                  <a:cxn ang="0">
                    <a:pos x="85" y="47"/>
                  </a:cxn>
                  <a:cxn ang="0">
                    <a:pos x="81" y="40"/>
                  </a:cxn>
                  <a:cxn ang="0">
                    <a:pos x="81" y="31"/>
                  </a:cxn>
                  <a:cxn ang="0">
                    <a:pos x="70" y="22"/>
                  </a:cxn>
                  <a:cxn ang="0">
                    <a:pos x="46" y="22"/>
                  </a:cxn>
                  <a:cxn ang="0">
                    <a:pos x="43" y="14"/>
                  </a:cxn>
                </a:cxnLst>
                <a:rect l="0" t="0" r="r" b="b"/>
                <a:pathLst>
                  <a:path w="140" h="95">
                    <a:moveTo>
                      <a:pt x="43" y="14"/>
                    </a:moveTo>
                    <a:cubicBezTo>
                      <a:pt x="36" y="20"/>
                      <a:pt x="40" y="19"/>
                      <a:pt x="41" y="20"/>
                    </a:cubicBezTo>
                    <a:cubicBezTo>
                      <a:pt x="43" y="22"/>
                      <a:pt x="38" y="23"/>
                      <a:pt x="36" y="23"/>
                    </a:cubicBezTo>
                    <a:cubicBezTo>
                      <a:pt x="33" y="22"/>
                      <a:pt x="35" y="25"/>
                      <a:pt x="32" y="25"/>
                    </a:cubicBezTo>
                    <a:cubicBezTo>
                      <a:pt x="29" y="25"/>
                      <a:pt x="33" y="22"/>
                      <a:pt x="29" y="20"/>
                    </a:cubicBezTo>
                    <a:cubicBezTo>
                      <a:pt x="23" y="20"/>
                      <a:pt x="20" y="25"/>
                      <a:pt x="20" y="22"/>
                    </a:cubicBezTo>
                    <a:cubicBezTo>
                      <a:pt x="20" y="17"/>
                      <a:pt x="18" y="14"/>
                      <a:pt x="20" y="12"/>
                    </a:cubicBezTo>
                    <a:cubicBezTo>
                      <a:pt x="20" y="11"/>
                      <a:pt x="17" y="11"/>
                      <a:pt x="21" y="0"/>
                    </a:cubicBezTo>
                    <a:cubicBezTo>
                      <a:pt x="20" y="0"/>
                      <a:pt x="6" y="5"/>
                      <a:pt x="3" y="6"/>
                    </a:cubicBezTo>
                    <a:cubicBezTo>
                      <a:pt x="0" y="6"/>
                      <a:pt x="1" y="6"/>
                      <a:pt x="1" y="11"/>
                    </a:cubicBezTo>
                    <a:cubicBezTo>
                      <a:pt x="1" y="14"/>
                      <a:pt x="1" y="48"/>
                      <a:pt x="1" y="48"/>
                    </a:cubicBezTo>
                    <a:cubicBezTo>
                      <a:pt x="4" y="48"/>
                      <a:pt x="9" y="50"/>
                      <a:pt x="11" y="48"/>
                    </a:cubicBezTo>
                    <a:cubicBezTo>
                      <a:pt x="11" y="47"/>
                      <a:pt x="7" y="47"/>
                      <a:pt x="9" y="42"/>
                    </a:cubicBezTo>
                    <a:cubicBezTo>
                      <a:pt x="11" y="37"/>
                      <a:pt x="17" y="40"/>
                      <a:pt x="17" y="37"/>
                    </a:cubicBezTo>
                    <a:cubicBezTo>
                      <a:pt x="17" y="34"/>
                      <a:pt x="23" y="37"/>
                      <a:pt x="18" y="34"/>
                    </a:cubicBezTo>
                    <a:cubicBezTo>
                      <a:pt x="17" y="33"/>
                      <a:pt x="20" y="34"/>
                      <a:pt x="21" y="33"/>
                    </a:cubicBezTo>
                    <a:cubicBezTo>
                      <a:pt x="23" y="31"/>
                      <a:pt x="23" y="34"/>
                      <a:pt x="26" y="36"/>
                    </a:cubicBezTo>
                    <a:cubicBezTo>
                      <a:pt x="29" y="36"/>
                      <a:pt x="24" y="37"/>
                      <a:pt x="32" y="37"/>
                    </a:cubicBezTo>
                    <a:cubicBezTo>
                      <a:pt x="36" y="37"/>
                      <a:pt x="30" y="39"/>
                      <a:pt x="35" y="42"/>
                    </a:cubicBezTo>
                    <a:cubicBezTo>
                      <a:pt x="36" y="44"/>
                      <a:pt x="32" y="44"/>
                      <a:pt x="33" y="45"/>
                    </a:cubicBezTo>
                    <a:cubicBezTo>
                      <a:pt x="35" y="47"/>
                      <a:pt x="32" y="45"/>
                      <a:pt x="35" y="48"/>
                    </a:cubicBezTo>
                    <a:cubicBezTo>
                      <a:pt x="38" y="51"/>
                      <a:pt x="40" y="48"/>
                      <a:pt x="43" y="50"/>
                    </a:cubicBezTo>
                    <a:cubicBezTo>
                      <a:pt x="44" y="51"/>
                      <a:pt x="43" y="48"/>
                      <a:pt x="47" y="50"/>
                    </a:cubicBezTo>
                    <a:cubicBezTo>
                      <a:pt x="50" y="51"/>
                      <a:pt x="49" y="56"/>
                      <a:pt x="50" y="58"/>
                    </a:cubicBezTo>
                    <a:cubicBezTo>
                      <a:pt x="53" y="59"/>
                      <a:pt x="52" y="62"/>
                      <a:pt x="56" y="65"/>
                    </a:cubicBezTo>
                    <a:cubicBezTo>
                      <a:pt x="61" y="70"/>
                      <a:pt x="64" y="75"/>
                      <a:pt x="67" y="75"/>
                    </a:cubicBezTo>
                    <a:cubicBezTo>
                      <a:pt x="68" y="75"/>
                      <a:pt x="76" y="84"/>
                      <a:pt x="79" y="83"/>
                    </a:cubicBezTo>
                    <a:cubicBezTo>
                      <a:pt x="81" y="81"/>
                      <a:pt x="82" y="84"/>
                      <a:pt x="85" y="86"/>
                    </a:cubicBezTo>
                    <a:cubicBezTo>
                      <a:pt x="87" y="86"/>
                      <a:pt x="84" y="86"/>
                      <a:pt x="85" y="92"/>
                    </a:cubicBezTo>
                    <a:cubicBezTo>
                      <a:pt x="90" y="90"/>
                      <a:pt x="90" y="95"/>
                      <a:pt x="91" y="93"/>
                    </a:cubicBezTo>
                    <a:cubicBezTo>
                      <a:pt x="93" y="93"/>
                      <a:pt x="93" y="93"/>
                      <a:pt x="94" y="95"/>
                    </a:cubicBezTo>
                    <a:cubicBezTo>
                      <a:pt x="94" y="93"/>
                      <a:pt x="94" y="92"/>
                      <a:pt x="96" y="89"/>
                    </a:cubicBezTo>
                    <a:cubicBezTo>
                      <a:pt x="99" y="84"/>
                      <a:pt x="101" y="84"/>
                      <a:pt x="97" y="81"/>
                    </a:cubicBezTo>
                    <a:cubicBezTo>
                      <a:pt x="96" y="78"/>
                      <a:pt x="99" y="76"/>
                      <a:pt x="97" y="75"/>
                    </a:cubicBezTo>
                    <a:cubicBezTo>
                      <a:pt x="96" y="73"/>
                      <a:pt x="94" y="76"/>
                      <a:pt x="94" y="73"/>
                    </a:cubicBezTo>
                    <a:cubicBezTo>
                      <a:pt x="94" y="72"/>
                      <a:pt x="93" y="72"/>
                      <a:pt x="91" y="72"/>
                    </a:cubicBezTo>
                    <a:cubicBezTo>
                      <a:pt x="90" y="72"/>
                      <a:pt x="93" y="67"/>
                      <a:pt x="96" y="67"/>
                    </a:cubicBezTo>
                    <a:cubicBezTo>
                      <a:pt x="99" y="69"/>
                      <a:pt x="101" y="69"/>
                      <a:pt x="102" y="65"/>
                    </a:cubicBezTo>
                    <a:cubicBezTo>
                      <a:pt x="105" y="61"/>
                      <a:pt x="101" y="61"/>
                      <a:pt x="105" y="61"/>
                    </a:cubicBezTo>
                    <a:cubicBezTo>
                      <a:pt x="108" y="61"/>
                      <a:pt x="105" y="56"/>
                      <a:pt x="108" y="54"/>
                    </a:cubicBezTo>
                    <a:cubicBezTo>
                      <a:pt x="108" y="53"/>
                      <a:pt x="108" y="56"/>
                      <a:pt x="113" y="54"/>
                    </a:cubicBezTo>
                    <a:cubicBezTo>
                      <a:pt x="116" y="53"/>
                      <a:pt x="114" y="51"/>
                      <a:pt x="116" y="51"/>
                    </a:cubicBezTo>
                    <a:cubicBezTo>
                      <a:pt x="117" y="51"/>
                      <a:pt x="117" y="54"/>
                      <a:pt x="117" y="54"/>
                    </a:cubicBezTo>
                    <a:cubicBezTo>
                      <a:pt x="119" y="54"/>
                      <a:pt x="119" y="54"/>
                      <a:pt x="117" y="56"/>
                    </a:cubicBezTo>
                    <a:cubicBezTo>
                      <a:pt x="116" y="58"/>
                      <a:pt x="114" y="59"/>
                      <a:pt x="116" y="59"/>
                    </a:cubicBezTo>
                    <a:cubicBezTo>
                      <a:pt x="117" y="59"/>
                      <a:pt x="116" y="62"/>
                      <a:pt x="120" y="61"/>
                    </a:cubicBezTo>
                    <a:cubicBezTo>
                      <a:pt x="122" y="59"/>
                      <a:pt x="122" y="59"/>
                      <a:pt x="125" y="62"/>
                    </a:cubicBezTo>
                    <a:cubicBezTo>
                      <a:pt x="128" y="64"/>
                      <a:pt x="128" y="58"/>
                      <a:pt x="130" y="59"/>
                    </a:cubicBezTo>
                    <a:cubicBezTo>
                      <a:pt x="133" y="59"/>
                      <a:pt x="133" y="58"/>
                      <a:pt x="136" y="54"/>
                    </a:cubicBezTo>
                    <a:cubicBezTo>
                      <a:pt x="140" y="53"/>
                      <a:pt x="136" y="54"/>
                      <a:pt x="131" y="51"/>
                    </a:cubicBezTo>
                    <a:cubicBezTo>
                      <a:pt x="125" y="48"/>
                      <a:pt x="126" y="44"/>
                      <a:pt x="123" y="48"/>
                    </a:cubicBezTo>
                    <a:cubicBezTo>
                      <a:pt x="122" y="53"/>
                      <a:pt x="117" y="48"/>
                      <a:pt x="114" y="47"/>
                    </a:cubicBezTo>
                    <a:cubicBezTo>
                      <a:pt x="111" y="45"/>
                      <a:pt x="126" y="39"/>
                      <a:pt x="120" y="37"/>
                    </a:cubicBezTo>
                    <a:cubicBezTo>
                      <a:pt x="119" y="39"/>
                      <a:pt x="119" y="39"/>
                      <a:pt x="119" y="39"/>
                    </a:cubicBezTo>
                    <a:cubicBezTo>
                      <a:pt x="117" y="39"/>
                      <a:pt x="119" y="40"/>
                      <a:pt x="117" y="40"/>
                    </a:cubicBezTo>
                    <a:cubicBezTo>
                      <a:pt x="116" y="40"/>
                      <a:pt x="117" y="39"/>
                      <a:pt x="116" y="40"/>
                    </a:cubicBezTo>
                    <a:cubicBezTo>
                      <a:pt x="113" y="42"/>
                      <a:pt x="111" y="44"/>
                      <a:pt x="110" y="45"/>
                    </a:cubicBezTo>
                    <a:cubicBezTo>
                      <a:pt x="108" y="47"/>
                      <a:pt x="108" y="47"/>
                      <a:pt x="107" y="47"/>
                    </a:cubicBezTo>
                    <a:cubicBezTo>
                      <a:pt x="104" y="48"/>
                      <a:pt x="105" y="50"/>
                      <a:pt x="104" y="50"/>
                    </a:cubicBezTo>
                    <a:cubicBezTo>
                      <a:pt x="102" y="51"/>
                      <a:pt x="101" y="53"/>
                      <a:pt x="101" y="54"/>
                    </a:cubicBezTo>
                    <a:cubicBezTo>
                      <a:pt x="102" y="56"/>
                      <a:pt x="101" y="58"/>
                      <a:pt x="99" y="56"/>
                    </a:cubicBezTo>
                    <a:cubicBezTo>
                      <a:pt x="96" y="54"/>
                      <a:pt x="96" y="54"/>
                      <a:pt x="96" y="54"/>
                    </a:cubicBezTo>
                    <a:cubicBezTo>
                      <a:pt x="97" y="51"/>
                      <a:pt x="97" y="51"/>
                      <a:pt x="97" y="51"/>
                    </a:cubicBezTo>
                    <a:cubicBezTo>
                      <a:pt x="97" y="51"/>
                      <a:pt x="97" y="53"/>
                      <a:pt x="96" y="51"/>
                    </a:cubicBezTo>
                    <a:cubicBezTo>
                      <a:pt x="96" y="50"/>
                      <a:pt x="96" y="50"/>
                      <a:pt x="90" y="50"/>
                    </a:cubicBezTo>
                    <a:cubicBezTo>
                      <a:pt x="85" y="51"/>
                      <a:pt x="85" y="50"/>
                      <a:pt x="85" y="47"/>
                    </a:cubicBezTo>
                    <a:cubicBezTo>
                      <a:pt x="85" y="44"/>
                      <a:pt x="85" y="40"/>
                      <a:pt x="84" y="40"/>
                    </a:cubicBezTo>
                    <a:cubicBezTo>
                      <a:pt x="81" y="40"/>
                      <a:pt x="81" y="40"/>
                      <a:pt x="81" y="40"/>
                    </a:cubicBezTo>
                    <a:cubicBezTo>
                      <a:pt x="81" y="40"/>
                      <a:pt x="81" y="39"/>
                      <a:pt x="81" y="36"/>
                    </a:cubicBezTo>
                    <a:cubicBezTo>
                      <a:pt x="82" y="31"/>
                      <a:pt x="82" y="28"/>
                      <a:pt x="81" y="31"/>
                    </a:cubicBezTo>
                    <a:cubicBezTo>
                      <a:pt x="78" y="33"/>
                      <a:pt x="79" y="26"/>
                      <a:pt x="76" y="25"/>
                    </a:cubicBezTo>
                    <a:cubicBezTo>
                      <a:pt x="73" y="23"/>
                      <a:pt x="73" y="20"/>
                      <a:pt x="70" y="22"/>
                    </a:cubicBezTo>
                    <a:cubicBezTo>
                      <a:pt x="65" y="25"/>
                      <a:pt x="62" y="22"/>
                      <a:pt x="55" y="23"/>
                    </a:cubicBezTo>
                    <a:cubicBezTo>
                      <a:pt x="49" y="25"/>
                      <a:pt x="49" y="25"/>
                      <a:pt x="46" y="22"/>
                    </a:cubicBezTo>
                    <a:cubicBezTo>
                      <a:pt x="44" y="19"/>
                      <a:pt x="43" y="17"/>
                      <a:pt x="43" y="16"/>
                    </a:cubicBezTo>
                    <a:cubicBezTo>
                      <a:pt x="41" y="16"/>
                      <a:pt x="43" y="14"/>
                      <a:pt x="43" y="14"/>
                    </a:cubicBezTo>
                  </a:path>
                </a:pathLst>
              </a:custGeom>
              <a:solidFill>
                <a:schemeClr val="accent4">
                  <a:lumMod val="60000"/>
                  <a:lumOff val="40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49" name="Freeform 52">
                <a:extLst>
                  <a:ext uri="{FF2B5EF4-FFF2-40B4-BE49-F238E27FC236}">
                    <a16:creationId xmlns:a16="http://schemas.microsoft.com/office/drawing/2014/main" id="{8E45CBB8-2F52-1D18-816C-5BC2A68D2D5C}"/>
                  </a:ext>
                </a:extLst>
              </p:cNvPr>
              <p:cNvSpPr>
                <a:spLocks/>
              </p:cNvSpPr>
              <p:nvPr/>
            </p:nvSpPr>
            <p:spPr bwMode="auto">
              <a:xfrm>
                <a:off x="3905143" y="3026573"/>
                <a:ext cx="192176" cy="167345"/>
              </a:xfrm>
              <a:custGeom>
                <a:avLst/>
                <a:gdLst/>
                <a:ahLst/>
                <a:cxnLst>
                  <a:cxn ang="0">
                    <a:pos x="31" y="9"/>
                  </a:cxn>
                  <a:cxn ang="0">
                    <a:pos x="26" y="8"/>
                  </a:cxn>
                  <a:cxn ang="0">
                    <a:pos x="27" y="5"/>
                  </a:cxn>
                  <a:cxn ang="0">
                    <a:pos x="27" y="3"/>
                  </a:cxn>
                  <a:cxn ang="0">
                    <a:pos x="26" y="0"/>
                  </a:cxn>
                  <a:cxn ang="0">
                    <a:pos x="23" y="3"/>
                  </a:cxn>
                  <a:cxn ang="0">
                    <a:pos x="18" y="3"/>
                  </a:cxn>
                  <a:cxn ang="0">
                    <a:pos x="15" y="9"/>
                  </a:cxn>
                  <a:cxn ang="0">
                    <a:pos x="12" y="14"/>
                  </a:cxn>
                  <a:cxn ang="0">
                    <a:pos x="6" y="16"/>
                  </a:cxn>
                  <a:cxn ang="0">
                    <a:pos x="1" y="20"/>
                  </a:cxn>
                  <a:cxn ang="0">
                    <a:pos x="4" y="22"/>
                  </a:cxn>
                  <a:cxn ang="0">
                    <a:pos x="7" y="23"/>
                  </a:cxn>
                  <a:cxn ang="0">
                    <a:pos x="7" y="30"/>
                  </a:cxn>
                  <a:cxn ang="0">
                    <a:pos x="6" y="37"/>
                  </a:cxn>
                  <a:cxn ang="0">
                    <a:pos x="4" y="44"/>
                  </a:cxn>
                  <a:cxn ang="0">
                    <a:pos x="7" y="44"/>
                  </a:cxn>
                  <a:cxn ang="0">
                    <a:pos x="14" y="42"/>
                  </a:cxn>
                  <a:cxn ang="0">
                    <a:pos x="17" y="44"/>
                  </a:cxn>
                  <a:cxn ang="0">
                    <a:pos x="18" y="39"/>
                  </a:cxn>
                  <a:cxn ang="0">
                    <a:pos x="24" y="39"/>
                  </a:cxn>
                  <a:cxn ang="0">
                    <a:pos x="24" y="34"/>
                  </a:cxn>
                  <a:cxn ang="0">
                    <a:pos x="31" y="30"/>
                  </a:cxn>
                  <a:cxn ang="0">
                    <a:pos x="32" y="34"/>
                  </a:cxn>
                  <a:cxn ang="0">
                    <a:pos x="35" y="37"/>
                  </a:cxn>
                  <a:cxn ang="0">
                    <a:pos x="38" y="47"/>
                  </a:cxn>
                  <a:cxn ang="0">
                    <a:pos x="44" y="44"/>
                  </a:cxn>
                  <a:cxn ang="0">
                    <a:pos x="47" y="41"/>
                  </a:cxn>
                  <a:cxn ang="0">
                    <a:pos x="52" y="41"/>
                  </a:cxn>
                  <a:cxn ang="0">
                    <a:pos x="55" y="41"/>
                  </a:cxn>
                  <a:cxn ang="0">
                    <a:pos x="60" y="42"/>
                  </a:cxn>
                  <a:cxn ang="0">
                    <a:pos x="63" y="39"/>
                  </a:cxn>
                  <a:cxn ang="0">
                    <a:pos x="61" y="33"/>
                  </a:cxn>
                  <a:cxn ang="0">
                    <a:pos x="61" y="28"/>
                  </a:cxn>
                  <a:cxn ang="0">
                    <a:pos x="55" y="28"/>
                  </a:cxn>
                  <a:cxn ang="0">
                    <a:pos x="54" y="23"/>
                  </a:cxn>
                  <a:cxn ang="0">
                    <a:pos x="52" y="19"/>
                  </a:cxn>
                  <a:cxn ang="0">
                    <a:pos x="46" y="19"/>
                  </a:cxn>
                  <a:cxn ang="0">
                    <a:pos x="40" y="20"/>
                  </a:cxn>
                  <a:cxn ang="0">
                    <a:pos x="35" y="17"/>
                  </a:cxn>
                  <a:cxn ang="0">
                    <a:pos x="27" y="17"/>
                  </a:cxn>
                  <a:cxn ang="0">
                    <a:pos x="17" y="14"/>
                  </a:cxn>
                  <a:cxn ang="0">
                    <a:pos x="18" y="11"/>
                  </a:cxn>
                  <a:cxn ang="0">
                    <a:pos x="26" y="11"/>
                  </a:cxn>
                  <a:cxn ang="0">
                    <a:pos x="27" y="13"/>
                  </a:cxn>
                  <a:cxn ang="0">
                    <a:pos x="31" y="9"/>
                  </a:cxn>
                </a:cxnLst>
                <a:rect l="0" t="0" r="r" b="b"/>
                <a:pathLst>
                  <a:path w="64" h="50">
                    <a:moveTo>
                      <a:pt x="31" y="9"/>
                    </a:moveTo>
                    <a:cubicBezTo>
                      <a:pt x="26" y="11"/>
                      <a:pt x="27" y="8"/>
                      <a:pt x="26" y="8"/>
                    </a:cubicBezTo>
                    <a:cubicBezTo>
                      <a:pt x="24" y="8"/>
                      <a:pt x="26" y="6"/>
                      <a:pt x="27" y="5"/>
                    </a:cubicBezTo>
                    <a:cubicBezTo>
                      <a:pt x="29" y="3"/>
                      <a:pt x="29" y="3"/>
                      <a:pt x="27" y="3"/>
                    </a:cubicBezTo>
                    <a:cubicBezTo>
                      <a:pt x="27" y="3"/>
                      <a:pt x="27" y="0"/>
                      <a:pt x="26" y="0"/>
                    </a:cubicBezTo>
                    <a:cubicBezTo>
                      <a:pt x="24" y="0"/>
                      <a:pt x="26" y="2"/>
                      <a:pt x="23" y="3"/>
                    </a:cubicBezTo>
                    <a:cubicBezTo>
                      <a:pt x="18" y="5"/>
                      <a:pt x="18" y="2"/>
                      <a:pt x="18" y="3"/>
                    </a:cubicBezTo>
                    <a:cubicBezTo>
                      <a:pt x="15" y="5"/>
                      <a:pt x="18" y="9"/>
                      <a:pt x="15" y="9"/>
                    </a:cubicBezTo>
                    <a:cubicBezTo>
                      <a:pt x="10" y="9"/>
                      <a:pt x="15" y="9"/>
                      <a:pt x="12" y="14"/>
                    </a:cubicBezTo>
                    <a:cubicBezTo>
                      <a:pt x="10" y="17"/>
                      <a:pt x="9" y="17"/>
                      <a:pt x="6" y="16"/>
                    </a:cubicBezTo>
                    <a:cubicBezTo>
                      <a:pt x="3" y="16"/>
                      <a:pt x="0" y="20"/>
                      <a:pt x="1" y="20"/>
                    </a:cubicBezTo>
                    <a:cubicBezTo>
                      <a:pt x="3" y="20"/>
                      <a:pt x="4" y="20"/>
                      <a:pt x="4" y="22"/>
                    </a:cubicBezTo>
                    <a:cubicBezTo>
                      <a:pt x="4" y="25"/>
                      <a:pt x="6" y="22"/>
                      <a:pt x="7" y="23"/>
                    </a:cubicBezTo>
                    <a:cubicBezTo>
                      <a:pt x="9" y="25"/>
                      <a:pt x="6" y="27"/>
                      <a:pt x="7" y="30"/>
                    </a:cubicBezTo>
                    <a:cubicBezTo>
                      <a:pt x="10" y="33"/>
                      <a:pt x="9" y="33"/>
                      <a:pt x="6" y="37"/>
                    </a:cubicBezTo>
                    <a:cubicBezTo>
                      <a:pt x="4" y="41"/>
                      <a:pt x="4" y="42"/>
                      <a:pt x="4" y="44"/>
                    </a:cubicBezTo>
                    <a:cubicBezTo>
                      <a:pt x="6" y="47"/>
                      <a:pt x="7" y="47"/>
                      <a:pt x="7" y="44"/>
                    </a:cubicBezTo>
                    <a:cubicBezTo>
                      <a:pt x="9" y="42"/>
                      <a:pt x="10" y="42"/>
                      <a:pt x="14" y="42"/>
                    </a:cubicBezTo>
                    <a:cubicBezTo>
                      <a:pt x="15" y="41"/>
                      <a:pt x="17" y="44"/>
                      <a:pt x="17" y="44"/>
                    </a:cubicBezTo>
                    <a:cubicBezTo>
                      <a:pt x="18" y="44"/>
                      <a:pt x="17" y="41"/>
                      <a:pt x="18" y="39"/>
                    </a:cubicBezTo>
                    <a:cubicBezTo>
                      <a:pt x="21" y="37"/>
                      <a:pt x="23" y="41"/>
                      <a:pt x="24" y="39"/>
                    </a:cubicBezTo>
                    <a:cubicBezTo>
                      <a:pt x="26" y="37"/>
                      <a:pt x="23" y="36"/>
                      <a:pt x="24" y="34"/>
                    </a:cubicBezTo>
                    <a:cubicBezTo>
                      <a:pt x="27" y="33"/>
                      <a:pt x="26" y="28"/>
                      <a:pt x="31" y="30"/>
                    </a:cubicBezTo>
                    <a:cubicBezTo>
                      <a:pt x="35" y="31"/>
                      <a:pt x="32" y="33"/>
                      <a:pt x="32" y="34"/>
                    </a:cubicBezTo>
                    <a:cubicBezTo>
                      <a:pt x="33" y="36"/>
                      <a:pt x="35" y="31"/>
                      <a:pt x="35" y="37"/>
                    </a:cubicBezTo>
                    <a:cubicBezTo>
                      <a:pt x="33" y="47"/>
                      <a:pt x="35" y="50"/>
                      <a:pt x="38" y="47"/>
                    </a:cubicBezTo>
                    <a:cubicBezTo>
                      <a:pt x="41" y="45"/>
                      <a:pt x="44" y="45"/>
                      <a:pt x="44" y="44"/>
                    </a:cubicBezTo>
                    <a:cubicBezTo>
                      <a:pt x="44" y="42"/>
                      <a:pt x="46" y="42"/>
                      <a:pt x="47" y="41"/>
                    </a:cubicBezTo>
                    <a:cubicBezTo>
                      <a:pt x="49" y="39"/>
                      <a:pt x="54" y="39"/>
                      <a:pt x="52" y="41"/>
                    </a:cubicBezTo>
                    <a:cubicBezTo>
                      <a:pt x="50" y="44"/>
                      <a:pt x="52" y="44"/>
                      <a:pt x="55" y="41"/>
                    </a:cubicBezTo>
                    <a:cubicBezTo>
                      <a:pt x="58" y="39"/>
                      <a:pt x="61" y="41"/>
                      <a:pt x="60" y="42"/>
                    </a:cubicBezTo>
                    <a:cubicBezTo>
                      <a:pt x="63" y="42"/>
                      <a:pt x="64" y="41"/>
                      <a:pt x="63" y="39"/>
                    </a:cubicBezTo>
                    <a:cubicBezTo>
                      <a:pt x="60" y="37"/>
                      <a:pt x="63" y="34"/>
                      <a:pt x="61" y="33"/>
                    </a:cubicBezTo>
                    <a:cubicBezTo>
                      <a:pt x="60" y="31"/>
                      <a:pt x="61" y="30"/>
                      <a:pt x="61" y="28"/>
                    </a:cubicBezTo>
                    <a:cubicBezTo>
                      <a:pt x="60" y="27"/>
                      <a:pt x="55" y="25"/>
                      <a:pt x="55" y="28"/>
                    </a:cubicBezTo>
                    <a:cubicBezTo>
                      <a:pt x="55" y="30"/>
                      <a:pt x="52" y="27"/>
                      <a:pt x="54" y="23"/>
                    </a:cubicBezTo>
                    <a:cubicBezTo>
                      <a:pt x="54" y="22"/>
                      <a:pt x="50" y="22"/>
                      <a:pt x="52" y="19"/>
                    </a:cubicBezTo>
                    <a:cubicBezTo>
                      <a:pt x="49" y="17"/>
                      <a:pt x="50" y="20"/>
                      <a:pt x="46" y="19"/>
                    </a:cubicBezTo>
                    <a:cubicBezTo>
                      <a:pt x="41" y="17"/>
                      <a:pt x="41" y="22"/>
                      <a:pt x="40" y="20"/>
                    </a:cubicBezTo>
                    <a:cubicBezTo>
                      <a:pt x="38" y="19"/>
                      <a:pt x="37" y="22"/>
                      <a:pt x="35" y="17"/>
                    </a:cubicBezTo>
                    <a:cubicBezTo>
                      <a:pt x="33" y="14"/>
                      <a:pt x="29" y="20"/>
                      <a:pt x="27" y="17"/>
                    </a:cubicBezTo>
                    <a:cubicBezTo>
                      <a:pt x="27" y="16"/>
                      <a:pt x="17" y="19"/>
                      <a:pt x="17" y="14"/>
                    </a:cubicBezTo>
                    <a:cubicBezTo>
                      <a:pt x="17" y="11"/>
                      <a:pt x="18" y="14"/>
                      <a:pt x="18" y="11"/>
                    </a:cubicBezTo>
                    <a:cubicBezTo>
                      <a:pt x="18" y="9"/>
                      <a:pt x="23" y="9"/>
                      <a:pt x="26" y="11"/>
                    </a:cubicBezTo>
                    <a:cubicBezTo>
                      <a:pt x="27" y="11"/>
                      <a:pt x="26" y="14"/>
                      <a:pt x="27" y="13"/>
                    </a:cubicBezTo>
                    <a:cubicBezTo>
                      <a:pt x="29" y="9"/>
                      <a:pt x="29" y="11"/>
                      <a:pt x="31" y="9"/>
                    </a:cubicBezTo>
                  </a:path>
                </a:pathLst>
              </a:custGeom>
              <a:solidFill>
                <a:schemeClr val="bg1">
                  <a:lumMod val="75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50" name="Freeform 51">
                <a:extLst>
                  <a:ext uri="{FF2B5EF4-FFF2-40B4-BE49-F238E27FC236}">
                    <a16:creationId xmlns:a16="http://schemas.microsoft.com/office/drawing/2014/main" id="{4DED8A58-AABE-ED57-AA45-441D521C6C88}"/>
                  </a:ext>
                </a:extLst>
              </p:cNvPr>
              <p:cNvSpPr>
                <a:spLocks/>
              </p:cNvSpPr>
              <p:nvPr/>
            </p:nvSpPr>
            <p:spPr bwMode="auto">
              <a:xfrm>
                <a:off x="3950496" y="2968758"/>
                <a:ext cx="265492" cy="141487"/>
              </a:xfrm>
              <a:custGeom>
                <a:avLst/>
                <a:gdLst/>
                <a:ahLst/>
                <a:cxnLst>
                  <a:cxn ang="0">
                    <a:pos x="13" y="10"/>
                  </a:cxn>
                  <a:cxn ang="0">
                    <a:pos x="7" y="20"/>
                  </a:cxn>
                  <a:cxn ang="0">
                    <a:pos x="16" y="21"/>
                  </a:cxn>
                  <a:cxn ang="0">
                    <a:pos x="24" y="24"/>
                  </a:cxn>
                  <a:cxn ang="0">
                    <a:pos x="29" y="27"/>
                  </a:cxn>
                  <a:cxn ang="0">
                    <a:pos x="22" y="32"/>
                  </a:cxn>
                  <a:cxn ang="0">
                    <a:pos x="18" y="35"/>
                  </a:cxn>
                  <a:cxn ang="0">
                    <a:pos x="13" y="34"/>
                  </a:cxn>
                  <a:cxn ang="0">
                    <a:pos x="10" y="37"/>
                  </a:cxn>
                  <a:cxn ang="0">
                    <a:pos x="9" y="35"/>
                  </a:cxn>
                  <a:cxn ang="0">
                    <a:pos x="1" y="35"/>
                  </a:cxn>
                  <a:cxn ang="0">
                    <a:pos x="0" y="38"/>
                  </a:cxn>
                  <a:cxn ang="0">
                    <a:pos x="10" y="41"/>
                  </a:cxn>
                  <a:cxn ang="0">
                    <a:pos x="18" y="41"/>
                  </a:cxn>
                  <a:cxn ang="0">
                    <a:pos x="22" y="44"/>
                  </a:cxn>
                  <a:cxn ang="0">
                    <a:pos x="29" y="43"/>
                  </a:cxn>
                  <a:cxn ang="0">
                    <a:pos x="35" y="43"/>
                  </a:cxn>
                  <a:cxn ang="0">
                    <a:pos x="39" y="35"/>
                  </a:cxn>
                  <a:cxn ang="0">
                    <a:pos x="45" y="31"/>
                  </a:cxn>
                  <a:cxn ang="0">
                    <a:pos x="50" y="31"/>
                  </a:cxn>
                  <a:cxn ang="0">
                    <a:pos x="54" y="32"/>
                  </a:cxn>
                  <a:cxn ang="0">
                    <a:pos x="59" y="26"/>
                  </a:cxn>
                  <a:cxn ang="0">
                    <a:pos x="71" y="21"/>
                  </a:cxn>
                  <a:cxn ang="0">
                    <a:pos x="83" y="15"/>
                  </a:cxn>
                  <a:cxn ang="0">
                    <a:pos x="86" y="12"/>
                  </a:cxn>
                  <a:cxn ang="0">
                    <a:pos x="79" y="7"/>
                  </a:cxn>
                  <a:cxn ang="0">
                    <a:pos x="62" y="4"/>
                  </a:cxn>
                  <a:cxn ang="0">
                    <a:pos x="47" y="4"/>
                  </a:cxn>
                  <a:cxn ang="0">
                    <a:pos x="36" y="1"/>
                  </a:cxn>
                  <a:cxn ang="0">
                    <a:pos x="32" y="9"/>
                  </a:cxn>
                  <a:cxn ang="0">
                    <a:pos x="18" y="4"/>
                  </a:cxn>
                  <a:cxn ang="0">
                    <a:pos x="13" y="10"/>
                  </a:cxn>
                </a:cxnLst>
                <a:rect l="0" t="0" r="r" b="b"/>
                <a:pathLst>
                  <a:path w="86" h="46">
                    <a:moveTo>
                      <a:pt x="13" y="10"/>
                    </a:moveTo>
                    <a:cubicBezTo>
                      <a:pt x="19" y="12"/>
                      <a:pt x="4" y="18"/>
                      <a:pt x="7" y="20"/>
                    </a:cubicBezTo>
                    <a:cubicBezTo>
                      <a:pt x="10" y="21"/>
                      <a:pt x="15" y="26"/>
                      <a:pt x="16" y="21"/>
                    </a:cubicBezTo>
                    <a:cubicBezTo>
                      <a:pt x="19" y="17"/>
                      <a:pt x="18" y="21"/>
                      <a:pt x="24" y="24"/>
                    </a:cubicBezTo>
                    <a:cubicBezTo>
                      <a:pt x="29" y="27"/>
                      <a:pt x="33" y="26"/>
                      <a:pt x="29" y="27"/>
                    </a:cubicBezTo>
                    <a:cubicBezTo>
                      <a:pt x="25" y="31"/>
                      <a:pt x="25" y="32"/>
                      <a:pt x="22" y="32"/>
                    </a:cubicBezTo>
                    <a:cubicBezTo>
                      <a:pt x="21" y="31"/>
                      <a:pt x="21" y="37"/>
                      <a:pt x="18" y="35"/>
                    </a:cubicBezTo>
                    <a:cubicBezTo>
                      <a:pt x="15" y="32"/>
                      <a:pt x="15" y="32"/>
                      <a:pt x="13" y="34"/>
                    </a:cubicBezTo>
                    <a:cubicBezTo>
                      <a:pt x="12" y="35"/>
                      <a:pt x="12" y="34"/>
                      <a:pt x="10" y="37"/>
                    </a:cubicBezTo>
                    <a:cubicBezTo>
                      <a:pt x="9" y="38"/>
                      <a:pt x="10" y="35"/>
                      <a:pt x="9" y="35"/>
                    </a:cubicBezTo>
                    <a:cubicBezTo>
                      <a:pt x="6" y="34"/>
                      <a:pt x="1" y="34"/>
                      <a:pt x="1" y="35"/>
                    </a:cubicBezTo>
                    <a:cubicBezTo>
                      <a:pt x="1" y="38"/>
                      <a:pt x="0" y="35"/>
                      <a:pt x="0" y="38"/>
                    </a:cubicBezTo>
                    <a:cubicBezTo>
                      <a:pt x="0" y="43"/>
                      <a:pt x="10" y="40"/>
                      <a:pt x="10" y="41"/>
                    </a:cubicBezTo>
                    <a:cubicBezTo>
                      <a:pt x="12" y="44"/>
                      <a:pt x="16" y="38"/>
                      <a:pt x="18" y="41"/>
                    </a:cubicBezTo>
                    <a:cubicBezTo>
                      <a:pt x="19" y="46"/>
                      <a:pt x="21" y="43"/>
                      <a:pt x="22" y="44"/>
                    </a:cubicBezTo>
                    <a:cubicBezTo>
                      <a:pt x="24" y="46"/>
                      <a:pt x="24" y="41"/>
                      <a:pt x="29" y="43"/>
                    </a:cubicBezTo>
                    <a:cubicBezTo>
                      <a:pt x="33" y="44"/>
                      <a:pt x="32" y="41"/>
                      <a:pt x="35" y="43"/>
                    </a:cubicBezTo>
                    <a:cubicBezTo>
                      <a:pt x="41" y="41"/>
                      <a:pt x="32" y="37"/>
                      <a:pt x="39" y="35"/>
                    </a:cubicBezTo>
                    <a:cubicBezTo>
                      <a:pt x="45" y="34"/>
                      <a:pt x="42" y="31"/>
                      <a:pt x="45" y="31"/>
                    </a:cubicBezTo>
                    <a:cubicBezTo>
                      <a:pt x="50" y="32"/>
                      <a:pt x="48" y="26"/>
                      <a:pt x="50" y="31"/>
                    </a:cubicBezTo>
                    <a:cubicBezTo>
                      <a:pt x="51" y="35"/>
                      <a:pt x="53" y="31"/>
                      <a:pt x="54" y="32"/>
                    </a:cubicBezTo>
                    <a:cubicBezTo>
                      <a:pt x="57" y="34"/>
                      <a:pt x="57" y="31"/>
                      <a:pt x="59" y="26"/>
                    </a:cubicBezTo>
                    <a:cubicBezTo>
                      <a:pt x="60" y="23"/>
                      <a:pt x="69" y="27"/>
                      <a:pt x="71" y="21"/>
                    </a:cubicBezTo>
                    <a:cubicBezTo>
                      <a:pt x="72" y="18"/>
                      <a:pt x="80" y="17"/>
                      <a:pt x="83" y="15"/>
                    </a:cubicBezTo>
                    <a:cubicBezTo>
                      <a:pt x="85" y="13"/>
                      <a:pt x="85" y="15"/>
                      <a:pt x="86" y="12"/>
                    </a:cubicBezTo>
                    <a:cubicBezTo>
                      <a:pt x="83" y="7"/>
                      <a:pt x="80" y="10"/>
                      <a:pt x="79" y="7"/>
                    </a:cubicBezTo>
                    <a:cubicBezTo>
                      <a:pt x="79" y="4"/>
                      <a:pt x="72" y="4"/>
                      <a:pt x="62" y="4"/>
                    </a:cubicBezTo>
                    <a:cubicBezTo>
                      <a:pt x="50" y="3"/>
                      <a:pt x="50" y="6"/>
                      <a:pt x="47" y="4"/>
                    </a:cubicBezTo>
                    <a:cubicBezTo>
                      <a:pt x="45" y="3"/>
                      <a:pt x="41" y="0"/>
                      <a:pt x="36" y="1"/>
                    </a:cubicBezTo>
                    <a:cubicBezTo>
                      <a:pt x="30" y="3"/>
                      <a:pt x="35" y="10"/>
                      <a:pt x="32" y="9"/>
                    </a:cubicBezTo>
                    <a:cubicBezTo>
                      <a:pt x="29" y="7"/>
                      <a:pt x="22" y="4"/>
                      <a:pt x="18" y="4"/>
                    </a:cubicBezTo>
                    <a:cubicBezTo>
                      <a:pt x="13" y="6"/>
                      <a:pt x="13" y="9"/>
                      <a:pt x="13" y="10"/>
                    </a:cubicBezTo>
                  </a:path>
                </a:pathLst>
              </a:custGeom>
              <a:solidFill>
                <a:schemeClr val="bg1">
                  <a:lumMod val="75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51" name="Freeform 162">
                <a:extLst>
                  <a:ext uri="{FF2B5EF4-FFF2-40B4-BE49-F238E27FC236}">
                    <a16:creationId xmlns:a16="http://schemas.microsoft.com/office/drawing/2014/main" id="{5D2B1762-B214-D308-C77A-C5A6C840CC0B}"/>
                  </a:ext>
                </a:extLst>
              </p:cNvPr>
              <p:cNvSpPr>
                <a:spLocks/>
              </p:cNvSpPr>
              <p:nvPr/>
            </p:nvSpPr>
            <p:spPr bwMode="auto">
              <a:xfrm>
                <a:off x="2893195" y="2305647"/>
                <a:ext cx="105500" cy="106437"/>
              </a:xfrm>
              <a:custGeom>
                <a:avLst/>
                <a:gdLst/>
                <a:ahLst/>
                <a:cxnLst>
                  <a:cxn ang="0">
                    <a:pos x="7" y="18"/>
                  </a:cxn>
                  <a:cxn ang="0">
                    <a:pos x="1" y="15"/>
                  </a:cxn>
                  <a:cxn ang="0">
                    <a:pos x="1" y="9"/>
                  </a:cxn>
                  <a:cxn ang="0">
                    <a:pos x="4" y="4"/>
                  </a:cxn>
                  <a:cxn ang="0">
                    <a:pos x="13" y="3"/>
                  </a:cxn>
                  <a:cxn ang="0">
                    <a:pos x="18" y="1"/>
                  </a:cxn>
                  <a:cxn ang="0">
                    <a:pos x="27" y="3"/>
                  </a:cxn>
                  <a:cxn ang="0">
                    <a:pos x="36" y="3"/>
                  </a:cxn>
                  <a:cxn ang="0">
                    <a:pos x="35" y="8"/>
                  </a:cxn>
                  <a:cxn ang="0">
                    <a:pos x="32" y="15"/>
                  </a:cxn>
                  <a:cxn ang="0">
                    <a:pos x="33" y="22"/>
                  </a:cxn>
                  <a:cxn ang="0">
                    <a:pos x="32" y="28"/>
                  </a:cxn>
                  <a:cxn ang="0">
                    <a:pos x="26" y="28"/>
                  </a:cxn>
                  <a:cxn ang="0">
                    <a:pos x="20" y="25"/>
                  </a:cxn>
                  <a:cxn ang="0">
                    <a:pos x="15" y="22"/>
                  </a:cxn>
                  <a:cxn ang="0">
                    <a:pos x="7" y="25"/>
                  </a:cxn>
                  <a:cxn ang="0">
                    <a:pos x="7" y="18"/>
                  </a:cxn>
                </a:cxnLst>
                <a:rect l="0" t="0" r="r" b="b"/>
                <a:pathLst>
                  <a:path w="40" h="29">
                    <a:moveTo>
                      <a:pt x="7" y="18"/>
                    </a:moveTo>
                    <a:cubicBezTo>
                      <a:pt x="3" y="20"/>
                      <a:pt x="3" y="17"/>
                      <a:pt x="1" y="15"/>
                    </a:cubicBezTo>
                    <a:cubicBezTo>
                      <a:pt x="0" y="12"/>
                      <a:pt x="0" y="12"/>
                      <a:pt x="1" y="9"/>
                    </a:cubicBezTo>
                    <a:cubicBezTo>
                      <a:pt x="1" y="6"/>
                      <a:pt x="4" y="8"/>
                      <a:pt x="4" y="4"/>
                    </a:cubicBezTo>
                    <a:cubicBezTo>
                      <a:pt x="6" y="3"/>
                      <a:pt x="10" y="3"/>
                      <a:pt x="13" y="3"/>
                    </a:cubicBezTo>
                    <a:cubicBezTo>
                      <a:pt x="18" y="3"/>
                      <a:pt x="13" y="0"/>
                      <a:pt x="18" y="1"/>
                    </a:cubicBezTo>
                    <a:cubicBezTo>
                      <a:pt x="23" y="3"/>
                      <a:pt x="26" y="1"/>
                      <a:pt x="27" y="3"/>
                    </a:cubicBezTo>
                    <a:cubicBezTo>
                      <a:pt x="30" y="4"/>
                      <a:pt x="33" y="4"/>
                      <a:pt x="36" y="3"/>
                    </a:cubicBezTo>
                    <a:cubicBezTo>
                      <a:pt x="40" y="6"/>
                      <a:pt x="35" y="4"/>
                      <a:pt x="35" y="8"/>
                    </a:cubicBezTo>
                    <a:cubicBezTo>
                      <a:pt x="35" y="12"/>
                      <a:pt x="30" y="9"/>
                      <a:pt x="32" y="15"/>
                    </a:cubicBezTo>
                    <a:cubicBezTo>
                      <a:pt x="35" y="20"/>
                      <a:pt x="30" y="17"/>
                      <a:pt x="33" y="22"/>
                    </a:cubicBezTo>
                    <a:cubicBezTo>
                      <a:pt x="36" y="26"/>
                      <a:pt x="33" y="23"/>
                      <a:pt x="32" y="28"/>
                    </a:cubicBezTo>
                    <a:cubicBezTo>
                      <a:pt x="29" y="29"/>
                      <a:pt x="30" y="26"/>
                      <a:pt x="26" y="28"/>
                    </a:cubicBezTo>
                    <a:cubicBezTo>
                      <a:pt x="23" y="29"/>
                      <a:pt x="21" y="25"/>
                      <a:pt x="20" y="25"/>
                    </a:cubicBezTo>
                    <a:cubicBezTo>
                      <a:pt x="18" y="25"/>
                      <a:pt x="17" y="22"/>
                      <a:pt x="15" y="22"/>
                    </a:cubicBezTo>
                    <a:cubicBezTo>
                      <a:pt x="12" y="20"/>
                      <a:pt x="12" y="23"/>
                      <a:pt x="7" y="25"/>
                    </a:cubicBezTo>
                    <a:cubicBezTo>
                      <a:pt x="9" y="18"/>
                      <a:pt x="10" y="15"/>
                      <a:pt x="7" y="18"/>
                    </a:cubicBezTo>
                  </a:path>
                </a:pathLst>
              </a:custGeom>
              <a:solidFill>
                <a:schemeClr val="bg1">
                  <a:lumMod val="75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52" name="Freeform 163">
                <a:extLst>
                  <a:ext uri="{FF2B5EF4-FFF2-40B4-BE49-F238E27FC236}">
                    <a16:creationId xmlns:a16="http://schemas.microsoft.com/office/drawing/2014/main" id="{9FF5977C-F974-265F-9A2D-59E83188AEF2}"/>
                  </a:ext>
                </a:extLst>
              </p:cNvPr>
              <p:cNvSpPr>
                <a:spLocks/>
              </p:cNvSpPr>
              <p:nvPr/>
            </p:nvSpPr>
            <p:spPr bwMode="auto">
              <a:xfrm>
                <a:off x="2833858" y="2382373"/>
                <a:ext cx="174301" cy="88562"/>
              </a:xfrm>
              <a:custGeom>
                <a:avLst/>
                <a:gdLst/>
                <a:ahLst/>
                <a:cxnLst>
                  <a:cxn ang="0">
                    <a:pos x="0" y="27"/>
                  </a:cxn>
                  <a:cxn ang="0">
                    <a:pos x="15" y="24"/>
                  </a:cxn>
                  <a:cxn ang="0">
                    <a:pos x="26" y="24"/>
                  </a:cxn>
                  <a:cxn ang="0">
                    <a:pos x="32" y="22"/>
                  </a:cxn>
                  <a:cxn ang="0">
                    <a:pos x="35" y="26"/>
                  </a:cxn>
                  <a:cxn ang="0">
                    <a:pos x="46" y="32"/>
                  </a:cxn>
                  <a:cxn ang="0">
                    <a:pos x="53" y="30"/>
                  </a:cxn>
                  <a:cxn ang="0">
                    <a:pos x="58" y="27"/>
                  </a:cxn>
                  <a:cxn ang="0">
                    <a:pos x="56" y="21"/>
                  </a:cxn>
                  <a:cxn ang="0">
                    <a:pos x="55" y="18"/>
                  </a:cxn>
                  <a:cxn ang="0">
                    <a:pos x="55" y="13"/>
                  </a:cxn>
                  <a:cxn ang="0">
                    <a:pos x="52" y="8"/>
                  </a:cxn>
                  <a:cxn ang="0">
                    <a:pos x="46" y="8"/>
                  </a:cxn>
                  <a:cxn ang="0">
                    <a:pos x="40" y="5"/>
                  </a:cxn>
                  <a:cxn ang="0">
                    <a:pos x="35" y="2"/>
                  </a:cxn>
                  <a:cxn ang="0">
                    <a:pos x="27" y="5"/>
                  </a:cxn>
                  <a:cxn ang="0">
                    <a:pos x="24" y="15"/>
                  </a:cxn>
                  <a:cxn ang="0">
                    <a:pos x="15" y="10"/>
                  </a:cxn>
                  <a:cxn ang="0">
                    <a:pos x="12" y="7"/>
                  </a:cxn>
                  <a:cxn ang="0">
                    <a:pos x="4" y="10"/>
                  </a:cxn>
                  <a:cxn ang="0">
                    <a:pos x="4" y="13"/>
                  </a:cxn>
                  <a:cxn ang="0">
                    <a:pos x="1" y="19"/>
                  </a:cxn>
                  <a:cxn ang="0">
                    <a:pos x="0" y="27"/>
                  </a:cxn>
                </a:cxnLst>
                <a:rect l="0" t="0" r="r" b="b"/>
                <a:pathLst>
                  <a:path w="60" h="32">
                    <a:moveTo>
                      <a:pt x="0" y="27"/>
                    </a:moveTo>
                    <a:cubicBezTo>
                      <a:pt x="7" y="22"/>
                      <a:pt x="9" y="22"/>
                      <a:pt x="15" y="24"/>
                    </a:cubicBezTo>
                    <a:cubicBezTo>
                      <a:pt x="21" y="24"/>
                      <a:pt x="23" y="22"/>
                      <a:pt x="26" y="24"/>
                    </a:cubicBezTo>
                    <a:cubicBezTo>
                      <a:pt x="30" y="26"/>
                      <a:pt x="30" y="22"/>
                      <a:pt x="32" y="22"/>
                    </a:cubicBezTo>
                    <a:cubicBezTo>
                      <a:pt x="33" y="24"/>
                      <a:pt x="30" y="26"/>
                      <a:pt x="35" y="26"/>
                    </a:cubicBezTo>
                    <a:cubicBezTo>
                      <a:pt x="40" y="26"/>
                      <a:pt x="41" y="30"/>
                      <a:pt x="46" y="32"/>
                    </a:cubicBezTo>
                    <a:cubicBezTo>
                      <a:pt x="50" y="29"/>
                      <a:pt x="52" y="32"/>
                      <a:pt x="53" y="30"/>
                    </a:cubicBezTo>
                    <a:cubicBezTo>
                      <a:pt x="55" y="27"/>
                      <a:pt x="55" y="27"/>
                      <a:pt x="58" y="27"/>
                    </a:cubicBezTo>
                    <a:cubicBezTo>
                      <a:pt x="58" y="27"/>
                      <a:pt x="60" y="24"/>
                      <a:pt x="56" y="21"/>
                    </a:cubicBezTo>
                    <a:cubicBezTo>
                      <a:pt x="55" y="18"/>
                      <a:pt x="56" y="18"/>
                      <a:pt x="55" y="18"/>
                    </a:cubicBezTo>
                    <a:cubicBezTo>
                      <a:pt x="53" y="18"/>
                      <a:pt x="55" y="15"/>
                      <a:pt x="55" y="13"/>
                    </a:cubicBezTo>
                    <a:cubicBezTo>
                      <a:pt x="56" y="11"/>
                      <a:pt x="53" y="11"/>
                      <a:pt x="52" y="8"/>
                    </a:cubicBezTo>
                    <a:cubicBezTo>
                      <a:pt x="49" y="10"/>
                      <a:pt x="50" y="7"/>
                      <a:pt x="46" y="8"/>
                    </a:cubicBezTo>
                    <a:cubicBezTo>
                      <a:pt x="43" y="10"/>
                      <a:pt x="41" y="5"/>
                      <a:pt x="40" y="5"/>
                    </a:cubicBezTo>
                    <a:cubicBezTo>
                      <a:pt x="38" y="5"/>
                      <a:pt x="37" y="2"/>
                      <a:pt x="35" y="2"/>
                    </a:cubicBezTo>
                    <a:cubicBezTo>
                      <a:pt x="32" y="0"/>
                      <a:pt x="32" y="3"/>
                      <a:pt x="27" y="5"/>
                    </a:cubicBezTo>
                    <a:cubicBezTo>
                      <a:pt x="26" y="8"/>
                      <a:pt x="30" y="13"/>
                      <a:pt x="24" y="15"/>
                    </a:cubicBezTo>
                    <a:cubicBezTo>
                      <a:pt x="17" y="18"/>
                      <a:pt x="20" y="11"/>
                      <a:pt x="15" y="10"/>
                    </a:cubicBezTo>
                    <a:cubicBezTo>
                      <a:pt x="10" y="8"/>
                      <a:pt x="15" y="5"/>
                      <a:pt x="12" y="7"/>
                    </a:cubicBezTo>
                    <a:cubicBezTo>
                      <a:pt x="7" y="8"/>
                      <a:pt x="6" y="8"/>
                      <a:pt x="4" y="10"/>
                    </a:cubicBezTo>
                    <a:cubicBezTo>
                      <a:pt x="4" y="11"/>
                      <a:pt x="3" y="11"/>
                      <a:pt x="4" y="13"/>
                    </a:cubicBezTo>
                    <a:cubicBezTo>
                      <a:pt x="4" y="16"/>
                      <a:pt x="1" y="16"/>
                      <a:pt x="1" y="19"/>
                    </a:cubicBezTo>
                    <a:cubicBezTo>
                      <a:pt x="0" y="22"/>
                      <a:pt x="0" y="24"/>
                      <a:pt x="0" y="27"/>
                    </a:cubicBezTo>
                  </a:path>
                </a:pathLst>
              </a:custGeom>
              <a:solidFill>
                <a:schemeClr val="bg1">
                  <a:lumMod val="75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53" name="Freeform 164">
                <a:extLst>
                  <a:ext uri="{FF2B5EF4-FFF2-40B4-BE49-F238E27FC236}">
                    <a16:creationId xmlns:a16="http://schemas.microsoft.com/office/drawing/2014/main" id="{6B0A152B-61E2-BF91-4FA1-CB607A82B71A}"/>
                  </a:ext>
                </a:extLst>
              </p:cNvPr>
              <p:cNvSpPr>
                <a:spLocks/>
              </p:cNvSpPr>
              <p:nvPr/>
            </p:nvSpPr>
            <p:spPr bwMode="auto">
              <a:xfrm>
                <a:off x="2839460" y="2445939"/>
                <a:ext cx="131417" cy="97133"/>
              </a:xfrm>
              <a:custGeom>
                <a:avLst/>
                <a:gdLst/>
                <a:ahLst/>
                <a:cxnLst>
                  <a:cxn ang="0">
                    <a:pos x="46" y="10"/>
                  </a:cxn>
                  <a:cxn ang="0">
                    <a:pos x="46" y="16"/>
                  </a:cxn>
                  <a:cxn ang="0">
                    <a:pos x="38" y="22"/>
                  </a:cxn>
                  <a:cxn ang="0">
                    <a:pos x="38" y="29"/>
                  </a:cxn>
                  <a:cxn ang="0">
                    <a:pos x="32" y="30"/>
                  </a:cxn>
                  <a:cxn ang="0">
                    <a:pos x="21" y="32"/>
                  </a:cxn>
                  <a:cxn ang="0">
                    <a:pos x="15" y="27"/>
                  </a:cxn>
                  <a:cxn ang="0">
                    <a:pos x="13" y="19"/>
                  </a:cxn>
                  <a:cxn ang="0">
                    <a:pos x="3" y="16"/>
                  </a:cxn>
                  <a:cxn ang="0">
                    <a:pos x="1" y="10"/>
                  </a:cxn>
                  <a:cxn ang="0">
                    <a:pos x="0" y="5"/>
                  </a:cxn>
                  <a:cxn ang="0">
                    <a:pos x="15" y="2"/>
                  </a:cxn>
                  <a:cxn ang="0">
                    <a:pos x="26" y="2"/>
                  </a:cxn>
                  <a:cxn ang="0">
                    <a:pos x="32" y="0"/>
                  </a:cxn>
                  <a:cxn ang="0">
                    <a:pos x="35" y="3"/>
                  </a:cxn>
                  <a:cxn ang="0">
                    <a:pos x="46" y="10"/>
                  </a:cxn>
                </a:cxnLst>
                <a:rect l="0" t="0" r="r" b="b"/>
                <a:pathLst>
                  <a:path w="47" h="35">
                    <a:moveTo>
                      <a:pt x="46" y="10"/>
                    </a:moveTo>
                    <a:cubicBezTo>
                      <a:pt x="42" y="18"/>
                      <a:pt x="47" y="13"/>
                      <a:pt x="46" y="16"/>
                    </a:cubicBezTo>
                    <a:cubicBezTo>
                      <a:pt x="44" y="19"/>
                      <a:pt x="42" y="16"/>
                      <a:pt x="38" y="22"/>
                    </a:cubicBezTo>
                    <a:cubicBezTo>
                      <a:pt x="35" y="27"/>
                      <a:pt x="41" y="27"/>
                      <a:pt x="38" y="29"/>
                    </a:cubicBezTo>
                    <a:cubicBezTo>
                      <a:pt x="36" y="32"/>
                      <a:pt x="38" y="24"/>
                      <a:pt x="32" y="30"/>
                    </a:cubicBezTo>
                    <a:cubicBezTo>
                      <a:pt x="27" y="35"/>
                      <a:pt x="26" y="30"/>
                      <a:pt x="21" y="32"/>
                    </a:cubicBezTo>
                    <a:cubicBezTo>
                      <a:pt x="21" y="29"/>
                      <a:pt x="16" y="25"/>
                      <a:pt x="15" y="27"/>
                    </a:cubicBezTo>
                    <a:cubicBezTo>
                      <a:pt x="13" y="22"/>
                      <a:pt x="16" y="21"/>
                      <a:pt x="13" y="19"/>
                    </a:cubicBezTo>
                    <a:cubicBezTo>
                      <a:pt x="10" y="16"/>
                      <a:pt x="13" y="21"/>
                      <a:pt x="3" y="16"/>
                    </a:cubicBezTo>
                    <a:cubicBezTo>
                      <a:pt x="3" y="14"/>
                      <a:pt x="3" y="11"/>
                      <a:pt x="1" y="10"/>
                    </a:cubicBezTo>
                    <a:cubicBezTo>
                      <a:pt x="0" y="8"/>
                      <a:pt x="0" y="8"/>
                      <a:pt x="0" y="5"/>
                    </a:cubicBezTo>
                    <a:cubicBezTo>
                      <a:pt x="7" y="0"/>
                      <a:pt x="9" y="0"/>
                      <a:pt x="15" y="2"/>
                    </a:cubicBezTo>
                    <a:cubicBezTo>
                      <a:pt x="21" y="2"/>
                      <a:pt x="23" y="0"/>
                      <a:pt x="26" y="2"/>
                    </a:cubicBezTo>
                    <a:cubicBezTo>
                      <a:pt x="30" y="3"/>
                      <a:pt x="30" y="0"/>
                      <a:pt x="32" y="0"/>
                    </a:cubicBezTo>
                    <a:cubicBezTo>
                      <a:pt x="33" y="2"/>
                      <a:pt x="30" y="3"/>
                      <a:pt x="35" y="3"/>
                    </a:cubicBezTo>
                    <a:cubicBezTo>
                      <a:pt x="39" y="3"/>
                      <a:pt x="41" y="8"/>
                      <a:pt x="46" y="10"/>
                    </a:cubicBezTo>
                  </a:path>
                </a:pathLst>
              </a:custGeom>
              <a:solidFill>
                <a:schemeClr val="bg1">
                  <a:lumMod val="75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54" name="Freeform 165">
                <a:extLst>
                  <a:ext uri="{FF2B5EF4-FFF2-40B4-BE49-F238E27FC236}">
                    <a16:creationId xmlns:a16="http://schemas.microsoft.com/office/drawing/2014/main" id="{FFCF1CED-A78D-26C1-893C-6DE8148853F0}"/>
                  </a:ext>
                </a:extLst>
              </p:cNvPr>
              <p:cNvSpPr>
                <a:spLocks/>
              </p:cNvSpPr>
              <p:nvPr/>
            </p:nvSpPr>
            <p:spPr bwMode="auto">
              <a:xfrm>
                <a:off x="2891188" y="2436523"/>
                <a:ext cx="224267" cy="222276"/>
              </a:xfrm>
              <a:custGeom>
                <a:avLst/>
                <a:gdLst/>
                <a:ahLst/>
                <a:cxnLst>
                  <a:cxn ang="0">
                    <a:pos x="70" y="50"/>
                  </a:cxn>
                  <a:cxn ang="0">
                    <a:pos x="63" y="58"/>
                  </a:cxn>
                  <a:cxn ang="0">
                    <a:pos x="60" y="60"/>
                  </a:cxn>
                  <a:cxn ang="0">
                    <a:pos x="54" y="60"/>
                  </a:cxn>
                  <a:cxn ang="0">
                    <a:pos x="47" y="58"/>
                  </a:cxn>
                  <a:cxn ang="0">
                    <a:pos x="40" y="57"/>
                  </a:cxn>
                  <a:cxn ang="0">
                    <a:pos x="32" y="55"/>
                  </a:cxn>
                  <a:cxn ang="0">
                    <a:pos x="17" y="54"/>
                  </a:cxn>
                  <a:cxn ang="0">
                    <a:pos x="9" y="57"/>
                  </a:cxn>
                  <a:cxn ang="0">
                    <a:pos x="6" y="58"/>
                  </a:cxn>
                  <a:cxn ang="0">
                    <a:pos x="3" y="50"/>
                  </a:cxn>
                  <a:cxn ang="0">
                    <a:pos x="8" y="46"/>
                  </a:cxn>
                  <a:cxn ang="0">
                    <a:pos x="6" y="29"/>
                  </a:cxn>
                  <a:cxn ang="0">
                    <a:pos x="17" y="27"/>
                  </a:cxn>
                  <a:cxn ang="0">
                    <a:pos x="23" y="25"/>
                  </a:cxn>
                  <a:cxn ang="0">
                    <a:pos x="23" y="19"/>
                  </a:cxn>
                  <a:cxn ang="0">
                    <a:pos x="31" y="13"/>
                  </a:cxn>
                  <a:cxn ang="0">
                    <a:pos x="31" y="7"/>
                  </a:cxn>
                  <a:cxn ang="0">
                    <a:pos x="38" y="5"/>
                  </a:cxn>
                  <a:cxn ang="0">
                    <a:pos x="43" y="2"/>
                  </a:cxn>
                  <a:cxn ang="0">
                    <a:pos x="49" y="3"/>
                  </a:cxn>
                  <a:cxn ang="0">
                    <a:pos x="55" y="7"/>
                  </a:cxn>
                  <a:cxn ang="0">
                    <a:pos x="61" y="7"/>
                  </a:cxn>
                  <a:cxn ang="0">
                    <a:pos x="64" y="10"/>
                  </a:cxn>
                  <a:cxn ang="0">
                    <a:pos x="64" y="16"/>
                  </a:cxn>
                  <a:cxn ang="0">
                    <a:pos x="66" y="22"/>
                  </a:cxn>
                  <a:cxn ang="0">
                    <a:pos x="72" y="29"/>
                  </a:cxn>
                  <a:cxn ang="0">
                    <a:pos x="76" y="33"/>
                  </a:cxn>
                  <a:cxn ang="0">
                    <a:pos x="78" y="36"/>
                  </a:cxn>
                  <a:cxn ang="0">
                    <a:pos x="70" y="38"/>
                  </a:cxn>
                  <a:cxn ang="0">
                    <a:pos x="69" y="41"/>
                  </a:cxn>
                  <a:cxn ang="0">
                    <a:pos x="70" y="50"/>
                  </a:cxn>
                </a:cxnLst>
                <a:rect l="0" t="0" r="r" b="b"/>
                <a:pathLst>
                  <a:path w="81" h="63">
                    <a:moveTo>
                      <a:pt x="70" y="50"/>
                    </a:moveTo>
                    <a:cubicBezTo>
                      <a:pt x="64" y="50"/>
                      <a:pt x="63" y="54"/>
                      <a:pt x="63" y="58"/>
                    </a:cubicBezTo>
                    <a:cubicBezTo>
                      <a:pt x="63" y="63"/>
                      <a:pt x="61" y="63"/>
                      <a:pt x="60" y="60"/>
                    </a:cubicBezTo>
                    <a:cubicBezTo>
                      <a:pt x="58" y="60"/>
                      <a:pt x="55" y="60"/>
                      <a:pt x="54" y="60"/>
                    </a:cubicBezTo>
                    <a:cubicBezTo>
                      <a:pt x="50" y="61"/>
                      <a:pt x="52" y="55"/>
                      <a:pt x="47" y="58"/>
                    </a:cubicBezTo>
                    <a:cubicBezTo>
                      <a:pt x="44" y="61"/>
                      <a:pt x="49" y="57"/>
                      <a:pt x="40" y="57"/>
                    </a:cubicBezTo>
                    <a:cubicBezTo>
                      <a:pt x="34" y="57"/>
                      <a:pt x="37" y="55"/>
                      <a:pt x="32" y="55"/>
                    </a:cubicBezTo>
                    <a:cubicBezTo>
                      <a:pt x="29" y="57"/>
                      <a:pt x="28" y="52"/>
                      <a:pt x="17" y="54"/>
                    </a:cubicBezTo>
                    <a:cubicBezTo>
                      <a:pt x="8" y="55"/>
                      <a:pt x="12" y="58"/>
                      <a:pt x="9" y="57"/>
                    </a:cubicBezTo>
                    <a:cubicBezTo>
                      <a:pt x="8" y="57"/>
                      <a:pt x="6" y="58"/>
                      <a:pt x="6" y="58"/>
                    </a:cubicBezTo>
                    <a:cubicBezTo>
                      <a:pt x="5" y="55"/>
                      <a:pt x="9" y="52"/>
                      <a:pt x="3" y="50"/>
                    </a:cubicBezTo>
                    <a:cubicBezTo>
                      <a:pt x="0" y="49"/>
                      <a:pt x="5" y="46"/>
                      <a:pt x="8" y="46"/>
                    </a:cubicBezTo>
                    <a:cubicBezTo>
                      <a:pt x="11" y="44"/>
                      <a:pt x="8" y="38"/>
                      <a:pt x="6" y="29"/>
                    </a:cubicBezTo>
                    <a:cubicBezTo>
                      <a:pt x="11" y="27"/>
                      <a:pt x="12" y="32"/>
                      <a:pt x="17" y="27"/>
                    </a:cubicBezTo>
                    <a:cubicBezTo>
                      <a:pt x="23" y="21"/>
                      <a:pt x="21" y="29"/>
                      <a:pt x="23" y="25"/>
                    </a:cubicBezTo>
                    <a:cubicBezTo>
                      <a:pt x="26" y="24"/>
                      <a:pt x="20" y="24"/>
                      <a:pt x="23" y="19"/>
                    </a:cubicBezTo>
                    <a:cubicBezTo>
                      <a:pt x="28" y="13"/>
                      <a:pt x="29" y="16"/>
                      <a:pt x="31" y="13"/>
                    </a:cubicBezTo>
                    <a:cubicBezTo>
                      <a:pt x="32" y="10"/>
                      <a:pt x="28" y="14"/>
                      <a:pt x="31" y="7"/>
                    </a:cubicBezTo>
                    <a:cubicBezTo>
                      <a:pt x="35" y="3"/>
                      <a:pt x="37" y="7"/>
                      <a:pt x="38" y="5"/>
                    </a:cubicBezTo>
                    <a:cubicBezTo>
                      <a:pt x="40" y="2"/>
                      <a:pt x="40" y="2"/>
                      <a:pt x="43" y="2"/>
                    </a:cubicBezTo>
                    <a:cubicBezTo>
                      <a:pt x="47" y="0"/>
                      <a:pt x="44" y="3"/>
                      <a:pt x="49" y="3"/>
                    </a:cubicBezTo>
                    <a:cubicBezTo>
                      <a:pt x="55" y="2"/>
                      <a:pt x="50" y="8"/>
                      <a:pt x="55" y="7"/>
                    </a:cubicBezTo>
                    <a:cubicBezTo>
                      <a:pt x="58" y="3"/>
                      <a:pt x="61" y="5"/>
                      <a:pt x="61" y="7"/>
                    </a:cubicBezTo>
                    <a:cubicBezTo>
                      <a:pt x="63" y="8"/>
                      <a:pt x="66" y="7"/>
                      <a:pt x="64" y="10"/>
                    </a:cubicBezTo>
                    <a:cubicBezTo>
                      <a:pt x="63" y="14"/>
                      <a:pt x="67" y="14"/>
                      <a:pt x="64" y="16"/>
                    </a:cubicBezTo>
                    <a:cubicBezTo>
                      <a:pt x="61" y="19"/>
                      <a:pt x="66" y="18"/>
                      <a:pt x="66" y="22"/>
                    </a:cubicBezTo>
                    <a:cubicBezTo>
                      <a:pt x="67" y="29"/>
                      <a:pt x="73" y="27"/>
                      <a:pt x="72" y="29"/>
                    </a:cubicBezTo>
                    <a:cubicBezTo>
                      <a:pt x="69" y="33"/>
                      <a:pt x="76" y="29"/>
                      <a:pt x="76" y="33"/>
                    </a:cubicBezTo>
                    <a:cubicBezTo>
                      <a:pt x="76" y="35"/>
                      <a:pt x="81" y="35"/>
                      <a:pt x="78" y="36"/>
                    </a:cubicBezTo>
                    <a:cubicBezTo>
                      <a:pt x="75" y="38"/>
                      <a:pt x="75" y="41"/>
                      <a:pt x="70" y="38"/>
                    </a:cubicBezTo>
                    <a:cubicBezTo>
                      <a:pt x="69" y="36"/>
                      <a:pt x="67" y="39"/>
                      <a:pt x="69" y="41"/>
                    </a:cubicBezTo>
                    <a:cubicBezTo>
                      <a:pt x="72" y="46"/>
                      <a:pt x="67" y="46"/>
                      <a:pt x="70" y="50"/>
                    </a:cubicBezTo>
                  </a:path>
                </a:pathLst>
              </a:custGeom>
              <a:solidFill>
                <a:schemeClr val="bg1">
                  <a:lumMod val="75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59" name="Freeform 53">
                <a:extLst>
                  <a:ext uri="{FF2B5EF4-FFF2-40B4-BE49-F238E27FC236}">
                    <a16:creationId xmlns:a16="http://schemas.microsoft.com/office/drawing/2014/main" id="{90B5E559-FE50-0D59-F6F5-AC8D4113916A}"/>
                  </a:ext>
                </a:extLst>
              </p:cNvPr>
              <p:cNvSpPr>
                <a:spLocks/>
              </p:cNvSpPr>
              <p:nvPr/>
            </p:nvSpPr>
            <p:spPr bwMode="auto">
              <a:xfrm>
                <a:off x="5150617" y="3444768"/>
                <a:ext cx="47139" cy="112845"/>
              </a:xfrm>
              <a:custGeom>
                <a:avLst/>
                <a:gdLst/>
                <a:ahLst/>
                <a:cxnLst>
                  <a:cxn ang="0">
                    <a:pos x="3" y="12"/>
                  </a:cxn>
                  <a:cxn ang="0">
                    <a:pos x="11" y="3"/>
                  </a:cxn>
                  <a:cxn ang="0">
                    <a:pos x="14" y="3"/>
                  </a:cxn>
                  <a:cxn ang="0">
                    <a:pos x="16" y="9"/>
                  </a:cxn>
                  <a:cxn ang="0">
                    <a:pos x="13" y="22"/>
                  </a:cxn>
                  <a:cxn ang="0">
                    <a:pos x="8" y="34"/>
                  </a:cxn>
                  <a:cxn ang="0">
                    <a:pos x="5" y="33"/>
                  </a:cxn>
                  <a:cxn ang="0">
                    <a:pos x="2" y="26"/>
                  </a:cxn>
                  <a:cxn ang="0">
                    <a:pos x="3" y="12"/>
                  </a:cxn>
                </a:cxnLst>
                <a:rect l="0" t="0" r="r" b="b"/>
                <a:pathLst>
                  <a:path w="17" h="41">
                    <a:moveTo>
                      <a:pt x="3" y="12"/>
                    </a:moveTo>
                    <a:cubicBezTo>
                      <a:pt x="8" y="6"/>
                      <a:pt x="10" y="4"/>
                      <a:pt x="11" y="3"/>
                    </a:cubicBezTo>
                    <a:cubicBezTo>
                      <a:pt x="13" y="3"/>
                      <a:pt x="13" y="0"/>
                      <a:pt x="14" y="3"/>
                    </a:cubicBezTo>
                    <a:cubicBezTo>
                      <a:pt x="17" y="6"/>
                      <a:pt x="14" y="6"/>
                      <a:pt x="16" y="9"/>
                    </a:cubicBezTo>
                    <a:cubicBezTo>
                      <a:pt x="16" y="11"/>
                      <a:pt x="14" y="14"/>
                      <a:pt x="13" y="22"/>
                    </a:cubicBezTo>
                    <a:cubicBezTo>
                      <a:pt x="11" y="31"/>
                      <a:pt x="8" y="28"/>
                      <a:pt x="8" y="34"/>
                    </a:cubicBezTo>
                    <a:cubicBezTo>
                      <a:pt x="8" y="41"/>
                      <a:pt x="7" y="36"/>
                      <a:pt x="5" y="33"/>
                    </a:cubicBezTo>
                    <a:cubicBezTo>
                      <a:pt x="5" y="30"/>
                      <a:pt x="3" y="33"/>
                      <a:pt x="2" y="26"/>
                    </a:cubicBezTo>
                    <a:cubicBezTo>
                      <a:pt x="0" y="22"/>
                      <a:pt x="0" y="19"/>
                      <a:pt x="3" y="12"/>
                    </a:cubicBezTo>
                  </a:path>
                </a:pathLst>
              </a:custGeom>
              <a:solidFill>
                <a:schemeClr val="accent3">
                  <a:lumMod val="75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grpSp>
        <p:sp>
          <p:nvSpPr>
            <p:cNvPr id="363" name="iconfont-10381-5077710">
              <a:extLst>
                <a:ext uri="{FF2B5EF4-FFF2-40B4-BE49-F238E27FC236}">
                  <a16:creationId xmlns:a16="http://schemas.microsoft.com/office/drawing/2014/main" id="{3530B83E-AAB3-42BA-3EB7-735A9E200808}"/>
                </a:ext>
              </a:extLst>
            </p:cNvPr>
            <p:cNvSpPr/>
            <p:nvPr/>
          </p:nvSpPr>
          <p:spPr>
            <a:xfrm>
              <a:off x="6715391" y="2916750"/>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64" name="iconfont-10381-5077710">
              <a:extLst>
                <a:ext uri="{FF2B5EF4-FFF2-40B4-BE49-F238E27FC236}">
                  <a16:creationId xmlns:a16="http://schemas.microsoft.com/office/drawing/2014/main" id="{A1ECF34B-EF64-0B1A-79DD-BD1FEF5A223E}"/>
                </a:ext>
              </a:extLst>
            </p:cNvPr>
            <p:cNvSpPr/>
            <p:nvPr/>
          </p:nvSpPr>
          <p:spPr>
            <a:xfrm>
              <a:off x="6610108" y="2288434"/>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65" name="iconfont-10381-5077710">
              <a:extLst>
                <a:ext uri="{FF2B5EF4-FFF2-40B4-BE49-F238E27FC236}">
                  <a16:creationId xmlns:a16="http://schemas.microsoft.com/office/drawing/2014/main" id="{8A3CCDA3-77D6-1266-439B-4F6C168A2681}"/>
                </a:ext>
              </a:extLst>
            </p:cNvPr>
            <p:cNvSpPr/>
            <p:nvPr/>
          </p:nvSpPr>
          <p:spPr>
            <a:xfrm>
              <a:off x="8483674" y="4289299"/>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66" name="iconfont-10381-5077710">
              <a:extLst>
                <a:ext uri="{FF2B5EF4-FFF2-40B4-BE49-F238E27FC236}">
                  <a16:creationId xmlns:a16="http://schemas.microsoft.com/office/drawing/2014/main" id="{74E7AAB3-6BD5-17E9-A60D-1555200E3A1E}"/>
                </a:ext>
              </a:extLst>
            </p:cNvPr>
            <p:cNvSpPr/>
            <p:nvPr/>
          </p:nvSpPr>
          <p:spPr>
            <a:xfrm>
              <a:off x="7035806" y="3442354"/>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67" name="iconfont-10381-5077710">
              <a:extLst>
                <a:ext uri="{FF2B5EF4-FFF2-40B4-BE49-F238E27FC236}">
                  <a16:creationId xmlns:a16="http://schemas.microsoft.com/office/drawing/2014/main" id="{991245F8-4F03-6103-5F33-FC849E08C265}"/>
                </a:ext>
              </a:extLst>
            </p:cNvPr>
            <p:cNvSpPr/>
            <p:nvPr/>
          </p:nvSpPr>
          <p:spPr>
            <a:xfrm>
              <a:off x="4189983" y="3043032"/>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68" name="iconfont-10381-5077710">
              <a:extLst>
                <a:ext uri="{FF2B5EF4-FFF2-40B4-BE49-F238E27FC236}">
                  <a16:creationId xmlns:a16="http://schemas.microsoft.com/office/drawing/2014/main" id="{434D4681-1130-1613-0AB2-DF74DA0BDC2B}"/>
                </a:ext>
              </a:extLst>
            </p:cNvPr>
            <p:cNvSpPr/>
            <p:nvPr/>
          </p:nvSpPr>
          <p:spPr>
            <a:xfrm>
              <a:off x="1693357" y="3335454"/>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69" name="iconfont-10381-5077710">
              <a:extLst>
                <a:ext uri="{FF2B5EF4-FFF2-40B4-BE49-F238E27FC236}">
                  <a16:creationId xmlns:a16="http://schemas.microsoft.com/office/drawing/2014/main" id="{DDFD783C-5A5A-4F1E-03A2-DAD689BEA351}"/>
                </a:ext>
              </a:extLst>
            </p:cNvPr>
            <p:cNvSpPr/>
            <p:nvPr/>
          </p:nvSpPr>
          <p:spPr>
            <a:xfrm>
              <a:off x="2078782" y="3412528"/>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70" name="iconfont-10381-5077710">
              <a:extLst>
                <a:ext uri="{FF2B5EF4-FFF2-40B4-BE49-F238E27FC236}">
                  <a16:creationId xmlns:a16="http://schemas.microsoft.com/office/drawing/2014/main" id="{177E94E8-4FA2-5C33-076B-D1126A859BF7}"/>
                </a:ext>
              </a:extLst>
            </p:cNvPr>
            <p:cNvSpPr/>
            <p:nvPr/>
          </p:nvSpPr>
          <p:spPr>
            <a:xfrm>
              <a:off x="1241478" y="2510832"/>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71" name="iconfont-10381-5077710">
              <a:extLst>
                <a:ext uri="{FF2B5EF4-FFF2-40B4-BE49-F238E27FC236}">
                  <a16:creationId xmlns:a16="http://schemas.microsoft.com/office/drawing/2014/main" id="{94BC2990-22DE-ACE9-6595-3997F9D676A4}"/>
                </a:ext>
              </a:extLst>
            </p:cNvPr>
            <p:cNvSpPr/>
            <p:nvPr/>
          </p:nvSpPr>
          <p:spPr>
            <a:xfrm>
              <a:off x="1323269" y="2906223"/>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72" name="iconfont-10381-5077710">
              <a:extLst>
                <a:ext uri="{FF2B5EF4-FFF2-40B4-BE49-F238E27FC236}">
                  <a16:creationId xmlns:a16="http://schemas.microsoft.com/office/drawing/2014/main" id="{B91E64C0-F858-B0A5-0A15-6C07C7D8DC90}"/>
                </a:ext>
              </a:extLst>
            </p:cNvPr>
            <p:cNvSpPr/>
            <p:nvPr/>
          </p:nvSpPr>
          <p:spPr>
            <a:xfrm>
              <a:off x="3311386" y="3572009"/>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cs typeface="+mn-ea"/>
                <a:sym typeface="+mn-lt"/>
              </a:endParaRPr>
            </a:p>
          </p:txBody>
        </p:sp>
        <p:sp>
          <p:nvSpPr>
            <p:cNvPr id="373" name="iconfont-10381-5077710">
              <a:extLst>
                <a:ext uri="{FF2B5EF4-FFF2-40B4-BE49-F238E27FC236}">
                  <a16:creationId xmlns:a16="http://schemas.microsoft.com/office/drawing/2014/main" id="{AF6B773D-E190-AD34-94F5-2F66DC647EE0}"/>
                </a:ext>
              </a:extLst>
            </p:cNvPr>
            <p:cNvSpPr/>
            <p:nvPr/>
          </p:nvSpPr>
          <p:spPr>
            <a:xfrm>
              <a:off x="3537230" y="4077593"/>
              <a:ext cx="210566"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cs typeface="+mn-ea"/>
                <a:sym typeface="+mn-lt"/>
              </a:endParaRPr>
            </a:p>
          </p:txBody>
        </p:sp>
      </p:grpSp>
      <p:sp>
        <p:nvSpPr>
          <p:cNvPr id="374" name="iconfont-10381-5077710">
            <a:extLst>
              <a:ext uri="{FF2B5EF4-FFF2-40B4-BE49-F238E27FC236}">
                <a16:creationId xmlns:a16="http://schemas.microsoft.com/office/drawing/2014/main" id="{ABA9F3EA-ABF1-0685-E963-E180F32F24A5}"/>
              </a:ext>
            </a:extLst>
          </p:cNvPr>
          <p:cNvSpPr/>
          <p:nvPr/>
        </p:nvSpPr>
        <p:spPr>
          <a:xfrm>
            <a:off x="942502" y="6091268"/>
            <a:ext cx="178112" cy="187091"/>
          </a:xfrm>
          <a:custGeom>
            <a:avLst/>
            <a:gdLst>
              <a:gd name="T0" fmla="*/ 9012 w 9061"/>
              <a:gd name="T1" fmla="*/ 3313 h 8423"/>
              <a:gd name="T2" fmla="*/ 8654 w 9061"/>
              <a:gd name="T3" fmla="*/ 3013 h 8423"/>
              <a:gd name="T4" fmla="*/ 6094 w 9061"/>
              <a:gd name="T5" fmla="*/ 2571 h 8423"/>
              <a:gd name="T6" fmla="*/ 4935 w 9061"/>
              <a:gd name="T7" fmla="*/ 318 h 8423"/>
              <a:gd name="T8" fmla="*/ 4135 w 9061"/>
              <a:gd name="T9" fmla="*/ 318 h 8423"/>
              <a:gd name="T10" fmla="*/ 2990 w 9061"/>
              <a:gd name="T11" fmla="*/ 2571 h 8423"/>
              <a:gd name="T12" fmla="*/ 430 w 9061"/>
              <a:gd name="T13" fmla="*/ 3025 h 8423"/>
              <a:gd name="T14" fmla="*/ 52 w 9061"/>
              <a:gd name="T15" fmla="*/ 3326 h 8423"/>
              <a:gd name="T16" fmla="*/ 167 w 9061"/>
              <a:gd name="T17" fmla="*/ 3774 h 8423"/>
              <a:gd name="T18" fmla="*/ 2036 w 9061"/>
              <a:gd name="T19" fmla="*/ 5451 h 8423"/>
              <a:gd name="T20" fmla="*/ 1556 w 9061"/>
              <a:gd name="T21" fmla="*/ 7883 h 8423"/>
              <a:gd name="T22" fmla="*/ 1735 w 9061"/>
              <a:gd name="T23" fmla="*/ 8312 h 8423"/>
              <a:gd name="T24" fmla="*/ 2209 w 9061"/>
              <a:gd name="T25" fmla="*/ 8344 h 8423"/>
              <a:gd name="T26" fmla="*/ 4532 w 9061"/>
              <a:gd name="T27" fmla="*/ 7230 h 8423"/>
              <a:gd name="T28" fmla="*/ 6849 w 9061"/>
              <a:gd name="T29" fmla="*/ 8344 h 8423"/>
              <a:gd name="T30" fmla="*/ 7322 w 9061"/>
              <a:gd name="T31" fmla="*/ 8312 h 8423"/>
              <a:gd name="T32" fmla="*/ 7502 w 9061"/>
              <a:gd name="T33" fmla="*/ 7883 h 8423"/>
              <a:gd name="T34" fmla="*/ 7034 w 9061"/>
              <a:gd name="T35" fmla="*/ 5451 h 8423"/>
              <a:gd name="T36" fmla="*/ 8884 w 9061"/>
              <a:gd name="T37" fmla="*/ 3761 h 8423"/>
              <a:gd name="T38" fmla="*/ 9012 w 9061"/>
              <a:gd name="T39" fmla="*/ 3313 h 8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061" h="8423">
                <a:moveTo>
                  <a:pt x="9012" y="3313"/>
                </a:moveTo>
                <a:cubicBezTo>
                  <a:pt x="8960" y="3153"/>
                  <a:pt x="8821" y="3036"/>
                  <a:pt x="8654" y="3013"/>
                </a:cubicBezTo>
                <a:lnTo>
                  <a:pt x="6094" y="2571"/>
                </a:lnTo>
                <a:lnTo>
                  <a:pt x="4935" y="318"/>
                </a:lnTo>
                <a:cubicBezTo>
                  <a:pt x="4764" y="0"/>
                  <a:pt x="4307" y="0"/>
                  <a:pt x="4135" y="318"/>
                </a:cubicBezTo>
                <a:lnTo>
                  <a:pt x="2990" y="2571"/>
                </a:lnTo>
                <a:lnTo>
                  <a:pt x="430" y="3025"/>
                </a:lnTo>
                <a:cubicBezTo>
                  <a:pt x="255" y="3042"/>
                  <a:pt x="107" y="3160"/>
                  <a:pt x="52" y="3326"/>
                </a:cubicBezTo>
                <a:cubicBezTo>
                  <a:pt x="0" y="3485"/>
                  <a:pt x="45" y="3660"/>
                  <a:pt x="167" y="3774"/>
                </a:cubicBezTo>
                <a:lnTo>
                  <a:pt x="2036" y="5451"/>
                </a:lnTo>
                <a:lnTo>
                  <a:pt x="1556" y="7883"/>
                </a:lnTo>
                <a:cubicBezTo>
                  <a:pt x="1528" y="8049"/>
                  <a:pt x="1598" y="8215"/>
                  <a:pt x="1735" y="8312"/>
                </a:cubicBezTo>
                <a:cubicBezTo>
                  <a:pt x="1877" y="8403"/>
                  <a:pt x="2056" y="8415"/>
                  <a:pt x="2209" y="8344"/>
                </a:cubicBezTo>
                <a:lnTo>
                  <a:pt x="4532" y="7230"/>
                </a:lnTo>
                <a:lnTo>
                  <a:pt x="6849" y="8344"/>
                </a:lnTo>
                <a:cubicBezTo>
                  <a:pt x="7000" y="8423"/>
                  <a:pt x="7183" y="8411"/>
                  <a:pt x="7322" y="8312"/>
                </a:cubicBezTo>
                <a:cubicBezTo>
                  <a:pt x="7460" y="8215"/>
                  <a:pt x="7530" y="8049"/>
                  <a:pt x="7502" y="7883"/>
                </a:cubicBezTo>
                <a:lnTo>
                  <a:pt x="7034" y="5451"/>
                </a:lnTo>
                <a:lnTo>
                  <a:pt x="8884" y="3761"/>
                </a:lnTo>
                <a:cubicBezTo>
                  <a:pt x="9011" y="3650"/>
                  <a:pt x="9061" y="3475"/>
                  <a:pt x="9012" y="331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cs typeface="+mn-ea"/>
              <a:sym typeface="+mn-lt"/>
            </a:endParaRPr>
          </a:p>
        </p:txBody>
      </p:sp>
      <p:sp>
        <p:nvSpPr>
          <p:cNvPr id="375" name="文本框 374">
            <a:extLst>
              <a:ext uri="{FF2B5EF4-FFF2-40B4-BE49-F238E27FC236}">
                <a16:creationId xmlns:a16="http://schemas.microsoft.com/office/drawing/2014/main" id="{8668CA20-EE77-BA8F-1F4D-B7444D16A045}"/>
              </a:ext>
            </a:extLst>
          </p:cNvPr>
          <p:cNvSpPr txBox="1"/>
          <p:nvPr/>
        </p:nvSpPr>
        <p:spPr>
          <a:xfrm>
            <a:off x="1242077" y="5999689"/>
            <a:ext cx="4396428"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000000"/>
                </a:solidFill>
                <a:effectLst/>
                <a:uLnTx/>
                <a:uFillTx/>
                <a:cs typeface="+mn-ea"/>
                <a:sym typeface="+mn-lt"/>
              </a:rPr>
              <a:t>C11 </a:t>
            </a:r>
            <a:r>
              <a:rPr kumimoji="0" lang="zh-CN" altLang="en-US" sz="1100" b="0" i="0" u="none" strike="noStrike" kern="1200" cap="none" spc="0" normalizeH="0" baseline="0" noProof="0" dirty="0">
                <a:ln>
                  <a:noFill/>
                </a:ln>
                <a:solidFill>
                  <a:srgbClr val="000000"/>
                </a:solidFill>
                <a:effectLst/>
                <a:uLnTx/>
                <a:uFillTx/>
                <a:cs typeface="+mn-ea"/>
                <a:sym typeface="+mn-lt"/>
              </a:rPr>
              <a:t>重点市场</a:t>
            </a:r>
            <a:endParaRPr kumimoji="0" lang="en-US" altLang="zh-CN" sz="1100" b="0" i="0" u="none" strike="noStrike" kern="1200" cap="none" spc="0" normalizeH="0" baseline="0" noProof="0" dirty="0">
              <a:ln>
                <a:noFill/>
              </a:ln>
              <a:solidFill>
                <a:srgbClr val="000000"/>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cs typeface="+mn-ea"/>
                <a:sym typeface="+mn-lt"/>
              </a:rPr>
              <a:t>C11 Strategic Markets</a:t>
            </a:r>
            <a:endParaRPr kumimoji="0" lang="zh-CN" altLang="en-US" sz="900" b="0" i="0" u="none" strike="noStrike" kern="1200" cap="none" spc="0" normalizeH="0" baseline="0" noProof="0" dirty="0">
              <a:ln>
                <a:noFill/>
              </a:ln>
              <a:solidFill>
                <a:srgbClr val="000000"/>
              </a:solidFill>
              <a:effectLst/>
              <a:uLnTx/>
              <a:uFillTx/>
              <a:cs typeface="+mn-ea"/>
              <a:sym typeface="+mn-lt"/>
            </a:endParaRPr>
          </a:p>
        </p:txBody>
      </p:sp>
      <p:graphicFrame>
        <p:nvGraphicFramePr>
          <p:cNvPr id="378" name="表格 377">
            <a:extLst>
              <a:ext uri="{FF2B5EF4-FFF2-40B4-BE49-F238E27FC236}">
                <a16:creationId xmlns:a16="http://schemas.microsoft.com/office/drawing/2014/main" id="{C98E1A81-DEC8-D239-BF6E-A4F109D8CD0B}"/>
              </a:ext>
            </a:extLst>
          </p:cNvPr>
          <p:cNvGraphicFramePr>
            <a:graphicFrameLocks noGrp="1"/>
          </p:cNvGraphicFramePr>
          <p:nvPr>
            <p:extLst>
              <p:ext uri="{D42A27DB-BD31-4B8C-83A1-F6EECF244321}">
                <p14:modId xmlns:p14="http://schemas.microsoft.com/office/powerpoint/2010/main" val="3484531998"/>
              </p:ext>
            </p:extLst>
          </p:nvPr>
        </p:nvGraphicFramePr>
        <p:xfrm>
          <a:off x="8729939" y="1036878"/>
          <a:ext cx="2738330" cy="5412012"/>
        </p:xfrm>
        <a:graphic>
          <a:graphicData uri="http://schemas.openxmlformats.org/drawingml/2006/table">
            <a:tbl>
              <a:tblPr>
                <a:tableStyleId>{D27102A9-8310-4765-A935-A1911B00CA55}</a:tableStyleId>
              </a:tblPr>
              <a:tblGrid>
                <a:gridCol w="1227323">
                  <a:extLst>
                    <a:ext uri="{9D8B030D-6E8A-4147-A177-3AD203B41FA5}">
                      <a16:colId xmlns:a16="http://schemas.microsoft.com/office/drawing/2014/main" val="239442751"/>
                    </a:ext>
                  </a:extLst>
                </a:gridCol>
                <a:gridCol w="1511007">
                  <a:extLst>
                    <a:ext uri="{9D8B030D-6E8A-4147-A177-3AD203B41FA5}">
                      <a16:colId xmlns:a16="http://schemas.microsoft.com/office/drawing/2014/main" val="2653634091"/>
                    </a:ext>
                  </a:extLst>
                </a:gridCol>
              </a:tblGrid>
              <a:tr h="159528">
                <a:tc>
                  <a:txBody>
                    <a:bodyPr/>
                    <a:lstStyle/>
                    <a:p>
                      <a:pPr marL="0" indent="0" algn="ctr" fontAlgn="ctr">
                        <a:buFontTx/>
                        <a:buNone/>
                      </a:pPr>
                      <a:r>
                        <a:rPr lang="zh-CN" altLang="en-US" sz="1000" b="1" i="0" u="none" strike="noStrike" dirty="0">
                          <a:solidFill>
                            <a:srgbClr val="000000"/>
                          </a:solidFill>
                          <a:effectLst/>
                          <a:latin typeface="+mn-lt"/>
                          <a:ea typeface="+mn-ea"/>
                          <a:cs typeface="+mn-ea"/>
                          <a:sym typeface="+mn-lt"/>
                        </a:rPr>
                        <a:t>区域</a:t>
                      </a:r>
                    </a:p>
                  </a:txBody>
                  <a:tcPr marL="0" marR="0" marT="0" marB="0" anchor="ctr"/>
                </a:tc>
                <a:tc>
                  <a:txBody>
                    <a:bodyPr/>
                    <a:lstStyle/>
                    <a:p>
                      <a:pPr marL="0" indent="0" algn="ctr" rtl="0" fontAlgn="ctr">
                        <a:buFontTx/>
                        <a:buNone/>
                      </a:pPr>
                      <a:r>
                        <a:rPr lang="zh-CN" altLang="en-US" sz="1000" b="1" i="0" u="none" strike="noStrike" dirty="0">
                          <a:solidFill>
                            <a:srgbClr val="000000"/>
                          </a:solidFill>
                          <a:effectLst/>
                          <a:latin typeface="+mn-lt"/>
                          <a:ea typeface="+mn-ea"/>
                          <a:cs typeface="+mn-ea"/>
                          <a:sym typeface="+mn-lt"/>
                        </a:rPr>
                        <a:t>国家</a:t>
                      </a:r>
                      <a:r>
                        <a:rPr lang="en-US" altLang="zh-CN" sz="1000" b="1" i="0" u="none" strike="noStrike" dirty="0">
                          <a:solidFill>
                            <a:srgbClr val="000000"/>
                          </a:solidFill>
                          <a:effectLst/>
                          <a:latin typeface="+mn-lt"/>
                          <a:ea typeface="+mn-ea"/>
                          <a:cs typeface="+mn-ea"/>
                          <a:sym typeface="+mn-lt"/>
                        </a:rPr>
                        <a:t>/</a:t>
                      </a:r>
                      <a:r>
                        <a:rPr lang="zh-CN" altLang="en-US" sz="1000" b="1" i="0" u="none" strike="noStrike" dirty="0">
                          <a:solidFill>
                            <a:srgbClr val="000000"/>
                          </a:solidFill>
                          <a:effectLst/>
                          <a:latin typeface="+mn-lt"/>
                          <a:ea typeface="+mn-ea"/>
                          <a:cs typeface="+mn-ea"/>
                          <a:sym typeface="+mn-lt"/>
                        </a:rPr>
                        <a:t>地区</a:t>
                      </a:r>
                    </a:p>
                  </a:txBody>
                  <a:tcPr marL="0" marR="0" marT="0" marB="0" anchor="ctr"/>
                </a:tc>
                <a:extLst>
                  <a:ext uri="{0D108BD9-81ED-4DB2-BD59-A6C34878D82A}">
                    <a16:rowId xmlns:a16="http://schemas.microsoft.com/office/drawing/2014/main" val="3409442401"/>
                  </a:ext>
                </a:extLst>
              </a:tr>
              <a:tr h="181331">
                <a:tc>
                  <a:txBody>
                    <a:bodyPr/>
                    <a:lstStyle/>
                    <a:p>
                      <a:pPr marL="0" indent="0" algn="ctr" fontAlgn="b">
                        <a:buFontTx/>
                        <a:buNone/>
                      </a:pPr>
                      <a:r>
                        <a:rPr lang="zh-CN" altLang="en-US" sz="1000" b="0" i="0" u="none" strike="noStrike" dirty="0">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土耳其 </a:t>
                      </a:r>
                    </a:p>
                  </a:txBody>
                  <a:tcPr marL="0" marR="0" marT="0" marB="0" anchor="ctr"/>
                </a:tc>
                <a:extLst>
                  <a:ext uri="{0D108BD9-81ED-4DB2-BD59-A6C34878D82A}">
                    <a16:rowId xmlns:a16="http://schemas.microsoft.com/office/drawing/2014/main" val="530170155"/>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摩洛哥 </a:t>
                      </a:r>
                    </a:p>
                  </a:txBody>
                  <a:tcPr marL="0" marR="0" marT="0" marB="0" anchor="ctr"/>
                </a:tc>
                <a:extLst>
                  <a:ext uri="{0D108BD9-81ED-4DB2-BD59-A6C34878D82A}">
                    <a16:rowId xmlns:a16="http://schemas.microsoft.com/office/drawing/2014/main" val="1091943950"/>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ctr">
                        <a:buFontTx/>
                        <a:buNone/>
                      </a:pPr>
                      <a:r>
                        <a:rPr lang="zh-CN" altLang="en-US" sz="1000" b="0" i="0" u="none" strike="noStrike" dirty="0">
                          <a:solidFill>
                            <a:srgbClr val="000000"/>
                          </a:solidFill>
                          <a:effectLst/>
                          <a:latin typeface="+mn-lt"/>
                          <a:ea typeface="+mn-ea"/>
                          <a:cs typeface="+mn-ea"/>
                          <a:sym typeface="+mn-lt"/>
                        </a:rPr>
                        <a:t> 葡萄牙 </a:t>
                      </a:r>
                    </a:p>
                  </a:txBody>
                  <a:tcPr marL="0" marR="0" marT="0" marB="0" anchor="ctr"/>
                </a:tc>
                <a:extLst>
                  <a:ext uri="{0D108BD9-81ED-4DB2-BD59-A6C34878D82A}">
                    <a16:rowId xmlns:a16="http://schemas.microsoft.com/office/drawing/2014/main" val="2897772335"/>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西班牙 </a:t>
                      </a:r>
                    </a:p>
                  </a:txBody>
                  <a:tcPr marL="0" marR="0" marT="0" marB="0" anchor="ctr"/>
                </a:tc>
                <a:extLst>
                  <a:ext uri="{0D108BD9-81ED-4DB2-BD59-A6C34878D82A}">
                    <a16:rowId xmlns:a16="http://schemas.microsoft.com/office/drawing/2014/main" val="804731070"/>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奥地利 </a:t>
                      </a:r>
                    </a:p>
                  </a:txBody>
                  <a:tcPr marL="0" marR="0" marT="0" marB="0" anchor="ctr"/>
                </a:tc>
                <a:extLst>
                  <a:ext uri="{0D108BD9-81ED-4DB2-BD59-A6C34878D82A}">
                    <a16:rowId xmlns:a16="http://schemas.microsoft.com/office/drawing/2014/main" val="2091894080"/>
                  </a:ext>
                </a:extLst>
              </a:tr>
              <a:tr h="181331">
                <a:tc>
                  <a:txBody>
                    <a:bodyPr/>
                    <a:lstStyle/>
                    <a:p>
                      <a:pPr marL="0" indent="0" algn="ctr" fontAlgn="b">
                        <a:buFontTx/>
                        <a:buNone/>
                      </a:pPr>
                      <a:r>
                        <a:rPr lang="zh-CN" altLang="en-US" sz="1000" b="0" i="0" u="none" strike="noStrike" dirty="0">
                          <a:solidFill>
                            <a:srgbClr val="000000"/>
                          </a:solidFill>
                          <a:effectLst/>
                          <a:latin typeface="+mn-lt"/>
                          <a:ea typeface="+mn-ea"/>
                          <a:cs typeface="+mn-ea"/>
                          <a:sym typeface="+mn-lt"/>
                        </a:rPr>
                        <a:t> 美洲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委内瑞拉</a:t>
                      </a:r>
                    </a:p>
                  </a:txBody>
                  <a:tcPr marL="0" marR="0" marT="0" marB="0" anchor="ctr"/>
                </a:tc>
                <a:extLst>
                  <a:ext uri="{0D108BD9-81ED-4DB2-BD59-A6C34878D82A}">
                    <a16:rowId xmlns:a16="http://schemas.microsoft.com/office/drawing/2014/main" val="930613517"/>
                  </a:ext>
                </a:extLst>
              </a:tr>
              <a:tr h="175216">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瑞典 </a:t>
                      </a:r>
                    </a:p>
                  </a:txBody>
                  <a:tcPr marL="0" marR="0" marT="0" marB="0" anchor="ctr"/>
                </a:tc>
                <a:extLst>
                  <a:ext uri="{0D108BD9-81ED-4DB2-BD59-A6C34878D82A}">
                    <a16:rowId xmlns:a16="http://schemas.microsoft.com/office/drawing/2014/main" val="1988850681"/>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挪威 </a:t>
                      </a:r>
                    </a:p>
                  </a:txBody>
                  <a:tcPr marL="0" marR="0" marT="0" marB="0" anchor="ctr"/>
                </a:tc>
                <a:extLst>
                  <a:ext uri="{0D108BD9-81ED-4DB2-BD59-A6C34878D82A}">
                    <a16:rowId xmlns:a16="http://schemas.microsoft.com/office/drawing/2014/main" val="195129113"/>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丹麦 </a:t>
                      </a:r>
                    </a:p>
                  </a:txBody>
                  <a:tcPr marL="0" marR="0" marT="0" marB="0" anchor="ctr"/>
                </a:tc>
                <a:extLst>
                  <a:ext uri="{0D108BD9-81ED-4DB2-BD59-A6C34878D82A}">
                    <a16:rowId xmlns:a16="http://schemas.microsoft.com/office/drawing/2014/main" val="382827310"/>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捷克 </a:t>
                      </a:r>
                    </a:p>
                  </a:txBody>
                  <a:tcPr marL="0" marR="0" marT="0" marB="0" anchor="ctr"/>
                </a:tc>
                <a:extLst>
                  <a:ext uri="{0D108BD9-81ED-4DB2-BD59-A6C34878D82A}">
                    <a16:rowId xmlns:a16="http://schemas.microsoft.com/office/drawing/2014/main" val="2211711861"/>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保加利亚 </a:t>
                      </a:r>
                    </a:p>
                  </a:txBody>
                  <a:tcPr marL="0" marR="0" marT="0" marB="0" anchor="ctr"/>
                </a:tc>
                <a:extLst>
                  <a:ext uri="{0D108BD9-81ED-4DB2-BD59-A6C34878D82A}">
                    <a16:rowId xmlns:a16="http://schemas.microsoft.com/office/drawing/2014/main" val="834360585"/>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希腊 </a:t>
                      </a:r>
                    </a:p>
                  </a:txBody>
                  <a:tcPr marL="0" marR="0" marT="0" marB="0" anchor="ctr"/>
                </a:tc>
                <a:extLst>
                  <a:ext uri="{0D108BD9-81ED-4DB2-BD59-A6C34878D82A}">
                    <a16:rowId xmlns:a16="http://schemas.microsoft.com/office/drawing/2014/main" val="2272483426"/>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罗马尼亚 </a:t>
                      </a:r>
                    </a:p>
                  </a:txBody>
                  <a:tcPr marL="0" marR="0" marT="0" marB="0" anchor="ctr"/>
                </a:tc>
                <a:extLst>
                  <a:ext uri="{0D108BD9-81ED-4DB2-BD59-A6C34878D82A}">
                    <a16:rowId xmlns:a16="http://schemas.microsoft.com/office/drawing/2014/main" val="735041701"/>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波兰 </a:t>
                      </a:r>
                    </a:p>
                  </a:txBody>
                  <a:tcPr marL="0" marR="0" marT="0" marB="0" anchor="ctr"/>
                </a:tc>
                <a:extLst>
                  <a:ext uri="{0D108BD9-81ED-4DB2-BD59-A6C34878D82A}">
                    <a16:rowId xmlns:a16="http://schemas.microsoft.com/office/drawing/2014/main" val="919277032"/>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欧洲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乌克兰 </a:t>
                      </a:r>
                    </a:p>
                  </a:txBody>
                  <a:tcPr marL="0" marR="0" marT="0" marB="0" anchor="ctr"/>
                </a:tc>
                <a:extLst>
                  <a:ext uri="{0D108BD9-81ED-4DB2-BD59-A6C34878D82A}">
                    <a16:rowId xmlns:a16="http://schemas.microsoft.com/office/drawing/2014/main" val="3238280893"/>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美洲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厄瓜多尔 </a:t>
                      </a:r>
                    </a:p>
                  </a:txBody>
                  <a:tcPr marL="0" marR="0" marT="0" marB="0" anchor="ctr"/>
                </a:tc>
                <a:extLst>
                  <a:ext uri="{0D108BD9-81ED-4DB2-BD59-A6C34878D82A}">
                    <a16:rowId xmlns:a16="http://schemas.microsoft.com/office/drawing/2014/main" val="490587015"/>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美洲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巴拿马</a:t>
                      </a:r>
                    </a:p>
                  </a:txBody>
                  <a:tcPr marL="0" marR="0" marT="0" marB="0" anchor="ctr"/>
                </a:tc>
                <a:extLst>
                  <a:ext uri="{0D108BD9-81ED-4DB2-BD59-A6C34878D82A}">
                    <a16:rowId xmlns:a16="http://schemas.microsoft.com/office/drawing/2014/main" val="1113839815"/>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哈斯克斯坦 </a:t>
                      </a:r>
                    </a:p>
                  </a:txBody>
                  <a:tcPr marL="0" marR="0" marT="0" marB="0" anchor="ctr"/>
                </a:tc>
                <a:extLst>
                  <a:ext uri="{0D108BD9-81ED-4DB2-BD59-A6C34878D82A}">
                    <a16:rowId xmlns:a16="http://schemas.microsoft.com/office/drawing/2014/main" val="2112737901"/>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尼日利亚 </a:t>
                      </a:r>
                    </a:p>
                  </a:txBody>
                  <a:tcPr marL="0" marR="0" marT="0" marB="0" anchor="ctr"/>
                </a:tc>
                <a:extLst>
                  <a:ext uri="{0D108BD9-81ED-4DB2-BD59-A6C34878D82A}">
                    <a16:rowId xmlns:a16="http://schemas.microsoft.com/office/drawing/2014/main" val="754680759"/>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肯尼亚 </a:t>
                      </a:r>
                    </a:p>
                  </a:txBody>
                  <a:tcPr marL="0" marR="0" marT="0" marB="0" anchor="ctr"/>
                </a:tc>
                <a:extLst>
                  <a:ext uri="{0D108BD9-81ED-4DB2-BD59-A6C34878D82A}">
                    <a16:rowId xmlns:a16="http://schemas.microsoft.com/office/drawing/2014/main" val="4223906365"/>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南非 </a:t>
                      </a:r>
                    </a:p>
                  </a:txBody>
                  <a:tcPr marL="0" marR="0" marT="0" marB="0" anchor="ctr"/>
                </a:tc>
                <a:extLst>
                  <a:ext uri="{0D108BD9-81ED-4DB2-BD59-A6C34878D82A}">
                    <a16:rowId xmlns:a16="http://schemas.microsoft.com/office/drawing/2014/main" val="148354545"/>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阿及尔利亚 </a:t>
                      </a:r>
                    </a:p>
                  </a:txBody>
                  <a:tcPr marL="0" marR="0" marT="0" marB="0" anchor="ctr"/>
                </a:tc>
                <a:extLst>
                  <a:ext uri="{0D108BD9-81ED-4DB2-BD59-A6C34878D82A}">
                    <a16:rowId xmlns:a16="http://schemas.microsoft.com/office/drawing/2014/main" val="2979503598"/>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乌兹别克斯坦 </a:t>
                      </a:r>
                    </a:p>
                  </a:txBody>
                  <a:tcPr marL="0" marR="0" marT="0" marB="0" anchor="ctr"/>
                </a:tc>
                <a:extLst>
                  <a:ext uri="{0D108BD9-81ED-4DB2-BD59-A6C34878D82A}">
                    <a16:rowId xmlns:a16="http://schemas.microsoft.com/office/drawing/2014/main" val="1359361530"/>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伊拉克 </a:t>
                      </a:r>
                    </a:p>
                  </a:txBody>
                  <a:tcPr marL="0" marR="0" marT="0" marB="0" anchor="ctr"/>
                </a:tc>
                <a:extLst>
                  <a:ext uri="{0D108BD9-81ED-4DB2-BD59-A6C34878D82A}">
                    <a16:rowId xmlns:a16="http://schemas.microsoft.com/office/drawing/2014/main" val="3975341355"/>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中东非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沙特 </a:t>
                      </a:r>
                    </a:p>
                  </a:txBody>
                  <a:tcPr marL="0" marR="0" marT="0" marB="0" anchor="ctr"/>
                </a:tc>
                <a:extLst>
                  <a:ext uri="{0D108BD9-81ED-4DB2-BD59-A6C34878D82A}">
                    <a16:rowId xmlns:a16="http://schemas.microsoft.com/office/drawing/2014/main" val="26774832"/>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亚太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巴基斯坦 </a:t>
                      </a:r>
                    </a:p>
                  </a:txBody>
                  <a:tcPr marL="0" marR="0" marT="0" marB="0" anchor="ctr"/>
                </a:tc>
                <a:extLst>
                  <a:ext uri="{0D108BD9-81ED-4DB2-BD59-A6C34878D82A}">
                    <a16:rowId xmlns:a16="http://schemas.microsoft.com/office/drawing/2014/main" val="2161726338"/>
                  </a:ext>
                </a:extLst>
              </a:tr>
              <a:tr h="181331">
                <a:tc>
                  <a:txBody>
                    <a:bodyPr/>
                    <a:lstStyle/>
                    <a:p>
                      <a:pPr marL="0" indent="0" algn="ctr" fontAlgn="b">
                        <a:buFontTx/>
                        <a:buNone/>
                      </a:pPr>
                      <a:r>
                        <a:rPr lang="zh-CN" altLang="en-US" sz="1000" b="0" i="0" u="none" strike="noStrike" dirty="0">
                          <a:solidFill>
                            <a:srgbClr val="000000"/>
                          </a:solidFill>
                          <a:effectLst/>
                          <a:latin typeface="+mn-lt"/>
                          <a:ea typeface="+mn-ea"/>
                          <a:cs typeface="+mn-ea"/>
                          <a:sym typeface="+mn-lt"/>
                        </a:rPr>
                        <a:t> 亚太 </a:t>
                      </a:r>
                    </a:p>
                  </a:txBody>
                  <a:tcPr marL="0" marR="0" marT="0" marB="0" anchor="ctr"/>
                </a:tc>
                <a:tc>
                  <a:txBody>
                    <a:bodyPr/>
                    <a:lstStyle/>
                    <a:p>
                      <a:pPr marL="0" indent="0" algn="ctr" rtl="0" fontAlgn="b">
                        <a:buFontTx/>
                        <a:buNone/>
                      </a:pPr>
                      <a:r>
                        <a:rPr lang="zh-CN" altLang="en-US" sz="1000" b="0" i="0" u="none" strike="noStrike">
                          <a:solidFill>
                            <a:srgbClr val="000000"/>
                          </a:solidFill>
                          <a:effectLst/>
                          <a:latin typeface="+mn-lt"/>
                          <a:ea typeface="+mn-ea"/>
                          <a:cs typeface="+mn-ea"/>
                          <a:sym typeface="+mn-lt"/>
                        </a:rPr>
                        <a:t> 中国澳门 </a:t>
                      </a:r>
                    </a:p>
                  </a:txBody>
                  <a:tcPr marL="0" marR="0" marT="0" marB="0" anchor="ctr"/>
                </a:tc>
                <a:extLst>
                  <a:ext uri="{0D108BD9-81ED-4DB2-BD59-A6C34878D82A}">
                    <a16:rowId xmlns:a16="http://schemas.microsoft.com/office/drawing/2014/main" val="2546291726"/>
                  </a:ext>
                </a:extLst>
              </a:tr>
              <a:tr h="181331">
                <a:tc>
                  <a:txBody>
                    <a:bodyPr/>
                    <a:lstStyle/>
                    <a:p>
                      <a:pPr marL="0" indent="0" algn="ctr" fontAlgn="b">
                        <a:buFontTx/>
                        <a:buNone/>
                      </a:pPr>
                      <a:r>
                        <a:rPr lang="zh-CN" altLang="en-US" sz="1000" b="0" i="0" u="none" strike="noStrike" dirty="0">
                          <a:solidFill>
                            <a:srgbClr val="000000"/>
                          </a:solidFill>
                          <a:effectLst/>
                          <a:latin typeface="+mn-lt"/>
                          <a:ea typeface="+mn-ea"/>
                          <a:cs typeface="+mn-ea"/>
                          <a:sym typeface="+mn-lt"/>
                        </a:rPr>
                        <a:t> 亚太 </a:t>
                      </a:r>
                    </a:p>
                  </a:txBody>
                  <a:tcPr marL="0" marR="0" marT="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新西兰 </a:t>
                      </a:r>
                    </a:p>
                  </a:txBody>
                  <a:tcPr marL="0" marR="0" marT="0" marB="0" anchor="ctr"/>
                </a:tc>
                <a:extLst>
                  <a:ext uri="{0D108BD9-81ED-4DB2-BD59-A6C34878D82A}">
                    <a16:rowId xmlns:a16="http://schemas.microsoft.com/office/drawing/2014/main" val="3427657871"/>
                  </a:ext>
                </a:extLst>
              </a:tr>
              <a:tr h="181331">
                <a:tc>
                  <a:txBody>
                    <a:bodyPr/>
                    <a:lstStyle/>
                    <a:p>
                      <a:pPr marL="0" indent="0" algn="ctr" fontAlgn="b">
                        <a:buFontTx/>
                        <a:buNone/>
                      </a:pPr>
                      <a:r>
                        <a:rPr lang="zh-CN" altLang="en-US" sz="1000" b="0" i="0" u="none" strike="noStrike">
                          <a:solidFill>
                            <a:srgbClr val="000000"/>
                          </a:solidFill>
                          <a:effectLst/>
                          <a:latin typeface="+mn-lt"/>
                          <a:ea typeface="+mn-ea"/>
                          <a:cs typeface="+mn-ea"/>
                          <a:sym typeface="+mn-lt"/>
                        </a:rPr>
                        <a:t> 亚太 </a:t>
                      </a:r>
                    </a:p>
                  </a:txBody>
                  <a:tcPr marL="6350" marR="6350" marT="6350" marB="0" anchor="ctr"/>
                </a:tc>
                <a:tc>
                  <a:txBody>
                    <a:bodyPr/>
                    <a:lstStyle/>
                    <a:p>
                      <a:pPr marL="0" indent="0" algn="ctr" rtl="0" fontAlgn="b">
                        <a:buFontTx/>
                        <a:buNone/>
                      </a:pPr>
                      <a:r>
                        <a:rPr lang="zh-CN" altLang="en-US" sz="1000" b="0" i="0" u="none" strike="noStrike" dirty="0">
                          <a:solidFill>
                            <a:srgbClr val="000000"/>
                          </a:solidFill>
                          <a:effectLst/>
                          <a:latin typeface="+mn-lt"/>
                          <a:ea typeface="+mn-ea"/>
                          <a:cs typeface="+mn-ea"/>
                          <a:sym typeface="+mn-lt"/>
                        </a:rPr>
                        <a:t> 孟加拉 </a:t>
                      </a:r>
                    </a:p>
                  </a:txBody>
                  <a:tcPr marL="6350" marR="6350" marT="6350" marB="0" anchor="ctr"/>
                </a:tc>
                <a:extLst>
                  <a:ext uri="{0D108BD9-81ED-4DB2-BD59-A6C34878D82A}">
                    <a16:rowId xmlns:a16="http://schemas.microsoft.com/office/drawing/2014/main" val="1171727668"/>
                  </a:ext>
                </a:extLst>
              </a:tr>
            </a:tbl>
          </a:graphicData>
        </a:graphic>
      </p:graphicFrame>
      <p:sp>
        <p:nvSpPr>
          <p:cNvPr id="380" name="矩形 379">
            <a:extLst>
              <a:ext uri="{FF2B5EF4-FFF2-40B4-BE49-F238E27FC236}">
                <a16:creationId xmlns:a16="http://schemas.microsoft.com/office/drawing/2014/main" id="{559D0FE2-39FD-B602-D572-A331850DADA6}"/>
              </a:ext>
            </a:extLst>
          </p:cNvPr>
          <p:cNvSpPr/>
          <p:nvPr/>
        </p:nvSpPr>
        <p:spPr>
          <a:xfrm>
            <a:off x="3511604" y="5164346"/>
            <a:ext cx="4700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cs typeface="+mn-ea"/>
                <a:sym typeface="+mn-lt"/>
              </a:rPr>
              <a:t>33</a:t>
            </a:r>
            <a:endParaRPr kumimoji="0" lang="zh-CN" altLang="en-US" sz="2000" b="0"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cs typeface="+mn-ea"/>
              <a:sym typeface="+mn-lt"/>
            </a:endParaRPr>
          </a:p>
        </p:txBody>
      </p:sp>
      <p:sp>
        <p:nvSpPr>
          <p:cNvPr id="381" name="矩形 380">
            <a:extLst>
              <a:ext uri="{FF2B5EF4-FFF2-40B4-BE49-F238E27FC236}">
                <a16:creationId xmlns:a16="http://schemas.microsoft.com/office/drawing/2014/main" id="{50973A6F-CFB3-2B65-691E-BB8C6C5FEA23}"/>
              </a:ext>
            </a:extLst>
          </p:cNvPr>
          <p:cNvSpPr/>
          <p:nvPr/>
        </p:nvSpPr>
        <p:spPr>
          <a:xfrm>
            <a:off x="3524582" y="5564456"/>
            <a:ext cx="470000" cy="40011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cs typeface="+mn-ea"/>
                <a:sym typeface="+mn-lt"/>
              </a:rPr>
              <a:t>29</a:t>
            </a:r>
            <a:endParaRPr kumimoji="0" lang="zh-CN" altLang="en-US" sz="2000" b="0"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cs typeface="+mn-ea"/>
              <a:sym typeface="+mn-lt"/>
            </a:endParaRPr>
          </a:p>
        </p:txBody>
      </p:sp>
      <p:sp>
        <p:nvSpPr>
          <p:cNvPr id="384" name="文本框 383">
            <a:extLst>
              <a:ext uri="{FF2B5EF4-FFF2-40B4-BE49-F238E27FC236}">
                <a16:creationId xmlns:a16="http://schemas.microsoft.com/office/drawing/2014/main" id="{981AE768-E5D0-9A06-7963-106727416C1A}"/>
              </a:ext>
            </a:extLst>
          </p:cNvPr>
          <p:cNvSpPr txBox="1"/>
          <p:nvPr/>
        </p:nvSpPr>
        <p:spPr bwMode="gray">
          <a:xfrm>
            <a:off x="10865319" y="6448890"/>
            <a:ext cx="1509794" cy="21120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srgbClr val="000000"/>
                </a:solidFill>
                <a:effectLst/>
                <a:uLnTx/>
                <a:uFillTx/>
                <a:cs typeface="+mn-ea"/>
                <a:sym typeface="+mn-lt"/>
              </a:rPr>
              <a:t>* </a:t>
            </a:r>
            <a:r>
              <a:rPr kumimoji="0" lang="zh-CN" altLang="en-US" sz="900" b="0" i="0" u="none" strike="noStrike" kern="1200" cap="none" spc="0" normalizeH="0" baseline="0" noProof="0" dirty="0">
                <a:ln>
                  <a:noFill/>
                </a:ln>
                <a:solidFill>
                  <a:srgbClr val="000000"/>
                </a:solidFill>
                <a:effectLst/>
                <a:uLnTx/>
                <a:uFillTx/>
                <a:cs typeface="+mn-ea"/>
                <a:sym typeface="+mn-lt"/>
              </a:rPr>
              <a:t>数据来源：</a:t>
            </a:r>
            <a:r>
              <a:rPr kumimoji="0" lang="en-US" altLang="zh-CN" sz="900" b="0" i="0" u="none" strike="noStrike" kern="1200" cap="none" spc="0" normalizeH="0" baseline="0" noProof="0" dirty="0">
                <a:ln>
                  <a:noFill/>
                </a:ln>
                <a:solidFill>
                  <a:srgbClr val="000000"/>
                </a:solidFill>
                <a:effectLst/>
                <a:uLnTx/>
                <a:uFillTx/>
                <a:cs typeface="+mn-ea"/>
                <a:sym typeface="+mn-lt"/>
              </a:rPr>
              <a:t>MIB</a:t>
            </a:r>
            <a:r>
              <a:rPr kumimoji="0" lang="zh-CN" altLang="en-US" sz="900" b="0" i="0" u="none" strike="noStrike" kern="1200" cap="none" spc="0" normalizeH="0" baseline="0" noProof="0" dirty="0">
                <a:ln>
                  <a:noFill/>
                </a:ln>
                <a:solidFill>
                  <a:srgbClr val="000000"/>
                </a:solidFill>
                <a:effectLst/>
                <a:uLnTx/>
                <a:uFillTx/>
                <a:cs typeface="+mn-ea"/>
                <a:sym typeface="+mn-lt"/>
              </a:rPr>
              <a:t>区域</a:t>
            </a:r>
            <a:endParaRPr kumimoji="0" lang="zh-CN" altLang="en-US" sz="900" b="0" i="0" u="none" strike="noStrike" kern="1200" cap="none" spc="0" normalizeH="0" baseline="0" noProof="0" dirty="0" err="1">
              <a:ln>
                <a:noFill/>
              </a:ln>
              <a:solidFill>
                <a:srgbClr val="000000"/>
              </a:solidFill>
              <a:effectLst/>
              <a:uLnTx/>
              <a:uFillTx/>
              <a:cs typeface="+mn-ea"/>
              <a:sym typeface="+mn-lt"/>
            </a:endParaRPr>
          </a:p>
        </p:txBody>
      </p:sp>
      <p:sp>
        <p:nvSpPr>
          <p:cNvPr id="385" name="文本框 384">
            <a:extLst>
              <a:ext uri="{FF2B5EF4-FFF2-40B4-BE49-F238E27FC236}">
                <a16:creationId xmlns:a16="http://schemas.microsoft.com/office/drawing/2014/main" id="{FBF157D8-711F-B6AC-E3A9-68B4028F933E}"/>
              </a:ext>
            </a:extLst>
          </p:cNvPr>
          <p:cNvSpPr txBox="1"/>
          <p:nvPr/>
        </p:nvSpPr>
        <p:spPr>
          <a:xfrm>
            <a:off x="9105500" y="759879"/>
            <a:ext cx="175981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0000"/>
                </a:solidFill>
                <a:effectLst/>
                <a:uLnTx/>
                <a:uFillTx/>
                <a:cs typeface="+mn-ea"/>
                <a:sym typeface="+mn-lt"/>
              </a:rPr>
              <a:t>计划新建</a:t>
            </a:r>
            <a:r>
              <a:rPr kumimoji="0" lang="en-US" altLang="zh-CN" sz="1200" b="1" i="0" u="none" strike="noStrike" kern="1200" cap="none" spc="0" normalizeH="0" baseline="0" noProof="0" dirty="0">
                <a:ln>
                  <a:noFill/>
                </a:ln>
                <a:solidFill>
                  <a:srgbClr val="000000"/>
                </a:solidFill>
                <a:effectLst/>
                <a:uLnTx/>
                <a:uFillTx/>
                <a:cs typeface="+mn-ea"/>
                <a:sym typeface="+mn-lt"/>
              </a:rPr>
              <a:t>BU</a:t>
            </a:r>
            <a:r>
              <a:rPr kumimoji="0" lang="zh-CN" altLang="en-US" sz="1200" b="1" i="0" u="none" strike="noStrike" kern="1200" cap="none" spc="0" normalizeH="0" baseline="0" noProof="0" dirty="0">
                <a:ln>
                  <a:noFill/>
                </a:ln>
                <a:solidFill>
                  <a:srgbClr val="000000"/>
                </a:solidFill>
                <a:effectLst/>
                <a:uLnTx/>
                <a:uFillTx/>
                <a:cs typeface="+mn-ea"/>
                <a:sym typeface="+mn-lt"/>
              </a:rPr>
              <a:t>清单</a:t>
            </a:r>
          </a:p>
        </p:txBody>
      </p:sp>
      <p:sp>
        <p:nvSpPr>
          <p:cNvPr id="80" name="文本框 79">
            <a:extLst>
              <a:ext uri="{FF2B5EF4-FFF2-40B4-BE49-F238E27FC236}">
                <a16:creationId xmlns:a16="http://schemas.microsoft.com/office/drawing/2014/main" id="{8AA80B32-D175-B8B6-B68A-22F15A2C6A2A}"/>
              </a:ext>
            </a:extLst>
          </p:cNvPr>
          <p:cNvSpPr txBox="1"/>
          <p:nvPr/>
        </p:nvSpPr>
        <p:spPr>
          <a:xfrm>
            <a:off x="828119" y="190072"/>
            <a:ext cx="11546993" cy="400110"/>
          </a:xfrm>
          <a:prstGeom prst="rect">
            <a:avLst/>
          </a:prstGeom>
          <a:noFill/>
        </p:spPr>
        <p:txBody>
          <a:bodyPr wrap="square" rtlCol="0">
            <a:spAutoFit/>
          </a:bodyPr>
          <a:lstStyle/>
          <a:p>
            <a:pPr defTabSz="1088459"/>
            <a:r>
              <a:rPr lang="zh-CN" altLang="en-US" sz="2000" b="1" dirty="0">
                <a:cs typeface="+mn-ea"/>
                <a:sym typeface="+mn-lt"/>
              </a:rPr>
              <a:t> 战略主线</a:t>
            </a:r>
            <a:r>
              <a:rPr lang="en-US" altLang="zh-CN" sz="2000" b="1" dirty="0">
                <a:cs typeface="+mn-ea"/>
                <a:sym typeface="+mn-lt"/>
              </a:rPr>
              <a:t>1 - </a:t>
            </a:r>
            <a:r>
              <a:rPr lang="zh-CN" altLang="en-US" sz="2000" b="1" dirty="0">
                <a:cs typeface="+mn-ea"/>
                <a:sym typeface="+mn-lt"/>
              </a:rPr>
              <a:t>市场：</a:t>
            </a:r>
            <a:r>
              <a:rPr lang="en-US" altLang="zh-CN" sz="2000" dirty="0">
                <a:cs typeface="+mn-ea"/>
                <a:sym typeface="+mn-lt"/>
              </a:rPr>
              <a:t>11</a:t>
            </a:r>
            <a:r>
              <a:rPr lang="zh-CN" altLang="en-US" sz="2000" dirty="0">
                <a:cs typeface="+mn-ea"/>
                <a:sym typeface="+mn-lt"/>
              </a:rPr>
              <a:t>个战略市场深耕，目标成为市场领导者；拓展空白市场，完善市场布局</a:t>
            </a:r>
            <a:r>
              <a:rPr lang="en-US" altLang="zh-CN" sz="2000" dirty="0">
                <a:cs typeface="+mn-ea"/>
                <a:sym typeface="+mn-lt"/>
              </a:rPr>
              <a:t>   </a:t>
            </a:r>
            <a:endParaRPr lang="zh-CN" altLang="en-US" sz="2000" dirty="0">
              <a:cs typeface="+mn-ea"/>
              <a:sym typeface="+mn-lt"/>
            </a:endParaRPr>
          </a:p>
        </p:txBody>
      </p:sp>
    </p:spTree>
    <p:custDataLst>
      <p:tags r:id="rId1"/>
    </p:custDataLst>
    <p:extLst>
      <p:ext uri="{BB962C8B-B14F-4D97-AF65-F5344CB8AC3E}">
        <p14:creationId xmlns:p14="http://schemas.microsoft.com/office/powerpoint/2010/main" val="2381317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5C5B81-2B67-21F1-1653-1E27E79FF7A0}"/>
              </a:ext>
            </a:extLst>
          </p:cNvPr>
          <p:cNvSpPr>
            <a:spLocks noGrp="1"/>
          </p:cNvSpPr>
          <p:nvPr>
            <p:ph type="title"/>
          </p:nvPr>
        </p:nvSpPr>
        <p:spPr/>
        <p:txBody>
          <a:bodyPr/>
          <a:lstStyle/>
          <a:p>
            <a:r>
              <a:rPr lang="zh-CN" altLang="en-US" sz="2000" b="1" dirty="0">
                <a:latin typeface="+mn-lt"/>
                <a:ea typeface="+mn-ea"/>
                <a:cs typeface="+mn-ea"/>
                <a:sym typeface="+mn-lt"/>
              </a:rPr>
              <a:t>战略主线</a:t>
            </a:r>
            <a:r>
              <a:rPr lang="en-US" altLang="zh-CN" sz="2000" b="1" dirty="0">
                <a:latin typeface="+mn-lt"/>
                <a:ea typeface="+mn-ea"/>
                <a:cs typeface="+mn-ea"/>
                <a:sym typeface="+mn-lt"/>
              </a:rPr>
              <a:t>2 - </a:t>
            </a:r>
            <a:r>
              <a:rPr lang="zh-CN" altLang="en-US" sz="2000" b="1" dirty="0">
                <a:latin typeface="+mn-lt"/>
                <a:ea typeface="+mn-ea"/>
                <a:cs typeface="+mn-ea"/>
                <a:sym typeface="+mn-lt"/>
              </a:rPr>
              <a:t>品类</a:t>
            </a:r>
            <a:r>
              <a:rPr lang="zh-CN" altLang="en-US" sz="2000" dirty="0">
                <a:latin typeface="+mn-lt"/>
                <a:ea typeface="+mn-ea"/>
                <a:cs typeface="+mn-ea"/>
                <a:sym typeface="+mn-lt"/>
              </a:rPr>
              <a:t>：</a:t>
            </a:r>
            <a:r>
              <a:rPr lang="zh-CN" altLang="en-US" dirty="0">
                <a:latin typeface="+mn-lt"/>
                <a:ea typeface="+mn-ea"/>
                <a:cs typeface="+mn-ea"/>
                <a:sym typeface="+mn-lt"/>
              </a:rPr>
              <a:t>空</a:t>
            </a:r>
            <a:r>
              <a:rPr lang="en-US" altLang="zh-CN" dirty="0">
                <a:latin typeface="+mn-lt"/>
                <a:ea typeface="+mn-ea"/>
                <a:cs typeface="+mn-ea"/>
                <a:sym typeface="+mn-lt"/>
              </a:rPr>
              <a:t>/</a:t>
            </a:r>
            <a:r>
              <a:rPr lang="zh-CN" altLang="en-US" dirty="0">
                <a:latin typeface="+mn-lt"/>
                <a:ea typeface="+mn-ea"/>
                <a:cs typeface="+mn-ea"/>
                <a:sym typeface="+mn-lt"/>
              </a:rPr>
              <a:t>冰</a:t>
            </a:r>
            <a:r>
              <a:rPr lang="en-US" altLang="zh-CN" dirty="0">
                <a:latin typeface="+mn-lt"/>
                <a:ea typeface="+mn-ea"/>
                <a:cs typeface="+mn-ea"/>
                <a:sym typeface="+mn-lt"/>
              </a:rPr>
              <a:t>/</a:t>
            </a:r>
            <a:r>
              <a:rPr lang="zh-CN" altLang="en-US" dirty="0">
                <a:latin typeface="+mn-lt"/>
                <a:ea typeface="+mn-ea"/>
                <a:cs typeface="+mn-ea"/>
                <a:sym typeface="+mn-lt"/>
              </a:rPr>
              <a:t>洗发力目标成为市场领导者，</a:t>
            </a:r>
            <a:r>
              <a:rPr lang="en-US" altLang="zh-CN" dirty="0">
                <a:latin typeface="+mn-lt"/>
                <a:ea typeface="+mn-ea"/>
                <a:cs typeface="+mn-ea"/>
                <a:sym typeface="+mn-lt"/>
              </a:rPr>
              <a:t>HVAC/</a:t>
            </a:r>
            <a:r>
              <a:rPr lang="zh-CN" altLang="en-US" dirty="0">
                <a:latin typeface="+mn-lt"/>
                <a:ea typeface="+mn-ea"/>
                <a:cs typeface="+mn-ea"/>
                <a:sym typeface="+mn-lt"/>
              </a:rPr>
              <a:t>小家电</a:t>
            </a:r>
            <a:r>
              <a:rPr lang="en-US" altLang="zh-CN" dirty="0">
                <a:latin typeface="+mn-lt"/>
                <a:ea typeface="+mn-ea"/>
                <a:cs typeface="+mn-ea"/>
                <a:sym typeface="+mn-lt"/>
              </a:rPr>
              <a:t>/</a:t>
            </a:r>
            <a:r>
              <a:rPr lang="zh-CN" altLang="en-US" dirty="0">
                <a:latin typeface="+mn-lt"/>
                <a:ea typeface="+mn-ea"/>
                <a:cs typeface="+mn-ea"/>
                <a:sym typeface="+mn-lt"/>
              </a:rPr>
              <a:t>热水等品类更快培育能力</a:t>
            </a:r>
            <a:endParaRPr lang="zh-CN" altLang="en-US" sz="2000" dirty="0">
              <a:latin typeface="+mn-lt"/>
              <a:ea typeface="+mn-ea"/>
              <a:cs typeface="+mn-ea"/>
              <a:sym typeface="+mn-lt"/>
            </a:endParaRPr>
          </a:p>
        </p:txBody>
      </p:sp>
      <p:graphicFrame>
        <p:nvGraphicFramePr>
          <p:cNvPr id="3" name="表格 2">
            <a:extLst>
              <a:ext uri="{FF2B5EF4-FFF2-40B4-BE49-F238E27FC236}">
                <a16:creationId xmlns:a16="http://schemas.microsoft.com/office/drawing/2014/main" id="{F40E3B17-3055-3B7E-A031-80335CA3D117}"/>
              </a:ext>
            </a:extLst>
          </p:cNvPr>
          <p:cNvGraphicFramePr>
            <a:graphicFrameLocks noGrp="1"/>
          </p:cNvGraphicFramePr>
          <p:nvPr>
            <p:extLst>
              <p:ext uri="{D42A27DB-BD31-4B8C-83A1-F6EECF244321}">
                <p14:modId xmlns:p14="http://schemas.microsoft.com/office/powerpoint/2010/main" val="3667349638"/>
              </p:ext>
            </p:extLst>
          </p:nvPr>
        </p:nvGraphicFramePr>
        <p:xfrm>
          <a:off x="658584" y="1129084"/>
          <a:ext cx="10984832" cy="4856078"/>
        </p:xfrm>
        <a:graphic>
          <a:graphicData uri="http://schemas.openxmlformats.org/drawingml/2006/table">
            <a:tbl>
              <a:tblPr/>
              <a:tblGrid>
                <a:gridCol w="1264758">
                  <a:extLst>
                    <a:ext uri="{9D8B030D-6E8A-4147-A177-3AD203B41FA5}">
                      <a16:colId xmlns:a16="http://schemas.microsoft.com/office/drawing/2014/main" val="367364255"/>
                    </a:ext>
                  </a:extLst>
                </a:gridCol>
                <a:gridCol w="1104059">
                  <a:extLst>
                    <a:ext uri="{9D8B030D-6E8A-4147-A177-3AD203B41FA5}">
                      <a16:colId xmlns:a16="http://schemas.microsoft.com/office/drawing/2014/main" val="3214072567"/>
                    </a:ext>
                  </a:extLst>
                </a:gridCol>
                <a:gridCol w="42540">
                  <a:extLst>
                    <a:ext uri="{9D8B030D-6E8A-4147-A177-3AD203B41FA5}">
                      <a16:colId xmlns:a16="http://schemas.microsoft.com/office/drawing/2014/main" val="2290735621"/>
                    </a:ext>
                  </a:extLst>
                </a:gridCol>
                <a:gridCol w="1246958">
                  <a:extLst>
                    <a:ext uri="{9D8B030D-6E8A-4147-A177-3AD203B41FA5}">
                      <a16:colId xmlns:a16="http://schemas.microsoft.com/office/drawing/2014/main" val="748979884"/>
                    </a:ext>
                  </a:extLst>
                </a:gridCol>
                <a:gridCol w="2210463">
                  <a:extLst>
                    <a:ext uri="{9D8B030D-6E8A-4147-A177-3AD203B41FA5}">
                      <a16:colId xmlns:a16="http://schemas.microsoft.com/office/drawing/2014/main" val="139403509"/>
                    </a:ext>
                  </a:extLst>
                </a:gridCol>
                <a:gridCol w="2493888">
                  <a:extLst>
                    <a:ext uri="{9D8B030D-6E8A-4147-A177-3AD203B41FA5}">
                      <a16:colId xmlns:a16="http://schemas.microsoft.com/office/drawing/2014/main" val="310917061"/>
                    </a:ext>
                  </a:extLst>
                </a:gridCol>
                <a:gridCol w="2622166">
                  <a:extLst>
                    <a:ext uri="{9D8B030D-6E8A-4147-A177-3AD203B41FA5}">
                      <a16:colId xmlns:a16="http://schemas.microsoft.com/office/drawing/2014/main" val="1499892074"/>
                    </a:ext>
                  </a:extLst>
                </a:gridCol>
              </a:tblGrid>
              <a:tr h="556743">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zh-CN" altLang="en-US" sz="1200" b="1" i="0" u="none" strike="noStrike" dirty="0">
                          <a:solidFill>
                            <a:schemeClr val="bg1"/>
                          </a:solidFill>
                          <a:effectLst/>
                          <a:latin typeface="+mn-lt"/>
                          <a:ea typeface="+mn-ea"/>
                          <a:cs typeface="+mn-ea"/>
                          <a:sym typeface="+mn-lt"/>
                        </a:rPr>
                        <a:t> 品类</a:t>
                      </a:r>
                    </a:p>
                  </a:txBody>
                  <a:tcPr marL="8570" marR="8570" marT="857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zh-CN" altLang="en-US" sz="1200" b="1" i="0" u="none" strike="noStrike" dirty="0">
                          <a:solidFill>
                            <a:schemeClr val="bg1"/>
                          </a:solidFill>
                          <a:effectLst/>
                          <a:latin typeface="+mn-lt"/>
                          <a:ea typeface="+mn-ea"/>
                          <a:cs typeface="+mn-ea"/>
                          <a:sym typeface="+mn-lt"/>
                        </a:rPr>
                        <a:t>规模</a:t>
                      </a:r>
                      <a:r>
                        <a:rPr lang="zh-CN" altLang="en-US" sz="1200" b="1" u="none" strike="noStrike" kern="1200" dirty="0">
                          <a:solidFill>
                            <a:schemeClr val="bg1"/>
                          </a:solidFill>
                          <a:effectLst/>
                          <a:latin typeface="+mn-lt"/>
                          <a:ea typeface="+mn-ea"/>
                          <a:cs typeface="+mn-ea"/>
                          <a:sym typeface="+mn-lt"/>
                        </a:rPr>
                        <a:t>（</a:t>
                      </a:r>
                      <a:r>
                        <a:rPr lang="en-US" altLang="zh-CN" sz="1200" b="1" u="none" strike="noStrike" kern="1200" dirty="0">
                          <a:solidFill>
                            <a:schemeClr val="bg1"/>
                          </a:solidFill>
                          <a:effectLst/>
                          <a:latin typeface="+mn-lt"/>
                          <a:ea typeface="+mn-ea"/>
                          <a:cs typeface="+mn-ea"/>
                          <a:sym typeface="+mn-lt"/>
                        </a:rPr>
                        <a:t>MUSD</a:t>
                      </a:r>
                      <a:r>
                        <a:rPr lang="zh-CN" altLang="en-US" sz="1200" b="1" u="none" strike="noStrike" kern="1200" dirty="0">
                          <a:solidFill>
                            <a:schemeClr val="bg1"/>
                          </a:solidFill>
                          <a:effectLst/>
                          <a:latin typeface="+mn-lt"/>
                          <a:ea typeface="+mn-ea"/>
                          <a:cs typeface="+mn-ea"/>
                          <a:sym typeface="+mn-lt"/>
                        </a:rPr>
                        <a:t>）</a:t>
                      </a:r>
                      <a:endParaRPr lang="zh-CN" altLang="en-US" sz="1200" b="1" i="0" u="none" strike="noStrike" dirty="0">
                        <a:solidFill>
                          <a:schemeClr val="bg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rowSpan="16">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endParaRPr lang="zh-CN" altLang="en-US" sz="1200" b="1" i="0" u="none" strike="noStrike" dirty="0">
                        <a:solidFill>
                          <a:schemeClr val="bg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zh-CN" altLang="en-US" sz="1200" b="1" u="none" strike="noStrike" dirty="0">
                          <a:solidFill>
                            <a:schemeClr val="bg1"/>
                          </a:solidFill>
                          <a:effectLst/>
                          <a:latin typeface="+mn-lt"/>
                          <a:ea typeface="+mn-ea"/>
                          <a:cs typeface="+mn-ea"/>
                          <a:sym typeface="+mn-lt"/>
                        </a:rPr>
                        <a:t>品牌　</a:t>
                      </a:r>
                      <a:endParaRPr lang="zh-CN" altLang="en-US" sz="1200" b="1" i="0" u="none" strike="noStrike" dirty="0">
                        <a:solidFill>
                          <a:schemeClr val="bg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b="1" u="none" strike="noStrike" dirty="0">
                          <a:solidFill>
                            <a:schemeClr val="bg1"/>
                          </a:solidFill>
                          <a:effectLst/>
                          <a:latin typeface="+mn-lt"/>
                          <a:ea typeface="+mn-ea"/>
                          <a:cs typeface="+mn-ea"/>
                          <a:sym typeface="+mn-lt"/>
                        </a:rPr>
                        <a:t>2023</a:t>
                      </a:r>
                      <a:r>
                        <a:rPr lang="zh-CN" altLang="en-US" sz="1200" b="1" u="none" strike="noStrike" dirty="0">
                          <a:solidFill>
                            <a:schemeClr val="bg1"/>
                          </a:solidFill>
                          <a:effectLst/>
                          <a:latin typeface="+mn-lt"/>
                          <a:ea typeface="+mn-ea"/>
                          <a:cs typeface="+mn-ea"/>
                          <a:sym typeface="+mn-lt"/>
                        </a:rPr>
                        <a:t>年销售额</a:t>
                      </a:r>
                      <a:r>
                        <a:rPr lang="en-US" altLang="zh-CN" sz="1200" b="1" u="none" strike="noStrike" baseline="30000" dirty="0">
                          <a:solidFill>
                            <a:schemeClr val="bg1"/>
                          </a:solidFill>
                          <a:effectLst/>
                          <a:latin typeface="+mn-lt"/>
                          <a:ea typeface="+mn-ea"/>
                          <a:cs typeface="+mn-ea"/>
                          <a:sym typeface="+mn-lt"/>
                        </a:rPr>
                        <a:t>*</a:t>
                      </a:r>
                      <a:r>
                        <a:rPr lang="zh-CN" altLang="en-US" sz="1200" b="1" u="none" strike="noStrike" dirty="0">
                          <a:solidFill>
                            <a:schemeClr val="bg1"/>
                          </a:solidFill>
                          <a:effectLst/>
                          <a:latin typeface="+mn-lt"/>
                          <a:ea typeface="+mn-ea"/>
                          <a:cs typeface="+mn-ea"/>
                          <a:sym typeface="+mn-lt"/>
                        </a:rPr>
                        <a:t>（</a:t>
                      </a:r>
                      <a:r>
                        <a:rPr lang="en-US" altLang="zh-CN" sz="1200" b="1" u="none" strike="noStrike" dirty="0">
                          <a:solidFill>
                            <a:schemeClr val="bg1"/>
                          </a:solidFill>
                          <a:effectLst/>
                          <a:latin typeface="+mn-lt"/>
                          <a:ea typeface="+mn-ea"/>
                          <a:cs typeface="+mn-ea"/>
                          <a:sym typeface="+mn-lt"/>
                        </a:rPr>
                        <a:t>MUSD</a:t>
                      </a:r>
                      <a:r>
                        <a:rPr lang="zh-CN" altLang="en-US" sz="1200" b="1" u="none" strike="noStrike" dirty="0">
                          <a:solidFill>
                            <a:schemeClr val="bg1"/>
                          </a:solidFill>
                          <a:effectLst/>
                          <a:latin typeface="+mn-lt"/>
                          <a:ea typeface="+mn-ea"/>
                          <a:cs typeface="+mn-ea"/>
                          <a:sym typeface="+mn-lt"/>
                        </a:rPr>
                        <a:t>）</a:t>
                      </a:r>
                      <a:endParaRPr lang="en-US" altLang="zh-CN" sz="1200" b="1" u="none" strike="noStrike" dirty="0">
                        <a:solidFill>
                          <a:schemeClr val="bg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b="1" u="none" strike="noStrike" kern="1200" dirty="0">
                          <a:solidFill>
                            <a:schemeClr val="bg1"/>
                          </a:solidFill>
                          <a:effectLst/>
                          <a:latin typeface="+mn-lt"/>
                          <a:ea typeface="+mn-ea"/>
                          <a:cs typeface="+mn-ea"/>
                          <a:sym typeface="+mn-lt"/>
                        </a:rPr>
                        <a:t>2023</a:t>
                      </a:r>
                      <a:r>
                        <a:rPr lang="zh-CN" altLang="en-US" sz="1200" b="1" u="none" strike="noStrike" kern="1200" dirty="0">
                          <a:solidFill>
                            <a:schemeClr val="bg1"/>
                          </a:solidFill>
                          <a:effectLst/>
                          <a:latin typeface="+mn-lt"/>
                          <a:ea typeface="+mn-ea"/>
                          <a:cs typeface="+mn-ea"/>
                          <a:sym typeface="+mn-lt"/>
                        </a:rPr>
                        <a:t>年海外子公司</a:t>
                      </a:r>
                      <a:r>
                        <a:rPr lang="en-US" altLang="zh-CN" sz="1200" b="1" u="none" strike="noStrike" kern="1200" dirty="0">
                          <a:solidFill>
                            <a:schemeClr val="bg1"/>
                          </a:solidFill>
                          <a:effectLst/>
                          <a:latin typeface="+mn-lt"/>
                          <a:ea typeface="+mn-ea"/>
                          <a:cs typeface="+mn-ea"/>
                          <a:sym typeface="+mn-lt"/>
                        </a:rPr>
                        <a:t>/</a:t>
                      </a:r>
                      <a:r>
                        <a:rPr lang="zh-CN" altLang="en-US" sz="1200" b="1" u="none" strike="noStrike" kern="1200" dirty="0">
                          <a:solidFill>
                            <a:schemeClr val="bg1"/>
                          </a:solidFill>
                          <a:effectLst/>
                          <a:latin typeface="+mn-lt"/>
                          <a:ea typeface="+mn-ea"/>
                          <a:cs typeface="+mn-ea"/>
                          <a:sym typeface="+mn-lt"/>
                        </a:rPr>
                        <a:t>分支机构数量</a:t>
                      </a:r>
                      <a:r>
                        <a:rPr lang="en-US" altLang="zh-CN" sz="1200" b="1" u="none" strike="noStrike" dirty="0">
                          <a:solidFill>
                            <a:schemeClr val="bg1"/>
                          </a:solidFill>
                          <a:effectLst/>
                          <a:latin typeface="+mn-lt"/>
                          <a:ea typeface="+mn-ea"/>
                          <a:cs typeface="+mn-ea"/>
                          <a:sym typeface="+mn-lt"/>
                        </a:rPr>
                        <a:t> </a:t>
                      </a:r>
                      <a:endParaRPr lang="zh-CN" altLang="en-US" sz="1200" b="1" u="none" strike="noStrike" kern="1200" dirty="0">
                        <a:solidFill>
                          <a:schemeClr val="bg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b="1" u="none" strike="noStrike" dirty="0">
                          <a:solidFill>
                            <a:schemeClr val="bg1"/>
                          </a:solidFill>
                          <a:effectLst/>
                          <a:latin typeface="+mn-lt"/>
                          <a:ea typeface="+mn-ea"/>
                          <a:cs typeface="+mn-ea"/>
                          <a:sym typeface="+mn-lt"/>
                        </a:rPr>
                        <a:t>2023</a:t>
                      </a:r>
                      <a:r>
                        <a:rPr lang="zh-CN" altLang="en-US" sz="1200" b="1" u="none" strike="noStrike" dirty="0">
                          <a:solidFill>
                            <a:schemeClr val="bg1"/>
                          </a:solidFill>
                          <a:effectLst/>
                          <a:latin typeface="+mn-lt"/>
                          <a:ea typeface="+mn-ea"/>
                          <a:cs typeface="+mn-ea"/>
                          <a:sym typeface="+mn-lt"/>
                        </a:rPr>
                        <a:t>年覆盖国家数量</a:t>
                      </a:r>
                      <a:endParaRPr lang="zh-CN" altLang="en-US" sz="1200" b="1" i="0" u="none" strike="noStrike" dirty="0">
                        <a:solidFill>
                          <a:schemeClr val="bg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603046928"/>
                  </a:ext>
                </a:extLst>
              </a:tr>
              <a:tr h="287681">
                <a:tc rowSpan="5">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zh-CN" altLang="en-US" sz="1200" b="1" u="none" strike="noStrike" dirty="0">
                          <a:solidFill>
                            <a:schemeClr val="tx1"/>
                          </a:solidFill>
                          <a:effectLst/>
                          <a:latin typeface="+mn-lt"/>
                          <a:ea typeface="+mn-ea"/>
                          <a:cs typeface="+mn-ea"/>
                          <a:sym typeface="+mn-lt"/>
                        </a:rPr>
                        <a:t>大家电</a:t>
                      </a:r>
                      <a:endParaRPr lang="en-US" sz="1200" b="1" i="0" u="none" strike="noStrike" dirty="0">
                        <a:solidFill>
                          <a:schemeClr val="tx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b="0" i="0" u="none" strike="noStrike" dirty="0">
                          <a:solidFill>
                            <a:schemeClr val="tx1"/>
                          </a:solidFill>
                          <a:effectLst/>
                          <a:latin typeface="+mn-lt"/>
                          <a:ea typeface="+mn-ea"/>
                          <a:cs typeface="+mn-ea"/>
                          <a:sym typeface="+mn-lt"/>
                        </a:rPr>
                        <a:t>278,924</a:t>
                      </a:r>
                    </a:p>
                  </a:txBody>
                  <a:tcPr marL="8570" marR="8570" marT="8570" marB="0" anchor="ctr">
                    <a:lnL>
                      <a:noFill/>
                    </a:lnL>
                    <a:lnR>
                      <a:noFill/>
                    </a:lnR>
                    <a:lnT w="12700" cap="flat" cmpd="sng" algn="ctr">
                      <a:solidFill>
                        <a:srgbClr val="000000"/>
                      </a:solidFill>
                      <a:prstDash val="solid"/>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12700"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solidFill>
                      <a:schemeClr val="bg1">
                        <a:lumMod val="95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LG</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23,086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116</a:t>
                      </a:r>
                    </a:p>
                  </a:txBody>
                  <a:tcPr marL="9525" marR="9525" marT="9525"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55</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2645111412"/>
                  </a:ext>
                </a:extLst>
              </a:tr>
              <a:tr h="28768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Samsung</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19,000 </a:t>
                      </a:r>
                      <a:endParaRPr lang="zh-CN" alt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226</a:t>
                      </a: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45</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4142278"/>
                  </a:ext>
                </a:extLst>
              </a:tr>
              <a:tr h="28768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solidFill>
                      <a:schemeClr val="bg1">
                        <a:lumMod val="95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Bosch</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21,740 </a:t>
                      </a:r>
                      <a:endParaRPr lang="zh-CN" alt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468</a:t>
                      </a: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62</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2189190656"/>
                  </a:ext>
                </a:extLst>
              </a:tr>
              <a:tr h="27180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Whirlpool</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19,455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174</a:t>
                      </a: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53</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2694687"/>
                  </a:ext>
                </a:extLst>
              </a:tr>
              <a:tr h="28768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dirty="0"/>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Electrolux</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12,681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37</a:t>
                      </a: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29</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822811899"/>
                  </a:ext>
                </a:extLst>
              </a:tr>
              <a:tr h="287681">
                <a:tc rowSpan="3">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zh-CN" altLang="en-US" sz="1200" b="1" u="none" strike="noStrike" dirty="0">
                          <a:solidFill>
                            <a:schemeClr val="tx1"/>
                          </a:solidFill>
                          <a:effectLst/>
                          <a:latin typeface="+mn-lt"/>
                          <a:ea typeface="+mn-ea"/>
                          <a:cs typeface="+mn-ea"/>
                          <a:sym typeface="+mn-lt"/>
                        </a:rPr>
                        <a:t>小家电</a:t>
                      </a:r>
                      <a:endParaRPr lang="en-US" sz="1200" b="1"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b="0" i="0" u="none" strike="noStrike" dirty="0">
                          <a:solidFill>
                            <a:schemeClr val="tx1"/>
                          </a:solidFill>
                          <a:effectLst/>
                          <a:latin typeface="+mn-lt"/>
                          <a:ea typeface="+mn-ea"/>
                          <a:cs typeface="+mn-ea"/>
                          <a:sym typeface="+mn-lt"/>
                        </a:rPr>
                        <a:t>251,613</a:t>
                      </a: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9525"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SEB SA</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8,658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37</a:t>
                      </a:r>
                    </a:p>
                  </a:txBody>
                  <a:tcPr marL="9525" marR="9525" marT="9525" marB="0" anchor="b">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12</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1789409"/>
                  </a:ext>
                </a:extLst>
              </a:tr>
              <a:tr h="28768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solidFill>
                      <a:schemeClr val="bg1">
                        <a:lumMod val="95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Shark Ninja</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4,254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23</a:t>
                      </a: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9</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20796593"/>
                  </a:ext>
                </a:extLst>
              </a:tr>
              <a:tr h="28768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Breville</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995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24</a:t>
                      </a: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12+</a:t>
                      </a:r>
                      <a:r>
                        <a:rPr lang="zh-CN" altLang="en-US" sz="1200" u="none" strike="noStrike" dirty="0">
                          <a:solidFill>
                            <a:schemeClr val="tx1"/>
                          </a:solidFill>
                          <a:effectLst/>
                          <a:latin typeface="+mn-lt"/>
                          <a:ea typeface="+mn-ea"/>
                          <a:cs typeface="+mn-ea"/>
                          <a:sym typeface="+mn-lt"/>
                        </a:rPr>
                        <a:t>中国香港</a:t>
                      </a:r>
                      <a:endParaRPr lang="zh-CN" alt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8971600"/>
                  </a:ext>
                </a:extLst>
              </a:tr>
              <a:tr h="287681">
                <a:tc rowSpan="4">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zh-CN" altLang="en-US" sz="1200" b="1" u="none" strike="noStrike" dirty="0">
                          <a:solidFill>
                            <a:schemeClr val="tx1"/>
                          </a:solidFill>
                          <a:effectLst/>
                          <a:latin typeface="+mn-lt"/>
                          <a:ea typeface="+mn-ea"/>
                          <a:cs typeface="+mn-ea"/>
                          <a:sym typeface="+mn-lt"/>
                        </a:rPr>
                        <a:t>暖通空调</a:t>
                      </a:r>
                      <a:endParaRPr lang="en-US" sz="1200" b="1" i="0" u="none" strike="noStrike" baseline="30000"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b="0" i="0" u="none" strike="noStrike" dirty="0">
                          <a:solidFill>
                            <a:schemeClr val="tx1"/>
                          </a:solidFill>
                          <a:effectLst/>
                          <a:latin typeface="+mn-lt"/>
                          <a:ea typeface="+mn-ea"/>
                          <a:cs typeface="+mn-ea"/>
                          <a:sym typeface="+mn-lt"/>
                        </a:rPr>
                        <a:t>90,523</a:t>
                      </a: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9525"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solidFill>
                      <a:schemeClr val="bg1">
                        <a:lumMod val="95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Daikin</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26,869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131</a:t>
                      </a:r>
                    </a:p>
                  </a:txBody>
                  <a:tcPr marL="9525" marR="9525" marT="9525" marB="0" anchor="b">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30</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858590218"/>
                  </a:ext>
                </a:extLst>
              </a:tr>
              <a:tr h="28768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Carrier</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18,957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a:t>
                      </a:r>
                      <a:endParaRPr lang="zh-CN" altLang="en-US" sz="1200" u="none" strike="noStrike" kern="1200" dirty="0">
                        <a:solidFill>
                          <a:schemeClr val="tx1"/>
                        </a:solidFill>
                        <a:effectLst/>
                        <a:latin typeface="+mn-lt"/>
                        <a:ea typeface="+mn-ea"/>
                        <a:cs typeface="+mn-ea"/>
                        <a:sym typeface="+mn-lt"/>
                      </a:endParaRP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zh-CN" altLang="en-US" sz="1200" u="none" strike="noStrike" dirty="0">
                          <a:solidFill>
                            <a:schemeClr val="tx1"/>
                          </a:solidFill>
                          <a:effectLst/>
                          <a:latin typeface="+mn-lt"/>
                          <a:ea typeface="+mn-ea"/>
                          <a:cs typeface="+mn-ea"/>
                          <a:sym typeface="+mn-lt"/>
                        </a:rPr>
                        <a:t>暂无准确信息（业务覆盖</a:t>
                      </a:r>
                      <a:r>
                        <a:rPr lang="en-US" altLang="zh-CN" sz="1200" u="none" strike="noStrike" dirty="0">
                          <a:solidFill>
                            <a:schemeClr val="tx1"/>
                          </a:solidFill>
                          <a:effectLst/>
                          <a:latin typeface="+mn-lt"/>
                          <a:ea typeface="+mn-ea"/>
                          <a:cs typeface="+mn-ea"/>
                          <a:sym typeface="+mn-lt"/>
                        </a:rPr>
                        <a:t>160</a:t>
                      </a:r>
                      <a:r>
                        <a:rPr lang="zh-CN" altLang="en-US" sz="1200" u="none" strike="noStrike" dirty="0">
                          <a:solidFill>
                            <a:schemeClr val="tx1"/>
                          </a:solidFill>
                          <a:effectLst/>
                          <a:latin typeface="+mn-lt"/>
                          <a:ea typeface="+mn-ea"/>
                          <a:cs typeface="+mn-ea"/>
                          <a:sym typeface="+mn-lt"/>
                        </a:rPr>
                        <a:t>余国家）</a:t>
                      </a:r>
                      <a:endParaRPr lang="zh-CN" alt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1176055"/>
                  </a:ext>
                </a:extLst>
              </a:tr>
              <a:tr h="28768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solidFill>
                      <a:schemeClr val="bg1">
                        <a:lumMod val="95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Trane</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17,678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19</a:t>
                      </a: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12</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137427711"/>
                  </a:ext>
                </a:extLst>
              </a:tr>
              <a:tr h="28768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York</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a:t>
                      </a:r>
                      <a:r>
                        <a:rPr lang="zh-CN" altLang="en-US" sz="1200" u="none" strike="noStrike" dirty="0">
                          <a:solidFill>
                            <a:schemeClr val="tx1"/>
                          </a:solidFill>
                          <a:effectLst/>
                          <a:latin typeface="+mn-lt"/>
                          <a:ea typeface="+mn-ea"/>
                          <a:cs typeface="+mn-ea"/>
                          <a:sym typeface="+mn-lt"/>
                        </a:rPr>
                        <a:t>　</a:t>
                      </a:r>
                      <a:endParaRPr lang="zh-CN" alt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marR="0" lvl="0" indent="0" algn="ctr" defTabSz="711200" rtl="0" eaLnBrk="1" fontAlgn="b" latinLnBrk="0" hangingPunct="1">
                        <a:lnSpc>
                          <a:spcPct val="100000"/>
                        </a:lnSpc>
                        <a:spcBef>
                          <a:spcPts val="1200"/>
                        </a:spcBef>
                        <a:spcAft>
                          <a:spcPts val="0"/>
                        </a:spcAft>
                        <a:buClrTx/>
                        <a:buSzTx/>
                        <a:buFontTx/>
                        <a:buNone/>
                        <a:tabLst/>
                        <a:defRPr/>
                      </a:pPr>
                      <a:r>
                        <a:rPr lang="en-US" altLang="zh-CN" sz="1200" u="none" strike="noStrike" kern="1200" dirty="0">
                          <a:solidFill>
                            <a:schemeClr val="tx1"/>
                          </a:solidFill>
                          <a:effectLst/>
                          <a:latin typeface="+mn-lt"/>
                          <a:ea typeface="+mn-ea"/>
                          <a:cs typeface="+mn-ea"/>
                          <a:sym typeface="+mn-lt"/>
                        </a:rPr>
                        <a:t>-</a:t>
                      </a:r>
                      <a:endParaRPr lang="zh-CN" altLang="en-US" sz="1200" u="none" strike="noStrike" kern="1200" dirty="0">
                        <a:solidFill>
                          <a:schemeClr val="tx1"/>
                        </a:solidFill>
                        <a:effectLst/>
                        <a:latin typeface="+mn-lt"/>
                        <a:ea typeface="+mn-ea"/>
                        <a:cs typeface="+mn-ea"/>
                        <a:sym typeface="+mn-lt"/>
                      </a:endParaRP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a:t>
                      </a:r>
                      <a:endParaRPr lang="zh-CN" alt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9525"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2944474"/>
                  </a:ext>
                </a:extLst>
              </a:tr>
              <a:tr h="287681">
                <a:tc rowSpan="3">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zh-CN" altLang="en-US" sz="1200" b="1" u="none" strike="noStrike" dirty="0">
                          <a:solidFill>
                            <a:schemeClr val="tx1"/>
                          </a:solidFill>
                          <a:effectLst/>
                          <a:latin typeface="+mn-lt"/>
                          <a:ea typeface="+mn-ea"/>
                          <a:cs typeface="+mn-ea"/>
                          <a:sym typeface="+mn-lt"/>
                        </a:rPr>
                        <a:t>水产品</a:t>
                      </a:r>
                      <a:endParaRPr lang="en-US" sz="1200" b="1"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b="0" i="0" u="none" strike="noStrike" dirty="0">
                          <a:solidFill>
                            <a:schemeClr val="tx1"/>
                          </a:solidFill>
                          <a:effectLst/>
                          <a:latin typeface="+mn-lt"/>
                          <a:ea typeface="+mn-ea"/>
                          <a:cs typeface="+mn-ea"/>
                          <a:sym typeface="+mn-lt"/>
                        </a:rPr>
                        <a:t>53,643</a:t>
                      </a: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9525"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solidFill>
                      <a:schemeClr val="bg1">
                        <a:lumMod val="95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Ariston</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3,092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98</a:t>
                      </a:r>
                    </a:p>
                  </a:txBody>
                  <a:tcPr marL="9525" marR="9525" marT="9525" marB="0" anchor="b">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38</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9525" cap="flat" cmpd="sng" algn="ctr">
                      <a:solidFill>
                        <a:srgbClr val="000000">
                          <a:lumMod val="50000"/>
                          <a:lumOff val="50000"/>
                        </a:srgbClr>
                      </a:solidFill>
                      <a:prstDash val="solid"/>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553030679"/>
                  </a:ext>
                </a:extLst>
              </a:tr>
              <a:tr h="287681">
                <a:tc vMerge="1">
                  <a:txBody>
                    <a:bodyPr/>
                    <a:lstStyle/>
                    <a:p>
                      <a:pPr marL="0" indent="0" algn="l" fontAlgn="b">
                        <a:buFontTx/>
                        <a:buNone/>
                      </a:pPr>
                      <a:endParaRPr lang="en-US" sz="1000" b="0" i="0" u="none" strike="noStrike">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Rheem</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6,000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19</a:t>
                      </a: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17</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6350" cap="flat" cmpd="sng" algn="ctr">
                      <a:solidFill>
                        <a:srgbClr val="000000">
                          <a:lumMod val="50000"/>
                          <a:lumOff val="50000"/>
                        </a:srgb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479196"/>
                  </a:ext>
                </a:extLst>
              </a:tr>
              <a:tr h="287681">
                <a:tc vMerge="1">
                  <a:txBody>
                    <a:bodyPr/>
                    <a:lstStyle/>
                    <a:p>
                      <a:pPr marL="0" indent="0" algn="l" fontAlgn="b">
                        <a:buFontTx/>
                        <a:buNone/>
                      </a:pPr>
                      <a:endParaRPr lang="en-US" sz="1000" b="0" i="0" u="none" strike="noStrike" dirty="0">
                        <a:solidFill>
                          <a:srgbClr val="000000"/>
                        </a:solidFill>
                        <a:effectLst/>
                        <a:latin typeface="等线" panose="02010600030101010101" pitchFamily="2" charset="-122"/>
                        <a:ea typeface="等线" panose="02010600030101010101" pitchFamily="2" charset="-122"/>
                      </a:endParaRPr>
                    </a:p>
                  </a:txBody>
                  <a:tcPr marL="8570" marR="8570" marT="8570" marB="0" anchor="ctr"/>
                </a:tc>
                <a:tc vMerge="1">
                  <a:txBody>
                    <a:bodyPr/>
                    <a:lstStyle/>
                    <a:p>
                      <a:endParaRPr lang="zh-CN" altLang="en-US"/>
                    </a:p>
                  </a:txBody>
                  <a:tcPr/>
                </a:tc>
                <a:tc vMerge="1">
                  <a:txBody>
                    <a:bodyPr/>
                    <a:lstStyle/>
                    <a:p>
                      <a:pPr marL="0" indent="0" algn="l" fontAlgn="b">
                        <a:buFontTx/>
                        <a:buNone/>
                      </a:pPr>
                      <a:endParaRPr lang="en-US" sz="1000" b="0" i="0" u="none" strike="noStrike" dirty="0">
                        <a:solidFill>
                          <a:schemeClr val="tx1"/>
                        </a:solidFill>
                        <a:effectLst/>
                        <a:latin typeface="+mj-ea"/>
                        <a:ea typeface="+mj-ea"/>
                      </a:endParaRPr>
                    </a:p>
                  </a:txBody>
                  <a:tcPr marL="8570" marR="8570" marT="8570" marB="0" anchor="ctr">
                    <a:lnT w="6350" cap="flat" cmpd="sng" algn="ctr">
                      <a:solidFill>
                        <a:schemeClr val="tx1">
                          <a:lumMod val="50000"/>
                          <a:lumOff val="50000"/>
                        </a:schemeClr>
                      </a:solidFill>
                      <a:prstDash val="sysDot"/>
                      <a:round/>
                      <a:headEnd type="none" w="med" len="med"/>
                      <a:tailEnd type="none" w="med" len="med"/>
                    </a:lnT>
                    <a:lnB w="6350" cap="flat" cmpd="sng" algn="ctr">
                      <a:solidFill>
                        <a:schemeClr val="tx1">
                          <a:lumMod val="50000"/>
                          <a:lumOff val="50000"/>
                        </a:schemeClr>
                      </a:solidFill>
                      <a:prstDash val="sysDot"/>
                      <a:round/>
                      <a:headEnd type="none" w="med" len="med"/>
                      <a:tailEnd type="none" w="med" len="med"/>
                    </a:lnB>
                    <a:solidFill>
                      <a:schemeClr val="bg1">
                        <a:lumMod val="95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sz="1200" u="none" strike="noStrike" dirty="0">
                          <a:solidFill>
                            <a:schemeClr val="tx1"/>
                          </a:solidFill>
                          <a:effectLst/>
                          <a:latin typeface="+mn-lt"/>
                          <a:ea typeface="+mn-ea"/>
                          <a:cs typeface="+mn-ea"/>
                          <a:sym typeface="+mn-lt"/>
                        </a:rPr>
                        <a:t>AO Smith</a:t>
                      </a:r>
                      <a:endParaRPr lang="en-US"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3,853 </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defTabSz="711200" rtl="0" eaLnBrk="1" fontAlgn="b" latinLnBrk="0" hangingPunct="1">
                        <a:spcBef>
                          <a:spcPts val="1200"/>
                        </a:spcBef>
                        <a:buFontTx/>
                        <a:buNone/>
                      </a:pPr>
                      <a:r>
                        <a:rPr lang="en-US" altLang="zh-CN" sz="1200" u="none" strike="noStrike" kern="1200" dirty="0">
                          <a:solidFill>
                            <a:schemeClr val="tx1"/>
                          </a:solidFill>
                          <a:effectLst/>
                          <a:latin typeface="+mn-lt"/>
                          <a:ea typeface="+mn-ea"/>
                          <a:cs typeface="+mn-ea"/>
                          <a:sym typeface="+mn-lt"/>
                        </a:rPr>
                        <a:t>33</a:t>
                      </a:r>
                    </a:p>
                  </a:txBody>
                  <a:tcPr marL="9525" marR="9525" marT="9525" marB="0" anchor="b">
                    <a:lnL>
                      <a:noFill/>
                    </a:lnL>
                    <a:lnR>
                      <a:noFill/>
                    </a:lnR>
                    <a:lnT w="6350" cap="flat" cmpd="sng" algn="ctr">
                      <a:solidFill>
                        <a:srgbClr val="000000">
                          <a:lumMod val="50000"/>
                          <a:lumOff val="50000"/>
                        </a:srgb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177800" indent="-177800" algn="l" defTabSz="711200" rtl="0" eaLnBrk="1" latinLnBrk="0" hangingPunct="1">
                        <a:spcBef>
                          <a:spcPts val="1200"/>
                        </a:spcBef>
                        <a:buChar char="•"/>
                        <a:defRPr sz="1600" kern="1200">
                          <a:solidFill>
                            <a:schemeClr val="tx1"/>
                          </a:solidFill>
                          <a:latin typeface="Arial"/>
                          <a:ea typeface="Microsoft YaHei"/>
                        </a:defRPr>
                      </a:lvl1pPr>
                      <a:lvl2pPr marL="355600" indent="-177800" algn="l" defTabSz="711200" rtl="0" eaLnBrk="1" latinLnBrk="0" hangingPunct="1">
                        <a:spcBef>
                          <a:spcPts val="600"/>
                        </a:spcBef>
                        <a:buChar char="–"/>
                        <a:defRPr sz="1400" kern="1200">
                          <a:solidFill>
                            <a:schemeClr val="tx1"/>
                          </a:solidFill>
                          <a:latin typeface="Arial"/>
                          <a:ea typeface="Microsoft YaHei"/>
                        </a:defRPr>
                      </a:lvl2pPr>
                      <a:lvl3pPr marL="533400" indent="-177800" algn="l" defTabSz="711200" rtl="0" eaLnBrk="1" latinLnBrk="0" hangingPunct="1">
                        <a:spcBef>
                          <a:spcPts val="600"/>
                        </a:spcBef>
                        <a:buChar char="&gt;"/>
                        <a:defRPr sz="1400" kern="1200">
                          <a:solidFill>
                            <a:schemeClr val="tx1"/>
                          </a:solidFill>
                          <a:latin typeface="Arial"/>
                          <a:ea typeface="Microsoft YaHei"/>
                        </a:defRPr>
                      </a:lvl3pPr>
                      <a:lvl4pPr marL="711200" indent="-177800" algn="l" defTabSz="711200" rtl="0" eaLnBrk="1" latinLnBrk="0" hangingPunct="1">
                        <a:spcBef>
                          <a:spcPts val="600"/>
                        </a:spcBef>
                        <a:buChar char="–"/>
                        <a:defRPr sz="1400" kern="1200">
                          <a:solidFill>
                            <a:schemeClr val="tx1"/>
                          </a:solidFill>
                          <a:latin typeface="Arial"/>
                          <a:ea typeface="Microsoft YaHei"/>
                        </a:defRPr>
                      </a:lvl4pPr>
                      <a:lvl5pPr marL="889000" indent="-177800" algn="l" defTabSz="711200" rtl="0" eaLnBrk="1" latinLnBrk="0" hangingPunct="1">
                        <a:spcBef>
                          <a:spcPts val="600"/>
                        </a:spcBef>
                        <a:buChar char="&gt;"/>
                        <a:defRPr sz="1400" kern="1200">
                          <a:solidFill>
                            <a:schemeClr val="tx1"/>
                          </a:solidFill>
                          <a:latin typeface="Arial"/>
                          <a:ea typeface="Microsoft YaHei"/>
                        </a:defRPr>
                      </a:lvl5pPr>
                      <a:lvl6pPr marL="1066800" algn="l" defTabSz="711200" rtl="0" eaLnBrk="1" latinLnBrk="0" hangingPunct="1">
                        <a:defRPr sz="1400" kern="1200">
                          <a:solidFill>
                            <a:schemeClr val="tx1"/>
                          </a:solidFill>
                          <a:latin typeface="Arial"/>
                          <a:ea typeface="Microsoft YaHei"/>
                        </a:defRPr>
                      </a:lvl6pPr>
                      <a:lvl7pPr marL="1244600" algn="l" defTabSz="711200" rtl="0" eaLnBrk="1" latinLnBrk="0" hangingPunct="1">
                        <a:defRPr sz="1400" kern="1200">
                          <a:solidFill>
                            <a:schemeClr val="tx1"/>
                          </a:solidFill>
                          <a:latin typeface="Arial"/>
                          <a:ea typeface="Microsoft YaHei"/>
                        </a:defRPr>
                      </a:lvl7pPr>
                      <a:lvl8pPr marL="1422400" algn="l" defTabSz="711200" rtl="0" eaLnBrk="1" latinLnBrk="0" hangingPunct="1">
                        <a:defRPr sz="1400" kern="1200">
                          <a:solidFill>
                            <a:schemeClr val="tx1"/>
                          </a:solidFill>
                          <a:latin typeface="Arial"/>
                          <a:ea typeface="Microsoft YaHei"/>
                        </a:defRPr>
                      </a:lvl8pPr>
                      <a:lvl9pPr marL="1600200" algn="l" defTabSz="711200" rtl="0" eaLnBrk="1" latinLnBrk="0" hangingPunct="1">
                        <a:defRPr sz="1400" kern="1200">
                          <a:solidFill>
                            <a:schemeClr val="tx1"/>
                          </a:solidFill>
                          <a:latin typeface="Arial"/>
                          <a:ea typeface="Microsoft YaHei"/>
                        </a:defRPr>
                      </a:lvl9pPr>
                    </a:lstStyle>
                    <a:p>
                      <a:pPr marL="0" indent="0" algn="ctr" fontAlgn="b">
                        <a:buFontTx/>
                        <a:buNone/>
                      </a:pPr>
                      <a:r>
                        <a:rPr lang="en-US" altLang="zh-CN" sz="1200" u="none" strike="noStrike" dirty="0">
                          <a:solidFill>
                            <a:schemeClr val="tx1"/>
                          </a:solidFill>
                          <a:effectLst/>
                          <a:latin typeface="+mn-lt"/>
                          <a:ea typeface="+mn-ea"/>
                          <a:cs typeface="+mn-ea"/>
                          <a:sym typeface="+mn-lt"/>
                        </a:rPr>
                        <a:t>18</a:t>
                      </a:r>
                      <a:endParaRPr lang="en-US" altLang="zh-CN" sz="1200" b="0" i="0" u="none" strike="noStrike" dirty="0">
                        <a:solidFill>
                          <a:schemeClr val="tx1"/>
                        </a:solidFill>
                        <a:effectLst/>
                        <a:latin typeface="+mn-lt"/>
                        <a:ea typeface="+mn-ea"/>
                        <a:cs typeface="+mn-ea"/>
                        <a:sym typeface="+mn-lt"/>
                      </a:endParaRPr>
                    </a:p>
                  </a:txBody>
                  <a:tcPr marL="8570" marR="8570" marT="8570" marB="0" anchor="ctr">
                    <a:lnL>
                      <a:noFill/>
                    </a:lnL>
                    <a:lnR>
                      <a:noFill/>
                    </a:lnR>
                    <a:lnT w="6350" cap="flat" cmpd="sng" algn="ctr">
                      <a:solidFill>
                        <a:srgbClr val="000000">
                          <a:lumMod val="50000"/>
                          <a:lumOff val="50000"/>
                        </a:srgb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841606675"/>
                  </a:ext>
                </a:extLst>
              </a:tr>
            </a:tbl>
          </a:graphicData>
        </a:graphic>
      </p:graphicFrame>
      <p:sp>
        <p:nvSpPr>
          <p:cNvPr id="4" name="文本框 3">
            <a:extLst>
              <a:ext uri="{FF2B5EF4-FFF2-40B4-BE49-F238E27FC236}">
                <a16:creationId xmlns:a16="http://schemas.microsoft.com/office/drawing/2014/main" id="{EA68A1B6-12F1-DF4B-7DE0-BC7C85083A9B}"/>
              </a:ext>
            </a:extLst>
          </p:cNvPr>
          <p:cNvSpPr txBox="1"/>
          <p:nvPr/>
        </p:nvSpPr>
        <p:spPr bwMode="gray">
          <a:xfrm>
            <a:off x="71563" y="6198137"/>
            <a:ext cx="12120438" cy="439855"/>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altLang="zh-CN" sz="1000" b="0" i="0" u="none" strike="noStrike" kern="1200" cap="none" spc="0" normalizeH="0" baseline="0" noProof="0" dirty="0">
                <a:ln>
                  <a:noFill/>
                </a:ln>
                <a:solidFill>
                  <a:srgbClr val="000000"/>
                </a:solidFill>
                <a:effectLst/>
                <a:uLnTx/>
                <a:uFillTx/>
                <a:cs typeface="+mn-ea"/>
                <a:sym typeface="+mn-lt"/>
              </a:rPr>
              <a:t>*</a:t>
            </a:r>
            <a:r>
              <a:rPr kumimoji="0" lang="zh-CN" altLang="en-US" sz="1000" b="0" i="0" u="none" strike="noStrike" kern="1200" cap="none" spc="0" normalizeH="0" baseline="0" noProof="0" dirty="0">
                <a:ln>
                  <a:noFill/>
                </a:ln>
                <a:solidFill>
                  <a:srgbClr val="000000"/>
                </a:solidFill>
                <a:effectLst/>
                <a:uLnTx/>
                <a:uFillTx/>
                <a:cs typeface="+mn-ea"/>
                <a:sym typeface="+mn-lt"/>
              </a:rPr>
              <a:t>数据来源：其中大电、小电、热水来自于欧睿 ，</a:t>
            </a:r>
            <a:r>
              <a:rPr kumimoji="0" lang="en-US" altLang="zh-CN" sz="1000" b="0" i="0" u="none" strike="noStrike" kern="1200" cap="none" spc="0" normalizeH="0" baseline="0" noProof="0" dirty="0">
                <a:ln>
                  <a:noFill/>
                </a:ln>
                <a:solidFill>
                  <a:srgbClr val="000000"/>
                </a:solidFill>
                <a:effectLst/>
                <a:uLnTx/>
                <a:uFillTx/>
                <a:cs typeface="+mn-ea"/>
                <a:sym typeface="+mn-lt"/>
              </a:rPr>
              <a:t>HVAC</a:t>
            </a:r>
            <a:r>
              <a:rPr kumimoji="0" lang="zh-CN" altLang="en-US" sz="1000" b="0" i="0" u="none" strike="noStrike" kern="1200" cap="none" spc="0" normalizeH="0" baseline="0" noProof="0" dirty="0">
                <a:ln>
                  <a:noFill/>
                </a:ln>
                <a:solidFill>
                  <a:srgbClr val="000000"/>
                </a:solidFill>
                <a:effectLst/>
                <a:uLnTx/>
                <a:uFillTx/>
                <a:cs typeface="+mn-ea"/>
                <a:sym typeface="+mn-lt"/>
              </a:rPr>
              <a:t>来自于</a:t>
            </a:r>
            <a:r>
              <a:rPr kumimoji="0" lang="en-US" altLang="zh-CN" sz="1000" b="0" i="0" u="none" strike="noStrike" kern="1200" cap="none" spc="0" normalizeH="0" baseline="0" noProof="0" dirty="0">
                <a:ln>
                  <a:noFill/>
                </a:ln>
                <a:solidFill>
                  <a:srgbClr val="000000"/>
                </a:solidFill>
                <a:effectLst/>
                <a:uLnTx/>
                <a:uFillTx/>
                <a:cs typeface="+mn-ea"/>
                <a:sym typeface="+mn-lt"/>
              </a:rPr>
              <a:t>BSRIA</a:t>
            </a:r>
            <a:r>
              <a:rPr kumimoji="0" lang="en-US" altLang="zh-CN" sz="1000" b="0" i="0" u="none" strike="noStrike" kern="1200" cap="none" spc="0" normalizeH="0" baseline="30000" noProof="0" dirty="0">
                <a:ln>
                  <a:noFill/>
                </a:ln>
                <a:solidFill>
                  <a:srgbClr val="000000"/>
                </a:solidFill>
                <a:effectLst/>
                <a:uLnTx/>
                <a:uFillTx/>
                <a:cs typeface="+mn-ea"/>
                <a:sym typeface="+mn-lt"/>
              </a:rPr>
              <a:t>*</a:t>
            </a:r>
            <a:r>
              <a:rPr kumimoji="0" lang="en-US" altLang="zh-CN" sz="1000" b="0" i="0" u="none" strike="noStrike" kern="1200" cap="none" spc="0" normalizeH="0" baseline="0" noProof="0" dirty="0">
                <a:ln>
                  <a:noFill/>
                </a:ln>
                <a:solidFill>
                  <a:srgbClr val="000000"/>
                </a:solidFill>
                <a:effectLst/>
                <a:uLnTx/>
                <a:uFillTx/>
                <a:cs typeface="+mn-ea"/>
                <a:sym typeface="+mn-lt"/>
              </a:rPr>
              <a:t>2021</a:t>
            </a:r>
            <a:r>
              <a:rPr kumimoji="0" lang="zh-CN" altLang="en-US" sz="1000" b="0" i="0" u="none" strike="noStrike" kern="1200" cap="none" spc="0" normalizeH="0" baseline="0" noProof="0" dirty="0">
                <a:ln>
                  <a:noFill/>
                </a:ln>
                <a:solidFill>
                  <a:srgbClr val="000000"/>
                </a:solidFill>
                <a:effectLst/>
                <a:uLnTx/>
                <a:uFillTx/>
                <a:cs typeface="+mn-ea"/>
                <a:sym typeface="+mn-lt"/>
              </a:rPr>
              <a:t>年数据推算可得（</a:t>
            </a:r>
            <a:r>
              <a:rPr kumimoji="0" lang="en-US" altLang="zh-CN" sz="1000" b="0" i="0" u="none" strike="noStrike" kern="1200" cap="none" spc="0" normalizeH="0" baseline="0" noProof="0" dirty="0">
                <a:ln>
                  <a:noFill/>
                </a:ln>
                <a:solidFill>
                  <a:srgbClr val="000000"/>
                </a:solidFill>
                <a:effectLst/>
                <a:uLnTx/>
                <a:uFillTx/>
                <a:cs typeface="+mn-ea"/>
                <a:sym typeface="+mn-lt"/>
              </a:rPr>
              <a:t>2021</a:t>
            </a:r>
            <a:r>
              <a:rPr kumimoji="0" lang="zh-CN" altLang="en-US" sz="1000" b="0" i="0" u="none" strike="noStrike" kern="1200" cap="none" spc="0" normalizeH="0" baseline="0" noProof="0" dirty="0">
                <a:ln>
                  <a:noFill/>
                </a:ln>
                <a:solidFill>
                  <a:srgbClr val="000000"/>
                </a:solidFill>
                <a:effectLst/>
                <a:uLnTx/>
                <a:uFillTx/>
                <a:cs typeface="+mn-ea"/>
                <a:sym typeface="+mn-lt"/>
              </a:rPr>
              <a:t>年家用空调销售额是</a:t>
            </a:r>
            <a:r>
              <a:rPr kumimoji="0" lang="en-US" altLang="zh-CN" sz="1000" b="0" i="0" u="none" strike="noStrike" kern="1200" cap="none" spc="0" normalizeH="0" baseline="0" noProof="0" dirty="0">
                <a:ln>
                  <a:noFill/>
                </a:ln>
                <a:solidFill>
                  <a:srgbClr val="000000"/>
                </a:solidFill>
                <a:effectLst/>
                <a:uLnTx/>
                <a:uFillTx/>
                <a:cs typeface="+mn-ea"/>
                <a:sym typeface="+mn-lt"/>
              </a:rPr>
              <a:t>84</a:t>
            </a:r>
            <a:r>
              <a:rPr lang="en-US" altLang="zh-CN" sz="1000" dirty="0">
                <a:solidFill>
                  <a:srgbClr val="000000"/>
                </a:solidFill>
                <a:cs typeface="+mn-ea"/>
                <a:sym typeface="+mn-lt"/>
              </a:rPr>
              <a:t>,668</a:t>
            </a:r>
            <a:r>
              <a:rPr kumimoji="0" lang="zh-CN" altLang="en-US" sz="1000" b="0" i="0" u="none" strike="noStrike" kern="1200" cap="none" spc="0" normalizeH="0" baseline="0" noProof="0" dirty="0">
                <a:ln>
                  <a:noFill/>
                </a:ln>
                <a:solidFill>
                  <a:srgbClr val="000000"/>
                </a:solidFill>
                <a:effectLst/>
                <a:uLnTx/>
                <a:uFillTx/>
                <a:cs typeface="+mn-ea"/>
                <a:sym typeface="+mn-lt"/>
              </a:rPr>
              <a:t>百万美金，预估</a:t>
            </a:r>
            <a:r>
              <a:rPr kumimoji="0" lang="en-US" altLang="zh-CN" sz="1000" b="0" i="0" u="none" strike="noStrike" kern="1200" cap="none" spc="0" normalizeH="0" baseline="0" noProof="0" dirty="0">
                <a:ln>
                  <a:noFill/>
                </a:ln>
                <a:solidFill>
                  <a:srgbClr val="000000"/>
                </a:solidFill>
                <a:effectLst/>
                <a:uLnTx/>
                <a:uFillTx/>
                <a:cs typeface="+mn-ea"/>
                <a:sym typeface="+mn-lt"/>
              </a:rPr>
              <a:t>2022</a:t>
            </a:r>
            <a:r>
              <a:rPr kumimoji="0" lang="zh-CN" altLang="en-US" sz="1000" b="0" i="0" u="none" strike="noStrike" kern="1200" cap="none" spc="0" normalizeH="0" baseline="0" noProof="0" dirty="0">
                <a:ln>
                  <a:noFill/>
                </a:ln>
                <a:solidFill>
                  <a:srgbClr val="000000"/>
                </a:solidFill>
                <a:effectLst/>
                <a:uLnTx/>
                <a:uFillTx/>
                <a:cs typeface="+mn-ea"/>
                <a:sym typeface="+mn-lt"/>
              </a:rPr>
              <a:t>年</a:t>
            </a:r>
            <a:r>
              <a:rPr kumimoji="0" lang="en-US" altLang="zh-CN" sz="1000" b="0" i="0" u="none" strike="noStrike" kern="1200" cap="none" spc="0" normalizeH="0" baseline="0" noProof="0" dirty="0">
                <a:ln>
                  <a:noFill/>
                </a:ln>
                <a:solidFill>
                  <a:srgbClr val="000000"/>
                </a:solidFill>
                <a:effectLst/>
                <a:uLnTx/>
                <a:uFillTx/>
                <a:cs typeface="+mn-ea"/>
                <a:sym typeface="+mn-lt"/>
              </a:rPr>
              <a:t>2026</a:t>
            </a:r>
            <a:r>
              <a:rPr kumimoji="0" lang="zh-CN" altLang="en-US" sz="1000" b="0" i="0" u="none" strike="noStrike" kern="1200" cap="none" spc="0" normalizeH="0" baseline="0" noProof="0" dirty="0">
                <a:ln>
                  <a:noFill/>
                </a:ln>
                <a:solidFill>
                  <a:srgbClr val="000000"/>
                </a:solidFill>
                <a:effectLst/>
                <a:uLnTx/>
                <a:uFillTx/>
                <a:cs typeface="+mn-ea"/>
                <a:sym typeface="+mn-lt"/>
              </a:rPr>
              <a:t>年复合增长率为</a:t>
            </a:r>
            <a:r>
              <a:rPr kumimoji="0" lang="en-US" altLang="zh-CN" sz="1000" b="0" i="0" u="none" strike="noStrike" kern="1200" cap="none" spc="0" normalizeH="0" baseline="0" noProof="0" dirty="0">
                <a:ln>
                  <a:noFill/>
                </a:ln>
                <a:solidFill>
                  <a:srgbClr val="000000"/>
                </a:solidFill>
                <a:effectLst/>
                <a:uLnTx/>
                <a:uFillTx/>
                <a:cs typeface="+mn-ea"/>
                <a:sym typeface="+mn-lt"/>
              </a:rPr>
              <a:t>3.4% </a:t>
            </a:r>
            <a:r>
              <a:rPr kumimoji="0" lang="zh-CN" altLang="en-US" sz="1000" b="0" i="0" u="none" strike="noStrike" kern="1200" cap="none" spc="0" normalizeH="0" baseline="0" noProof="0" dirty="0">
                <a:ln>
                  <a:noFill/>
                </a:ln>
                <a:solidFill>
                  <a:srgbClr val="000000"/>
                </a:solidFill>
                <a:effectLst/>
                <a:uLnTx/>
                <a:uFillTx/>
                <a:cs typeface="+mn-ea"/>
                <a:sym typeface="+mn-lt"/>
              </a:rPr>
              <a:t>经过计算</a:t>
            </a:r>
            <a:r>
              <a:rPr kumimoji="0" lang="en-US" altLang="zh-CN" sz="1000" b="0" i="0" u="none" strike="noStrike" kern="1200" cap="none" spc="0" normalizeH="0" baseline="0" noProof="0" dirty="0">
                <a:ln>
                  <a:noFill/>
                </a:ln>
                <a:solidFill>
                  <a:srgbClr val="060607"/>
                </a:solidFill>
                <a:effectLst/>
                <a:uLnTx/>
                <a:uFillTx/>
                <a:cs typeface="+mn-ea"/>
                <a:sym typeface="+mn-lt"/>
              </a:rPr>
              <a:t>2023</a:t>
            </a:r>
            <a:r>
              <a:rPr kumimoji="0" lang="zh-CN" altLang="en-US" sz="1000" b="0" i="0" u="none" strike="noStrike" kern="1200" cap="none" spc="0" normalizeH="0" baseline="0" noProof="0" dirty="0">
                <a:ln>
                  <a:noFill/>
                </a:ln>
                <a:solidFill>
                  <a:srgbClr val="060607"/>
                </a:solidFill>
                <a:effectLst/>
                <a:uLnTx/>
                <a:uFillTx/>
                <a:cs typeface="+mn-ea"/>
                <a:sym typeface="+mn-lt"/>
              </a:rPr>
              <a:t>年销售额</a:t>
            </a:r>
            <a:r>
              <a:rPr kumimoji="0" lang="en-US" altLang="zh-CN" sz="1000" b="0" i="0" u="none" strike="noStrike" kern="1200" cap="none" spc="0" normalizeH="0" baseline="0" noProof="0" dirty="0">
                <a:ln>
                  <a:noFill/>
                </a:ln>
                <a:solidFill>
                  <a:srgbClr val="060607"/>
                </a:solidFill>
                <a:effectLst/>
                <a:uLnTx/>
                <a:uFillTx/>
                <a:cs typeface="+mn-ea"/>
                <a:sym typeface="+mn-lt"/>
              </a:rPr>
              <a:t>=84</a:t>
            </a:r>
            <a:r>
              <a:rPr lang="en-US" altLang="zh-CN" sz="1000" dirty="0">
                <a:solidFill>
                  <a:srgbClr val="060607"/>
                </a:solidFill>
                <a:cs typeface="+mn-ea"/>
                <a:sym typeface="+mn-lt"/>
              </a:rPr>
              <a:t>,668</a:t>
            </a:r>
            <a:r>
              <a:rPr kumimoji="0" lang="en-US" altLang="zh-CN" sz="1000" b="0" i="0" u="none" strike="noStrike" kern="1200" cap="none" spc="0" normalizeH="0" baseline="0" noProof="0" dirty="0">
                <a:ln>
                  <a:noFill/>
                </a:ln>
                <a:solidFill>
                  <a:srgbClr val="060607"/>
                </a:solidFill>
                <a:effectLst/>
                <a:uLnTx/>
                <a:uFillTx/>
                <a:cs typeface="+mn-ea"/>
                <a:sym typeface="+mn-lt"/>
              </a:rPr>
              <a:t>×(1+0.034) </a:t>
            </a:r>
            <a:r>
              <a:rPr kumimoji="0" lang="en-US" altLang="zh-CN" sz="1000" b="0" i="0" u="none" strike="noStrike" kern="1200" cap="none" spc="0" normalizeH="0" baseline="30000" noProof="0" dirty="0">
                <a:ln>
                  <a:noFill/>
                </a:ln>
                <a:solidFill>
                  <a:srgbClr val="060607"/>
                </a:solidFill>
                <a:effectLst/>
                <a:uLnTx/>
                <a:uFillTx/>
                <a:cs typeface="+mn-ea"/>
                <a:sym typeface="+mn-lt"/>
              </a:rPr>
              <a:t>2</a:t>
            </a:r>
            <a:r>
              <a:rPr kumimoji="0" lang="en-US" altLang="zh-CN" sz="1000" b="0" i="0" u="none" strike="noStrike" kern="1200" cap="none" spc="0" normalizeH="0" noProof="0" dirty="0">
                <a:ln>
                  <a:noFill/>
                </a:ln>
                <a:solidFill>
                  <a:srgbClr val="060607"/>
                </a:solidFill>
                <a:effectLst/>
                <a:uLnTx/>
                <a:uFillTx/>
                <a:cs typeface="+mn-ea"/>
                <a:sym typeface="+mn-lt"/>
              </a:rPr>
              <a:t> =</a:t>
            </a:r>
            <a:r>
              <a:rPr lang="en-US" altLang="zh-CN" sz="1000" b="0" i="0" dirty="0">
                <a:solidFill>
                  <a:srgbClr val="060607"/>
                </a:solidFill>
                <a:effectLst/>
                <a:cs typeface="+mn-ea"/>
                <a:sym typeface="+mn-lt"/>
              </a:rPr>
              <a:t>90</a:t>
            </a:r>
            <a:r>
              <a:rPr lang="en-US" altLang="zh-CN" sz="1000" dirty="0">
                <a:solidFill>
                  <a:srgbClr val="060607"/>
                </a:solidFill>
                <a:cs typeface="+mn-ea"/>
                <a:sym typeface="+mn-lt"/>
              </a:rPr>
              <a:t>,</a:t>
            </a:r>
            <a:r>
              <a:rPr lang="en-US" altLang="zh-CN" sz="1000" b="0" i="0" dirty="0">
                <a:solidFill>
                  <a:srgbClr val="060607"/>
                </a:solidFill>
                <a:effectLst/>
                <a:cs typeface="+mn-ea"/>
                <a:sym typeface="+mn-lt"/>
              </a:rPr>
              <a:t>523.3</a:t>
            </a:r>
            <a:r>
              <a:rPr kumimoji="0" lang="zh-CN" altLang="en-US" sz="1000" b="0" i="0" u="none" strike="noStrike" kern="1200" cap="none" spc="0" normalizeH="0" baseline="0" noProof="0" dirty="0">
                <a:ln>
                  <a:noFill/>
                </a:ln>
                <a:solidFill>
                  <a:srgbClr val="060607"/>
                </a:solidFill>
                <a:effectLst/>
                <a:uLnTx/>
                <a:uFillTx/>
                <a:cs typeface="+mn-ea"/>
                <a:sym typeface="+mn-lt"/>
              </a:rPr>
              <a:t>百万美金）；</a:t>
            </a:r>
            <a:r>
              <a:rPr kumimoji="0" lang="en-US" altLang="zh-CN" sz="1000" b="0" i="0" u="none" strike="noStrike" kern="1200" cap="none" spc="0" normalizeH="0" baseline="30000" noProof="0" dirty="0">
                <a:ln>
                  <a:noFill/>
                </a:ln>
                <a:solidFill>
                  <a:srgbClr val="060607"/>
                </a:solidFill>
                <a:effectLst/>
                <a:uLnTx/>
                <a:uFillTx/>
                <a:cs typeface="+mn-ea"/>
                <a:sym typeface="+mn-lt"/>
              </a:rPr>
              <a:t>**</a:t>
            </a:r>
            <a:r>
              <a:rPr kumimoji="0" lang="zh-CN" altLang="en-US" sz="1000" b="0" i="0" u="none" strike="noStrike" kern="1200" cap="none" spc="0" normalizeH="0" baseline="0" noProof="0" dirty="0">
                <a:ln>
                  <a:noFill/>
                </a:ln>
                <a:solidFill>
                  <a:srgbClr val="000000"/>
                </a:solidFill>
                <a:effectLst/>
                <a:uLnTx/>
                <a:uFillTx/>
                <a:cs typeface="+mn-ea"/>
                <a:sym typeface="+mn-lt"/>
              </a:rPr>
              <a:t>*数据口径</a:t>
            </a:r>
            <a:r>
              <a:rPr kumimoji="0" lang="en-US" altLang="zh-CN" sz="1000" b="0" i="0" u="none" strike="noStrike" kern="1200" cap="none" spc="0" normalizeH="0" baseline="0" noProof="0" dirty="0">
                <a:ln>
                  <a:noFill/>
                </a:ln>
                <a:solidFill>
                  <a:srgbClr val="000000"/>
                </a:solidFill>
                <a:effectLst/>
                <a:uLnTx/>
                <a:uFillTx/>
                <a:cs typeface="+mn-ea"/>
                <a:sym typeface="+mn-lt"/>
              </a:rPr>
              <a:t>:</a:t>
            </a:r>
            <a:r>
              <a:rPr kumimoji="0" lang="de-DE" altLang="zh-CN" sz="1000" b="0" i="0" u="none" strike="noStrike" kern="1200" cap="none" spc="0" normalizeH="0" baseline="0" noProof="0" dirty="0">
                <a:ln>
                  <a:noFill/>
                </a:ln>
                <a:solidFill>
                  <a:srgbClr val="000000"/>
                </a:solidFill>
                <a:effectLst/>
                <a:uLnTx/>
                <a:uFillTx/>
                <a:cs typeface="+mn-ea"/>
                <a:sym typeface="+mn-lt"/>
              </a:rPr>
              <a:t>LG-LG Electronic-Home Appliance &amp; Air Solution (H&amp;A)</a:t>
            </a:r>
            <a:r>
              <a:rPr kumimoji="0" lang="zh-CN" altLang="de-DE" sz="1000" b="0" i="0" u="none" strike="noStrike" kern="1200" cap="none" spc="0" normalizeH="0" baseline="0" noProof="0" dirty="0">
                <a:ln>
                  <a:noFill/>
                </a:ln>
                <a:solidFill>
                  <a:srgbClr val="000000"/>
                </a:solidFill>
                <a:effectLst/>
                <a:uLnTx/>
                <a:uFillTx/>
                <a:cs typeface="+mn-ea"/>
                <a:sym typeface="+mn-lt"/>
              </a:rPr>
              <a:t>、</a:t>
            </a:r>
            <a:r>
              <a:rPr kumimoji="0" lang="de-DE" altLang="zh-CN" sz="1000" b="0" i="0" u="none" strike="noStrike" kern="1200" cap="none" spc="0" normalizeH="0" baseline="0" noProof="0" dirty="0">
                <a:ln>
                  <a:noFill/>
                </a:ln>
                <a:solidFill>
                  <a:srgbClr val="000000"/>
                </a:solidFill>
                <a:effectLst/>
                <a:uLnTx/>
                <a:uFillTx/>
                <a:cs typeface="+mn-ea"/>
                <a:sym typeface="+mn-lt"/>
              </a:rPr>
              <a:t>Samsung-Device eXperience-Digital Appliance</a:t>
            </a:r>
            <a:r>
              <a:rPr kumimoji="0" lang="zh-CN" altLang="de-DE" sz="1000" b="0" i="0" u="none" strike="noStrike" kern="1200" cap="none" spc="0" normalizeH="0" baseline="0" noProof="0" dirty="0">
                <a:ln>
                  <a:noFill/>
                </a:ln>
                <a:solidFill>
                  <a:srgbClr val="000000"/>
                </a:solidFill>
                <a:effectLst/>
                <a:uLnTx/>
                <a:uFillTx/>
                <a:cs typeface="+mn-ea"/>
                <a:sym typeface="+mn-lt"/>
              </a:rPr>
              <a:t>、</a:t>
            </a:r>
            <a:r>
              <a:rPr kumimoji="0" lang="de-DE" altLang="zh-CN" sz="1000" b="0" i="0" u="none" strike="noStrike" kern="1200" cap="none" spc="0" normalizeH="0" baseline="0" noProof="0" dirty="0">
                <a:ln>
                  <a:noFill/>
                </a:ln>
                <a:solidFill>
                  <a:srgbClr val="000000"/>
                </a:solidFill>
                <a:effectLst/>
                <a:uLnTx/>
                <a:uFillTx/>
                <a:cs typeface="+mn-ea"/>
                <a:sym typeface="+mn-lt"/>
              </a:rPr>
              <a:t>Bosch-Home comfort </a:t>
            </a:r>
            <a:r>
              <a:rPr kumimoji="0" lang="zh-CN" altLang="en-US" sz="1000" b="0" i="0" u="none" strike="noStrike" kern="1200" cap="none" spc="0" normalizeH="0" baseline="0" noProof="0" dirty="0">
                <a:ln>
                  <a:noFill/>
                </a:ln>
                <a:solidFill>
                  <a:srgbClr val="000000"/>
                </a:solidFill>
                <a:effectLst/>
                <a:uLnTx/>
                <a:uFillTx/>
                <a:cs typeface="+mn-ea"/>
                <a:sym typeface="+mn-lt"/>
              </a:rPr>
              <a:t>均来自官网数据</a:t>
            </a:r>
          </a:p>
        </p:txBody>
      </p:sp>
    </p:spTree>
    <p:extLst>
      <p:ext uri="{BB962C8B-B14F-4D97-AF65-F5344CB8AC3E}">
        <p14:creationId xmlns:p14="http://schemas.microsoft.com/office/powerpoint/2010/main" val="3137317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C82709-F40E-5B72-6364-EE0A1E6B9BCE}"/>
              </a:ext>
            </a:extLst>
          </p:cNvPr>
          <p:cNvSpPr>
            <a:spLocks noGrp="1"/>
          </p:cNvSpPr>
          <p:nvPr>
            <p:ph type="title"/>
          </p:nvPr>
        </p:nvSpPr>
        <p:spPr/>
        <p:txBody>
          <a:bodyPr/>
          <a:lstStyle/>
          <a:p>
            <a:r>
              <a:rPr lang="zh-CN" altLang="en-US" sz="2000" b="1" dirty="0">
                <a:latin typeface="+mn-lt"/>
                <a:ea typeface="+mn-ea"/>
                <a:cs typeface="+mn-ea"/>
                <a:sym typeface="+mn-lt"/>
              </a:rPr>
              <a:t>战略主线</a:t>
            </a:r>
            <a:r>
              <a:rPr lang="en-US" altLang="zh-CN" sz="2000" b="1" dirty="0">
                <a:latin typeface="+mn-lt"/>
                <a:ea typeface="+mn-ea"/>
                <a:cs typeface="+mn-ea"/>
                <a:sym typeface="+mn-lt"/>
              </a:rPr>
              <a:t>3 - </a:t>
            </a:r>
            <a:r>
              <a:rPr lang="zh-CN" altLang="en-US" sz="2000" b="1" dirty="0">
                <a:latin typeface="+mn-lt"/>
                <a:ea typeface="+mn-ea"/>
                <a:cs typeface="+mn-ea"/>
                <a:sym typeface="+mn-lt"/>
              </a:rPr>
              <a:t>渠道</a:t>
            </a:r>
            <a:r>
              <a:rPr lang="zh-CN" altLang="en-US" sz="2000" dirty="0">
                <a:latin typeface="+mn-lt"/>
                <a:ea typeface="+mn-ea"/>
                <a:cs typeface="+mn-ea"/>
                <a:sym typeface="+mn-lt"/>
              </a:rPr>
              <a:t>：聚焦核心客户拓展，重点提升</a:t>
            </a:r>
            <a:r>
              <a:rPr lang="en-US" altLang="zh-CN" sz="2000" dirty="0">
                <a:latin typeface="+mn-lt"/>
                <a:ea typeface="+mn-ea"/>
                <a:cs typeface="+mn-ea"/>
                <a:sym typeface="+mn-lt"/>
              </a:rPr>
              <a:t>top 200</a:t>
            </a:r>
            <a:r>
              <a:rPr lang="zh-CN" altLang="en-US" sz="2000" dirty="0">
                <a:latin typeface="+mn-lt"/>
                <a:ea typeface="+mn-ea"/>
                <a:cs typeface="+mn-ea"/>
                <a:sym typeface="+mn-lt"/>
              </a:rPr>
              <a:t>客户销售规模</a:t>
            </a:r>
          </a:p>
        </p:txBody>
      </p:sp>
      <p:grpSp>
        <p:nvGrpSpPr>
          <p:cNvPr id="3" name="组合 2">
            <a:extLst>
              <a:ext uri="{FF2B5EF4-FFF2-40B4-BE49-F238E27FC236}">
                <a16:creationId xmlns:a16="http://schemas.microsoft.com/office/drawing/2014/main" id="{D6E889C0-D3F2-DF50-F30F-E680B8A2453F}"/>
              </a:ext>
            </a:extLst>
          </p:cNvPr>
          <p:cNvGrpSpPr/>
          <p:nvPr/>
        </p:nvGrpSpPr>
        <p:grpSpPr>
          <a:xfrm>
            <a:off x="8475035" y="1759438"/>
            <a:ext cx="3589437" cy="3630083"/>
            <a:chOff x="5312812" y="483341"/>
            <a:chExt cx="3619879" cy="4408920"/>
          </a:xfrm>
        </p:grpSpPr>
        <p:sp>
          <p:nvSpPr>
            <p:cNvPr id="4" name="任意多边形: 形状 125">
              <a:extLst>
                <a:ext uri="{FF2B5EF4-FFF2-40B4-BE49-F238E27FC236}">
                  <a16:creationId xmlns:a16="http://schemas.microsoft.com/office/drawing/2014/main" id="{8C0D9B63-B7EB-5EB2-9139-7DD7D0F1C172}"/>
                </a:ext>
              </a:extLst>
            </p:cNvPr>
            <p:cNvSpPr/>
            <p:nvPr/>
          </p:nvSpPr>
          <p:spPr>
            <a:xfrm>
              <a:off x="6760100" y="518010"/>
              <a:ext cx="857749" cy="819373"/>
            </a:xfrm>
            <a:custGeom>
              <a:avLst/>
              <a:gdLst>
                <a:gd name="connsiteX0" fmla="*/ 0 w 2750215"/>
                <a:gd name="connsiteY0" fmla="*/ 1068261 h 1068261"/>
                <a:gd name="connsiteX1" fmla="*/ 632891 w 2750215"/>
                <a:gd name="connsiteY1" fmla="*/ 0 h 1068261"/>
                <a:gd name="connsiteX2" fmla="*/ 2117324 w 2750215"/>
                <a:gd name="connsiteY2" fmla="*/ 0 h 1068261"/>
                <a:gd name="connsiteX3" fmla="*/ 2750215 w 2750215"/>
                <a:gd name="connsiteY3" fmla="*/ 1068261 h 1068261"/>
                <a:gd name="connsiteX4" fmla="*/ 0 w 2750215"/>
                <a:gd name="connsiteY4" fmla="*/ 1068261 h 1068261"/>
                <a:gd name="connsiteX0" fmla="*/ 0 w 2486623"/>
                <a:gd name="connsiteY0" fmla="*/ 1068261 h 1068261"/>
                <a:gd name="connsiteX1" fmla="*/ 632891 w 2486623"/>
                <a:gd name="connsiteY1" fmla="*/ 0 h 1068261"/>
                <a:gd name="connsiteX2" fmla="*/ 2117324 w 2486623"/>
                <a:gd name="connsiteY2" fmla="*/ 0 h 1068261"/>
                <a:gd name="connsiteX3" fmla="*/ 2486623 w 2486623"/>
                <a:gd name="connsiteY3" fmla="*/ 641024 h 1068261"/>
                <a:gd name="connsiteX4" fmla="*/ 0 w 2486623"/>
                <a:gd name="connsiteY4" fmla="*/ 1068261 h 1068261"/>
                <a:gd name="connsiteX0" fmla="*/ 0 w 2288928"/>
                <a:gd name="connsiteY0" fmla="*/ 693607 h 693607"/>
                <a:gd name="connsiteX1" fmla="*/ 435196 w 2288928"/>
                <a:gd name="connsiteY1" fmla="*/ 0 h 693607"/>
                <a:gd name="connsiteX2" fmla="*/ 1919629 w 2288928"/>
                <a:gd name="connsiteY2" fmla="*/ 0 h 693607"/>
                <a:gd name="connsiteX3" fmla="*/ 2288928 w 2288928"/>
                <a:gd name="connsiteY3" fmla="*/ 641024 h 693607"/>
                <a:gd name="connsiteX4" fmla="*/ 0 w 2288928"/>
                <a:gd name="connsiteY4" fmla="*/ 693607 h 693607"/>
                <a:gd name="connsiteX0" fmla="*/ 0 w 2330115"/>
                <a:gd name="connsiteY0" fmla="*/ 693607 h 693607"/>
                <a:gd name="connsiteX1" fmla="*/ 435196 w 2330115"/>
                <a:gd name="connsiteY1" fmla="*/ 0 h 693607"/>
                <a:gd name="connsiteX2" fmla="*/ 1919629 w 2330115"/>
                <a:gd name="connsiteY2" fmla="*/ 0 h 693607"/>
                <a:gd name="connsiteX3" fmla="*/ 2330115 w 2330115"/>
                <a:gd name="connsiteY3" fmla="*/ 693607 h 693607"/>
                <a:gd name="connsiteX4" fmla="*/ 0 w 2330115"/>
                <a:gd name="connsiteY4" fmla="*/ 693607 h 693607"/>
                <a:gd name="connsiteX0" fmla="*/ 0 w 2330115"/>
                <a:gd name="connsiteY0" fmla="*/ 713326 h 713326"/>
                <a:gd name="connsiteX1" fmla="*/ 435196 w 2330115"/>
                <a:gd name="connsiteY1" fmla="*/ 19719 h 713326"/>
                <a:gd name="connsiteX2" fmla="*/ 1642945 w 2330115"/>
                <a:gd name="connsiteY2" fmla="*/ 0 h 713326"/>
                <a:gd name="connsiteX3" fmla="*/ 2330115 w 2330115"/>
                <a:gd name="connsiteY3" fmla="*/ 713326 h 713326"/>
                <a:gd name="connsiteX4" fmla="*/ 0 w 2330115"/>
                <a:gd name="connsiteY4" fmla="*/ 713326 h 713326"/>
                <a:gd name="connsiteX0" fmla="*/ 0 w 2274777"/>
                <a:gd name="connsiteY0" fmla="*/ 713326 h 713326"/>
                <a:gd name="connsiteX1" fmla="*/ 435196 w 2274777"/>
                <a:gd name="connsiteY1" fmla="*/ 19719 h 713326"/>
                <a:gd name="connsiteX2" fmla="*/ 1642945 w 2274777"/>
                <a:gd name="connsiteY2" fmla="*/ 0 h 713326"/>
                <a:gd name="connsiteX3" fmla="*/ 2274777 w 2274777"/>
                <a:gd name="connsiteY3" fmla="*/ 706753 h 713326"/>
                <a:gd name="connsiteX4" fmla="*/ 0 w 2274777"/>
                <a:gd name="connsiteY4" fmla="*/ 713326 h 713326"/>
                <a:gd name="connsiteX0" fmla="*/ 0 w 2274777"/>
                <a:gd name="connsiteY0" fmla="*/ 713326 h 713326"/>
                <a:gd name="connsiteX1" fmla="*/ 781051 w 2274777"/>
                <a:gd name="connsiteY1" fmla="*/ 13146 h 713326"/>
                <a:gd name="connsiteX2" fmla="*/ 1642945 w 2274777"/>
                <a:gd name="connsiteY2" fmla="*/ 0 h 713326"/>
                <a:gd name="connsiteX3" fmla="*/ 2274777 w 2274777"/>
                <a:gd name="connsiteY3" fmla="*/ 706753 h 713326"/>
                <a:gd name="connsiteX4" fmla="*/ 0 w 2274777"/>
                <a:gd name="connsiteY4" fmla="*/ 713326 h 713326"/>
                <a:gd name="connsiteX0" fmla="*/ 7500 w 1493726"/>
                <a:gd name="connsiteY0" fmla="*/ 693607 h 706753"/>
                <a:gd name="connsiteX1" fmla="*/ 0 w 1493726"/>
                <a:gd name="connsiteY1" fmla="*/ 13146 h 706753"/>
                <a:gd name="connsiteX2" fmla="*/ 861894 w 1493726"/>
                <a:gd name="connsiteY2" fmla="*/ 0 h 706753"/>
                <a:gd name="connsiteX3" fmla="*/ 1493726 w 1493726"/>
                <a:gd name="connsiteY3" fmla="*/ 706753 h 706753"/>
                <a:gd name="connsiteX4" fmla="*/ 7500 w 1493726"/>
                <a:gd name="connsiteY4" fmla="*/ 693607 h 706753"/>
                <a:gd name="connsiteX0" fmla="*/ 7500 w 1493726"/>
                <a:gd name="connsiteY0" fmla="*/ 693607 h 693607"/>
                <a:gd name="connsiteX1" fmla="*/ 0 w 1493726"/>
                <a:gd name="connsiteY1" fmla="*/ 13146 h 693607"/>
                <a:gd name="connsiteX2" fmla="*/ 861894 w 1493726"/>
                <a:gd name="connsiteY2" fmla="*/ 0 h 693607"/>
                <a:gd name="connsiteX3" fmla="*/ 1493726 w 1493726"/>
                <a:gd name="connsiteY3" fmla="*/ 689244 h 693607"/>
                <a:gd name="connsiteX4" fmla="*/ 7500 w 1493726"/>
                <a:gd name="connsiteY4" fmla="*/ 693607 h 693607"/>
                <a:gd name="connsiteX0" fmla="*/ 7500 w 1493726"/>
                <a:gd name="connsiteY0" fmla="*/ 682180 h 682180"/>
                <a:gd name="connsiteX1" fmla="*/ 0 w 1493726"/>
                <a:gd name="connsiteY1" fmla="*/ 1719 h 682180"/>
                <a:gd name="connsiteX2" fmla="*/ 878969 w 1493726"/>
                <a:gd name="connsiteY2" fmla="*/ 0 h 682180"/>
                <a:gd name="connsiteX3" fmla="*/ 1493726 w 1493726"/>
                <a:gd name="connsiteY3" fmla="*/ 677817 h 682180"/>
                <a:gd name="connsiteX4" fmla="*/ 7500 w 1493726"/>
                <a:gd name="connsiteY4" fmla="*/ 682180 h 682180"/>
                <a:gd name="connsiteX0" fmla="*/ 7500 w 1493726"/>
                <a:gd name="connsiteY0" fmla="*/ 675324 h 677817"/>
                <a:gd name="connsiteX1" fmla="*/ 0 w 1493726"/>
                <a:gd name="connsiteY1" fmla="*/ 1719 h 677817"/>
                <a:gd name="connsiteX2" fmla="*/ 878969 w 1493726"/>
                <a:gd name="connsiteY2" fmla="*/ 0 h 677817"/>
                <a:gd name="connsiteX3" fmla="*/ 1493726 w 1493726"/>
                <a:gd name="connsiteY3" fmla="*/ 677817 h 677817"/>
                <a:gd name="connsiteX4" fmla="*/ 7500 w 1493726"/>
                <a:gd name="connsiteY4" fmla="*/ 675324 h 677817"/>
                <a:gd name="connsiteX0" fmla="*/ 286403 w 1772629"/>
                <a:gd name="connsiteY0" fmla="*/ 675890 h 678383"/>
                <a:gd name="connsiteX1" fmla="*/ 0 w 1772629"/>
                <a:gd name="connsiteY1" fmla="*/ 0 h 678383"/>
                <a:gd name="connsiteX2" fmla="*/ 1157872 w 1772629"/>
                <a:gd name="connsiteY2" fmla="*/ 566 h 678383"/>
                <a:gd name="connsiteX3" fmla="*/ 1772629 w 1772629"/>
                <a:gd name="connsiteY3" fmla="*/ 678383 h 678383"/>
                <a:gd name="connsiteX4" fmla="*/ 286403 w 1772629"/>
                <a:gd name="connsiteY4" fmla="*/ 675890 h 678383"/>
                <a:gd name="connsiteX0" fmla="*/ 320553 w 1772629"/>
                <a:gd name="connsiteY0" fmla="*/ 680461 h 680461"/>
                <a:gd name="connsiteX1" fmla="*/ 0 w 1772629"/>
                <a:gd name="connsiteY1" fmla="*/ 0 h 680461"/>
                <a:gd name="connsiteX2" fmla="*/ 1157872 w 1772629"/>
                <a:gd name="connsiteY2" fmla="*/ 566 h 680461"/>
                <a:gd name="connsiteX3" fmla="*/ 1772629 w 1772629"/>
                <a:gd name="connsiteY3" fmla="*/ 678383 h 680461"/>
                <a:gd name="connsiteX4" fmla="*/ 320553 w 1772629"/>
                <a:gd name="connsiteY4" fmla="*/ 680461 h 680461"/>
                <a:gd name="connsiteX0" fmla="*/ 41652 w 1493728"/>
                <a:gd name="connsiteY0" fmla="*/ 679895 h 679895"/>
                <a:gd name="connsiteX1" fmla="*/ 0 w 1493728"/>
                <a:gd name="connsiteY1" fmla="*/ 1719 h 679895"/>
                <a:gd name="connsiteX2" fmla="*/ 878971 w 1493728"/>
                <a:gd name="connsiteY2" fmla="*/ 0 h 679895"/>
                <a:gd name="connsiteX3" fmla="*/ 1493728 w 1493728"/>
                <a:gd name="connsiteY3" fmla="*/ 677817 h 679895"/>
                <a:gd name="connsiteX4" fmla="*/ 41652 w 1493728"/>
                <a:gd name="connsiteY4" fmla="*/ 679895 h 679895"/>
                <a:gd name="connsiteX0" fmla="*/ 320553 w 1772629"/>
                <a:gd name="connsiteY0" fmla="*/ 679895 h 679895"/>
                <a:gd name="connsiteX1" fmla="*/ 0 w 1772629"/>
                <a:gd name="connsiteY1" fmla="*/ 4005 h 679895"/>
                <a:gd name="connsiteX2" fmla="*/ 1157872 w 1772629"/>
                <a:gd name="connsiteY2" fmla="*/ 0 h 679895"/>
                <a:gd name="connsiteX3" fmla="*/ 1772629 w 1772629"/>
                <a:gd name="connsiteY3" fmla="*/ 677817 h 679895"/>
                <a:gd name="connsiteX4" fmla="*/ 320553 w 1772629"/>
                <a:gd name="connsiteY4" fmla="*/ 679895 h 679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2629" h="679895">
                  <a:moveTo>
                    <a:pt x="320553" y="679895"/>
                  </a:moveTo>
                  <a:lnTo>
                    <a:pt x="0" y="4005"/>
                  </a:lnTo>
                  <a:lnTo>
                    <a:pt x="1157872" y="0"/>
                  </a:lnTo>
                  <a:lnTo>
                    <a:pt x="1772629" y="677817"/>
                  </a:lnTo>
                  <a:lnTo>
                    <a:pt x="320553" y="679895"/>
                  </a:lnTo>
                  <a:close/>
                </a:path>
              </a:pathLst>
            </a:custGeom>
            <a:solidFill>
              <a:srgbClr val="DAE3F3">
                <a:alpha val="65098"/>
              </a:srgbClr>
            </a:solidFill>
            <a:ln w="3175">
              <a:solidFill>
                <a:schemeClr val="bg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36317" tIns="94797" rIns="736317" bIns="94797" numCol="1" spcCol="1270" anchor="ctr" anchorCtr="0">
              <a:noAutofit/>
            </a:bodyPr>
            <a:lstStyle/>
            <a:p>
              <a:pPr marL="0" marR="0" lvl="0" indent="0" algn="ctr" defTabSz="3317855" rtl="0" eaLnBrk="1" fontAlgn="auto" latinLnBrk="0" hangingPunct="1">
                <a:lnSpc>
                  <a:spcPct val="90000"/>
                </a:lnSpc>
                <a:spcBef>
                  <a:spcPct val="0"/>
                </a:spcBef>
                <a:spcAft>
                  <a:spcPct val="35000"/>
                </a:spcAft>
                <a:buClrTx/>
                <a:buSzTx/>
                <a:buFontTx/>
                <a:buNone/>
                <a:tabLst/>
                <a:defRPr/>
              </a:pP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5" name="任意多边形: 形状 125">
              <a:extLst>
                <a:ext uri="{FF2B5EF4-FFF2-40B4-BE49-F238E27FC236}">
                  <a16:creationId xmlns:a16="http://schemas.microsoft.com/office/drawing/2014/main" id="{92232813-CD4C-1D72-088A-135426BC880C}"/>
                </a:ext>
              </a:extLst>
            </p:cNvPr>
            <p:cNvSpPr/>
            <p:nvPr/>
          </p:nvSpPr>
          <p:spPr>
            <a:xfrm>
              <a:off x="6789808" y="2226205"/>
              <a:ext cx="1465683" cy="870197"/>
            </a:xfrm>
            <a:custGeom>
              <a:avLst/>
              <a:gdLst>
                <a:gd name="connsiteX0" fmla="*/ 0 w 2750215"/>
                <a:gd name="connsiteY0" fmla="*/ 1068261 h 1068261"/>
                <a:gd name="connsiteX1" fmla="*/ 632891 w 2750215"/>
                <a:gd name="connsiteY1" fmla="*/ 0 h 1068261"/>
                <a:gd name="connsiteX2" fmla="*/ 2117324 w 2750215"/>
                <a:gd name="connsiteY2" fmla="*/ 0 h 1068261"/>
                <a:gd name="connsiteX3" fmla="*/ 2750215 w 2750215"/>
                <a:gd name="connsiteY3" fmla="*/ 1068261 h 1068261"/>
                <a:gd name="connsiteX4" fmla="*/ 0 w 2750215"/>
                <a:gd name="connsiteY4" fmla="*/ 1068261 h 1068261"/>
                <a:gd name="connsiteX0" fmla="*/ 0 w 2486623"/>
                <a:gd name="connsiteY0" fmla="*/ 1068261 h 1068261"/>
                <a:gd name="connsiteX1" fmla="*/ 632891 w 2486623"/>
                <a:gd name="connsiteY1" fmla="*/ 0 h 1068261"/>
                <a:gd name="connsiteX2" fmla="*/ 2117324 w 2486623"/>
                <a:gd name="connsiteY2" fmla="*/ 0 h 1068261"/>
                <a:gd name="connsiteX3" fmla="*/ 2486623 w 2486623"/>
                <a:gd name="connsiteY3" fmla="*/ 641024 h 1068261"/>
                <a:gd name="connsiteX4" fmla="*/ 0 w 2486623"/>
                <a:gd name="connsiteY4" fmla="*/ 1068261 h 1068261"/>
                <a:gd name="connsiteX0" fmla="*/ 0 w 2288928"/>
                <a:gd name="connsiteY0" fmla="*/ 693607 h 693607"/>
                <a:gd name="connsiteX1" fmla="*/ 435196 w 2288928"/>
                <a:gd name="connsiteY1" fmla="*/ 0 h 693607"/>
                <a:gd name="connsiteX2" fmla="*/ 1919629 w 2288928"/>
                <a:gd name="connsiteY2" fmla="*/ 0 h 693607"/>
                <a:gd name="connsiteX3" fmla="*/ 2288928 w 2288928"/>
                <a:gd name="connsiteY3" fmla="*/ 641024 h 693607"/>
                <a:gd name="connsiteX4" fmla="*/ 0 w 2288928"/>
                <a:gd name="connsiteY4" fmla="*/ 693607 h 693607"/>
                <a:gd name="connsiteX0" fmla="*/ 0 w 2330115"/>
                <a:gd name="connsiteY0" fmla="*/ 693607 h 693607"/>
                <a:gd name="connsiteX1" fmla="*/ 435196 w 2330115"/>
                <a:gd name="connsiteY1" fmla="*/ 0 h 693607"/>
                <a:gd name="connsiteX2" fmla="*/ 1919629 w 2330115"/>
                <a:gd name="connsiteY2" fmla="*/ 0 h 693607"/>
                <a:gd name="connsiteX3" fmla="*/ 2330115 w 2330115"/>
                <a:gd name="connsiteY3" fmla="*/ 693607 h 693607"/>
                <a:gd name="connsiteX4" fmla="*/ 0 w 2330115"/>
                <a:gd name="connsiteY4" fmla="*/ 693607 h 693607"/>
                <a:gd name="connsiteX0" fmla="*/ 19491 w 1894919"/>
                <a:gd name="connsiteY0" fmla="*/ 693607 h 693607"/>
                <a:gd name="connsiteX1" fmla="*/ 0 w 1894919"/>
                <a:gd name="connsiteY1" fmla="*/ 0 h 693607"/>
                <a:gd name="connsiteX2" fmla="*/ 1484433 w 1894919"/>
                <a:gd name="connsiteY2" fmla="*/ 0 h 693607"/>
                <a:gd name="connsiteX3" fmla="*/ 1894919 w 1894919"/>
                <a:gd name="connsiteY3" fmla="*/ 693607 h 693607"/>
                <a:gd name="connsiteX4" fmla="*/ 19491 w 1894919"/>
                <a:gd name="connsiteY4" fmla="*/ 693607 h 693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4919" h="693607">
                  <a:moveTo>
                    <a:pt x="19491" y="693607"/>
                  </a:moveTo>
                  <a:lnTo>
                    <a:pt x="0" y="0"/>
                  </a:lnTo>
                  <a:lnTo>
                    <a:pt x="1484433" y="0"/>
                  </a:lnTo>
                  <a:lnTo>
                    <a:pt x="1894919" y="693607"/>
                  </a:lnTo>
                  <a:lnTo>
                    <a:pt x="19491" y="693607"/>
                  </a:lnTo>
                  <a:close/>
                </a:path>
              </a:pathLst>
            </a:custGeom>
            <a:solidFill>
              <a:srgbClr val="DAE3F3">
                <a:alpha val="65098"/>
              </a:srgbClr>
            </a:solidFill>
            <a:ln w="3175">
              <a:solidFill>
                <a:schemeClr val="bg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36317" tIns="94797" rIns="736317" bIns="94797" numCol="1" spcCol="1270" anchor="ctr" anchorCtr="0">
              <a:noAutofit/>
            </a:bodyPr>
            <a:lstStyle/>
            <a:p>
              <a:pPr marL="0" marR="0" lvl="0" indent="0" algn="ctr" defTabSz="3317855" rtl="0" eaLnBrk="1" fontAlgn="auto" latinLnBrk="0" hangingPunct="1">
                <a:lnSpc>
                  <a:spcPct val="90000"/>
                </a:lnSpc>
                <a:spcBef>
                  <a:spcPct val="0"/>
                </a:spcBef>
                <a:spcAft>
                  <a:spcPct val="35000"/>
                </a:spcAft>
                <a:buClrTx/>
                <a:buSzTx/>
                <a:buFontTx/>
                <a:buNone/>
                <a:tabLst/>
                <a:defRPr/>
              </a:pP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6" name="任意多边形: 形状 125">
              <a:extLst>
                <a:ext uri="{FF2B5EF4-FFF2-40B4-BE49-F238E27FC236}">
                  <a16:creationId xmlns:a16="http://schemas.microsoft.com/office/drawing/2014/main" id="{F76DA7B4-E70C-8992-0764-F7B7A4E99B54}"/>
                </a:ext>
              </a:extLst>
            </p:cNvPr>
            <p:cNvSpPr/>
            <p:nvPr/>
          </p:nvSpPr>
          <p:spPr>
            <a:xfrm>
              <a:off x="6823588" y="3126960"/>
              <a:ext cx="1756980" cy="835898"/>
            </a:xfrm>
            <a:custGeom>
              <a:avLst/>
              <a:gdLst>
                <a:gd name="connsiteX0" fmla="*/ 0 w 2750215"/>
                <a:gd name="connsiteY0" fmla="*/ 1068261 h 1068261"/>
                <a:gd name="connsiteX1" fmla="*/ 632891 w 2750215"/>
                <a:gd name="connsiteY1" fmla="*/ 0 h 1068261"/>
                <a:gd name="connsiteX2" fmla="*/ 2117324 w 2750215"/>
                <a:gd name="connsiteY2" fmla="*/ 0 h 1068261"/>
                <a:gd name="connsiteX3" fmla="*/ 2750215 w 2750215"/>
                <a:gd name="connsiteY3" fmla="*/ 1068261 h 1068261"/>
                <a:gd name="connsiteX4" fmla="*/ 0 w 2750215"/>
                <a:gd name="connsiteY4" fmla="*/ 1068261 h 1068261"/>
                <a:gd name="connsiteX0" fmla="*/ 0 w 2486623"/>
                <a:gd name="connsiteY0" fmla="*/ 1068261 h 1068261"/>
                <a:gd name="connsiteX1" fmla="*/ 632891 w 2486623"/>
                <a:gd name="connsiteY1" fmla="*/ 0 h 1068261"/>
                <a:gd name="connsiteX2" fmla="*/ 2117324 w 2486623"/>
                <a:gd name="connsiteY2" fmla="*/ 0 h 1068261"/>
                <a:gd name="connsiteX3" fmla="*/ 2486623 w 2486623"/>
                <a:gd name="connsiteY3" fmla="*/ 641024 h 1068261"/>
                <a:gd name="connsiteX4" fmla="*/ 0 w 2486623"/>
                <a:gd name="connsiteY4" fmla="*/ 1068261 h 1068261"/>
                <a:gd name="connsiteX0" fmla="*/ 0 w 2288928"/>
                <a:gd name="connsiteY0" fmla="*/ 693607 h 693607"/>
                <a:gd name="connsiteX1" fmla="*/ 435196 w 2288928"/>
                <a:gd name="connsiteY1" fmla="*/ 0 h 693607"/>
                <a:gd name="connsiteX2" fmla="*/ 1919629 w 2288928"/>
                <a:gd name="connsiteY2" fmla="*/ 0 h 693607"/>
                <a:gd name="connsiteX3" fmla="*/ 2288928 w 2288928"/>
                <a:gd name="connsiteY3" fmla="*/ 641024 h 693607"/>
                <a:gd name="connsiteX4" fmla="*/ 0 w 2288928"/>
                <a:gd name="connsiteY4" fmla="*/ 693607 h 693607"/>
                <a:gd name="connsiteX0" fmla="*/ 0 w 2330115"/>
                <a:gd name="connsiteY0" fmla="*/ 693607 h 693607"/>
                <a:gd name="connsiteX1" fmla="*/ 435196 w 2330115"/>
                <a:gd name="connsiteY1" fmla="*/ 0 h 693607"/>
                <a:gd name="connsiteX2" fmla="*/ 1919629 w 2330115"/>
                <a:gd name="connsiteY2" fmla="*/ 0 h 693607"/>
                <a:gd name="connsiteX3" fmla="*/ 2330115 w 2330115"/>
                <a:gd name="connsiteY3" fmla="*/ 693607 h 693607"/>
                <a:gd name="connsiteX4" fmla="*/ 0 w 2330115"/>
                <a:gd name="connsiteY4" fmla="*/ 693607 h 693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0115" h="693607">
                  <a:moveTo>
                    <a:pt x="0" y="693607"/>
                  </a:moveTo>
                  <a:lnTo>
                    <a:pt x="435196" y="0"/>
                  </a:lnTo>
                  <a:lnTo>
                    <a:pt x="1919629" y="0"/>
                  </a:lnTo>
                  <a:lnTo>
                    <a:pt x="2330115" y="693607"/>
                  </a:lnTo>
                  <a:lnTo>
                    <a:pt x="0" y="693607"/>
                  </a:lnTo>
                  <a:close/>
                </a:path>
              </a:pathLst>
            </a:custGeom>
            <a:solidFill>
              <a:srgbClr val="DAE3F3">
                <a:alpha val="65098"/>
              </a:srgbClr>
            </a:solidFill>
            <a:ln w="3175">
              <a:solidFill>
                <a:schemeClr val="bg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36317" tIns="94797" rIns="736317" bIns="94797" numCol="1" spcCol="1270" anchor="ctr" anchorCtr="0">
              <a:noAutofit/>
            </a:bodyPr>
            <a:lstStyle/>
            <a:p>
              <a:pPr marL="0" marR="0" lvl="0" indent="0" algn="ctr" defTabSz="3317855" rtl="0" eaLnBrk="1" fontAlgn="auto" latinLnBrk="0" hangingPunct="1">
                <a:lnSpc>
                  <a:spcPct val="90000"/>
                </a:lnSpc>
                <a:spcBef>
                  <a:spcPct val="0"/>
                </a:spcBef>
                <a:spcAft>
                  <a:spcPct val="35000"/>
                </a:spcAft>
                <a:buClrTx/>
                <a:buSzTx/>
                <a:buFontTx/>
                <a:buNone/>
                <a:tabLst/>
                <a:defRPr/>
              </a:pP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7" name="任意多边形: 形状 125">
              <a:extLst>
                <a:ext uri="{FF2B5EF4-FFF2-40B4-BE49-F238E27FC236}">
                  <a16:creationId xmlns:a16="http://schemas.microsoft.com/office/drawing/2014/main" id="{93420208-695A-25AD-DD99-FBE898296F75}"/>
                </a:ext>
              </a:extLst>
            </p:cNvPr>
            <p:cNvSpPr/>
            <p:nvPr/>
          </p:nvSpPr>
          <p:spPr>
            <a:xfrm>
              <a:off x="7039079" y="3999606"/>
              <a:ext cx="1893612" cy="867635"/>
            </a:xfrm>
            <a:custGeom>
              <a:avLst/>
              <a:gdLst>
                <a:gd name="connsiteX0" fmla="*/ 0 w 2750215"/>
                <a:gd name="connsiteY0" fmla="*/ 1068261 h 1068261"/>
                <a:gd name="connsiteX1" fmla="*/ 632891 w 2750215"/>
                <a:gd name="connsiteY1" fmla="*/ 0 h 1068261"/>
                <a:gd name="connsiteX2" fmla="*/ 2117324 w 2750215"/>
                <a:gd name="connsiteY2" fmla="*/ 0 h 1068261"/>
                <a:gd name="connsiteX3" fmla="*/ 2750215 w 2750215"/>
                <a:gd name="connsiteY3" fmla="*/ 1068261 h 1068261"/>
                <a:gd name="connsiteX4" fmla="*/ 0 w 2750215"/>
                <a:gd name="connsiteY4" fmla="*/ 1068261 h 1068261"/>
                <a:gd name="connsiteX0" fmla="*/ 0 w 2486623"/>
                <a:gd name="connsiteY0" fmla="*/ 1068261 h 1068261"/>
                <a:gd name="connsiteX1" fmla="*/ 632891 w 2486623"/>
                <a:gd name="connsiteY1" fmla="*/ 0 h 1068261"/>
                <a:gd name="connsiteX2" fmla="*/ 2117324 w 2486623"/>
                <a:gd name="connsiteY2" fmla="*/ 0 h 1068261"/>
                <a:gd name="connsiteX3" fmla="*/ 2486623 w 2486623"/>
                <a:gd name="connsiteY3" fmla="*/ 641024 h 1068261"/>
                <a:gd name="connsiteX4" fmla="*/ 0 w 2486623"/>
                <a:gd name="connsiteY4" fmla="*/ 1068261 h 1068261"/>
                <a:gd name="connsiteX0" fmla="*/ 0 w 2288928"/>
                <a:gd name="connsiteY0" fmla="*/ 693607 h 693607"/>
                <a:gd name="connsiteX1" fmla="*/ 435196 w 2288928"/>
                <a:gd name="connsiteY1" fmla="*/ 0 h 693607"/>
                <a:gd name="connsiteX2" fmla="*/ 1919629 w 2288928"/>
                <a:gd name="connsiteY2" fmla="*/ 0 h 693607"/>
                <a:gd name="connsiteX3" fmla="*/ 2288928 w 2288928"/>
                <a:gd name="connsiteY3" fmla="*/ 641024 h 693607"/>
                <a:gd name="connsiteX4" fmla="*/ 0 w 2288928"/>
                <a:gd name="connsiteY4" fmla="*/ 693607 h 693607"/>
                <a:gd name="connsiteX0" fmla="*/ 0 w 2330115"/>
                <a:gd name="connsiteY0" fmla="*/ 693607 h 693607"/>
                <a:gd name="connsiteX1" fmla="*/ 435196 w 2330115"/>
                <a:gd name="connsiteY1" fmla="*/ 0 h 693607"/>
                <a:gd name="connsiteX2" fmla="*/ 1919629 w 2330115"/>
                <a:gd name="connsiteY2" fmla="*/ 0 h 693607"/>
                <a:gd name="connsiteX3" fmla="*/ 2330115 w 2330115"/>
                <a:gd name="connsiteY3" fmla="*/ 693607 h 693607"/>
                <a:gd name="connsiteX4" fmla="*/ 0 w 2330115"/>
                <a:gd name="connsiteY4" fmla="*/ 693607 h 693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0115" h="693607">
                  <a:moveTo>
                    <a:pt x="0" y="693607"/>
                  </a:moveTo>
                  <a:lnTo>
                    <a:pt x="435196" y="0"/>
                  </a:lnTo>
                  <a:lnTo>
                    <a:pt x="1919629" y="0"/>
                  </a:lnTo>
                  <a:lnTo>
                    <a:pt x="2330115" y="693607"/>
                  </a:lnTo>
                  <a:lnTo>
                    <a:pt x="0" y="693607"/>
                  </a:lnTo>
                  <a:close/>
                </a:path>
              </a:pathLst>
            </a:custGeom>
            <a:solidFill>
              <a:srgbClr val="DAE3F3">
                <a:alpha val="65098"/>
              </a:srgbClr>
            </a:solidFill>
            <a:ln w="3175">
              <a:solidFill>
                <a:schemeClr val="bg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36317" tIns="94797" rIns="736317" bIns="94797" numCol="1" spcCol="1270" anchor="ctr" anchorCtr="0">
              <a:noAutofit/>
            </a:bodyPr>
            <a:lstStyle/>
            <a:p>
              <a:pPr marL="0" marR="0" lvl="0" indent="0" algn="ctr" defTabSz="3317855" rtl="0" eaLnBrk="1" fontAlgn="auto" latinLnBrk="0" hangingPunct="1">
                <a:lnSpc>
                  <a:spcPct val="90000"/>
                </a:lnSpc>
                <a:spcBef>
                  <a:spcPct val="0"/>
                </a:spcBef>
                <a:spcAft>
                  <a:spcPct val="35000"/>
                </a:spcAft>
                <a:buClrTx/>
                <a:buSzTx/>
                <a:buFontTx/>
                <a:buNone/>
                <a:tabLst/>
                <a:defRPr/>
              </a:pP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8" name="任意多边形: 形状 125">
              <a:extLst>
                <a:ext uri="{FF2B5EF4-FFF2-40B4-BE49-F238E27FC236}">
                  <a16:creationId xmlns:a16="http://schemas.microsoft.com/office/drawing/2014/main" id="{2C1DF47E-6F84-9C76-A64C-FD01E69FF457}"/>
                </a:ext>
              </a:extLst>
            </p:cNvPr>
            <p:cNvSpPr/>
            <p:nvPr/>
          </p:nvSpPr>
          <p:spPr>
            <a:xfrm>
              <a:off x="6702322" y="1358264"/>
              <a:ext cx="1225980" cy="839430"/>
            </a:xfrm>
            <a:custGeom>
              <a:avLst/>
              <a:gdLst>
                <a:gd name="connsiteX0" fmla="*/ 0 w 2750215"/>
                <a:gd name="connsiteY0" fmla="*/ 1068261 h 1068261"/>
                <a:gd name="connsiteX1" fmla="*/ 632891 w 2750215"/>
                <a:gd name="connsiteY1" fmla="*/ 0 h 1068261"/>
                <a:gd name="connsiteX2" fmla="*/ 2117324 w 2750215"/>
                <a:gd name="connsiteY2" fmla="*/ 0 h 1068261"/>
                <a:gd name="connsiteX3" fmla="*/ 2750215 w 2750215"/>
                <a:gd name="connsiteY3" fmla="*/ 1068261 h 1068261"/>
                <a:gd name="connsiteX4" fmla="*/ 0 w 2750215"/>
                <a:gd name="connsiteY4" fmla="*/ 1068261 h 1068261"/>
                <a:gd name="connsiteX0" fmla="*/ 0 w 2486623"/>
                <a:gd name="connsiteY0" fmla="*/ 1068261 h 1068261"/>
                <a:gd name="connsiteX1" fmla="*/ 632891 w 2486623"/>
                <a:gd name="connsiteY1" fmla="*/ 0 h 1068261"/>
                <a:gd name="connsiteX2" fmla="*/ 2117324 w 2486623"/>
                <a:gd name="connsiteY2" fmla="*/ 0 h 1068261"/>
                <a:gd name="connsiteX3" fmla="*/ 2486623 w 2486623"/>
                <a:gd name="connsiteY3" fmla="*/ 641024 h 1068261"/>
                <a:gd name="connsiteX4" fmla="*/ 0 w 2486623"/>
                <a:gd name="connsiteY4" fmla="*/ 1068261 h 1068261"/>
                <a:gd name="connsiteX0" fmla="*/ 0 w 2288928"/>
                <a:gd name="connsiteY0" fmla="*/ 693607 h 693607"/>
                <a:gd name="connsiteX1" fmla="*/ 435196 w 2288928"/>
                <a:gd name="connsiteY1" fmla="*/ 0 h 693607"/>
                <a:gd name="connsiteX2" fmla="*/ 1919629 w 2288928"/>
                <a:gd name="connsiteY2" fmla="*/ 0 h 693607"/>
                <a:gd name="connsiteX3" fmla="*/ 2288928 w 2288928"/>
                <a:gd name="connsiteY3" fmla="*/ 641024 h 693607"/>
                <a:gd name="connsiteX4" fmla="*/ 0 w 2288928"/>
                <a:gd name="connsiteY4" fmla="*/ 693607 h 693607"/>
                <a:gd name="connsiteX0" fmla="*/ 0 w 2330115"/>
                <a:gd name="connsiteY0" fmla="*/ 693607 h 693607"/>
                <a:gd name="connsiteX1" fmla="*/ 435196 w 2330115"/>
                <a:gd name="connsiteY1" fmla="*/ 0 h 693607"/>
                <a:gd name="connsiteX2" fmla="*/ 1919629 w 2330115"/>
                <a:gd name="connsiteY2" fmla="*/ 0 h 693607"/>
                <a:gd name="connsiteX3" fmla="*/ 2330115 w 2330115"/>
                <a:gd name="connsiteY3" fmla="*/ 693607 h 693607"/>
                <a:gd name="connsiteX4" fmla="*/ 0 w 2330115"/>
                <a:gd name="connsiteY4" fmla="*/ 693607 h 693607"/>
                <a:gd name="connsiteX0" fmla="*/ 186877 w 1894919"/>
                <a:gd name="connsiteY0" fmla="*/ 705432 h 705432"/>
                <a:gd name="connsiteX1" fmla="*/ 0 w 1894919"/>
                <a:gd name="connsiteY1" fmla="*/ 0 h 705432"/>
                <a:gd name="connsiteX2" fmla="*/ 1484433 w 1894919"/>
                <a:gd name="connsiteY2" fmla="*/ 0 h 705432"/>
                <a:gd name="connsiteX3" fmla="*/ 1894919 w 1894919"/>
                <a:gd name="connsiteY3" fmla="*/ 693607 h 705432"/>
                <a:gd name="connsiteX4" fmla="*/ 186877 w 1894919"/>
                <a:gd name="connsiteY4" fmla="*/ 705432 h 705432"/>
                <a:gd name="connsiteX0" fmla="*/ 1 w 1708043"/>
                <a:gd name="connsiteY0" fmla="*/ 705432 h 705432"/>
                <a:gd name="connsiteX1" fmla="*/ 59980 w 1708043"/>
                <a:gd name="connsiteY1" fmla="*/ 0 h 705432"/>
                <a:gd name="connsiteX2" fmla="*/ 1297557 w 1708043"/>
                <a:gd name="connsiteY2" fmla="*/ 0 h 705432"/>
                <a:gd name="connsiteX3" fmla="*/ 1708043 w 1708043"/>
                <a:gd name="connsiteY3" fmla="*/ 693607 h 705432"/>
                <a:gd name="connsiteX4" fmla="*/ 1 w 1708043"/>
                <a:gd name="connsiteY4" fmla="*/ 705432 h 705432"/>
                <a:gd name="connsiteX0" fmla="*/ 0 w 1708042"/>
                <a:gd name="connsiteY0" fmla="*/ 705432 h 705618"/>
                <a:gd name="connsiteX1" fmla="*/ 59979 w 1708042"/>
                <a:gd name="connsiteY1" fmla="*/ 0 h 705618"/>
                <a:gd name="connsiteX2" fmla="*/ 1297556 w 1708042"/>
                <a:gd name="connsiteY2" fmla="*/ 0 h 705618"/>
                <a:gd name="connsiteX3" fmla="*/ 1708042 w 1708042"/>
                <a:gd name="connsiteY3" fmla="*/ 705618 h 705618"/>
                <a:gd name="connsiteX4" fmla="*/ 0 w 1708042"/>
                <a:gd name="connsiteY4" fmla="*/ 705432 h 705618"/>
                <a:gd name="connsiteX0" fmla="*/ 0 w 1721043"/>
                <a:gd name="connsiteY0" fmla="*/ 705432 h 705618"/>
                <a:gd name="connsiteX1" fmla="*/ 59979 w 1721043"/>
                <a:gd name="connsiteY1" fmla="*/ 0 h 705618"/>
                <a:gd name="connsiteX2" fmla="*/ 1297556 w 1721043"/>
                <a:gd name="connsiteY2" fmla="*/ 0 h 705618"/>
                <a:gd name="connsiteX3" fmla="*/ 1721043 w 1721043"/>
                <a:gd name="connsiteY3" fmla="*/ 705618 h 705618"/>
                <a:gd name="connsiteX4" fmla="*/ 0 w 1721043"/>
                <a:gd name="connsiteY4" fmla="*/ 705432 h 705618"/>
                <a:gd name="connsiteX0" fmla="*/ 0 w 1721043"/>
                <a:gd name="connsiteY0" fmla="*/ 705432 h 705618"/>
                <a:gd name="connsiteX1" fmla="*/ 59979 w 1721043"/>
                <a:gd name="connsiteY1" fmla="*/ 0 h 705618"/>
                <a:gd name="connsiteX2" fmla="*/ 1307306 w 1721043"/>
                <a:gd name="connsiteY2" fmla="*/ 0 h 705618"/>
                <a:gd name="connsiteX3" fmla="*/ 1721043 w 1721043"/>
                <a:gd name="connsiteY3" fmla="*/ 705618 h 705618"/>
                <a:gd name="connsiteX4" fmla="*/ 0 w 1721043"/>
                <a:gd name="connsiteY4" fmla="*/ 705432 h 70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1043" h="705618">
                  <a:moveTo>
                    <a:pt x="0" y="705432"/>
                  </a:moveTo>
                  <a:lnTo>
                    <a:pt x="59979" y="0"/>
                  </a:lnTo>
                  <a:lnTo>
                    <a:pt x="1307306" y="0"/>
                  </a:lnTo>
                  <a:lnTo>
                    <a:pt x="1721043" y="705618"/>
                  </a:lnTo>
                  <a:lnTo>
                    <a:pt x="0" y="705432"/>
                  </a:lnTo>
                  <a:close/>
                </a:path>
              </a:pathLst>
            </a:custGeom>
            <a:solidFill>
              <a:srgbClr val="DAE3F3">
                <a:alpha val="65098"/>
              </a:srgbClr>
            </a:solidFill>
            <a:ln w="3175">
              <a:solidFill>
                <a:schemeClr val="bg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36317" tIns="94797" rIns="736317" bIns="94797" numCol="1" spcCol="1270" anchor="ctr" anchorCtr="0">
              <a:noAutofit/>
            </a:bodyPr>
            <a:lstStyle/>
            <a:p>
              <a:pPr marL="0" marR="0" lvl="0" indent="0" algn="ctr" defTabSz="3317855" rtl="0" eaLnBrk="1" fontAlgn="auto" latinLnBrk="0" hangingPunct="1">
                <a:lnSpc>
                  <a:spcPct val="90000"/>
                </a:lnSpc>
                <a:spcBef>
                  <a:spcPct val="0"/>
                </a:spcBef>
                <a:spcAft>
                  <a:spcPct val="35000"/>
                </a:spcAft>
                <a:buClrTx/>
                <a:buSzTx/>
                <a:buFontTx/>
                <a:buNone/>
                <a:tabLst/>
                <a:defRPr/>
              </a:pPr>
              <a:endParaRPr kumimoji="0" lang="zh-CN" altLang="en-US" sz="1100" b="0" i="0" u="none" strike="noStrike" kern="1200" cap="none" spc="0" normalizeH="0" baseline="0" noProof="0" dirty="0">
                <a:ln>
                  <a:noFill/>
                </a:ln>
                <a:solidFill>
                  <a:srgbClr val="000000"/>
                </a:solidFill>
                <a:effectLst/>
                <a:uLnTx/>
                <a:uFillTx/>
                <a:cs typeface="+mn-ea"/>
                <a:sym typeface="+mn-lt"/>
              </a:endParaRPr>
            </a:p>
          </p:txBody>
        </p:sp>
        <p:sp>
          <p:nvSpPr>
            <p:cNvPr id="9" name="文本框 8">
              <a:extLst>
                <a:ext uri="{FF2B5EF4-FFF2-40B4-BE49-F238E27FC236}">
                  <a16:creationId xmlns:a16="http://schemas.microsoft.com/office/drawing/2014/main" id="{5524A163-2C07-4172-CA53-1FC27A970FEE}"/>
                </a:ext>
              </a:extLst>
            </p:cNvPr>
            <p:cNvSpPr txBox="1"/>
            <p:nvPr/>
          </p:nvSpPr>
          <p:spPr>
            <a:xfrm>
              <a:off x="7003362" y="1586446"/>
              <a:ext cx="1000541" cy="383858"/>
            </a:xfrm>
            <a:prstGeom prst="rect">
              <a:avLst/>
            </a:prstGeom>
            <a:noFill/>
          </p:spPr>
          <p:txBody>
            <a:bodyPr wrap="square">
              <a:spAutoFit/>
            </a:bodyPr>
            <a:lstStyle/>
            <a:p>
              <a:pPr marL="0" marR="0" lvl="0" indent="0" algn="ctr" defTabSz="1088459"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6</a:t>
              </a: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10</a:t>
              </a:r>
              <a:r>
                <a:rPr kumimoji="0" lang="zh-CN" altLang="en-US" sz="1100" b="0" i="0" u="none" strike="noStrike" kern="1200" cap="none" spc="0" normalizeH="0" baseline="0" noProof="0" dirty="0">
                  <a:ln>
                    <a:noFill/>
                  </a:ln>
                  <a:solidFill>
                    <a:srgbClr val="000000"/>
                  </a:solidFill>
                  <a:effectLst/>
                  <a:uLnTx/>
                  <a:uFillTx/>
                  <a:cs typeface="+mn-ea"/>
                  <a:sym typeface="+mn-lt"/>
                </a:rPr>
                <a:t>）</a:t>
              </a:r>
            </a:p>
          </p:txBody>
        </p:sp>
        <p:sp>
          <p:nvSpPr>
            <p:cNvPr id="10" name="文本框 9">
              <a:extLst>
                <a:ext uri="{FF2B5EF4-FFF2-40B4-BE49-F238E27FC236}">
                  <a16:creationId xmlns:a16="http://schemas.microsoft.com/office/drawing/2014/main" id="{25C7371D-4CB2-A413-CDD5-31B02C6C81CE}"/>
                </a:ext>
              </a:extLst>
            </p:cNvPr>
            <p:cNvSpPr txBox="1"/>
            <p:nvPr/>
          </p:nvSpPr>
          <p:spPr>
            <a:xfrm>
              <a:off x="7303073" y="2488239"/>
              <a:ext cx="1017694" cy="383858"/>
            </a:xfrm>
            <a:prstGeom prst="rect">
              <a:avLst/>
            </a:prstGeom>
            <a:noFill/>
          </p:spPr>
          <p:txBody>
            <a:bodyPr wrap="square">
              <a:spAutoFit/>
            </a:bodyPr>
            <a:lstStyle/>
            <a:p>
              <a:pPr marL="0" marR="0" lvl="0" indent="0" algn="ctr" defTabSz="1088459"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10</a:t>
              </a: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15</a:t>
              </a:r>
              <a:r>
                <a:rPr kumimoji="0" lang="zh-CN" altLang="en-US" sz="1100" b="0" i="0" u="none" strike="noStrike" kern="1200" cap="none" spc="0" normalizeH="0" baseline="0" noProof="0" dirty="0">
                  <a:ln>
                    <a:noFill/>
                  </a:ln>
                  <a:solidFill>
                    <a:srgbClr val="000000"/>
                  </a:solidFill>
                  <a:effectLst/>
                  <a:uLnTx/>
                  <a:uFillTx/>
                  <a:cs typeface="+mn-ea"/>
                  <a:sym typeface="+mn-lt"/>
                </a:rPr>
                <a:t>）</a:t>
              </a:r>
            </a:p>
          </p:txBody>
        </p:sp>
        <p:sp>
          <p:nvSpPr>
            <p:cNvPr id="11" name="文本框 10">
              <a:extLst>
                <a:ext uri="{FF2B5EF4-FFF2-40B4-BE49-F238E27FC236}">
                  <a16:creationId xmlns:a16="http://schemas.microsoft.com/office/drawing/2014/main" id="{C7DD2723-EA44-6E89-5835-47399914686B}"/>
                </a:ext>
              </a:extLst>
            </p:cNvPr>
            <p:cNvSpPr txBox="1"/>
            <p:nvPr/>
          </p:nvSpPr>
          <p:spPr>
            <a:xfrm>
              <a:off x="7568566" y="3362047"/>
              <a:ext cx="1136789" cy="383858"/>
            </a:xfrm>
            <a:prstGeom prst="rect">
              <a:avLst/>
            </a:prstGeom>
            <a:noFill/>
          </p:spPr>
          <p:txBody>
            <a:bodyPr wrap="square">
              <a:spAutoFit/>
            </a:bodyPr>
            <a:lstStyle/>
            <a:p>
              <a:pPr marL="0" marR="0" lvl="0" indent="0" algn="ctr" defTabSz="1088459"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39</a:t>
              </a: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50</a:t>
              </a:r>
              <a:r>
                <a:rPr kumimoji="0" lang="zh-CN" altLang="en-US" sz="1100" b="0" i="0" u="none" strike="noStrike" kern="1200" cap="none" spc="0" normalizeH="0" baseline="0" noProof="0" dirty="0">
                  <a:ln>
                    <a:noFill/>
                  </a:ln>
                  <a:solidFill>
                    <a:srgbClr val="000000"/>
                  </a:solidFill>
                  <a:effectLst/>
                  <a:uLnTx/>
                  <a:uFillTx/>
                  <a:cs typeface="+mn-ea"/>
                  <a:sym typeface="+mn-lt"/>
                </a:rPr>
                <a:t>）</a:t>
              </a:r>
            </a:p>
          </p:txBody>
        </p:sp>
        <p:sp>
          <p:nvSpPr>
            <p:cNvPr id="12" name="文本框 11">
              <a:extLst>
                <a:ext uri="{FF2B5EF4-FFF2-40B4-BE49-F238E27FC236}">
                  <a16:creationId xmlns:a16="http://schemas.microsoft.com/office/drawing/2014/main" id="{FF7778B7-2552-0754-2CED-BFAD7D02FCA6}"/>
                </a:ext>
              </a:extLst>
            </p:cNvPr>
            <p:cNvSpPr txBox="1"/>
            <p:nvPr/>
          </p:nvSpPr>
          <p:spPr>
            <a:xfrm>
              <a:off x="7920850" y="4234694"/>
              <a:ext cx="994698" cy="383858"/>
            </a:xfrm>
            <a:prstGeom prst="rect">
              <a:avLst/>
            </a:prstGeom>
            <a:noFill/>
          </p:spPr>
          <p:txBody>
            <a:bodyPr wrap="square">
              <a:spAutoFit/>
            </a:bodyPr>
            <a:lstStyle/>
            <a:p>
              <a:pPr marL="0" marR="0" lvl="0" indent="0" algn="ctr" defTabSz="1088459"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51</a:t>
              </a: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65</a:t>
              </a:r>
              <a:r>
                <a:rPr kumimoji="0" lang="zh-CN" altLang="en-US" sz="1100" b="0" i="0" u="none" strike="noStrike" kern="1200" cap="none" spc="0" normalizeH="0" baseline="0" noProof="0" dirty="0">
                  <a:ln>
                    <a:noFill/>
                  </a:ln>
                  <a:solidFill>
                    <a:srgbClr val="000000"/>
                  </a:solidFill>
                  <a:effectLst/>
                  <a:uLnTx/>
                  <a:uFillTx/>
                  <a:cs typeface="+mn-ea"/>
                  <a:sym typeface="+mn-lt"/>
                </a:rPr>
                <a:t>）</a:t>
              </a:r>
            </a:p>
          </p:txBody>
        </p:sp>
        <p:grpSp>
          <p:nvGrpSpPr>
            <p:cNvPr id="13" name="组合 12">
              <a:extLst>
                <a:ext uri="{FF2B5EF4-FFF2-40B4-BE49-F238E27FC236}">
                  <a16:creationId xmlns:a16="http://schemas.microsoft.com/office/drawing/2014/main" id="{E72F17EE-CAC5-AFF9-217C-D7DD423C22F6}"/>
                </a:ext>
              </a:extLst>
            </p:cNvPr>
            <p:cNvGrpSpPr/>
            <p:nvPr/>
          </p:nvGrpSpPr>
          <p:grpSpPr>
            <a:xfrm>
              <a:off x="5312812" y="483341"/>
              <a:ext cx="3184304" cy="4408920"/>
              <a:chOff x="-1673525" y="1487617"/>
              <a:chExt cx="4578577" cy="5014111"/>
            </a:xfrm>
          </p:grpSpPr>
          <p:graphicFrame>
            <p:nvGraphicFramePr>
              <p:cNvPr id="15" name="图示 14">
                <a:extLst>
                  <a:ext uri="{FF2B5EF4-FFF2-40B4-BE49-F238E27FC236}">
                    <a16:creationId xmlns:a16="http://schemas.microsoft.com/office/drawing/2014/main" id="{076CA201-F12F-F990-D3F0-4556DA13D788}"/>
                  </a:ext>
                </a:extLst>
              </p:cNvPr>
              <p:cNvGraphicFramePr/>
              <p:nvPr>
                <p:extLst>
                  <p:ext uri="{D42A27DB-BD31-4B8C-83A1-F6EECF244321}">
                    <p14:modId xmlns:p14="http://schemas.microsoft.com/office/powerpoint/2010/main" val="1552711746"/>
                  </p:ext>
                </p:extLst>
              </p:nvPr>
            </p:nvGraphicFramePr>
            <p:xfrm>
              <a:off x="-1481534" y="1487617"/>
              <a:ext cx="3787187" cy="50141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文本框 15">
                <a:extLst>
                  <a:ext uri="{FF2B5EF4-FFF2-40B4-BE49-F238E27FC236}">
                    <a16:creationId xmlns:a16="http://schemas.microsoft.com/office/drawing/2014/main" id="{681945A3-93EF-152D-91F9-1FBD813E71F8}"/>
                  </a:ext>
                </a:extLst>
              </p:cNvPr>
              <p:cNvSpPr txBox="1"/>
              <p:nvPr/>
            </p:nvSpPr>
            <p:spPr bwMode="gray">
              <a:xfrm>
                <a:off x="-199474" y="2004970"/>
                <a:ext cx="1193547" cy="436990"/>
              </a:xfrm>
              <a:prstGeom prst="rect">
                <a:avLst/>
              </a:prstGeom>
              <a:noFill/>
            </p:spPr>
            <p:txBody>
              <a:bodyPr wrap="square">
                <a:spAutoFit/>
              </a:bodyPr>
              <a:lstStyle/>
              <a:p>
                <a:pPr marL="0" marR="0" lvl="0" indent="0" algn="ctr" defTabSz="1088459" rtl="0" eaLnBrk="1" fontAlgn="auto" latinLnBrk="0" hangingPunct="1">
                  <a:lnSpc>
                    <a:spcPct val="150000"/>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000000"/>
                    </a:solidFill>
                    <a:effectLst/>
                    <a:uLnTx/>
                    <a:uFillTx/>
                    <a:cs typeface="+mn-ea"/>
                    <a:sym typeface="+mn-lt"/>
                  </a:rPr>
                  <a:t>&gt;$1</a:t>
                </a:r>
                <a:r>
                  <a:rPr kumimoji="0" lang="zh-CN" altLang="en-US" sz="1100" b="1" i="0" u="none" strike="noStrike" kern="1200" cap="none" spc="0" normalizeH="0" baseline="0" noProof="0" dirty="0">
                    <a:ln>
                      <a:noFill/>
                    </a:ln>
                    <a:solidFill>
                      <a:srgbClr val="000000"/>
                    </a:solidFill>
                    <a:effectLst/>
                    <a:uLnTx/>
                    <a:uFillTx/>
                    <a:cs typeface="+mn-ea"/>
                    <a:sym typeface="+mn-lt"/>
                  </a:rPr>
                  <a:t>亿</a:t>
                </a:r>
                <a:endParaRPr kumimoji="0" lang="en-US" altLang="zh-CN" sz="1100" b="1" i="0" u="none" strike="noStrike" kern="1200" cap="none" spc="0" normalizeH="0" baseline="0" noProof="0" dirty="0">
                  <a:ln>
                    <a:noFill/>
                  </a:ln>
                  <a:solidFill>
                    <a:srgbClr val="000000"/>
                  </a:solidFill>
                  <a:effectLst/>
                  <a:uLnTx/>
                  <a:uFillTx/>
                  <a:cs typeface="+mn-ea"/>
                  <a:sym typeface="+mn-lt"/>
                </a:endParaRPr>
              </a:p>
            </p:txBody>
          </p:sp>
          <p:sp>
            <p:nvSpPr>
              <p:cNvPr id="17" name="文本框 16">
                <a:extLst>
                  <a:ext uri="{FF2B5EF4-FFF2-40B4-BE49-F238E27FC236}">
                    <a16:creationId xmlns:a16="http://schemas.microsoft.com/office/drawing/2014/main" id="{D95B44DD-25F2-521D-35EF-F6A3471C9D08}"/>
                  </a:ext>
                </a:extLst>
              </p:cNvPr>
              <p:cNvSpPr txBox="1"/>
              <p:nvPr/>
            </p:nvSpPr>
            <p:spPr bwMode="gray">
              <a:xfrm>
                <a:off x="-474909" y="2892863"/>
                <a:ext cx="1805439" cy="386506"/>
              </a:xfrm>
              <a:prstGeom prst="rect">
                <a:avLst/>
              </a:prstGeom>
              <a:noFill/>
            </p:spPr>
            <p:txBody>
              <a:bodyPr wrap="square">
                <a:spAutoFit/>
              </a:bodyPr>
              <a:lstStyle/>
              <a:p>
                <a:pPr marL="0" marR="0" lvl="0" indent="0" algn="ctr" defTabSz="1088459" rtl="0" eaLnBrk="1" fontAlgn="auto" latinLnBrk="0" hangingPunct="1">
                  <a:lnSpc>
                    <a:spcPts val="1599"/>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000000"/>
                    </a:solidFill>
                    <a:effectLst/>
                    <a:uLnTx/>
                    <a:uFillTx/>
                    <a:cs typeface="+mn-ea"/>
                    <a:sym typeface="+mn-lt"/>
                  </a:rPr>
                  <a:t>$5000</a:t>
                </a:r>
                <a:r>
                  <a:rPr kumimoji="0" lang="zh-CN" altLang="en-US" sz="1100" b="1" i="0" u="none" strike="noStrike" kern="1200" cap="none" spc="0" normalizeH="0" baseline="0" noProof="0" dirty="0">
                    <a:ln>
                      <a:noFill/>
                    </a:ln>
                    <a:solidFill>
                      <a:srgbClr val="000000"/>
                    </a:solidFill>
                    <a:effectLst/>
                    <a:uLnTx/>
                    <a:uFillTx/>
                    <a:cs typeface="+mn-ea"/>
                    <a:sym typeface="+mn-lt"/>
                  </a:rPr>
                  <a:t>万</a:t>
                </a:r>
                <a:r>
                  <a:rPr kumimoji="0" lang="en-US" altLang="zh-CN" sz="1100" b="1" i="0" u="none" strike="noStrike" kern="1200" cap="none" spc="0" normalizeH="0" baseline="0" noProof="0" dirty="0">
                    <a:ln>
                      <a:noFill/>
                    </a:ln>
                    <a:solidFill>
                      <a:srgbClr val="000000"/>
                    </a:solidFill>
                    <a:effectLst/>
                    <a:uLnTx/>
                    <a:uFillTx/>
                    <a:cs typeface="+mn-ea"/>
                    <a:sym typeface="+mn-lt"/>
                  </a:rPr>
                  <a:t>~$1</a:t>
                </a:r>
                <a:r>
                  <a:rPr kumimoji="0" lang="zh-CN" altLang="en-US" sz="1100" b="1" i="0" u="none" strike="noStrike" kern="1200" cap="none" spc="0" normalizeH="0" baseline="0" noProof="0" dirty="0">
                    <a:ln>
                      <a:noFill/>
                    </a:ln>
                    <a:solidFill>
                      <a:srgbClr val="000000"/>
                    </a:solidFill>
                    <a:effectLst/>
                    <a:uLnTx/>
                    <a:uFillTx/>
                    <a:cs typeface="+mn-ea"/>
                    <a:sym typeface="+mn-lt"/>
                  </a:rPr>
                  <a:t>亿</a:t>
                </a:r>
                <a:endParaRPr kumimoji="0" lang="en-US" altLang="zh-CN" sz="1100" b="1" i="0" u="none" strike="noStrike" kern="1200" cap="none" spc="0" normalizeH="0" baseline="0" noProof="0" dirty="0">
                  <a:ln>
                    <a:noFill/>
                  </a:ln>
                  <a:solidFill>
                    <a:srgbClr val="000000"/>
                  </a:solidFill>
                  <a:effectLst/>
                  <a:uLnTx/>
                  <a:uFillTx/>
                  <a:cs typeface="+mn-ea"/>
                  <a:sym typeface="+mn-lt"/>
                </a:endParaRPr>
              </a:p>
            </p:txBody>
          </p:sp>
          <p:sp>
            <p:nvSpPr>
              <p:cNvPr id="18" name="文本框 17">
                <a:extLst>
                  <a:ext uri="{FF2B5EF4-FFF2-40B4-BE49-F238E27FC236}">
                    <a16:creationId xmlns:a16="http://schemas.microsoft.com/office/drawing/2014/main" id="{5636136E-991C-5352-AEED-29D8CE226F57}"/>
                  </a:ext>
                </a:extLst>
              </p:cNvPr>
              <p:cNvSpPr txBox="1"/>
              <p:nvPr/>
            </p:nvSpPr>
            <p:spPr bwMode="gray">
              <a:xfrm>
                <a:off x="-626605" y="3871304"/>
                <a:ext cx="2008605" cy="386506"/>
              </a:xfrm>
              <a:prstGeom prst="rect">
                <a:avLst/>
              </a:prstGeom>
              <a:noFill/>
            </p:spPr>
            <p:txBody>
              <a:bodyPr wrap="square">
                <a:spAutoFit/>
              </a:bodyPr>
              <a:lstStyle/>
              <a:p>
                <a:pPr marL="0" marR="0" lvl="0" indent="0" algn="ctr" defTabSz="1088459" rtl="0" eaLnBrk="1" fontAlgn="auto" latinLnBrk="0" hangingPunct="1">
                  <a:lnSpc>
                    <a:spcPts val="1599"/>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000000"/>
                    </a:solidFill>
                    <a:effectLst/>
                    <a:uLnTx/>
                    <a:uFillTx/>
                    <a:cs typeface="+mn-ea"/>
                    <a:sym typeface="+mn-lt"/>
                  </a:rPr>
                  <a:t>$3000~$5000</a:t>
                </a:r>
                <a:r>
                  <a:rPr kumimoji="0" lang="zh-CN" altLang="en-US" sz="1100" b="1" i="0" u="none" strike="noStrike" kern="1200" cap="none" spc="0" normalizeH="0" baseline="0" noProof="0" dirty="0">
                    <a:ln>
                      <a:noFill/>
                    </a:ln>
                    <a:solidFill>
                      <a:srgbClr val="000000"/>
                    </a:solidFill>
                    <a:effectLst/>
                    <a:uLnTx/>
                    <a:uFillTx/>
                    <a:cs typeface="+mn-ea"/>
                    <a:sym typeface="+mn-lt"/>
                  </a:rPr>
                  <a:t>万</a:t>
                </a:r>
              </a:p>
            </p:txBody>
          </p:sp>
          <p:sp>
            <p:nvSpPr>
              <p:cNvPr id="19" name="文本框 18">
                <a:extLst>
                  <a:ext uri="{FF2B5EF4-FFF2-40B4-BE49-F238E27FC236}">
                    <a16:creationId xmlns:a16="http://schemas.microsoft.com/office/drawing/2014/main" id="{AD46F665-3B7F-4A32-B1CD-1A3F4BFB0BC3}"/>
                  </a:ext>
                </a:extLst>
              </p:cNvPr>
              <p:cNvSpPr txBox="1"/>
              <p:nvPr/>
            </p:nvSpPr>
            <p:spPr bwMode="gray">
              <a:xfrm>
                <a:off x="-1673525" y="5819363"/>
                <a:ext cx="4578577" cy="436990"/>
              </a:xfrm>
              <a:prstGeom prst="rect">
                <a:avLst/>
              </a:prstGeom>
              <a:noFill/>
            </p:spPr>
            <p:txBody>
              <a:bodyPr wrap="square">
                <a:spAutoFit/>
              </a:bodyPr>
              <a:lstStyle/>
              <a:p>
                <a:pPr marL="0" marR="0" lvl="0" indent="0" algn="ctr" defTabSz="1088459" rtl="0" eaLnBrk="1" fontAlgn="auto" latinLnBrk="0" hangingPunct="1">
                  <a:lnSpc>
                    <a:spcPct val="15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srgbClr val="000000"/>
                    </a:solidFill>
                    <a:effectLst/>
                    <a:uLnTx/>
                    <a:uFillTx/>
                    <a:cs typeface="+mn-ea"/>
                    <a:sym typeface="+mn-lt"/>
                  </a:rPr>
                  <a:t>客户交易额</a:t>
                </a:r>
                <a:r>
                  <a:rPr kumimoji="0" lang="en-US" altLang="zh-CN" sz="1100" b="1" i="0" u="none" strike="noStrike" kern="1200" cap="none" spc="0" normalizeH="0" baseline="0" noProof="0" dirty="0">
                    <a:ln>
                      <a:noFill/>
                    </a:ln>
                    <a:solidFill>
                      <a:srgbClr val="000000"/>
                    </a:solidFill>
                    <a:effectLst/>
                    <a:uLnTx/>
                    <a:uFillTx/>
                    <a:cs typeface="+mn-ea"/>
                    <a:sym typeface="+mn-lt"/>
                  </a:rPr>
                  <a:t>&lt;$1000</a:t>
                </a:r>
                <a:r>
                  <a:rPr kumimoji="0" lang="zh-CN" altLang="en-US" sz="1100" b="1" i="0" u="none" strike="noStrike" kern="1200" cap="none" spc="0" normalizeH="0" baseline="0" noProof="0" dirty="0">
                    <a:ln>
                      <a:noFill/>
                    </a:ln>
                    <a:solidFill>
                      <a:srgbClr val="000000"/>
                    </a:solidFill>
                    <a:effectLst/>
                    <a:uLnTx/>
                    <a:uFillTx/>
                    <a:cs typeface="+mn-ea"/>
                    <a:sym typeface="+mn-lt"/>
                  </a:rPr>
                  <a:t>万</a:t>
                </a:r>
                <a:endParaRPr kumimoji="0" lang="en-US" altLang="zh-CN" sz="1100" b="1" i="0" u="none" strike="noStrike" kern="1200" cap="none" spc="0" normalizeH="0" baseline="0" noProof="0" dirty="0">
                  <a:ln>
                    <a:noFill/>
                  </a:ln>
                  <a:solidFill>
                    <a:srgbClr val="000000"/>
                  </a:solidFill>
                  <a:effectLst/>
                  <a:uLnTx/>
                  <a:uFillTx/>
                  <a:cs typeface="+mn-ea"/>
                  <a:sym typeface="+mn-lt"/>
                </a:endParaRPr>
              </a:p>
            </p:txBody>
          </p:sp>
          <p:sp>
            <p:nvSpPr>
              <p:cNvPr id="20" name="文本框 19">
                <a:extLst>
                  <a:ext uri="{FF2B5EF4-FFF2-40B4-BE49-F238E27FC236}">
                    <a16:creationId xmlns:a16="http://schemas.microsoft.com/office/drawing/2014/main" id="{25C831D9-1D49-7DC7-E5A2-6A5106522FAE}"/>
                  </a:ext>
                </a:extLst>
              </p:cNvPr>
              <p:cNvSpPr txBox="1"/>
              <p:nvPr/>
            </p:nvSpPr>
            <p:spPr bwMode="gray">
              <a:xfrm>
                <a:off x="-574527" y="4926428"/>
                <a:ext cx="2078436" cy="390669"/>
              </a:xfrm>
              <a:prstGeom prst="rect">
                <a:avLst/>
              </a:prstGeom>
              <a:noFill/>
            </p:spPr>
            <p:txBody>
              <a:bodyPr wrap="square">
                <a:spAutoFit/>
              </a:bodyPr>
              <a:lstStyle/>
              <a:p>
                <a:pPr marL="0" marR="0" lvl="0" indent="0" algn="ctr" defTabSz="1088459" rtl="0" eaLnBrk="1" fontAlgn="auto" latinLnBrk="0" hangingPunct="1">
                  <a:lnSpc>
                    <a:spcPts val="1599"/>
                  </a:lnSpc>
                  <a:spcBef>
                    <a:spcPts val="0"/>
                  </a:spcBef>
                  <a:spcAft>
                    <a:spcPts val="0"/>
                  </a:spcAft>
                  <a:buClrTx/>
                  <a:buSzTx/>
                  <a:buFontTx/>
                  <a:buNone/>
                  <a:tabLst/>
                  <a:defRPr/>
                </a:pPr>
                <a:r>
                  <a:rPr kumimoji="0" lang="en-US" altLang="zh-CN" sz="1100" b="1" i="0" u="none" strike="noStrike" kern="1200" cap="none" spc="0" normalizeH="0" baseline="0" noProof="0" dirty="0">
                    <a:ln>
                      <a:noFill/>
                    </a:ln>
                    <a:solidFill>
                      <a:srgbClr val="000000"/>
                    </a:solidFill>
                    <a:effectLst/>
                    <a:uLnTx/>
                    <a:uFillTx/>
                    <a:cs typeface="+mn-ea"/>
                    <a:sym typeface="+mn-lt"/>
                  </a:rPr>
                  <a:t>$1000~$3000</a:t>
                </a:r>
                <a:r>
                  <a:rPr kumimoji="0" lang="zh-CN" altLang="en-US" sz="1100" b="1" i="0" u="none" strike="noStrike" kern="1200" cap="none" spc="0" normalizeH="0" baseline="0" noProof="0" dirty="0">
                    <a:ln>
                      <a:noFill/>
                    </a:ln>
                    <a:solidFill>
                      <a:srgbClr val="000000"/>
                    </a:solidFill>
                    <a:effectLst/>
                    <a:uLnTx/>
                    <a:uFillTx/>
                    <a:cs typeface="+mn-ea"/>
                    <a:sym typeface="+mn-lt"/>
                  </a:rPr>
                  <a:t>万</a:t>
                </a:r>
              </a:p>
            </p:txBody>
          </p:sp>
        </p:grpSp>
        <p:sp>
          <p:nvSpPr>
            <p:cNvPr id="14" name="文本框 13">
              <a:extLst>
                <a:ext uri="{FF2B5EF4-FFF2-40B4-BE49-F238E27FC236}">
                  <a16:creationId xmlns:a16="http://schemas.microsoft.com/office/drawing/2014/main" id="{FBEA99F5-B44F-9C0C-85A9-4AFD70DB089D}"/>
                </a:ext>
              </a:extLst>
            </p:cNvPr>
            <p:cNvSpPr txBox="1"/>
            <p:nvPr/>
          </p:nvSpPr>
          <p:spPr>
            <a:xfrm>
              <a:off x="6774247" y="946646"/>
              <a:ext cx="1000541" cy="383858"/>
            </a:xfrm>
            <a:prstGeom prst="rect">
              <a:avLst/>
            </a:prstGeom>
            <a:noFill/>
          </p:spPr>
          <p:txBody>
            <a:bodyPr wrap="square">
              <a:spAutoFit/>
            </a:bodyPr>
            <a:lstStyle/>
            <a:p>
              <a:pPr marL="0" marR="0" lvl="0" indent="0" algn="ctr" defTabSz="1088459" rtl="0" eaLnBrk="1" fontAlgn="auto" latinLnBrk="0" hangingPunct="1">
                <a:lnSpc>
                  <a:spcPct val="15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7</a:t>
              </a:r>
              <a:r>
                <a:rPr kumimoji="0" lang="zh-CN" altLang="en-US" sz="1100" b="0" i="0" u="none" strike="noStrike" kern="1200" cap="none" spc="0" normalizeH="0" baseline="0" noProof="0" dirty="0">
                  <a:ln>
                    <a:noFill/>
                  </a:ln>
                  <a:solidFill>
                    <a:srgbClr val="000000"/>
                  </a:solidFill>
                  <a:effectLst/>
                  <a:uLnTx/>
                  <a:uFillTx/>
                  <a:cs typeface="+mn-ea"/>
                  <a:sym typeface="+mn-lt"/>
                </a:rPr>
                <a:t>→</a:t>
              </a:r>
              <a:r>
                <a:rPr kumimoji="0" lang="en-US" altLang="zh-CN" sz="1100" b="0" i="0" u="none" strike="noStrike" kern="1200" cap="none" spc="0" normalizeH="0" baseline="0" noProof="0" dirty="0">
                  <a:ln>
                    <a:noFill/>
                  </a:ln>
                  <a:solidFill>
                    <a:srgbClr val="000000"/>
                  </a:solidFill>
                  <a:effectLst/>
                  <a:uLnTx/>
                  <a:uFillTx/>
                  <a:cs typeface="+mn-ea"/>
                  <a:sym typeface="+mn-lt"/>
                </a:rPr>
                <a:t>10</a:t>
              </a:r>
              <a:r>
                <a:rPr kumimoji="0" lang="zh-CN" altLang="en-US" sz="1100" b="0" i="0" u="none" strike="noStrike" kern="1200" cap="none" spc="0" normalizeH="0" baseline="0" noProof="0" dirty="0">
                  <a:ln>
                    <a:noFill/>
                  </a:ln>
                  <a:solidFill>
                    <a:srgbClr val="000000"/>
                  </a:solidFill>
                  <a:effectLst/>
                  <a:uLnTx/>
                  <a:uFillTx/>
                  <a:cs typeface="+mn-ea"/>
                  <a:sym typeface="+mn-lt"/>
                </a:rPr>
                <a:t>）</a:t>
              </a:r>
            </a:p>
          </p:txBody>
        </p:sp>
      </p:grpSp>
      <p:grpSp>
        <p:nvGrpSpPr>
          <p:cNvPr id="293" name="组合 292">
            <a:extLst>
              <a:ext uri="{FF2B5EF4-FFF2-40B4-BE49-F238E27FC236}">
                <a16:creationId xmlns:a16="http://schemas.microsoft.com/office/drawing/2014/main" id="{CE882377-C19B-4955-6086-4C8C6908E0D2}"/>
              </a:ext>
            </a:extLst>
          </p:cNvPr>
          <p:cNvGrpSpPr/>
          <p:nvPr/>
        </p:nvGrpSpPr>
        <p:grpSpPr>
          <a:xfrm>
            <a:off x="17762" y="1611657"/>
            <a:ext cx="8714606" cy="4304476"/>
            <a:chOff x="391957" y="902063"/>
            <a:chExt cx="11354173" cy="5608258"/>
          </a:xfrm>
        </p:grpSpPr>
        <p:sp>
          <p:nvSpPr>
            <p:cNvPr id="22" name="矩形 21">
              <a:extLst>
                <a:ext uri="{FF2B5EF4-FFF2-40B4-BE49-F238E27FC236}">
                  <a16:creationId xmlns:a16="http://schemas.microsoft.com/office/drawing/2014/main" id="{CB67E8D5-EA26-699D-3C25-EC8C8F7EEB97}"/>
                </a:ext>
              </a:extLst>
            </p:cNvPr>
            <p:cNvSpPr/>
            <p:nvPr/>
          </p:nvSpPr>
          <p:spPr>
            <a:xfrm>
              <a:off x="8410715" y="1692849"/>
              <a:ext cx="3009234" cy="2346752"/>
            </a:xfrm>
            <a:prstGeom prst="rect">
              <a:avLst/>
            </a:prstGeom>
            <a:solidFill>
              <a:srgbClr val="70AD47">
                <a:lumMod val="20000"/>
                <a:lumOff val="80000"/>
                <a:alpha val="47000"/>
              </a:srgbClr>
            </a:solidFill>
            <a:ln w="12700" cap="flat" cmpd="sng" algn="ctr">
              <a:solidFill>
                <a:sysClr val="window" lastClr="FFFFFF">
                  <a:lumMod val="50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23" name="矩形 22">
              <a:extLst>
                <a:ext uri="{FF2B5EF4-FFF2-40B4-BE49-F238E27FC236}">
                  <a16:creationId xmlns:a16="http://schemas.microsoft.com/office/drawing/2014/main" id="{BF090C90-411C-4967-34E9-18FF37873E77}"/>
                </a:ext>
              </a:extLst>
            </p:cNvPr>
            <p:cNvSpPr/>
            <p:nvPr/>
          </p:nvSpPr>
          <p:spPr>
            <a:xfrm>
              <a:off x="1522303" y="5237649"/>
              <a:ext cx="4472672" cy="922962"/>
            </a:xfrm>
            <a:prstGeom prst="rect">
              <a:avLst/>
            </a:prstGeom>
            <a:solidFill>
              <a:srgbClr val="70AD47">
                <a:lumMod val="20000"/>
                <a:lumOff val="80000"/>
                <a:alpha val="47000"/>
              </a:srgbClr>
            </a:solidFill>
            <a:ln w="12700" cap="flat" cmpd="sng" algn="ctr">
              <a:solidFill>
                <a:sysClr val="window" lastClr="FFFFFF">
                  <a:lumMod val="50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sp>
          <p:nvSpPr>
            <p:cNvPr id="24" name="矩形 23">
              <a:extLst>
                <a:ext uri="{FF2B5EF4-FFF2-40B4-BE49-F238E27FC236}">
                  <a16:creationId xmlns:a16="http://schemas.microsoft.com/office/drawing/2014/main" id="{EA9108B6-EDAB-DCF0-8C3D-D2C28782289B}"/>
                </a:ext>
              </a:extLst>
            </p:cNvPr>
            <p:cNvSpPr/>
            <p:nvPr/>
          </p:nvSpPr>
          <p:spPr>
            <a:xfrm>
              <a:off x="6152544" y="5240893"/>
              <a:ext cx="2787181" cy="929538"/>
            </a:xfrm>
            <a:prstGeom prst="rect">
              <a:avLst/>
            </a:prstGeom>
            <a:solidFill>
              <a:srgbClr val="FFC000">
                <a:lumMod val="40000"/>
                <a:lumOff val="60000"/>
                <a:alpha val="47000"/>
              </a:srgbClr>
            </a:solidFill>
            <a:ln w="12700" cap="flat" cmpd="sng" algn="ctr">
              <a:solidFill>
                <a:sysClr val="window" lastClr="FFFFFF">
                  <a:lumMod val="50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sp>
          <p:nvSpPr>
            <p:cNvPr id="25" name="矩形 24">
              <a:extLst>
                <a:ext uri="{FF2B5EF4-FFF2-40B4-BE49-F238E27FC236}">
                  <a16:creationId xmlns:a16="http://schemas.microsoft.com/office/drawing/2014/main" id="{911ED94D-1AFF-C5A8-E503-64E5CB004ED3}"/>
                </a:ext>
              </a:extLst>
            </p:cNvPr>
            <p:cNvSpPr/>
            <p:nvPr/>
          </p:nvSpPr>
          <p:spPr>
            <a:xfrm>
              <a:off x="4037250" y="1398971"/>
              <a:ext cx="3997524" cy="993277"/>
            </a:xfrm>
            <a:prstGeom prst="rect">
              <a:avLst/>
            </a:prstGeom>
            <a:solidFill>
              <a:srgbClr val="70AD47">
                <a:lumMod val="20000"/>
                <a:lumOff val="80000"/>
                <a:alpha val="47000"/>
              </a:srgbClr>
            </a:solidFill>
            <a:ln w="12700" cap="flat" cmpd="sng" algn="ctr">
              <a:solidFill>
                <a:sysClr val="window" lastClr="FFFFFF">
                  <a:lumMod val="50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nvGrpSpPr>
            <p:cNvPr id="26" name="组合 25">
              <a:extLst>
                <a:ext uri="{FF2B5EF4-FFF2-40B4-BE49-F238E27FC236}">
                  <a16:creationId xmlns:a16="http://schemas.microsoft.com/office/drawing/2014/main" id="{5F923245-791B-2314-C75A-3B7E9FF2E9DB}"/>
                </a:ext>
              </a:extLst>
            </p:cNvPr>
            <p:cNvGrpSpPr/>
            <p:nvPr/>
          </p:nvGrpSpPr>
          <p:grpSpPr>
            <a:xfrm>
              <a:off x="391957" y="1451896"/>
              <a:ext cx="11044051" cy="5058425"/>
              <a:chOff x="753387" y="1410663"/>
              <a:chExt cx="9273434" cy="4570413"/>
            </a:xfrm>
            <a:solidFill>
              <a:sysClr val="window" lastClr="FFFFFF">
                <a:lumMod val="65000"/>
                <a:alpha val="22000"/>
              </a:sysClr>
            </a:solidFill>
          </p:grpSpPr>
          <p:sp>
            <p:nvSpPr>
              <p:cNvPr id="27" name="Freeform 49">
                <a:extLst>
                  <a:ext uri="{FF2B5EF4-FFF2-40B4-BE49-F238E27FC236}">
                    <a16:creationId xmlns:a16="http://schemas.microsoft.com/office/drawing/2014/main" id="{2711FFE0-74C9-F531-B149-FE628BE0ED2F}"/>
                  </a:ext>
                </a:extLst>
              </p:cNvPr>
              <p:cNvSpPr>
                <a:spLocks noChangeArrowheads="1"/>
              </p:cNvSpPr>
              <p:nvPr/>
            </p:nvSpPr>
            <p:spPr bwMode="auto">
              <a:xfrm>
                <a:off x="6866481" y="3398316"/>
                <a:ext cx="718356" cy="758260"/>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grpSp>
            <p:nvGrpSpPr>
              <p:cNvPr id="28" name="组合 27">
                <a:extLst>
                  <a:ext uri="{FF2B5EF4-FFF2-40B4-BE49-F238E27FC236}">
                    <a16:creationId xmlns:a16="http://schemas.microsoft.com/office/drawing/2014/main" id="{EE171A2B-D264-7875-DD1B-A2B8CC2C16A3}"/>
                  </a:ext>
                </a:extLst>
              </p:cNvPr>
              <p:cNvGrpSpPr/>
              <p:nvPr/>
            </p:nvGrpSpPr>
            <p:grpSpPr>
              <a:xfrm>
                <a:off x="753387" y="1410663"/>
                <a:ext cx="4044777" cy="4570413"/>
                <a:chOff x="911640" y="1196845"/>
                <a:chExt cx="4044777" cy="4570413"/>
              </a:xfrm>
              <a:grpFill/>
            </p:grpSpPr>
            <p:sp>
              <p:nvSpPr>
                <p:cNvPr id="172" name="Freeform 98">
                  <a:extLst>
                    <a:ext uri="{FF2B5EF4-FFF2-40B4-BE49-F238E27FC236}">
                      <a16:creationId xmlns:a16="http://schemas.microsoft.com/office/drawing/2014/main" id="{E24B3CB1-396D-0092-505C-6062B2359F89}"/>
                    </a:ext>
                  </a:extLst>
                </p:cNvPr>
                <p:cNvSpPr>
                  <a:spLocks noChangeArrowheads="1"/>
                </p:cNvSpPr>
                <p:nvPr/>
              </p:nvSpPr>
              <p:spPr bwMode="auto">
                <a:xfrm>
                  <a:off x="2928342" y="3771138"/>
                  <a:ext cx="60653" cy="32227"/>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73" name="Freeform 99">
                  <a:extLst>
                    <a:ext uri="{FF2B5EF4-FFF2-40B4-BE49-F238E27FC236}">
                      <a16:creationId xmlns:a16="http://schemas.microsoft.com/office/drawing/2014/main" id="{69D673AF-E1AD-EBD5-66DC-7629217ACC68}"/>
                    </a:ext>
                  </a:extLst>
                </p:cNvPr>
                <p:cNvSpPr>
                  <a:spLocks noChangeArrowheads="1"/>
                </p:cNvSpPr>
                <p:nvPr/>
              </p:nvSpPr>
              <p:spPr bwMode="auto">
                <a:xfrm>
                  <a:off x="2949192" y="3723746"/>
                  <a:ext cx="157318" cy="87200"/>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74" name="Freeform 100">
                  <a:extLst>
                    <a:ext uri="{FF2B5EF4-FFF2-40B4-BE49-F238E27FC236}">
                      <a16:creationId xmlns:a16="http://schemas.microsoft.com/office/drawing/2014/main" id="{C2E68764-AE1B-910D-0987-B9080CF47977}"/>
                    </a:ext>
                  </a:extLst>
                </p:cNvPr>
                <p:cNvSpPr>
                  <a:spLocks noChangeArrowheads="1"/>
                </p:cNvSpPr>
                <p:nvPr/>
              </p:nvSpPr>
              <p:spPr bwMode="auto">
                <a:xfrm>
                  <a:off x="2232732" y="3270686"/>
                  <a:ext cx="784694" cy="485286"/>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75" name="Freeform 101">
                  <a:extLst>
                    <a:ext uri="{FF2B5EF4-FFF2-40B4-BE49-F238E27FC236}">
                      <a16:creationId xmlns:a16="http://schemas.microsoft.com/office/drawing/2014/main" id="{79A96F2B-035D-1E6E-51C1-D2596F5C7C6C}"/>
                    </a:ext>
                  </a:extLst>
                </p:cNvPr>
                <p:cNvSpPr>
                  <a:spLocks noChangeArrowheads="1"/>
                </p:cNvSpPr>
                <p:nvPr/>
              </p:nvSpPr>
              <p:spPr bwMode="auto">
                <a:xfrm>
                  <a:off x="2863898" y="3680147"/>
                  <a:ext cx="109933" cy="108053"/>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76" name="Freeform 102">
                  <a:extLst>
                    <a:ext uri="{FF2B5EF4-FFF2-40B4-BE49-F238E27FC236}">
                      <a16:creationId xmlns:a16="http://schemas.microsoft.com/office/drawing/2014/main" id="{702D000E-DD6B-EB0D-1559-68B69F7E7EC4}"/>
                    </a:ext>
                  </a:extLst>
                </p:cNvPr>
                <p:cNvSpPr>
                  <a:spLocks noChangeArrowheads="1"/>
                </p:cNvSpPr>
                <p:nvPr/>
              </p:nvSpPr>
              <p:spPr bwMode="auto">
                <a:xfrm>
                  <a:off x="2951086" y="3664981"/>
                  <a:ext cx="32222" cy="68243"/>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77" name="Freeform 103">
                  <a:extLst>
                    <a:ext uri="{FF2B5EF4-FFF2-40B4-BE49-F238E27FC236}">
                      <a16:creationId xmlns:a16="http://schemas.microsoft.com/office/drawing/2014/main" id="{8E038D72-6D42-1DDD-7B3F-60F7971A7E3A}"/>
                    </a:ext>
                  </a:extLst>
                </p:cNvPr>
                <p:cNvSpPr>
                  <a:spLocks noChangeArrowheads="1"/>
                </p:cNvSpPr>
                <p:nvPr/>
              </p:nvSpPr>
              <p:spPr bwMode="auto">
                <a:xfrm>
                  <a:off x="3328271" y="3613798"/>
                  <a:ext cx="77712" cy="66348"/>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78" name="Freeform 104">
                  <a:extLst>
                    <a:ext uri="{FF2B5EF4-FFF2-40B4-BE49-F238E27FC236}">
                      <a16:creationId xmlns:a16="http://schemas.microsoft.com/office/drawing/2014/main" id="{7E001CF7-06B1-89C7-2E85-2AD8A49CAC1E}"/>
                    </a:ext>
                  </a:extLst>
                </p:cNvPr>
                <p:cNvSpPr>
                  <a:spLocks noChangeArrowheads="1"/>
                </p:cNvSpPr>
                <p:nvPr/>
              </p:nvSpPr>
              <p:spPr bwMode="auto">
                <a:xfrm>
                  <a:off x="3398400" y="3625172"/>
                  <a:ext cx="89084" cy="60661"/>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79" name="Freeform 105">
                  <a:extLst>
                    <a:ext uri="{FF2B5EF4-FFF2-40B4-BE49-F238E27FC236}">
                      <a16:creationId xmlns:a16="http://schemas.microsoft.com/office/drawing/2014/main" id="{7CA148E3-EC46-2ABD-E246-F984E52FB2E2}"/>
                    </a:ext>
                  </a:extLst>
                </p:cNvPr>
                <p:cNvSpPr>
                  <a:spLocks noChangeArrowheads="1"/>
                </p:cNvSpPr>
                <p:nvPr/>
              </p:nvSpPr>
              <p:spPr bwMode="auto">
                <a:xfrm>
                  <a:off x="2996576" y="3755973"/>
                  <a:ext cx="109933" cy="111844"/>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0" name="Freeform 106">
                  <a:extLst>
                    <a:ext uri="{FF2B5EF4-FFF2-40B4-BE49-F238E27FC236}">
                      <a16:creationId xmlns:a16="http://schemas.microsoft.com/office/drawing/2014/main" id="{0E1A4980-CC8C-979D-288E-2143F1821821}"/>
                    </a:ext>
                  </a:extLst>
                </p:cNvPr>
                <p:cNvSpPr>
                  <a:spLocks noChangeArrowheads="1"/>
                </p:cNvSpPr>
                <p:nvPr/>
              </p:nvSpPr>
              <p:spPr bwMode="auto">
                <a:xfrm>
                  <a:off x="3343434" y="4011885"/>
                  <a:ext cx="1027305" cy="1048295"/>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1" name="Freeform 107">
                  <a:extLst>
                    <a:ext uri="{FF2B5EF4-FFF2-40B4-BE49-F238E27FC236}">
                      <a16:creationId xmlns:a16="http://schemas.microsoft.com/office/drawing/2014/main" id="{BC0195C2-AEC1-4576-4A69-933238923A46}"/>
                    </a:ext>
                  </a:extLst>
                </p:cNvPr>
                <p:cNvSpPr>
                  <a:spLocks noChangeArrowheads="1"/>
                </p:cNvSpPr>
                <p:nvPr/>
              </p:nvSpPr>
              <p:spPr bwMode="auto">
                <a:xfrm>
                  <a:off x="3749049" y="4954024"/>
                  <a:ext cx="126992" cy="140278"/>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2" name="Freeform 108">
                  <a:extLst>
                    <a:ext uri="{FF2B5EF4-FFF2-40B4-BE49-F238E27FC236}">
                      <a16:creationId xmlns:a16="http://schemas.microsoft.com/office/drawing/2014/main" id="{A164FC1F-BE92-3DEF-23A8-E99B64CAA5A6}"/>
                    </a:ext>
                  </a:extLst>
                </p:cNvPr>
                <p:cNvSpPr>
                  <a:spLocks noEditPoints="1" noChangeArrowheads="1"/>
                </p:cNvSpPr>
                <p:nvPr/>
              </p:nvSpPr>
              <p:spPr bwMode="auto">
                <a:xfrm>
                  <a:off x="3351016" y="4720858"/>
                  <a:ext cx="521235" cy="1027442"/>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3" name="Freeform 109">
                  <a:extLst>
                    <a:ext uri="{FF2B5EF4-FFF2-40B4-BE49-F238E27FC236}">
                      <a16:creationId xmlns:a16="http://schemas.microsoft.com/office/drawing/2014/main" id="{DAE49A29-0D55-AD0E-755E-8CD73C486B8E}"/>
                    </a:ext>
                  </a:extLst>
                </p:cNvPr>
                <p:cNvSpPr>
                  <a:spLocks noChangeArrowheads="1"/>
                </p:cNvSpPr>
                <p:nvPr/>
              </p:nvSpPr>
              <p:spPr bwMode="auto">
                <a:xfrm>
                  <a:off x="3294154" y="4605224"/>
                  <a:ext cx="227448" cy="1162034"/>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4" name="Freeform 110">
                  <a:extLst>
                    <a:ext uri="{FF2B5EF4-FFF2-40B4-BE49-F238E27FC236}">
                      <a16:creationId xmlns:a16="http://schemas.microsoft.com/office/drawing/2014/main" id="{B796B038-1754-A382-C530-20B1CBA0E3E2}"/>
                    </a:ext>
                  </a:extLst>
                </p:cNvPr>
                <p:cNvSpPr>
                  <a:spLocks noChangeArrowheads="1"/>
                </p:cNvSpPr>
                <p:nvPr/>
              </p:nvSpPr>
              <p:spPr bwMode="auto">
                <a:xfrm>
                  <a:off x="3631534" y="4656406"/>
                  <a:ext cx="229344" cy="229374"/>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5" name="Freeform 111">
                  <a:extLst>
                    <a:ext uri="{FF2B5EF4-FFF2-40B4-BE49-F238E27FC236}">
                      <a16:creationId xmlns:a16="http://schemas.microsoft.com/office/drawing/2014/main" id="{A054AE1D-1B61-7B6C-DB68-0606DF090E9C}"/>
                    </a:ext>
                  </a:extLst>
                </p:cNvPr>
                <p:cNvSpPr>
                  <a:spLocks noChangeArrowheads="1"/>
                </p:cNvSpPr>
                <p:nvPr/>
              </p:nvSpPr>
              <p:spPr bwMode="auto">
                <a:xfrm>
                  <a:off x="3034484" y="3860233"/>
                  <a:ext cx="85293" cy="68243"/>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6" name="Freeform 112">
                  <a:extLst>
                    <a:ext uri="{FF2B5EF4-FFF2-40B4-BE49-F238E27FC236}">
                      <a16:creationId xmlns:a16="http://schemas.microsoft.com/office/drawing/2014/main" id="{77EC927A-6667-40F2-8656-8E63786C49D5}"/>
                    </a:ext>
                  </a:extLst>
                </p:cNvPr>
                <p:cNvSpPr>
                  <a:spLocks noChangeArrowheads="1"/>
                </p:cNvSpPr>
                <p:nvPr/>
              </p:nvSpPr>
              <p:spPr bwMode="auto">
                <a:xfrm>
                  <a:off x="3112196" y="3894355"/>
                  <a:ext cx="149737" cy="72035"/>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7" name="Freeform 113">
                  <a:extLst>
                    <a:ext uri="{FF2B5EF4-FFF2-40B4-BE49-F238E27FC236}">
                      <a16:creationId xmlns:a16="http://schemas.microsoft.com/office/drawing/2014/main" id="{6C40F801-EE12-2C3E-B0AF-28DF6E0B8079}"/>
                    </a:ext>
                  </a:extLst>
                </p:cNvPr>
                <p:cNvSpPr>
                  <a:spLocks noChangeArrowheads="1"/>
                </p:cNvSpPr>
                <p:nvPr/>
              </p:nvSpPr>
              <p:spPr bwMode="auto">
                <a:xfrm>
                  <a:off x="3214547" y="3820425"/>
                  <a:ext cx="307054" cy="437896"/>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8" name="Freeform 114">
                  <a:extLst>
                    <a:ext uri="{FF2B5EF4-FFF2-40B4-BE49-F238E27FC236}">
                      <a16:creationId xmlns:a16="http://schemas.microsoft.com/office/drawing/2014/main" id="{294A47CB-8922-0AB7-45FF-04C0D25F2B5B}"/>
                    </a:ext>
                  </a:extLst>
                </p:cNvPr>
                <p:cNvSpPr>
                  <a:spLocks noChangeArrowheads="1"/>
                </p:cNvSpPr>
                <p:nvPr/>
              </p:nvSpPr>
              <p:spPr bwMode="auto">
                <a:xfrm>
                  <a:off x="3455262" y="4402389"/>
                  <a:ext cx="318427" cy="358278"/>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89" name="Freeform 115">
                  <a:extLst>
                    <a:ext uri="{FF2B5EF4-FFF2-40B4-BE49-F238E27FC236}">
                      <a16:creationId xmlns:a16="http://schemas.microsoft.com/office/drawing/2014/main" id="{E438B6BF-6962-9FC2-2292-5224FFC31DC8}"/>
                    </a:ext>
                  </a:extLst>
                </p:cNvPr>
                <p:cNvSpPr>
                  <a:spLocks noChangeArrowheads="1"/>
                </p:cNvSpPr>
                <p:nvPr/>
              </p:nvSpPr>
              <p:spPr bwMode="auto">
                <a:xfrm>
                  <a:off x="3150104" y="4150268"/>
                  <a:ext cx="333590" cy="483391"/>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0" name="Freeform 116">
                  <a:extLst>
                    <a:ext uri="{FF2B5EF4-FFF2-40B4-BE49-F238E27FC236}">
                      <a16:creationId xmlns:a16="http://schemas.microsoft.com/office/drawing/2014/main" id="{7B33A433-EA59-7179-5FD6-623978E90F58}"/>
                    </a:ext>
                  </a:extLst>
                </p:cNvPr>
                <p:cNvSpPr>
                  <a:spLocks noChangeArrowheads="1"/>
                </p:cNvSpPr>
                <p:nvPr/>
              </p:nvSpPr>
              <p:spPr bwMode="auto">
                <a:xfrm>
                  <a:off x="3358597" y="3833694"/>
                  <a:ext cx="354440" cy="299513"/>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1" name="Freeform 117">
                  <a:extLst>
                    <a:ext uri="{FF2B5EF4-FFF2-40B4-BE49-F238E27FC236}">
                      <a16:creationId xmlns:a16="http://schemas.microsoft.com/office/drawing/2014/main" id="{38892A25-4977-4354-792C-9695150BCC61}"/>
                    </a:ext>
                  </a:extLst>
                </p:cNvPr>
                <p:cNvSpPr>
                  <a:spLocks noChangeArrowheads="1"/>
                </p:cNvSpPr>
                <p:nvPr/>
              </p:nvSpPr>
              <p:spPr bwMode="auto">
                <a:xfrm>
                  <a:off x="3756631" y="3987242"/>
                  <a:ext cx="109933" cy="115635"/>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2" name="Freeform 118">
                  <a:extLst>
                    <a:ext uri="{FF2B5EF4-FFF2-40B4-BE49-F238E27FC236}">
                      <a16:creationId xmlns:a16="http://schemas.microsoft.com/office/drawing/2014/main" id="{6CE01AC8-D81E-FDBE-2BF0-AC8978B1064A}"/>
                    </a:ext>
                  </a:extLst>
                </p:cNvPr>
                <p:cNvSpPr>
                  <a:spLocks noChangeArrowheads="1"/>
                </p:cNvSpPr>
                <p:nvPr/>
              </p:nvSpPr>
              <p:spPr bwMode="auto">
                <a:xfrm>
                  <a:off x="3671337" y="3928476"/>
                  <a:ext cx="126992" cy="189565"/>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3" name="Freeform 119">
                  <a:extLst>
                    <a:ext uri="{FF2B5EF4-FFF2-40B4-BE49-F238E27FC236}">
                      <a16:creationId xmlns:a16="http://schemas.microsoft.com/office/drawing/2014/main" id="{5D173F57-75D5-7474-B57E-66F22AEAB80F}"/>
                    </a:ext>
                  </a:extLst>
                </p:cNvPr>
                <p:cNvSpPr>
                  <a:spLocks noChangeArrowheads="1"/>
                </p:cNvSpPr>
                <p:nvPr/>
              </p:nvSpPr>
              <p:spPr bwMode="auto">
                <a:xfrm>
                  <a:off x="3853295" y="3998616"/>
                  <a:ext cx="79607" cy="100470"/>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4" name="Freeform 120">
                  <a:extLst>
                    <a:ext uri="{FF2B5EF4-FFF2-40B4-BE49-F238E27FC236}">
                      <a16:creationId xmlns:a16="http://schemas.microsoft.com/office/drawing/2014/main" id="{738A2F07-2845-44C2-6712-0BE46A83CA8E}"/>
                    </a:ext>
                  </a:extLst>
                </p:cNvPr>
                <p:cNvSpPr>
                  <a:spLocks noChangeArrowheads="1"/>
                </p:cNvSpPr>
                <p:nvPr/>
              </p:nvSpPr>
              <p:spPr bwMode="auto">
                <a:xfrm>
                  <a:off x="3068601" y="3528495"/>
                  <a:ext cx="271042" cy="96679"/>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5" name="Freeform 121">
                  <a:extLst>
                    <a:ext uri="{FF2B5EF4-FFF2-40B4-BE49-F238E27FC236}">
                      <a16:creationId xmlns:a16="http://schemas.microsoft.com/office/drawing/2014/main" id="{D7947C94-6CF6-516A-D300-0F82F87C1DEA}"/>
                    </a:ext>
                  </a:extLst>
                </p:cNvPr>
                <p:cNvSpPr>
                  <a:spLocks noChangeArrowheads="1"/>
                </p:cNvSpPr>
                <p:nvPr/>
              </p:nvSpPr>
              <p:spPr bwMode="auto">
                <a:xfrm>
                  <a:off x="3224024" y="3657399"/>
                  <a:ext cx="62549" cy="3033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6" name="Freeform 122">
                  <a:extLst>
                    <a:ext uri="{FF2B5EF4-FFF2-40B4-BE49-F238E27FC236}">
                      <a16:creationId xmlns:a16="http://schemas.microsoft.com/office/drawing/2014/main" id="{DEBDB83D-2AEA-0162-CB88-9AF78BD05FD6}"/>
                    </a:ext>
                  </a:extLst>
                </p:cNvPr>
                <p:cNvSpPr>
                  <a:spLocks noChangeArrowheads="1"/>
                </p:cNvSpPr>
                <p:nvPr/>
              </p:nvSpPr>
              <p:spPr bwMode="auto">
                <a:xfrm>
                  <a:off x="3514020" y="3655503"/>
                  <a:ext cx="56862" cy="32227"/>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7" name="Freeform 123">
                  <a:extLst>
                    <a:ext uri="{FF2B5EF4-FFF2-40B4-BE49-F238E27FC236}">
                      <a16:creationId xmlns:a16="http://schemas.microsoft.com/office/drawing/2014/main" id="{918D6954-DF87-F7FC-71E4-CF77AA0A44BF}"/>
                    </a:ext>
                  </a:extLst>
                </p:cNvPr>
                <p:cNvSpPr>
                  <a:spLocks noEditPoints="1" noChangeArrowheads="1"/>
                </p:cNvSpPr>
                <p:nvPr/>
              </p:nvSpPr>
              <p:spPr bwMode="auto">
                <a:xfrm>
                  <a:off x="3377551" y="1196845"/>
                  <a:ext cx="1578866" cy="1177199"/>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8" name="Freeform 124">
                  <a:extLst>
                    <a:ext uri="{FF2B5EF4-FFF2-40B4-BE49-F238E27FC236}">
                      <a16:creationId xmlns:a16="http://schemas.microsoft.com/office/drawing/2014/main" id="{21B0E2AB-20C9-991B-5491-16821D771458}"/>
                    </a:ext>
                  </a:extLst>
                </p:cNvPr>
                <p:cNvSpPr>
                  <a:spLocks noEditPoints="1" noChangeArrowheads="1"/>
                </p:cNvSpPr>
                <p:nvPr/>
              </p:nvSpPr>
              <p:spPr bwMode="auto">
                <a:xfrm>
                  <a:off x="1609146" y="1217697"/>
                  <a:ext cx="2293430" cy="1764851"/>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99" name="Freeform 125">
                  <a:extLst>
                    <a:ext uri="{FF2B5EF4-FFF2-40B4-BE49-F238E27FC236}">
                      <a16:creationId xmlns:a16="http://schemas.microsoft.com/office/drawing/2014/main" id="{0D0F3D95-15AA-63CA-5355-B399720714A6}"/>
                    </a:ext>
                  </a:extLst>
                </p:cNvPr>
                <p:cNvSpPr>
                  <a:spLocks noEditPoints="1" noChangeArrowheads="1"/>
                </p:cNvSpPr>
                <p:nvPr/>
              </p:nvSpPr>
              <p:spPr bwMode="auto">
                <a:xfrm>
                  <a:off x="911640" y="1883070"/>
                  <a:ext cx="2617543" cy="1607511"/>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200" name="Freeform 165">
                  <a:extLst>
                    <a:ext uri="{FF2B5EF4-FFF2-40B4-BE49-F238E27FC236}">
                      <a16:creationId xmlns:a16="http://schemas.microsoft.com/office/drawing/2014/main" id="{A97F9692-C70D-3301-DFE0-61B31C64FDED}"/>
                    </a:ext>
                  </a:extLst>
                </p:cNvPr>
                <p:cNvSpPr>
                  <a:spLocks noChangeArrowheads="1"/>
                </p:cNvSpPr>
                <p:nvPr/>
              </p:nvSpPr>
              <p:spPr bwMode="auto">
                <a:xfrm>
                  <a:off x="3231605" y="3475416"/>
                  <a:ext cx="22745" cy="47392"/>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201" name="Freeform 166">
                  <a:extLst>
                    <a:ext uri="{FF2B5EF4-FFF2-40B4-BE49-F238E27FC236}">
                      <a16:creationId xmlns:a16="http://schemas.microsoft.com/office/drawing/2014/main" id="{B166FEE7-CB04-294D-DEC7-AF5EF7B87E81}"/>
                    </a:ext>
                  </a:extLst>
                </p:cNvPr>
                <p:cNvSpPr>
                  <a:spLocks noChangeArrowheads="1"/>
                </p:cNvSpPr>
                <p:nvPr/>
              </p:nvSpPr>
              <p:spPr bwMode="auto">
                <a:xfrm>
                  <a:off x="3656174" y="3865920"/>
                  <a:ext cx="30326" cy="24644"/>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grpSp>
          <p:grpSp>
            <p:nvGrpSpPr>
              <p:cNvPr id="29" name="组合 28">
                <a:extLst>
                  <a:ext uri="{FF2B5EF4-FFF2-40B4-BE49-F238E27FC236}">
                    <a16:creationId xmlns:a16="http://schemas.microsoft.com/office/drawing/2014/main" id="{E77ECFB5-B8EC-01A0-283C-6ED7C0628E00}"/>
                  </a:ext>
                </a:extLst>
              </p:cNvPr>
              <p:cNvGrpSpPr/>
              <p:nvPr/>
            </p:nvGrpSpPr>
            <p:grpSpPr>
              <a:xfrm>
                <a:off x="4483985" y="1545254"/>
                <a:ext cx="5542836" cy="3757178"/>
                <a:chOff x="4642238" y="1331436"/>
                <a:chExt cx="5542836" cy="3757178"/>
              </a:xfrm>
              <a:grpFill/>
            </p:grpSpPr>
            <p:sp>
              <p:nvSpPr>
                <p:cNvPr id="59" name="Freeform 132">
                  <a:extLst>
                    <a:ext uri="{FF2B5EF4-FFF2-40B4-BE49-F238E27FC236}">
                      <a16:creationId xmlns:a16="http://schemas.microsoft.com/office/drawing/2014/main" id="{9ED9D530-6045-8DE8-382C-B103291C73D9}"/>
                    </a:ext>
                  </a:extLst>
                </p:cNvPr>
                <p:cNvSpPr>
                  <a:spLocks noEditPoints="1" noChangeArrowheads="1"/>
                </p:cNvSpPr>
                <p:nvPr/>
              </p:nvSpPr>
              <p:spPr bwMode="auto">
                <a:xfrm>
                  <a:off x="5053082" y="2336130"/>
                  <a:ext cx="261565" cy="398087"/>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grpSp>
              <p:nvGrpSpPr>
                <p:cNvPr id="60" name="组合 59">
                  <a:extLst>
                    <a:ext uri="{FF2B5EF4-FFF2-40B4-BE49-F238E27FC236}">
                      <a16:creationId xmlns:a16="http://schemas.microsoft.com/office/drawing/2014/main" id="{F6936D7D-ED76-B74E-6F29-3FB65272519A}"/>
                    </a:ext>
                  </a:extLst>
                </p:cNvPr>
                <p:cNvGrpSpPr/>
                <p:nvPr/>
              </p:nvGrpSpPr>
              <p:grpSpPr>
                <a:xfrm>
                  <a:off x="4642238" y="1331436"/>
                  <a:ext cx="5542836" cy="3757178"/>
                  <a:chOff x="4642238" y="1331436"/>
                  <a:chExt cx="5542836" cy="3757178"/>
                </a:xfrm>
                <a:grpFill/>
              </p:grpSpPr>
              <p:sp>
                <p:nvSpPr>
                  <p:cNvPr id="61" name="Freeform 4">
                    <a:extLst>
                      <a:ext uri="{FF2B5EF4-FFF2-40B4-BE49-F238E27FC236}">
                        <a16:creationId xmlns:a16="http://schemas.microsoft.com/office/drawing/2014/main" id="{7335428D-9245-C187-AF68-3F325214E97B}"/>
                      </a:ext>
                    </a:extLst>
                  </p:cNvPr>
                  <p:cNvSpPr>
                    <a:spLocks noChangeArrowheads="1"/>
                  </p:cNvSpPr>
                  <p:nvPr/>
                </p:nvSpPr>
                <p:spPr bwMode="auto">
                  <a:xfrm>
                    <a:off x="5569537" y="4593850"/>
                    <a:ext cx="324192" cy="326052"/>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62" name="Freeform 5">
                    <a:extLst>
                      <a:ext uri="{FF2B5EF4-FFF2-40B4-BE49-F238E27FC236}">
                        <a16:creationId xmlns:a16="http://schemas.microsoft.com/office/drawing/2014/main" id="{D68A8BC8-B5CD-3D9D-3776-678EB93353B2}"/>
                      </a:ext>
                    </a:extLst>
                  </p:cNvPr>
                  <p:cNvSpPr>
                    <a:spLocks noChangeArrowheads="1"/>
                  </p:cNvSpPr>
                  <p:nvPr/>
                </p:nvSpPr>
                <p:spPr bwMode="auto">
                  <a:xfrm>
                    <a:off x="5898273" y="4555937"/>
                    <a:ext cx="201222" cy="178191"/>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63" name="Freeform 6">
                    <a:extLst>
                      <a:ext uri="{FF2B5EF4-FFF2-40B4-BE49-F238E27FC236}">
                        <a16:creationId xmlns:a16="http://schemas.microsoft.com/office/drawing/2014/main" id="{05D4C130-DA88-0966-5CE8-BAF1602E0A28}"/>
                      </a:ext>
                    </a:extLst>
                  </p:cNvPr>
                  <p:cNvSpPr>
                    <a:spLocks noChangeArrowheads="1"/>
                  </p:cNvSpPr>
                  <p:nvPr/>
                </p:nvSpPr>
                <p:spPr bwMode="auto">
                  <a:xfrm>
                    <a:off x="5767717" y="4614702"/>
                    <a:ext cx="227306" cy="248331"/>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64" name="Freeform 7">
                    <a:extLst>
                      <a:ext uri="{FF2B5EF4-FFF2-40B4-BE49-F238E27FC236}">
                        <a16:creationId xmlns:a16="http://schemas.microsoft.com/office/drawing/2014/main" id="{C33D3E37-880F-1E8A-C113-D7F7B740B110}"/>
                      </a:ext>
                    </a:extLst>
                  </p:cNvPr>
                  <p:cNvSpPr>
                    <a:spLocks noChangeArrowheads="1"/>
                  </p:cNvSpPr>
                  <p:nvPr/>
                </p:nvSpPr>
                <p:spPr bwMode="auto">
                  <a:xfrm>
                    <a:off x="6031939" y="4828911"/>
                    <a:ext cx="45720" cy="43601"/>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65" name="Freeform 8">
                    <a:extLst>
                      <a:ext uri="{FF2B5EF4-FFF2-40B4-BE49-F238E27FC236}">
                        <a16:creationId xmlns:a16="http://schemas.microsoft.com/office/drawing/2014/main" id="{AE335108-DC78-9682-63AA-145D98CAE019}"/>
                      </a:ext>
                    </a:extLst>
                  </p:cNvPr>
                  <p:cNvSpPr>
                    <a:spLocks noChangeArrowheads="1"/>
                  </p:cNvSpPr>
                  <p:nvPr/>
                </p:nvSpPr>
                <p:spPr bwMode="auto">
                  <a:xfrm>
                    <a:off x="5944401" y="4900945"/>
                    <a:ext cx="55896" cy="64452"/>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66" name="Freeform 9">
                    <a:extLst>
                      <a:ext uri="{FF2B5EF4-FFF2-40B4-BE49-F238E27FC236}">
                        <a16:creationId xmlns:a16="http://schemas.microsoft.com/office/drawing/2014/main" id="{4C1AE8BA-95A4-61A9-84CB-82C999E22731}"/>
                      </a:ext>
                    </a:extLst>
                  </p:cNvPr>
                  <p:cNvSpPr>
                    <a:spLocks noEditPoints="1" noChangeArrowheads="1"/>
                  </p:cNvSpPr>
                  <p:nvPr/>
                </p:nvSpPr>
                <p:spPr bwMode="auto">
                  <a:xfrm>
                    <a:off x="5682075" y="4724649"/>
                    <a:ext cx="406170" cy="363965"/>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67" name="Freeform 10">
                    <a:extLst>
                      <a:ext uri="{FF2B5EF4-FFF2-40B4-BE49-F238E27FC236}">
                        <a16:creationId xmlns:a16="http://schemas.microsoft.com/office/drawing/2014/main" id="{7A8F500B-0BCD-1571-10D6-5D01A15517EB}"/>
                      </a:ext>
                    </a:extLst>
                  </p:cNvPr>
                  <p:cNvSpPr>
                    <a:spLocks noChangeArrowheads="1"/>
                  </p:cNvSpPr>
                  <p:nvPr/>
                </p:nvSpPr>
                <p:spPr bwMode="auto">
                  <a:xfrm>
                    <a:off x="5569295" y="4298129"/>
                    <a:ext cx="296246" cy="320365"/>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68" name="Freeform 11">
                    <a:extLst>
                      <a:ext uri="{FF2B5EF4-FFF2-40B4-BE49-F238E27FC236}">
                        <a16:creationId xmlns:a16="http://schemas.microsoft.com/office/drawing/2014/main" id="{66F63278-7520-16F1-1FC5-757A3252E616}"/>
                      </a:ext>
                    </a:extLst>
                  </p:cNvPr>
                  <p:cNvSpPr>
                    <a:spLocks noChangeArrowheads="1"/>
                  </p:cNvSpPr>
                  <p:nvPr/>
                </p:nvSpPr>
                <p:spPr bwMode="auto">
                  <a:xfrm>
                    <a:off x="5819440" y="4358789"/>
                    <a:ext cx="290654" cy="261600"/>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69" name="Freeform 12">
                    <a:extLst>
                      <a:ext uri="{FF2B5EF4-FFF2-40B4-BE49-F238E27FC236}">
                        <a16:creationId xmlns:a16="http://schemas.microsoft.com/office/drawing/2014/main" id="{B55FB590-0214-884D-700E-2E2816717313}"/>
                      </a:ext>
                    </a:extLst>
                  </p:cNvPr>
                  <p:cNvSpPr>
                    <a:spLocks noChangeArrowheads="1"/>
                  </p:cNvSpPr>
                  <p:nvPr/>
                </p:nvSpPr>
                <p:spPr bwMode="auto">
                  <a:xfrm>
                    <a:off x="5991737" y="4173016"/>
                    <a:ext cx="50306" cy="45496"/>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0" name="Freeform 13">
                    <a:extLst>
                      <a:ext uri="{FF2B5EF4-FFF2-40B4-BE49-F238E27FC236}">
                        <a16:creationId xmlns:a16="http://schemas.microsoft.com/office/drawing/2014/main" id="{7F253762-9719-F137-0019-59A37BA57FC6}"/>
                      </a:ext>
                    </a:extLst>
                  </p:cNvPr>
                  <p:cNvSpPr>
                    <a:spLocks noChangeArrowheads="1"/>
                  </p:cNvSpPr>
                  <p:nvPr/>
                </p:nvSpPr>
                <p:spPr bwMode="auto">
                  <a:xfrm>
                    <a:off x="6304419" y="3829902"/>
                    <a:ext cx="262708" cy="356382"/>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1" name="Freeform 14">
                    <a:extLst>
                      <a:ext uri="{FF2B5EF4-FFF2-40B4-BE49-F238E27FC236}">
                        <a16:creationId xmlns:a16="http://schemas.microsoft.com/office/drawing/2014/main" id="{9931B464-1755-5233-63EF-66175834008A}"/>
                      </a:ext>
                    </a:extLst>
                  </p:cNvPr>
                  <p:cNvSpPr>
                    <a:spLocks noChangeArrowheads="1"/>
                  </p:cNvSpPr>
                  <p:nvPr/>
                </p:nvSpPr>
                <p:spPr bwMode="auto">
                  <a:xfrm>
                    <a:off x="4930628" y="3174007"/>
                    <a:ext cx="305560" cy="24643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2" name="Freeform 15">
                    <a:extLst>
                      <a:ext uri="{FF2B5EF4-FFF2-40B4-BE49-F238E27FC236}">
                        <a16:creationId xmlns:a16="http://schemas.microsoft.com/office/drawing/2014/main" id="{AD4CD43B-6E2E-208D-E0F3-3898DED1ED90}"/>
                      </a:ext>
                    </a:extLst>
                  </p:cNvPr>
                  <p:cNvSpPr>
                    <a:spLocks noChangeArrowheads="1"/>
                  </p:cNvSpPr>
                  <p:nvPr/>
                </p:nvSpPr>
                <p:spPr bwMode="auto">
                  <a:xfrm>
                    <a:off x="5455857" y="3130408"/>
                    <a:ext cx="109928" cy="208522"/>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3" name="Freeform 16">
                    <a:extLst>
                      <a:ext uri="{FF2B5EF4-FFF2-40B4-BE49-F238E27FC236}">
                        <a16:creationId xmlns:a16="http://schemas.microsoft.com/office/drawing/2014/main" id="{D8FFC467-D926-2C9C-6F49-2F9EB619215D}"/>
                      </a:ext>
                    </a:extLst>
                  </p:cNvPr>
                  <p:cNvSpPr>
                    <a:spLocks noChangeArrowheads="1"/>
                  </p:cNvSpPr>
                  <p:nvPr/>
                </p:nvSpPr>
                <p:spPr bwMode="auto">
                  <a:xfrm>
                    <a:off x="5044374" y="3137991"/>
                    <a:ext cx="527276" cy="513722"/>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4" name="Freeform 17">
                    <a:extLst>
                      <a:ext uri="{FF2B5EF4-FFF2-40B4-BE49-F238E27FC236}">
                        <a16:creationId xmlns:a16="http://schemas.microsoft.com/office/drawing/2014/main" id="{E919AC0E-1D56-3368-5031-C56DDE74D73F}"/>
                      </a:ext>
                    </a:extLst>
                  </p:cNvPr>
                  <p:cNvSpPr>
                    <a:spLocks noChangeArrowheads="1"/>
                  </p:cNvSpPr>
                  <p:nvPr/>
                </p:nvSpPr>
                <p:spPr bwMode="auto">
                  <a:xfrm>
                    <a:off x="5513208" y="3255521"/>
                    <a:ext cx="385676" cy="377235"/>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5" name="Freeform 18">
                    <a:extLst>
                      <a:ext uri="{FF2B5EF4-FFF2-40B4-BE49-F238E27FC236}">
                        <a16:creationId xmlns:a16="http://schemas.microsoft.com/office/drawing/2014/main" id="{959B7A29-8022-2489-2F72-112E2554F408}"/>
                      </a:ext>
                    </a:extLst>
                  </p:cNvPr>
                  <p:cNvSpPr>
                    <a:spLocks noChangeArrowheads="1"/>
                  </p:cNvSpPr>
                  <p:nvPr/>
                </p:nvSpPr>
                <p:spPr bwMode="auto">
                  <a:xfrm>
                    <a:off x="4837635" y="3780615"/>
                    <a:ext cx="72664" cy="26539"/>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6" name="Freeform 19">
                    <a:extLst>
                      <a:ext uri="{FF2B5EF4-FFF2-40B4-BE49-F238E27FC236}">
                        <a16:creationId xmlns:a16="http://schemas.microsoft.com/office/drawing/2014/main" id="{5543FAE1-B989-EB86-404F-246A6A4E8BD9}"/>
                      </a:ext>
                    </a:extLst>
                  </p:cNvPr>
                  <p:cNvSpPr>
                    <a:spLocks noChangeArrowheads="1"/>
                  </p:cNvSpPr>
                  <p:nvPr/>
                </p:nvSpPr>
                <p:spPr bwMode="auto">
                  <a:xfrm>
                    <a:off x="4823116" y="3710477"/>
                    <a:ext cx="147192" cy="121322"/>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7" name="Freeform 20">
                    <a:extLst>
                      <a:ext uri="{FF2B5EF4-FFF2-40B4-BE49-F238E27FC236}">
                        <a16:creationId xmlns:a16="http://schemas.microsoft.com/office/drawing/2014/main" id="{411A97C5-C7C6-CBE3-46BB-392EA69F49FD}"/>
                      </a:ext>
                    </a:extLst>
                  </p:cNvPr>
                  <p:cNvSpPr>
                    <a:spLocks noChangeArrowheads="1"/>
                  </p:cNvSpPr>
                  <p:nvPr/>
                </p:nvSpPr>
                <p:spPr bwMode="auto">
                  <a:xfrm>
                    <a:off x="4841409" y="3818528"/>
                    <a:ext cx="70802" cy="39809"/>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8" name="Freeform 21">
                    <a:extLst>
                      <a:ext uri="{FF2B5EF4-FFF2-40B4-BE49-F238E27FC236}">
                        <a16:creationId xmlns:a16="http://schemas.microsoft.com/office/drawing/2014/main" id="{FA40C65B-E10B-2A2D-B238-E6342E193613}"/>
                      </a:ext>
                    </a:extLst>
                  </p:cNvPr>
                  <p:cNvSpPr>
                    <a:spLocks noChangeArrowheads="1"/>
                  </p:cNvSpPr>
                  <p:nvPr/>
                </p:nvSpPr>
                <p:spPr bwMode="auto">
                  <a:xfrm>
                    <a:off x="5641434" y="3856442"/>
                    <a:ext cx="309286" cy="221792"/>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79" name="Freeform 22">
                    <a:extLst>
                      <a:ext uri="{FF2B5EF4-FFF2-40B4-BE49-F238E27FC236}">
                        <a16:creationId xmlns:a16="http://schemas.microsoft.com/office/drawing/2014/main" id="{7CDBD846-F633-353F-E9E7-AB956C7C29F3}"/>
                      </a:ext>
                    </a:extLst>
                  </p:cNvPr>
                  <p:cNvSpPr>
                    <a:spLocks noChangeArrowheads="1"/>
                  </p:cNvSpPr>
                  <p:nvPr/>
                </p:nvSpPr>
                <p:spPr bwMode="auto">
                  <a:xfrm>
                    <a:off x="5339986" y="3782512"/>
                    <a:ext cx="299970" cy="254017"/>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0" name="Freeform 23">
                    <a:extLst>
                      <a:ext uri="{FF2B5EF4-FFF2-40B4-BE49-F238E27FC236}">
                        <a16:creationId xmlns:a16="http://schemas.microsoft.com/office/drawing/2014/main" id="{9007208D-50F0-4796-669B-1C50C243B454}"/>
                      </a:ext>
                    </a:extLst>
                  </p:cNvPr>
                  <p:cNvSpPr>
                    <a:spLocks noChangeArrowheads="1"/>
                  </p:cNvSpPr>
                  <p:nvPr/>
                </p:nvSpPr>
                <p:spPr bwMode="auto">
                  <a:xfrm>
                    <a:off x="5286876" y="3822320"/>
                    <a:ext cx="76390" cy="159235"/>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1" name="Freeform 24">
                    <a:extLst>
                      <a:ext uri="{FF2B5EF4-FFF2-40B4-BE49-F238E27FC236}">
                        <a16:creationId xmlns:a16="http://schemas.microsoft.com/office/drawing/2014/main" id="{F4B7FCD5-E04F-4B6C-11A7-D92B4E3B54E2}"/>
                      </a:ext>
                    </a:extLst>
                  </p:cNvPr>
                  <p:cNvSpPr>
                    <a:spLocks noChangeArrowheads="1"/>
                  </p:cNvSpPr>
                  <p:nvPr/>
                </p:nvSpPr>
                <p:spPr bwMode="auto">
                  <a:xfrm>
                    <a:off x="5263889" y="3856442"/>
                    <a:ext cx="48442" cy="134592"/>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2" name="Freeform 25">
                    <a:extLst>
                      <a:ext uri="{FF2B5EF4-FFF2-40B4-BE49-F238E27FC236}">
                        <a16:creationId xmlns:a16="http://schemas.microsoft.com/office/drawing/2014/main" id="{1DC4AA39-1030-A4CD-531D-EF2AE61709E4}"/>
                      </a:ext>
                    </a:extLst>
                  </p:cNvPr>
                  <p:cNvSpPr>
                    <a:spLocks noChangeArrowheads="1"/>
                  </p:cNvSpPr>
                  <p:nvPr/>
                </p:nvSpPr>
                <p:spPr bwMode="auto">
                  <a:xfrm>
                    <a:off x="5488755" y="3803363"/>
                    <a:ext cx="188180" cy="29761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3" name="Freeform 26">
                    <a:extLst>
                      <a:ext uri="{FF2B5EF4-FFF2-40B4-BE49-F238E27FC236}">
                        <a16:creationId xmlns:a16="http://schemas.microsoft.com/office/drawing/2014/main" id="{54AE9D5F-753C-F100-66ED-0DE9D1C4D102}"/>
                      </a:ext>
                    </a:extLst>
                  </p:cNvPr>
                  <p:cNvSpPr>
                    <a:spLocks noChangeArrowheads="1"/>
                  </p:cNvSpPr>
                  <p:nvPr/>
                </p:nvSpPr>
                <p:spPr bwMode="auto">
                  <a:xfrm>
                    <a:off x="5046838" y="3867815"/>
                    <a:ext cx="154642" cy="161131"/>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4" name="Freeform 27">
                    <a:extLst>
                      <a:ext uri="{FF2B5EF4-FFF2-40B4-BE49-F238E27FC236}">
                        <a16:creationId xmlns:a16="http://schemas.microsoft.com/office/drawing/2014/main" id="{A35A1EFE-8F04-829B-6B9E-6C103FB1F20E}"/>
                      </a:ext>
                    </a:extLst>
                  </p:cNvPr>
                  <p:cNvSpPr>
                    <a:spLocks noChangeArrowheads="1"/>
                  </p:cNvSpPr>
                  <p:nvPr/>
                </p:nvSpPr>
                <p:spPr bwMode="auto">
                  <a:xfrm>
                    <a:off x="5184798" y="3858338"/>
                    <a:ext cx="108064" cy="166817"/>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5" name="Freeform 28">
                    <a:extLst>
                      <a:ext uri="{FF2B5EF4-FFF2-40B4-BE49-F238E27FC236}">
                        <a16:creationId xmlns:a16="http://schemas.microsoft.com/office/drawing/2014/main" id="{F2E1B97A-3254-CF7B-DB24-EE80C39BAFB7}"/>
                      </a:ext>
                    </a:extLst>
                  </p:cNvPr>
                  <p:cNvSpPr>
                    <a:spLocks noChangeArrowheads="1"/>
                  </p:cNvSpPr>
                  <p:nvPr/>
                </p:nvSpPr>
                <p:spPr bwMode="auto">
                  <a:xfrm>
                    <a:off x="4876590" y="3818528"/>
                    <a:ext cx="193770" cy="145966"/>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6" name="Freeform 29">
                    <a:extLst>
                      <a:ext uri="{FF2B5EF4-FFF2-40B4-BE49-F238E27FC236}">
                        <a16:creationId xmlns:a16="http://schemas.microsoft.com/office/drawing/2014/main" id="{7ED48252-620E-934E-5EF9-AE1E0F3BDCCE}"/>
                      </a:ext>
                    </a:extLst>
                  </p:cNvPr>
                  <p:cNvSpPr>
                    <a:spLocks noChangeArrowheads="1"/>
                  </p:cNvSpPr>
                  <p:nvPr/>
                </p:nvSpPr>
                <p:spPr bwMode="auto">
                  <a:xfrm>
                    <a:off x="4970586" y="3926581"/>
                    <a:ext cx="104338" cy="10236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7" name="Freeform 30">
                    <a:extLst>
                      <a:ext uri="{FF2B5EF4-FFF2-40B4-BE49-F238E27FC236}">
                        <a16:creationId xmlns:a16="http://schemas.microsoft.com/office/drawing/2014/main" id="{5E649DCC-472E-E66C-8E24-541A925210B8}"/>
                      </a:ext>
                    </a:extLst>
                  </p:cNvPr>
                  <p:cNvSpPr>
                    <a:spLocks noChangeArrowheads="1"/>
                  </p:cNvSpPr>
                  <p:nvPr/>
                </p:nvSpPr>
                <p:spPr bwMode="auto">
                  <a:xfrm>
                    <a:off x="4924840" y="3888668"/>
                    <a:ext cx="74526" cy="81514"/>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8" name="Freeform 31">
                    <a:extLst>
                      <a:ext uri="{FF2B5EF4-FFF2-40B4-BE49-F238E27FC236}">
                        <a16:creationId xmlns:a16="http://schemas.microsoft.com/office/drawing/2014/main" id="{810BB567-A87B-3C2B-3247-03655EF72E2B}"/>
                      </a:ext>
                    </a:extLst>
                  </p:cNvPr>
                  <p:cNvSpPr>
                    <a:spLocks noChangeArrowheads="1"/>
                  </p:cNvSpPr>
                  <p:nvPr/>
                </p:nvSpPr>
                <p:spPr bwMode="auto">
                  <a:xfrm>
                    <a:off x="4829350" y="3410964"/>
                    <a:ext cx="210538" cy="176296"/>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89" name="Freeform 32">
                    <a:extLst>
                      <a:ext uri="{FF2B5EF4-FFF2-40B4-BE49-F238E27FC236}">
                        <a16:creationId xmlns:a16="http://schemas.microsoft.com/office/drawing/2014/main" id="{7CCE26AD-AA50-293F-B127-CD64E0032B23}"/>
                      </a:ext>
                    </a:extLst>
                  </p:cNvPr>
                  <p:cNvSpPr>
                    <a:spLocks noChangeArrowheads="1"/>
                  </p:cNvSpPr>
                  <p:nvPr/>
                </p:nvSpPr>
                <p:spPr bwMode="auto">
                  <a:xfrm>
                    <a:off x="4828293" y="3420442"/>
                    <a:ext cx="307424" cy="343113"/>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0" name="Freeform 33">
                    <a:extLst>
                      <a:ext uri="{FF2B5EF4-FFF2-40B4-BE49-F238E27FC236}">
                        <a16:creationId xmlns:a16="http://schemas.microsoft.com/office/drawing/2014/main" id="{3B262616-F07C-0E4B-8FC7-917583E31437}"/>
                      </a:ext>
                    </a:extLst>
                  </p:cNvPr>
                  <p:cNvSpPr>
                    <a:spLocks noChangeArrowheads="1"/>
                  </p:cNvSpPr>
                  <p:nvPr/>
                </p:nvSpPr>
                <p:spPr bwMode="auto">
                  <a:xfrm>
                    <a:off x="4950597" y="3484894"/>
                    <a:ext cx="422940" cy="403774"/>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1" name="Freeform 34">
                    <a:extLst>
                      <a:ext uri="{FF2B5EF4-FFF2-40B4-BE49-F238E27FC236}">
                        <a16:creationId xmlns:a16="http://schemas.microsoft.com/office/drawing/2014/main" id="{226E2C58-EFE7-CC3E-4999-4E7A3D97719F}"/>
                      </a:ext>
                    </a:extLst>
                  </p:cNvPr>
                  <p:cNvSpPr>
                    <a:spLocks noChangeArrowheads="1"/>
                  </p:cNvSpPr>
                  <p:nvPr/>
                </p:nvSpPr>
                <p:spPr bwMode="auto">
                  <a:xfrm>
                    <a:off x="5126896" y="3752181"/>
                    <a:ext cx="206812" cy="149757"/>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2" name="Freeform 35">
                    <a:extLst>
                      <a:ext uri="{FF2B5EF4-FFF2-40B4-BE49-F238E27FC236}">
                        <a16:creationId xmlns:a16="http://schemas.microsoft.com/office/drawing/2014/main" id="{9C6FEB63-5CC7-AC54-D210-BAF3F43A37DB}"/>
                      </a:ext>
                    </a:extLst>
                  </p:cNvPr>
                  <p:cNvSpPr>
                    <a:spLocks noChangeArrowheads="1"/>
                  </p:cNvSpPr>
                  <p:nvPr/>
                </p:nvSpPr>
                <p:spPr bwMode="auto">
                  <a:xfrm>
                    <a:off x="5274469" y="3528495"/>
                    <a:ext cx="394990" cy="312783"/>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3" name="Freeform 36">
                    <a:extLst>
                      <a:ext uri="{FF2B5EF4-FFF2-40B4-BE49-F238E27FC236}">
                        <a16:creationId xmlns:a16="http://schemas.microsoft.com/office/drawing/2014/main" id="{74F539ED-3BAA-6B58-A72E-3AE203DE615A}"/>
                      </a:ext>
                    </a:extLst>
                  </p:cNvPr>
                  <p:cNvSpPr>
                    <a:spLocks noChangeArrowheads="1"/>
                  </p:cNvSpPr>
                  <p:nvPr/>
                </p:nvSpPr>
                <p:spPr bwMode="auto">
                  <a:xfrm>
                    <a:off x="5618206" y="3528495"/>
                    <a:ext cx="253390" cy="426522"/>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4" name="Freeform 37">
                    <a:extLst>
                      <a:ext uri="{FF2B5EF4-FFF2-40B4-BE49-F238E27FC236}">
                        <a16:creationId xmlns:a16="http://schemas.microsoft.com/office/drawing/2014/main" id="{36CE85E9-6CC2-0BF7-57E3-34FEE7604FBC}"/>
                      </a:ext>
                    </a:extLst>
                  </p:cNvPr>
                  <p:cNvSpPr>
                    <a:spLocks noChangeArrowheads="1"/>
                  </p:cNvSpPr>
                  <p:nvPr/>
                </p:nvSpPr>
                <p:spPr bwMode="auto">
                  <a:xfrm>
                    <a:off x="5889457" y="3291538"/>
                    <a:ext cx="277614" cy="280556"/>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5" name="Freeform 38">
                    <a:extLst>
                      <a:ext uri="{FF2B5EF4-FFF2-40B4-BE49-F238E27FC236}">
                        <a16:creationId xmlns:a16="http://schemas.microsoft.com/office/drawing/2014/main" id="{C0A7DEE9-1965-1392-965A-0B120379C71F}"/>
                      </a:ext>
                    </a:extLst>
                  </p:cNvPr>
                  <p:cNvSpPr>
                    <a:spLocks noChangeArrowheads="1"/>
                  </p:cNvSpPr>
                  <p:nvPr/>
                </p:nvSpPr>
                <p:spPr bwMode="auto">
                  <a:xfrm>
                    <a:off x="5494055" y="4087711"/>
                    <a:ext cx="143464" cy="161131"/>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6" name="Freeform 39">
                    <a:extLst>
                      <a:ext uri="{FF2B5EF4-FFF2-40B4-BE49-F238E27FC236}">
                        <a16:creationId xmlns:a16="http://schemas.microsoft.com/office/drawing/2014/main" id="{41B4F020-4EDF-AAF4-1CB5-8E3FDC20AD55}"/>
                      </a:ext>
                    </a:extLst>
                  </p:cNvPr>
                  <p:cNvSpPr>
                    <a:spLocks noChangeArrowheads="1"/>
                  </p:cNvSpPr>
                  <p:nvPr/>
                </p:nvSpPr>
                <p:spPr bwMode="auto">
                  <a:xfrm>
                    <a:off x="5508460" y="4089607"/>
                    <a:ext cx="55896" cy="34122"/>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7" name="Freeform 40">
                    <a:extLst>
                      <a:ext uri="{FF2B5EF4-FFF2-40B4-BE49-F238E27FC236}">
                        <a16:creationId xmlns:a16="http://schemas.microsoft.com/office/drawing/2014/main" id="{39BD1E6F-C6C9-331E-0A64-4ECD8F1DF518}"/>
                      </a:ext>
                    </a:extLst>
                  </p:cNvPr>
                  <p:cNvSpPr>
                    <a:spLocks noChangeArrowheads="1"/>
                  </p:cNvSpPr>
                  <p:nvPr/>
                </p:nvSpPr>
                <p:spPr bwMode="auto">
                  <a:xfrm>
                    <a:off x="5555029" y="4049798"/>
                    <a:ext cx="180728" cy="225583"/>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8" name="Freeform 41">
                    <a:extLst>
                      <a:ext uri="{FF2B5EF4-FFF2-40B4-BE49-F238E27FC236}">
                        <a16:creationId xmlns:a16="http://schemas.microsoft.com/office/drawing/2014/main" id="{EB2718B6-EAE3-B29B-F0A4-637994D8CB47}"/>
                      </a:ext>
                    </a:extLst>
                  </p:cNvPr>
                  <p:cNvSpPr>
                    <a:spLocks noChangeArrowheads="1"/>
                  </p:cNvSpPr>
                  <p:nvPr/>
                </p:nvSpPr>
                <p:spPr bwMode="auto">
                  <a:xfrm>
                    <a:off x="5816777" y="3530390"/>
                    <a:ext cx="421076" cy="526991"/>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99" name="Freeform 42">
                    <a:extLst>
                      <a:ext uri="{FF2B5EF4-FFF2-40B4-BE49-F238E27FC236}">
                        <a16:creationId xmlns:a16="http://schemas.microsoft.com/office/drawing/2014/main" id="{82EA685A-1EB2-AE2A-EBDF-4511A4F8606A}"/>
                      </a:ext>
                    </a:extLst>
                  </p:cNvPr>
                  <p:cNvSpPr>
                    <a:spLocks noChangeArrowheads="1"/>
                  </p:cNvSpPr>
                  <p:nvPr/>
                </p:nvSpPr>
                <p:spPr bwMode="auto">
                  <a:xfrm>
                    <a:off x="6321520" y="3814737"/>
                    <a:ext cx="48442" cy="49287"/>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0" name="Freeform 43">
                    <a:extLst>
                      <a:ext uri="{FF2B5EF4-FFF2-40B4-BE49-F238E27FC236}">
                        <a16:creationId xmlns:a16="http://schemas.microsoft.com/office/drawing/2014/main" id="{3DBE16AF-8849-688F-240A-4CA578B0B225}"/>
                      </a:ext>
                    </a:extLst>
                  </p:cNvPr>
                  <p:cNvSpPr>
                    <a:spLocks noChangeArrowheads="1"/>
                  </p:cNvSpPr>
                  <p:nvPr/>
                </p:nvSpPr>
                <p:spPr bwMode="auto">
                  <a:xfrm>
                    <a:off x="6186116" y="3674459"/>
                    <a:ext cx="171410" cy="147861"/>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1" name="Freeform 44">
                    <a:extLst>
                      <a:ext uri="{FF2B5EF4-FFF2-40B4-BE49-F238E27FC236}">
                        <a16:creationId xmlns:a16="http://schemas.microsoft.com/office/drawing/2014/main" id="{88C14D03-0370-3308-0929-17AD78F965D8}"/>
                      </a:ext>
                    </a:extLst>
                  </p:cNvPr>
                  <p:cNvSpPr>
                    <a:spLocks noChangeArrowheads="1"/>
                  </p:cNvSpPr>
                  <p:nvPr/>
                </p:nvSpPr>
                <p:spPr bwMode="auto">
                  <a:xfrm>
                    <a:off x="6098838" y="3755973"/>
                    <a:ext cx="380086" cy="301409"/>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2" name="Freeform 45">
                    <a:extLst>
                      <a:ext uri="{FF2B5EF4-FFF2-40B4-BE49-F238E27FC236}">
                        <a16:creationId xmlns:a16="http://schemas.microsoft.com/office/drawing/2014/main" id="{66AB8C93-0F58-9B3C-A92F-DDDE4C80B2F8}"/>
                      </a:ext>
                    </a:extLst>
                  </p:cNvPr>
                  <p:cNvSpPr>
                    <a:spLocks noChangeArrowheads="1"/>
                  </p:cNvSpPr>
                  <p:nvPr/>
                </p:nvSpPr>
                <p:spPr bwMode="auto">
                  <a:xfrm>
                    <a:off x="6153244" y="3206234"/>
                    <a:ext cx="45720" cy="47392"/>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3" name="Freeform 46">
                    <a:extLst>
                      <a:ext uri="{FF2B5EF4-FFF2-40B4-BE49-F238E27FC236}">
                        <a16:creationId xmlns:a16="http://schemas.microsoft.com/office/drawing/2014/main" id="{E8727632-CC1B-9C3B-0180-CA5F35FD0AA2}"/>
                      </a:ext>
                    </a:extLst>
                  </p:cNvPr>
                  <p:cNvSpPr>
                    <a:spLocks noChangeArrowheads="1"/>
                  </p:cNvSpPr>
                  <p:nvPr/>
                </p:nvSpPr>
                <p:spPr bwMode="auto">
                  <a:xfrm>
                    <a:off x="6169090" y="3132303"/>
                    <a:ext cx="175138" cy="142174"/>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4" name="Freeform 51">
                    <a:extLst>
                      <a:ext uri="{FF2B5EF4-FFF2-40B4-BE49-F238E27FC236}">
                        <a16:creationId xmlns:a16="http://schemas.microsoft.com/office/drawing/2014/main" id="{14C0CA76-8799-6845-6844-6B79257E2B98}"/>
                      </a:ext>
                    </a:extLst>
                  </p:cNvPr>
                  <p:cNvSpPr>
                    <a:spLocks noChangeArrowheads="1"/>
                  </p:cNvSpPr>
                  <p:nvPr/>
                </p:nvSpPr>
                <p:spPr bwMode="auto">
                  <a:xfrm>
                    <a:off x="6138080" y="3270686"/>
                    <a:ext cx="45720" cy="36018"/>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5" name="Freeform 52">
                    <a:extLst>
                      <a:ext uri="{FF2B5EF4-FFF2-40B4-BE49-F238E27FC236}">
                        <a16:creationId xmlns:a16="http://schemas.microsoft.com/office/drawing/2014/main" id="{3DF72B69-C3E7-FF29-8EF7-5C84D7F31040}"/>
                      </a:ext>
                    </a:extLst>
                  </p:cNvPr>
                  <p:cNvSpPr>
                    <a:spLocks noChangeArrowheads="1"/>
                  </p:cNvSpPr>
                  <p:nvPr/>
                </p:nvSpPr>
                <p:spPr bwMode="auto">
                  <a:xfrm>
                    <a:off x="6127656" y="3247938"/>
                    <a:ext cx="45720" cy="108053"/>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6" name="Freeform 53">
                    <a:extLst>
                      <a:ext uri="{FF2B5EF4-FFF2-40B4-BE49-F238E27FC236}">
                        <a16:creationId xmlns:a16="http://schemas.microsoft.com/office/drawing/2014/main" id="{D2AF3DFE-93A9-C3DE-9448-96EB9F7CE647}"/>
                      </a:ext>
                    </a:extLst>
                  </p:cNvPr>
                  <p:cNvSpPr>
                    <a:spLocks noChangeArrowheads="1"/>
                  </p:cNvSpPr>
                  <p:nvPr/>
                </p:nvSpPr>
                <p:spPr bwMode="auto">
                  <a:xfrm>
                    <a:off x="6153347" y="3247938"/>
                    <a:ext cx="108064" cy="117530"/>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7" name="Freeform 54">
                    <a:extLst>
                      <a:ext uri="{FF2B5EF4-FFF2-40B4-BE49-F238E27FC236}">
                        <a16:creationId xmlns:a16="http://schemas.microsoft.com/office/drawing/2014/main" id="{27535C0F-84C0-CB27-01E1-4D3B6DCEC094}"/>
                      </a:ext>
                    </a:extLst>
                  </p:cNvPr>
                  <p:cNvSpPr>
                    <a:spLocks noChangeArrowheads="1"/>
                  </p:cNvSpPr>
                  <p:nvPr/>
                </p:nvSpPr>
                <p:spPr bwMode="auto">
                  <a:xfrm>
                    <a:off x="7050829" y="2952217"/>
                    <a:ext cx="280519" cy="12321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8" name="Freeform 55">
                    <a:extLst>
                      <a:ext uri="{FF2B5EF4-FFF2-40B4-BE49-F238E27FC236}">
                        <a16:creationId xmlns:a16="http://schemas.microsoft.com/office/drawing/2014/main" id="{C7CE1AD4-AB36-20E5-BDA3-332A91852DC8}"/>
                      </a:ext>
                    </a:extLst>
                  </p:cNvPr>
                  <p:cNvSpPr>
                    <a:spLocks noChangeArrowheads="1"/>
                  </p:cNvSpPr>
                  <p:nvPr/>
                </p:nvSpPr>
                <p:spPr bwMode="auto">
                  <a:xfrm>
                    <a:off x="6280917" y="2938947"/>
                    <a:ext cx="175138" cy="79617"/>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09" name="Freeform 56">
                    <a:extLst>
                      <a:ext uri="{FF2B5EF4-FFF2-40B4-BE49-F238E27FC236}">
                        <a16:creationId xmlns:a16="http://schemas.microsoft.com/office/drawing/2014/main" id="{D3E7D431-FEB2-5D2A-37A0-3ABEE03218D2}"/>
                      </a:ext>
                    </a:extLst>
                  </p:cNvPr>
                  <p:cNvSpPr>
                    <a:spLocks noEditPoints="1" noChangeArrowheads="1"/>
                  </p:cNvSpPr>
                  <p:nvPr/>
                </p:nvSpPr>
                <p:spPr bwMode="auto">
                  <a:xfrm>
                    <a:off x="5927194" y="2982547"/>
                    <a:ext cx="476970" cy="191461"/>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0" name="Freeform 66">
                    <a:extLst>
                      <a:ext uri="{FF2B5EF4-FFF2-40B4-BE49-F238E27FC236}">
                        <a16:creationId xmlns:a16="http://schemas.microsoft.com/office/drawing/2014/main" id="{F13DAB74-1A4B-3302-F423-051D0678FC63}"/>
                      </a:ext>
                    </a:extLst>
                  </p:cNvPr>
                  <p:cNvSpPr>
                    <a:spLocks noChangeArrowheads="1"/>
                  </p:cNvSpPr>
                  <p:nvPr/>
                </p:nvSpPr>
                <p:spPr bwMode="auto">
                  <a:xfrm>
                    <a:off x="5631393" y="2554130"/>
                    <a:ext cx="244076" cy="202835"/>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1" name="Freeform 67">
                    <a:extLst>
                      <a:ext uri="{FF2B5EF4-FFF2-40B4-BE49-F238E27FC236}">
                        <a16:creationId xmlns:a16="http://schemas.microsoft.com/office/drawing/2014/main" id="{2531FE77-F837-7095-4BA1-ABED552C7430}"/>
                      </a:ext>
                    </a:extLst>
                  </p:cNvPr>
                  <p:cNvSpPr>
                    <a:spLocks noChangeArrowheads="1"/>
                  </p:cNvSpPr>
                  <p:nvPr/>
                </p:nvSpPr>
                <p:spPr bwMode="auto">
                  <a:xfrm>
                    <a:off x="5666100" y="2883974"/>
                    <a:ext cx="93158" cy="89096"/>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2" name="Freeform 68">
                    <a:extLst>
                      <a:ext uri="{FF2B5EF4-FFF2-40B4-BE49-F238E27FC236}">
                        <a16:creationId xmlns:a16="http://schemas.microsoft.com/office/drawing/2014/main" id="{9CA28E35-0553-8C08-B5EB-745ED5B1FBF5}"/>
                      </a:ext>
                    </a:extLst>
                  </p:cNvPr>
                  <p:cNvSpPr>
                    <a:spLocks noChangeArrowheads="1"/>
                  </p:cNvSpPr>
                  <p:nvPr/>
                </p:nvSpPr>
                <p:spPr bwMode="auto">
                  <a:xfrm>
                    <a:off x="5620965" y="2844164"/>
                    <a:ext cx="134150" cy="117530"/>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3" name="Freeform 69">
                    <a:extLst>
                      <a:ext uri="{FF2B5EF4-FFF2-40B4-BE49-F238E27FC236}">
                        <a16:creationId xmlns:a16="http://schemas.microsoft.com/office/drawing/2014/main" id="{2AAA6EFC-D5CE-CB46-998E-2452966173EA}"/>
                      </a:ext>
                    </a:extLst>
                  </p:cNvPr>
                  <p:cNvSpPr>
                    <a:spLocks noChangeArrowheads="1"/>
                  </p:cNvSpPr>
                  <p:nvPr/>
                </p:nvSpPr>
                <p:spPr bwMode="auto">
                  <a:xfrm>
                    <a:off x="5752885" y="2969277"/>
                    <a:ext cx="46580" cy="92887"/>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4" name="Freeform 70">
                    <a:extLst>
                      <a:ext uri="{FF2B5EF4-FFF2-40B4-BE49-F238E27FC236}">
                        <a16:creationId xmlns:a16="http://schemas.microsoft.com/office/drawing/2014/main" id="{ACC6E53A-5ABF-BA81-6FC6-75AAE1018362}"/>
                      </a:ext>
                    </a:extLst>
                  </p:cNvPr>
                  <p:cNvSpPr>
                    <a:spLocks noChangeArrowheads="1"/>
                  </p:cNvSpPr>
                  <p:nvPr/>
                </p:nvSpPr>
                <p:spPr bwMode="auto">
                  <a:xfrm>
                    <a:off x="5517186" y="2760756"/>
                    <a:ext cx="188180" cy="85305"/>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5" name="Freeform 71">
                    <a:extLst>
                      <a:ext uri="{FF2B5EF4-FFF2-40B4-BE49-F238E27FC236}">
                        <a16:creationId xmlns:a16="http://schemas.microsoft.com/office/drawing/2014/main" id="{7EFF01EB-00A6-B106-ED19-331B0687668C}"/>
                      </a:ext>
                    </a:extLst>
                  </p:cNvPr>
                  <p:cNvSpPr>
                    <a:spLocks noChangeArrowheads="1"/>
                  </p:cNvSpPr>
                  <p:nvPr/>
                </p:nvSpPr>
                <p:spPr bwMode="auto">
                  <a:xfrm>
                    <a:off x="5680012" y="2770235"/>
                    <a:ext cx="167686" cy="96679"/>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6" name="Freeform 72">
                    <a:extLst>
                      <a:ext uri="{FF2B5EF4-FFF2-40B4-BE49-F238E27FC236}">
                        <a16:creationId xmlns:a16="http://schemas.microsoft.com/office/drawing/2014/main" id="{B0006545-A1A2-BAFF-51A6-8C5712988CEF}"/>
                      </a:ext>
                    </a:extLst>
                  </p:cNvPr>
                  <p:cNvSpPr>
                    <a:spLocks noChangeArrowheads="1"/>
                  </p:cNvSpPr>
                  <p:nvPr/>
                </p:nvSpPr>
                <p:spPr bwMode="auto">
                  <a:xfrm>
                    <a:off x="5583267" y="2692512"/>
                    <a:ext cx="158370" cy="83409"/>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7" name="Freeform 73">
                    <a:extLst>
                      <a:ext uri="{FF2B5EF4-FFF2-40B4-BE49-F238E27FC236}">
                        <a16:creationId xmlns:a16="http://schemas.microsoft.com/office/drawing/2014/main" id="{7AFFE99D-BBA3-38D5-B0C3-74854D78C927}"/>
                      </a:ext>
                    </a:extLst>
                  </p:cNvPr>
                  <p:cNvSpPr>
                    <a:spLocks noChangeArrowheads="1"/>
                  </p:cNvSpPr>
                  <p:nvPr/>
                </p:nvSpPr>
                <p:spPr bwMode="auto">
                  <a:xfrm>
                    <a:off x="5698741" y="2741799"/>
                    <a:ext cx="141600" cy="60661"/>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8" name="Freeform 74">
                    <a:extLst>
                      <a:ext uri="{FF2B5EF4-FFF2-40B4-BE49-F238E27FC236}">
                        <a16:creationId xmlns:a16="http://schemas.microsoft.com/office/drawing/2014/main" id="{F40C6D8D-A456-C7A3-C98E-587035F3CE7A}"/>
                      </a:ext>
                    </a:extLst>
                  </p:cNvPr>
                  <p:cNvSpPr>
                    <a:spLocks noChangeArrowheads="1"/>
                  </p:cNvSpPr>
                  <p:nvPr/>
                </p:nvSpPr>
                <p:spPr bwMode="auto">
                  <a:xfrm>
                    <a:off x="5015996" y="2982547"/>
                    <a:ext cx="95022" cy="159235"/>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19" name="Freeform 75">
                    <a:extLst>
                      <a:ext uri="{FF2B5EF4-FFF2-40B4-BE49-F238E27FC236}">
                        <a16:creationId xmlns:a16="http://schemas.microsoft.com/office/drawing/2014/main" id="{DA20DE4F-1D2D-426B-0C21-A288242621F1}"/>
                      </a:ext>
                    </a:extLst>
                  </p:cNvPr>
                  <p:cNvSpPr>
                    <a:spLocks noChangeArrowheads="1"/>
                  </p:cNvSpPr>
                  <p:nvPr/>
                </p:nvSpPr>
                <p:spPr bwMode="auto">
                  <a:xfrm>
                    <a:off x="5349665" y="2609104"/>
                    <a:ext cx="104338" cy="90991"/>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0" name="Freeform 76">
                    <a:extLst>
                      <a:ext uri="{FF2B5EF4-FFF2-40B4-BE49-F238E27FC236}">
                        <a16:creationId xmlns:a16="http://schemas.microsoft.com/office/drawing/2014/main" id="{66B80E86-9268-E498-0B72-44E3F11736C7}"/>
                      </a:ext>
                    </a:extLst>
                  </p:cNvPr>
                  <p:cNvSpPr>
                    <a:spLocks noChangeArrowheads="1"/>
                  </p:cNvSpPr>
                  <p:nvPr/>
                </p:nvSpPr>
                <p:spPr bwMode="auto">
                  <a:xfrm>
                    <a:off x="5403615" y="2724739"/>
                    <a:ext cx="45720" cy="22748"/>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1" name="Freeform 77">
                    <a:extLst>
                      <a:ext uri="{FF2B5EF4-FFF2-40B4-BE49-F238E27FC236}">
                        <a16:creationId xmlns:a16="http://schemas.microsoft.com/office/drawing/2014/main" id="{195C4FD7-E745-7839-5F07-3D0A56B72369}"/>
                      </a:ext>
                    </a:extLst>
                  </p:cNvPr>
                  <p:cNvSpPr>
                    <a:spLocks noChangeArrowheads="1"/>
                  </p:cNvSpPr>
                  <p:nvPr/>
                </p:nvSpPr>
                <p:spPr bwMode="auto">
                  <a:xfrm>
                    <a:off x="5332558" y="2675452"/>
                    <a:ext cx="98750" cy="72035"/>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2" name="Freeform 78">
                    <a:extLst>
                      <a:ext uri="{FF2B5EF4-FFF2-40B4-BE49-F238E27FC236}">
                        <a16:creationId xmlns:a16="http://schemas.microsoft.com/office/drawing/2014/main" id="{86310364-58FF-0601-13D6-3816A5A6A151}"/>
                      </a:ext>
                    </a:extLst>
                  </p:cNvPr>
                  <p:cNvSpPr>
                    <a:spLocks noChangeArrowheads="1"/>
                  </p:cNvSpPr>
                  <p:nvPr/>
                </p:nvSpPr>
                <p:spPr bwMode="auto">
                  <a:xfrm>
                    <a:off x="5788581" y="2781608"/>
                    <a:ext cx="229170" cy="15354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3" name="Freeform 79">
                    <a:extLst>
                      <a:ext uri="{FF2B5EF4-FFF2-40B4-BE49-F238E27FC236}">
                        <a16:creationId xmlns:a16="http://schemas.microsoft.com/office/drawing/2014/main" id="{ECAB9236-1421-F393-56E3-5488B3A79AC7}"/>
                      </a:ext>
                    </a:extLst>
                  </p:cNvPr>
                  <p:cNvSpPr>
                    <a:spLocks noChangeArrowheads="1"/>
                  </p:cNvSpPr>
                  <p:nvPr/>
                </p:nvSpPr>
                <p:spPr bwMode="auto">
                  <a:xfrm>
                    <a:off x="5946490" y="2777817"/>
                    <a:ext cx="78254" cy="98574"/>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4" name="Freeform 80">
                    <a:extLst>
                      <a:ext uri="{FF2B5EF4-FFF2-40B4-BE49-F238E27FC236}">
                        <a16:creationId xmlns:a16="http://schemas.microsoft.com/office/drawing/2014/main" id="{5CF4E218-A35E-C583-446C-9181CE4F513C}"/>
                      </a:ext>
                    </a:extLst>
                  </p:cNvPr>
                  <p:cNvSpPr>
                    <a:spLocks noChangeArrowheads="1"/>
                  </p:cNvSpPr>
                  <p:nvPr/>
                </p:nvSpPr>
                <p:spPr bwMode="auto">
                  <a:xfrm>
                    <a:off x="5831564" y="2918095"/>
                    <a:ext cx="158370" cy="89096"/>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5" name="Freeform 81">
                    <a:extLst>
                      <a:ext uri="{FF2B5EF4-FFF2-40B4-BE49-F238E27FC236}">
                        <a16:creationId xmlns:a16="http://schemas.microsoft.com/office/drawing/2014/main" id="{0BF24DBA-17C3-DB37-F38E-701B94EC26C1}"/>
                      </a:ext>
                    </a:extLst>
                  </p:cNvPr>
                  <p:cNvSpPr>
                    <a:spLocks noChangeArrowheads="1"/>
                  </p:cNvSpPr>
                  <p:nvPr/>
                </p:nvSpPr>
                <p:spPr bwMode="auto">
                  <a:xfrm>
                    <a:off x="5785301" y="2973069"/>
                    <a:ext cx="68938" cy="5118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6" name="Freeform 82">
                    <a:extLst>
                      <a:ext uri="{FF2B5EF4-FFF2-40B4-BE49-F238E27FC236}">
                        <a16:creationId xmlns:a16="http://schemas.microsoft.com/office/drawing/2014/main" id="{F469104F-0576-B2E2-248A-AD147AE8793E}"/>
                      </a:ext>
                    </a:extLst>
                  </p:cNvPr>
                  <p:cNvSpPr>
                    <a:spLocks noChangeArrowheads="1"/>
                  </p:cNvSpPr>
                  <p:nvPr/>
                </p:nvSpPr>
                <p:spPr bwMode="auto">
                  <a:xfrm>
                    <a:off x="5834094" y="2645122"/>
                    <a:ext cx="450886" cy="267287"/>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7" name="Freeform 83">
                    <a:extLst>
                      <a:ext uri="{FF2B5EF4-FFF2-40B4-BE49-F238E27FC236}">
                        <a16:creationId xmlns:a16="http://schemas.microsoft.com/office/drawing/2014/main" id="{65FB2875-6D7F-80B0-FA0B-88FDB50DD1C7}"/>
                      </a:ext>
                    </a:extLst>
                  </p:cNvPr>
                  <p:cNvSpPr>
                    <a:spLocks noChangeArrowheads="1"/>
                  </p:cNvSpPr>
                  <p:nvPr/>
                </p:nvSpPr>
                <p:spPr bwMode="auto">
                  <a:xfrm>
                    <a:off x="5856897" y="2508635"/>
                    <a:ext cx="238486" cy="17440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8" name="Freeform 84">
                    <a:extLst>
                      <a:ext uri="{FF2B5EF4-FFF2-40B4-BE49-F238E27FC236}">
                        <a16:creationId xmlns:a16="http://schemas.microsoft.com/office/drawing/2014/main" id="{30596DEE-85D8-4684-DBA6-7A8ABC8C82B2}"/>
                      </a:ext>
                    </a:extLst>
                  </p:cNvPr>
                  <p:cNvSpPr>
                    <a:spLocks noChangeArrowheads="1"/>
                  </p:cNvSpPr>
                  <p:nvPr/>
                </p:nvSpPr>
                <p:spPr bwMode="auto">
                  <a:xfrm>
                    <a:off x="5795809" y="2440391"/>
                    <a:ext cx="188180" cy="89096"/>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29" name="Freeform 85">
                    <a:extLst>
                      <a:ext uri="{FF2B5EF4-FFF2-40B4-BE49-F238E27FC236}">
                        <a16:creationId xmlns:a16="http://schemas.microsoft.com/office/drawing/2014/main" id="{FD1B96D2-A0CA-FEED-BA17-AEFADE3FC405}"/>
                      </a:ext>
                    </a:extLst>
                  </p:cNvPr>
                  <p:cNvSpPr>
                    <a:spLocks noChangeArrowheads="1"/>
                  </p:cNvSpPr>
                  <p:nvPr/>
                </p:nvSpPr>
                <p:spPr bwMode="auto">
                  <a:xfrm>
                    <a:off x="5795454" y="2497261"/>
                    <a:ext cx="147192" cy="94783"/>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0" name="Freeform 86">
                    <a:extLst>
                      <a:ext uri="{FF2B5EF4-FFF2-40B4-BE49-F238E27FC236}">
                        <a16:creationId xmlns:a16="http://schemas.microsoft.com/office/drawing/2014/main" id="{1129B910-4553-5C02-5C83-B51502A4D95D}"/>
                      </a:ext>
                    </a:extLst>
                  </p:cNvPr>
                  <p:cNvSpPr>
                    <a:spLocks noChangeArrowheads="1"/>
                  </p:cNvSpPr>
                  <p:nvPr/>
                </p:nvSpPr>
                <p:spPr bwMode="auto">
                  <a:xfrm>
                    <a:off x="5427457" y="2804356"/>
                    <a:ext cx="113654" cy="66348"/>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1" name="Freeform 87">
                    <a:extLst>
                      <a:ext uri="{FF2B5EF4-FFF2-40B4-BE49-F238E27FC236}">
                        <a16:creationId xmlns:a16="http://schemas.microsoft.com/office/drawing/2014/main" id="{0218A34D-166F-0B78-C77F-2CDEC9C095A1}"/>
                      </a:ext>
                    </a:extLst>
                  </p:cNvPr>
                  <p:cNvSpPr>
                    <a:spLocks noChangeArrowheads="1"/>
                  </p:cNvSpPr>
                  <p:nvPr/>
                </p:nvSpPr>
                <p:spPr bwMode="auto">
                  <a:xfrm>
                    <a:off x="5426529" y="2559817"/>
                    <a:ext cx="225444" cy="261600"/>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2" name="Freeform 88">
                    <a:extLst>
                      <a:ext uri="{FF2B5EF4-FFF2-40B4-BE49-F238E27FC236}">
                        <a16:creationId xmlns:a16="http://schemas.microsoft.com/office/drawing/2014/main" id="{B481BB35-2EB1-8EFF-4FD2-719DECC17E5F}"/>
                      </a:ext>
                    </a:extLst>
                  </p:cNvPr>
                  <p:cNvSpPr>
                    <a:spLocks noChangeArrowheads="1"/>
                  </p:cNvSpPr>
                  <p:nvPr/>
                </p:nvSpPr>
                <p:spPr bwMode="auto">
                  <a:xfrm>
                    <a:off x="5802156" y="1936149"/>
                    <a:ext cx="264570" cy="43031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3" name="Freeform 89">
                    <a:extLst>
                      <a:ext uri="{FF2B5EF4-FFF2-40B4-BE49-F238E27FC236}">
                        <a16:creationId xmlns:a16="http://schemas.microsoft.com/office/drawing/2014/main" id="{C1F8A655-0816-7464-51A1-F86DFB797005}"/>
                      </a:ext>
                    </a:extLst>
                  </p:cNvPr>
                  <p:cNvSpPr>
                    <a:spLocks noChangeArrowheads="1"/>
                  </p:cNvSpPr>
                  <p:nvPr/>
                </p:nvSpPr>
                <p:spPr bwMode="auto">
                  <a:xfrm>
                    <a:off x="6149455" y="3283955"/>
                    <a:ext cx="534730" cy="434104"/>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4" name="Freeform 90">
                    <a:extLst>
                      <a:ext uri="{FF2B5EF4-FFF2-40B4-BE49-F238E27FC236}">
                        <a16:creationId xmlns:a16="http://schemas.microsoft.com/office/drawing/2014/main" id="{440AB144-B1EC-A5DD-9463-A7ADB288239C}"/>
                      </a:ext>
                    </a:extLst>
                  </p:cNvPr>
                  <p:cNvSpPr>
                    <a:spLocks noChangeArrowheads="1"/>
                  </p:cNvSpPr>
                  <p:nvPr/>
                </p:nvSpPr>
                <p:spPr bwMode="auto">
                  <a:xfrm>
                    <a:off x="6592021" y="3482999"/>
                    <a:ext cx="204948" cy="229374"/>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5" name="Freeform 91">
                    <a:extLst>
                      <a:ext uri="{FF2B5EF4-FFF2-40B4-BE49-F238E27FC236}">
                        <a16:creationId xmlns:a16="http://schemas.microsoft.com/office/drawing/2014/main" id="{03F088C6-D5B4-7F82-FB4D-884F093C3474}"/>
                      </a:ext>
                    </a:extLst>
                  </p:cNvPr>
                  <p:cNvSpPr>
                    <a:spLocks noChangeArrowheads="1"/>
                  </p:cNvSpPr>
                  <p:nvPr/>
                </p:nvSpPr>
                <p:spPr bwMode="auto">
                  <a:xfrm>
                    <a:off x="6550329" y="3454564"/>
                    <a:ext cx="45720" cy="45496"/>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6" name="Freeform 92">
                    <a:extLst>
                      <a:ext uri="{FF2B5EF4-FFF2-40B4-BE49-F238E27FC236}">
                        <a16:creationId xmlns:a16="http://schemas.microsoft.com/office/drawing/2014/main" id="{2B8C929E-BA7C-0915-48CA-E28DA88A735B}"/>
                      </a:ext>
                    </a:extLst>
                  </p:cNvPr>
                  <p:cNvSpPr>
                    <a:spLocks noChangeArrowheads="1"/>
                  </p:cNvSpPr>
                  <p:nvPr/>
                </p:nvSpPr>
                <p:spPr bwMode="auto">
                  <a:xfrm>
                    <a:off x="6591296" y="3450772"/>
                    <a:ext cx="121106" cy="100470"/>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7" name="Freeform 95">
                    <a:extLst>
                      <a:ext uri="{FF2B5EF4-FFF2-40B4-BE49-F238E27FC236}">
                        <a16:creationId xmlns:a16="http://schemas.microsoft.com/office/drawing/2014/main" id="{E7E8F1E1-B666-516E-C101-D0674D6816C6}"/>
                      </a:ext>
                    </a:extLst>
                  </p:cNvPr>
                  <p:cNvSpPr>
                    <a:spLocks noChangeArrowheads="1"/>
                  </p:cNvSpPr>
                  <p:nvPr/>
                </p:nvSpPr>
                <p:spPr bwMode="auto">
                  <a:xfrm>
                    <a:off x="6254994" y="3126617"/>
                    <a:ext cx="245938" cy="24643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8" name="Freeform 96">
                    <a:extLst>
                      <a:ext uri="{FF2B5EF4-FFF2-40B4-BE49-F238E27FC236}">
                        <a16:creationId xmlns:a16="http://schemas.microsoft.com/office/drawing/2014/main" id="{E2A332A9-65DF-5749-B25D-6BD4C8B9D614}"/>
                      </a:ext>
                    </a:extLst>
                  </p:cNvPr>
                  <p:cNvSpPr>
                    <a:spLocks noChangeArrowheads="1"/>
                  </p:cNvSpPr>
                  <p:nvPr/>
                </p:nvSpPr>
                <p:spPr bwMode="auto">
                  <a:xfrm>
                    <a:off x="6454198" y="3340825"/>
                    <a:ext cx="48442" cy="45496"/>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39" name="Freeform 97">
                    <a:extLst>
                      <a:ext uri="{FF2B5EF4-FFF2-40B4-BE49-F238E27FC236}">
                        <a16:creationId xmlns:a16="http://schemas.microsoft.com/office/drawing/2014/main" id="{66304263-535F-4671-1F07-48C40CF381CF}"/>
                      </a:ext>
                    </a:extLst>
                  </p:cNvPr>
                  <p:cNvSpPr>
                    <a:spLocks noEditPoints="1" noChangeArrowheads="1"/>
                  </p:cNvSpPr>
                  <p:nvPr/>
                </p:nvSpPr>
                <p:spPr bwMode="auto">
                  <a:xfrm>
                    <a:off x="5143477" y="2692512"/>
                    <a:ext cx="370770" cy="312783"/>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0" name="Freeform 126">
                    <a:extLst>
                      <a:ext uri="{FF2B5EF4-FFF2-40B4-BE49-F238E27FC236}">
                        <a16:creationId xmlns:a16="http://schemas.microsoft.com/office/drawing/2014/main" id="{3DB65BB8-7E37-C0BC-E281-BB4FA3D1AEA7}"/>
                      </a:ext>
                    </a:extLst>
                  </p:cNvPr>
                  <p:cNvSpPr>
                    <a:spLocks noEditPoints="1" noChangeArrowheads="1"/>
                  </p:cNvSpPr>
                  <p:nvPr/>
                </p:nvSpPr>
                <p:spPr bwMode="auto">
                  <a:xfrm>
                    <a:off x="5027454" y="2935156"/>
                    <a:ext cx="324192" cy="23506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1" name="Freeform 127">
                    <a:extLst>
                      <a:ext uri="{FF2B5EF4-FFF2-40B4-BE49-F238E27FC236}">
                        <a16:creationId xmlns:a16="http://schemas.microsoft.com/office/drawing/2014/main" id="{CAEF29C5-C7BD-EDEE-F57D-8690F1302B01}"/>
                      </a:ext>
                    </a:extLst>
                  </p:cNvPr>
                  <p:cNvSpPr>
                    <a:spLocks noEditPoints="1" noChangeArrowheads="1"/>
                  </p:cNvSpPr>
                  <p:nvPr/>
                </p:nvSpPr>
                <p:spPr bwMode="auto">
                  <a:xfrm>
                    <a:off x="5778509" y="2995816"/>
                    <a:ext cx="160232" cy="202835"/>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2" name="Freeform 128">
                    <a:extLst>
                      <a:ext uri="{FF2B5EF4-FFF2-40B4-BE49-F238E27FC236}">
                        <a16:creationId xmlns:a16="http://schemas.microsoft.com/office/drawing/2014/main" id="{ECE2E1E0-76ED-194D-9ED4-8A86EB9BCD9E}"/>
                      </a:ext>
                    </a:extLst>
                  </p:cNvPr>
                  <p:cNvSpPr>
                    <a:spLocks noChangeArrowheads="1"/>
                  </p:cNvSpPr>
                  <p:nvPr/>
                </p:nvSpPr>
                <p:spPr bwMode="auto">
                  <a:xfrm>
                    <a:off x="6080950" y="3172112"/>
                    <a:ext cx="65212" cy="41704"/>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3" name="Freeform 129">
                    <a:extLst>
                      <a:ext uri="{FF2B5EF4-FFF2-40B4-BE49-F238E27FC236}">
                        <a16:creationId xmlns:a16="http://schemas.microsoft.com/office/drawing/2014/main" id="{A6D16F32-0F3F-EFEA-84A3-59A47D3A0DCF}"/>
                      </a:ext>
                    </a:extLst>
                  </p:cNvPr>
                  <p:cNvSpPr>
                    <a:spLocks noChangeArrowheads="1"/>
                  </p:cNvSpPr>
                  <p:nvPr/>
                </p:nvSpPr>
                <p:spPr bwMode="auto">
                  <a:xfrm>
                    <a:off x="4642238" y="2097278"/>
                    <a:ext cx="272022" cy="140278"/>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4" name="Freeform 130">
                    <a:extLst>
                      <a:ext uri="{FF2B5EF4-FFF2-40B4-BE49-F238E27FC236}">
                        <a16:creationId xmlns:a16="http://schemas.microsoft.com/office/drawing/2014/main" id="{2CC3D8A3-DB76-E046-4CBF-C80928C96EC7}"/>
                      </a:ext>
                    </a:extLst>
                  </p:cNvPr>
                  <p:cNvSpPr>
                    <a:spLocks noChangeArrowheads="1"/>
                  </p:cNvSpPr>
                  <p:nvPr/>
                </p:nvSpPr>
                <p:spPr bwMode="auto">
                  <a:xfrm>
                    <a:off x="4997219" y="2548443"/>
                    <a:ext cx="115518" cy="128904"/>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5" name="Freeform 133">
                    <a:extLst>
                      <a:ext uri="{FF2B5EF4-FFF2-40B4-BE49-F238E27FC236}">
                        <a16:creationId xmlns:a16="http://schemas.microsoft.com/office/drawing/2014/main" id="{4CBEB81A-39D7-EA5F-1EDB-8B9B66B9003E}"/>
                      </a:ext>
                    </a:extLst>
                  </p:cNvPr>
                  <p:cNvSpPr>
                    <a:spLocks noEditPoints="1" noChangeArrowheads="1"/>
                  </p:cNvSpPr>
                  <p:nvPr/>
                </p:nvSpPr>
                <p:spPr bwMode="auto">
                  <a:xfrm>
                    <a:off x="5474908" y="2451765"/>
                    <a:ext cx="121106" cy="117530"/>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6" name="Freeform 134">
                    <a:extLst>
                      <a:ext uri="{FF2B5EF4-FFF2-40B4-BE49-F238E27FC236}">
                        <a16:creationId xmlns:a16="http://schemas.microsoft.com/office/drawing/2014/main" id="{9BE3E3EB-27D2-65E9-7890-70B54DC735CA}"/>
                      </a:ext>
                    </a:extLst>
                  </p:cNvPr>
                  <p:cNvSpPr>
                    <a:spLocks noEditPoints="1" noChangeArrowheads="1"/>
                  </p:cNvSpPr>
                  <p:nvPr/>
                </p:nvSpPr>
                <p:spPr bwMode="auto">
                  <a:xfrm>
                    <a:off x="5561860" y="1981644"/>
                    <a:ext cx="313012" cy="563009"/>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7" name="Freeform 135">
                    <a:extLst>
                      <a:ext uri="{FF2B5EF4-FFF2-40B4-BE49-F238E27FC236}">
                        <a16:creationId xmlns:a16="http://schemas.microsoft.com/office/drawing/2014/main" id="{DC4A59DA-96AA-F8EF-8D0B-FF4088E12B73}"/>
                      </a:ext>
                    </a:extLst>
                  </p:cNvPr>
                  <p:cNvSpPr>
                    <a:spLocks noEditPoints="1" noChangeArrowheads="1"/>
                  </p:cNvSpPr>
                  <p:nvPr/>
                </p:nvSpPr>
                <p:spPr bwMode="auto">
                  <a:xfrm>
                    <a:off x="5822103" y="2377834"/>
                    <a:ext cx="160232" cy="79617"/>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8" name="Freeform 136">
                    <a:extLst>
                      <a:ext uri="{FF2B5EF4-FFF2-40B4-BE49-F238E27FC236}">
                        <a16:creationId xmlns:a16="http://schemas.microsoft.com/office/drawing/2014/main" id="{9674196A-FA1A-9AE7-BD91-CC222CF399F0}"/>
                      </a:ext>
                    </a:extLst>
                  </p:cNvPr>
                  <p:cNvSpPr>
                    <a:spLocks noChangeArrowheads="1"/>
                  </p:cNvSpPr>
                  <p:nvPr/>
                </p:nvSpPr>
                <p:spPr bwMode="auto">
                  <a:xfrm>
                    <a:off x="6121946" y="4017572"/>
                    <a:ext cx="203086" cy="252122"/>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49" name="Freeform 137">
                    <a:extLst>
                      <a:ext uri="{FF2B5EF4-FFF2-40B4-BE49-F238E27FC236}">
                        <a16:creationId xmlns:a16="http://schemas.microsoft.com/office/drawing/2014/main" id="{94EBE03B-6968-EDEE-DA63-9A0E9FB7EC3D}"/>
                      </a:ext>
                    </a:extLst>
                  </p:cNvPr>
                  <p:cNvSpPr>
                    <a:spLocks noChangeArrowheads="1"/>
                  </p:cNvSpPr>
                  <p:nvPr/>
                </p:nvSpPr>
                <p:spPr bwMode="auto">
                  <a:xfrm>
                    <a:off x="6007658" y="4036529"/>
                    <a:ext cx="137874" cy="145966"/>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0" name="Freeform 138">
                    <a:extLst>
                      <a:ext uri="{FF2B5EF4-FFF2-40B4-BE49-F238E27FC236}">
                        <a16:creationId xmlns:a16="http://schemas.microsoft.com/office/drawing/2014/main" id="{18818AED-426A-22E8-ED2E-24C11F343384}"/>
                      </a:ext>
                    </a:extLst>
                  </p:cNvPr>
                  <p:cNvSpPr>
                    <a:spLocks noChangeArrowheads="1"/>
                  </p:cNvSpPr>
                  <p:nvPr/>
                </p:nvSpPr>
                <p:spPr bwMode="auto">
                  <a:xfrm>
                    <a:off x="6704064" y="2878286"/>
                    <a:ext cx="449024" cy="263496"/>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1" name="Freeform 139">
                    <a:extLst>
                      <a:ext uri="{FF2B5EF4-FFF2-40B4-BE49-F238E27FC236}">
                        <a16:creationId xmlns:a16="http://schemas.microsoft.com/office/drawing/2014/main" id="{B8423A35-850E-4D2A-DF69-571AE7EFD7B1}"/>
                      </a:ext>
                    </a:extLst>
                  </p:cNvPr>
                  <p:cNvSpPr>
                    <a:spLocks noEditPoints="1" noChangeArrowheads="1"/>
                  </p:cNvSpPr>
                  <p:nvPr/>
                </p:nvSpPr>
                <p:spPr bwMode="auto">
                  <a:xfrm>
                    <a:off x="5399926" y="1388305"/>
                    <a:ext cx="655834" cy="105398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2" name="Freeform 140">
                    <a:extLst>
                      <a:ext uri="{FF2B5EF4-FFF2-40B4-BE49-F238E27FC236}">
                        <a16:creationId xmlns:a16="http://schemas.microsoft.com/office/drawing/2014/main" id="{2231565E-275F-C9B4-E904-569BF97C9195}"/>
                      </a:ext>
                    </a:extLst>
                  </p:cNvPr>
                  <p:cNvSpPr>
                    <a:spLocks noChangeArrowheads="1"/>
                  </p:cNvSpPr>
                  <p:nvPr/>
                </p:nvSpPr>
                <p:spPr bwMode="auto">
                  <a:xfrm>
                    <a:off x="10099368" y="2229974"/>
                    <a:ext cx="85706" cy="32227"/>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3" name="Freeform 146">
                    <a:extLst>
                      <a:ext uri="{FF2B5EF4-FFF2-40B4-BE49-F238E27FC236}">
                        <a16:creationId xmlns:a16="http://schemas.microsoft.com/office/drawing/2014/main" id="{80E97C71-2537-CA05-0307-5580A5EABF5C}"/>
                      </a:ext>
                    </a:extLst>
                  </p:cNvPr>
                  <p:cNvSpPr>
                    <a:spLocks noChangeArrowheads="1"/>
                  </p:cNvSpPr>
                  <p:nvPr/>
                </p:nvSpPr>
                <p:spPr bwMode="auto">
                  <a:xfrm>
                    <a:off x="6356846" y="4449781"/>
                    <a:ext cx="188180" cy="379130"/>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4" name="Freeform 147">
                    <a:extLst>
                      <a:ext uri="{FF2B5EF4-FFF2-40B4-BE49-F238E27FC236}">
                        <a16:creationId xmlns:a16="http://schemas.microsoft.com/office/drawing/2014/main" id="{D4B17209-170D-D6EF-13CB-08009F5891E3}"/>
                      </a:ext>
                    </a:extLst>
                  </p:cNvPr>
                  <p:cNvSpPr>
                    <a:spLocks noEditPoints="1" noChangeArrowheads="1"/>
                  </p:cNvSpPr>
                  <p:nvPr/>
                </p:nvSpPr>
                <p:spPr bwMode="auto">
                  <a:xfrm>
                    <a:off x="6350264" y="3647920"/>
                    <a:ext cx="303696" cy="187670"/>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5" name="Freeform 153">
                    <a:extLst>
                      <a:ext uri="{FF2B5EF4-FFF2-40B4-BE49-F238E27FC236}">
                        <a16:creationId xmlns:a16="http://schemas.microsoft.com/office/drawing/2014/main" id="{399DA2FC-B82F-2021-5EDD-170D28FAB97A}"/>
                      </a:ext>
                    </a:extLst>
                  </p:cNvPr>
                  <p:cNvSpPr>
                    <a:spLocks noChangeArrowheads="1"/>
                  </p:cNvSpPr>
                  <p:nvPr/>
                </p:nvSpPr>
                <p:spPr bwMode="auto">
                  <a:xfrm>
                    <a:off x="6614240" y="2969277"/>
                    <a:ext cx="363318" cy="233166"/>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6" name="Freeform 154">
                    <a:extLst>
                      <a:ext uri="{FF2B5EF4-FFF2-40B4-BE49-F238E27FC236}">
                        <a16:creationId xmlns:a16="http://schemas.microsoft.com/office/drawing/2014/main" id="{7EB818C8-ADBE-FA59-E54D-928ED232FE4F}"/>
                      </a:ext>
                    </a:extLst>
                  </p:cNvPr>
                  <p:cNvSpPr>
                    <a:spLocks noChangeArrowheads="1"/>
                  </p:cNvSpPr>
                  <p:nvPr/>
                </p:nvSpPr>
                <p:spPr bwMode="auto">
                  <a:xfrm>
                    <a:off x="6391760" y="3052686"/>
                    <a:ext cx="499328" cy="43031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7" name="Freeform 155">
                    <a:extLst>
                      <a:ext uri="{FF2B5EF4-FFF2-40B4-BE49-F238E27FC236}">
                        <a16:creationId xmlns:a16="http://schemas.microsoft.com/office/drawing/2014/main" id="{D945D5F1-4ECD-E6EA-A238-3827C2CF1358}"/>
                      </a:ext>
                    </a:extLst>
                  </p:cNvPr>
                  <p:cNvSpPr>
                    <a:spLocks noEditPoints="1" noChangeArrowheads="1"/>
                  </p:cNvSpPr>
                  <p:nvPr/>
                </p:nvSpPr>
                <p:spPr bwMode="auto">
                  <a:xfrm>
                    <a:off x="6462675" y="2544652"/>
                    <a:ext cx="1028468" cy="492869"/>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8" name="Freeform 156">
                    <a:extLst>
                      <a:ext uri="{FF2B5EF4-FFF2-40B4-BE49-F238E27FC236}">
                        <a16:creationId xmlns:a16="http://schemas.microsoft.com/office/drawing/2014/main" id="{1F6584D6-9235-04CD-0EF9-4B7040D23807}"/>
                      </a:ext>
                    </a:extLst>
                  </p:cNvPr>
                  <p:cNvSpPr>
                    <a:spLocks noEditPoints="1" noChangeArrowheads="1"/>
                  </p:cNvSpPr>
                  <p:nvPr/>
                </p:nvSpPr>
                <p:spPr bwMode="auto">
                  <a:xfrm>
                    <a:off x="5801228" y="1331436"/>
                    <a:ext cx="4320680" cy="1685234"/>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59" name="Freeform 158">
                    <a:extLst>
                      <a:ext uri="{FF2B5EF4-FFF2-40B4-BE49-F238E27FC236}">
                        <a16:creationId xmlns:a16="http://schemas.microsoft.com/office/drawing/2014/main" id="{88C01ED3-D7D9-FA71-4DBD-FE69408FD22E}"/>
                      </a:ext>
                    </a:extLst>
                  </p:cNvPr>
                  <p:cNvSpPr>
                    <a:spLocks noChangeArrowheads="1"/>
                  </p:cNvSpPr>
                  <p:nvPr/>
                </p:nvSpPr>
                <p:spPr bwMode="auto">
                  <a:xfrm>
                    <a:off x="5582119" y="4000511"/>
                    <a:ext cx="463928" cy="496660"/>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0" name="Freeform 159">
                    <a:extLst>
                      <a:ext uri="{FF2B5EF4-FFF2-40B4-BE49-F238E27FC236}">
                        <a16:creationId xmlns:a16="http://schemas.microsoft.com/office/drawing/2014/main" id="{3992C202-D920-CD14-7BA6-1C74B64139FF}"/>
                      </a:ext>
                    </a:extLst>
                  </p:cNvPr>
                  <p:cNvSpPr>
                    <a:spLocks noChangeArrowheads="1"/>
                  </p:cNvSpPr>
                  <p:nvPr/>
                </p:nvSpPr>
                <p:spPr bwMode="auto">
                  <a:xfrm>
                    <a:off x="5996874" y="4207137"/>
                    <a:ext cx="45720" cy="54974"/>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1" name="Freeform 160">
                    <a:extLst>
                      <a:ext uri="{FF2B5EF4-FFF2-40B4-BE49-F238E27FC236}">
                        <a16:creationId xmlns:a16="http://schemas.microsoft.com/office/drawing/2014/main" id="{213A830B-9D0A-A825-BBAE-991F3A8ADF64}"/>
                      </a:ext>
                    </a:extLst>
                  </p:cNvPr>
                  <p:cNvSpPr>
                    <a:spLocks noChangeArrowheads="1"/>
                  </p:cNvSpPr>
                  <p:nvPr/>
                </p:nvSpPr>
                <p:spPr bwMode="auto">
                  <a:xfrm>
                    <a:off x="6025862" y="4419450"/>
                    <a:ext cx="270160" cy="439791"/>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2" name="Freeform 161">
                    <a:extLst>
                      <a:ext uri="{FF2B5EF4-FFF2-40B4-BE49-F238E27FC236}">
                        <a16:creationId xmlns:a16="http://schemas.microsoft.com/office/drawing/2014/main" id="{1E0EABE6-7EE9-BB9C-344C-24F307078488}"/>
                      </a:ext>
                    </a:extLst>
                  </p:cNvPr>
                  <p:cNvSpPr>
                    <a:spLocks noChangeArrowheads="1"/>
                  </p:cNvSpPr>
                  <p:nvPr/>
                </p:nvSpPr>
                <p:spPr bwMode="auto">
                  <a:xfrm>
                    <a:off x="6010730" y="4169224"/>
                    <a:ext cx="273886" cy="284348"/>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3" name="Freeform 162">
                    <a:extLst>
                      <a:ext uri="{FF2B5EF4-FFF2-40B4-BE49-F238E27FC236}">
                        <a16:creationId xmlns:a16="http://schemas.microsoft.com/office/drawing/2014/main" id="{D89B55C3-E22E-FF9D-9DF6-5EFC09CCF89F}"/>
                      </a:ext>
                    </a:extLst>
                  </p:cNvPr>
                  <p:cNvSpPr>
                    <a:spLocks noChangeArrowheads="1"/>
                  </p:cNvSpPr>
                  <p:nvPr/>
                </p:nvSpPr>
                <p:spPr bwMode="auto">
                  <a:xfrm>
                    <a:off x="6090588" y="4394806"/>
                    <a:ext cx="83844" cy="200939"/>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4" name="Freeform 164">
                    <a:extLst>
                      <a:ext uri="{FF2B5EF4-FFF2-40B4-BE49-F238E27FC236}">
                        <a16:creationId xmlns:a16="http://schemas.microsoft.com/office/drawing/2014/main" id="{15592B32-D707-48F9-8132-05A0924EBCB9}"/>
                      </a:ext>
                    </a:extLst>
                  </p:cNvPr>
                  <p:cNvSpPr>
                    <a:spLocks noChangeArrowheads="1"/>
                  </p:cNvSpPr>
                  <p:nvPr/>
                </p:nvSpPr>
                <p:spPr bwMode="auto">
                  <a:xfrm>
                    <a:off x="7005136" y="3024252"/>
                    <a:ext cx="195634" cy="132696"/>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5" name="Freeform 167">
                    <a:extLst>
                      <a:ext uri="{FF2B5EF4-FFF2-40B4-BE49-F238E27FC236}">
                        <a16:creationId xmlns:a16="http://schemas.microsoft.com/office/drawing/2014/main" id="{6E3AD93C-B590-3D0A-B841-7B98FC159BEF}"/>
                      </a:ext>
                    </a:extLst>
                  </p:cNvPr>
                  <p:cNvSpPr>
                    <a:spLocks noChangeArrowheads="1"/>
                  </p:cNvSpPr>
                  <p:nvPr/>
                </p:nvSpPr>
                <p:spPr bwMode="auto">
                  <a:xfrm>
                    <a:off x="6371107" y="3010982"/>
                    <a:ext cx="83844" cy="73931"/>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6" name="Freeform 168">
                    <a:extLst>
                      <a:ext uri="{FF2B5EF4-FFF2-40B4-BE49-F238E27FC236}">
                        <a16:creationId xmlns:a16="http://schemas.microsoft.com/office/drawing/2014/main" id="{D86C66E6-5EB8-40C1-AB9E-2FC041FCBE75}"/>
                      </a:ext>
                    </a:extLst>
                  </p:cNvPr>
                  <p:cNvSpPr>
                    <a:spLocks noEditPoints="1" noChangeArrowheads="1"/>
                  </p:cNvSpPr>
                  <p:nvPr/>
                </p:nvSpPr>
                <p:spPr bwMode="auto">
                  <a:xfrm>
                    <a:off x="6411265" y="2993921"/>
                    <a:ext cx="124832" cy="104261"/>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7" name="Freeform 169">
                    <a:extLst>
                      <a:ext uri="{FF2B5EF4-FFF2-40B4-BE49-F238E27FC236}">
                        <a16:creationId xmlns:a16="http://schemas.microsoft.com/office/drawing/2014/main" id="{1EC39F62-13EB-1AD9-C6BE-B8F98C947FF8}"/>
                      </a:ext>
                    </a:extLst>
                  </p:cNvPr>
                  <p:cNvSpPr>
                    <a:spLocks noChangeArrowheads="1"/>
                  </p:cNvSpPr>
                  <p:nvPr/>
                </p:nvSpPr>
                <p:spPr bwMode="auto">
                  <a:xfrm>
                    <a:off x="6817695" y="3101973"/>
                    <a:ext cx="369603" cy="263496"/>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8" name="Freeform 173">
                    <a:extLst>
                      <a:ext uri="{FF2B5EF4-FFF2-40B4-BE49-F238E27FC236}">
                        <a16:creationId xmlns:a16="http://schemas.microsoft.com/office/drawing/2014/main" id="{29088C10-5CBC-ABF4-44E9-BF82240C41EF}"/>
                      </a:ext>
                    </a:extLst>
                  </p:cNvPr>
                  <p:cNvSpPr>
                    <a:spLocks noChangeArrowheads="1"/>
                  </p:cNvSpPr>
                  <p:nvPr/>
                </p:nvSpPr>
                <p:spPr bwMode="auto">
                  <a:xfrm>
                    <a:off x="5599697" y="2832790"/>
                    <a:ext cx="85706" cy="47392"/>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69" name="Freeform 174">
                    <a:extLst>
                      <a:ext uri="{FF2B5EF4-FFF2-40B4-BE49-F238E27FC236}">
                        <a16:creationId xmlns:a16="http://schemas.microsoft.com/office/drawing/2014/main" id="{EAB57A00-7A5E-CE63-5D2B-86340E295DFD}"/>
                      </a:ext>
                    </a:extLst>
                  </p:cNvPr>
                  <p:cNvSpPr>
                    <a:spLocks noEditPoints="1" noChangeArrowheads="1"/>
                  </p:cNvSpPr>
                  <p:nvPr/>
                </p:nvSpPr>
                <p:spPr bwMode="auto">
                  <a:xfrm>
                    <a:off x="5440361" y="2827104"/>
                    <a:ext cx="290654" cy="322261"/>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70" name="Freeform 175">
                    <a:extLst>
                      <a:ext uri="{FF2B5EF4-FFF2-40B4-BE49-F238E27FC236}">
                        <a16:creationId xmlns:a16="http://schemas.microsoft.com/office/drawing/2014/main" id="{F9356847-81D1-3983-F7E1-D357E878DD44}"/>
                      </a:ext>
                    </a:extLst>
                  </p:cNvPr>
                  <p:cNvSpPr>
                    <a:spLocks noChangeArrowheads="1"/>
                  </p:cNvSpPr>
                  <p:nvPr/>
                </p:nvSpPr>
                <p:spPr bwMode="auto">
                  <a:xfrm>
                    <a:off x="5726779" y="2946529"/>
                    <a:ext cx="45720" cy="39809"/>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171" name="Freeform 176">
                    <a:extLst>
                      <a:ext uri="{FF2B5EF4-FFF2-40B4-BE49-F238E27FC236}">
                        <a16:creationId xmlns:a16="http://schemas.microsoft.com/office/drawing/2014/main" id="{B6261538-C777-AFE1-1025-67C158073A89}"/>
                      </a:ext>
                    </a:extLst>
                  </p:cNvPr>
                  <p:cNvSpPr>
                    <a:spLocks noChangeArrowheads="1"/>
                  </p:cNvSpPr>
                  <p:nvPr/>
                </p:nvSpPr>
                <p:spPr bwMode="auto">
                  <a:xfrm>
                    <a:off x="5742029" y="2855538"/>
                    <a:ext cx="106200" cy="127009"/>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grpSp>
          </p:grpSp>
          <p:grpSp>
            <p:nvGrpSpPr>
              <p:cNvPr id="30" name="组合 29">
                <a:extLst>
                  <a:ext uri="{FF2B5EF4-FFF2-40B4-BE49-F238E27FC236}">
                    <a16:creationId xmlns:a16="http://schemas.microsoft.com/office/drawing/2014/main" id="{09727DEF-ACD7-BFE3-653B-6C994A3ADEEA}"/>
                  </a:ext>
                </a:extLst>
              </p:cNvPr>
              <p:cNvGrpSpPr/>
              <p:nvPr/>
            </p:nvGrpSpPr>
            <p:grpSpPr>
              <a:xfrm>
                <a:off x="6678215" y="2826713"/>
                <a:ext cx="3038502" cy="2868119"/>
                <a:chOff x="6836468" y="2612895"/>
                <a:chExt cx="3038502" cy="2868119"/>
              </a:xfrm>
              <a:grpFill/>
            </p:grpSpPr>
            <p:sp>
              <p:nvSpPr>
                <p:cNvPr id="31" name="Freeform 142">
                  <a:extLst>
                    <a:ext uri="{FF2B5EF4-FFF2-40B4-BE49-F238E27FC236}">
                      <a16:creationId xmlns:a16="http://schemas.microsoft.com/office/drawing/2014/main" id="{C32833D3-D626-70C3-C59E-BF0BFDB5D10F}"/>
                    </a:ext>
                  </a:extLst>
                </p:cNvPr>
                <p:cNvSpPr>
                  <a:spLocks noEditPoints="1" noChangeArrowheads="1"/>
                </p:cNvSpPr>
                <p:nvPr/>
              </p:nvSpPr>
              <p:spPr bwMode="auto">
                <a:xfrm>
                  <a:off x="7168344" y="2612895"/>
                  <a:ext cx="1544749" cy="1071043"/>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32" name="Freeform 47">
                  <a:extLst>
                    <a:ext uri="{FF2B5EF4-FFF2-40B4-BE49-F238E27FC236}">
                      <a16:creationId xmlns:a16="http://schemas.microsoft.com/office/drawing/2014/main" id="{732070EA-793A-28A1-66D6-B2DECF181666}"/>
                    </a:ext>
                  </a:extLst>
                </p:cNvPr>
                <p:cNvSpPr>
                  <a:spLocks noChangeArrowheads="1"/>
                </p:cNvSpPr>
                <p:nvPr/>
              </p:nvSpPr>
              <p:spPr bwMode="auto">
                <a:xfrm>
                  <a:off x="8485644" y="3103869"/>
                  <a:ext cx="96666" cy="121322"/>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33" name="Freeform 48">
                  <a:extLst>
                    <a:ext uri="{FF2B5EF4-FFF2-40B4-BE49-F238E27FC236}">
                      <a16:creationId xmlns:a16="http://schemas.microsoft.com/office/drawing/2014/main" id="{DD6AB45C-80DA-06A8-E43F-9B2C11A6EAD9}"/>
                    </a:ext>
                  </a:extLst>
                </p:cNvPr>
                <p:cNvSpPr>
                  <a:spLocks noChangeArrowheads="1"/>
                </p:cNvSpPr>
                <p:nvPr/>
              </p:nvSpPr>
              <p:spPr bwMode="auto">
                <a:xfrm>
                  <a:off x="7517097" y="3445086"/>
                  <a:ext cx="113724" cy="15354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34" name="Freeform 50">
                  <a:extLst>
                    <a:ext uri="{FF2B5EF4-FFF2-40B4-BE49-F238E27FC236}">
                      <a16:creationId xmlns:a16="http://schemas.microsoft.com/office/drawing/2014/main" id="{53243F99-3DF7-230D-1533-19EA5C01E18B}"/>
                    </a:ext>
                  </a:extLst>
                </p:cNvPr>
                <p:cNvSpPr>
                  <a:spLocks noChangeArrowheads="1"/>
                </p:cNvSpPr>
                <p:nvPr/>
              </p:nvSpPr>
              <p:spPr bwMode="auto">
                <a:xfrm>
                  <a:off x="7517097" y="2660287"/>
                  <a:ext cx="809335" cy="350696"/>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35" name="Freeform 57">
                  <a:extLst>
                    <a:ext uri="{FF2B5EF4-FFF2-40B4-BE49-F238E27FC236}">
                      <a16:creationId xmlns:a16="http://schemas.microsoft.com/office/drawing/2014/main" id="{D19132F4-79E3-324C-1962-BBD0E184943F}"/>
                    </a:ext>
                  </a:extLst>
                </p:cNvPr>
                <p:cNvSpPr>
                  <a:spLocks noChangeArrowheads="1"/>
                </p:cNvSpPr>
                <p:nvPr/>
              </p:nvSpPr>
              <p:spPr bwMode="auto">
                <a:xfrm>
                  <a:off x="7274486" y="3175904"/>
                  <a:ext cx="60653" cy="56870"/>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36" name="Freeform 58">
                  <a:extLst>
                    <a:ext uri="{FF2B5EF4-FFF2-40B4-BE49-F238E27FC236}">
                      <a16:creationId xmlns:a16="http://schemas.microsoft.com/office/drawing/2014/main" id="{8487EFC9-3A75-03BA-665E-FBD5103DEF14}"/>
                    </a:ext>
                  </a:extLst>
                </p:cNvPr>
                <p:cNvSpPr>
                  <a:spLocks noChangeArrowheads="1"/>
                </p:cNvSpPr>
                <p:nvPr/>
              </p:nvSpPr>
              <p:spPr bwMode="auto">
                <a:xfrm>
                  <a:off x="8436364" y="2961695"/>
                  <a:ext cx="176272" cy="168713"/>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37" name="Freeform 59">
                  <a:extLst>
                    <a:ext uri="{FF2B5EF4-FFF2-40B4-BE49-F238E27FC236}">
                      <a16:creationId xmlns:a16="http://schemas.microsoft.com/office/drawing/2014/main" id="{82CF4CD3-72A5-F4C4-71AC-39F7EE27C4AA}"/>
                    </a:ext>
                  </a:extLst>
                </p:cNvPr>
                <p:cNvSpPr>
                  <a:spLocks noChangeArrowheads="1"/>
                </p:cNvSpPr>
                <p:nvPr/>
              </p:nvSpPr>
              <p:spPr bwMode="auto">
                <a:xfrm>
                  <a:off x="7327557" y="3338930"/>
                  <a:ext cx="199017" cy="113739"/>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38" name="Freeform 60">
                  <a:extLst>
                    <a:ext uri="{FF2B5EF4-FFF2-40B4-BE49-F238E27FC236}">
                      <a16:creationId xmlns:a16="http://schemas.microsoft.com/office/drawing/2014/main" id="{96E51DD3-6159-C9C9-771C-87263B89EC29}"/>
                    </a:ext>
                  </a:extLst>
                </p:cNvPr>
                <p:cNvSpPr>
                  <a:spLocks noChangeArrowheads="1"/>
                </p:cNvSpPr>
                <p:nvPr/>
              </p:nvSpPr>
              <p:spPr bwMode="auto">
                <a:xfrm>
                  <a:off x="7615658" y="3390112"/>
                  <a:ext cx="217971" cy="487183"/>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39" name="Freeform 61">
                  <a:extLst>
                    <a:ext uri="{FF2B5EF4-FFF2-40B4-BE49-F238E27FC236}">
                      <a16:creationId xmlns:a16="http://schemas.microsoft.com/office/drawing/2014/main" id="{FE6D926A-9CCA-A831-670C-0216E637A60B}"/>
                    </a:ext>
                  </a:extLst>
                </p:cNvPr>
                <p:cNvSpPr>
                  <a:spLocks noChangeArrowheads="1"/>
                </p:cNvSpPr>
                <p:nvPr/>
              </p:nvSpPr>
              <p:spPr bwMode="auto">
                <a:xfrm>
                  <a:off x="7539842" y="3397694"/>
                  <a:ext cx="77712" cy="47392"/>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0" name="Freeform 62">
                  <a:extLst>
                    <a:ext uri="{FF2B5EF4-FFF2-40B4-BE49-F238E27FC236}">
                      <a16:creationId xmlns:a16="http://schemas.microsoft.com/office/drawing/2014/main" id="{46E0D212-53B3-AEB5-8068-CA6CDE11BEDE}"/>
                    </a:ext>
                  </a:extLst>
                </p:cNvPr>
                <p:cNvSpPr>
                  <a:spLocks noChangeArrowheads="1"/>
                </p:cNvSpPr>
                <p:nvPr/>
              </p:nvSpPr>
              <p:spPr bwMode="auto">
                <a:xfrm>
                  <a:off x="7862059" y="3532286"/>
                  <a:ext cx="191436" cy="396191"/>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1" name="Freeform 63">
                  <a:extLst>
                    <a:ext uri="{FF2B5EF4-FFF2-40B4-BE49-F238E27FC236}">
                      <a16:creationId xmlns:a16="http://schemas.microsoft.com/office/drawing/2014/main" id="{1E3910B1-0254-78EC-13F8-14597CACF5ED}"/>
                    </a:ext>
                  </a:extLst>
                </p:cNvPr>
                <p:cNvSpPr>
                  <a:spLocks noChangeArrowheads="1"/>
                </p:cNvSpPr>
                <p:nvPr/>
              </p:nvSpPr>
              <p:spPr bwMode="auto">
                <a:xfrm>
                  <a:off x="7862059" y="3769242"/>
                  <a:ext cx="157318" cy="111844"/>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2" name="Freeform 64">
                  <a:extLst>
                    <a:ext uri="{FF2B5EF4-FFF2-40B4-BE49-F238E27FC236}">
                      <a16:creationId xmlns:a16="http://schemas.microsoft.com/office/drawing/2014/main" id="{B4E4F3B3-D302-A5FE-C598-ED2A98F39ED5}"/>
                    </a:ext>
                  </a:extLst>
                </p:cNvPr>
                <p:cNvSpPr>
                  <a:spLocks noChangeArrowheads="1"/>
                </p:cNvSpPr>
                <p:nvPr/>
              </p:nvSpPr>
              <p:spPr bwMode="auto">
                <a:xfrm>
                  <a:off x="7810883" y="3556929"/>
                  <a:ext cx="191436" cy="233166"/>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3" name="Freeform 65">
                  <a:extLst>
                    <a:ext uri="{FF2B5EF4-FFF2-40B4-BE49-F238E27FC236}">
                      <a16:creationId xmlns:a16="http://schemas.microsoft.com/office/drawing/2014/main" id="{3FA033E2-4B7E-2BFE-CA1D-6E5B0BE07DC2}"/>
                    </a:ext>
                  </a:extLst>
                </p:cNvPr>
                <p:cNvSpPr>
                  <a:spLocks noChangeArrowheads="1"/>
                </p:cNvSpPr>
                <p:nvPr/>
              </p:nvSpPr>
              <p:spPr bwMode="auto">
                <a:xfrm>
                  <a:off x="7744544" y="3610007"/>
                  <a:ext cx="210390" cy="392400"/>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4" name="Freeform 93">
                  <a:extLst>
                    <a:ext uri="{FF2B5EF4-FFF2-40B4-BE49-F238E27FC236}">
                      <a16:creationId xmlns:a16="http://schemas.microsoft.com/office/drawing/2014/main" id="{5EED12B8-B143-30E1-E517-AC4222CECB28}"/>
                    </a:ext>
                  </a:extLst>
                </p:cNvPr>
                <p:cNvSpPr>
                  <a:spLocks noEditPoints="1" noChangeArrowheads="1"/>
                </p:cNvSpPr>
                <p:nvPr/>
              </p:nvSpPr>
              <p:spPr bwMode="auto">
                <a:xfrm>
                  <a:off x="7807092" y="3977763"/>
                  <a:ext cx="500385" cy="155443"/>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5" name="Freeform 94">
                  <a:extLst>
                    <a:ext uri="{FF2B5EF4-FFF2-40B4-BE49-F238E27FC236}">
                      <a16:creationId xmlns:a16="http://schemas.microsoft.com/office/drawing/2014/main" id="{1CD6885A-C6B4-EAC7-4E80-59D9E115B978}"/>
                    </a:ext>
                  </a:extLst>
                </p:cNvPr>
                <p:cNvSpPr>
                  <a:spLocks noChangeArrowheads="1"/>
                </p:cNvSpPr>
                <p:nvPr/>
              </p:nvSpPr>
              <p:spPr bwMode="auto">
                <a:xfrm>
                  <a:off x="8169113" y="4027050"/>
                  <a:ext cx="34117" cy="2085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6" name="Freeform 141">
                  <a:extLst>
                    <a:ext uri="{FF2B5EF4-FFF2-40B4-BE49-F238E27FC236}">
                      <a16:creationId xmlns:a16="http://schemas.microsoft.com/office/drawing/2014/main" id="{6ED42C7E-CD83-8B53-38C2-651A01688067}"/>
                    </a:ext>
                  </a:extLst>
                </p:cNvPr>
                <p:cNvSpPr>
                  <a:spLocks noEditPoints="1" noChangeArrowheads="1"/>
                </p:cNvSpPr>
                <p:nvPr/>
              </p:nvSpPr>
              <p:spPr bwMode="auto">
                <a:xfrm>
                  <a:off x="8572832" y="2880182"/>
                  <a:ext cx="441628" cy="439791"/>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7" name="Freeform 143">
                  <a:extLst>
                    <a:ext uri="{FF2B5EF4-FFF2-40B4-BE49-F238E27FC236}">
                      <a16:creationId xmlns:a16="http://schemas.microsoft.com/office/drawing/2014/main" id="{425559D8-1AC1-63FB-2A8E-F4942AB80289}"/>
                    </a:ext>
                  </a:extLst>
                </p:cNvPr>
                <p:cNvSpPr>
                  <a:spLocks noEditPoints="1" noChangeArrowheads="1"/>
                </p:cNvSpPr>
                <p:nvPr/>
              </p:nvSpPr>
              <p:spPr bwMode="auto">
                <a:xfrm>
                  <a:off x="8299896" y="3664032"/>
                  <a:ext cx="248298" cy="348800"/>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8" name="Freeform 144">
                  <a:extLst>
                    <a:ext uri="{FF2B5EF4-FFF2-40B4-BE49-F238E27FC236}">
                      <a16:creationId xmlns:a16="http://schemas.microsoft.com/office/drawing/2014/main" id="{CD8E2739-827D-4BE2-C826-069BF639274D}"/>
                    </a:ext>
                  </a:extLst>
                </p:cNvPr>
                <p:cNvSpPr>
                  <a:spLocks noEditPoints="1" noChangeArrowheads="1"/>
                </p:cNvSpPr>
                <p:nvPr/>
              </p:nvSpPr>
              <p:spPr bwMode="auto">
                <a:xfrm>
                  <a:off x="8868514" y="4224198"/>
                  <a:ext cx="326008" cy="206626"/>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49" name="Freeform 145">
                  <a:extLst>
                    <a:ext uri="{FF2B5EF4-FFF2-40B4-BE49-F238E27FC236}">
                      <a16:creationId xmlns:a16="http://schemas.microsoft.com/office/drawing/2014/main" id="{42D45547-A9E8-06D1-B112-9CD099B1C042}"/>
                    </a:ext>
                  </a:extLst>
                </p:cNvPr>
                <p:cNvSpPr>
                  <a:spLocks noChangeArrowheads="1"/>
                </p:cNvSpPr>
                <p:nvPr/>
              </p:nvSpPr>
              <p:spPr bwMode="auto">
                <a:xfrm>
                  <a:off x="7314289" y="3900042"/>
                  <a:ext cx="54967" cy="106156"/>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50" name="Freeform 148">
                  <a:extLst>
                    <a:ext uri="{FF2B5EF4-FFF2-40B4-BE49-F238E27FC236}">
                      <a16:creationId xmlns:a16="http://schemas.microsoft.com/office/drawing/2014/main" id="{C73F0105-1A74-D147-694C-230A263E550D}"/>
                    </a:ext>
                  </a:extLst>
                </p:cNvPr>
                <p:cNvSpPr>
                  <a:spLocks noEditPoints="1" noChangeArrowheads="1"/>
                </p:cNvSpPr>
                <p:nvPr/>
              </p:nvSpPr>
              <p:spPr bwMode="auto">
                <a:xfrm>
                  <a:off x="9222954" y="4292441"/>
                  <a:ext cx="208494" cy="149757"/>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51" name="Freeform 149">
                  <a:extLst>
                    <a:ext uri="{FF2B5EF4-FFF2-40B4-BE49-F238E27FC236}">
                      <a16:creationId xmlns:a16="http://schemas.microsoft.com/office/drawing/2014/main" id="{76AA0E32-25EE-888A-0C9C-9D5E5FFD9C00}"/>
                    </a:ext>
                  </a:extLst>
                </p:cNvPr>
                <p:cNvSpPr>
                  <a:spLocks noEditPoints="1" noChangeArrowheads="1"/>
                </p:cNvSpPr>
                <p:nvPr/>
              </p:nvSpPr>
              <p:spPr bwMode="auto">
                <a:xfrm>
                  <a:off x="9222954" y="4292441"/>
                  <a:ext cx="208494" cy="149757"/>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52" name="Freeform 150">
                  <a:extLst>
                    <a:ext uri="{FF2B5EF4-FFF2-40B4-BE49-F238E27FC236}">
                      <a16:creationId xmlns:a16="http://schemas.microsoft.com/office/drawing/2014/main" id="{5852F36A-619F-0134-CFE8-3C8B62FCE1EA}"/>
                    </a:ext>
                  </a:extLst>
                </p:cNvPr>
                <p:cNvSpPr>
                  <a:spLocks noEditPoints="1" noChangeArrowheads="1"/>
                </p:cNvSpPr>
                <p:nvPr/>
              </p:nvSpPr>
              <p:spPr bwMode="auto">
                <a:xfrm>
                  <a:off x="8140682" y="4428928"/>
                  <a:ext cx="1055736" cy="940242"/>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53" name="Freeform 151">
                  <a:extLst>
                    <a:ext uri="{FF2B5EF4-FFF2-40B4-BE49-F238E27FC236}">
                      <a16:creationId xmlns:a16="http://schemas.microsoft.com/office/drawing/2014/main" id="{71E8BBA8-3985-A02D-0CDE-21F5CC117D0F}"/>
                    </a:ext>
                  </a:extLst>
                </p:cNvPr>
                <p:cNvSpPr>
                  <a:spLocks noEditPoints="1" noChangeArrowheads="1"/>
                </p:cNvSpPr>
                <p:nvPr/>
              </p:nvSpPr>
              <p:spPr bwMode="auto">
                <a:xfrm>
                  <a:off x="9522426" y="5098093"/>
                  <a:ext cx="322217" cy="382921"/>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54" name="Freeform 152">
                  <a:extLst>
                    <a:ext uri="{FF2B5EF4-FFF2-40B4-BE49-F238E27FC236}">
                      <a16:creationId xmlns:a16="http://schemas.microsoft.com/office/drawing/2014/main" id="{E81EB55C-6D9B-5A6F-14EB-794397B50A66}"/>
                    </a:ext>
                  </a:extLst>
                </p:cNvPr>
                <p:cNvSpPr>
                  <a:spLocks noEditPoints="1" noChangeArrowheads="1"/>
                </p:cNvSpPr>
                <p:nvPr/>
              </p:nvSpPr>
              <p:spPr bwMode="auto">
                <a:xfrm>
                  <a:off x="9804840" y="4576789"/>
                  <a:ext cx="70130" cy="64452"/>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55" name="Freeform 163">
                  <a:extLst>
                    <a:ext uri="{FF2B5EF4-FFF2-40B4-BE49-F238E27FC236}">
                      <a16:creationId xmlns:a16="http://schemas.microsoft.com/office/drawing/2014/main" id="{0D310412-F2BC-6765-5544-F3ABA3D1A7F9}"/>
                    </a:ext>
                  </a:extLst>
                </p:cNvPr>
                <p:cNvSpPr>
                  <a:spLocks noChangeArrowheads="1"/>
                </p:cNvSpPr>
                <p:nvPr/>
              </p:nvSpPr>
              <p:spPr bwMode="auto">
                <a:xfrm>
                  <a:off x="9465564" y="4682945"/>
                  <a:ext cx="87188" cy="68243"/>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56" name="Freeform 171">
                  <a:extLst>
                    <a:ext uri="{FF2B5EF4-FFF2-40B4-BE49-F238E27FC236}">
                      <a16:creationId xmlns:a16="http://schemas.microsoft.com/office/drawing/2014/main" id="{0AEFBA55-82B4-70CC-F08A-18BB5900611A}"/>
                    </a:ext>
                  </a:extLst>
                </p:cNvPr>
                <p:cNvSpPr>
                  <a:spLocks noEditPoints="1" noChangeArrowheads="1"/>
                </p:cNvSpPr>
                <p:nvPr/>
              </p:nvSpPr>
              <p:spPr bwMode="auto">
                <a:xfrm>
                  <a:off x="7683892" y="3998616"/>
                  <a:ext cx="1184623" cy="43031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57" name="Freeform 172">
                  <a:extLst>
                    <a:ext uri="{FF2B5EF4-FFF2-40B4-BE49-F238E27FC236}">
                      <a16:creationId xmlns:a16="http://schemas.microsoft.com/office/drawing/2014/main" id="{7F254DD0-44E8-3A16-0340-B637EEDAE94C}"/>
                    </a:ext>
                  </a:extLst>
                </p:cNvPr>
                <p:cNvSpPr>
                  <a:spLocks noEditPoints="1" noChangeArrowheads="1"/>
                </p:cNvSpPr>
                <p:nvPr/>
              </p:nvSpPr>
              <p:spPr bwMode="auto">
                <a:xfrm>
                  <a:off x="8430678" y="4362581"/>
                  <a:ext cx="83397" cy="36018"/>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sp>
              <p:nvSpPr>
                <p:cNvPr id="58" name="Freeform 170">
                  <a:extLst>
                    <a:ext uri="{FF2B5EF4-FFF2-40B4-BE49-F238E27FC236}">
                      <a16:creationId xmlns:a16="http://schemas.microsoft.com/office/drawing/2014/main" id="{3473CDD1-EF43-886C-947B-7BAD6001CB35}"/>
                    </a:ext>
                  </a:extLst>
                </p:cNvPr>
                <p:cNvSpPr>
                  <a:spLocks noChangeArrowheads="1"/>
                </p:cNvSpPr>
                <p:nvPr/>
              </p:nvSpPr>
              <p:spPr bwMode="auto">
                <a:xfrm>
                  <a:off x="6836468" y="3141782"/>
                  <a:ext cx="417350" cy="382921"/>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solidFill>
                    <a:srgbClr val="FFFFFF"/>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800" b="0" i="0" u="none" strike="noStrike" kern="0" cap="none" spc="0" normalizeH="0" baseline="0" noProof="0">
                    <a:ln>
                      <a:noFill/>
                    </a:ln>
                    <a:solidFill>
                      <a:srgbClr val="000000"/>
                    </a:solidFill>
                    <a:effectLst/>
                    <a:uLnTx/>
                    <a:uFillTx/>
                    <a:cs typeface="+mn-ea"/>
                    <a:sym typeface="+mn-lt"/>
                  </a:endParaRPr>
                </a:p>
              </p:txBody>
            </p:sp>
          </p:grpSp>
        </p:grpSp>
        <p:sp>
          <p:nvSpPr>
            <p:cNvPr id="202" name="矩形 201">
              <a:extLst>
                <a:ext uri="{FF2B5EF4-FFF2-40B4-BE49-F238E27FC236}">
                  <a16:creationId xmlns:a16="http://schemas.microsoft.com/office/drawing/2014/main" id="{95276FAE-F6C2-671E-3E1C-AEEACBAF1802}"/>
                </a:ext>
              </a:extLst>
            </p:cNvPr>
            <p:cNvSpPr/>
            <p:nvPr/>
          </p:nvSpPr>
          <p:spPr>
            <a:xfrm>
              <a:off x="3988039" y="3737197"/>
              <a:ext cx="831215" cy="604520"/>
            </a:xfrm>
            <a:prstGeom prst="rect">
              <a:avLst/>
            </a:prstGeom>
            <a:no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prstClr val="black"/>
                  </a:solidFill>
                  <a:effectLst/>
                  <a:uLnTx/>
                  <a:uFillTx/>
                  <a:cs typeface="+mn-ea"/>
                  <a:sym typeface="+mn-lt"/>
                </a:rPr>
                <a:t>MEA</a:t>
              </a:r>
            </a:p>
          </p:txBody>
        </p:sp>
        <p:sp>
          <p:nvSpPr>
            <p:cNvPr id="203" name="矩形 202">
              <a:extLst>
                <a:ext uri="{FF2B5EF4-FFF2-40B4-BE49-F238E27FC236}">
                  <a16:creationId xmlns:a16="http://schemas.microsoft.com/office/drawing/2014/main" id="{BDC46BFB-6900-F077-0985-7A01398145AA}"/>
                </a:ext>
              </a:extLst>
            </p:cNvPr>
            <p:cNvSpPr/>
            <p:nvPr/>
          </p:nvSpPr>
          <p:spPr>
            <a:xfrm>
              <a:off x="872530" y="1035240"/>
              <a:ext cx="2495922" cy="604520"/>
            </a:xfrm>
            <a:prstGeom prst="rect">
              <a:avLst/>
            </a:prstGeom>
            <a:no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prstClr val="black"/>
                  </a:solidFill>
                  <a:effectLst/>
                  <a:uLnTx/>
                  <a:uFillTx/>
                  <a:cs typeface="+mn-ea"/>
                  <a:sym typeface="+mn-lt"/>
                </a:rPr>
                <a:t>Americas</a:t>
              </a:r>
            </a:p>
          </p:txBody>
        </p:sp>
        <p:sp>
          <p:nvSpPr>
            <p:cNvPr id="204" name="矩形 203">
              <a:extLst>
                <a:ext uri="{FF2B5EF4-FFF2-40B4-BE49-F238E27FC236}">
                  <a16:creationId xmlns:a16="http://schemas.microsoft.com/office/drawing/2014/main" id="{9A69667C-6877-A590-AC8A-2CA513861018}"/>
                </a:ext>
              </a:extLst>
            </p:cNvPr>
            <p:cNvSpPr>
              <a:spLocks noChangeAspect="1"/>
            </p:cNvSpPr>
            <p:nvPr/>
          </p:nvSpPr>
          <p:spPr>
            <a:xfrm>
              <a:off x="4030899" y="902063"/>
              <a:ext cx="4014708" cy="647358"/>
            </a:xfrm>
            <a:prstGeom prst="rect">
              <a:avLst/>
            </a:prstGeom>
            <a:no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prstClr val="black"/>
                  </a:solidFill>
                  <a:effectLst/>
                  <a:uLnTx/>
                  <a:uFillTx/>
                  <a:cs typeface="+mn-ea"/>
                  <a:sym typeface="+mn-lt"/>
                </a:rPr>
                <a:t>Europe</a:t>
              </a:r>
            </a:p>
          </p:txBody>
        </p:sp>
        <p:sp>
          <p:nvSpPr>
            <p:cNvPr id="205" name="矩形 204">
              <a:extLst>
                <a:ext uri="{FF2B5EF4-FFF2-40B4-BE49-F238E27FC236}">
                  <a16:creationId xmlns:a16="http://schemas.microsoft.com/office/drawing/2014/main" id="{9B4667D8-BD57-EA1B-81F5-F4B87C7CEBA3}"/>
                </a:ext>
              </a:extLst>
            </p:cNvPr>
            <p:cNvSpPr/>
            <p:nvPr/>
          </p:nvSpPr>
          <p:spPr>
            <a:xfrm>
              <a:off x="7797065" y="1230228"/>
              <a:ext cx="3949065" cy="604520"/>
            </a:xfrm>
            <a:prstGeom prst="rect">
              <a:avLst/>
            </a:prstGeom>
            <a:no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prstClr val="black"/>
                  </a:solidFill>
                  <a:effectLst/>
                  <a:uLnTx/>
                  <a:uFillTx/>
                  <a:cs typeface="+mn-ea"/>
                  <a:sym typeface="+mn-lt"/>
                </a:rPr>
                <a:t>APAC</a:t>
              </a:r>
            </a:p>
          </p:txBody>
        </p:sp>
        <p:grpSp>
          <p:nvGrpSpPr>
            <p:cNvPr id="206" name="组合 205">
              <a:extLst>
                <a:ext uri="{FF2B5EF4-FFF2-40B4-BE49-F238E27FC236}">
                  <a16:creationId xmlns:a16="http://schemas.microsoft.com/office/drawing/2014/main" id="{41B68C2A-0689-53F0-C541-F65ED1226A65}"/>
                </a:ext>
              </a:extLst>
            </p:cNvPr>
            <p:cNvGrpSpPr/>
            <p:nvPr/>
          </p:nvGrpSpPr>
          <p:grpSpPr>
            <a:xfrm>
              <a:off x="875631" y="3844945"/>
              <a:ext cx="2484260" cy="1239784"/>
              <a:chOff x="646621" y="3661410"/>
              <a:chExt cx="2484260" cy="1239784"/>
            </a:xfrm>
          </p:grpSpPr>
          <p:sp>
            <p:nvSpPr>
              <p:cNvPr id="207" name="矩形 206">
                <a:extLst>
                  <a:ext uri="{FF2B5EF4-FFF2-40B4-BE49-F238E27FC236}">
                    <a16:creationId xmlns:a16="http://schemas.microsoft.com/office/drawing/2014/main" id="{7AE258DC-2871-050F-DF65-CB76A131400E}"/>
                  </a:ext>
                </a:extLst>
              </p:cNvPr>
              <p:cNvSpPr/>
              <p:nvPr/>
            </p:nvSpPr>
            <p:spPr>
              <a:xfrm>
                <a:off x="646621" y="3661410"/>
                <a:ext cx="2484260" cy="1239784"/>
              </a:xfrm>
              <a:prstGeom prst="rect">
                <a:avLst/>
              </a:prstGeom>
              <a:solidFill>
                <a:srgbClr val="FFC000">
                  <a:lumMod val="40000"/>
                  <a:lumOff val="60000"/>
                  <a:alpha val="47000"/>
                </a:srgbClr>
              </a:solidFill>
              <a:ln w="12700" cap="flat" cmpd="sng" algn="ctr">
                <a:solidFill>
                  <a:sysClr val="window" lastClr="FFFFFF">
                    <a:lumMod val="50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grpSp>
            <p:nvGrpSpPr>
              <p:cNvPr id="208" name="组合 207">
                <a:extLst>
                  <a:ext uri="{FF2B5EF4-FFF2-40B4-BE49-F238E27FC236}">
                    <a16:creationId xmlns:a16="http://schemas.microsoft.com/office/drawing/2014/main" id="{8D4FEE8E-DD53-A545-967B-62595EEEF14A}"/>
                  </a:ext>
                </a:extLst>
              </p:cNvPr>
              <p:cNvGrpSpPr>
                <a:grpSpLocks noChangeAspect="1"/>
              </p:cNvGrpSpPr>
              <p:nvPr/>
            </p:nvGrpSpPr>
            <p:grpSpPr>
              <a:xfrm>
                <a:off x="710012" y="3696401"/>
                <a:ext cx="2312260" cy="1063039"/>
                <a:chOff x="1451309" y="4290011"/>
                <a:chExt cx="1678351" cy="771606"/>
              </a:xfrm>
            </p:grpSpPr>
            <p:pic>
              <p:nvPicPr>
                <p:cNvPr id="209" name="图片 208">
                  <a:extLst>
                    <a:ext uri="{FF2B5EF4-FFF2-40B4-BE49-F238E27FC236}">
                      <a16:creationId xmlns:a16="http://schemas.microsoft.com/office/drawing/2014/main" id="{E68CC022-BB77-9A38-E0BC-2B277EB6B392}"/>
                    </a:ext>
                  </a:extLst>
                </p:cNvPr>
                <p:cNvPicPr>
                  <a:picLocks noChangeAspect="1"/>
                </p:cNvPicPr>
                <p:nvPr/>
              </p:nvPicPr>
              <p:blipFill>
                <a:blip r:embed="rId8"/>
                <a:stretch>
                  <a:fillRect/>
                </a:stretch>
              </p:blipFill>
              <p:spPr>
                <a:xfrm>
                  <a:off x="1476709" y="4664661"/>
                  <a:ext cx="768985" cy="340360"/>
                </a:xfrm>
                <a:prstGeom prst="rect">
                  <a:avLst/>
                </a:prstGeom>
              </p:spPr>
            </p:pic>
            <p:pic>
              <p:nvPicPr>
                <p:cNvPr id="210" name="Picture 4" descr="Our Company">
                  <a:extLst>
                    <a:ext uri="{FF2B5EF4-FFF2-40B4-BE49-F238E27FC236}">
                      <a16:creationId xmlns:a16="http://schemas.microsoft.com/office/drawing/2014/main" id="{ED2AE292-D54C-B1AC-6AB7-745AE53A468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363467" y="4310800"/>
                  <a:ext cx="731520" cy="358775"/>
                </a:xfrm>
                <a:prstGeom prst="rect">
                  <a:avLst/>
                </a:prstGeom>
                <a:noFill/>
                <a:extLst>
                  <a:ext uri="{909E8E84-426E-40DD-AFC4-6F175D3DCCD1}">
                    <a14:hiddenFill xmlns:a14="http://schemas.microsoft.com/office/drawing/2010/main">
                      <a:solidFill>
                        <a:srgbClr val="FFFFFF"/>
                      </a:solidFill>
                    </a14:hiddenFill>
                  </a:ext>
                </a:extLst>
              </p:spPr>
            </p:pic>
            <p:pic>
              <p:nvPicPr>
                <p:cNvPr id="211" name="Picture 6" descr="Alamo Quarry Market ::: Williams Sonoma">
                  <a:extLst>
                    <a:ext uri="{FF2B5EF4-FFF2-40B4-BE49-F238E27FC236}">
                      <a16:creationId xmlns:a16="http://schemas.microsoft.com/office/drawing/2014/main" id="{04AD2335-3901-B8EA-3A37-5B07CDEFE99C}"/>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368295" y="4716177"/>
                  <a:ext cx="761365" cy="345440"/>
                </a:xfrm>
                <a:prstGeom prst="rect">
                  <a:avLst/>
                </a:prstGeom>
                <a:noFill/>
                <a:extLst>
                  <a:ext uri="{909E8E84-426E-40DD-AFC4-6F175D3DCCD1}">
                    <a14:hiddenFill xmlns:a14="http://schemas.microsoft.com/office/drawing/2010/main">
                      <a:solidFill>
                        <a:srgbClr val="FFFFFF"/>
                      </a:solidFill>
                    </a14:hiddenFill>
                  </a:ext>
                </a:extLst>
              </p:spPr>
            </p:pic>
            <p:pic>
              <p:nvPicPr>
                <p:cNvPr id="212" name="图片 211" descr="upload_post_object_v2_2891945023">
                  <a:extLst>
                    <a:ext uri="{FF2B5EF4-FFF2-40B4-BE49-F238E27FC236}">
                      <a16:creationId xmlns:a16="http://schemas.microsoft.com/office/drawing/2014/main" id="{2CB27547-AC6C-E37B-25F8-9F2E38193EB4}"/>
                    </a:ext>
                  </a:extLst>
                </p:cNvPr>
                <p:cNvPicPr>
                  <a:picLocks noChangeAspect="1"/>
                </p:cNvPicPr>
                <p:nvPr/>
              </p:nvPicPr>
              <p:blipFill>
                <a:blip r:embed="rId11"/>
                <a:stretch>
                  <a:fillRect/>
                </a:stretch>
              </p:blipFill>
              <p:spPr>
                <a:xfrm>
                  <a:off x="1451309" y="4290011"/>
                  <a:ext cx="534035" cy="325755"/>
                </a:xfrm>
                <a:prstGeom prst="rect">
                  <a:avLst/>
                </a:prstGeom>
              </p:spPr>
            </p:pic>
          </p:grpSp>
        </p:grpSp>
        <p:sp>
          <p:nvSpPr>
            <p:cNvPr id="213" name="矩形 212">
              <a:extLst>
                <a:ext uri="{FF2B5EF4-FFF2-40B4-BE49-F238E27FC236}">
                  <a16:creationId xmlns:a16="http://schemas.microsoft.com/office/drawing/2014/main" id="{E45EB50D-2685-BDCC-7ABF-B871CB61FDF4}"/>
                </a:ext>
              </a:extLst>
            </p:cNvPr>
            <p:cNvSpPr/>
            <p:nvPr/>
          </p:nvSpPr>
          <p:spPr>
            <a:xfrm>
              <a:off x="872530" y="1678518"/>
              <a:ext cx="2484760" cy="2012206"/>
            </a:xfrm>
            <a:prstGeom prst="rect">
              <a:avLst/>
            </a:prstGeom>
            <a:solidFill>
              <a:srgbClr val="70AD47">
                <a:lumMod val="20000"/>
                <a:lumOff val="80000"/>
                <a:alpha val="47000"/>
              </a:srgbClr>
            </a:solidFill>
            <a:ln w="12700" cap="flat" cmpd="sng" algn="ctr">
              <a:solidFill>
                <a:sysClr val="window" lastClr="FFFFFF">
                  <a:lumMod val="50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cs typeface="+mn-ea"/>
                <a:sym typeface="+mn-lt"/>
              </a:endParaRPr>
            </a:p>
          </p:txBody>
        </p:sp>
        <p:grpSp>
          <p:nvGrpSpPr>
            <p:cNvPr id="214" name="组合 213">
              <a:extLst>
                <a:ext uri="{FF2B5EF4-FFF2-40B4-BE49-F238E27FC236}">
                  <a16:creationId xmlns:a16="http://schemas.microsoft.com/office/drawing/2014/main" id="{1D967985-84D6-B359-BE61-A91159738393}"/>
                </a:ext>
              </a:extLst>
            </p:cNvPr>
            <p:cNvGrpSpPr/>
            <p:nvPr/>
          </p:nvGrpSpPr>
          <p:grpSpPr>
            <a:xfrm>
              <a:off x="4019196" y="2642882"/>
              <a:ext cx="4014708" cy="2095249"/>
              <a:chOff x="3588138" y="957341"/>
              <a:chExt cx="4014708" cy="2095249"/>
            </a:xfrm>
          </p:grpSpPr>
          <p:sp>
            <p:nvSpPr>
              <p:cNvPr id="215" name="矩形 214">
                <a:extLst>
                  <a:ext uri="{FF2B5EF4-FFF2-40B4-BE49-F238E27FC236}">
                    <a16:creationId xmlns:a16="http://schemas.microsoft.com/office/drawing/2014/main" id="{49EB4483-5E4D-E807-5FFB-1C11B83FD542}"/>
                  </a:ext>
                </a:extLst>
              </p:cNvPr>
              <p:cNvSpPr/>
              <p:nvPr/>
            </p:nvSpPr>
            <p:spPr>
              <a:xfrm>
                <a:off x="3588138" y="957341"/>
                <a:ext cx="4014708" cy="2095249"/>
              </a:xfrm>
              <a:prstGeom prst="rect">
                <a:avLst/>
              </a:prstGeom>
              <a:solidFill>
                <a:srgbClr val="FFC000">
                  <a:lumMod val="40000"/>
                  <a:lumOff val="60000"/>
                  <a:alpha val="47000"/>
                </a:srgbClr>
              </a:solidFill>
              <a:ln w="12700" cap="flat" cmpd="sng" algn="ctr">
                <a:solidFill>
                  <a:sysClr val="window" lastClr="FFFFFF">
                    <a:lumMod val="50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pic>
            <p:nvPicPr>
              <p:cNvPr id="216" name="图片 215">
                <a:extLst>
                  <a:ext uri="{FF2B5EF4-FFF2-40B4-BE49-F238E27FC236}">
                    <a16:creationId xmlns:a16="http://schemas.microsoft.com/office/drawing/2014/main" id="{2161661A-C6BA-AD97-CCDB-AA56D44CE85F}"/>
                  </a:ext>
                </a:extLst>
              </p:cNvPr>
              <p:cNvPicPr>
                <a:picLocks noChangeAspect="1"/>
              </p:cNvPicPr>
              <p:nvPr/>
            </p:nvPicPr>
            <p:blipFill>
              <a:blip r:embed="rId12"/>
              <a:srcRect t="11362" r="1145" b="6312"/>
              <a:stretch>
                <a:fillRect/>
              </a:stretch>
            </p:blipFill>
            <p:spPr>
              <a:xfrm>
                <a:off x="3751453" y="1132207"/>
                <a:ext cx="1064197" cy="359039"/>
              </a:xfrm>
              <a:prstGeom prst="rect">
                <a:avLst/>
              </a:prstGeom>
            </p:spPr>
          </p:pic>
          <p:pic>
            <p:nvPicPr>
              <p:cNvPr id="217" name="图片 216">
                <a:extLst>
                  <a:ext uri="{FF2B5EF4-FFF2-40B4-BE49-F238E27FC236}">
                    <a16:creationId xmlns:a16="http://schemas.microsoft.com/office/drawing/2014/main" id="{2E5E3B19-2EC6-ECA7-DF4B-1576C461EF38}"/>
                  </a:ext>
                </a:extLst>
              </p:cNvPr>
              <p:cNvPicPr>
                <a:picLocks noChangeAspect="1"/>
              </p:cNvPicPr>
              <p:nvPr/>
            </p:nvPicPr>
            <p:blipFill>
              <a:blip r:embed="rId13"/>
              <a:stretch>
                <a:fillRect/>
              </a:stretch>
            </p:blipFill>
            <p:spPr>
              <a:xfrm>
                <a:off x="6103945" y="1591491"/>
                <a:ext cx="946785" cy="378714"/>
              </a:xfrm>
              <a:prstGeom prst="rect">
                <a:avLst/>
              </a:prstGeom>
              <a:noFill/>
              <a:ln w="9525">
                <a:noFill/>
              </a:ln>
            </p:spPr>
          </p:pic>
          <p:pic>
            <p:nvPicPr>
              <p:cNvPr id="218" name="图片 217">
                <a:extLst>
                  <a:ext uri="{FF2B5EF4-FFF2-40B4-BE49-F238E27FC236}">
                    <a16:creationId xmlns:a16="http://schemas.microsoft.com/office/drawing/2014/main" id="{9E025670-59D8-863A-B75C-2DF7B15B5388}"/>
                  </a:ext>
                </a:extLst>
              </p:cNvPr>
              <p:cNvPicPr>
                <a:picLocks noChangeAspect="1"/>
              </p:cNvPicPr>
              <p:nvPr/>
            </p:nvPicPr>
            <p:blipFill>
              <a:blip r:embed="rId14"/>
              <a:stretch>
                <a:fillRect/>
              </a:stretch>
            </p:blipFill>
            <p:spPr>
              <a:xfrm>
                <a:off x="4936596" y="1123441"/>
                <a:ext cx="928899" cy="376846"/>
              </a:xfrm>
              <a:prstGeom prst="rect">
                <a:avLst/>
              </a:prstGeom>
            </p:spPr>
          </p:pic>
          <p:pic>
            <p:nvPicPr>
              <p:cNvPr id="219" name="图片 218">
                <a:extLst>
                  <a:ext uri="{FF2B5EF4-FFF2-40B4-BE49-F238E27FC236}">
                    <a16:creationId xmlns:a16="http://schemas.microsoft.com/office/drawing/2014/main" id="{C10ABC49-871B-67C0-9A52-65FDE1D236FB}"/>
                  </a:ext>
                </a:extLst>
              </p:cNvPr>
              <p:cNvPicPr/>
              <p:nvPr/>
            </p:nvPicPr>
            <p:blipFill>
              <a:blip r:embed="rId15"/>
              <a:stretch>
                <a:fillRect/>
              </a:stretch>
            </p:blipFill>
            <p:spPr>
              <a:xfrm>
                <a:off x="3768722" y="2177929"/>
                <a:ext cx="1795195" cy="235279"/>
              </a:xfrm>
              <a:prstGeom prst="rect">
                <a:avLst/>
              </a:prstGeom>
              <a:noFill/>
              <a:ln w="9525">
                <a:noFill/>
              </a:ln>
            </p:spPr>
          </p:pic>
          <p:pic>
            <p:nvPicPr>
              <p:cNvPr id="220" name="图片 219">
                <a:extLst>
                  <a:ext uri="{FF2B5EF4-FFF2-40B4-BE49-F238E27FC236}">
                    <a16:creationId xmlns:a16="http://schemas.microsoft.com/office/drawing/2014/main" id="{53767096-40B3-8C39-B184-2866FFBD9EE6}"/>
                  </a:ext>
                </a:extLst>
              </p:cNvPr>
              <p:cNvPicPr>
                <a:picLocks noChangeAspect="1"/>
              </p:cNvPicPr>
              <p:nvPr/>
            </p:nvPicPr>
            <p:blipFill>
              <a:blip r:embed="rId16"/>
              <a:stretch>
                <a:fillRect/>
              </a:stretch>
            </p:blipFill>
            <p:spPr>
              <a:xfrm>
                <a:off x="6142526" y="1118151"/>
                <a:ext cx="1259356" cy="366519"/>
              </a:xfrm>
              <a:prstGeom prst="rect">
                <a:avLst/>
              </a:prstGeom>
            </p:spPr>
          </p:pic>
          <p:pic>
            <p:nvPicPr>
              <p:cNvPr id="221" name="图片 220">
                <a:extLst>
                  <a:ext uri="{FF2B5EF4-FFF2-40B4-BE49-F238E27FC236}">
                    <a16:creationId xmlns:a16="http://schemas.microsoft.com/office/drawing/2014/main" id="{6F804D5C-0146-5524-97FD-A634124D4816}"/>
                  </a:ext>
                </a:extLst>
              </p:cNvPr>
              <p:cNvPicPr>
                <a:picLocks noChangeAspect="1"/>
              </p:cNvPicPr>
              <p:nvPr/>
            </p:nvPicPr>
            <p:blipFill>
              <a:blip r:embed="rId17"/>
              <a:stretch>
                <a:fillRect/>
              </a:stretch>
            </p:blipFill>
            <p:spPr>
              <a:xfrm>
                <a:off x="3763482" y="2612220"/>
                <a:ext cx="1017957" cy="369239"/>
              </a:xfrm>
              <a:prstGeom prst="rect">
                <a:avLst/>
              </a:prstGeom>
            </p:spPr>
          </p:pic>
          <p:pic>
            <p:nvPicPr>
              <p:cNvPr id="222" name="图片 221">
                <a:extLst>
                  <a:ext uri="{FF2B5EF4-FFF2-40B4-BE49-F238E27FC236}">
                    <a16:creationId xmlns:a16="http://schemas.microsoft.com/office/drawing/2014/main" id="{FF1E59C5-16F3-AA3B-6068-88E56A83C69D}"/>
                  </a:ext>
                </a:extLst>
              </p:cNvPr>
              <p:cNvPicPr>
                <a:picLocks noChangeAspect="1"/>
              </p:cNvPicPr>
              <p:nvPr/>
            </p:nvPicPr>
            <p:blipFill>
              <a:blip r:embed="rId18"/>
              <a:stretch>
                <a:fillRect/>
              </a:stretch>
            </p:blipFill>
            <p:spPr>
              <a:xfrm>
                <a:off x="3767581" y="1636287"/>
                <a:ext cx="1151924" cy="425415"/>
              </a:xfrm>
              <a:prstGeom prst="rect">
                <a:avLst/>
              </a:prstGeom>
            </p:spPr>
          </p:pic>
          <p:pic>
            <p:nvPicPr>
              <p:cNvPr id="223" name="图片 222">
                <a:extLst>
                  <a:ext uri="{FF2B5EF4-FFF2-40B4-BE49-F238E27FC236}">
                    <a16:creationId xmlns:a16="http://schemas.microsoft.com/office/drawing/2014/main" id="{A31FBBC1-CEEA-D232-86A1-1CD58D5516EA}"/>
                  </a:ext>
                </a:extLst>
              </p:cNvPr>
              <p:cNvPicPr>
                <a:picLocks noChangeAspect="1"/>
              </p:cNvPicPr>
              <p:nvPr/>
            </p:nvPicPr>
            <p:blipFill>
              <a:blip r:embed="rId19"/>
              <a:stretch>
                <a:fillRect/>
              </a:stretch>
            </p:blipFill>
            <p:spPr>
              <a:xfrm>
                <a:off x="5347513" y="2495969"/>
                <a:ext cx="955397" cy="395759"/>
              </a:xfrm>
              <a:prstGeom prst="rect">
                <a:avLst/>
              </a:prstGeom>
            </p:spPr>
          </p:pic>
          <p:pic>
            <p:nvPicPr>
              <p:cNvPr id="224" name="Picture 2" descr="VECTORISATION - Logo Auchan by NicolasDeGrave on DeviantArt">
                <a:extLst>
                  <a:ext uri="{FF2B5EF4-FFF2-40B4-BE49-F238E27FC236}">
                    <a16:creationId xmlns:a16="http://schemas.microsoft.com/office/drawing/2014/main" id="{49741660-E257-4471-D11F-79E1368D22B7}"/>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6520112" y="2167771"/>
                <a:ext cx="789713" cy="73306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5" name="组合 224">
              <a:extLst>
                <a:ext uri="{FF2B5EF4-FFF2-40B4-BE49-F238E27FC236}">
                  <a16:creationId xmlns:a16="http://schemas.microsoft.com/office/drawing/2014/main" id="{E83F48B8-A603-BA02-3252-B72B8E6583C1}"/>
                </a:ext>
              </a:extLst>
            </p:cNvPr>
            <p:cNvGrpSpPr>
              <a:grpSpLocks noChangeAspect="1"/>
            </p:cNvGrpSpPr>
            <p:nvPr/>
          </p:nvGrpSpPr>
          <p:grpSpPr>
            <a:xfrm>
              <a:off x="981892" y="1808579"/>
              <a:ext cx="2347040" cy="1721296"/>
              <a:chOff x="654629" y="1808573"/>
              <a:chExt cx="3033718" cy="2224900"/>
            </a:xfrm>
          </p:grpSpPr>
          <p:pic>
            <p:nvPicPr>
              <p:cNvPr id="226" name="图片 5" descr="图片 5">
                <a:extLst>
                  <a:ext uri="{FF2B5EF4-FFF2-40B4-BE49-F238E27FC236}">
                    <a16:creationId xmlns:a16="http://schemas.microsoft.com/office/drawing/2014/main" id="{C48D3CF0-B88F-79AB-C0B6-FD852A5971AE}"/>
                  </a:ext>
                </a:extLst>
              </p:cNvPr>
              <p:cNvPicPr>
                <a:picLocks noChangeAspect="1"/>
              </p:cNvPicPr>
              <p:nvPr/>
            </p:nvPicPr>
            <p:blipFill>
              <a:blip r:embed="rId21"/>
              <a:srcRect l="7236" t="23860" r="7236" b="23860"/>
              <a:stretch>
                <a:fillRect/>
              </a:stretch>
            </p:blipFill>
            <p:spPr>
              <a:xfrm>
                <a:off x="711289" y="1808573"/>
                <a:ext cx="985129" cy="240868"/>
              </a:xfrm>
              <a:prstGeom prst="rect">
                <a:avLst/>
              </a:prstGeom>
              <a:ln w="12700" cap="flat">
                <a:noFill/>
                <a:miter lim="400000"/>
              </a:ln>
              <a:effectLst/>
            </p:spPr>
          </p:pic>
          <p:pic>
            <p:nvPicPr>
              <p:cNvPr id="227" name="图片 19" descr="图片 19">
                <a:extLst>
                  <a:ext uri="{FF2B5EF4-FFF2-40B4-BE49-F238E27FC236}">
                    <a16:creationId xmlns:a16="http://schemas.microsoft.com/office/drawing/2014/main" id="{0F5F2DD5-7086-964F-D948-CDEC3C9E7B79}"/>
                  </a:ext>
                </a:extLst>
              </p:cNvPr>
              <p:cNvPicPr>
                <a:picLocks noChangeAspect="1"/>
              </p:cNvPicPr>
              <p:nvPr/>
            </p:nvPicPr>
            <p:blipFill>
              <a:blip r:embed="rId22"/>
              <a:stretch>
                <a:fillRect/>
              </a:stretch>
            </p:blipFill>
            <p:spPr>
              <a:xfrm>
                <a:off x="694399" y="2200060"/>
                <a:ext cx="995072" cy="284307"/>
              </a:xfrm>
              <a:prstGeom prst="rect">
                <a:avLst/>
              </a:prstGeom>
              <a:ln w="12700" cap="flat">
                <a:noFill/>
                <a:miter lim="400000"/>
              </a:ln>
              <a:effectLst/>
            </p:spPr>
          </p:pic>
          <p:pic>
            <p:nvPicPr>
              <p:cNvPr id="228" name="图片 20" descr="图片 20">
                <a:extLst>
                  <a:ext uri="{FF2B5EF4-FFF2-40B4-BE49-F238E27FC236}">
                    <a16:creationId xmlns:a16="http://schemas.microsoft.com/office/drawing/2014/main" id="{58562335-9CD1-670D-5344-3B448999E6C4}"/>
                  </a:ext>
                </a:extLst>
              </p:cNvPr>
              <p:cNvPicPr>
                <a:picLocks noChangeAspect="1"/>
              </p:cNvPicPr>
              <p:nvPr/>
            </p:nvPicPr>
            <p:blipFill>
              <a:blip r:embed="rId23"/>
              <a:srcRect t="39256" b="39256"/>
              <a:stretch>
                <a:fillRect/>
              </a:stretch>
            </p:blipFill>
            <p:spPr>
              <a:xfrm>
                <a:off x="654629" y="2688046"/>
                <a:ext cx="1062218" cy="228247"/>
              </a:xfrm>
              <a:prstGeom prst="rect">
                <a:avLst/>
              </a:prstGeom>
              <a:ln w="12700" cap="flat">
                <a:noFill/>
                <a:miter lim="400000"/>
              </a:ln>
              <a:effectLst/>
            </p:spPr>
          </p:pic>
          <p:pic>
            <p:nvPicPr>
              <p:cNvPr id="229" name="图片 22" descr="图片 22">
                <a:extLst>
                  <a:ext uri="{FF2B5EF4-FFF2-40B4-BE49-F238E27FC236}">
                    <a16:creationId xmlns:a16="http://schemas.microsoft.com/office/drawing/2014/main" id="{AD49C1CF-BC46-7D15-6880-EA666B3CE504}"/>
                  </a:ext>
                </a:extLst>
              </p:cNvPr>
              <p:cNvPicPr>
                <a:picLocks noChangeAspect="1"/>
              </p:cNvPicPr>
              <p:nvPr/>
            </p:nvPicPr>
            <p:blipFill>
              <a:blip r:embed="rId24"/>
              <a:srcRect l="6909" t="30115" r="6909" b="30115"/>
              <a:stretch>
                <a:fillRect/>
              </a:stretch>
            </p:blipFill>
            <p:spPr>
              <a:xfrm>
                <a:off x="736118" y="3008156"/>
                <a:ext cx="898959" cy="414824"/>
              </a:xfrm>
              <a:prstGeom prst="rect">
                <a:avLst/>
              </a:prstGeom>
              <a:ln w="12700" cap="flat">
                <a:noFill/>
                <a:miter lim="400000"/>
              </a:ln>
              <a:effectLst/>
            </p:spPr>
          </p:pic>
          <p:pic>
            <p:nvPicPr>
              <p:cNvPr id="230" name="图片 21" descr="图片 21">
                <a:extLst>
                  <a:ext uri="{FF2B5EF4-FFF2-40B4-BE49-F238E27FC236}">
                    <a16:creationId xmlns:a16="http://schemas.microsoft.com/office/drawing/2014/main" id="{13326732-39A4-7D04-C9D8-DDB86FE554C6}"/>
                  </a:ext>
                </a:extLst>
              </p:cNvPr>
              <p:cNvPicPr>
                <a:picLocks noChangeAspect="1"/>
              </p:cNvPicPr>
              <p:nvPr/>
            </p:nvPicPr>
            <p:blipFill>
              <a:blip r:embed="rId25"/>
              <a:srcRect l="3982" t="30313" r="3982" b="12605"/>
              <a:stretch>
                <a:fillRect/>
              </a:stretch>
            </p:blipFill>
            <p:spPr>
              <a:xfrm>
                <a:off x="2664751" y="1844555"/>
                <a:ext cx="923387" cy="284244"/>
              </a:xfrm>
              <a:prstGeom prst="rect">
                <a:avLst/>
              </a:prstGeom>
              <a:ln w="12700" cap="flat">
                <a:noFill/>
                <a:miter lim="400000"/>
              </a:ln>
              <a:effectLst/>
            </p:spPr>
          </p:pic>
          <p:pic>
            <p:nvPicPr>
              <p:cNvPr id="231" name="图片 23" descr="图片 23">
                <a:extLst>
                  <a:ext uri="{FF2B5EF4-FFF2-40B4-BE49-F238E27FC236}">
                    <a16:creationId xmlns:a16="http://schemas.microsoft.com/office/drawing/2014/main" id="{42C1BFA6-9EC0-4BFB-221F-5C619B4925C7}"/>
                  </a:ext>
                </a:extLst>
              </p:cNvPr>
              <p:cNvPicPr>
                <a:picLocks noChangeAspect="1"/>
              </p:cNvPicPr>
              <p:nvPr/>
            </p:nvPicPr>
            <p:blipFill>
              <a:blip r:embed="rId26"/>
              <a:srcRect t="38917" b="38917"/>
              <a:stretch>
                <a:fillRect/>
              </a:stretch>
            </p:blipFill>
            <p:spPr>
              <a:xfrm>
                <a:off x="2669188" y="3043312"/>
                <a:ext cx="1019159" cy="225899"/>
              </a:xfrm>
              <a:prstGeom prst="rect">
                <a:avLst/>
              </a:prstGeom>
              <a:ln w="12700" cap="flat">
                <a:noFill/>
                <a:miter lim="400000"/>
              </a:ln>
              <a:effectLst/>
            </p:spPr>
          </p:pic>
          <p:grpSp>
            <p:nvGrpSpPr>
              <p:cNvPr id="232" name="组合 231">
                <a:extLst>
                  <a:ext uri="{FF2B5EF4-FFF2-40B4-BE49-F238E27FC236}">
                    <a16:creationId xmlns:a16="http://schemas.microsoft.com/office/drawing/2014/main" id="{720DBC18-F68E-6576-6BFA-8DED6D4D781F}"/>
                  </a:ext>
                </a:extLst>
              </p:cNvPr>
              <p:cNvGrpSpPr>
                <a:grpSpLocks noChangeAspect="1"/>
              </p:cNvGrpSpPr>
              <p:nvPr/>
            </p:nvGrpSpPr>
            <p:grpSpPr>
              <a:xfrm>
                <a:off x="1997216" y="1856214"/>
                <a:ext cx="567016" cy="1621443"/>
                <a:chOff x="1284347" y="1630265"/>
                <a:chExt cx="460135" cy="1315815"/>
              </a:xfrm>
            </p:grpSpPr>
            <p:pic>
              <p:nvPicPr>
                <p:cNvPr id="236" name="图片 19" descr="图片 19">
                  <a:extLst>
                    <a:ext uri="{FF2B5EF4-FFF2-40B4-BE49-F238E27FC236}">
                      <a16:creationId xmlns:a16="http://schemas.microsoft.com/office/drawing/2014/main" id="{A83761DA-9588-D8BF-AFFB-0250512F73E4}"/>
                    </a:ext>
                  </a:extLst>
                </p:cNvPr>
                <p:cNvPicPr>
                  <a:picLocks noChangeAspect="1"/>
                </p:cNvPicPr>
                <p:nvPr/>
              </p:nvPicPr>
              <p:blipFill>
                <a:blip r:embed="rId27"/>
                <a:stretch>
                  <a:fillRect/>
                </a:stretch>
              </p:blipFill>
              <p:spPr>
                <a:xfrm>
                  <a:off x="1319631" y="1630265"/>
                  <a:ext cx="365840" cy="365841"/>
                </a:xfrm>
                <a:prstGeom prst="rect">
                  <a:avLst/>
                </a:prstGeom>
                <a:ln w="12700" cap="flat">
                  <a:noFill/>
                  <a:miter lim="400000"/>
                </a:ln>
                <a:effectLst/>
              </p:spPr>
            </p:pic>
            <p:pic>
              <p:nvPicPr>
                <p:cNvPr id="237" name="图片 25" descr="图片 25">
                  <a:extLst>
                    <a:ext uri="{FF2B5EF4-FFF2-40B4-BE49-F238E27FC236}">
                      <a16:creationId xmlns:a16="http://schemas.microsoft.com/office/drawing/2014/main" id="{19F7C9A7-F3C0-30E6-CAEE-6B7E78A5A523}"/>
                    </a:ext>
                  </a:extLst>
                </p:cNvPr>
                <p:cNvPicPr>
                  <a:picLocks noChangeAspect="1"/>
                </p:cNvPicPr>
                <p:nvPr/>
              </p:nvPicPr>
              <p:blipFill>
                <a:blip r:embed="rId28"/>
                <a:srcRect l="27348" t="16084" r="27348" b="16084"/>
                <a:stretch>
                  <a:fillRect/>
                </a:stretch>
              </p:blipFill>
              <p:spPr>
                <a:xfrm>
                  <a:off x="1358158" y="2102573"/>
                  <a:ext cx="313110" cy="312540"/>
                </a:xfrm>
                <a:prstGeom prst="rect">
                  <a:avLst/>
                </a:prstGeom>
                <a:ln w="12700" cap="flat">
                  <a:noFill/>
                  <a:miter lim="400000"/>
                </a:ln>
                <a:effectLst/>
              </p:spPr>
            </p:pic>
            <p:pic>
              <p:nvPicPr>
                <p:cNvPr id="238" name="图片 28" descr="图片 28">
                  <a:extLst>
                    <a:ext uri="{FF2B5EF4-FFF2-40B4-BE49-F238E27FC236}">
                      <a16:creationId xmlns:a16="http://schemas.microsoft.com/office/drawing/2014/main" id="{BA0BC5CB-720D-CA69-B3EC-C3039B37393C}"/>
                    </a:ext>
                  </a:extLst>
                </p:cNvPr>
                <p:cNvPicPr>
                  <a:picLocks noChangeAspect="1"/>
                </p:cNvPicPr>
                <p:nvPr/>
              </p:nvPicPr>
              <p:blipFill>
                <a:blip r:embed="rId29"/>
                <a:srcRect l="24845" t="15977" r="24845" b="15977"/>
                <a:stretch>
                  <a:fillRect/>
                </a:stretch>
              </p:blipFill>
              <p:spPr>
                <a:xfrm>
                  <a:off x="1284347" y="2531179"/>
                  <a:ext cx="460135" cy="414901"/>
                </a:xfrm>
                <a:prstGeom prst="rect">
                  <a:avLst/>
                </a:prstGeom>
                <a:ln w="12700" cap="flat">
                  <a:noFill/>
                  <a:miter lim="400000"/>
                </a:ln>
                <a:effectLst/>
              </p:spPr>
            </p:pic>
          </p:grpSp>
          <p:pic>
            <p:nvPicPr>
              <p:cNvPr id="233" name="图片 187" descr="图片 187">
                <a:extLst>
                  <a:ext uri="{FF2B5EF4-FFF2-40B4-BE49-F238E27FC236}">
                    <a16:creationId xmlns:a16="http://schemas.microsoft.com/office/drawing/2014/main" id="{B70C8000-0BF6-BEC5-ECC2-B66D21F3EF73}"/>
                  </a:ext>
                </a:extLst>
              </p:cNvPr>
              <p:cNvPicPr>
                <a:picLocks noChangeAspect="1"/>
              </p:cNvPicPr>
              <p:nvPr/>
            </p:nvPicPr>
            <p:blipFill>
              <a:blip r:embed="rId30"/>
              <a:stretch>
                <a:fillRect/>
              </a:stretch>
            </p:blipFill>
            <p:spPr>
              <a:xfrm>
                <a:off x="654629" y="3640554"/>
                <a:ext cx="1959291" cy="314051"/>
              </a:xfrm>
              <a:prstGeom prst="rect">
                <a:avLst/>
              </a:prstGeom>
              <a:ln w="12700" cap="flat">
                <a:noFill/>
                <a:miter lim="400000"/>
              </a:ln>
              <a:effectLst/>
            </p:spPr>
          </p:pic>
          <p:pic>
            <p:nvPicPr>
              <p:cNvPr id="234" name="图片 49" descr="图片 49">
                <a:extLst>
                  <a:ext uri="{FF2B5EF4-FFF2-40B4-BE49-F238E27FC236}">
                    <a16:creationId xmlns:a16="http://schemas.microsoft.com/office/drawing/2014/main" id="{6BA56E18-FC2B-3D4A-E7E6-7FA8D2FAD2E5}"/>
                  </a:ext>
                </a:extLst>
              </p:cNvPr>
              <p:cNvPicPr>
                <a:picLocks noChangeAspect="1"/>
              </p:cNvPicPr>
              <p:nvPr/>
            </p:nvPicPr>
            <p:blipFill>
              <a:blip r:embed="rId31"/>
              <a:srcRect l="13432" t="29967" r="13432" b="29967"/>
              <a:stretch>
                <a:fillRect/>
              </a:stretch>
            </p:blipFill>
            <p:spPr>
              <a:xfrm>
                <a:off x="2664751" y="2225312"/>
                <a:ext cx="961271" cy="471244"/>
              </a:xfrm>
              <a:prstGeom prst="rect">
                <a:avLst/>
              </a:prstGeom>
              <a:ln w="12700" cap="flat">
                <a:noFill/>
                <a:miter lim="400000"/>
              </a:ln>
              <a:effectLst/>
            </p:spPr>
          </p:pic>
          <p:pic>
            <p:nvPicPr>
              <p:cNvPr id="235" name="图片 56" descr="图片 56">
                <a:extLst>
                  <a:ext uri="{FF2B5EF4-FFF2-40B4-BE49-F238E27FC236}">
                    <a16:creationId xmlns:a16="http://schemas.microsoft.com/office/drawing/2014/main" id="{DE7BF5AA-BAED-801B-6DBA-9B11128DAF35}"/>
                  </a:ext>
                </a:extLst>
              </p:cNvPr>
              <p:cNvPicPr>
                <a:picLocks noChangeAspect="1"/>
              </p:cNvPicPr>
              <p:nvPr/>
            </p:nvPicPr>
            <p:blipFill>
              <a:blip r:embed="rId32"/>
              <a:stretch>
                <a:fillRect/>
              </a:stretch>
            </p:blipFill>
            <p:spPr>
              <a:xfrm>
                <a:off x="2757605" y="3510103"/>
                <a:ext cx="725025" cy="523370"/>
              </a:xfrm>
              <a:prstGeom prst="rect">
                <a:avLst/>
              </a:prstGeom>
              <a:ln w="12700" cap="flat">
                <a:noFill/>
                <a:miter lim="400000"/>
              </a:ln>
              <a:effectLst/>
            </p:spPr>
          </p:pic>
        </p:grpSp>
        <p:grpSp>
          <p:nvGrpSpPr>
            <p:cNvPr id="239" name="组合 238">
              <a:extLst>
                <a:ext uri="{FF2B5EF4-FFF2-40B4-BE49-F238E27FC236}">
                  <a16:creationId xmlns:a16="http://schemas.microsoft.com/office/drawing/2014/main" id="{E2A948B1-890E-484F-F3B6-82DB0F39C863}"/>
                </a:ext>
              </a:extLst>
            </p:cNvPr>
            <p:cNvGrpSpPr>
              <a:grpSpLocks noChangeAspect="1"/>
            </p:cNvGrpSpPr>
            <p:nvPr/>
          </p:nvGrpSpPr>
          <p:grpSpPr>
            <a:xfrm>
              <a:off x="4160397" y="1519527"/>
              <a:ext cx="3764381" cy="752280"/>
              <a:chOff x="3980889" y="1374612"/>
              <a:chExt cx="4878896" cy="975004"/>
            </a:xfrm>
          </p:grpSpPr>
          <p:pic>
            <p:nvPicPr>
              <p:cNvPr id="240" name="图片 30" descr="图片 30">
                <a:extLst>
                  <a:ext uri="{FF2B5EF4-FFF2-40B4-BE49-F238E27FC236}">
                    <a16:creationId xmlns:a16="http://schemas.microsoft.com/office/drawing/2014/main" id="{CCCC9872-8FF0-DFC1-A17E-78047DF1815E}"/>
                  </a:ext>
                </a:extLst>
              </p:cNvPr>
              <p:cNvPicPr>
                <a:picLocks noChangeAspect="1"/>
              </p:cNvPicPr>
              <p:nvPr/>
            </p:nvPicPr>
            <p:blipFill>
              <a:blip r:embed="rId33"/>
              <a:stretch>
                <a:fillRect/>
              </a:stretch>
            </p:blipFill>
            <p:spPr>
              <a:xfrm>
                <a:off x="6516882" y="1964066"/>
                <a:ext cx="2342903" cy="385550"/>
              </a:xfrm>
              <a:prstGeom prst="rect">
                <a:avLst/>
              </a:prstGeom>
              <a:ln w="12700" cap="flat">
                <a:noFill/>
                <a:miter lim="400000"/>
              </a:ln>
              <a:effectLst/>
            </p:spPr>
          </p:pic>
          <p:grpSp>
            <p:nvGrpSpPr>
              <p:cNvPr id="241" name="组合 240">
                <a:extLst>
                  <a:ext uri="{FF2B5EF4-FFF2-40B4-BE49-F238E27FC236}">
                    <a16:creationId xmlns:a16="http://schemas.microsoft.com/office/drawing/2014/main" id="{32FE1C2E-2870-968E-58CD-9C501B51EDD6}"/>
                  </a:ext>
                </a:extLst>
              </p:cNvPr>
              <p:cNvGrpSpPr>
                <a:grpSpLocks noChangeAspect="1"/>
              </p:cNvGrpSpPr>
              <p:nvPr/>
            </p:nvGrpSpPr>
            <p:grpSpPr>
              <a:xfrm>
                <a:off x="3980889" y="1374612"/>
                <a:ext cx="3811375" cy="437713"/>
                <a:chOff x="3980890" y="1374615"/>
                <a:chExt cx="3323300" cy="381661"/>
              </a:xfrm>
            </p:grpSpPr>
            <p:pic>
              <p:nvPicPr>
                <p:cNvPr id="247" name="图片 27" descr="图片 27">
                  <a:extLst>
                    <a:ext uri="{FF2B5EF4-FFF2-40B4-BE49-F238E27FC236}">
                      <a16:creationId xmlns:a16="http://schemas.microsoft.com/office/drawing/2014/main" id="{88539416-FED5-F3C5-D665-8CBB4A084E1F}"/>
                    </a:ext>
                  </a:extLst>
                </p:cNvPr>
                <p:cNvPicPr>
                  <a:picLocks noChangeAspect="1"/>
                </p:cNvPicPr>
                <p:nvPr/>
              </p:nvPicPr>
              <p:blipFill>
                <a:blip r:embed="rId34"/>
                <a:stretch>
                  <a:fillRect/>
                </a:stretch>
              </p:blipFill>
              <p:spPr>
                <a:xfrm>
                  <a:off x="3980890" y="1405873"/>
                  <a:ext cx="700802" cy="350403"/>
                </a:xfrm>
                <a:prstGeom prst="rect">
                  <a:avLst/>
                </a:prstGeom>
                <a:ln w="12700" cap="flat">
                  <a:noFill/>
                  <a:miter lim="400000"/>
                </a:ln>
                <a:effectLst/>
              </p:spPr>
            </p:pic>
            <p:pic>
              <p:nvPicPr>
                <p:cNvPr id="248" name="图片 29" descr="图片 29">
                  <a:extLst>
                    <a:ext uri="{FF2B5EF4-FFF2-40B4-BE49-F238E27FC236}">
                      <a16:creationId xmlns:a16="http://schemas.microsoft.com/office/drawing/2014/main" id="{532A0319-BC00-D838-D429-D88B1019C335}"/>
                    </a:ext>
                  </a:extLst>
                </p:cNvPr>
                <p:cNvPicPr>
                  <a:picLocks noChangeAspect="1"/>
                </p:cNvPicPr>
                <p:nvPr/>
              </p:nvPicPr>
              <p:blipFill>
                <a:blip r:embed="rId35"/>
                <a:stretch>
                  <a:fillRect/>
                </a:stretch>
              </p:blipFill>
              <p:spPr>
                <a:xfrm>
                  <a:off x="5753087" y="1374615"/>
                  <a:ext cx="1551103" cy="344693"/>
                </a:xfrm>
                <a:prstGeom prst="rect">
                  <a:avLst/>
                </a:prstGeom>
                <a:ln w="12700" cap="flat">
                  <a:noFill/>
                  <a:miter lim="400000"/>
                </a:ln>
                <a:effectLst/>
              </p:spPr>
            </p:pic>
            <p:pic>
              <p:nvPicPr>
                <p:cNvPr id="249" name="图片 34" descr="图片 34">
                  <a:extLst>
                    <a:ext uri="{FF2B5EF4-FFF2-40B4-BE49-F238E27FC236}">
                      <a16:creationId xmlns:a16="http://schemas.microsoft.com/office/drawing/2014/main" id="{7484BCE0-E517-EC8B-6DE3-600E07048DC6}"/>
                    </a:ext>
                  </a:extLst>
                </p:cNvPr>
                <p:cNvPicPr>
                  <a:picLocks noChangeAspect="1"/>
                </p:cNvPicPr>
                <p:nvPr/>
              </p:nvPicPr>
              <p:blipFill>
                <a:blip r:embed="rId36"/>
                <a:stretch>
                  <a:fillRect/>
                </a:stretch>
              </p:blipFill>
              <p:spPr>
                <a:xfrm>
                  <a:off x="4889951" y="1449901"/>
                  <a:ext cx="701460" cy="235634"/>
                </a:xfrm>
                <a:prstGeom prst="rect">
                  <a:avLst/>
                </a:prstGeom>
                <a:ln w="12700" cap="flat">
                  <a:noFill/>
                  <a:miter lim="400000"/>
                </a:ln>
                <a:effectLst/>
              </p:spPr>
            </p:pic>
          </p:grpSp>
          <p:grpSp>
            <p:nvGrpSpPr>
              <p:cNvPr id="242" name="组合 241">
                <a:extLst>
                  <a:ext uri="{FF2B5EF4-FFF2-40B4-BE49-F238E27FC236}">
                    <a16:creationId xmlns:a16="http://schemas.microsoft.com/office/drawing/2014/main" id="{67F0DBC6-1CBD-84B4-E3E4-114B2EE8E112}"/>
                  </a:ext>
                </a:extLst>
              </p:cNvPr>
              <p:cNvGrpSpPr>
                <a:grpSpLocks noChangeAspect="1"/>
              </p:cNvGrpSpPr>
              <p:nvPr/>
            </p:nvGrpSpPr>
            <p:grpSpPr>
              <a:xfrm>
                <a:off x="3987326" y="1911966"/>
                <a:ext cx="2441685" cy="434105"/>
                <a:chOff x="9108671" y="1378252"/>
                <a:chExt cx="3664206" cy="651458"/>
              </a:xfrm>
            </p:grpSpPr>
            <p:pic>
              <p:nvPicPr>
                <p:cNvPr id="244" name="图片 243">
                  <a:extLst>
                    <a:ext uri="{FF2B5EF4-FFF2-40B4-BE49-F238E27FC236}">
                      <a16:creationId xmlns:a16="http://schemas.microsoft.com/office/drawing/2014/main" id="{1E894FAA-F1F0-1A50-7C33-F30AE9CEA57D}"/>
                    </a:ext>
                  </a:extLst>
                </p:cNvPr>
                <p:cNvPicPr>
                  <a:picLocks noChangeAspect="1"/>
                </p:cNvPicPr>
                <p:nvPr/>
              </p:nvPicPr>
              <p:blipFill rotWithShape="1">
                <a:blip r:embed="rId37" cstate="print">
                  <a:extLst>
                    <a:ext uri="{28A0092B-C50C-407E-A947-70E740481C1C}">
                      <a14:useLocalDpi xmlns:a14="http://schemas.microsoft.com/office/drawing/2010/main" val="0"/>
                    </a:ext>
                  </a:extLst>
                </a:blip>
                <a:srcRect l="24296" t="3442" r="23470" b="3264"/>
                <a:stretch/>
              </p:blipFill>
              <p:spPr>
                <a:xfrm>
                  <a:off x="9108671" y="1378252"/>
                  <a:ext cx="632928" cy="634400"/>
                </a:xfrm>
                <a:prstGeom prst="rect">
                  <a:avLst/>
                </a:prstGeom>
              </p:spPr>
            </p:pic>
            <p:pic>
              <p:nvPicPr>
                <p:cNvPr id="245" name="图片 244">
                  <a:extLst>
                    <a:ext uri="{FF2B5EF4-FFF2-40B4-BE49-F238E27FC236}">
                      <a16:creationId xmlns:a16="http://schemas.microsoft.com/office/drawing/2014/main" id="{A774FB28-B786-E7F3-FD72-6F974BA6BCFB}"/>
                    </a:ext>
                  </a:extLst>
                </p:cNvPr>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9659374" y="1382730"/>
                  <a:ext cx="1150186" cy="646980"/>
                </a:xfrm>
                <a:prstGeom prst="rect">
                  <a:avLst/>
                </a:prstGeom>
              </p:spPr>
            </p:pic>
            <p:pic>
              <p:nvPicPr>
                <p:cNvPr id="246" name="Picture 4" descr="Asda logo | Monkey Banners">
                  <a:extLst>
                    <a:ext uri="{FF2B5EF4-FFF2-40B4-BE49-F238E27FC236}">
                      <a16:creationId xmlns:a16="http://schemas.microsoft.com/office/drawing/2014/main" id="{D2250724-CE8E-7355-8918-6151E70A255B}"/>
                    </a:ext>
                  </a:extLst>
                </p:cNvPr>
                <p:cNvPicPr>
                  <a:picLocks noChangeAspect="1" noChangeArrowheads="1"/>
                </p:cNvPicPr>
                <p:nvPr/>
              </p:nvPicPr>
              <p:blipFill>
                <a:blip r:embed="rId39" cstate="print">
                  <a:extLst>
                    <a:ext uri="{28A0092B-C50C-407E-A947-70E740481C1C}">
                      <a14:useLocalDpi xmlns:a14="http://schemas.microsoft.com/office/drawing/2010/main" val="0"/>
                    </a:ext>
                  </a:extLst>
                </a:blip>
                <a:srcRect/>
                <a:stretch>
                  <a:fillRect/>
                </a:stretch>
              </p:blipFill>
              <p:spPr bwMode="auto">
                <a:xfrm>
                  <a:off x="10718515" y="1381969"/>
                  <a:ext cx="2054362" cy="609888"/>
                </a:xfrm>
                <a:prstGeom prst="rect">
                  <a:avLst/>
                </a:prstGeom>
                <a:noFill/>
                <a:extLst>
                  <a:ext uri="{909E8E84-426E-40DD-AFC4-6F175D3DCCD1}">
                    <a14:hiddenFill xmlns:a14="http://schemas.microsoft.com/office/drawing/2010/main">
                      <a:solidFill>
                        <a:srgbClr val="FFFFFF"/>
                      </a:solidFill>
                    </a14:hiddenFill>
                  </a:ext>
                </a:extLst>
              </p:spPr>
            </p:pic>
          </p:grpSp>
          <p:pic>
            <p:nvPicPr>
              <p:cNvPr id="243" name="Picture 6">
                <a:extLst>
                  <a:ext uri="{FF2B5EF4-FFF2-40B4-BE49-F238E27FC236}">
                    <a16:creationId xmlns:a16="http://schemas.microsoft.com/office/drawing/2014/main" id="{E749D5FC-D1AB-1058-2FE7-A3DBBD7E307D}"/>
                  </a:ext>
                </a:extLst>
              </p:cNvPr>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7899847" y="1401705"/>
                <a:ext cx="954759" cy="393838"/>
              </a:xfrm>
              <a:prstGeom prst="rect">
                <a:avLst/>
              </a:prstGeom>
              <a:noFill/>
              <a:extLst>
                <a:ext uri="{909E8E84-426E-40DD-AFC4-6F175D3DCCD1}">
                  <a14:hiddenFill xmlns:a14="http://schemas.microsoft.com/office/drawing/2010/main">
                    <a:solidFill>
                      <a:srgbClr val="FFFFFF"/>
                    </a:solidFill>
                  </a14:hiddenFill>
                </a:ext>
              </a:extLst>
            </p:spPr>
          </p:pic>
        </p:grpSp>
        <p:sp>
          <p:nvSpPr>
            <p:cNvPr id="250" name="矩形 249">
              <a:extLst>
                <a:ext uri="{FF2B5EF4-FFF2-40B4-BE49-F238E27FC236}">
                  <a16:creationId xmlns:a16="http://schemas.microsoft.com/office/drawing/2014/main" id="{0B91A5ED-30DA-C641-0105-596798F985D0}"/>
                </a:ext>
              </a:extLst>
            </p:cNvPr>
            <p:cNvSpPr/>
            <p:nvPr/>
          </p:nvSpPr>
          <p:spPr>
            <a:xfrm>
              <a:off x="4070134" y="4692848"/>
              <a:ext cx="4018795" cy="604520"/>
            </a:xfrm>
            <a:prstGeom prst="rect">
              <a:avLst/>
            </a:prstGeom>
            <a:no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prstClr val="black"/>
                  </a:solidFill>
                  <a:effectLst/>
                  <a:uLnTx/>
                  <a:uFillTx/>
                  <a:cs typeface="+mn-ea"/>
                  <a:sym typeface="+mn-lt"/>
                </a:rPr>
                <a:t>ME&amp;A</a:t>
              </a:r>
            </a:p>
          </p:txBody>
        </p:sp>
        <p:pic>
          <p:nvPicPr>
            <p:cNvPr id="251" name="图片 56" descr="图片 56">
              <a:extLst>
                <a:ext uri="{FF2B5EF4-FFF2-40B4-BE49-F238E27FC236}">
                  <a16:creationId xmlns:a16="http://schemas.microsoft.com/office/drawing/2014/main" id="{A611D002-575C-07ED-CCB6-CF83A5785F73}"/>
                </a:ext>
              </a:extLst>
            </p:cNvPr>
            <p:cNvPicPr>
              <a:picLocks noChangeAspect="1"/>
            </p:cNvPicPr>
            <p:nvPr/>
          </p:nvPicPr>
          <p:blipFill>
            <a:blip r:embed="rId32"/>
            <a:stretch>
              <a:fillRect/>
            </a:stretch>
          </p:blipFill>
          <p:spPr>
            <a:xfrm>
              <a:off x="5265380" y="3327496"/>
              <a:ext cx="560917" cy="404906"/>
            </a:xfrm>
            <a:prstGeom prst="rect">
              <a:avLst/>
            </a:prstGeom>
            <a:ln w="12700" cap="flat">
              <a:noFill/>
              <a:miter lim="400000"/>
            </a:ln>
            <a:effectLst/>
          </p:spPr>
        </p:pic>
        <p:sp>
          <p:nvSpPr>
            <p:cNvPr id="252" name="线条">
              <a:extLst>
                <a:ext uri="{FF2B5EF4-FFF2-40B4-BE49-F238E27FC236}">
                  <a16:creationId xmlns:a16="http://schemas.microsoft.com/office/drawing/2014/main" id="{060C9BD4-1450-0894-302C-FDE57701BC0E}"/>
                </a:ext>
              </a:extLst>
            </p:cNvPr>
            <p:cNvSpPr/>
            <p:nvPr/>
          </p:nvSpPr>
          <p:spPr>
            <a:xfrm>
              <a:off x="6476049" y="4806457"/>
              <a:ext cx="1051273" cy="25931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541" y="0"/>
                  </a:lnTo>
                  <a:lnTo>
                    <a:pt x="21600" y="908"/>
                  </a:lnTo>
                </a:path>
              </a:pathLst>
            </a:custGeom>
            <a:ln w="12700">
              <a:solidFill>
                <a:srgbClr val="FFFFFF"/>
              </a:solidFill>
              <a:miter lim="400000"/>
              <a:headEnd type="oval"/>
              <a:tailEnd type="oval"/>
            </a:ln>
          </p:spPr>
          <p:txBody>
            <a:bodyPr lIns="45718" tIns="45718" rIns="45718" bIns="45718" anchor="ctr"/>
            <a:lstStyle/>
            <a:p>
              <a:pPr marL="0" marR="0" lvl="0" indent="0" algn="ctr" defTabSz="412750" rtl="0" eaLnBrk="1" fontAlgn="auto" latinLnBrk="0" hangingPunct="0">
                <a:lnSpc>
                  <a:spcPct val="100000"/>
                </a:lnSpc>
                <a:spcBef>
                  <a:spcPts val="0"/>
                </a:spcBef>
                <a:spcAft>
                  <a:spcPts val="0"/>
                </a:spcAft>
                <a:buClrTx/>
                <a:buSzTx/>
                <a:buFontTx/>
                <a:buNone/>
                <a:tabLst/>
                <a:defRPr sz="3200" b="1">
                  <a:solidFill>
                    <a:srgbClr val="FFFFFF"/>
                  </a:solidFill>
                  <a:latin typeface="Arial"/>
                  <a:ea typeface="Arial"/>
                  <a:cs typeface="Arial"/>
                  <a:sym typeface="Arial"/>
                </a:defRPr>
              </a:pPr>
              <a:endParaRPr kumimoji="0" sz="1600" b="1" i="0" u="none" strike="noStrike" kern="0" cap="none" spc="0" normalizeH="0" baseline="0" noProof="0">
                <a:ln>
                  <a:noFill/>
                </a:ln>
                <a:solidFill>
                  <a:srgbClr val="FFFFFF"/>
                </a:solidFill>
                <a:effectLst/>
                <a:uLnTx/>
                <a:uFillTx/>
                <a:cs typeface="+mn-ea"/>
                <a:sym typeface="+mn-lt"/>
              </a:endParaRPr>
            </a:p>
          </p:txBody>
        </p:sp>
        <p:grpSp>
          <p:nvGrpSpPr>
            <p:cNvPr id="253" name="组合 252">
              <a:extLst>
                <a:ext uri="{FF2B5EF4-FFF2-40B4-BE49-F238E27FC236}">
                  <a16:creationId xmlns:a16="http://schemas.microsoft.com/office/drawing/2014/main" id="{8F5377F3-80B5-6029-9787-4B5AA05023B8}"/>
                </a:ext>
              </a:extLst>
            </p:cNvPr>
            <p:cNvGrpSpPr/>
            <p:nvPr/>
          </p:nvGrpSpPr>
          <p:grpSpPr>
            <a:xfrm>
              <a:off x="1608493" y="5253438"/>
              <a:ext cx="4272719" cy="872551"/>
              <a:chOff x="4716977" y="5618601"/>
              <a:chExt cx="4272719" cy="872551"/>
            </a:xfrm>
          </p:grpSpPr>
          <p:pic>
            <p:nvPicPr>
              <p:cNvPr id="254" name="图片 253">
                <a:extLst>
                  <a:ext uri="{FF2B5EF4-FFF2-40B4-BE49-F238E27FC236}">
                    <a16:creationId xmlns:a16="http://schemas.microsoft.com/office/drawing/2014/main" id="{16C3B746-9D13-E477-0E42-BDA102BB14A1}"/>
                  </a:ext>
                </a:extLst>
              </p:cNvPr>
              <p:cNvPicPr>
                <a:picLocks noChangeAspect="1"/>
              </p:cNvPicPr>
              <p:nvPr/>
            </p:nvPicPr>
            <p:blipFill>
              <a:blip r:embed="rId41"/>
              <a:stretch>
                <a:fillRect/>
              </a:stretch>
            </p:blipFill>
            <p:spPr>
              <a:xfrm>
                <a:off x="7270843" y="5630305"/>
                <a:ext cx="911914" cy="860847"/>
              </a:xfrm>
              <a:prstGeom prst="rect">
                <a:avLst/>
              </a:prstGeom>
            </p:spPr>
          </p:pic>
          <p:pic>
            <p:nvPicPr>
              <p:cNvPr id="255" name="图片 10" descr="图片 10">
                <a:extLst>
                  <a:ext uri="{FF2B5EF4-FFF2-40B4-BE49-F238E27FC236}">
                    <a16:creationId xmlns:a16="http://schemas.microsoft.com/office/drawing/2014/main" id="{A446A331-35DB-F2B1-E323-CDF4641E8C33}"/>
                  </a:ext>
                </a:extLst>
              </p:cNvPr>
              <p:cNvPicPr>
                <a:picLocks noChangeAspect="1"/>
              </p:cNvPicPr>
              <p:nvPr/>
            </p:nvPicPr>
            <p:blipFill>
              <a:blip r:embed="rId42"/>
              <a:stretch>
                <a:fillRect/>
              </a:stretch>
            </p:blipFill>
            <p:spPr>
              <a:xfrm>
                <a:off x="5547076" y="5718834"/>
                <a:ext cx="597496" cy="207586"/>
              </a:xfrm>
              <a:prstGeom prst="rect">
                <a:avLst/>
              </a:prstGeom>
              <a:ln w="12700" cap="flat">
                <a:noFill/>
                <a:miter lim="400000"/>
              </a:ln>
              <a:effectLst/>
            </p:spPr>
          </p:pic>
          <p:pic>
            <p:nvPicPr>
              <p:cNvPr id="256" name="图片 254" descr="图片 254">
                <a:extLst>
                  <a:ext uri="{FF2B5EF4-FFF2-40B4-BE49-F238E27FC236}">
                    <a16:creationId xmlns:a16="http://schemas.microsoft.com/office/drawing/2014/main" id="{441621D4-AB99-71C5-E817-3776C4BA46B4}"/>
                  </a:ext>
                </a:extLst>
              </p:cNvPr>
              <p:cNvPicPr>
                <a:picLocks noChangeAspect="1"/>
              </p:cNvPicPr>
              <p:nvPr/>
            </p:nvPicPr>
            <p:blipFill>
              <a:blip r:embed="rId43"/>
              <a:stretch>
                <a:fillRect/>
              </a:stretch>
            </p:blipFill>
            <p:spPr>
              <a:xfrm>
                <a:off x="4716977" y="5618601"/>
                <a:ext cx="794580" cy="394873"/>
              </a:xfrm>
              <a:prstGeom prst="rect">
                <a:avLst/>
              </a:prstGeom>
              <a:ln w="12700" cap="flat">
                <a:noFill/>
                <a:miter lim="400000"/>
              </a:ln>
              <a:effectLst/>
            </p:spPr>
          </p:pic>
          <p:pic>
            <p:nvPicPr>
              <p:cNvPr id="257" name="图片 38" descr="图片 38">
                <a:extLst>
                  <a:ext uri="{FF2B5EF4-FFF2-40B4-BE49-F238E27FC236}">
                    <a16:creationId xmlns:a16="http://schemas.microsoft.com/office/drawing/2014/main" id="{C6C210B4-ED70-5C91-836A-FA8F4FBA4700}"/>
                  </a:ext>
                </a:extLst>
              </p:cNvPr>
              <p:cNvPicPr>
                <a:picLocks noChangeAspect="1"/>
              </p:cNvPicPr>
              <p:nvPr/>
            </p:nvPicPr>
            <p:blipFill>
              <a:blip r:embed="rId44"/>
              <a:stretch>
                <a:fillRect/>
              </a:stretch>
            </p:blipFill>
            <p:spPr>
              <a:xfrm>
                <a:off x="6213540" y="5699432"/>
                <a:ext cx="876993" cy="252137"/>
              </a:xfrm>
              <a:prstGeom prst="rect">
                <a:avLst/>
              </a:prstGeom>
              <a:ln w="12700" cap="flat">
                <a:noFill/>
                <a:miter lim="400000"/>
              </a:ln>
              <a:effectLst/>
            </p:spPr>
          </p:pic>
          <p:pic>
            <p:nvPicPr>
              <p:cNvPr id="258" name="图片 257">
                <a:extLst>
                  <a:ext uri="{FF2B5EF4-FFF2-40B4-BE49-F238E27FC236}">
                    <a16:creationId xmlns:a16="http://schemas.microsoft.com/office/drawing/2014/main" id="{E756232C-6CC0-6D2B-3D4F-C1EAACDFDD62}"/>
                  </a:ext>
                </a:extLst>
              </p:cNvPr>
              <p:cNvPicPr>
                <a:picLocks noChangeAspect="1"/>
              </p:cNvPicPr>
              <p:nvPr/>
            </p:nvPicPr>
            <p:blipFill>
              <a:blip r:embed="rId45"/>
              <a:stretch>
                <a:fillRect/>
              </a:stretch>
            </p:blipFill>
            <p:spPr>
              <a:xfrm>
                <a:off x="8258979" y="5726756"/>
                <a:ext cx="730717" cy="651914"/>
              </a:xfrm>
              <a:prstGeom prst="rect">
                <a:avLst/>
              </a:prstGeom>
            </p:spPr>
          </p:pic>
          <p:grpSp>
            <p:nvGrpSpPr>
              <p:cNvPr id="259" name="组合 258">
                <a:extLst>
                  <a:ext uri="{FF2B5EF4-FFF2-40B4-BE49-F238E27FC236}">
                    <a16:creationId xmlns:a16="http://schemas.microsoft.com/office/drawing/2014/main" id="{432AEF42-F53D-1464-54D3-B94347BAF930}"/>
                  </a:ext>
                </a:extLst>
              </p:cNvPr>
              <p:cNvGrpSpPr>
                <a:grpSpLocks noChangeAspect="1"/>
              </p:cNvGrpSpPr>
              <p:nvPr/>
            </p:nvGrpSpPr>
            <p:grpSpPr>
              <a:xfrm>
                <a:off x="4793637" y="6033243"/>
                <a:ext cx="2203595" cy="257158"/>
                <a:chOff x="4793639" y="6033246"/>
                <a:chExt cx="1777093" cy="207385"/>
              </a:xfrm>
            </p:grpSpPr>
            <p:pic>
              <p:nvPicPr>
                <p:cNvPr id="260" name="图片 80" descr="图片 80">
                  <a:extLst>
                    <a:ext uri="{FF2B5EF4-FFF2-40B4-BE49-F238E27FC236}">
                      <a16:creationId xmlns:a16="http://schemas.microsoft.com/office/drawing/2014/main" id="{B73DFA1A-3556-3494-FFC7-BAEA3496E3F4}"/>
                    </a:ext>
                  </a:extLst>
                </p:cNvPr>
                <p:cNvPicPr>
                  <a:picLocks noChangeAspect="1"/>
                </p:cNvPicPr>
                <p:nvPr/>
              </p:nvPicPr>
              <p:blipFill>
                <a:blip r:embed="rId46"/>
                <a:srcRect t="38422" b="38422"/>
                <a:stretch>
                  <a:fillRect/>
                </a:stretch>
              </p:blipFill>
              <p:spPr>
                <a:xfrm>
                  <a:off x="4793639" y="6033246"/>
                  <a:ext cx="801853" cy="185678"/>
                </a:xfrm>
                <a:prstGeom prst="rect">
                  <a:avLst/>
                </a:prstGeom>
                <a:ln w="12700" cap="flat">
                  <a:noFill/>
                  <a:miter lim="400000"/>
                </a:ln>
                <a:effectLst/>
              </p:spPr>
            </p:pic>
            <p:pic>
              <p:nvPicPr>
                <p:cNvPr id="261" name="图片 81" descr="图片 81">
                  <a:extLst>
                    <a:ext uri="{FF2B5EF4-FFF2-40B4-BE49-F238E27FC236}">
                      <a16:creationId xmlns:a16="http://schemas.microsoft.com/office/drawing/2014/main" id="{007DC84D-0200-4043-7D55-46A3457D5E43}"/>
                    </a:ext>
                  </a:extLst>
                </p:cNvPr>
                <p:cNvPicPr>
                  <a:picLocks noChangeAspect="1"/>
                </p:cNvPicPr>
                <p:nvPr/>
              </p:nvPicPr>
              <p:blipFill>
                <a:blip r:embed="rId47"/>
                <a:stretch>
                  <a:fillRect/>
                </a:stretch>
              </p:blipFill>
              <p:spPr>
                <a:xfrm>
                  <a:off x="5813508" y="6033246"/>
                  <a:ext cx="757224" cy="207385"/>
                </a:xfrm>
                <a:prstGeom prst="rect">
                  <a:avLst/>
                </a:prstGeom>
                <a:ln w="12700" cap="flat">
                  <a:noFill/>
                  <a:miter lim="400000"/>
                </a:ln>
                <a:effectLst/>
              </p:spPr>
            </p:pic>
          </p:grpSp>
        </p:grpSp>
        <p:grpSp>
          <p:nvGrpSpPr>
            <p:cNvPr id="262" name="组合 261">
              <a:extLst>
                <a:ext uri="{FF2B5EF4-FFF2-40B4-BE49-F238E27FC236}">
                  <a16:creationId xmlns:a16="http://schemas.microsoft.com/office/drawing/2014/main" id="{A18FC9C3-1437-BCD6-56BA-C0A26C11057D}"/>
                </a:ext>
              </a:extLst>
            </p:cNvPr>
            <p:cNvGrpSpPr>
              <a:grpSpLocks noChangeAspect="1"/>
            </p:cNvGrpSpPr>
            <p:nvPr/>
          </p:nvGrpSpPr>
          <p:grpSpPr>
            <a:xfrm>
              <a:off x="6331498" y="5268493"/>
              <a:ext cx="2610860" cy="865533"/>
              <a:chOff x="2961572" y="2265510"/>
              <a:chExt cx="4382314" cy="1452793"/>
            </a:xfrm>
          </p:grpSpPr>
          <p:pic>
            <p:nvPicPr>
              <p:cNvPr id="263" name="图片 262">
                <a:extLst>
                  <a:ext uri="{FF2B5EF4-FFF2-40B4-BE49-F238E27FC236}">
                    <a16:creationId xmlns:a16="http://schemas.microsoft.com/office/drawing/2014/main" id="{5FB54AD1-7B87-7FB0-A315-82991191472D}"/>
                  </a:ext>
                </a:extLst>
              </p:cNvPr>
              <p:cNvPicPr>
                <a:picLocks noChangeAspect="1"/>
              </p:cNvPicPr>
              <p:nvPr/>
            </p:nvPicPr>
            <p:blipFill>
              <a:blip r:embed="rId48"/>
              <a:stretch>
                <a:fillRect/>
              </a:stretch>
            </p:blipFill>
            <p:spPr>
              <a:xfrm>
                <a:off x="2961572" y="2292080"/>
                <a:ext cx="2147881" cy="472979"/>
              </a:xfrm>
              <a:prstGeom prst="rect">
                <a:avLst/>
              </a:prstGeom>
            </p:spPr>
          </p:pic>
          <p:pic>
            <p:nvPicPr>
              <p:cNvPr id="264" name="图片 263">
                <a:extLst>
                  <a:ext uri="{FF2B5EF4-FFF2-40B4-BE49-F238E27FC236}">
                    <a16:creationId xmlns:a16="http://schemas.microsoft.com/office/drawing/2014/main" id="{3A93E4C8-39A5-3B13-2375-F8892B77484A}"/>
                  </a:ext>
                </a:extLst>
              </p:cNvPr>
              <p:cNvPicPr/>
              <p:nvPr/>
            </p:nvPicPr>
            <p:blipFill>
              <a:blip r:embed="rId49"/>
              <a:stretch>
                <a:fillRect/>
              </a:stretch>
            </p:blipFill>
            <p:spPr>
              <a:xfrm>
                <a:off x="5177192" y="2388869"/>
                <a:ext cx="1169670" cy="279400"/>
              </a:xfrm>
              <a:prstGeom prst="rect">
                <a:avLst/>
              </a:prstGeom>
              <a:noFill/>
              <a:ln w="9525">
                <a:noFill/>
              </a:ln>
            </p:spPr>
          </p:pic>
          <p:pic>
            <p:nvPicPr>
              <p:cNvPr id="265" name="图片 264">
                <a:extLst>
                  <a:ext uri="{FF2B5EF4-FFF2-40B4-BE49-F238E27FC236}">
                    <a16:creationId xmlns:a16="http://schemas.microsoft.com/office/drawing/2014/main" id="{065DC12D-73A5-60D4-24C3-2A0AF1884884}"/>
                  </a:ext>
                </a:extLst>
              </p:cNvPr>
              <p:cNvPicPr>
                <a:picLocks noChangeAspect="1"/>
              </p:cNvPicPr>
              <p:nvPr/>
            </p:nvPicPr>
            <p:blipFill>
              <a:blip r:embed="rId50"/>
              <a:stretch>
                <a:fillRect/>
              </a:stretch>
            </p:blipFill>
            <p:spPr>
              <a:xfrm>
                <a:off x="2961572" y="3250308"/>
                <a:ext cx="1193165" cy="467995"/>
              </a:xfrm>
              <a:prstGeom prst="rect">
                <a:avLst/>
              </a:prstGeom>
            </p:spPr>
          </p:pic>
          <p:pic>
            <p:nvPicPr>
              <p:cNvPr id="266" name="图片 265">
                <a:extLst>
                  <a:ext uri="{FF2B5EF4-FFF2-40B4-BE49-F238E27FC236}">
                    <a16:creationId xmlns:a16="http://schemas.microsoft.com/office/drawing/2014/main" id="{AA940DDE-39EB-6A4E-D6D2-DDC2A5C1F029}"/>
                  </a:ext>
                </a:extLst>
              </p:cNvPr>
              <p:cNvPicPr>
                <a:picLocks noChangeAspect="1"/>
              </p:cNvPicPr>
              <p:nvPr/>
            </p:nvPicPr>
            <p:blipFill>
              <a:blip r:embed="rId51"/>
              <a:stretch>
                <a:fillRect/>
              </a:stretch>
            </p:blipFill>
            <p:spPr>
              <a:xfrm>
                <a:off x="6246606" y="3101083"/>
                <a:ext cx="1097280" cy="617220"/>
              </a:xfrm>
              <a:prstGeom prst="rect">
                <a:avLst/>
              </a:prstGeom>
              <a:noFill/>
              <a:ln w="9525">
                <a:noFill/>
              </a:ln>
            </p:spPr>
          </p:pic>
          <p:pic>
            <p:nvPicPr>
              <p:cNvPr id="267" name="图片 266">
                <a:extLst>
                  <a:ext uri="{FF2B5EF4-FFF2-40B4-BE49-F238E27FC236}">
                    <a16:creationId xmlns:a16="http://schemas.microsoft.com/office/drawing/2014/main" id="{5AAB8DDB-CAD0-918F-6500-9AF42029CCB8}"/>
                  </a:ext>
                </a:extLst>
              </p:cNvPr>
              <p:cNvPicPr>
                <a:picLocks noChangeAspect="1"/>
              </p:cNvPicPr>
              <p:nvPr/>
            </p:nvPicPr>
            <p:blipFill>
              <a:blip r:embed="rId52"/>
              <a:stretch>
                <a:fillRect/>
              </a:stretch>
            </p:blipFill>
            <p:spPr>
              <a:xfrm>
                <a:off x="4615852" y="3210144"/>
                <a:ext cx="1668176" cy="467995"/>
              </a:xfrm>
              <a:prstGeom prst="rect">
                <a:avLst/>
              </a:prstGeom>
            </p:spPr>
          </p:pic>
          <p:pic>
            <p:nvPicPr>
              <p:cNvPr id="268" name="图片 267">
                <a:extLst>
                  <a:ext uri="{FF2B5EF4-FFF2-40B4-BE49-F238E27FC236}">
                    <a16:creationId xmlns:a16="http://schemas.microsoft.com/office/drawing/2014/main" id="{1ACB43C4-F2A1-D533-96B7-DEBFA2C553FB}"/>
                  </a:ext>
                </a:extLst>
              </p:cNvPr>
              <p:cNvPicPr>
                <a:picLocks noChangeAspect="1"/>
              </p:cNvPicPr>
              <p:nvPr/>
            </p:nvPicPr>
            <p:blipFill>
              <a:blip r:embed="rId53"/>
              <a:stretch>
                <a:fillRect/>
              </a:stretch>
            </p:blipFill>
            <p:spPr>
              <a:xfrm>
                <a:off x="6411150" y="2265510"/>
                <a:ext cx="768193" cy="805518"/>
              </a:xfrm>
              <a:prstGeom prst="rect">
                <a:avLst/>
              </a:prstGeom>
            </p:spPr>
          </p:pic>
          <p:pic>
            <p:nvPicPr>
              <p:cNvPr id="269" name="图片 268">
                <a:extLst>
                  <a:ext uri="{FF2B5EF4-FFF2-40B4-BE49-F238E27FC236}">
                    <a16:creationId xmlns:a16="http://schemas.microsoft.com/office/drawing/2014/main" id="{78CA3704-456C-F257-BD2F-7B2F118F0E6D}"/>
                  </a:ext>
                </a:extLst>
              </p:cNvPr>
              <p:cNvPicPr>
                <a:picLocks noChangeAspect="1"/>
              </p:cNvPicPr>
              <p:nvPr/>
            </p:nvPicPr>
            <p:blipFill>
              <a:blip r:embed="rId54"/>
              <a:stretch>
                <a:fillRect/>
              </a:stretch>
            </p:blipFill>
            <p:spPr>
              <a:xfrm>
                <a:off x="2965921" y="2817399"/>
                <a:ext cx="1288445" cy="325658"/>
              </a:xfrm>
              <a:prstGeom prst="rect">
                <a:avLst/>
              </a:prstGeom>
            </p:spPr>
          </p:pic>
          <p:pic>
            <p:nvPicPr>
              <p:cNvPr id="270" name="图片 269">
                <a:extLst>
                  <a:ext uri="{FF2B5EF4-FFF2-40B4-BE49-F238E27FC236}">
                    <a16:creationId xmlns:a16="http://schemas.microsoft.com/office/drawing/2014/main" id="{7FC6442A-BA47-03AD-DF82-CBFC90FAA184}"/>
                  </a:ext>
                </a:extLst>
              </p:cNvPr>
              <p:cNvPicPr>
                <a:picLocks noChangeAspect="1"/>
              </p:cNvPicPr>
              <p:nvPr/>
            </p:nvPicPr>
            <p:blipFill>
              <a:blip r:embed="rId55"/>
              <a:stretch>
                <a:fillRect/>
              </a:stretch>
            </p:blipFill>
            <p:spPr>
              <a:xfrm>
                <a:off x="4349332" y="2772827"/>
                <a:ext cx="1410970" cy="407035"/>
              </a:xfrm>
              <a:prstGeom prst="rect">
                <a:avLst/>
              </a:prstGeom>
            </p:spPr>
          </p:pic>
        </p:grpSp>
        <p:grpSp>
          <p:nvGrpSpPr>
            <p:cNvPr id="271" name="组合 270">
              <a:extLst>
                <a:ext uri="{FF2B5EF4-FFF2-40B4-BE49-F238E27FC236}">
                  <a16:creationId xmlns:a16="http://schemas.microsoft.com/office/drawing/2014/main" id="{A6C2F599-2C08-E96B-1934-3B9FAF8BFF8C}"/>
                </a:ext>
              </a:extLst>
            </p:cNvPr>
            <p:cNvGrpSpPr>
              <a:grpSpLocks noChangeAspect="1"/>
            </p:cNvGrpSpPr>
            <p:nvPr/>
          </p:nvGrpSpPr>
          <p:grpSpPr>
            <a:xfrm>
              <a:off x="8568921" y="1786496"/>
              <a:ext cx="2663290" cy="2052563"/>
              <a:chOff x="5450502" y="293462"/>
              <a:chExt cx="3099205" cy="2388516"/>
            </a:xfrm>
          </p:grpSpPr>
          <p:pic>
            <p:nvPicPr>
              <p:cNvPr id="272" name="Picture 2" descr="查看源图像">
                <a:extLst>
                  <a:ext uri="{FF2B5EF4-FFF2-40B4-BE49-F238E27FC236}">
                    <a16:creationId xmlns:a16="http://schemas.microsoft.com/office/drawing/2014/main" id="{6F184BD0-079B-CEF8-85A8-1DB891C0A701}"/>
                  </a:ext>
                </a:extLst>
              </p:cNvPr>
              <p:cNvPicPr>
                <a:picLocks noChangeAspect="1" noChangeArrowheads="1"/>
              </p:cNvPicPr>
              <p:nvPr/>
            </p:nvPicPr>
            <p:blipFill rotWithShape="1">
              <a:blip r:embed="rId56" cstate="print">
                <a:extLst>
                  <a:ext uri="{28A0092B-C50C-407E-A947-70E740481C1C}">
                    <a14:useLocalDpi xmlns:a14="http://schemas.microsoft.com/office/drawing/2010/main" val="0"/>
                  </a:ext>
                </a:extLst>
              </a:blip>
              <a:srcRect l="10520" t="16054" r="15412" b="32915"/>
              <a:stretch/>
            </p:blipFill>
            <p:spPr bwMode="auto">
              <a:xfrm>
                <a:off x="6715872" y="293462"/>
                <a:ext cx="1485007" cy="527158"/>
              </a:xfrm>
              <a:prstGeom prst="rect">
                <a:avLst/>
              </a:prstGeom>
              <a:noFill/>
              <a:extLst>
                <a:ext uri="{909E8E84-426E-40DD-AFC4-6F175D3DCCD1}">
                  <a14:hiddenFill xmlns:a14="http://schemas.microsoft.com/office/drawing/2010/main">
                    <a:solidFill>
                      <a:srgbClr val="FFFFFF"/>
                    </a:solidFill>
                  </a14:hiddenFill>
                </a:ext>
              </a:extLst>
            </p:spPr>
          </p:pic>
          <p:pic>
            <p:nvPicPr>
              <p:cNvPr id="273" name="图片 53" descr="图片 53">
                <a:extLst>
                  <a:ext uri="{FF2B5EF4-FFF2-40B4-BE49-F238E27FC236}">
                    <a16:creationId xmlns:a16="http://schemas.microsoft.com/office/drawing/2014/main" id="{A6412CB5-BCF1-679A-689E-FBFF5721871D}"/>
                  </a:ext>
                </a:extLst>
              </p:cNvPr>
              <p:cNvPicPr>
                <a:picLocks noChangeAspect="1"/>
              </p:cNvPicPr>
              <p:nvPr/>
            </p:nvPicPr>
            <p:blipFill>
              <a:blip r:embed="rId57"/>
              <a:srcRect t="27059" b="27059"/>
              <a:stretch>
                <a:fillRect/>
              </a:stretch>
            </p:blipFill>
            <p:spPr>
              <a:xfrm>
                <a:off x="5450502" y="2206315"/>
                <a:ext cx="1013912" cy="475663"/>
              </a:xfrm>
              <a:prstGeom prst="rect">
                <a:avLst/>
              </a:prstGeom>
              <a:ln w="12700">
                <a:miter lim="400000"/>
              </a:ln>
            </p:spPr>
          </p:pic>
          <p:pic>
            <p:nvPicPr>
              <p:cNvPr id="274" name="图片 61" descr="图片 61">
                <a:extLst>
                  <a:ext uri="{FF2B5EF4-FFF2-40B4-BE49-F238E27FC236}">
                    <a16:creationId xmlns:a16="http://schemas.microsoft.com/office/drawing/2014/main" id="{BE9565B2-69F2-38C0-B66C-92B3BD1DCCF5}"/>
                  </a:ext>
                </a:extLst>
              </p:cNvPr>
              <p:cNvPicPr>
                <a:picLocks noChangeAspect="1"/>
              </p:cNvPicPr>
              <p:nvPr/>
            </p:nvPicPr>
            <p:blipFill>
              <a:blip r:embed="rId58"/>
              <a:srcRect l="5999" t="16589" r="5999" b="23833"/>
              <a:stretch>
                <a:fillRect/>
              </a:stretch>
            </p:blipFill>
            <p:spPr>
              <a:xfrm>
                <a:off x="6582131" y="2255547"/>
                <a:ext cx="1967576" cy="425153"/>
              </a:xfrm>
              <a:prstGeom prst="rect">
                <a:avLst/>
              </a:prstGeom>
              <a:ln w="12700">
                <a:miter lim="400000"/>
              </a:ln>
            </p:spPr>
          </p:pic>
          <p:grpSp>
            <p:nvGrpSpPr>
              <p:cNvPr id="275" name="组合 274">
                <a:extLst>
                  <a:ext uri="{FF2B5EF4-FFF2-40B4-BE49-F238E27FC236}">
                    <a16:creationId xmlns:a16="http://schemas.microsoft.com/office/drawing/2014/main" id="{E90BDF29-CF88-1AB5-EDF9-467D8B6E3B37}"/>
                  </a:ext>
                </a:extLst>
              </p:cNvPr>
              <p:cNvGrpSpPr/>
              <p:nvPr/>
            </p:nvGrpSpPr>
            <p:grpSpPr>
              <a:xfrm>
                <a:off x="5469028" y="499272"/>
                <a:ext cx="2804688" cy="1635647"/>
                <a:chOff x="5469028" y="499272"/>
                <a:chExt cx="2804688" cy="1635647"/>
              </a:xfrm>
            </p:grpSpPr>
            <p:pic>
              <p:nvPicPr>
                <p:cNvPr id="276" name="Picture 8" descr="Sm Logos">
                  <a:extLst>
                    <a:ext uri="{FF2B5EF4-FFF2-40B4-BE49-F238E27FC236}">
                      <a16:creationId xmlns:a16="http://schemas.microsoft.com/office/drawing/2014/main" id="{CD06EAD3-1CC3-88AE-F1CC-308E0523FBE4}"/>
                    </a:ext>
                  </a:extLst>
                </p:cNvPr>
                <p:cNvPicPr>
                  <a:picLocks noChangeAspect="1" noChangeArrowheads="1"/>
                </p:cNvPicPr>
                <p:nvPr/>
              </p:nvPicPr>
              <p:blipFill>
                <a:blip r:embed="rId59" cstate="print">
                  <a:extLst>
                    <a:ext uri="{28A0092B-C50C-407E-A947-70E740481C1C}">
                      <a14:useLocalDpi xmlns:a14="http://schemas.microsoft.com/office/drawing/2010/main" val="0"/>
                    </a:ext>
                  </a:extLst>
                </a:blip>
                <a:srcRect/>
                <a:stretch>
                  <a:fillRect/>
                </a:stretch>
              </p:blipFill>
              <p:spPr bwMode="auto">
                <a:xfrm>
                  <a:off x="6875443" y="1387817"/>
                  <a:ext cx="1398273" cy="725686"/>
                </a:xfrm>
                <a:prstGeom prst="rect">
                  <a:avLst/>
                </a:prstGeom>
                <a:noFill/>
                <a:extLst>
                  <a:ext uri="{909E8E84-426E-40DD-AFC4-6F175D3DCCD1}">
                    <a14:hiddenFill xmlns:a14="http://schemas.microsoft.com/office/drawing/2010/main">
                      <a:solidFill>
                        <a:srgbClr val="FFFFFF"/>
                      </a:solidFill>
                    </a14:hiddenFill>
                  </a:ext>
                </a:extLst>
              </p:spPr>
            </p:pic>
            <p:pic>
              <p:nvPicPr>
                <p:cNvPr id="277" name="图像" descr="图像">
                  <a:extLst>
                    <a:ext uri="{FF2B5EF4-FFF2-40B4-BE49-F238E27FC236}">
                      <a16:creationId xmlns:a16="http://schemas.microsoft.com/office/drawing/2014/main" id="{BBEFCBCE-CC89-1173-25DA-C2A84DD1B580}"/>
                    </a:ext>
                  </a:extLst>
                </p:cNvPr>
                <p:cNvPicPr>
                  <a:picLocks noChangeAspect="1"/>
                </p:cNvPicPr>
                <p:nvPr/>
              </p:nvPicPr>
              <p:blipFill>
                <a:blip r:embed="rId60"/>
                <a:stretch>
                  <a:fillRect/>
                </a:stretch>
              </p:blipFill>
              <p:spPr>
                <a:xfrm>
                  <a:off x="5469028" y="1431490"/>
                  <a:ext cx="1246844" cy="703429"/>
                </a:xfrm>
                <a:prstGeom prst="rect">
                  <a:avLst/>
                </a:prstGeom>
                <a:ln w="12700">
                  <a:miter lim="400000"/>
                </a:ln>
              </p:spPr>
            </p:pic>
            <p:pic>
              <p:nvPicPr>
                <p:cNvPr id="278" name="图像" descr="图像">
                  <a:extLst>
                    <a:ext uri="{FF2B5EF4-FFF2-40B4-BE49-F238E27FC236}">
                      <a16:creationId xmlns:a16="http://schemas.microsoft.com/office/drawing/2014/main" id="{E34D6924-6C20-9BB5-EFC0-DE6E6E4F7ADD}"/>
                    </a:ext>
                  </a:extLst>
                </p:cNvPr>
                <p:cNvPicPr>
                  <a:picLocks noChangeAspect="1"/>
                </p:cNvPicPr>
                <p:nvPr/>
              </p:nvPicPr>
              <p:blipFill>
                <a:blip r:embed="rId61"/>
                <a:srcRect l="17889" t="7035" r="17889" b="7034"/>
                <a:stretch>
                  <a:fillRect/>
                </a:stretch>
              </p:blipFill>
              <p:spPr>
                <a:xfrm>
                  <a:off x="6584935" y="1053065"/>
                  <a:ext cx="638166" cy="640909"/>
                </a:xfrm>
                <a:prstGeom prst="rect">
                  <a:avLst/>
                </a:prstGeom>
                <a:ln w="12700">
                  <a:miter lim="400000"/>
                </a:ln>
              </p:spPr>
            </p:pic>
            <p:pic>
              <p:nvPicPr>
                <p:cNvPr id="279" name="图片 64" descr="图片 64">
                  <a:extLst>
                    <a:ext uri="{FF2B5EF4-FFF2-40B4-BE49-F238E27FC236}">
                      <a16:creationId xmlns:a16="http://schemas.microsoft.com/office/drawing/2014/main" id="{12822481-5AB7-EA96-ED3F-20ABCD388711}"/>
                    </a:ext>
                  </a:extLst>
                </p:cNvPr>
                <p:cNvPicPr>
                  <a:picLocks noChangeAspect="1"/>
                </p:cNvPicPr>
                <p:nvPr/>
              </p:nvPicPr>
              <p:blipFill>
                <a:blip r:embed="rId62"/>
                <a:srcRect l="19081" t="34950" r="19081" b="34950"/>
                <a:stretch>
                  <a:fillRect/>
                </a:stretch>
              </p:blipFill>
              <p:spPr>
                <a:xfrm>
                  <a:off x="5551194" y="499272"/>
                  <a:ext cx="1102324" cy="358097"/>
                </a:xfrm>
                <a:prstGeom prst="rect">
                  <a:avLst/>
                </a:prstGeom>
                <a:ln w="12700">
                  <a:miter lim="400000"/>
                </a:ln>
              </p:spPr>
            </p:pic>
            <p:pic>
              <p:nvPicPr>
                <p:cNvPr id="280" name="Picture 4">
                  <a:extLst>
                    <a:ext uri="{FF2B5EF4-FFF2-40B4-BE49-F238E27FC236}">
                      <a16:creationId xmlns:a16="http://schemas.microsoft.com/office/drawing/2014/main" id="{3F48268B-A1FA-9674-B044-1BF744952A5E}"/>
                    </a:ext>
                  </a:extLst>
                </p:cNvPr>
                <p:cNvPicPr>
                  <a:picLocks noChangeAspect="1" noChangeArrowheads="1"/>
                </p:cNvPicPr>
                <p:nvPr/>
              </p:nvPicPr>
              <p:blipFill>
                <a:blip r:embed="rId63" cstate="print">
                  <a:extLst>
                    <a:ext uri="{28A0092B-C50C-407E-A947-70E740481C1C}">
                      <a14:useLocalDpi xmlns:a14="http://schemas.microsoft.com/office/drawing/2010/main" val="0"/>
                    </a:ext>
                  </a:extLst>
                </a:blip>
                <a:srcRect/>
                <a:stretch>
                  <a:fillRect/>
                </a:stretch>
              </p:blipFill>
              <p:spPr bwMode="auto">
                <a:xfrm>
                  <a:off x="7495181" y="730056"/>
                  <a:ext cx="638166" cy="638166"/>
                </a:xfrm>
                <a:prstGeom prst="rect">
                  <a:avLst/>
                </a:prstGeom>
                <a:noFill/>
                <a:extLst>
                  <a:ext uri="{909E8E84-426E-40DD-AFC4-6F175D3DCCD1}">
                    <a14:hiddenFill xmlns:a14="http://schemas.microsoft.com/office/drawing/2010/main">
                      <a:solidFill>
                        <a:srgbClr val="FFFFFF"/>
                      </a:solidFill>
                    </a14:hiddenFill>
                  </a:ext>
                </a:extLst>
              </p:spPr>
            </p:pic>
            <p:pic>
              <p:nvPicPr>
                <p:cNvPr id="281" name="Picture 6" descr="Emart Logo PNG Vector (SVG) Free Download">
                  <a:extLst>
                    <a:ext uri="{FF2B5EF4-FFF2-40B4-BE49-F238E27FC236}">
                      <a16:creationId xmlns:a16="http://schemas.microsoft.com/office/drawing/2014/main" id="{3633AE87-A041-4894-B30E-6B8A3FF73A08}"/>
                    </a:ext>
                  </a:extLst>
                </p:cNvPr>
                <p:cNvPicPr>
                  <a:picLocks noChangeAspect="1" noChangeArrowheads="1"/>
                </p:cNvPicPr>
                <p:nvPr/>
              </p:nvPicPr>
              <p:blipFill>
                <a:blip r:embed="rId64" cstate="print">
                  <a:extLst>
                    <a:ext uri="{28A0092B-C50C-407E-A947-70E740481C1C}">
                      <a14:useLocalDpi xmlns:a14="http://schemas.microsoft.com/office/drawing/2010/main" val="0"/>
                    </a:ext>
                  </a:extLst>
                </a:blip>
                <a:srcRect/>
                <a:stretch>
                  <a:fillRect/>
                </a:stretch>
              </p:blipFill>
              <p:spPr bwMode="auto">
                <a:xfrm>
                  <a:off x="5563850" y="1049139"/>
                  <a:ext cx="892176" cy="25575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82" name="组合 281">
              <a:extLst>
                <a:ext uri="{FF2B5EF4-FFF2-40B4-BE49-F238E27FC236}">
                  <a16:creationId xmlns:a16="http://schemas.microsoft.com/office/drawing/2014/main" id="{F3C4EF2A-7E1F-82EB-1441-D9183F0CB1C6}"/>
                </a:ext>
              </a:extLst>
            </p:cNvPr>
            <p:cNvGrpSpPr>
              <a:grpSpLocks noChangeAspect="1"/>
            </p:cNvGrpSpPr>
            <p:nvPr/>
          </p:nvGrpSpPr>
          <p:grpSpPr>
            <a:xfrm>
              <a:off x="9092036" y="4164268"/>
              <a:ext cx="2311672" cy="1719632"/>
              <a:chOff x="756966" y="1207922"/>
              <a:chExt cx="3564777" cy="2651809"/>
            </a:xfrm>
          </p:grpSpPr>
          <p:sp>
            <p:nvSpPr>
              <p:cNvPr id="283" name="矩形 282">
                <a:extLst>
                  <a:ext uri="{FF2B5EF4-FFF2-40B4-BE49-F238E27FC236}">
                    <a16:creationId xmlns:a16="http://schemas.microsoft.com/office/drawing/2014/main" id="{B783C592-C252-7E44-123A-A5E24D75607A}"/>
                  </a:ext>
                </a:extLst>
              </p:cNvPr>
              <p:cNvSpPr/>
              <p:nvPr/>
            </p:nvSpPr>
            <p:spPr>
              <a:xfrm>
                <a:off x="756966" y="1207922"/>
                <a:ext cx="3564777" cy="2651809"/>
              </a:xfrm>
              <a:prstGeom prst="rect">
                <a:avLst/>
              </a:prstGeom>
              <a:solidFill>
                <a:srgbClr val="FFC000">
                  <a:lumMod val="40000"/>
                  <a:lumOff val="60000"/>
                  <a:alpha val="47000"/>
                </a:srgbClr>
              </a:solidFill>
              <a:ln w="12700" cap="flat" cmpd="sng" algn="ctr">
                <a:solidFill>
                  <a:sysClr val="window" lastClr="FFFFFF">
                    <a:lumMod val="50000"/>
                  </a:sysClr>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nvGrpSpPr>
              <p:cNvPr id="284" name="组合 283">
                <a:extLst>
                  <a:ext uri="{FF2B5EF4-FFF2-40B4-BE49-F238E27FC236}">
                    <a16:creationId xmlns:a16="http://schemas.microsoft.com/office/drawing/2014/main" id="{7015E0B3-0530-B6D1-D856-760B57CC45E0}"/>
                  </a:ext>
                </a:extLst>
              </p:cNvPr>
              <p:cNvGrpSpPr/>
              <p:nvPr/>
            </p:nvGrpSpPr>
            <p:grpSpPr>
              <a:xfrm>
                <a:off x="887207" y="1233134"/>
                <a:ext cx="3235508" cy="2491818"/>
                <a:chOff x="887207" y="1233134"/>
                <a:chExt cx="3235508" cy="2491818"/>
              </a:xfrm>
            </p:grpSpPr>
            <p:pic>
              <p:nvPicPr>
                <p:cNvPr id="285" name="图片 284">
                  <a:extLst>
                    <a:ext uri="{FF2B5EF4-FFF2-40B4-BE49-F238E27FC236}">
                      <a16:creationId xmlns:a16="http://schemas.microsoft.com/office/drawing/2014/main" id="{27FA91F7-49E8-C1AC-247C-D12655A27BB9}"/>
                    </a:ext>
                  </a:extLst>
                </p:cNvPr>
                <p:cNvPicPr>
                  <a:picLocks noChangeAspect="1"/>
                </p:cNvPicPr>
                <p:nvPr/>
              </p:nvPicPr>
              <p:blipFill>
                <a:blip r:embed="rId65"/>
                <a:stretch>
                  <a:fillRect/>
                </a:stretch>
              </p:blipFill>
              <p:spPr>
                <a:xfrm>
                  <a:off x="887208" y="1233134"/>
                  <a:ext cx="1549527" cy="709422"/>
                </a:xfrm>
                <a:prstGeom prst="rect">
                  <a:avLst/>
                </a:prstGeom>
                <a:noFill/>
                <a:ln w="9525">
                  <a:noFill/>
                </a:ln>
              </p:spPr>
            </p:pic>
            <p:pic>
              <p:nvPicPr>
                <p:cNvPr id="286" name="图片 285">
                  <a:extLst>
                    <a:ext uri="{FF2B5EF4-FFF2-40B4-BE49-F238E27FC236}">
                      <a16:creationId xmlns:a16="http://schemas.microsoft.com/office/drawing/2014/main" id="{F7F3C7C5-BD18-A928-6976-EA4BF7301188}"/>
                    </a:ext>
                  </a:extLst>
                </p:cNvPr>
                <p:cNvPicPr>
                  <a:picLocks noChangeAspect="1"/>
                </p:cNvPicPr>
                <p:nvPr/>
              </p:nvPicPr>
              <p:blipFill>
                <a:blip r:embed="rId66"/>
                <a:stretch>
                  <a:fillRect/>
                </a:stretch>
              </p:blipFill>
              <p:spPr>
                <a:xfrm>
                  <a:off x="2574408" y="1287762"/>
                  <a:ext cx="1382034" cy="600166"/>
                </a:xfrm>
                <a:prstGeom prst="rect">
                  <a:avLst/>
                </a:prstGeom>
              </p:spPr>
            </p:pic>
            <p:pic>
              <p:nvPicPr>
                <p:cNvPr id="287" name="图片 286">
                  <a:extLst>
                    <a:ext uri="{FF2B5EF4-FFF2-40B4-BE49-F238E27FC236}">
                      <a16:creationId xmlns:a16="http://schemas.microsoft.com/office/drawing/2014/main" id="{BC003D28-C2D2-B05D-2787-341590B4BF21}"/>
                    </a:ext>
                  </a:extLst>
                </p:cNvPr>
                <p:cNvPicPr>
                  <a:picLocks noChangeAspect="1"/>
                </p:cNvPicPr>
                <p:nvPr/>
              </p:nvPicPr>
              <p:blipFill>
                <a:blip r:embed="rId67"/>
                <a:stretch>
                  <a:fillRect/>
                </a:stretch>
              </p:blipFill>
              <p:spPr>
                <a:xfrm>
                  <a:off x="943829" y="2713693"/>
                  <a:ext cx="1492906" cy="482104"/>
                </a:xfrm>
                <a:prstGeom prst="rect">
                  <a:avLst/>
                </a:prstGeom>
              </p:spPr>
            </p:pic>
            <p:pic>
              <p:nvPicPr>
                <p:cNvPr id="288" name="图片 287">
                  <a:extLst>
                    <a:ext uri="{FF2B5EF4-FFF2-40B4-BE49-F238E27FC236}">
                      <a16:creationId xmlns:a16="http://schemas.microsoft.com/office/drawing/2014/main" id="{1A376F3E-20BB-4C56-C74E-3E444CCCFF2B}"/>
                    </a:ext>
                  </a:extLst>
                </p:cNvPr>
                <p:cNvPicPr>
                  <a:picLocks noChangeAspect="1"/>
                </p:cNvPicPr>
                <p:nvPr/>
              </p:nvPicPr>
              <p:blipFill>
                <a:blip r:embed="rId68"/>
                <a:stretch>
                  <a:fillRect/>
                </a:stretch>
              </p:blipFill>
              <p:spPr>
                <a:xfrm>
                  <a:off x="2794168" y="2157817"/>
                  <a:ext cx="1328547" cy="666369"/>
                </a:xfrm>
                <a:prstGeom prst="rect">
                  <a:avLst/>
                </a:prstGeom>
                <a:noFill/>
                <a:ln w="9525">
                  <a:noFill/>
                </a:ln>
              </p:spPr>
            </p:pic>
            <p:pic>
              <p:nvPicPr>
                <p:cNvPr id="289" name="图片 288">
                  <a:extLst>
                    <a:ext uri="{FF2B5EF4-FFF2-40B4-BE49-F238E27FC236}">
                      <a16:creationId xmlns:a16="http://schemas.microsoft.com/office/drawing/2014/main" id="{A53D5E2F-D335-7DC2-2E69-C4983A1BCB98}"/>
                    </a:ext>
                  </a:extLst>
                </p:cNvPr>
                <p:cNvPicPr>
                  <a:picLocks noChangeAspect="1"/>
                </p:cNvPicPr>
                <p:nvPr/>
              </p:nvPicPr>
              <p:blipFill>
                <a:blip r:embed="rId69"/>
                <a:stretch>
                  <a:fillRect/>
                </a:stretch>
              </p:blipFill>
              <p:spPr>
                <a:xfrm>
                  <a:off x="930638" y="3332639"/>
                  <a:ext cx="1492906" cy="392313"/>
                </a:xfrm>
                <a:prstGeom prst="rect">
                  <a:avLst/>
                </a:prstGeom>
              </p:spPr>
            </p:pic>
            <p:pic>
              <p:nvPicPr>
                <p:cNvPr id="290" name="图片 289">
                  <a:extLst>
                    <a:ext uri="{FF2B5EF4-FFF2-40B4-BE49-F238E27FC236}">
                      <a16:creationId xmlns:a16="http://schemas.microsoft.com/office/drawing/2014/main" id="{7005CA58-A291-1131-8E30-94218B8A4D23}"/>
                    </a:ext>
                  </a:extLst>
                </p:cNvPr>
                <p:cNvPicPr/>
                <p:nvPr/>
              </p:nvPicPr>
              <p:blipFill>
                <a:blip r:embed="rId70"/>
                <a:stretch>
                  <a:fillRect/>
                </a:stretch>
              </p:blipFill>
              <p:spPr>
                <a:xfrm>
                  <a:off x="2574408" y="2954745"/>
                  <a:ext cx="1328547" cy="666369"/>
                </a:xfrm>
                <a:prstGeom prst="rect">
                  <a:avLst/>
                </a:prstGeom>
                <a:noFill/>
                <a:ln w="9525">
                  <a:noFill/>
                </a:ln>
              </p:spPr>
            </p:pic>
            <p:pic>
              <p:nvPicPr>
                <p:cNvPr id="291" name="图片 290">
                  <a:extLst>
                    <a:ext uri="{FF2B5EF4-FFF2-40B4-BE49-F238E27FC236}">
                      <a16:creationId xmlns:a16="http://schemas.microsoft.com/office/drawing/2014/main" id="{64086E2E-59ED-665F-751D-3CC53D9687EF}"/>
                    </a:ext>
                  </a:extLst>
                </p:cNvPr>
                <p:cNvPicPr>
                  <a:picLocks noChangeAspect="1"/>
                </p:cNvPicPr>
                <p:nvPr/>
              </p:nvPicPr>
              <p:blipFill>
                <a:blip r:embed="rId71"/>
                <a:stretch>
                  <a:fillRect/>
                </a:stretch>
              </p:blipFill>
              <p:spPr>
                <a:xfrm>
                  <a:off x="1692570" y="2166003"/>
                  <a:ext cx="1102360" cy="462915"/>
                </a:xfrm>
                <a:prstGeom prst="rect">
                  <a:avLst/>
                </a:prstGeom>
              </p:spPr>
            </p:pic>
            <p:pic>
              <p:nvPicPr>
                <p:cNvPr id="292" name="图片 291">
                  <a:extLst>
                    <a:ext uri="{FF2B5EF4-FFF2-40B4-BE49-F238E27FC236}">
                      <a16:creationId xmlns:a16="http://schemas.microsoft.com/office/drawing/2014/main" id="{41BBB972-F64D-ABDB-2D8F-7A20D926F66A}"/>
                    </a:ext>
                  </a:extLst>
                </p:cNvPr>
                <p:cNvPicPr>
                  <a:picLocks noChangeAspect="1"/>
                </p:cNvPicPr>
                <p:nvPr/>
              </p:nvPicPr>
              <p:blipFill>
                <a:blip r:embed="rId72"/>
                <a:stretch>
                  <a:fillRect/>
                </a:stretch>
              </p:blipFill>
              <p:spPr>
                <a:xfrm>
                  <a:off x="887207" y="1791380"/>
                  <a:ext cx="835152" cy="560832"/>
                </a:xfrm>
                <a:prstGeom prst="rect">
                  <a:avLst/>
                </a:prstGeom>
                <a:noFill/>
                <a:ln w="9525">
                  <a:noFill/>
                </a:ln>
              </p:spPr>
            </p:pic>
          </p:grpSp>
        </p:grpSp>
      </p:grpSp>
      <p:sp>
        <p:nvSpPr>
          <p:cNvPr id="294" name="文本框 293">
            <a:extLst>
              <a:ext uri="{FF2B5EF4-FFF2-40B4-BE49-F238E27FC236}">
                <a16:creationId xmlns:a16="http://schemas.microsoft.com/office/drawing/2014/main" id="{C2D79FE5-21CE-B460-5A4B-AB7BED79DA5C}"/>
              </a:ext>
            </a:extLst>
          </p:cNvPr>
          <p:cNvSpPr txBox="1"/>
          <p:nvPr/>
        </p:nvSpPr>
        <p:spPr bwMode="gray">
          <a:xfrm>
            <a:off x="3130577" y="1095587"/>
            <a:ext cx="2838215" cy="318924"/>
          </a:xfrm>
          <a:prstGeom prst="rect">
            <a:avLst/>
          </a:prstGeom>
          <a:noFill/>
        </p:spPr>
        <p:txBody>
          <a:bodyPr wrap="square" lIns="36000" tIns="36000" rIns="36000" bIns="36000" rtlCol="0">
            <a:spAutoFit/>
          </a:bodyPr>
          <a:lstStyle/>
          <a:p>
            <a:pPr marL="0" indent="0" algn="ctr">
              <a:buNone/>
            </a:pPr>
            <a:r>
              <a:rPr lang="zh-CN" altLang="en-US" sz="1600" b="1" dirty="0">
                <a:cs typeface="+mn-ea"/>
                <a:sym typeface="+mn-lt"/>
              </a:rPr>
              <a:t>各区域部分核心</a:t>
            </a:r>
            <a:r>
              <a:rPr lang="en-US" altLang="zh-CN" sz="1600" b="1" dirty="0">
                <a:cs typeface="+mn-ea"/>
                <a:sym typeface="+mn-lt"/>
              </a:rPr>
              <a:t>KA</a:t>
            </a:r>
            <a:r>
              <a:rPr lang="zh-CN" altLang="en-US" sz="1600" b="1" dirty="0">
                <a:cs typeface="+mn-ea"/>
                <a:sym typeface="+mn-lt"/>
              </a:rPr>
              <a:t>示例</a:t>
            </a:r>
          </a:p>
        </p:txBody>
      </p:sp>
      <p:sp>
        <p:nvSpPr>
          <p:cNvPr id="295" name="文本框 294">
            <a:extLst>
              <a:ext uri="{FF2B5EF4-FFF2-40B4-BE49-F238E27FC236}">
                <a16:creationId xmlns:a16="http://schemas.microsoft.com/office/drawing/2014/main" id="{6D4BAB22-22D0-4783-454A-07A4EA4A959E}"/>
              </a:ext>
            </a:extLst>
          </p:cNvPr>
          <p:cNvSpPr txBox="1"/>
          <p:nvPr/>
        </p:nvSpPr>
        <p:spPr bwMode="gray">
          <a:xfrm>
            <a:off x="8732368" y="1095587"/>
            <a:ext cx="2838215" cy="318924"/>
          </a:xfrm>
          <a:prstGeom prst="rect">
            <a:avLst/>
          </a:prstGeom>
          <a:noFill/>
        </p:spPr>
        <p:txBody>
          <a:bodyPr wrap="square" lIns="36000" tIns="36000" rIns="36000" bIns="36000" rtlCol="0">
            <a:spAutoFit/>
          </a:bodyPr>
          <a:lstStyle/>
          <a:p>
            <a:pPr marL="0" indent="0" algn="ctr">
              <a:buNone/>
            </a:pPr>
            <a:r>
              <a:rPr lang="en-US" altLang="zh-CN" sz="1600" b="1" dirty="0">
                <a:cs typeface="+mn-ea"/>
                <a:sym typeface="+mn-lt"/>
              </a:rPr>
              <a:t>V200</a:t>
            </a:r>
            <a:r>
              <a:rPr lang="zh-CN" altLang="en-US" sz="1600" b="1" dirty="0">
                <a:cs typeface="+mn-ea"/>
                <a:sym typeface="+mn-lt"/>
              </a:rPr>
              <a:t>客户分类分级及目标</a:t>
            </a:r>
          </a:p>
        </p:txBody>
      </p:sp>
    </p:spTree>
    <p:extLst>
      <p:ext uri="{BB962C8B-B14F-4D97-AF65-F5344CB8AC3E}">
        <p14:creationId xmlns:p14="http://schemas.microsoft.com/office/powerpoint/2010/main" val="3501130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a:extLst>
              <a:ext uri="{FF2B5EF4-FFF2-40B4-BE49-F238E27FC236}">
                <a16:creationId xmlns:a16="http://schemas.microsoft.com/office/drawing/2014/main" id="{15EC89C2-7928-CBD5-E327-288DA1952A9C}"/>
              </a:ext>
            </a:extLst>
          </p:cNvPr>
          <p:cNvGraphicFramePr>
            <a:graphicFrameLocks noGrp="1"/>
          </p:cNvGraphicFramePr>
          <p:nvPr>
            <p:extLst>
              <p:ext uri="{D42A27DB-BD31-4B8C-83A1-F6EECF244321}">
                <p14:modId xmlns:p14="http://schemas.microsoft.com/office/powerpoint/2010/main" val="3257665747"/>
              </p:ext>
            </p:extLst>
          </p:nvPr>
        </p:nvGraphicFramePr>
        <p:xfrm>
          <a:off x="601369" y="954526"/>
          <a:ext cx="11356108" cy="5744286"/>
        </p:xfrm>
        <a:graphic>
          <a:graphicData uri="http://schemas.openxmlformats.org/drawingml/2006/table">
            <a:tbl>
              <a:tblPr firstRow="1" bandRow="1">
                <a:tableStyleId>{72833802-FEF1-4C79-8D5D-14CF1EAF98D9}</a:tableStyleId>
              </a:tblPr>
              <a:tblGrid>
                <a:gridCol w="1855584">
                  <a:extLst>
                    <a:ext uri="{9D8B030D-6E8A-4147-A177-3AD203B41FA5}">
                      <a16:colId xmlns:a16="http://schemas.microsoft.com/office/drawing/2014/main" val="3499171707"/>
                    </a:ext>
                  </a:extLst>
                </a:gridCol>
                <a:gridCol w="1558456">
                  <a:extLst>
                    <a:ext uri="{9D8B030D-6E8A-4147-A177-3AD203B41FA5}">
                      <a16:colId xmlns:a16="http://schemas.microsoft.com/office/drawing/2014/main" val="701835072"/>
                    </a:ext>
                  </a:extLst>
                </a:gridCol>
                <a:gridCol w="1017767">
                  <a:extLst>
                    <a:ext uri="{9D8B030D-6E8A-4147-A177-3AD203B41FA5}">
                      <a16:colId xmlns:a16="http://schemas.microsoft.com/office/drawing/2014/main" val="3541150283"/>
                    </a:ext>
                  </a:extLst>
                </a:gridCol>
                <a:gridCol w="1240403">
                  <a:extLst>
                    <a:ext uri="{9D8B030D-6E8A-4147-A177-3AD203B41FA5}">
                      <a16:colId xmlns:a16="http://schemas.microsoft.com/office/drawing/2014/main" val="1680628185"/>
                    </a:ext>
                  </a:extLst>
                </a:gridCol>
                <a:gridCol w="792203">
                  <a:extLst>
                    <a:ext uri="{9D8B030D-6E8A-4147-A177-3AD203B41FA5}">
                      <a16:colId xmlns:a16="http://schemas.microsoft.com/office/drawing/2014/main" val="2944302285"/>
                    </a:ext>
                  </a:extLst>
                </a:gridCol>
                <a:gridCol w="1329480">
                  <a:extLst>
                    <a:ext uri="{9D8B030D-6E8A-4147-A177-3AD203B41FA5}">
                      <a16:colId xmlns:a16="http://schemas.microsoft.com/office/drawing/2014/main" val="4027248917"/>
                    </a:ext>
                  </a:extLst>
                </a:gridCol>
                <a:gridCol w="1187405">
                  <a:extLst>
                    <a:ext uri="{9D8B030D-6E8A-4147-A177-3AD203B41FA5}">
                      <a16:colId xmlns:a16="http://schemas.microsoft.com/office/drawing/2014/main" val="697688749"/>
                    </a:ext>
                  </a:extLst>
                </a:gridCol>
                <a:gridCol w="1056721">
                  <a:extLst>
                    <a:ext uri="{9D8B030D-6E8A-4147-A177-3AD203B41FA5}">
                      <a16:colId xmlns:a16="http://schemas.microsoft.com/office/drawing/2014/main" val="3584289760"/>
                    </a:ext>
                  </a:extLst>
                </a:gridCol>
                <a:gridCol w="1318089">
                  <a:extLst>
                    <a:ext uri="{9D8B030D-6E8A-4147-A177-3AD203B41FA5}">
                      <a16:colId xmlns:a16="http://schemas.microsoft.com/office/drawing/2014/main" val="715569641"/>
                    </a:ext>
                  </a:extLst>
                </a:gridCol>
              </a:tblGrid>
              <a:tr h="643661">
                <a:tc>
                  <a:txBody>
                    <a:bodyPr/>
                    <a:lstStyle/>
                    <a:p>
                      <a:pPr marL="0" indent="0" algn="ctr">
                        <a:buFontTx/>
                        <a:buNone/>
                      </a:pPr>
                      <a:r>
                        <a:rPr lang="zh-CN" altLang="en-US" b="1" dirty="0">
                          <a:latin typeface="+mn-lt"/>
                          <a:ea typeface="+mn-ea"/>
                          <a:cs typeface="+mn-ea"/>
                          <a:sym typeface="+mn-lt"/>
                        </a:rPr>
                        <a:t>品牌</a:t>
                      </a:r>
                    </a:p>
                  </a:txBody>
                  <a:tcPr anchor="ctr"/>
                </a:tc>
                <a:tc>
                  <a:txBody>
                    <a:bodyPr/>
                    <a:lstStyle/>
                    <a:p>
                      <a:pPr marL="0" indent="0" algn="ctr">
                        <a:buFontTx/>
                        <a:buNone/>
                      </a:pPr>
                      <a:r>
                        <a:rPr lang="zh-CN" altLang="en-US" sz="1400" b="1" dirty="0">
                          <a:latin typeface="+mn-lt"/>
                          <a:ea typeface="+mn-ea"/>
                          <a:cs typeface="+mn-ea"/>
                          <a:sym typeface="+mn-lt"/>
                        </a:rPr>
                        <a:t>品牌定位</a:t>
                      </a:r>
                    </a:p>
                  </a:txBody>
                  <a:tcPr anchor="ctr"/>
                </a:tc>
                <a:tc>
                  <a:txBody>
                    <a:bodyPr/>
                    <a:lstStyle/>
                    <a:p>
                      <a:pPr marL="0" indent="0" algn="ctr">
                        <a:buFontTx/>
                        <a:buNone/>
                      </a:pPr>
                      <a:r>
                        <a:rPr lang="zh-CN" altLang="en-US" sz="1400" b="1" dirty="0">
                          <a:latin typeface="+mn-lt"/>
                          <a:ea typeface="+mn-ea"/>
                          <a:cs typeface="+mn-ea"/>
                          <a:sym typeface="+mn-lt"/>
                        </a:rPr>
                        <a:t>暖通空调</a:t>
                      </a:r>
                    </a:p>
                  </a:txBody>
                  <a:tcPr anchor="ctr"/>
                </a:tc>
                <a:tc>
                  <a:txBody>
                    <a:bodyPr/>
                    <a:lstStyle/>
                    <a:p>
                      <a:pPr marL="0" indent="0" algn="ctr">
                        <a:buFontTx/>
                        <a:buNone/>
                      </a:pPr>
                      <a:r>
                        <a:rPr lang="zh-CN" altLang="en-US" sz="1400" b="1" dirty="0">
                          <a:latin typeface="+mn-lt"/>
                          <a:ea typeface="+mn-ea"/>
                          <a:cs typeface="+mn-ea"/>
                          <a:sym typeface="+mn-lt"/>
                        </a:rPr>
                        <a:t>大家电</a:t>
                      </a:r>
                      <a:br>
                        <a:rPr lang="en-US" altLang="zh-CN" sz="1400" b="1" dirty="0">
                          <a:latin typeface="+mn-lt"/>
                          <a:ea typeface="+mn-ea"/>
                          <a:cs typeface="+mn-ea"/>
                          <a:sym typeface="+mn-lt"/>
                        </a:rPr>
                      </a:br>
                      <a:r>
                        <a:rPr lang="zh-CN" altLang="en-US" sz="1050" b="0" dirty="0">
                          <a:latin typeface="+mn-lt"/>
                          <a:ea typeface="+mn-ea"/>
                          <a:cs typeface="+mn-ea"/>
                          <a:sym typeface="+mn-lt"/>
                        </a:rPr>
                        <a:t>（冰</a:t>
                      </a:r>
                      <a:r>
                        <a:rPr lang="en-US" altLang="zh-CN" sz="1050" b="0" dirty="0">
                          <a:latin typeface="+mn-lt"/>
                          <a:ea typeface="+mn-ea"/>
                          <a:cs typeface="+mn-ea"/>
                          <a:sym typeface="+mn-lt"/>
                        </a:rPr>
                        <a:t>/</a:t>
                      </a:r>
                      <a:r>
                        <a:rPr lang="zh-CN" altLang="en-US" sz="1050" b="0" dirty="0">
                          <a:latin typeface="+mn-lt"/>
                          <a:ea typeface="+mn-ea"/>
                          <a:cs typeface="+mn-ea"/>
                          <a:sym typeface="+mn-lt"/>
                        </a:rPr>
                        <a:t>洗等）</a:t>
                      </a:r>
                      <a:endParaRPr lang="zh-CN" altLang="en-US" sz="1100" b="0" dirty="0">
                        <a:latin typeface="+mn-lt"/>
                        <a:ea typeface="+mn-ea"/>
                        <a:cs typeface="+mn-ea"/>
                        <a:sym typeface="+mn-lt"/>
                      </a:endParaRPr>
                    </a:p>
                  </a:txBody>
                  <a:tcPr anchor="ctr"/>
                </a:tc>
                <a:tc>
                  <a:txBody>
                    <a:bodyPr/>
                    <a:lstStyle/>
                    <a:p>
                      <a:pPr marL="0" indent="0" algn="ctr">
                        <a:buFontTx/>
                        <a:buNone/>
                      </a:pPr>
                      <a:r>
                        <a:rPr lang="zh-CN" altLang="en-US" sz="1400" b="1" dirty="0">
                          <a:latin typeface="+mn-lt"/>
                          <a:ea typeface="+mn-ea"/>
                          <a:cs typeface="+mn-ea"/>
                          <a:sym typeface="+mn-lt"/>
                        </a:rPr>
                        <a:t>小家电</a:t>
                      </a:r>
                    </a:p>
                  </a:txBody>
                  <a:tcPr anchor="ctr"/>
                </a:tc>
                <a:tc>
                  <a:txBody>
                    <a:bodyPr/>
                    <a:lstStyle/>
                    <a:p>
                      <a:pPr marL="0" indent="0" algn="ctr">
                        <a:buFontTx/>
                        <a:buNone/>
                      </a:pPr>
                      <a:r>
                        <a:rPr lang="zh-CN" altLang="en-US" sz="1400" b="1" dirty="0">
                          <a:latin typeface="+mn-lt"/>
                          <a:ea typeface="+mn-ea"/>
                          <a:cs typeface="+mn-ea"/>
                          <a:sym typeface="+mn-lt"/>
                        </a:rPr>
                        <a:t>厨房电器</a:t>
                      </a:r>
                      <a:br>
                        <a:rPr lang="en-US" altLang="zh-CN" sz="1400" b="1" dirty="0">
                          <a:latin typeface="+mn-lt"/>
                          <a:ea typeface="+mn-ea"/>
                          <a:cs typeface="+mn-ea"/>
                          <a:sym typeface="+mn-lt"/>
                        </a:rPr>
                      </a:br>
                      <a:r>
                        <a:rPr lang="zh-CN" altLang="en-US" sz="1050" b="0" dirty="0">
                          <a:latin typeface="+mn-lt"/>
                          <a:ea typeface="+mn-ea"/>
                          <a:cs typeface="+mn-ea"/>
                          <a:sym typeface="+mn-lt"/>
                        </a:rPr>
                        <a:t>（烟</a:t>
                      </a:r>
                      <a:r>
                        <a:rPr lang="en-US" altLang="zh-CN" sz="1050" b="0" dirty="0">
                          <a:latin typeface="+mn-lt"/>
                          <a:ea typeface="+mn-ea"/>
                          <a:cs typeface="+mn-ea"/>
                          <a:sym typeface="+mn-lt"/>
                        </a:rPr>
                        <a:t>/</a:t>
                      </a:r>
                      <a:r>
                        <a:rPr lang="zh-CN" altLang="en-US" sz="1050" b="0" dirty="0">
                          <a:latin typeface="+mn-lt"/>
                          <a:ea typeface="+mn-ea"/>
                          <a:cs typeface="+mn-ea"/>
                          <a:sym typeface="+mn-lt"/>
                        </a:rPr>
                        <a:t>灶</a:t>
                      </a:r>
                      <a:r>
                        <a:rPr lang="en-US" altLang="zh-CN" sz="1050" b="0" dirty="0">
                          <a:latin typeface="+mn-lt"/>
                          <a:ea typeface="+mn-ea"/>
                          <a:cs typeface="+mn-ea"/>
                          <a:sym typeface="+mn-lt"/>
                        </a:rPr>
                        <a:t>/</a:t>
                      </a:r>
                      <a:r>
                        <a:rPr lang="zh-CN" altLang="en-US" sz="1050" b="0" dirty="0">
                          <a:latin typeface="+mn-lt"/>
                          <a:ea typeface="+mn-ea"/>
                          <a:cs typeface="+mn-ea"/>
                          <a:sym typeface="+mn-lt"/>
                        </a:rPr>
                        <a:t>洗碗机等）</a:t>
                      </a:r>
                      <a:endParaRPr lang="zh-CN" altLang="en-US" sz="900" b="0" dirty="0">
                        <a:latin typeface="+mn-lt"/>
                        <a:ea typeface="+mn-ea"/>
                        <a:cs typeface="+mn-ea"/>
                        <a:sym typeface="+mn-lt"/>
                      </a:endParaRPr>
                    </a:p>
                  </a:txBody>
                  <a:tcPr anchor="ctr"/>
                </a:tc>
                <a:tc>
                  <a:txBody>
                    <a:bodyPr/>
                    <a:lstStyle/>
                    <a:p>
                      <a:pPr marL="0" indent="0" algn="ctr">
                        <a:buFontTx/>
                        <a:buNone/>
                      </a:pPr>
                      <a:r>
                        <a:rPr lang="zh-CN" altLang="en-US" sz="1400" b="1" dirty="0">
                          <a:latin typeface="+mn-lt"/>
                          <a:ea typeface="+mn-ea"/>
                          <a:cs typeface="+mn-ea"/>
                          <a:sym typeface="+mn-lt"/>
                        </a:rPr>
                        <a:t>清洁电器</a:t>
                      </a:r>
                    </a:p>
                  </a:txBody>
                  <a:tcPr anchor="ctr"/>
                </a:tc>
                <a:tc>
                  <a:txBody>
                    <a:bodyPr/>
                    <a:lstStyle/>
                    <a:p>
                      <a:pPr marL="0" indent="0" algn="ctr">
                        <a:buFontTx/>
                        <a:buNone/>
                      </a:pPr>
                      <a:r>
                        <a:rPr lang="zh-CN" altLang="en-US" sz="1400" b="1" dirty="0">
                          <a:latin typeface="+mn-lt"/>
                          <a:ea typeface="+mn-ea"/>
                          <a:cs typeface="+mn-ea"/>
                          <a:sym typeface="+mn-lt"/>
                        </a:rPr>
                        <a:t>热水器</a:t>
                      </a:r>
                    </a:p>
                  </a:txBody>
                  <a:tcPr anchor="ctr"/>
                </a:tc>
                <a:tc>
                  <a:txBody>
                    <a:bodyPr/>
                    <a:lstStyle/>
                    <a:p>
                      <a:pPr marL="0" indent="0" algn="ctr">
                        <a:buFontTx/>
                        <a:buNone/>
                      </a:pPr>
                      <a:r>
                        <a:rPr lang="zh-CN" altLang="en-US" sz="1400" b="1" dirty="0">
                          <a:latin typeface="+mn-lt"/>
                          <a:ea typeface="+mn-ea"/>
                          <a:cs typeface="+mn-ea"/>
                          <a:sym typeface="+mn-lt"/>
                        </a:rPr>
                        <a:t>净水器</a:t>
                      </a:r>
                      <a:r>
                        <a:rPr lang="en-US" altLang="zh-CN" sz="1400" b="1" dirty="0">
                          <a:latin typeface="+mn-lt"/>
                          <a:ea typeface="+mn-ea"/>
                          <a:cs typeface="+mn-ea"/>
                          <a:sym typeface="+mn-lt"/>
                        </a:rPr>
                        <a:t>/</a:t>
                      </a:r>
                      <a:r>
                        <a:rPr lang="zh-CN" altLang="en-US" sz="1400" b="1" dirty="0">
                          <a:latin typeface="+mn-lt"/>
                          <a:ea typeface="+mn-ea"/>
                          <a:cs typeface="+mn-ea"/>
                          <a:sym typeface="+mn-lt"/>
                        </a:rPr>
                        <a:t>饮水机</a:t>
                      </a:r>
                    </a:p>
                  </a:txBody>
                  <a:tcPr anchor="ctr"/>
                </a:tc>
                <a:extLst>
                  <a:ext uri="{0D108BD9-81ED-4DB2-BD59-A6C34878D82A}">
                    <a16:rowId xmlns:a16="http://schemas.microsoft.com/office/drawing/2014/main" val="1145714680"/>
                  </a:ext>
                </a:extLst>
              </a:tr>
              <a:tr h="643661">
                <a:tc>
                  <a:txBody>
                    <a:bodyPr/>
                    <a:lstStyle/>
                    <a:p>
                      <a:pPr marL="0" indent="0">
                        <a:buFontTx/>
                        <a:buNone/>
                      </a:pPr>
                      <a:endParaRPr lang="zh-CN" altLang="en-US">
                        <a:latin typeface="+mn-lt"/>
                        <a:ea typeface="+mn-ea"/>
                        <a:cs typeface="+mn-ea"/>
                        <a:sym typeface="+mn-lt"/>
                      </a:endParaRPr>
                    </a:p>
                  </a:txBody>
                  <a:tcPr/>
                </a:tc>
                <a:tc>
                  <a:txBody>
                    <a:bodyPr/>
                    <a:lstStyle/>
                    <a:p>
                      <a:pPr marL="0" indent="0" algn="ctr">
                        <a:buFontTx/>
                        <a:buNone/>
                      </a:pPr>
                      <a:r>
                        <a:rPr lang="zh-CN" altLang="en-US" sz="1400" dirty="0">
                          <a:latin typeface="+mn-lt"/>
                          <a:ea typeface="+mn-ea"/>
                          <a:cs typeface="+mn-ea"/>
                          <a:sym typeface="+mn-lt"/>
                        </a:rPr>
                        <a:t>大众家电品牌</a:t>
                      </a:r>
                    </a:p>
                  </a:txBody>
                  <a:tcPr anchor="ctr">
                    <a:solidFill>
                      <a:schemeClr val="accent5">
                        <a:lumMod val="20000"/>
                        <a:lumOff val="80000"/>
                      </a:schemeClr>
                    </a:solidFill>
                  </a:tcPr>
                </a:tc>
                <a:tc>
                  <a:txBody>
                    <a:bodyPr/>
                    <a:lstStyle/>
                    <a:p>
                      <a:pPr marL="0" indent="0" algn="ctr">
                        <a:buFontTx/>
                        <a:buNone/>
                      </a:pPr>
                      <a:r>
                        <a:rPr lang="zh-CN" altLang="en-US" dirty="0">
                          <a:latin typeface="Bahnschrift Condensed" panose="020B0502040204020203" pitchFamily="34" charset="0"/>
                          <a:ea typeface="+mn-ea"/>
                          <a:cs typeface="+mn-ea"/>
                          <a:sym typeface="+mn-lt"/>
                        </a:rPr>
                        <a:t>√</a:t>
                      </a: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extLst>
                  <a:ext uri="{0D108BD9-81ED-4DB2-BD59-A6C34878D82A}">
                    <a16:rowId xmlns:a16="http://schemas.microsoft.com/office/drawing/2014/main" val="2811086308"/>
                  </a:ext>
                </a:extLst>
              </a:tr>
              <a:tr h="643661">
                <a:tc>
                  <a:txBody>
                    <a:bodyPr/>
                    <a:lstStyle/>
                    <a:p>
                      <a:pPr marL="0" indent="0">
                        <a:buFontTx/>
                        <a:buNone/>
                      </a:pPr>
                      <a:endParaRPr lang="zh-CN" altLang="en-US">
                        <a:latin typeface="+mn-lt"/>
                        <a:ea typeface="+mn-ea"/>
                        <a:cs typeface="+mn-ea"/>
                        <a:sym typeface="+mn-lt"/>
                      </a:endParaRPr>
                    </a:p>
                  </a:txBody>
                  <a:tcPr/>
                </a:tc>
                <a:tc>
                  <a:txBody>
                    <a:bodyPr/>
                    <a:lstStyle/>
                    <a:p>
                      <a:pPr marL="0" indent="0" algn="ctr">
                        <a:buFontTx/>
                        <a:buNone/>
                      </a:pPr>
                      <a:r>
                        <a:rPr lang="zh-CN" altLang="en-US" sz="1400" dirty="0">
                          <a:latin typeface="+mn-lt"/>
                          <a:ea typeface="+mn-ea"/>
                          <a:cs typeface="+mn-ea"/>
                          <a:sym typeface="+mn-lt"/>
                        </a:rPr>
                        <a:t>中高端家电品牌</a:t>
                      </a:r>
                    </a:p>
                  </a:txBody>
                  <a:tcPr anchor="ctr">
                    <a:solidFill>
                      <a:schemeClr val="accent5">
                        <a:lumMod val="20000"/>
                        <a:lumOff val="80000"/>
                      </a:schemeClr>
                    </a:solidFill>
                  </a:tcP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extLst>
                  <a:ext uri="{0D108BD9-81ED-4DB2-BD59-A6C34878D82A}">
                    <a16:rowId xmlns:a16="http://schemas.microsoft.com/office/drawing/2014/main" val="989165562"/>
                  </a:ext>
                </a:extLst>
              </a:tr>
              <a:tr h="643661">
                <a:tc>
                  <a:txBody>
                    <a:bodyPr/>
                    <a:lstStyle/>
                    <a:p>
                      <a:pPr marL="0" indent="0">
                        <a:buFontTx/>
                        <a:buNone/>
                      </a:pPr>
                      <a:endParaRPr lang="zh-CN" altLang="en-US">
                        <a:latin typeface="+mn-lt"/>
                        <a:ea typeface="+mn-ea"/>
                        <a:cs typeface="+mn-ea"/>
                        <a:sym typeface="+mn-lt"/>
                      </a:endParaRPr>
                    </a:p>
                  </a:txBody>
                  <a:tcPr/>
                </a:tc>
                <a:tc>
                  <a:txBody>
                    <a:bodyPr/>
                    <a:lstStyle/>
                    <a:p>
                      <a:pPr marL="0" indent="0" algn="ctr">
                        <a:buFontTx/>
                        <a:buNone/>
                      </a:pPr>
                      <a:r>
                        <a:rPr lang="zh-CN" altLang="en-US" sz="1400" dirty="0">
                          <a:latin typeface="+mn-lt"/>
                          <a:ea typeface="+mn-ea"/>
                          <a:cs typeface="+mn-ea"/>
                          <a:sym typeface="+mn-lt"/>
                        </a:rPr>
                        <a:t>入门级家电品牌</a:t>
                      </a:r>
                    </a:p>
                  </a:txBody>
                  <a:tcPr anchor="ctr">
                    <a:solidFill>
                      <a:schemeClr val="accent5">
                        <a:lumMod val="20000"/>
                        <a:lumOff val="80000"/>
                      </a:schemeClr>
                    </a:solidFill>
                  </a:tcP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extLst>
                  <a:ext uri="{0D108BD9-81ED-4DB2-BD59-A6C34878D82A}">
                    <a16:rowId xmlns:a16="http://schemas.microsoft.com/office/drawing/2014/main" val="1564081315"/>
                  </a:ext>
                </a:extLst>
              </a:tr>
              <a:tr h="643661">
                <a:tc>
                  <a:txBody>
                    <a:bodyPr/>
                    <a:lstStyle/>
                    <a:p>
                      <a:pPr marL="0" indent="0">
                        <a:buFontTx/>
                        <a:buNone/>
                      </a:pPr>
                      <a:endParaRPr lang="zh-CN" altLang="en-US">
                        <a:latin typeface="+mn-lt"/>
                        <a:ea typeface="+mn-ea"/>
                        <a:cs typeface="+mn-ea"/>
                        <a:sym typeface="+mn-lt"/>
                      </a:endParaRPr>
                    </a:p>
                  </a:txBody>
                  <a:tcPr/>
                </a:tc>
                <a:tc>
                  <a:txBody>
                    <a:bodyPr/>
                    <a:lstStyle/>
                    <a:p>
                      <a:pPr marL="0" indent="0" algn="ctr">
                        <a:buFontTx/>
                        <a:buNone/>
                      </a:pPr>
                      <a:r>
                        <a:rPr lang="zh-CN" altLang="en-US" sz="1400" dirty="0">
                          <a:latin typeface="+mn-lt"/>
                          <a:ea typeface="+mn-ea"/>
                          <a:cs typeface="+mn-ea"/>
                          <a:sym typeface="+mn-lt"/>
                        </a:rPr>
                        <a:t>专业清洁品牌</a:t>
                      </a:r>
                    </a:p>
                  </a:txBody>
                  <a:tcPr anchor="ctr">
                    <a:solidFill>
                      <a:schemeClr val="accent3">
                        <a:lumMod val="20000"/>
                        <a:lumOff val="80000"/>
                      </a:schemeClr>
                    </a:solidFill>
                  </a:tcP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lang="zh-CN" altLang="en-US" dirty="0">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lang="zh-CN" altLang="en-US" dirty="0">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zh-CN" altLang="en-US" dirty="0">
                          <a:latin typeface="Bahnschrift Condensed" panose="020B0502040204020203" pitchFamily="34" charset="0"/>
                          <a:ea typeface="+mn-ea"/>
                          <a:cs typeface="+mn-ea"/>
                          <a:sym typeface="+mn-lt"/>
                        </a:rPr>
                        <a:t>√</a:t>
                      </a:r>
                    </a:p>
                  </a:txBody>
                  <a:tcPr anchor="ct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extLst>
                  <a:ext uri="{0D108BD9-81ED-4DB2-BD59-A6C34878D82A}">
                    <a16:rowId xmlns:a16="http://schemas.microsoft.com/office/drawing/2014/main" val="2461638424"/>
                  </a:ext>
                </a:extLst>
              </a:tr>
              <a:tr h="643661">
                <a:tc>
                  <a:txBody>
                    <a:bodyPr/>
                    <a:lstStyle/>
                    <a:p>
                      <a:pPr marL="0" indent="0">
                        <a:buFontTx/>
                        <a:buNone/>
                      </a:pPr>
                      <a:endParaRPr lang="zh-CN" altLang="en-US">
                        <a:latin typeface="+mn-lt"/>
                        <a:ea typeface="+mn-ea"/>
                        <a:cs typeface="+mn-ea"/>
                        <a:sym typeface="+mn-lt"/>
                      </a:endParaRPr>
                    </a:p>
                  </a:txBody>
                  <a:tcPr/>
                </a:tc>
                <a:tc>
                  <a:txBody>
                    <a:bodyPr/>
                    <a:lstStyle/>
                    <a:p>
                      <a:pPr marL="0" indent="0" algn="ctr">
                        <a:buFontTx/>
                        <a:buNone/>
                      </a:pPr>
                      <a:r>
                        <a:rPr lang="zh-CN" altLang="en-US" sz="1400" dirty="0">
                          <a:latin typeface="+mn-lt"/>
                          <a:ea typeface="+mn-ea"/>
                          <a:cs typeface="+mn-ea"/>
                          <a:sym typeface="+mn-lt"/>
                        </a:rPr>
                        <a:t>中高端厨电品牌</a:t>
                      </a:r>
                    </a:p>
                  </a:txBody>
                  <a:tcPr anchor="ctr">
                    <a:solidFill>
                      <a:schemeClr val="accent3">
                        <a:lumMod val="20000"/>
                        <a:lumOff val="80000"/>
                      </a:schemeClr>
                    </a:solidFill>
                  </a:tcP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extLst>
                  <a:ext uri="{0D108BD9-81ED-4DB2-BD59-A6C34878D82A}">
                    <a16:rowId xmlns:a16="http://schemas.microsoft.com/office/drawing/2014/main" val="4039381612"/>
                  </a:ext>
                </a:extLst>
              </a:tr>
              <a:tr h="643661">
                <a:tc>
                  <a:txBody>
                    <a:bodyPr/>
                    <a:lstStyle/>
                    <a:p>
                      <a:pPr marL="0" indent="0">
                        <a:buFontTx/>
                        <a:buNone/>
                      </a:pPr>
                      <a:endParaRPr lang="zh-CN" altLang="en-US" dirty="0">
                        <a:latin typeface="+mn-lt"/>
                        <a:ea typeface="+mn-ea"/>
                        <a:cs typeface="+mn-ea"/>
                        <a:sym typeface="+mn-lt"/>
                      </a:endParaRPr>
                    </a:p>
                  </a:txBody>
                  <a:tcPr/>
                </a:tc>
                <a:tc>
                  <a:txBody>
                    <a:bodyPr/>
                    <a:lstStyle/>
                    <a:p>
                      <a:pPr marL="0" indent="0" algn="ctr">
                        <a:buFontTx/>
                        <a:buNone/>
                      </a:pPr>
                      <a:r>
                        <a:rPr lang="zh-CN" altLang="en-US" sz="1400" dirty="0">
                          <a:latin typeface="+mn-lt"/>
                          <a:ea typeface="+mn-ea"/>
                          <a:cs typeface="+mn-ea"/>
                          <a:sym typeface="+mn-lt"/>
                        </a:rPr>
                        <a:t>专业两季品牌</a:t>
                      </a:r>
                    </a:p>
                  </a:txBody>
                  <a:tcPr anchor="ctr">
                    <a:solidFill>
                      <a:schemeClr val="accent3">
                        <a:lumMod val="20000"/>
                        <a:lumOff val="80000"/>
                      </a:schemeClr>
                    </a:solidFill>
                  </a:tcP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extLst>
                  <a:ext uri="{0D108BD9-81ED-4DB2-BD59-A6C34878D82A}">
                    <a16:rowId xmlns:a16="http://schemas.microsoft.com/office/drawing/2014/main" val="2153322373"/>
                  </a:ext>
                </a:extLst>
              </a:tr>
              <a:tr h="643661">
                <a:tc>
                  <a:txBody>
                    <a:bodyPr/>
                    <a:lstStyle/>
                    <a:p>
                      <a:pPr marL="0" indent="0">
                        <a:buFontTx/>
                        <a:buNone/>
                      </a:pPr>
                      <a:endParaRPr lang="zh-CN" altLang="en-US" dirty="0">
                        <a:latin typeface="+mn-lt"/>
                        <a:ea typeface="+mn-ea"/>
                        <a:cs typeface="+mn-ea"/>
                        <a:sym typeface="+mn-lt"/>
                      </a:endParaRPr>
                    </a:p>
                  </a:txBody>
                  <a:tcPr/>
                </a:tc>
                <a:tc>
                  <a:txBody>
                    <a:bodyPr/>
                    <a:lstStyle/>
                    <a:p>
                      <a:pPr marL="0" indent="0" algn="ctr">
                        <a:buFontTx/>
                        <a:buNone/>
                      </a:pPr>
                      <a:r>
                        <a:rPr lang="zh-CN" altLang="en-US" sz="1400" dirty="0">
                          <a:latin typeface="+mn-lt"/>
                          <a:ea typeface="+mn-ea"/>
                          <a:cs typeface="+mn-ea"/>
                          <a:sym typeface="+mn-lt"/>
                        </a:rPr>
                        <a:t>中高端厨电品牌</a:t>
                      </a:r>
                    </a:p>
                  </a:txBody>
                  <a:tcPr anchor="ctr">
                    <a:solidFill>
                      <a:schemeClr val="accent3">
                        <a:lumMod val="20000"/>
                        <a:lumOff val="80000"/>
                      </a:schemeClr>
                    </a:solidFill>
                  </a:tcP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extLst>
                  <a:ext uri="{0D108BD9-81ED-4DB2-BD59-A6C34878D82A}">
                    <a16:rowId xmlns:a16="http://schemas.microsoft.com/office/drawing/2014/main" val="2783600520"/>
                  </a:ext>
                </a:extLst>
              </a:tr>
              <a:tr h="594998">
                <a:tc>
                  <a:txBody>
                    <a:bodyPr/>
                    <a:lstStyle/>
                    <a:p>
                      <a:pPr marL="0" indent="0">
                        <a:buFontTx/>
                        <a:buNone/>
                      </a:pPr>
                      <a:endParaRPr lang="zh-CN" altLang="en-US">
                        <a:latin typeface="+mn-lt"/>
                        <a:ea typeface="+mn-ea"/>
                        <a:cs typeface="+mn-ea"/>
                        <a:sym typeface="+mn-lt"/>
                      </a:endParaRPr>
                    </a:p>
                  </a:txBody>
                  <a:tcPr/>
                </a:tc>
                <a:tc>
                  <a:txBody>
                    <a:bodyPr/>
                    <a:lstStyle/>
                    <a:p>
                      <a:pPr marL="0" indent="0" algn="ctr">
                        <a:buFontTx/>
                        <a:buNone/>
                      </a:pPr>
                      <a:r>
                        <a:rPr lang="zh-CN" altLang="en-US" sz="1400" dirty="0">
                          <a:latin typeface="+mn-lt"/>
                          <a:ea typeface="+mn-ea"/>
                          <a:cs typeface="+mn-ea"/>
                          <a:sym typeface="+mn-lt"/>
                        </a:rPr>
                        <a:t>超高端厨电品牌</a:t>
                      </a:r>
                    </a:p>
                  </a:txBody>
                  <a:tcPr anchor="ctr">
                    <a:solidFill>
                      <a:schemeClr val="accent3">
                        <a:lumMod val="20000"/>
                        <a:lumOff val="80000"/>
                      </a:schemeClr>
                    </a:solidFill>
                  </a:tcP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a:latin typeface="Bahnschrift Condensed" panose="020B0502040204020203" pitchFamily="34" charset="0"/>
                        <a:ea typeface="+mn-ea"/>
                        <a:cs typeface="+mn-ea"/>
                        <a:sym typeface="+mn-lt"/>
                      </a:endParaRPr>
                    </a:p>
                  </a:txBody>
                  <a:tcPr anchor="ctr"/>
                </a:tc>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kumimoji="0" lang="zh-CN" altLang="en-US" sz="1600" b="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rPr>
                        <a:t>√</a:t>
                      </a:r>
                      <a:endParaRPr kumimoji="0" lang="zh-CN" altLang="en-US" sz="1600" b="0" i="0" u="none" strike="noStrike" kern="1200" cap="none" spc="0" normalizeH="0" baseline="0" noProof="0" dirty="0">
                        <a:ln>
                          <a:noFill/>
                        </a:ln>
                        <a:solidFill>
                          <a:srgbClr val="000000"/>
                        </a:solidFill>
                        <a:effectLst/>
                        <a:uLnTx/>
                        <a:uFillTx/>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tc>
                  <a:txBody>
                    <a:bodyPr/>
                    <a:lstStyle/>
                    <a:p>
                      <a:pPr marL="0" indent="0" algn="ctr">
                        <a:buFontTx/>
                        <a:buNone/>
                      </a:pPr>
                      <a:endParaRPr lang="zh-CN" altLang="en-US" dirty="0">
                        <a:latin typeface="Bahnschrift Condensed" panose="020B0502040204020203" pitchFamily="34" charset="0"/>
                        <a:ea typeface="+mn-ea"/>
                        <a:cs typeface="+mn-ea"/>
                        <a:sym typeface="+mn-lt"/>
                      </a:endParaRPr>
                    </a:p>
                  </a:txBody>
                  <a:tcPr anchor="ctr"/>
                </a:tc>
                <a:extLst>
                  <a:ext uri="{0D108BD9-81ED-4DB2-BD59-A6C34878D82A}">
                    <a16:rowId xmlns:a16="http://schemas.microsoft.com/office/drawing/2014/main" val="4144646192"/>
                  </a:ext>
                </a:extLst>
              </a:tr>
            </a:tbl>
          </a:graphicData>
        </a:graphic>
      </p:graphicFrame>
      <p:sp>
        <p:nvSpPr>
          <p:cNvPr id="2" name="标题 1">
            <a:extLst>
              <a:ext uri="{FF2B5EF4-FFF2-40B4-BE49-F238E27FC236}">
                <a16:creationId xmlns:a16="http://schemas.microsoft.com/office/drawing/2014/main" id="{5BAE0F49-44C3-D52F-2317-1EF8EC472E4A}"/>
              </a:ext>
            </a:extLst>
          </p:cNvPr>
          <p:cNvSpPr txBox="1">
            <a:spLocks/>
          </p:cNvSpPr>
          <p:nvPr/>
        </p:nvSpPr>
        <p:spPr>
          <a:xfrm>
            <a:off x="901432" y="159188"/>
            <a:ext cx="10955606" cy="579647"/>
          </a:xfrm>
          <a:prstGeom prst="rect">
            <a:avLst/>
          </a:prstGeom>
        </p:spPr>
        <p:txBody>
          <a:bodyPr/>
          <a:lstStyle>
            <a:lvl1pPr algn="l" defTabSz="711200" rtl="0" eaLnBrk="1" latinLnBrk="0" hangingPunct="1">
              <a:lnSpc>
                <a:spcPct val="100000"/>
              </a:lnSpc>
              <a:spcBef>
                <a:spcPct val="0"/>
              </a:spcBef>
              <a:buNone/>
              <a:defRPr sz="2400" kern="1200">
                <a:solidFill>
                  <a:schemeClr val="tx1"/>
                </a:solidFill>
                <a:latin typeface="+mj-lt"/>
                <a:ea typeface="+mj-ea"/>
                <a:cs typeface="+mj-cs"/>
              </a:defRPr>
            </a:lvl1pPr>
          </a:lstStyle>
          <a:p>
            <a:r>
              <a:rPr lang="zh-CN" altLang="en-US" sz="2000" b="1" dirty="0">
                <a:latin typeface="+mn-lt"/>
                <a:ea typeface="+mn-ea"/>
                <a:cs typeface="+mn-ea"/>
                <a:sym typeface="+mn-lt"/>
              </a:rPr>
              <a:t>战略主线</a:t>
            </a:r>
            <a:r>
              <a:rPr lang="en-US" altLang="zh-CN" sz="2000" b="1" dirty="0">
                <a:latin typeface="+mn-lt"/>
                <a:ea typeface="+mn-ea"/>
                <a:cs typeface="+mn-ea"/>
                <a:sym typeface="+mn-lt"/>
              </a:rPr>
              <a:t>4 - </a:t>
            </a:r>
            <a:r>
              <a:rPr lang="zh-CN" altLang="en-US" sz="2000" b="1" dirty="0">
                <a:latin typeface="+mn-lt"/>
                <a:ea typeface="+mn-ea"/>
                <a:cs typeface="+mn-ea"/>
                <a:sym typeface="+mn-lt"/>
              </a:rPr>
              <a:t>品牌</a:t>
            </a:r>
            <a:r>
              <a:rPr lang="zh-CN" altLang="en-US" sz="2000" dirty="0">
                <a:latin typeface="+mn-lt"/>
                <a:ea typeface="+mn-ea"/>
                <a:cs typeface="+mn-ea"/>
                <a:sym typeface="+mn-lt"/>
              </a:rPr>
              <a:t>：通过自建</a:t>
            </a:r>
            <a:r>
              <a:rPr lang="en-US" altLang="zh-CN" sz="2000" dirty="0">
                <a:latin typeface="+mn-lt"/>
                <a:ea typeface="+mn-ea"/>
                <a:cs typeface="+mn-ea"/>
                <a:sym typeface="+mn-lt"/>
              </a:rPr>
              <a:t>/</a:t>
            </a:r>
            <a:r>
              <a:rPr lang="zh-CN" altLang="en-US" sz="2000" dirty="0">
                <a:latin typeface="+mn-lt"/>
                <a:ea typeface="+mn-ea"/>
                <a:cs typeface="+mn-ea"/>
                <a:sym typeface="+mn-lt"/>
              </a:rPr>
              <a:t>收购</a:t>
            </a:r>
            <a:r>
              <a:rPr lang="en-US" altLang="zh-CN" sz="2000" dirty="0">
                <a:latin typeface="+mn-lt"/>
                <a:ea typeface="+mn-ea"/>
                <a:cs typeface="+mn-ea"/>
                <a:sym typeface="+mn-lt"/>
              </a:rPr>
              <a:t>/</a:t>
            </a:r>
            <a:r>
              <a:rPr lang="zh-CN" altLang="en-US" sz="2000" dirty="0">
                <a:latin typeface="+mn-lt"/>
                <a:ea typeface="+mn-ea"/>
                <a:cs typeface="+mn-ea"/>
                <a:sym typeface="+mn-lt"/>
              </a:rPr>
              <a:t>合资，完善全球品牌组合，以覆盖更多品类与消费者需求</a:t>
            </a:r>
          </a:p>
        </p:txBody>
      </p:sp>
      <p:pic>
        <p:nvPicPr>
          <p:cNvPr id="6" name="图片 5">
            <a:extLst>
              <a:ext uri="{FF2B5EF4-FFF2-40B4-BE49-F238E27FC236}">
                <a16:creationId xmlns:a16="http://schemas.microsoft.com/office/drawing/2014/main" id="{30C79E22-8752-757E-E53A-6C0709A8CD4A}"/>
              </a:ext>
            </a:extLst>
          </p:cNvPr>
          <p:cNvPicPr>
            <a:picLocks noChangeAspect="1"/>
          </p:cNvPicPr>
          <p:nvPr/>
        </p:nvPicPr>
        <p:blipFill>
          <a:blip r:embed="rId3"/>
          <a:stretch>
            <a:fillRect/>
          </a:stretch>
        </p:blipFill>
        <p:spPr>
          <a:xfrm>
            <a:off x="882598" y="1636419"/>
            <a:ext cx="1219200" cy="489706"/>
          </a:xfrm>
          <a:prstGeom prst="rect">
            <a:avLst/>
          </a:prstGeom>
        </p:spPr>
      </p:pic>
      <p:pic>
        <p:nvPicPr>
          <p:cNvPr id="8" name="图片 7">
            <a:extLst>
              <a:ext uri="{FF2B5EF4-FFF2-40B4-BE49-F238E27FC236}">
                <a16:creationId xmlns:a16="http://schemas.microsoft.com/office/drawing/2014/main" id="{58D0C031-97BB-8CB6-7D74-CAFF5A73F2FC}"/>
              </a:ext>
            </a:extLst>
          </p:cNvPr>
          <p:cNvPicPr>
            <a:picLocks noChangeAspect="1"/>
          </p:cNvPicPr>
          <p:nvPr/>
        </p:nvPicPr>
        <p:blipFill>
          <a:blip r:embed="rId4"/>
          <a:stretch>
            <a:fillRect/>
          </a:stretch>
        </p:blipFill>
        <p:spPr>
          <a:xfrm>
            <a:off x="651438" y="2394408"/>
            <a:ext cx="1654442" cy="413610"/>
          </a:xfrm>
          <a:prstGeom prst="rect">
            <a:avLst/>
          </a:prstGeom>
        </p:spPr>
      </p:pic>
      <p:pic>
        <p:nvPicPr>
          <p:cNvPr id="10" name="图片 9">
            <a:extLst>
              <a:ext uri="{FF2B5EF4-FFF2-40B4-BE49-F238E27FC236}">
                <a16:creationId xmlns:a16="http://schemas.microsoft.com/office/drawing/2014/main" id="{61B995CE-62FA-9A59-2459-506E1C38ECDE}"/>
              </a:ext>
            </a:extLst>
          </p:cNvPr>
          <p:cNvPicPr>
            <a:picLocks noChangeAspect="1"/>
          </p:cNvPicPr>
          <p:nvPr/>
        </p:nvPicPr>
        <p:blipFill>
          <a:blip r:embed="rId5"/>
          <a:srcRect l="3860" t="6320"/>
          <a:stretch/>
        </p:blipFill>
        <p:spPr>
          <a:xfrm>
            <a:off x="664977" y="2965523"/>
            <a:ext cx="1657376" cy="516959"/>
          </a:xfrm>
          <a:prstGeom prst="rect">
            <a:avLst/>
          </a:prstGeom>
        </p:spPr>
      </p:pic>
      <p:pic>
        <p:nvPicPr>
          <p:cNvPr id="12" name="图片 11">
            <a:extLst>
              <a:ext uri="{FF2B5EF4-FFF2-40B4-BE49-F238E27FC236}">
                <a16:creationId xmlns:a16="http://schemas.microsoft.com/office/drawing/2014/main" id="{3F3C2338-6BC6-E1ED-8D70-DB53ADC26912}"/>
              </a:ext>
            </a:extLst>
          </p:cNvPr>
          <p:cNvPicPr>
            <a:picLocks noChangeAspect="1"/>
          </p:cNvPicPr>
          <p:nvPr/>
        </p:nvPicPr>
        <p:blipFill>
          <a:blip r:embed="rId6"/>
          <a:stretch>
            <a:fillRect/>
          </a:stretch>
        </p:blipFill>
        <p:spPr>
          <a:xfrm>
            <a:off x="664977" y="3634374"/>
            <a:ext cx="1527218" cy="500062"/>
          </a:xfrm>
          <a:prstGeom prst="rect">
            <a:avLst/>
          </a:prstGeom>
        </p:spPr>
      </p:pic>
      <p:pic>
        <p:nvPicPr>
          <p:cNvPr id="14" name="图片 13">
            <a:extLst>
              <a:ext uri="{FF2B5EF4-FFF2-40B4-BE49-F238E27FC236}">
                <a16:creationId xmlns:a16="http://schemas.microsoft.com/office/drawing/2014/main" id="{EC22823A-FDD3-EAD4-3954-7F8DF9F77112}"/>
              </a:ext>
            </a:extLst>
          </p:cNvPr>
          <p:cNvPicPr>
            <a:picLocks noChangeAspect="1"/>
          </p:cNvPicPr>
          <p:nvPr/>
        </p:nvPicPr>
        <p:blipFill>
          <a:blip r:embed="rId7"/>
          <a:stretch>
            <a:fillRect/>
          </a:stretch>
        </p:blipFill>
        <p:spPr>
          <a:xfrm>
            <a:off x="1012800" y="4194068"/>
            <a:ext cx="831572" cy="573498"/>
          </a:xfrm>
          <a:prstGeom prst="rect">
            <a:avLst/>
          </a:prstGeom>
        </p:spPr>
      </p:pic>
      <p:pic>
        <p:nvPicPr>
          <p:cNvPr id="18" name="图片 17">
            <a:extLst>
              <a:ext uri="{FF2B5EF4-FFF2-40B4-BE49-F238E27FC236}">
                <a16:creationId xmlns:a16="http://schemas.microsoft.com/office/drawing/2014/main" id="{A5C10CA5-51AF-04B0-384D-31F661AF27A8}"/>
              </a:ext>
            </a:extLst>
          </p:cNvPr>
          <p:cNvPicPr>
            <a:picLocks noChangeAspect="1"/>
          </p:cNvPicPr>
          <p:nvPr/>
        </p:nvPicPr>
        <p:blipFill>
          <a:blip r:embed="rId8"/>
          <a:stretch>
            <a:fillRect/>
          </a:stretch>
        </p:blipFill>
        <p:spPr>
          <a:xfrm>
            <a:off x="516832" y="6126802"/>
            <a:ext cx="1923654" cy="532252"/>
          </a:xfrm>
          <a:prstGeom prst="rect">
            <a:avLst/>
          </a:prstGeom>
        </p:spPr>
      </p:pic>
      <p:pic>
        <p:nvPicPr>
          <p:cNvPr id="23" name="图片 22">
            <a:extLst>
              <a:ext uri="{FF2B5EF4-FFF2-40B4-BE49-F238E27FC236}">
                <a16:creationId xmlns:a16="http://schemas.microsoft.com/office/drawing/2014/main" id="{F62E8A3A-1B3D-5EB4-1930-DFA0B2C03D31}"/>
              </a:ext>
            </a:extLst>
          </p:cNvPr>
          <p:cNvPicPr>
            <a:picLocks noChangeAspect="1"/>
          </p:cNvPicPr>
          <p:nvPr/>
        </p:nvPicPr>
        <p:blipFill>
          <a:blip r:embed="rId9"/>
          <a:stretch>
            <a:fillRect/>
          </a:stretch>
        </p:blipFill>
        <p:spPr>
          <a:xfrm>
            <a:off x="1113184" y="5481417"/>
            <a:ext cx="630804" cy="635008"/>
          </a:xfrm>
          <a:prstGeom prst="rect">
            <a:avLst/>
          </a:prstGeom>
        </p:spPr>
      </p:pic>
      <p:pic>
        <p:nvPicPr>
          <p:cNvPr id="26" name="图片 25">
            <a:extLst>
              <a:ext uri="{FF2B5EF4-FFF2-40B4-BE49-F238E27FC236}">
                <a16:creationId xmlns:a16="http://schemas.microsoft.com/office/drawing/2014/main" id="{AECBAAD5-3F3E-E8AE-53A1-7BB5AEF7F0D8}"/>
              </a:ext>
            </a:extLst>
          </p:cNvPr>
          <p:cNvPicPr>
            <a:picLocks noChangeAspect="1"/>
          </p:cNvPicPr>
          <p:nvPr/>
        </p:nvPicPr>
        <p:blipFill>
          <a:blip r:embed="rId10"/>
          <a:stretch>
            <a:fillRect/>
          </a:stretch>
        </p:blipFill>
        <p:spPr>
          <a:xfrm>
            <a:off x="630239" y="4919456"/>
            <a:ext cx="1759888" cy="410070"/>
          </a:xfrm>
          <a:prstGeom prst="rect">
            <a:avLst/>
          </a:prstGeom>
        </p:spPr>
      </p:pic>
    </p:spTree>
    <p:extLst>
      <p:ext uri="{BB962C8B-B14F-4D97-AF65-F5344CB8AC3E}">
        <p14:creationId xmlns:p14="http://schemas.microsoft.com/office/powerpoint/2010/main" val="1328485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btfpColumnIndicatorGroup2">
            <a:extLst>
              <a:ext uri="{FF2B5EF4-FFF2-40B4-BE49-F238E27FC236}">
                <a16:creationId xmlns:a16="http://schemas.microsoft.com/office/drawing/2014/main" id="{644CB531-575B-18E6-504A-8939F2F0EB44}"/>
              </a:ext>
            </a:extLst>
          </p:cNvPr>
          <p:cNvGrpSpPr/>
          <p:nvPr/>
        </p:nvGrpSpPr>
        <p:grpSpPr>
          <a:xfrm>
            <a:off x="0" y="6926580"/>
            <a:ext cx="12192000" cy="137160"/>
            <a:chOff x="0" y="6926580"/>
            <a:chExt cx="12192000" cy="137160"/>
          </a:xfrm>
        </p:grpSpPr>
        <p:sp>
          <p:nvSpPr>
            <p:cNvPr id="30" name="btfpColumnGapBlocker651281">
              <a:extLst>
                <a:ext uri="{FF2B5EF4-FFF2-40B4-BE49-F238E27FC236}">
                  <a16:creationId xmlns:a16="http://schemas.microsoft.com/office/drawing/2014/main" id="{8E494BB9-4C6B-CE49-7F7A-29777ABCBC82}"/>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err="1">
                <a:ln>
                  <a:noFill/>
                </a:ln>
                <a:solidFill>
                  <a:srgbClr val="000000"/>
                </a:solidFill>
                <a:effectLst/>
                <a:uLnTx/>
                <a:uFillTx/>
                <a:cs typeface="+mn-ea"/>
                <a:sym typeface="+mn-lt"/>
              </a:endParaRPr>
            </a:p>
          </p:txBody>
        </p:sp>
        <p:sp>
          <p:nvSpPr>
            <p:cNvPr id="21" name="btfpColumnGapBlocker129523">
              <a:extLst>
                <a:ext uri="{FF2B5EF4-FFF2-40B4-BE49-F238E27FC236}">
                  <a16:creationId xmlns:a16="http://schemas.microsoft.com/office/drawing/2014/main" id="{E7585285-3DDE-5B29-9F81-009C70AA0611}"/>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err="1">
                <a:ln>
                  <a:noFill/>
                </a:ln>
                <a:solidFill>
                  <a:srgbClr val="000000"/>
                </a:solidFill>
                <a:effectLst/>
                <a:uLnTx/>
                <a:uFillTx/>
                <a:cs typeface="+mn-ea"/>
                <a:sym typeface="+mn-lt"/>
              </a:endParaRPr>
            </a:p>
          </p:txBody>
        </p:sp>
        <p:cxnSp>
          <p:nvCxnSpPr>
            <p:cNvPr id="19" name="btfpColumnIndicator714007">
              <a:extLst>
                <a:ext uri="{FF2B5EF4-FFF2-40B4-BE49-F238E27FC236}">
                  <a16:creationId xmlns:a16="http://schemas.microsoft.com/office/drawing/2014/main" id="{3D5BD4C7-F50D-F317-2B22-E240E8E0F99F}"/>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7" name="btfpColumnIndicator480647">
              <a:extLst>
                <a:ext uri="{FF2B5EF4-FFF2-40B4-BE49-F238E27FC236}">
                  <a16:creationId xmlns:a16="http://schemas.microsoft.com/office/drawing/2014/main" id="{F71D9605-95D2-EDC3-26ED-C25490A942CA}"/>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1" name="btfpColumnIndicatorGroup1">
            <a:extLst>
              <a:ext uri="{FF2B5EF4-FFF2-40B4-BE49-F238E27FC236}">
                <a16:creationId xmlns:a16="http://schemas.microsoft.com/office/drawing/2014/main" id="{8AA41961-3CD6-7C5F-05A2-CAE0AE6B0D18}"/>
              </a:ext>
            </a:extLst>
          </p:cNvPr>
          <p:cNvGrpSpPr/>
          <p:nvPr/>
        </p:nvGrpSpPr>
        <p:grpSpPr>
          <a:xfrm>
            <a:off x="0" y="-205740"/>
            <a:ext cx="12192000" cy="137160"/>
            <a:chOff x="0" y="-205740"/>
            <a:chExt cx="12192000" cy="137160"/>
          </a:xfrm>
        </p:grpSpPr>
        <p:sp>
          <p:nvSpPr>
            <p:cNvPr id="22" name="btfpColumnGapBlocker328002">
              <a:extLst>
                <a:ext uri="{FF2B5EF4-FFF2-40B4-BE49-F238E27FC236}">
                  <a16:creationId xmlns:a16="http://schemas.microsoft.com/office/drawing/2014/main" id="{9AD0D385-F506-9F77-493E-8F2219240758}"/>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err="1">
                <a:ln>
                  <a:noFill/>
                </a:ln>
                <a:solidFill>
                  <a:srgbClr val="000000"/>
                </a:solidFill>
                <a:effectLst/>
                <a:uLnTx/>
                <a:uFillTx/>
                <a:cs typeface="+mn-ea"/>
                <a:sym typeface="+mn-lt"/>
              </a:endParaRPr>
            </a:p>
          </p:txBody>
        </p:sp>
        <p:sp>
          <p:nvSpPr>
            <p:cNvPr id="20" name="btfpColumnGapBlocker408136">
              <a:extLst>
                <a:ext uri="{FF2B5EF4-FFF2-40B4-BE49-F238E27FC236}">
                  <a16:creationId xmlns:a16="http://schemas.microsoft.com/office/drawing/2014/main" id="{BBDC0B6B-F21C-CF82-B669-CFE78E37870F}"/>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err="1">
                <a:ln>
                  <a:noFill/>
                </a:ln>
                <a:solidFill>
                  <a:srgbClr val="000000"/>
                </a:solidFill>
                <a:effectLst/>
                <a:uLnTx/>
                <a:uFillTx/>
                <a:cs typeface="+mn-ea"/>
                <a:sym typeface="+mn-lt"/>
              </a:endParaRPr>
            </a:p>
          </p:txBody>
        </p:sp>
        <p:cxnSp>
          <p:nvCxnSpPr>
            <p:cNvPr id="18" name="btfpColumnIndicator739067">
              <a:extLst>
                <a:ext uri="{FF2B5EF4-FFF2-40B4-BE49-F238E27FC236}">
                  <a16:creationId xmlns:a16="http://schemas.microsoft.com/office/drawing/2014/main" id="{AACE3A19-2AC7-7CAC-E5EB-0B9839C451EC}"/>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6" name="btfpColumnIndicator745778">
              <a:extLst>
                <a:ext uri="{FF2B5EF4-FFF2-40B4-BE49-F238E27FC236}">
                  <a16:creationId xmlns:a16="http://schemas.microsoft.com/office/drawing/2014/main" id="{D730E91A-3890-C8FC-B471-209C610021DD}"/>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23" name="think-cell data - do not delete" hidden="1">
            <a:extLst>
              <a:ext uri="{FF2B5EF4-FFF2-40B4-BE49-F238E27FC236}">
                <a16:creationId xmlns:a16="http://schemas.microsoft.com/office/drawing/2014/main" id="{0BDC2B9B-9B5F-F42C-A5C4-4D2FE6FE17C7}"/>
              </a:ext>
            </a:extLst>
          </p:cNvPr>
          <p:cNvGraphicFramePr>
            <a:graphicFrameLocks noChangeAspect="1"/>
          </p:cNvGraphicFramePr>
          <p:nvPr>
            <p:custDataLst>
              <p:tags r:id="rId3"/>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spid="_x0000_s4313" name="think-cell Slide" r:id="rId6" imgW="410" imgH="409" progId="TCLayout.ActiveDocument.1">
                  <p:embed/>
                </p:oleObj>
              </mc:Choice>
              <mc:Fallback>
                <p:oleObj name="think-cell Slide" r:id="rId6" imgW="410" imgH="409" progId="TCLayout.ActiveDocument.1">
                  <p:embed/>
                  <p:pic>
                    <p:nvPicPr>
                      <p:cNvPr id="23" name="think-cell data - do not delete" hidden="1">
                        <a:extLst>
                          <a:ext uri="{FF2B5EF4-FFF2-40B4-BE49-F238E27FC236}">
                            <a16:creationId xmlns:a16="http://schemas.microsoft.com/office/drawing/2014/main" id="{0BDC2B9B-9B5F-F42C-A5C4-4D2FE6FE17C7}"/>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BB37CA8-7199-5652-EBF9-A127F2F563E0}"/>
              </a:ext>
            </a:extLst>
          </p:cNvPr>
          <p:cNvSpPr>
            <a:spLocks noGrp="1"/>
          </p:cNvSpPr>
          <p:nvPr>
            <p:ph type="title"/>
          </p:nvPr>
        </p:nvSpPr>
        <p:spPr>
          <a:xfrm>
            <a:off x="868020" y="144040"/>
            <a:ext cx="11273180" cy="617430"/>
          </a:xfrm>
        </p:spPr>
        <p:txBody>
          <a:bodyPr vert="horz"/>
          <a:lstStyle/>
          <a:p>
            <a:r>
              <a:rPr lang="zh-CN" altLang="en-US" b="1" dirty="0">
                <a:latin typeface="+mn-lt"/>
                <a:ea typeface="+mn-ea"/>
                <a:cs typeface="+mn-ea"/>
                <a:sym typeface="+mn-lt"/>
              </a:rPr>
              <a:t>组织机制</a:t>
            </a:r>
            <a:r>
              <a:rPr lang="zh-CN" altLang="en-US" dirty="0">
                <a:latin typeface="+mn-lt"/>
                <a:ea typeface="+mn-ea"/>
                <a:cs typeface="+mn-ea"/>
                <a:sym typeface="+mn-lt"/>
              </a:rPr>
              <a:t>：明确总部</a:t>
            </a:r>
            <a:r>
              <a:rPr lang="en-US" altLang="zh-CN" dirty="0">
                <a:latin typeface="+mn-lt"/>
                <a:ea typeface="+mn-ea"/>
                <a:cs typeface="+mn-ea"/>
                <a:sym typeface="+mn-lt"/>
              </a:rPr>
              <a:t>-</a:t>
            </a:r>
            <a:r>
              <a:rPr lang="zh-CN" altLang="en-US" dirty="0">
                <a:latin typeface="+mn-lt"/>
                <a:ea typeface="+mn-ea"/>
                <a:cs typeface="+mn-ea"/>
                <a:sym typeface="+mn-lt"/>
              </a:rPr>
              <a:t>区域</a:t>
            </a:r>
            <a:r>
              <a:rPr lang="en-US" altLang="zh-CN" dirty="0">
                <a:latin typeface="+mn-lt"/>
                <a:ea typeface="+mn-ea"/>
                <a:cs typeface="+mn-ea"/>
                <a:sym typeface="+mn-lt"/>
              </a:rPr>
              <a:t>-</a:t>
            </a:r>
            <a:r>
              <a:rPr lang="zh-CN" altLang="en-US" dirty="0">
                <a:latin typeface="+mn-lt"/>
                <a:ea typeface="+mn-ea"/>
                <a:cs typeface="+mn-ea"/>
                <a:sym typeface="+mn-lt"/>
              </a:rPr>
              <a:t>国家角色定位、责权力，推动各项能力建设与流程机制优化</a:t>
            </a:r>
          </a:p>
        </p:txBody>
      </p:sp>
      <p:grpSp>
        <p:nvGrpSpPr>
          <p:cNvPr id="6" name="Group 5">
            <a:extLst>
              <a:ext uri="{FF2B5EF4-FFF2-40B4-BE49-F238E27FC236}">
                <a16:creationId xmlns:a16="http://schemas.microsoft.com/office/drawing/2014/main" id="{9690ACE9-37FA-FAE3-724D-0DD4745F6DC7}"/>
              </a:ext>
            </a:extLst>
          </p:cNvPr>
          <p:cNvGrpSpPr/>
          <p:nvPr/>
        </p:nvGrpSpPr>
        <p:grpSpPr>
          <a:xfrm>
            <a:off x="330199" y="1160464"/>
            <a:ext cx="11531599" cy="1195875"/>
            <a:chOff x="330200" y="1160463"/>
            <a:chExt cx="11531600" cy="1781856"/>
          </a:xfrm>
        </p:grpSpPr>
        <p:pic>
          <p:nvPicPr>
            <p:cNvPr id="24" name="Picture 23" descr="A light bulb with a swirl of light&#10;&#10;Description automatically generated">
              <a:extLst>
                <a:ext uri="{FF2B5EF4-FFF2-40B4-BE49-F238E27FC236}">
                  <a16:creationId xmlns:a16="http://schemas.microsoft.com/office/drawing/2014/main" id="{55CD1C74-E7EA-1B9C-44AD-F192BF972D6E}"/>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a:stretch/>
          </p:blipFill>
          <p:spPr>
            <a:xfrm>
              <a:off x="330200" y="1160463"/>
              <a:ext cx="11531600" cy="1781856"/>
            </a:xfrm>
            <a:custGeom>
              <a:avLst/>
              <a:gdLst>
                <a:gd name="connsiteX0" fmla="*/ 0 w 11531600"/>
                <a:gd name="connsiteY0" fmla="*/ 0 h 1781856"/>
                <a:gd name="connsiteX1" fmla="*/ 11531600 w 11531600"/>
                <a:gd name="connsiteY1" fmla="*/ 0 h 1781856"/>
                <a:gd name="connsiteX2" fmla="*/ 11531600 w 11531600"/>
                <a:gd name="connsiteY2" fmla="*/ 1781856 h 1781856"/>
                <a:gd name="connsiteX3" fmla="*/ 0 w 11531600"/>
                <a:gd name="connsiteY3" fmla="*/ 1781856 h 1781856"/>
              </a:gdLst>
              <a:ahLst/>
              <a:cxnLst>
                <a:cxn ang="0">
                  <a:pos x="connsiteX0" y="connsiteY0"/>
                </a:cxn>
                <a:cxn ang="0">
                  <a:pos x="connsiteX1" y="connsiteY1"/>
                </a:cxn>
                <a:cxn ang="0">
                  <a:pos x="connsiteX2" y="connsiteY2"/>
                </a:cxn>
                <a:cxn ang="0">
                  <a:pos x="connsiteX3" y="connsiteY3"/>
                </a:cxn>
              </a:cxnLst>
              <a:rect l="l" t="t" r="r" b="b"/>
              <a:pathLst>
                <a:path w="11531600" h="1781856">
                  <a:moveTo>
                    <a:pt x="0" y="0"/>
                  </a:moveTo>
                  <a:lnTo>
                    <a:pt x="11531600" y="0"/>
                  </a:lnTo>
                  <a:lnTo>
                    <a:pt x="11531600" y="1781856"/>
                  </a:lnTo>
                  <a:lnTo>
                    <a:pt x="0" y="1781856"/>
                  </a:lnTo>
                  <a:close/>
                </a:path>
              </a:pathLst>
            </a:custGeom>
          </p:spPr>
        </p:pic>
        <p:sp>
          <p:nvSpPr>
            <p:cNvPr id="25" name="Rectangle 24">
              <a:extLst>
                <a:ext uri="{FF2B5EF4-FFF2-40B4-BE49-F238E27FC236}">
                  <a16:creationId xmlns:a16="http://schemas.microsoft.com/office/drawing/2014/main" id="{D7097CE8-D2B0-FD08-7CB9-4510A8109A3D}"/>
                </a:ext>
              </a:extLst>
            </p:cNvPr>
            <p:cNvSpPr/>
            <p:nvPr/>
          </p:nvSpPr>
          <p:spPr bwMode="gray">
            <a:xfrm>
              <a:off x="330200" y="1160463"/>
              <a:ext cx="11531600" cy="1781856"/>
            </a:xfrm>
            <a:prstGeom prst="rect">
              <a:avLst/>
            </a:prstGeom>
            <a:solidFill>
              <a:srgbClr val="000000">
                <a:alpha val="25000"/>
              </a:srgbClr>
            </a:solidFill>
            <a:ln w="9525" cap="flat" cmpd="sng" algn="ctr">
              <a:noFill/>
              <a:prstDash val="solid"/>
              <a:miter lim="800000"/>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err="1">
                <a:ln>
                  <a:noFill/>
                </a:ln>
                <a:solidFill>
                  <a:srgbClr val="FFFFFF"/>
                </a:solidFill>
                <a:effectLst/>
                <a:uLnTx/>
                <a:uFillTx/>
                <a:cs typeface="+mn-ea"/>
                <a:sym typeface="+mn-lt"/>
              </a:endParaRPr>
            </a:p>
          </p:txBody>
        </p:sp>
      </p:grpSp>
      <p:sp>
        <p:nvSpPr>
          <p:cNvPr id="26" name="btfpBulletedList841043">
            <a:extLst>
              <a:ext uri="{FF2B5EF4-FFF2-40B4-BE49-F238E27FC236}">
                <a16:creationId xmlns:a16="http://schemas.microsoft.com/office/drawing/2014/main" id="{5F7EBD52-619D-AD30-46C3-DAD1AEFE6C15}"/>
              </a:ext>
            </a:extLst>
          </p:cNvPr>
          <p:cNvSpPr txBox="1"/>
          <p:nvPr/>
        </p:nvSpPr>
        <p:spPr bwMode="gray">
          <a:xfrm>
            <a:off x="4503754" y="2960299"/>
            <a:ext cx="3600447" cy="811367"/>
          </a:xfrm>
          <a:prstGeom prst="rect">
            <a:avLst/>
          </a:prstGeom>
          <a:solidFill>
            <a:srgbClr val="004D74"/>
          </a:solidFill>
        </p:spPr>
        <p:txBody>
          <a:bodyPr vert="horz" wrap="square" lIns="36000" tIns="36000" rIns="36000" bIns="36000" rtlCol="0">
            <a:spAutoFit/>
          </a:bodyPr>
          <a:lstStyle/>
          <a:p>
            <a:pPr marL="0" marR="0" lvl="0" indent="0" algn="ctr" defTabSz="914377" rtl="0" eaLnBrk="1" fontAlgn="base" latinLnBrk="0" hangingPunct="1">
              <a:lnSpc>
                <a:spcPct val="100000"/>
              </a:lnSpc>
              <a:spcBef>
                <a:spcPts val="0"/>
              </a:spcBef>
              <a:spcAft>
                <a:spcPts val="0"/>
              </a:spcAft>
              <a:buClr>
                <a:srgbClr val="000000"/>
              </a:buClr>
              <a:buSzPct val="100000"/>
              <a:buFontTx/>
              <a:buNone/>
              <a:tabLst/>
              <a:defRPr/>
            </a:pPr>
            <a:r>
              <a:rPr kumimoji="0" lang="zh-CN" altLang="en-US" sz="2400" b="1" i="0" u="none" strike="noStrike" kern="0" cap="none" spc="600" normalizeH="0" baseline="0" noProof="0">
                <a:ln>
                  <a:noFill/>
                </a:ln>
                <a:solidFill>
                  <a:srgbClr val="FFFFFF"/>
                </a:solidFill>
                <a:effectLst/>
                <a:uLnTx/>
                <a:uFillTx/>
                <a:cs typeface="+mn-ea"/>
                <a:sym typeface="+mn-lt"/>
              </a:rPr>
              <a:t>区域做实</a:t>
            </a:r>
            <a:endParaRPr kumimoji="0" lang="en-US" altLang="zh-CN" sz="2400" b="1" i="0" u="none" strike="noStrike" kern="0" cap="none" spc="600" normalizeH="0" baseline="0" noProof="0">
              <a:ln>
                <a:noFill/>
              </a:ln>
              <a:solidFill>
                <a:srgbClr val="FFFFFF"/>
              </a:solidFill>
              <a:effectLst/>
              <a:uLnTx/>
              <a:uFillTx/>
              <a:cs typeface="+mn-ea"/>
              <a:sym typeface="+mn-lt"/>
            </a:endParaRPr>
          </a:p>
          <a:p>
            <a:pPr marL="0" marR="0" lvl="0" indent="0" algn="ctr" defTabSz="914377" rtl="0" eaLnBrk="1" fontAlgn="base" latinLnBrk="0" hangingPunct="1">
              <a:lnSpc>
                <a:spcPct val="100000"/>
              </a:lnSpc>
              <a:spcBef>
                <a:spcPts val="0"/>
              </a:spcBef>
              <a:spcAft>
                <a:spcPts val="0"/>
              </a:spcAft>
              <a:buClr>
                <a:srgbClr val="000000"/>
              </a:buClr>
              <a:buSzPct val="100000"/>
              <a:buFontTx/>
              <a:buNone/>
              <a:tabLst/>
              <a:defRPr/>
            </a:pPr>
            <a:r>
              <a:rPr kumimoji="0" lang="zh-CN" altLang="en-US" sz="2400" b="1" i="0" u="none" strike="noStrike" kern="0" cap="none" spc="600" normalizeH="0" baseline="0" noProof="0">
                <a:ln>
                  <a:noFill/>
                </a:ln>
                <a:solidFill>
                  <a:srgbClr val="FFFFFF"/>
                </a:solidFill>
                <a:effectLst/>
                <a:uLnTx/>
                <a:uFillTx/>
                <a:cs typeface="+mn-ea"/>
                <a:sym typeface="+mn-lt"/>
              </a:rPr>
              <a:t>责任下沉</a:t>
            </a:r>
            <a:endParaRPr kumimoji="0" lang="en-US" sz="2400" b="1" i="0" u="none" strike="noStrike" kern="0" cap="none" spc="600" normalizeH="0" baseline="0" noProof="0">
              <a:ln>
                <a:noFill/>
              </a:ln>
              <a:solidFill>
                <a:srgbClr val="FFFFFF"/>
              </a:solidFill>
              <a:effectLst/>
              <a:uLnTx/>
              <a:uFillTx/>
              <a:cs typeface="+mn-ea"/>
              <a:sym typeface="+mn-lt"/>
            </a:endParaRPr>
          </a:p>
        </p:txBody>
      </p:sp>
      <p:sp>
        <p:nvSpPr>
          <p:cNvPr id="27" name="btfpBulletedList841043">
            <a:extLst>
              <a:ext uri="{FF2B5EF4-FFF2-40B4-BE49-F238E27FC236}">
                <a16:creationId xmlns:a16="http://schemas.microsoft.com/office/drawing/2014/main" id="{AF4C0795-17B0-DDF2-CB6A-FE1E8735CD1E}"/>
              </a:ext>
            </a:extLst>
          </p:cNvPr>
          <p:cNvSpPr txBox="1"/>
          <p:nvPr/>
        </p:nvSpPr>
        <p:spPr bwMode="gray">
          <a:xfrm>
            <a:off x="4503753" y="3839729"/>
            <a:ext cx="3701083" cy="1857807"/>
          </a:xfrm>
          <a:prstGeom prst="rect">
            <a:avLst/>
          </a:prstGeom>
          <a:noFill/>
        </p:spPr>
        <p:txBody>
          <a:bodyPr vert="horz" wrap="square" lIns="36000" tIns="36000" rIns="36000" bIns="36000" rtlCol="0">
            <a:spAutoFit/>
          </a:bodyPr>
          <a:lstStyle/>
          <a:p>
            <a:pPr marL="237061" marR="0" lvl="0" indent="-237061" algn="l" defTabSz="914377" rtl="0" eaLnBrk="1" fontAlgn="base" latinLnBrk="0" hangingPunct="1">
              <a:lnSpc>
                <a:spcPct val="100000"/>
              </a:lnSpc>
              <a:spcBef>
                <a:spcPts val="2400"/>
              </a:spcBef>
              <a:spcAft>
                <a:spcPts val="0"/>
              </a:spcAft>
              <a:buClr>
                <a:srgbClr val="000000"/>
              </a:buClr>
              <a:buSzPct val="100000"/>
              <a:buFontTx/>
              <a:buChar char="•"/>
              <a:tabLst/>
              <a:defRPr/>
            </a:pPr>
            <a:r>
              <a:rPr kumimoji="0" lang="zh-CN" altLang="en-US" sz="1600" b="0" i="0" u="none" strike="noStrike" kern="1200" cap="none" spc="0" normalizeH="0" baseline="0" noProof="0" dirty="0">
                <a:ln>
                  <a:noFill/>
                </a:ln>
                <a:solidFill>
                  <a:srgbClr val="000000">
                    <a:lumMod val="90000"/>
                    <a:lumOff val="10000"/>
                  </a:srgbClr>
                </a:solidFill>
                <a:effectLst/>
                <a:uLnTx/>
                <a:uFillTx/>
                <a:cs typeface="+mn-ea"/>
                <a:sym typeface="+mn-lt"/>
              </a:rPr>
              <a:t>全球化离不开</a:t>
            </a:r>
            <a:r>
              <a:rPr kumimoji="0" lang="zh-CN" altLang="en-US" sz="1600" b="1" i="0" u="none" strike="noStrike" kern="1200" cap="none" spc="0" normalizeH="0" baseline="0" noProof="0" dirty="0">
                <a:ln>
                  <a:noFill/>
                </a:ln>
                <a:solidFill>
                  <a:srgbClr val="000000">
                    <a:lumMod val="90000"/>
                    <a:lumOff val="10000"/>
                  </a:srgbClr>
                </a:solidFill>
                <a:effectLst/>
                <a:uLnTx/>
                <a:uFillTx/>
                <a:cs typeface="+mn-ea"/>
                <a:sym typeface="+mn-lt"/>
              </a:rPr>
              <a:t>区域化</a:t>
            </a:r>
            <a:r>
              <a:rPr kumimoji="0" lang="zh-CN" altLang="en-US" sz="1600" b="0" i="0" u="none" strike="noStrike" kern="1200" cap="none" spc="0" normalizeH="0" baseline="0" noProof="0" dirty="0">
                <a:ln>
                  <a:noFill/>
                </a:ln>
                <a:solidFill>
                  <a:srgbClr val="000000">
                    <a:lumMod val="90000"/>
                    <a:lumOff val="10000"/>
                  </a:srgbClr>
                </a:solidFill>
                <a:effectLst/>
                <a:uLnTx/>
                <a:uFillTx/>
                <a:cs typeface="+mn-ea"/>
                <a:sym typeface="+mn-lt"/>
              </a:rPr>
              <a:t>，未来美的</a:t>
            </a:r>
            <a:r>
              <a:rPr kumimoji="0" lang="zh-CN" altLang="en-US" sz="1600" b="1" i="0" u="none" strike="noStrike" kern="1200" cap="none" spc="0" normalizeH="0" baseline="0" noProof="0" dirty="0">
                <a:ln>
                  <a:noFill/>
                </a:ln>
                <a:solidFill>
                  <a:srgbClr val="000000">
                    <a:lumMod val="90000"/>
                    <a:lumOff val="10000"/>
                  </a:srgbClr>
                </a:solidFill>
                <a:effectLst/>
                <a:uLnTx/>
                <a:uFillTx/>
                <a:cs typeface="+mn-ea"/>
                <a:sym typeface="+mn-lt"/>
              </a:rPr>
              <a:t>组织形态将是产品事业部和区域事业部的结合</a:t>
            </a:r>
            <a:endParaRPr kumimoji="0" lang="en-US" altLang="zh-CN" sz="1600" b="1" i="0" u="none" strike="noStrike" kern="1200" cap="none" spc="0" normalizeH="0" baseline="0" noProof="0" dirty="0">
              <a:ln>
                <a:noFill/>
              </a:ln>
              <a:solidFill>
                <a:srgbClr val="000000">
                  <a:lumMod val="90000"/>
                  <a:lumOff val="10000"/>
                </a:srgbClr>
              </a:solidFill>
              <a:effectLst/>
              <a:uLnTx/>
              <a:uFillTx/>
              <a:cs typeface="+mn-ea"/>
              <a:sym typeface="+mn-lt"/>
            </a:endParaRPr>
          </a:p>
          <a:p>
            <a:pPr marL="237061" marR="0" lvl="0" indent="-237061" algn="l" defTabSz="914377" rtl="0" eaLnBrk="1" fontAlgn="base" latinLnBrk="0" hangingPunct="1">
              <a:lnSpc>
                <a:spcPct val="100000"/>
              </a:lnSpc>
              <a:spcBef>
                <a:spcPts val="2400"/>
              </a:spcBef>
              <a:spcAft>
                <a:spcPts val="0"/>
              </a:spcAft>
              <a:buClr>
                <a:srgbClr val="000000"/>
              </a:buClr>
              <a:buSzPct val="100000"/>
              <a:buFontTx/>
              <a:buChar char="•"/>
              <a:tabLst/>
              <a:defRPr/>
            </a:pPr>
            <a:r>
              <a:rPr kumimoji="0" lang="zh-CN" altLang="en-US" sz="1600" b="0" i="0" u="none" strike="noStrike" kern="1200" cap="none" spc="0" normalizeH="0" baseline="0" noProof="0" dirty="0">
                <a:ln>
                  <a:noFill/>
                </a:ln>
                <a:solidFill>
                  <a:srgbClr val="000000"/>
                </a:solidFill>
                <a:effectLst/>
                <a:uLnTx/>
                <a:uFillTx/>
                <a:cs typeface="+mn-ea"/>
                <a:sym typeface="+mn-lt"/>
              </a:rPr>
              <a:t>责任主体落实到国家，各国家选定一把手，调集资源、承担责任，</a:t>
            </a:r>
            <a:r>
              <a:rPr kumimoji="0" lang="zh-CN" altLang="en-US" sz="1600" b="1" i="0" u="none" strike="noStrike" kern="1200" cap="none" spc="0" normalizeH="0" baseline="0" noProof="0" dirty="0">
                <a:ln>
                  <a:noFill/>
                </a:ln>
                <a:solidFill>
                  <a:srgbClr val="000000"/>
                </a:solidFill>
                <a:effectLst/>
                <a:uLnTx/>
                <a:uFillTx/>
                <a:cs typeface="+mn-ea"/>
                <a:sym typeface="+mn-lt"/>
              </a:rPr>
              <a:t>事业部全力配合</a:t>
            </a:r>
            <a:endParaRPr kumimoji="0" lang="en-US" altLang="zh-CN" sz="1600" b="1" i="0" u="none" strike="noStrike" kern="1200" cap="none" spc="0" normalizeH="0" baseline="0" noProof="0" dirty="0">
              <a:ln>
                <a:noFill/>
              </a:ln>
              <a:solidFill>
                <a:srgbClr val="000000"/>
              </a:solidFill>
              <a:effectLst/>
              <a:uLnTx/>
              <a:uFillTx/>
              <a:cs typeface="+mn-ea"/>
              <a:sym typeface="+mn-lt"/>
            </a:endParaRPr>
          </a:p>
        </p:txBody>
      </p:sp>
      <p:sp>
        <p:nvSpPr>
          <p:cNvPr id="28" name="btfpBulletedList263969">
            <a:extLst>
              <a:ext uri="{FF2B5EF4-FFF2-40B4-BE49-F238E27FC236}">
                <a16:creationId xmlns:a16="http://schemas.microsoft.com/office/drawing/2014/main" id="{EF9E367C-847A-DBFD-8DDC-EFAC37AEFF37}"/>
              </a:ext>
            </a:extLst>
          </p:cNvPr>
          <p:cNvSpPr txBox="1"/>
          <p:nvPr/>
        </p:nvSpPr>
        <p:spPr bwMode="gray">
          <a:xfrm>
            <a:off x="8738249" y="2960299"/>
            <a:ext cx="3125746" cy="811367"/>
          </a:xfrm>
          <a:prstGeom prst="rect">
            <a:avLst/>
          </a:prstGeom>
          <a:solidFill>
            <a:srgbClr val="004D74"/>
          </a:solidFill>
        </p:spPr>
        <p:txBody>
          <a:bodyPr vert="horz" wrap="square" lIns="36000" tIns="36000" rIns="36000" bIns="36000" rtlCol="0">
            <a:spAutoFit/>
          </a:bodyPr>
          <a:lstStyle/>
          <a:p>
            <a:pPr marL="0" marR="0" lvl="0" indent="0" algn="ctr" defTabSz="914377" rtl="0" eaLnBrk="1" fontAlgn="base" latinLnBrk="0" hangingPunct="1">
              <a:lnSpc>
                <a:spcPct val="100000"/>
              </a:lnSpc>
              <a:spcBef>
                <a:spcPts val="0"/>
              </a:spcBef>
              <a:spcAft>
                <a:spcPts val="0"/>
              </a:spcAft>
              <a:buClr>
                <a:srgbClr val="000000"/>
              </a:buClr>
              <a:buSzPct val="100000"/>
              <a:buFontTx/>
              <a:buNone/>
              <a:tabLst/>
              <a:defRPr/>
            </a:pPr>
            <a:r>
              <a:rPr kumimoji="0" lang="zh-CN" altLang="en-US" sz="2400" b="1" i="0" u="none" strike="noStrike" kern="0" cap="none" spc="600" normalizeH="0" baseline="0" noProof="0">
                <a:ln>
                  <a:noFill/>
                </a:ln>
                <a:solidFill>
                  <a:srgbClr val="FFFFFF"/>
                </a:solidFill>
                <a:effectLst/>
                <a:uLnTx/>
                <a:uFillTx/>
                <a:cs typeface="+mn-ea"/>
                <a:sym typeface="+mn-lt"/>
              </a:rPr>
              <a:t>扁平协作</a:t>
            </a:r>
            <a:endParaRPr kumimoji="0" lang="en-US" altLang="zh-CN" sz="2400" b="1" i="0" u="none" strike="noStrike" kern="0" cap="none" spc="600" normalizeH="0" baseline="0" noProof="0">
              <a:ln>
                <a:noFill/>
              </a:ln>
              <a:solidFill>
                <a:srgbClr val="FFFFFF"/>
              </a:solidFill>
              <a:effectLst/>
              <a:uLnTx/>
              <a:uFillTx/>
              <a:cs typeface="+mn-ea"/>
              <a:sym typeface="+mn-lt"/>
            </a:endParaRPr>
          </a:p>
          <a:p>
            <a:pPr marL="0" marR="0" lvl="0" indent="0" algn="ctr" defTabSz="914377" rtl="0" eaLnBrk="1" fontAlgn="base" latinLnBrk="0" hangingPunct="1">
              <a:lnSpc>
                <a:spcPct val="100000"/>
              </a:lnSpc>
              <a:spcBef>
                <a:spcPts val="0"/>
              </a:spcBef>
              <a:spcAft>
                <a:spcPts val="0"/>
              </a:spcAft>
              <a:buClr>
                <a:srgbClr val="000000"/>
              </a:buClr>
              <a:buSzPct val="100000"/>
              <a:buFontTx/>
              <a:buNone/>
              <a:tabLst/>
              <a:defRPr/>
            </a:pPr>
            <a:r>
              <a:rPr kumimoji="0" lang="zh-CN" altLang="en-US" sz="2400" b="1" i="0" u="none" strike="noStrike" kern="0" cap="none" spc="600" normalizeH="0" baseline="0" noProof="0">
                <a:ln>
                  <a:noFill/>
                </a:ln>
                <a:solidFill>
                  <a:srgbClr val="FFFFFF"/>
                </a:solidFill>
                <a:effectLst/>
                <a:uLnTx/>
                <a:uFillTx/>
                <a:cs typeface="+mn-ea"/>
                <a:sym typeface="+mn-lt"/>
              </a:rPr>
              <a:t>目标一致</a:t>
            </a:r>
            <a:endParaRPr kumimoji="0" lang="en-US" sz="2400" b="1" i="0" u="none" strike="noStrike" kern="0" cap="none" spc="600" normalizeH="0" baseline="0" noProof="0">
              <a:ln>
                <a:noFill/>
              </a:ln>
              <a:solidFill>
                <a:srgbClr val="FFFFFF"/>
              </a:solidFill>
              <a:effectLst/>
              <a:uLnTx/>
              <a:uFillTx/>
              <a:cs typeface="+mn-ea"/>
              <a:sym typeface="+mn-lt"/>
            </a:endParaRPr>
          </a:p>
        </p:txBody>
      </p:sp>
      <p:sp>
        <p:nvSpPr>
          <p:cNvPr id="29" name="btfpBulletedList586893">
            <a:extLst>
              <a:ext uri="{FF2B5EF4-FFF2-40B4-BE49-F238E27FC236}">
                <a16:creationId xmlns:a16="http://schemas.microsoft.com/office/drawing/2014/main" id="{9BE21C97-1105-54D9-2B6A-21BDFE9BFBC4}"/>
              </a:ext>
            </a:extLst>
          </p:cNvPr>
          <p:cNvSpPr txBox="1"/>
          <p:nvPr/>
        </p:nvSpPr>
        <p:spPr bwMode="gray">
          <a:xfrm>
            <a:off x="8738249" y="3986083"/>
            <a:ext cx="3125746" cy="1755215"/>
          </a:xfrm>
          <a:prstGeom prst="rect">
            <a:avLst/>
          </a:prstGeom>
          <a:noFill/>
        </p:spPr>
        <p:txBody>
          <a:bodyPr vert="horz" wrap="square" lIns="36000" tIns="36000" rIns="36000" bIns="36000" rtlCol="0">
            <a:spAutoFit/>
          </a:bodyPr>
          <a:lstStyle/>
          <a:p>
            <a:pPr marL="237061" marR="0" lvl="0" indent="-237061" algn="l" defTabSz="948243" rtl="0" eaLnBrk="1" fontAlgn="auto" latinLnBrk="0" hangingPunct="1">
              <a:lnSpc>
                <a:spcPct val="100000"/>
              </a:lnSpc>
              <a:spcBef>
                <a:spcPts val="1600"/>
              </a:spcBef>
              <a:spcAft>
                <a:spcPts val="0"/>
              </a:spcAft>
              <a:buClrTx/>
              <a:buSzTx/>
              <a:buFontTx/>
              <a:buChar char="•"/>
              <a:tabLst/>
              <a:defRPr/>
            </a:pPr>
            <a:r>
              <a:rPr kumimoji="0" lang="zh-CN" altLang="en-US" sz="1600" b="0" i="0" u="none" strike="noStrike" kern="1200" cap="none" spc="0" normalizeH="0" baseline="0" noProof="0" dirty="0">
                <a:ln>
                  <a:noFill/>
                </a:ln>
                <a:solidFill>
                  <a:srgbClr val="000000"/>
                </a:solidFill>
                <a:effectLst/>
                <a:uLnTx/>
                <a:uFillTx/>
                <a:cs typeface="+mn-ea"/>
                <a:sym typeface="+mn-lt"/>
              </a:rPr>
              <a:t>组织机制敢于突破，</a:t>
            </a:r>
            <a:r>
              <a:rPr kumimoji="0" lang="zh-CN" altLang="en-US" sz="1600" b="1" i="0" u="none" strike="noStrike" kern="1200" cap="none" spc="0" normalizeH="0" baseline="0" noProof="0" dirty="0">
                <a:ln>
                  <a:noFill/>
                </a:ln>
                <a:solidFill>
                  <a:srgbClr val="000000"/>
                </a:solidFill>
                <a:effectLst/>
                <a:uLnTx/>
                <a:uFillTx/>
                <a:cs typeface="+mn-ea"/>
                <a:sym typeface="+mn-lt"/>
              </a:rPr>
              <a:t>建立</a:t>
            </a:r>
            <a:r>
              <a:rPr kumimoji="0" lang="en-US" altLang="zh-CN" sz="1600" b="1" i="0" u="none" strike="noStrike" kern="1200" cap="none" spc="0" normalizeH="0" baseline="0" noProof="0" dirty="0">
                <a:ln>
                  <a:noFill/>
                </a:ln>
                <a:solidFill>
                  <a:srgbClr val="000000"/>
                </a:solidFill>
                <a:effectLst/>
                <a:uLnTx/>
                <a:uFillTx/>
                <a:cs typeface="+mn-ea"/>
                <a:sym typeface="+mn-lt"/>
              </a:rPr>
              <a:t>C11</a:t>
            </a:r>
            <a:r>
              <a:rPr kumimoji="0" lang="zh-CN" altLang="en-US" sz="1600" b="1" i="0" u="none" strike="noStrike" kern="1200" cap="none" spc="0" normalizeH="0" baseline="0" noProof="0" dirty="0">
                <a:ln>
                  <a:noFill/>
                </a:ln>
                <a:solidFill>
                  <a:srgbClr val="000000"/>
                </a:solidFill>
                <a:effectLst/>
                <a:uLnTx/>
                <a:uFillTx/>
                <a:cs typeface="+mn-ea"/>
                <a:sym typeface="+mn-lt"/>
              </a:rPr>
              <a:t>国家和事业部更扁平的沟通机制，</a:t>
            </a:r>
            <a:r>
              <a:rPr kumimoji="0" lang="zh-CN" altLang="en-US" sz="1600" b="0" i="0" u="none" strike="noStrike" kern="1200" cap="none" spc="0" normalizeH="0" baseline="0" noProof="0" dirty="0">
                <a:ln>
                  <a:noFill/>
                </a:ln>
                <a:solidFill>
                  <a:srgbClr val="000000"/>
                </a:solidFill>
                <a:effectLst/>
                <a:uLnTx/>
                <a:uFillTx/>
                <a:cs typeface="+mn-ea"/>
                <a:sym typeface="+mn-lt"/>
              </a:rPr>
              <a:t>促进事业部与分公司、国家对接，推进“产总”计划</a:t>
            </a:r>
            <a:endParaRPr kumimoji="0" lang="en-US" altLang="zh-CN" sz="1600" b="0" i="0" u="none" strike="noStrike" kern="1200" cap="none" spc="0" normalizeH="0" baseline="0" noProof="0" dirty="0">
              <a:ln>
                <a:noFill/>
              </a:ln>
              <a:solidFill>
                <a:srgbClr val="000000"/>
              </a:solidFill>
              <a:effectLst/>
              <a:uLnTx/>
              <a:uFillTx/>
              <a:cs typeface="+mn-ea"/>
              <a:sym typeface="+mn-lt"/>
            </a:endParaRPr>
          </a:p>
          <a:p>
            <a:pPr marL="237061" marR="0" lvl="0" indent="-237061" algn="l" defTabSz="948243" rtl="0" eaLnBrk="1" fontAlgn="auto" latinLnBrk="0" hangingPunct="1">
              <a:lnSpc>
                <a:spcPct val="100000"/>
              </a:lnSpc>
              <a:spcBef>
                <a:spcPts val="1600"/>
              </a:spcBef>
              <a:spcAft>
                <a:spcPts val="0"/>
              </a:spcAft>
              <a:buClrTx/>
              <a:buSzTx/>
              <a:buFontTx/>
              <a:buChar char="•"/>
              <a:tabLst/>
              <a:defRPr/>
            </a:pPr>
            <a:r>
              <a:rPr kumimoji="0" lang="zh-CN" altLang="en-US" sz="1600" b="0" i="0" u="none" strike="noStrike" kern="1200" cap="none" spc="0" normalizeH="0" baseline="0" noProof="0" dirty="0">
                <a:ln>
                  <a:noFill/>
                </a:ln>
                <a:solidFill>
                  <a:srgbClr val="000000"/>
                </a:solidFill>
                <a:effectLst/>
                <a:uLnTx/>
                <a:uFillTx/>
                <a:cs typeface="+mn-ea"/>
                <a:sym typeface="+mn-lt"/>
              </a:rPr>
              <a:t>因地制宜，结合国家战略目标推出差异化短</a:t>
            </a:r>
            <a:r>
              <a:rPr kumimoji="0" lang="en-US" altLang="zh-CN" sz="1600" b="0" i="0" u="none" strike="noStrike" kern="1200" cap="none" spc="0" normalizeH="0" baseline="0" noProof="0" dirty="0">
                <a:ln>
                  <a:noFill/>
                </a:ln>
                <a:solidFill>
                  <a:srgbClr val="000000"/>
                </a:solidFill>
                <a:effectLst/>
                <a:uLnTx/>
                <a:uFillTx/>
                <a:cs typeface="+mn-ea"/>
                <a:sym typeface="+mn-lt"/>
              </a:rPr>
              <a:t>/</a:t>
            </a:r>
            <a:r>
              <a:rPr kumimoji="0" lang="zh-CN" altLang="en-US" sz="1600" b="0" i="0" u="none" strike="noStrike" kern="1200" cap="none" spc="0" normalizeH="0" baseline="0" noProof="0" dirty="0">
                <a:ln>
                  <a:noFill/>
                </a:ln>
                <a:solidFill>
                  <a:srgbClr val="000000"/>
                </a:solidFill>
                <a:effectLst/>
                <a:uLnTx/>
                <a:uFillTx/>
                <a:cs typeface="+mn-ea"/>
                <a:sym typeface="+mn-lt"/>
              </a:rPr>
              <a:t>中</a:t>
            </a:r>
            <a:r>
              <a:rPr kumimoji="0" lang="en-US" altLang="zh-CN" sz="1600" b="0" i="0" u="none" strike="noStrike" kern="1200" cap="none" spc="0" normalizeH="0" baseline="0" noProof="0" dirty="0">
                <a:ln>
                  <a:noFill/>
                </a:ln>
                <a:solidFill>
                  <a:srgbClr val="000000"/>
                </a:solidFill>
                <a:effectLst/>
                <a:uLnTx/>
                <a:uFillTx/>
                <a:cs typeface="+mn-ea"/>
                <a:sym typeface="+mn-lt"/>
              </a:rPr>
              <a:t>/</a:t>
            </a:r>
            <a:r>
              <a:rPr kumimoji="0" lang="zh-CN" altLang="en-US" sz="1600" b="0" i="0" u="none" strike="noStrike" kern="1200" cap="none" spc="0" normalizeH="0" baseline="0" noProof="0" dirty="0">
                <a:ln>
                  <a:noFill/>
                </a:ln>
                <a:solidFill>
                  <a:srgbClr val="000000"/>
                </a:solidFill>
                <a:effectLst/>
                <a:uLnTx/>
                <a:uFillTx/>
                <a:cs typeface="+mn-ea"/>
                <a:sym typeface="+mn-lt"/>
              </a:rPr>
              <a:t>长期激励计划</a:t>
            </a:r>
          </a:p>
        </p:txBody>
      </p:sp>
      <p:sp>
        <p:nvSpPr>
          <p:cNvPr id="32" name="btfpBulletedList762559">
            <a:extLst>
              <a:ext uri="{FF2B5EF4-FFF2-40B4-BE49-F238E27FC236}">
                <a16:creationId xmlns:a16="http://schemas.microsoft.com/office/drawing/2014/main" id="{2411AAAE-6519-C382-3EB9-62E9A4B0D46F}"/>
              </a:ext>
            </a:extLst>
          </p:cNvPr>
          <p:cNvSpPr txBox="1"/>
          <p:nvPr/>
        </p:nvSpPr>
        <p:spPr bwMode="gray">
          <a:xfrm>
            <a:off x="328002" y="2960299"/>
            <a:ext cx="3545290" cy="811367"/>
          </a:xfrm>
          <a:prstGeom prst="rect">
            <a:avLst/>
          </a:prstGeom>
          <a:solidFill>
            <a:srgbClr val="004D74"/>
          </a:solidFill>
        </p:spPr>
        <p:txBody>
          <a:bodyPr vert="horz" wrap="square" lIns="36000" tIns="36000" rIns="36000" bIns="36000" rtlCol="0">
            <a:spAutoFit/>
          </a:bodyPr>
          <a:lstStyle/>
          <a:p>
            <a:pPr marL="0" marR="0" lvl="0" indent="0" algn="ctr" defTabSz="914377" rtl="0" eaLnBrk="1" fontAlgn="base" latinLnBrk="0" hangingPunct="1">
              <a:lnSpc>
                <a:spcPct val="100000"/>
              </a:lnSpc>
              <a:spcBef>
                <a:spcPts val="0"/>
              </a:spcBef>
              <a:spcAft>
                <a:spcPts val="0"/>
              </a:spcAft>
              <a:buClr>
                <a:srgbClr val="000000"/>
              </a:buClr>
              <a:buSzPct val="100000"/>
              <a:buFontTx/>
              <a:buNone/>
              <a:tabLst/>
              <a:defRPr/>
            </a:pPr>
            <a:r>
              <a:rPr kumimoji="0" lang="zh-CN" altLang="en-US" sz="2400" b="1" i="0" u="none" strike="noStrike" kern="0" cap="none" spc="600" normalizeH="0" baseline="0" noProof="0">
                <a:ln>
                  <a:noFill/>
                </a:ln>
                <a:solidFill>
                  <a:srgbClr val="FFFFFF"/>
                </a:solidFill>
                <a:effectLst/>
                <a:uLnTx/>
                <a:uFillTx/>
                <a:cs typeface="+mn-ea"/>
                <a:sym typeface="+mn-lt"/>
              </a:rPr>
              <a:t>强化赋能</a:t>
            </a:r>
            <a:endParaRPr kumimoji="0" lang="en-US" altLang="zh-CN" sz="2400" b="1" i="0" u="none" strike="noStrike" kern="0" cap="none" spc="600" normalizeH="0" baseline="0" noProof="0">
              <a:ln>
                <a:noFill/>
              </a:ln>
              <a:solidFill>
                <a:srgbClr val="FFFFFF"/>
              </a:solidFill>
              <a:effectLst/>
              <a:uLnTx/>
              <a:uFillTx/>
              <a:cs typeface="+mn-ea"/>
              <a:sym typeface="+mn-lt"/>
            </a:endParaRPr>
          </a:p>
          <a:p>
            <a:pPr marL="0" marR="0" lvl="0" indent="0" algn="ctr" defTabSz="914377" rtl="0" eaLnBrk="1" fontAlgn="base" latinLnBrk="0" hangingPunct="1">
              <a:lnSpc>
                <a:spcPct val="100000"/>
              </a:lnSpc>
              <a:spcBef>
                <a:spcPts val="0"/>
              </a:spcBef>
              <a:spcAft>
                <a:spcPts val="0"/>
              </a:spcAft>
              <a:buClr>
                <a:srgbClr val="000000"/>
              </a:buClr>
              <a:buSzPct val="100000"/>
              <a:buFontTx/>
              <a:buNone/>
              <a:tabLst/>
              <a:defRPr/>
            </a:pPr>
            <a:r>
              <a:rPr kumimoji="0" lang="zh-CN" altLang="en-US" sz="2400" b="1" i="0" u="none" strike="noStrike" kern="0" cap="none" spc="600" normalizeH="0" baseline="0" noProof="0">
                <a:ln>
                  <a:noFill/>
                </a:ln>
                <a:solidFill>
                  <a:srgbClr val="FFFFFF"/>
                </a:solidFill>
                <a:effectLst/>
                <a:uLnTx/>
                <a:uFillTx/>
                <a:cs typeface="+mn-ea"/>
                <a:sym typeface="+mn-lt"/>
              </a:rPr>
              <a:t>明确定位</a:t>
            </a:r>
            <a:endParaRPr kumimoji="0" lang="en-US" sz="2400" b="1" i="0" u="none" strike="noStrike" kern="0" cap="none" spc="600" normalizeH="0" baseline="0" noProof="0">
              <a:ln>
                <a:noFill/>
              </a:ln>
              <a:solidFill>
                <a:srgbClr val="FFFFFF"/>
              </a:solidFill>
              <a:effectLst/>
              <a:uLnTx/>
              <a:uFillTx/>
              <a:cs typeface="+mn-ea"/>
              <a:sym typeface="+mn-lt"/>
            </a:endParaRPr>
          </a:p>
        </p:txBody>
      </p:sp>
      <p:sp>
        <p:nvSpPr>
          <p:cNvPr id="33" name="btfpBulletedList615301">
            <a:extLst>
              <a:ext uri="{FF2B5EF4-FFF2-40B4-BE49-F238E27FC236}">
                <a16:creationId xmlns:a16="http://schemas.microsoft.com/office/drawing/2014/main" id="{2BD5A15A-C365-6FD7-8F7B-ECFD7F202351}"/>
              </a:ext>
            </a:extLst>
          </p:cNvPr>
          <p:cNvSpPr txBox="1"/>
          <p:nvPr/>
        </p:nvSpPr>
        <p:spPr bwMode="gray">
          <a:xfrm>
            <a:off x="328002" y="3819264"/>
            <a:ext cx="3545290" cy="811367"/>
          </a:xfrm>
          <a:prstGeom prst="rect">
            <a:avLst/>
          </a:prstGeom>
          <a:noFill/>
        </p:spPr>
        <p:txBody>
          <a:bodyPr vert="horz" wrap="square" lIns="36000" tIns="36000" rIns="36000" bIns="36000" rtlCol="0">
            <a:spAutoFit/>
          </a:bodyPr>
          <a:lstStyle/>
          <a:p>
            <a:pPr marL="237061" marR="0" lvl="0" indent="-237061" algn="l" defTabSz="948243" rtl="0" eaLnBrk="1" fontAlgn="auto" latinLnBrk="0" hangingPunct="1">
              <a:lnSpc>
                <a:spcPct val="100000"/>
              </a:lnSpc>
              <a:spcBef>
                <a:spcPts val="1600"/>
              </a:spcBef>
              <a:spcAft>
                <a:spcPts val="0"/>
              </a:spcAft>
              <a:buClrTx/>
              <a:buSzTx/>
              <a:buFontTx/>
              <a:buChar char="•"/>
              <a:tabLst/>
              <a:defRPr/>
            </a:pPr>
            <a:r>
              <a:rPr kumimoji="0" lang="zh-CN" altLang="en-US" sz="1600" i="0" u="none" strike="noStrike" kern="1200" cap="none" spc="0" normalizeH="0" baseline="0" noProof="0" dirty="0">
                <a:ln>
                  <a:noFill/>
                </a:ln>
                <a:solidFill>
                  <a:srgbClr val="000000"/>
                </a:solidFill>
                <a:effectLst/>
                <a:uLnTx/>
                <a:uFillTx/>
                <a:cs typeface="+mn-ea"/>
                <a:sym typeface="+mn-lt"/>
              </a:rPr>
              <a:t>进一步做实智能家居事业群</a:t>
            </a:r>
            <a:r>
              <a:rPr kumimoji="0" lang="zh-CN" altLang="en-US" sz="1600" b="0" i="0" u="none" strike="noStrike" kern="1200" cap="none" spc="0" normalizeH="0" baseline="0" noProof="0" dirty="0">
                <a:ln>
                  <a:noFill/>
                </a:ln>
                <a:solidFill>
                  <a:srgbClr val="000000"/>
                </a:solidFill>
                <a:effectLst/>
                <a:uLnTx/>
                <a:uFillTx/>
                <a:cs typeface="+mn-ea"/>
                <a:sym typeface="+mn-lt"/>
              </a:rPr>
              <a:t>，强化在</a:t>
            </a:r>
            <a:r>
              <a:rPr kumimoji="0" lang="en-US" altLang="zh-CN" sz="1600" b="0" i="0" u="none" strike="noStrike" kern="1200" cap="none" spc="0" normalizeH="0" baseline="0" noProof="0" dirty="0">
                <a:ln>
                  <a:noFill/>
                </a:ln>
                <a:solidFill>
                  <a:srgbClr val="000000"/>
                </a:solidFill>
                <a:effectLst/>
                <a:uLnTx/>
                <a:uFillTx/>
                <a:cs typeface="+mn-ea"/>
                <a:sym typeface="+mn-lt"/>
              </a:rPr>
              <a:t>2C</a:t>
            </a:r>
            <a:r>
              <a:rPr kumimoji="0" lang="zh-CN" altLang="en-US" sz="1600" b="0" i="0" u="none" strike="noStrike" kern="1200" cap="none" spc="0" normalizeH="0" baseline="0" noProof="0" dirty="0">
                <a:ln>
                  <a:noFill/>
                </a:ln>
                <a:solidFill>
                  <a:srgbClr val="000000"/>
                </a:solidFill>
                <a:effectLst/>
                <a:uLnTx/>
                <a:uFillTx/>
                <a:cs typeface="+mn-ea"/>
                <a:sym typeface="+mn-lt"/>
              </a:rPr>
              <a:t>板块业务协同、规划赋能、价值创造</a:t>
            </a:r>
            <a:endParaRPr kumimoji="0" lang="en-US" altLang="zh-CN" sz="1600" b="0" i="0" u="none" strike="noStrike" kern="1200" cap="none" spc="0" normalizeH="0" baseline="0" noProof="0" dirty="0">
              <a:ln>
                <a:noFill/>
              </a:ln>
              <a:solidFill>
                <a:srgbClr val="000000"/>
              </a:solidFill>
              <a:effectLst/>
              <a:uLnTx/>
              <a:uFillTx/>
              <a:cs typeface="+mn-ea"/>
              <a:sym typeface="+mn-lt"/>
            </a:endParaRPr>
          </a:p>
        </p:txBody>
      </p:sp>
      <p:grpSp>
        <p:nvGrpSpPr>
          <p:cNvPr id="4" name="Group 3">
            <a:extLst>
              <a:ext uri="{FF2B5EF4-FFF2-40B4-BE49-F238E27FC236}">
                <a16:creationId xmlns:a16="http://schemas.microsoft.com/office/drawing/2014/main" id="{B9113E91-C06A-0137-57EB-8BFB5CDACA5C}"/>
              </a:ext>
            </a:extLst>
          </p:cNvPr>
          <p:cNvGrpSpPr/>
          <p:nvPr/>
        </p:nvGrpSpPr>
        <p:grpSpPr>
          <a:xfrm>
            <a:off x="3987165" y="2986425"/>
            <a:ext cx="4444727" cy="2778271"/>
            <a:chOff x="3987165" y="2986425"/>
            <a:chExt cx="4444727" cy="2454957"/>
          </a:xfrm>
        </p:grpSpPr>
        <p:cxnSp>
          <p:nvCxnSpPr>
            <p:cNvPr id="35" name="Straight Connector 34">
              <a:extLst>
                <a:ext uri="{FF2B5EF4-FFF2-40B4-BE49-F238E27FC236}">
                  <a16:creationId xmlns:a16="http://schemas.microsoft.com/office/drawing/2014/main" id="{F3D65A28-2CF9-59E4-0E78-1786C5A5B61D}"/>
                </a:ext>
              </a:extLst>
            </p:cNvPr>
            <p:cNvCxnSpPr>
              <a:cxnSpLocks/>
            </p:cNvCxnSpPr>
            <p:nvPr/>
          </p:nvCxnSpPr>
          <p:spPr bwMode="gray">
            <a:xfrm flipH="1">
              <a:off x="3987165" y="2986425"/>
              <a:ext cx="0" cy="2454957"/>
            </a:xfrm>
            <a:prstGeom prst="line">
              <a:avLst/>
            </a:prstGeom>
            <a:noFill/>
            <a:ln w="6350" cap="flat" cmpd="sng" algn="ctr">
              <a:solidFill>
                <a:srgbClr val="B4B4B4"/>
              </a:solidFill>
              <a:prstDash val="solid"/>
              <a:miter lim="800000"/>
              <a:headEnd type="none" w="med" len="med"/>
              <a:tailEnd type="none" w="med" len="lg"/>
            </a:ln>
            <a:effectLst/>
          </p:spPr>
        </p:cxnSp>
        <p:cxnSp>
          <p:nvCxnSpPr>
            <p:cNvPr id="36" name="Straight Connector 35">
              <a:extLst>
                <a:ext uri="{FF2B5EF4-FFF2-40B4-BE49-F238E27FC236}">
                  <a16:creationId xmlns:a16="http://schemas.microsoft.com/office/drawing/2014/main" id="{FE715E58-EEC4-97C8-1B1A-B04A36112A7C}"/>
                </a:ext>
              </a:extLst>
            </p:cNvPr>
            <p:cNvCxnSpPr>
              <a:cxnSpLocks/>
            </p:cNvCxnSpPr>
            <p:nvPr/>
          </p:nvCxnSpPr>
          <p:spPr bwMode="gray">
            <a:xfrm flipH="1">
              <a:off x="8431892" y="2986425"/>
              <a:ext cx="0" cy="2454957"/>
            </a:xfrm>
            <a:prstGeom prst="line">
              <a:avLst/>
            </a:prstGeom>
            <a:noFill/>
            <a:ln w="6350" cap="flat" cmpd="sng" algn="ctr">
              <a:solidFill>
                <a:srgbClr val="B4B4B4"/>
              </a:solidFill>
              <a:prstDash val="solid"/>
              <a:miter lim="800000"/>
              <a:headEnd type="none" w="med" len="med"/>
              <a:tailEnd type="none" w="med" len="lg"/>
            </a:ln>
            <a:effectLst/>
          </p:spPr>
        </p:cxnSp>
      </p:grpSp>
      <p:grpSp>
        <p:nvGrpSpPr>
          <p:cNvPr id="38" name="Group 37">
            <a:extLst>
              <a:ext uri="{FF2B5EF4-FFF2-40B4-BE49-F238E27FC236}">
                <a16:creationId xmlns:a16="http://schemas.microsoft.com/office/drawing/2014/main" id="{870D5564-CF19-F58C-B041-5637DDC92129}"/>
              </a:ext>
            </a:extLst>
          </p:cNvPr>
          <p:cNvGrpSpPr/>
          <p:nvPr/>
        </p:nvGrpSpPr>
        <p:grpSpPr>
          <a:xfrm>
            <a:off x="5750255" y="1982688"/>
            <a:ext cx="923927" cy="923927"/>
            <a:chOff x="1190624" y="2721655"/>
            <a:chExt cx="923926" cy="923926"/>
          </a:xfrm>
          <a:solidFill>
            <a:schemeClr val="accent2"/>
          </a:solidFill>
        </p:grpSpPr>
        <p:sp>
          <p:nvSpPr>
            <p:cNvPr id="39" name="Oval 38">
              <a:extLst>
                <a:ext uri="{FF2B5EF4-FFF2-40B4-BE49-F238E27FC236}">
                  <a16:creationId xmlns:a16="http://schemas.microsoft.com/office/drawing/2014/main" id="{37933489-964D-9827-5797-3E75B139D403}"/>
                </a:ext>
              </a:extLst>
            </p:cNvPr>
            <p:cNvSpPr/>
            <p:nvPr/>
          </p:nvSpPr>
          <p:spPr bwMode="gray">
            <a:xfrm>
              <a:off x="1190624" y="2721655"/>
              <a:ext cx="923926" cy="923926"/>
            </a:xfrm>
            <a:prstGeom prst="ellipse">
              <a:avLst/>
            </a:prstGeom>
            <a:grpFill/>
            <a:ln w="38100" cap="flat" cmpd="sng" algn="ctr">
              <a:solidFill>
                <a:srgbClr val="FFFFFF"/>
              </a:solidFill>
              <a:prstDash val="solid"/>
              <a:miter lim="800000"/>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err="1">
                <a:ln>
                  <a:noFill/>
                </a:ln>
                <a:solidFill>
                  <a:srgbClr val="000000"/>
                </a:solidFill>
                <a:effectLst/>
                <a:uLnTx/>
                <a:uFillTx/>
                <a:cs typeface="+mn-ea"/>
                <a:sym typeface="+mn-lt"/>
              </a:endParaRPr>
            </a:p>
          </p:txBody>
        </p:sp>
        <p:pic>
          <p:nvPicPr>
            <p:cNvPr id="40" name="Graphic 39">
              <a:extLst>
                <a:ext uri="{FF2B5EF4-FFF2-40B4-BE49-F238E27FC236}">
                  <a16:creationId xmlns:a16="http://schemas.microsoft.com/office/drawing/2014/main" id="{CEB4B832-E20E-7E13-494A-2965C6EE1C53}"/>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339850" y="2870882"/>
              <a:ext cx="625476" cy="625474"/>
            </a:xfrm>
            <a:prstGeom prst="rect">
              <a:avLst/>
            </a:prstGeom>
          </p:spPr>
        </p:pic>
      </p:grpSp>
      <p:grpSp>
        <p:nvGrpSpPr>
          <p:cNvPr id="41" name="Group 40">
            <a:extLst>
              <a:ext uri="{FF2B5EF4-FFF2-40B4-BE49-F238E27FC236}">
                <a16:creationId xmlns:a16="http://schemas.microsoft.com/office/drawing/2014/main" id="{6A63E2A2-953C-BC54-6DD6-41AE83070BF7}"/>
              </a:ext>
            </a:extLst>
          </p:cNvPr>
          <p:cNvGrpSpPr/>
          <p:nvPr/>
        </p:nvGrpSpPr>
        <p:grpSpPr>
          <a:xfrm>
            <a:off x="1654337" y="1943212"/>
            <a:ext cx="923927" cy="923927"/>
            <a:chOff x="10077449" y="2721655"/>
            <a:chExt cx="923926" cy="923926"/>
          </a:xfrm>
          <a:solidFill>
            <a:schemeClr val="accent2"/>
          </a:solidFill>
        </p:grpSpPr>
        <p:sp>
          <p:nvSpPr>
            <p:cNvPr id="42" name="Oval 41">
              <a:extLst>
                <a:ext uri="{FF2B5EF4-FFF2-40B4-BE49-F238E27FC236}">
                  <a16:creationId xmlns:a16="http://schemas.microsoft.com/office/drawing/2014/main" id="{97377D43-DFFD-547E-8D45-46A5FEB5CC2D}"/>
                </a:ext>
              </a:extLst>
            </p:cNvPr>
            <p:cNvSpPr/>
            <p:nvPr/>
          </p:nvSpPr>
          <p:spPr bwMode="gray">
            <a:xfrm>
              <a:off x="10077449" y="2721655"/>
              <a:ext cx="923926" cy="923926"/>
            </a:xfrm>
            <a:prstGeom prst="ellipse">
              <a:avLst/>
            </a:prstGeom>
            <a:grpFill/>
            <a:ln w="38100" cap="flat" cmpd="sng" algn="ctr">
              <a:solidFill>
                <a:srgbClr val="FFFFFF"/>
              </a:solidFill>
              <a:prstDash val="solid"/>
              <a:miter lim="800000"/>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err="1">
                <a:ln>
                  <a:noFill/>
                </a:ln>
                <a:solidFill>
                  <a:srgbClr val="000000"/>
                </a:solidFill>
                <a:effectLst/>
                <a:uLnTx/>
                <a:uFillTx/>
                <a:cs typeface="+mn-ea"/>
                <a:sym typeface="+mn-lt"/>
              </a:endParaRPr>
            </a:p>
          </p:txBody>
        </p:sp>
        <p:pic>
          <p:nvPicPr>
            <p:cNvPr id="43" name="Graphic 42">
              <a:extLst>
                <a:ext uri="{FF2B5EF4-FFF2-40B4-BE49-F238E27FC236}">
                  <a16:creationId xmlns:a16="http://schemas.microsoft.com/office/drawing/2014/main" id="{A71ABCCB-CC38-0777-2A6C-24747D53D1D8}"/>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94131" y="2843212"/>
              <a:ext cx="690563" cy="690563"/>
            </a:xfrm>
            <a:prstGeom prst="rect">
              <a:avLst/>
            </a:prstGeom>
          </p:spPr>
        </p:pic>
      </p:grpSp>
      <p:grpSp>
        <p:nvGrpSpPr>
          <p:cNvPr id="45" name="Group 44">
            <a:extLst>
              <a:ext uri="{FF2B5EF4-FFF2-40B4-BE49-F238E27FC236}">
                <a16:creationId xmlns:a16="http://schemas.microsoft.com/office/drawing/2014/main" id="{32E5677F-5BA6-DFA5-F5F1-4E022BD6EFE4}"/>
              </a:ext>
            </a:extLst>
          </p:cNvPr>
          <p:cNvGrpSpPr/>
          <p:nvPr/>
        </p:nvGrpSpPr>
        <p:grpSpPr>
          <a:xfrm>
            <a:off x="9962965" y="1982688"/>
            <a:ext cx="923927" cy="923927"/>
            <a:chOff x="4152899" y="2721655"/>
            <a:chExt cx="923926" cy="923926"/>
          </a:xfrm>
          <a:solidFill>
            <a:schemeClr val="accent2"/>
          </a:solidFill>
        </p:grpSpPr>
        <p:sp>
          <p:nvSpPr>
            <p:cNvPr id="46" name="Oval 45">
              <a:extLst>
                <a:ext uri="{FF2B5EF4-FFF2-40B4-BE49-F238E27FC236}">
                  <a16:creationId xmlns:a16="http://schemas.microsoft.com/office/drawing/2014/main" id="{6DCE6DFE-0237-8E9E-3E46-A9A592DDCBDE}"/>
                </a:ext>
              </a:extLst>
            </p:cNvPr>
            <p:cNvSpPr/>
            <p:nvPr/>
          </p:nvSpPr>
          <p:spPr bwMode="gray">
            <a:xfrm>
              <a:off x="4152899" y="2721655"/>
              <a:ext cx="923926" cy="923926"/>
            </a:xfrm>
            <a:prstGeom prst="ellipse">
              <a:avLst/>
            </a:prstGeom>
            <a:grpFill/>
            <a:ln w="38100" cap="flat" cmpd="sng" algn="ctr">
              <a:solidFill>
                <a:srgbClr val="FFFFFF"/>
              </a:solidFill>
              <a:prstDash val="solid"/>
              <a:miter lim="800000"/>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err="1">
                <a:ln>
                  <a:noFill/>
                </a:ln>
                <a:solidFill>
                  <a:srgbClr val="000000"/>
                </a:solidFill>
                <a:effectLst/>
                <a:uLnTx/>
                <a:uFillTx/>
                <a:cs typeface="+mn-ea"/>
                <a:sym typeface="+mn-lt"/>
              </a:endParaRPr>
            </a:p>
          </p:txBody>
        </p:sp>
        <p:pic>
          <p:nvPicPr>
            <p:cNvPr id="47" name="Graphic 46">
              <a:extLst>
                <a:ext uri="{FF2B5EF4-FFF2-40B4-BE49-F238E27FC236}">
                  <a16:creationId xmlns:a16="http://schemas.microsoft.com/office/drawing/2014/main" id="{923AAA78-FE9C-166C-717A-D9A64D2FAAA9}"/>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310061" y="2845592"/>
              <a:ext cx="609602" cy="609602"/>
            </a:xfrm>
            <a:prstGeom prst="rect">
              <a:avLst/>
            </a:prstGeom>
          </p:spPr>
        </p:pic>
      </p:grpSp>
      <p:sp>
        <p:nvSpPr>
          <p:cNvPr id="3" name="btfpLayoutConfig" hidden="1">
            <a:extLst>
              <a:ext uri="{FF2B5EF4-FFF2-40B4-BE49-F238E27FC236}">
                <a16:creationId xmlns:a16="http://schemas.microsoft.com/office/drawing/2014/main" id="{A8B5B0FC-2014-96AF-2D0E-39ED3B1401DC}"/>
              </a:ext>
            </a:extLst>
          </p:cNvPr>
          <p:cNvSpPr txBox="1"/>
          <p:nvPr/>
        </p:nvSpPr>
        <p:spPr bwMode="gray">
          <a:xfrm>
            <a:off x="12700" y="12700"/>
            <a:ext cx="8890000" cy="1270000"/>
          </a:xfrm>
          <a:prstGeom prst="rect">
            <a:avLst/>
          </a:prstGeom>
          <a:noFill/>
        </p:spPr>
        <p:txBody>
          <a:bodyPr vert="horz" wrap="square" lIns="36000" tIns="36000" rIns="36000" bIns="36000" rtlCol="0" anchor="t">
            <a:noAutofit/>
          </a:bodyPr>
          <a:lstStyle/>
          <a:p>
            <a:pPr marL="0" marR="0" lvl="0" indent="0" algn="l" defTabSz="914400" rtl="0" eaLnBrk="0" fontAlgn="auto" latinLnBrk="0" hangingPunct="1">
              <a:lnSpc>
                <a:spcPct val="100000"/>
              </a:lnSpc>
              <a:spcBef>
                <a:spcPts val="0"/>
              </a:spcBef>
              <a:spcAft>
                <a:spcPts val="0"/>
              </a:spcAft>
              <a:buClrTx/>
              <a:buSzTx/>
              <a:buFontTx/>
              <a:buNone/>
              <a:tabLst/>
              <a:defRPr/>
            </a:pPr>
            <a:r>
              <a:rPr kumimoji="0" lang="en-US" altLang="zh-CN" sz="100" b="0" i="0" u="none" strike="noStrike" kern="1200" cap="none" spc="0" normalizeH="0" baseline="0" noProof="0">
                <a:ln>
                  <a:noFill/>
                </a:ln>
                <a:solidFill>
                  <a:srgbClr val="FFFFFF">
                    <a:alpha val="0"/>
                  </a:srgbClr>
                </a:solidFill>
                <a:effectLst/>
                <a:uLnTx/>
                <a:uFillTx/>
                <a:cs typeface="+mn-ea"/>
                <a:sym typeface="+mn-lt"/>
              </a:rPr>
              <a:t>overall_1_133752440601489890 columns_1_133752440601489890 </a:t>
            </a:r>
            <a:endParaRPr kumimoji="0" lang="zh-CN" altLang="en-US" sz="100" b="0" i="0" u="none" strike="noStrike" kern="1200" cap="none" spc="0" normalizeH="0" baseline="0" noProof="0" dirty="0">
              <a:ln>
                <a:noFill/>
              </a:ln>
              <a:solidFill>
                <a:srgbClr val="FFFFFF">
                  <a:alpha val="0"/>
                </a:srgbClr>
              </a:solidFill>
              <a:effectLst/>
              <a:uLnTx/>
              <a:uFillTx/>
              <a:cs typeface="+mn-ea"/>
              <a:sym typeface="+mn-lt"/>
            </a:endParaRPr>
          </a:p>
        </p:txBody>
      </p:sp>
    </p:spTree>
    <p:custDataLst>
      <p:tags r:id="rId2"/>
    </p:custDataLst>
    <p:extLst>
      <p:ext uri="{BB962C8B-B14F-4D97-AF65-F5344CB8AC3E}">
        <p14:creationId xmlns:p14="http://schemas.microsoft.com/office/powerpoint/2010/main" val="2602335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5400000">
            <a:off x="979123" y="3850723"/>
            <a:ext cx="928294" cy="279132"/>
          </a:xfrm>
          <a:prstGeom prst="triangle">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矩形 5"/>
          <p:cNvSpPr/>
          <p:nvPr/>
        </p:nvSpPr>
        <p:spPr>
          <a:xfrm>
            <a:off x="1610200" y="2101602"/>
            <a:ext cx="1079834" cy="2421941"/>
          </a:xfrm>
          <a:prstGeom prst="rect">
            <a:avLst/>
          </a:prstGeom>
          <a:solidFill>
            <a:schemeClr val="accent6">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cs typeface="+mn-ea"/>
                <a:sym typeface="+mn-lt"/>
              </a:rPr>
              <a:t>关键人才</a:t>
            </a:r>
            <a:br>
              <a:rPr kumimoji="0" lang="en-US" altLang="zh-CN" sz="1400" b="1" i="0" u="none" strike="noStrike" kern="1200" cap="none" spc="0" normalizeH="0" baseline="0" noProof="0" dirty="0">
                <a:ln>
                  <a:noFill/>
                </a:ln>
                <a:solidFill>
                  <a:srgbClr val="000000"/>
                </a:solidFill>
                <a:effectLst/>
                <a:uLnTx/>
                <a:uFillTx/>
                <a:cs typeface="+mn-ea"/>
                <a:sym typeface="+mn-lt"/>
              </a:rPr>
            </a:br>
            <a:r>
              <a:rPr kumimoji="0" lang="zh-CN" altLang="en-US" sz="1400" b="1" i="0" u="none" strike="noStrike" kern="1200" cap="none" spc="0" normalizeH="0" baseline="0" noProof="0" dirty="0">
                <a:ln>
                  <a:noFill/>
                </a:ln>
                <a:solidFill>
                  <a:srgbClr val="000000"/>
                </a:solidFill>
                <a:effectLst/>
                <a:uLnTx/>
                <a:uFillTx/>
                <a:cs typeface="+mn-ea"/>
                <a:sym typeface="+mn-lt"/>
              </a:rPr>
              <a:t>培育</a:t>
            </a:r>
            <a:endParaRPr kumimoji="0" lang="en-US" altLang="zh-CN" sz="1400" b="1" i="0" u="none" strike="noStrike" kern="1200" cap="none" spc="0" normalizeH="0" baseline="0" noProof="0" dirty="0">
              <a:ln>
                <a:noFill/>
              </a:ln>
              <a:solidFill>
                <a:srgbClr val="000000"/>
              </a:solidFill>
              <a:effectLst/>
              <a:uLnTx/>
              <a:uFillTx/>
              <a:cs typeface="+mn-ea"/>
              <a:sym typeface="+mn-lt"/>
            </a:endParaRPr>
          </a:p>
        </p:txBody>
      </p:sp>
      <p:sp>
        <p:nvSpPr>
          <p:cNvPr id="99" name="矩形 98"/>
          <p:cNvSpPr/>
          <p:nvPr/>
        </p:nvSpPr>
        <p:spPr>
          <a:xfrm>
            <a:off x="2773128" y="2101602"/>
            <a:ext cx="3695686" cy="416094"/>
          </a:xfrm>
          <a:prstGeom prst="rect">
            <a:avLst/>
          </a:prstGeom>
          <a:solidFill>
            <a:schemeClr val="bg1">
              <a:lumMod val="95000"/>
            </a:schemeClr>
          </a:solidFill>
          <a:ln>
            <a:solidFill>
              <a:schemeClr val="bg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cs typeface="+mn-ea"/>
                <a:sym typeface="+mn-lt"/>
              </a:rPr>
              <a:t>专业技能</a:t>
            </a:r>
            <a:endParaRPr kumimoji="0" lang="en-US" altLang="zh-CN" sz="1400" b="1" i="0" u="none" strike="noStrike" kern="1200" cap="none" spc="0" normalizeH="0" baseline="0" noProof="0" dirty="0">
              <a:ln>
                <a:noFill/>
              </a:ln>
              <a:solidFill>
                <a:srgbClr val="000000"/>
              </a:solidFill>
              <a:effectLst/>
              <a:uLnTx/>
              <a:uFillTx/>
              <a:cs typeface="+mn-ea"/>
              <a:sym typeface="+mn-lt"/>
            </a:endParaRPr>
          </a:p>
        </p:txBody>
      </p:sp>
      <p:sp>
        <p:nvSpPr>
          <p:cNvPr id="100" name="矩形 99"/>
          <p:cNvSpPr/>
          <p:nvPr/>
        </p:nvSpPr>
        <p:spPr>
          <a:xfrm>
            <a:off x="6549788" y="2101602"/>
            <a:ext cx="5462193" cy="424724"/>
          </a:xfrm>
          <a:prstGeom prst="rect">
            <a:avLst/>
          </a:prstGeom>
          <a:solidFill>
            <a:schemeClr val="bg1">
              <a:lumMod val="95000"/>
            </a:schemeClr>
          </a:solidFill>
          <a:ln>
            <a:solidFill>
              <a:schemeClr val="bg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000000"/>
                </a:solidFill>
                <a:effectLst/>
                <a:uLnTx/>
                <a:uFillTx/>
                <a:cs typeface="+mn-ea"/>
                <a:sym typeface="+mn-lt"/>
              </a:rPr>
              <a:t>领导力项目</a:t>
            </a:r>
            <a:endParaRPr kumimoji="0" lang="en-US" altLang="zh-CN" sz="1400" b="1" i="0" u="none" strike="noStrike" kern="1200" cap="none" spc="0" normalizeH="0" baseline="0" noProof="0" dirty="0">
              <a:ln>
                <a:noFill/>
              </a:ln>
              <a:solidFill>
                <a:srgbClr val="000000"/>
              </a:solidFill>
              <a:effectLst/>
              <a:uLnTx/>
              <a:uFillTx/>
              <a:cs typeface="+mn-ea"/>
              <a:sym typeface="+mn-lt"/>
            </a:endParaRPr>
          </a:p>
        </p:txBody>
      </p:sp>
      <p:graphicFrame>
        <p:nvGraphicFramePr>
          <p:cNvPr id="36" name="表格 35"/>
          <p:cNvGraphicFramePr>
            <a:graphicFrameLocks noGrp="1"/>
          </p:cNvGraphicFramePr>
          <p:nvPr>
            <p:extLst>
              <p:ext uri="{D42A27DB-BD31-4B8C-83A1-F6EECF244321}">
                <p14:modId xmlns:p14="http://schemas.microsoft.com/office/powerpoint/2010/main" val="143912669"/>
              </p:ext>
            </p:extLst>
          </p:nvPr>
        </p:nvGraphicFramePr>
        <p:xfrm>
          <a:off x="2773128" y="4024457"/>
          <a:ext cx="3695686" cy="446600"/>
        </p:xfrm>
        <a:graphic>
          <a:graphicData uri="http://schemas.openxmlformats.org/drawingml/2006/table">
            <a:tbl>
              <a:tblPr firstRow="1" bandRow="1">
                <a:tableStyleId>{5940675A-B579-460E-94D1-54222C63F5DA}</a:tableStyleId>
              </a:tblPr>
              <a:tblGrid>
                <a:gridCol w="3695686">
                  <a:extLst>
                    <a:ext uri="{9D8B030D-6E8A-4147-A177-3AD203B41FA5}">
                      <a16:colId xmlns:a16="http://schemas.microsoft.com/office/drawing/2014/main" val="3999701085"/>
                    </a:ext>
                  </a:extLst>
                </a:gridCol>
              </a:tblGrid>
              <a:tr h="446600">
                <a:tc>
                  <a:txBody>
                    <a:bodyPr/>
                    <a:lstStyle/>
                    <a:p>
                      <a:pPr marL="0" indent="0" algn="l">
                        <a:spcBef>
                          <a:spcPts val="0"/>
                        </a:spcBef>
                        <a:buFontTx/>
                        <a:buNone/>
                      </a:pPr>
                      <a:r>
                        <a:rPr lang="en-US" altLang="zh-CN" sz="1200" b="0" baseline="0" dirty="0">
                          <a:solidFill>
                            <a:schemeClr val="tx1"/>
                          </a:solidFill>
                          <a:latin typeface="+mn-lt"/>
                          <a:ea typeface="+mn-ea"/>
                          <a:cs typeface="+mn-ea"/>
                          <a:sym typeface="+mn-lt"/>
                        </a:rPr>
                        <a:t>                        </a:t>
                      </a:r>
                      <a:r>
                        <a:rPr lang="zh-CN" altLang="en-US" sz="1200" b="0" dirty="0">
                          <a:solidFill>
                            <a:schemeClr val="tx1"/>
                          </a:solidFill>
                          <a:latin typeface="+mn-lt"/>
                          <a:ea typeface="+mn-ea"/>
                          <a:cs typeface="+mn-ea"/>
                          <a:sym typeface="+mn-lt"/>
                        </a:rPr>
                        <a:t>总部与区域职能主导培养</a:t>
                      </a:r>
                      <a:endParaRPr lang="en-US" altLang="zh-CN" sz="1200" b="0" baseline="0" dirty="0">
                        <a:solidFill>
                          <a:schemeClr val="tx1"/>
                        </a:solidFill>
                        <a:latin typeface="+mn-lt"/>
                        <a:ea typeface="+mn-ea"/>
                        <a:cs typeface="+mn-ea"/>
                        <a:sym typeface="+mn-lt"/>
                      </a:endParaRPr>
                    </a:p>
                  </a:txBody>
                  <a:tcPr marL="121878" marR="121878" marT="60939" marB="6093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4111925"/>
                  </a:ext>
                </a:extLst>
              </a:tr>
            </a:tbl>
          </a:graphicData>
        </a:graphic>
      </p:graphicFrame>
      <p:graphicFrame>
        <p:nvGraphicFramePr>
          <p:cNvPr id="37" name="表格 36"/>
          <p:cNvGraphicFramePr>
            <a:graphicFrameLocks noGrp="1"/>
          </p:cNvGraphicFramePr>
          <p:nvPr>
            <p:extLst>
              <p:ext uri="{D42A27DB-BD31-4B8C-83A1-F6EECF244321}">
                <p14:modId xmlns:p14="http://schemas.microsoft.com/office/powerpoint/2010/main" val="195431273"/>
              </p:ext>
            </p:extLst>
          </p:nvPr>
        </p:nvGraphicFramePr>
        <p:xfrm>
          <a:off x="6501120" y="2600558"/>
          <a:ext cx="1864050" cy="1956367"/>
        </p:xfrm>
        <a:graphic>
          <a:graphicData uri="http://schemas.openxmlformats.org/drawingml/2006/table">
            <a:tbl>
              <a:tblPr firstRow="1" bandRow="1">
                <a:tableStyleId>{5940675A-B579-460E-94D1-54222C63F5DA}</a:tableStyleId>
              </a:tblPr>
              <a:tblGrid>
                <a:gridCol w="1864050">
                  <a:extLst>
                    <a:ext uri="{9D8B030D-6E8A-4147-A177-3AD203B41FA5}">
                      <a16:colId xmlns:a16="http://schemas.microsoft.com/office/drawing/2014/main" val="3999701085"/>
                    </a:ext>
                  </a:extLst>
                </a:gridCol>
              </a:tblGrid>
              <a:tr h="332615">
                <a:tc>
                  <a:txBody>
                    <a:bodyPr/>
                    <a:lstStyle/>
                    <a:p>
                      <a:pPr marL="0" indent="0" algn="ctr">
                        <a:buFontTx/>
                        <a:buNone/>
                      </a:pPr>
                      <a:r>
                        <a:rPr lang="zh-CN" altLang="en-US" sz="1200" b="1" i="1" dirty="0">
                          <a:solidFill>
                            <a:schemeClr val="tx1"/>
                          </a:solidFill>
                          <a:effectLst>
                            <a:outerShdw blurRad="38100" dist="38100" dir="2700000" algn="tl">
                              <a:srgbClr val="000000">
                                <a:alpha val="43137"/>
                              </a:srgbClr>
                            </a:outerShdw>
                          </a:effectLst>
                          <a:latin typeface="+mn-lt"/>
                          <a:ea typeface="+mn-ea"/>
                          <a:cs typeface="+mn-ea"/>
                          <a:sym typeface="+mn-lt"/>
                        </a:rPr>
                        <a:t>新晋管理者</a:t>
                      </a: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4111925"/>
                  </a:ext>
                </a:extLst>
              </a:tr>
              <a:tr h="282716">
                <a:tc>
                  <a:txBody>
                    <a:bodyPr/>
                    <a:lstStyle/>
                    <a:p>
                      <a:pPr algn="l"/>
                      <a:r>
                        <a:rPr lang="zh-CN" altLang="en-US" sz="1000" b="0" baseline="0" dirty="0">
                          <a:solidFill>
                            <a:schemeClr val="tx1"/>
                          </a:solidFill>
                          <a:latin typeface="+mn-lt"/>
                          <a:ea typeface="+mn-ea"/>
                          <a:cs typeface="+mn-ea"/>
                          <a:sym typeface="+mn-lt"/>
                        </a:rPr>
                        <a:t>面向国家端新晋中层</a:t>
                      </a:r>
                      <a:endParaRPr lang="zh-CN" altLang="en-US" sz="1000" b="0" dirty="0">
                        <a:solidFill>
                          <a:schemeClr val="tx1"/>
                        </a:solidFill>
                        <a:latin typeface="+mn-lt"/>
                        <a:ea typeface="+mn-ea"/>
                        <a:cs typeface="+mn-ea"/>
                        <a:sym typeface="+mn-lt"/>
                      </a:endParaRP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9397595"/>
                  </a:ext>
                </a:extLst>
              </a:tr>
              <a:tr h="825573">
                <a:tc>
                  <a:txBody>
                    <a:bodyPr/>
                    <a:lstStyle/>
                    <a:p>
                      <a:pPr marL="171450" indent="-171450" algn="l">
                        <a:buFont typeface="Arial" panose="020B0604020202020204" pitchFamily="34" charset="0"/>
                        <a:buChar char="•"/>
                      </a:pPr>
                      <a:r>
                        <a:rPr lang="zh-CN" altLang="en-US" sz="1000" b="0" dirty="0">
                          <a:solidFill>
                            <a:schemeClr val="tx1"/>
                          </a:solidFill>
                          <a:latin typeface="+mn-lt"/>
                          <a:ea typeface="+mn-ea"/>
                          <a:cs typeface="+mn-ea"/>
                          <a:sym typeface="+mn-lt"/>
                        </a:rPr>
                        <a:t>自我意识</a:t>
                      </a:r>
                      <a:endParaRPr lang="en-US" altLang="zh-CN" sz="1000" b="0" dirty="0">
                        <a:solidFill>
                          <a:schemeClr val="tx1"/>
                        </a:solidFill>
                        <a:latin typeface="+mn-lt"/>
                        <a:ea typeface="+mn-ea"/>
                        <a:cs typeface="+mn-ea"/>
                        <a:sym typeface="+mn-lt"/>
                      </a:endParaRPr>
                    </a:p>
                    <a:p>
                      <a:pPr marL="171450" indent="-171450" algn="l">
                        <a:buFont typeface="Arial" panose="020B0604020202020204" pitchFamily="34" charset="0"/>
                        <a:buChar char="•"/>
                      </a:pPr>
                      <a:r>
                        <a:rPr lang="zh-CN" altLang="en-US" sz="1000" b="0" dirty="0">
                          <a:solidFill>
                            <a:schemeClr val="tx1"/>
                          </a:solidFill>
                          <a:latin typeface="+mn-lt"/>
                          <a:ea typeface="+mn-ea"/>
                          <a:cs typeface="+mn-ea"/>
                          <a:sym typeface="+mn-lt"/>
                        </a:rPr>
                        <a:t>领导力基础</a:t>
                      </a:r>
                      <a:endParaRPr lang="en-US" altLang="zh-CN" sz="1000" b="0" dirty="0">
                        <a:solidFill>
                          <a:schemeClr val="tx1"/>
                        </a:solidFill>
                        <a:latin typeface="+mn-lt"/>
                        <a:ea typeface="+mn-ea"/>
                        <a:cs typeface="+mn-ea"/>
                        <a:sym typeface="+mn-lt"/>
                      </a:endParaRPr>
                    </a:p>
                    <a:p>
                      <a:pPr marL="171450" indent="-171450" algn="l">
                        <a:buFont typeface="Arial" panose="020B0604020202020204" pitchFamily="34" charset="0"/>
                        <a:buChar char="•"/>
                      </a:pPr>
                      <a:r>
                        <a:rPr lang="zh-CN" altLang="en-US" sz="1000" b="0" dirty="0">
                          <a:solidFill>
                            <a:schemeClr val="tx1"/>
                          </a:solidFill>
                          <a:latin typeface="+mn-lt"/>
                          <a:ea typeface="+mn-ea"/>
                          <a:cs typeface="+mn-ea"/>
                          <a:sym typeface="+mn-lt"/>
                        </a:rPr>
                        <a:t>沟通与影响力</a:t>
                      </a:r>
                      <a:endParaRPr lang="en-US" altLang="zh-CN" sz="1000" b="0" dirty="0">
                        <a:solidFill>
                          <a:schemeClr val="tx1"/>
                        </a:solidFill>
                        <a:latin typeface="+mn-lt"/>
                        <a:ea typeface="+mn-ea"/>
                        <a:cs typeface="+mn-ea"/>
                        <a:sym typeface="+mn-lt"/>
                      </a:endParaRP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1976565"/>
                  </a:ext>
                </a:extLst>
              </a:tr>
              <a:tr h="455362">
                <a:tc>
                  <a:txBody>
                    <a:bodyPr/>
                    <a:lstStyle/>
                    <a:p>
                      <a:pPr marL="0" marR="0" lvl="0" indent="0" algn="l" defTabSz="609410" rtl="0" eaLnBrk="1" fontAlgn="auto" latinLnBrk="0" hangingPunct="1">
                        <a:lnSpc>
                          <a:spcPct val="100000"/>
                        </a:lnSpc>
                        <a:spcBef>
                          <a:spcPts val="0"/>
                        </a:spcBef>
                        <a:spcAft>
                          <a:spcPts val="0"/>
                        </a:spcAft>
                        <a:buClrTx/>
                        <a:buSzTx/>
                        <a:buFontTx/>
                        <a:buNone/>
                        <a:tabLst/>
                        <a:defRPr/>
                      </a:pPr>
                      <a:r>
                        <a:rPr lang="en-US" altLang="zh-CN" sz="1100" b="0" baseline="0" dirty="0">
                          <a:solidFill>
                            <a:schemeClr val="tx1"/>
                          </a:solidFill>
                          <a:latin typeface="+mn-lt"/>
                          <a:ea typeface="+mn-ea"/>
                          <a:cs typeface="+mn-ea"/>
                          <a:sym typeface="+mn-lt"/>
                        </a:rPr>
                        <a:t>             </a:t>
                      </a:r>
                      <a:r>
                        <a:rPr lang="zh-CN" altLang="en-US" sz="1100" b="0" baseline="0" dirty="0">
                          <a:solidFill>
                            <a:schemeClr val="tx1"/>
                          </a:solidFill>
                          <a:latin typeface="+mn-lt"/>
                          <a:ea typeface="+mn-ea"/>
                          <a:cs typeface="+mn-ea"/>
                          <a:sym typeface="+mn-lt"/>
                        </a:rPr>
                        <a:t>国家</a:t>
                      </a:r>
                      <a:r>
                        <a:rPr lang="en-US" altLang="zh-CN" sz="1100" b="0" baseline="0" dirty="0">
                          <a:solidFill>
                            <a:schemeClr val="tx1"/>
                          </a:solidFill>
                          <a:latin typeface="+mn-lt"/>
                          <a:ea typeface="+mn-ea"/>
                          <a:cs typeface="+mn-ea"/>
                          <a:sym typeface="+mn-lt"/>
                        </a:rPr>
                        <a:t>-COE</a:t>
                      </a:r>
                    </a:p>
                    <a:p>
                      <a:pPr marL="0" marR="0" lvl="0" indent="0" algn="l" defTabSz="609410" rtl="0" eaLnBrk="1" fontAlgn="auto" latinLnBrk="0" hangingPunct="1">
                        <a:lnSpc>
                          <a:spcPct val="100000"/>
                        </a:lnSpc>
                        <a:spcBef>
                          <a:spcPts val="0"/>
                        </a:spcBef>
                        <a:spcAft>
                          <a:spcPts val="0"/>
                        </a:spcAft>
                        <a:buClrTx/>
                        <a:buSzTx/>
                        <a:buFontTx/>
                        <a:buNone/>
                        <a:tabLst/>
                        <a:defRPr/>
                      </a:pPr>
                      <a:endParaRPr lang="zh-CN" altLang="en-US" sz="1100" b="0" dirty="0">
                        <a:solidFill>
                          <a:schemeClr val="tx1"/>
                        </a:solidFill>
                        <a:latin typeface="+mn-lt"/>
                        <a:ea typeface="+mn-ea"/>
                        <a:cs typeface="+mn-ea"/>
                        <a:sym typeface="+mn-lt"/>
                      </a:endParaRP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12104973"/>
                  </a:ext>
                </a:extLst>
              </a:tr>
            </a:tbl>
          </a:graphicData>
        </a:graphic>
      </p:graphicFrame>
      <p:sp>
        <p:nvSpPr>
          <p:cNvPr id="2" name="文本框 1">
            <a:extLst>
              <a:ext uri="{FF2B5EF4-FFF2-40B4-BE49-F238E27FC236}">
                <a16:creationId xmlns:a16="http://schemas.microsoft.com/office/drawing/2014/main" id="{8799D8CB-9983-4C37-AE6B-B74833A3E15E}"/>
              </a:ext>
            </a:extLst>
          </p:cNvPr>
          <p:cNvSpPr txBox="1"/>
          <p:nvPr/>
        </p:nvSpPr>
        <p:spPr>
          <a:xfrm>
            <a:off x="1558581" y="5802500"/>
            <a:ext cx="10498201" cy="584775"/>
          </a:xfrm>
          <a:prstGeom prst="rect">
            <a:avLst/>
          </a:prstGeom>
          <a:solidFill>
            <a:schemeClr val="accent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600" b="1"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white"/>
              </a:solidFill>
              <a:effectLst/>
              <a:uLnTx/>
              <a:uFillTx/>
              <a:cs typeface="+mn-ea"/>
              <a:sym typeface="+mn-lt"/>
            </a:endParaRPr>
          </a:p>
        </p:txBody>
      </p:sp>
      <p:sp>
        <p:nvSpPr>
          <p:cNvPr id="3" name="矩形 2">
            <a:extLst>
              <a:ext uri="{FF2B5EF4-FFF2-40B4-BE49-F238E27FC236}">
                <a16:creationId xmlns:a16="http://schemas.microsoft.com/office/drawing/2014/main" id="{7D2DA701-B89D-4681-A1C2-890A48837484}"/>
              </a:ext>
            </a:extLst>
          </p:cNvPr>
          <p:cNvSpPr/>
          <p:nvPr/>
        </p:nvSpPr>
        <p:spPr>
          <a:xfrm>
            <a:off x="1610199" y="5410726"/>
            <a:ext cx="10480163" cy="388994"/>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入职培训计划</a:t>
            </a:r>
            <a:r>
              <a:rPr kumimoji="0" lang="en-US" altLang="zh-CN" sz="1600" b="1" i="0" u="none" strike="noStrike" kern="1200" cap="none" spc="0" normalizeH="0" baseline="0" noProof="0" dirty="0">
                <a:ln>
                  <a:noFill/>
                </a:ln>
                <a:solidFill>
                  <a:srgbClr val="000000"/>
                </a:solidFill>
                <a:effectLst/>
                <a:uLnTx/>
                <a:uFillTx/>
                <a:cs typeface="+mn-ea"/>
                <a:sym typeface="+mn-lt"/>
              </a:rPr>
              <a:t>/</a:t>
            </a:r>
            <a:r>
              <a:rPr kumimoji="0" lang="zh-CN" altLang="en-US" sz="1600" b="1" i="0" u="none" strike="noStrike" kern="1200" cap="none" spc="0" normalizeH="0" baseline="0" noProof="0" dirty="0">
                <a:ln>
                  <a:noFill/>
                </a:ln>
                <a:solidFill>
                  <a:srgbClr val="000000"/>
                </a:solidFill>
                <a:effectLst/>
                <a:uLnTx/>
                <a:uFillTx/>
                <a:cs typeface="+mn-ea"/>
                <a:sym typeface="+mn-lt"/>
              </a:rPr>
              <a:t>个人发展计划</a:t>
            </a:r>
            <a:r>
              <a:rPr kumimoji="0" lang="en-US" altLang="zh-CN" sz="1600" b="1" i="0" u="none" strike="noStrike" kern="1200" cap="none" spc="0" normalizeH="0" baseline="0" noProof="0" dirty="0">
                <a:ln>
                  <a:noFill/>
                </a:ln>
                <a:solidFill>
                  <a:srgbClr val="000000"/>
                </a:solidFill>
                <a:effectLst/>
                <a:uLnTx/>
                <a:uFillTx/>
                <a:cs typeface="+mn-ea"/>
                <a:sym typeface="+mn-lt"/>
              </a:rPr>
              <a:t>/</a:t>
            </a:r>
            <a:r>
              <a:rPr kumimoji="0" lang="zh-CN" altLang="en-US" sz="1600" b="1" i="0" u="none" strike="noStrike" kern="1200" cap="none" spc="0" normalizeH="0" baseline="0" noProof="0" dirty="0">
                <a:ln>
                  <a:noFill/>
                </a:ln>
                <a:solidFill>
                  <a:srgbClr val="000000"/>
                </a:solidFill>
                <a:effectLst/>
                <a:uLnTx/>
                <a:uFillTx/>
                <a:cs typeface="+mn-ea"/>
                <a:sym typeface="+mn-lt"/>
              </a:rPr>
              <a:t>全球轮岗计划</a:t>
            </a:r>
          </a:p>
        </p:txBody>
      </p:sp>
      <p:sp>
        <p:nvSpPr>
          <p:cNvPr id="8" name="等腰三角形 7">
            <a:extLst>
              <a:ext uri="{FF2B5EF4-FFF2-40B4-BE49-F238E27FC236}">
                <a16:creationId xmlns:a16="http://schemas.microsoft.com/office/drawing/2014/main" id="{3E27193A-2AF8-4A08-A004-81242541CC48}"/>
              </a:ext>
            </a:extLst>
          </p:cNvPr>
          <p:cNvSpPr/>
          <p:nvPr/>
        </p:nvSpPr>
        <p:spPr>
          <a:xfrm>
            <a:off x="1558581" y="1178174"/>
            <a:ext cx="10461816" cy="842431"/>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white"/>
                </a:solidFill>
                <a:effectLst/>
                <a:uLnTx/>
                <a:uFillTx/>
                <a:cs typeface="+mn-ea"/>
                <a:sym typeface="+mn-lt"/>
              </a:rPr>
              <a:t>人才梯队建设</a:t>
            </a:r>
            <a:endParaRPr kumimoji="0" lang="en-US" altLang="zh-CN" sz="2400" b="1" i="0" u="none" strike="noStrike" kern="1200" cap="none" spc="0" normalizeH="0" baseline="0" noProof="0" dirty="0">
              <a:ln>
                <a:noFill/>
              </a:ln>
              <a:solidFill>
                <a:prstClr val="white"/>
              </a:solidFill>
              <a:effectLst/>
              <a:uLnTx/>
              <a:uFillTx/>
              <a:cs typeface="+mn-ea"/>
              <a:sym typeface="+mn-lt"/>
            </a:endParaRPr>
          </a:p>
        </p:txBody>
      </p:sp>
      <p:sp>
        <p:nvSpPr>
          <p:cNvPr id="60" name="矩形 59">
            <a:extLst>
              <a:ext uri="{FF2B5EF4-FFF2-40B4-BE49-F238E27FC236}">
                <a16:creationId xmlns:a16="http://schemas.microsoft.com/office/drawing/2014/main" id="{382733C2-25DF-4179-967D-F92320EAE2A7}"/>
              </a:ext>
            </a:extLst>
          </p:cNvPr>
          <p:cNvSpPr/>
          <p:nvPr/>
        </p:nvSpPr>
        <p:spPr>
          <a:xfrm>
            <a:off x="5622261" y="2595245"/>
            <a:ext cx="896768" cy="596998"/>
          </a:xfrm>
          <a:prstGeom prst="rect">
            <a:avLst/>
          </a:prstGeom>
          <a:solidFill>
            <a:schemeClr val="bg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cs typeface="+mn-ea"/>
                <a:sym typeface="+mn-lt"/>
              </a:rPr>
              <a:t>市场营销</a:t>
            </a:r>
          </a:p>
        </p:txBody>
      </p:sp>
      <p:sp>
        <p:nvSpPr>
          <p:cNvPr id="63" name="矩形 62">
            <a:extLst>
              <a:ext uri="{FF2B5EF4-FFF2-40B4-BE49-F238E27FC236}">
                <a16:creationId xmlns:a16="http://schemas.microsoft.com/office/drawing/2014/main" id="{382733C2-25DF-4179-967D-F92320EAE2A7}"/>
              </a:ext>
            </a:extLst>
          </p:cNvPr>
          <p:cNvSpPr/>
          <p:nvPr/>
        </p:nvSpPr>
        <p:spPr>
          <a:xfrm>
            <a:off x="3888268" y="2582517"/>
            <a:ext cx="751569" cy="596998"/>
          </a:xfrm>
          <a:prstGeom prst="rect">
            <a:avLst/>
          </a:prstGeom>
          <a:solidFill>
            <a:schemeClr val="bg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cs typeface="+mn-ea"/>
                <a:sym typeface="+mn-lt"/>
              </a:rPr>
              <a:t>品牌</a:t>
            </a:r>
          </a:p>
        </p:txBody>
      </p:sp>
      <p:sp>
        <p:nvSpPr>
          <p:cNvPr id="65" name="矩形 64">
            <a:extLst>
              <a:ext uri="{FF2B5EF4-FFF2-40B4-BE49-F238E27FC236}">
                <a16:creationId xmlns:a16="http://schemas.microsoft.com/office/drawing/2014/main" id="{382733C2-25DF-4179-967D-F92320EAE2A7}"/>
              </a:ext>
            </a:extLst>
          </p:cNvPr>
          <p:cNvSpPr/>
          <p:nvPr/>
        </p:nvSpPr>
        <p:spPr>
          <a:xfrm>
            <a:off x="4694689" y="2595245"/>
            <a:ext cx="877464" cy="596998"/>
          </a:xfrm>
          <a:prstGeom prst="rect">
            <a:avLst/>
          </a:prstGeom>
          <a:solidFill>
            <a:schemeClr val="bg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cs typeface="+mn-ea"/>
                <a:sym typeface="+mn-lt"/>
              </a:rPr>
              <a:t>供应链</a:t>
            </a:r>
          </a:p>
        </p:txBody>
      </p:sp>
      <p:sp>
        <p:nvSpPr>
          <p:cNvPr id="67" name="矩形 66">
            <a:extLst>
              <a:ext uri="{FF2B5EF4-FFF2-40B4-BE49-F238E27FC236}">
                <a16:creationId xmlns:a16="http://schemas.microsoft.com/office/drawing/2014/main" id="{382733C2-25DF-4179-967D-F92320EAE2A7}"/>
              </a:ext>
            </a:extLst>
          </p:cNvPr>
          <p:cNvSpPr/>
          <p:nvPr/>
        </p:nvSpPr>
        <p:spPr>
          <a:xfrm>
            <a:off x="2773128" y="2586048"/>
            <a:ext cx="1115140" cy="596998"/>
          </a:xfrm>
          <a:prstGeom prst="rect">
            <a:avLst/>
          </a:prstGeom>
          <a:solidFill>
            <a:schemeClr val="bg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cs typeface="+mn-ea"/>
                <a:sym typeface="+mn-lt"/>
              </a:rPr>
              <a:t>产品管理</a:t>
            </a:r>
          </a:p>
        </p:txBody>
      </p:sp>
      <p:sp>
        <p:nvSpPr>
          <p:cNvPr id="69" name="矩形 68">
            <a:extLst>
              <a:ext uri="{FF2B5EF4-FFF2-40B4-BE49-F238E27FC236}">
                <a16:creationId xmlns:a16="http://schemas.microsoft.com/office/drawing/2014/main" id="{382733C2-25DF-4179-967D-F92320EAE2A7}"/>
              </a:ext>
            </a:extLst>
          </p:cNvPr>
          <p:cNvSpPr/>
          <p:nvPr/>
        </p:nvSpPr>
        <p:spPr>
          <a:xfrm>
            <a:off x="2773128" y="3334522"/>
            <a:ext cx="1252236" cy="590674"/>
          </a:xfrm>
          <a:prstGeom prst="rect">
            <a:avLst/>
          </a:prstGeom>
          <a:solidFill>
            <a:schemeClr val="bg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0000"/>
                </a:solidFill>
                <a:cs typeface="+mn-ea"/>
                <a:sym typeface="+mn-lt"/>
              </a:rPr>
              <a:t>人力资源 </a:t>
            </a:r>
            <a:endParaRPr kumimoji="0" lang="zh-CN" altLang="en-US" sz="1200" b="0" i="0" u="none" strike="noStrike" kern="1200" cap="none" spc="0" normalizeH="0" baseline="0" noProof="0" dirty="0">
              <a:ln>
                <a:noFill/>
              </a:ln>
              <a:solidFill>
                <a:srgbClr val="000000"/>
              </a:solidFill>
              <a:effectLst/>
              <a:uLnTx/>
              <a:uFillTx/>
              <a:cs typeface="+mn-ea"/>
              <a:sym typeface="+mn-lt"/>
            </a:endParaRPr>
          </a:p>
        </p:txBody>
      </p:sp>
      <p:sp>
        <p:nvSpPr>
          <p:cNvPr id="70" name="矩形 69">
            <a:extLst>
              <a:ext uri="{FF2B5EF4-FFF2-40B4-BE49-F238E27FC236}">
                <a16:creationId xmlns:a16="http://schemas.microsoft.com/office/drawing/2014/main" id="{382733C2-25DF-4179-967D-F92320EAE2A7}"/>
              </a:ext>
            </a:extLst>
          </p:cNvPr>
          <p:cNvSpPr/>
          <p:nvPr/>
        </p:nvSpPr>
        <p:spPr>
          <a:xfrm>
            <a:off x="4089705" y="3312500"/>
            <a:ext cx="1179671" cy="612696"/>
          </a:xfrm>
          <a:prstGeom prst="rect">
            <a:avLst/>
          </a:prstGeom>
          <a:solidFill>
            <a:schemeClr val="bg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cs typeface="+mn-ea"/>
                <a:sym typeface="+mn-lt"/>
              </a:rPr>
              <a:t>财务</a:t>
            </a:r>
          </a:p>
        </p:txBody>
      </p:sp>
      <p:sp>
        <p:nvSpPr>
          <p:cNvPr id="71" name="矩形 70">
            <a:extLst>
              <a:ext uri="{FF2B5EF4-FFF2-40B4-BE49-F238E27FC236}">
                <a16:creationId xmlns:a16="http://schemas.microsoft.com/office/drawing/2014/main" id="{382733C2-25DF-4179-967D-F92320EAE2A7}"/>
              </a:ext>
            </a:extLst>
          </p:cNvPr>
          <p:cNvSpPr/>
          <p:nvPr/>
        </p:nvSpPr>
        <p:spPr>
          <a:xfrm>
            <a:off x="5330719" y="3290770"/>
            <a:ext cx="1138095" cy="634425"/>
          </a:xfrm>
          <a:prstGeom prst="rect">
            <a:avLst/>
          </a:prstGeom>
          <a:solidFill>
            <a:schemeClr val="bg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000000"/>
                </a:solidFill>
                <a:effectLst/>
                <a:uLnTx/>
                <a:uFillTx/>
                <a:cs typeface="+mn-ea"/>
                <a:sym typeface="+mn-lt"/>
              </a:rPr>
              <a:t>服务</a:t>
            </a:r>
          </a:p>
        </p:txBody>
      </p:sp>
      <p:graphicFrame>
        <p:nvGraphicFramePr>
          <p:cNvPr id="72" name="表格 71"/>
          <p:cNvGraphicFramePr>
            <a:graphicFrameLocks noGrp="1"/>
          </p:cNvGraphicFramePr>
          <p:nvPr>
            <p:extLst>
              <p:ext uri="{D42A27DB-BD31-4B8C-83A1-F6EECF244321}">
                <p14:modId xmlns:p14="http://schemas.microsoft.com/office/powerpoint/2010/main" val="1341980793"/>
              </p:ext>
            </p:extLst>
          </p:nvPr>
        </p:nvGraphicFramePr>
        <p:xfrm>
          <a:off x="8365170" y="2592981"/>
          <a:ext cx="1855300" cy="2098977"/>
        </p:xfrm>
        <a:graphic>
          <a:graphicData uri="http://schemas.openxmlformats.org/drawingml/2006/table">
            <a:tbl>
              <a:tblPr firstRow="1" bandRow="1">
                <a:tableStyleId>{5940675A-B579-460E-94D1-54222C63F5DA}</a:tableStyleId>
              </a:tblPr>
              <a:tblGrid>
                <a:gridCol w="1855300">
                  <a:extLst>
                    <a:ext uri="{9D8B030D-6E8A-4147-A177-3AD203B41FA5}">
                      <a16:colId xmlns:a16="http://schemas.microsoft.com/office/drawing/2014/main" val="3999701085"/>
                    </a:ext>
                  </a:extLst>
                </a:gridCol>
              </a:tblGrid>
              <a:tr h="336237">
                <a:tc>
                  <a:txBody>
                    <a:bodyPr/>
                    <a:lstStyle/>
                    <a:p>
                      <a:pPr marL="0" indent="0" algn="ctr">
                        <a:buFontTx/>
                        <a:buNone/>
                      </a:pPr>
                      <a:r>
                        <a:rPr lang="zh-CN" altLang="en-US" sz="1200" b="1" i="1" dirty="0">
                          <a:solidFill>
                            <a:schemeClr val="tx1"/>
                          </a:solidFill>
                          <a:effectLst>
                            <a:outerShdw blurRad="38100" dist="38100" dir="2700000" algn="tl">
                              <a:srgbClr val="000000">
                                <a:alpha val="43137"/>
                              </a:srgbClr>
                            </a:outerShdw>
                          </a:effectLst>
                          <a:latin typeface="+mn-lt"/>
                          <a:ea typeface="+mn-ea"/>
                          <a:cs typeface="+mn-ea"/>
                          <a:sym typeface="+mn-lt"/>
                        </a:rPr>
                        <a:t>中层管理者</a:t>
                      </a: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4111925"/>
                  </a:ext>
                </a:extLst>
              </a:tr>
              <a:tr h="291181">
                <a:tc>
                  <a:txBody>
                    <a:bodyPr/>
                    <a:lstStyle/>
                    <a:p>
                      <a:pPr algn="l"/>
                      <a:r>
                        <a:rPr lang="en-US" altLang="zh-CN" sz="1000" b="0" baseline="0" dirty="0">
                          <a:solidFill>
                            <a:schemeClr val="tx1"/>
                          </a:solidFill>
                          <a:latin typeface="+mn-lt"/>
                          <a:ea typeface="+mn-ea"/>
                          <a:cs typeface="+mn-ea"/>
                          <a:sym typeface="+mn-lt"/>
                        </a:rPr>
                        <a:t> </a:t>
                      </a:r>
                      <a:r>
                        <a:rPr lang="zh-CN" altLang="en-US" sz="1000" b="0" baseline="0" dirty="0">
                          <a:solidFill>
                            <a:schemeClr val="tx1"/>
                          </a:solidFill>
                          <a:latin typeface="+mn-lt"/>
                          <a:ea typeface="+mn-ea"/>
                          <a:cs typeface="+mn-ea"/>
                          <a:sym typeface="+mn-lt"/>
                        </a:rPr>
                        <a:t>国家一级部门负责人</a:t>
                      </a:r>
                      <a:endParaRPr lang="zh-CN" altLang="en-US" sz="1000" b="0" dirty="0">
                        <a:solidFill>
                          <a:schemeClr val="tx1"/>
                        </a:solidFill>
                        <a:latin typeface="+mn-lt"/>
                        <a:ea typeface="+mn-ea"/>
                        <a:cs typeface="+mn-ea"/>
                        <a:sym typeface="+mn-lt"/>
                      </a:endParaRP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9397595"/>
                  </a:ext>
                </a:extLst>
              </a:tr>
              <a:tr h="938348">
                <a:tc>
                  <a:txBody>
                    <a:bodyPr/>
                    <a:lstStyle/>
                    <a:p>
                      <a:pPr marL="171450" indent="-171450" algn="l">
                        <a:buFont typeface="Arial" panose="020B0604020202020204" pitchFamily="34" charset="0"/>
                        <a:buChar char="•"/>
                      </a:pPr>
                      <a:r>
                        <a:rPr lang="zh-CN" altLang="en-US" sz="1000" b="0" dirty="0">
                          <a:solidFill>
                            <a:schemeClr val="tx1"/>
                          </a:solidFill>
                          <a:latin typeface="+mn-lt"/>
                          <a:ea typeface="+mn-ea"/>
                          <a:cs typeface="+mn-ea"/>
                          <a:sym typeface="+mn-lt"/>
                        </a:rPr>
                        <a:t>领导风格</a:t>
                      </a:r>
                      <a:r>
                        <a:rPr lang="en-US" altLang="zh-CN" sz="1000" b="0" dirty="0">
                          <a:solidFill>
                            <a:schemeClr val="tx1"/>
                          </a:solidFill>
                          <a:latin typeface="+mn-lt"/>
                          <a:ea typeface="+mn-ea"/>
                          <a:cs typeface="+mn-ea"/>
                          <a:sym typeface="+mn-lt"/>
                        </a:rPr>
                        <a:t>/</a:t>
                      </a:r>
                      <a:r>
                        <a:rPr lang="zh-CN" altLang="en-US" sz="1000" b="0" dirty="0">
                          <a:solidFill>
                            <a:schemeClr val="tx1"/>
                          </a:solidFill>
                          <a:latin typeface="+mn-lt"/>
                          <a:ea typeface="+mn-ea"/>
                          <a:cs typeface="+mn-ea"/>
                          <a:sym typeface="+mn-lt"/>
                        </a:rPr>
                        <a:t>潜力</a:t>
                      </a:r>
                      <a:r>
                        <a:rPr lang="en-US" altLang="zh-CN" sz="1000" b="0" dirty="0">
                          <a:solidFill>
                            <a:schemeClr val="tx1"/>
                          </a:solidFill>
                          <a:latin typeface="+mn-lt"/>
                          <a:ea typeface="+mn-ea"/>
                          <a:cs typeface="+mn-ea"/>
                          <a:sym typeface="+mn-lt"/>
                        </a:rPr>
                        <a:t> </a:t>
                      </a:r>
                    </a:p>
                    <a:p>
                      <a:pPr marL="171450" indent="-171450" algn="l">
                        <a:buFont typeface="Arial" panose="020B0604020202020204" pitchFamily="34" charset="0"/>
                        <a:buChar char="•"/>
                      </a:pPr>
                      <a:r>
                        <a:rPr lang="zh-CN" altLang="en-US" sz="1000" b="0" dirty="0">
                          <a:solidFill>
                            <a:schemeClr val="tx1"/>
                          </a:solidFill>
                          <a:latin typeface="+mn-lt"/>
                          <a:ea typeface="+mn-ea"/>
                          <a:cs typeface="+mn-ea"/>
                          <a:sym typeface="+mn-lt"/>
                        </a:rPr>
                        <a:t>人际沟通技能，跨文化沟通，领导力根本</a:t>
                      </a:r>
                      <a:endParaRPr lang="en-US" altLang="zh-CN" sz="1000" b="0" dirty="0">
                        <a:solidFill>
                          <a:schemeClr val="tx1"/>
                        </a:solidFill>
                        <a:latin typeface="+mn-lt"/>
                        <a:ea typeface="+mn-ea"/>
                        <a:cs typeface="+mn-ea"/>
                        <a:sym typeface="+mn-lt"/>
                      </a:endParaRPr>
                    </a:p>
                    <a:p>
                      <a:pPr marL="171450" indent="-171450" algn="l">
                        <a:buFont typeface="Arial" panose="020B0604020202020204" pitchFamily="34" charset="0"/>
                        <a:buChar char="•"/>
                      </a:pPr>
                      <a:r>
                        <a:rPr lang="zh-CN" altLang="en-US" sz="1000" b="0" dirty="0">
                          <a:solidFill>
                            <a:schemeClr val="tx1"/>
                          </a:solidFill>
                          <a:latin typeface="+mn-lt"/>
                          <a:ea typeface="+mn-ea"/>
                          <a:cs typeface="+mn-ea"/>
                          <a:sym typeface="+mn-lt"/>
                        </a:rPr>
                        <a:t>项目制培训项目</a:t>
                      </a: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1976565"/>
                  </a:ext>
                </a:extLst>
              </a:tr>
              <a:tr h="435281">
                <a:tc>
                  <a:txBody>
                    <a:bodyPr/>
                    <a:lstStyle/>
                    <a:p>
                      <a:pPr marL="0" marR="0" lvl="0" indent="0" algn="l" defTabSz="609410" rtl="0" eaLnBrk="1" fontAlgn="auto" latinLnBrk="0" hangingPunct="1">
                        <a:lnSpc>
                          <a:spcPct val="100000"/>
                        </a:lnSpc>
                        <a:spcBef>
                          <a:spcPts val="0"/>
                        </a:spcBef>
                        <a:spcAft>
                          <a:spcPts val="0"/>
                        </a:spcAft>
                        <a:buClrTx/>
                        <a:buSzTx/>
                        <a:buFontTx/>
                        <a:buNone/>
                        <a:tabLst/>
                        <a:defRPr/>
                      </a:pPr>
                      <a:r>
                        <a:rPr lang="zh-CN" altLang="en-US" sz="1100" b="0" baseline="0" dirty="0">
                          <a:solidFill>
                            <a:schemeClr val="tx1"/>
                          </a:solidFill>
                          <a:latin typeface="+mn-lt"/>
                          <a:ea typeface="+mn-ea"/>
                          <a:cs typeface="+mn-ea"/>
                          <a:sym typeface="+mn-lt"/>
                        </a:rPr>
                        <a:t>           区域</a:t>
                      </a:r>
                      <a:r>
                        <a:rPr lang="en-US" altLang="zh-CN" sz="1100" b="0" baseline="0" dirty="0">
                          <a:solidFill>
                            <a:schemeClr val="tx1"/>
                          </a:solidFill>
                          <a:latin typeface="+mn-lt"/>
                          <a:ea typeface="+mn-ea"/>
                          <a:cs typeface="+mn-ea"/>
                          <a:sym typeface="+mn-lt"/>
                        </a:rPr>
                        <a:t>-COE</a:t>
                      </a:r>
                      <a:endParaRPr lang="zh-CN" altLang="en-US" sz="1100" b="0" dirty="0">
                        <a:solidFill>
                          <a:schemeClr val="tx1"/>
                        </a:solidFill>
                        <a:latin typeface="+mn-lt"/>
                        <a:ea typeface="+mn-ea"/>
                        <a:cs typeface="+mn-ea"/>
                        <a:sym typeface="+mn-lt"/>
                      </a:endParaRP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12104973"/>
                  </a:ext>
                </a:extLst>
              </a:tr>
            </a:tbl>
          </a:graphicData>
        </a:graphic>
      </p:graphicFrame>
      <p:graphicFrame>
        <p:nvGraphicFramePr>
          <p:cNvPr id="73" name="表格 72"/>
          <p:cNvGraphicFramePr>
            <a:graphicFrameLocks noGrp="1"/>
          </p:cNvGraphicFramePr>
          <p:nvPr>
            <p:extLst>
              <p:ext uri="{D42A27DB-BD31-4B8C-83A1-F6EECF244321}">
                <p14:modId xmlns:p14="http://schemas.microsoft.com/office/powerpoint/2010/main" val="1870859639"/>
              </p:ext>
            </p:extLst>
          </p:nvPr>
        </p:nvGraphicFramePr>
        <p:xfrm>
          <a:off x="10220470" y="2592980"/>
          <a:ext cx="1924522" cy="2317195"/>
        </p:xfrm>
        <a:graphic>
          <a:graphicData uri="http://schemas.openxmlformats.org/drawingml/2006/table">
            <a:tbl>
              <a:tblPr firstRow="1" bandRow="1">
                <a:tableStyleId>{5940675A-B579-460E-94D1-54222C63F5DA}</a:tableStyleId>
              </a:tblPr>
              <a:tblGrid>
                <a:gridCol w="1924522">
                  <a:extLst>
                    <a:ext uri="{9D8B030D-6E8A-4147-A177-3AD203B41FA5}">
                      <a16:colId xmlns:a16="http://schemas.microsoft.com/office/drawing/2014/main" val="3999701085"/>
                    </a:ext>
                  </a:extLst>
                </a:gridCol>
              </a:tblGrid>
              <a:tr h="327013">
                <a:tc>
                  <a:txBody>
                    <a:bodyPr/>
                    <a:lstStyle/>
                    <a:p>
                      <a:pPr marL="0" indent="0" algn="ctr">
                        <a:buFontTx/>
                        <a:buNone/>
                      </a:pPr>
                      <a:r>
                        <a:rPr lang="zh-CN" altLang="en-US" sz="1200" b="1" i="1" dirty="0">
                          <a:solidFill>
                            <a:schemeClr val="tx1"/>
                          </a:solidFill>
                          <a:effectLst>
                            <a:outerShdw blurRad="38100" dist="38100" dir="2700000" algn="tl">
                              <a:srgbClr val="000000">
                                <a:alpha val="43137"/>
                              </a:srgbClr>
                            </a:outerShdw>
                          </a:effectLst>
                          <a:latin typeface="+mn-lt"/>
                          <a:ea typeface="+mn-ea"/>
                          <a:cs typeface="+mn-ea"/>
                          <a:sym typeface="+mn-lt"/>
                        </a:rPr>
                        <a:t>高级管理者</a:t>
                      </a: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4111925"/>
                  </a:ext>
                </a:extLst>
              </a:tr>
              <a:tr h="436032">
                <a:tc>
                  <a:txBody>
                    <a:bodyPr/>
                    <a:lstStyle/>
                    <a:p>
                      <a:pPr algn="l"/>
                      <a:r>
                        <a:rPr lang="zh-CN" altLang="en-US" sz="1000" b="0" baseline="0" dirty="0">
                          <a:solidFill>
                            <a:schemeClr val="tx1"/>
                          </a:solidFill>
                          <a:latin typeface="+mn-lt"/>
                          <a:ea typeface="+mn-ea"/>
                          <a:cs typeface="+mn-ea"/>
                          <a:sym typeface="+mn-lt"/>
                        </a:rPr>
                        <a:t>国家总经理、区域一级部门长</a:t>
                      </a:r>
                      <a:endParaRPr lang="zh-CN" altLang="en-US" sz="1000" b="0" dirty="0">
                        <a:solidFill>
                          <a:schemeClr val="tx1"/>
                        </a:solidFill>
                        <a:latin typeface="+mn-lt"/>
                        <a:ea typeface="+mn-ea"/>
                        <a:cs typeface="+mn-ea"/>
                        <a:sym typeface="+mn-lt"/>
                      </a:endParaRP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9397595"/>
                  </a:ext>
                </a:extLst>
              </a:tr>
              <a:tr h="799663">
                <a:tc>
                  <a:txBody>
                    <a:bodyPr/>
                    <a:lstStyle/>
                    <a:p>
                      <a:pPr marL="171450" marR="0" lvl="0" indent="-171450" algn="l" defTabSz="60941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00" b="0" dirty="0">
                          <a:solidFill>
                            <a:schemeClr val="tx1"/>
                          </a:solidFill>
                          <a:latin typeface="+mn-lt"/>
                          <a:ea typeface="+mn-ea"/>
                          <a:cs typeface="+mn-ea"/>
                          <a:sym typeface="+mn-lt"/>
                        </a:rPr>
                        <a:t> </a:t>
                      </a:r>
                      <a:r>
                        <a:rPr lang="zh-CN" altLang="en-US" sz="1000" b="0" dirty="0">
                          <a:solidFill>
                            <a:schemeClr val="tx1"/>
                          </a:solidFill>
                          <a:latin typeface="+mn-lt"/>
                          <a:ea typeface="+mn-ea"/>
                          <a:cs typeface="+mn-ea"/>
                          <a:sym typeface="+mn-lt"/>
                        </a:rPr>
                        <a:t>领导力风格</a:t>
                      </a:r>
                      <a:r>
                        <a:rPr lang="en-US" altLang="zh-CN" sz="1000" b="0" dirty="0">
                          <a:solidFill>
                            <a:schemeClr val="tx1"/>
                          </a:solidFill>
                          <a:latin typeface="+mn-lt"/>
                          <a:ea typeface="+mn-ea"/>
                          <a:cs typeface="+mn-ea"/>
                          <a:sym typeface="+mn-lt"/>
                        </a:rPr>
                        <a:t>/</a:t>
                      </a:r>
                      <a:r>
                        <a:rPr lang="zh-CN" altLang="en-US" sz="1000" b="0" dirty="0">
                          <a:solidFill>
                            <a:schemeClr val="tx1"/>
                          </a:solidFill>
                          <a:latin typeface="+mn-lt"/>
                          <a:ea typeface="+mn-ea"/>
                          <a:cs typeface="+mn-ea"/>
                          <a:sym typeface="+mn-lt"/>
                        </a:rPr>
                        <a:t>潜力</a:t>
                      </a:r>
                      <a:endParaRPr lang="en-US" altLang="zh-CN" sz="1000" b="0" dirty="0">
                        <a:solidFill>
                          <a:schemeClr val="tx1"/>
                        </a:solidFill>
                        <a:latin typeface="+mn-lt"/>
                        <a:ea typeface="+mn-ea"/>
                        <a:cs typeface="+mn-ea"/>
                        <a:sym typeface="+mn-lt"/>
                      </a:endParaRPr>
                    </a:p>
                    <a:p>
                      <a:pPr marL="171450" indent="-171450" algn="l">
                        <a:buFont typeface="Arial" panose="020B0604020202020204" pitchFamily="34" charset="0"/>
                        <a:buChar char="•"/>
                      </a:pPr>
                      <a:r>
                        <a:rPr lang="zh-CN" altLang="en-US" sz="1000" b="0" dirty="0">
                          <a:solidFill>
                            <a:schemeClr val="tx1"/>
                          </a:solidFill>
                          <a:latin typeface="+mn-lt"/>
                          <a:ea typeface="+mn-ea"/>
                          <a:cs typeface="+mn-ea"/>
                          <a:sym typeface="+mn-lt"/>
                        </a:rPr>
                        <a:t>迷你</a:t>
                      </a:r>
                      <a:r>
                        <a:rPr lang="en-US" altLang="zh-CN" sz="1000" b="0" dirty="0">
                          <a:solidFill>
                            <a:schemeClr val="tx1"/>
                          </a:solidFill>
                          <a:latin typeface="+mn-lt"/>
                          <a:ea typeface="+mn-ea"/>
                          <a:cs typeface="+mn-ea"/>
                          <a:sym typeface="+mn-lt"/>
                        </a:rPr>
                        <a:t>MBA</a:t>
                      </a:r>
                      <a:r>
                        <a:rPr lang="zh-CN" altLang="en-US" sz="1000" b="0" dirty="0">
                          <a:solidFill>
                            <a:schemeClr val="tx1"/>
                          </a:solidFill>
                          <a:latin typeface="+mn-lt"/>
                          <a:ea typeface="+mn-ea"/>
                          <a:cs typeface="+mn-ea"/>
                          <a:sym typeface="+mn-lt"/>
                        </a:rPr>
                        <a:t>项目</a:t>
                      </a:r>
                      <a:endParaRPr lang="en-US" altLang="zh-CN" sz="1000" b="0" dirty="0">
                        <a:solidFill>
                          <a:schemeClr val="tx1"/>
                        </a:solidFill>
                        <a:latin typeface="+mn-lt"/>
                        <a:ea typeface="+mn-ea"/>
                        <a:cs typeface="+mn-ea"/>
                        <a:sym typeface="+mn-lt"/>
                      </a:endParaRPr>
                    </a:p>
                    <a:p>
                      <a:pPr marL="171450" indent="-171450" algn="l">
                        <a:buFont typeface="Arial" panose="020B0604020202020204" pitchFamily="34" charset="0"/>
                        <a:buChar char="•"/>
                      </a:pPr>
                      <a:r>
                        <a:rPr lang="zh-CN" altLang="en-US" sz="1000" b="0" dirty="0">
                          <a:solidFill>
                            <a:schemeClr val="tx1"/>
                          </a:solidFill>
                          <a:latin typeface="+mn-lt"/>
                          <a:ea typeface="+mn-ea"/>
                          <a:cs typeface="+mn-ea"/>
                          <a:sym typeface="+mn-lt"/>
                        </a:rPr>
                        <a:t>战略研讨会</a:t>
                      </a:r>
                      <a:endParaRPr lang="en-US" altLang="zh-CN" sz="1000" b="0" dirty="0">
                        <a:solidFill>
                          <a:schemeClr val="tx1"/>
                        </a:solidFill>
                        <a:latin typeface="+mn-lt"/>
                        <a:ea typeface="+mn-ea"/>
                        <a:cs typeface="+mn-ea"/>
                        <a:sym typeface="+mn-lt"/>
                      </a:endParaRPr>
                    </a:p>
                    <a:p>
                      <a:pPr marL="171450" indent="-171450" algn="l">
                        <a:buFont typeface="Arial" panose="020B0604020202020204" pitchFamily="34" charset="0"/>
                        <a:buChar char="•"/>
                      </a:pPr>
                      <a:r>
                        <a:rPr lang="zh-CN" altLang="en-US" sz="1000" b="0" dirty="0">
                          <a:solidFill>
                            <a:schemeClr val="tx1"/>
                          </a:solidFill>
                          <a:latin typeface="+mn-lt"/>
                          <a:ea typeface="+mn-ea"/>
                          <a:cs typeface="+mn-ea"/>
                          <a:sym typeface="+mn-lt"/>
                        </a:rPr>
                        <a:t>小组辅导</a:t>
                      </a:r>
                      <a:endParaRPr lang="en-US" altLang="zh-CN" sz="1000" b="0" dirty="0">
                        <a:solidFill>
                          <a:schemeClr val="tx1"/>
                        </a:solidFill>
                        <a:latin typeface="+mn-lt"/>
                        <a:ea typeface="+mn-ea"/>
                        <a:cs typeface="+mn-ea"/>
                        <a:sym typeface="+mn-lt"/>
                      </a:endParaRP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1976565"/>
                  </a:ext>
                </a:extLst>
              </a:tr>
              <a:tr h="365472">
                <a:tc>
                  <a:txBody>
                    <a:bodyPr/>
                    <a:lstStyle/>
                    <a:p>
                      <a:pPr marL="0" marR="0" lvl="0" indent="0" algn="l" defTabSz="609410" rtl="0" eaLnBrk="1" fontAlgn="auto" latinLnBrk="0" hangingPunct="1">
                        <a:lnSpc>
                          <a:spcPct val="100000"/>
                        </a:lnSpc>
                        <a:spcBef>
                          <a:spcPts val="0"/>
                        </a:spcBef>
                        <a:spcAft>
                          <a:spcPts val="0"/>
                        </a:spcAft>
                        <a:buClrTx/>
                        <a:buSzTx/>
                        <a:buFontTx/>
                        <a:buNone/>
                        <a:tabLst/>
                        <a:defRPr/>
                      </a:pPr>
                      <a:r>
                        <a:rPr lang="zh-CN" altLang="en-US" sz="1100" b="0" baseline="0" dirty="0">
                          <a:solidFill>
                            <a:schemeClr val="tx1"/>
                          </a:solidFill>
                          <a:latin typeface="+mn-lt"/>
                          <a:ea typeface="+mn-ea"/>
                          <a:cs typeface="+mn-ea"/>
                          <a:sym typeface="+mn-lt"/>
                        </a:rPr>
                        <a:t>             总部</a:t>
                      </a:r>
                      <a:r>
                        <a:rPr lang="en-US" altLang="zh-CN" sz="1100" b="0" baseline="0" dirty="0">
                          <a:solidFill>
                            <a:schemeClr val="tx1"/>
                          </a:solidFill>
                          <a:latin typeface="+mn-lt"/>
                          <a:ea typeface="+mn-ea"/>
                          <a:cs typeface="+mn-ea"/>
                          <a:sym typeface="+mn-lt"/>
                        </a:rPr>
                        <a:t>-COE</a:t>
                      </a:r>
                    </a:p>
                  </a:txBody>
                  <a:tcPr marL="121878" marR="121878" marT="60939" marB="60939">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12104973"/>
                  </a:ext>
                </a:extLst>
              </a:tr>
            </a:tbl>
          </a:graphicData>
        </a:graphic>
      </p:graphicFrame>
      <p:sp>
        <p:nvSpPr>
          <p:cNvPr id="74" name="矩形 73"/>
          <p:cNvSpPr/>
          <p:nvPr/>
        </p:nvSpPr>
        <p:spPr>
          <a:xfrm>
            <a:off x="83738" y="2083129"/>
            <a:ext cx="1333475" cy="429551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a:ln>
                <a:noFill/>
              </a:ln>
              <a:solidFill>
                <a:prstClr val="white"/>
              </a:solidFill>
              <a:effectLst/>
              <a:uLnTx/>
              <a:uFillTx/>
              <a:cs typeface="+mn-ea"/>
              <a:sym typeface="+mn-lt"/>
            </a:endParaRPr>
          </a:p>
        </p:txBody>
      </p:sp>
      <p:sp>
        <p:nvSpPr>
          <p:cNvPr id="7" name="矩形 6"/>
          <p:cNvSpPr/>
          <p:nvPr/>
        </p:nvSpPr>
        <p:spPr>
          <a:xfrm>
            <a:off x="99608" y="2364917"/>
            <a:ext cx="1279723" cy="307777"/>
          </a:xfrm>
          <a:prstGeom prst="rect">
            <a:avLst/>
          </a:prstGeom>
          <a:solidFill>
            <a:schemeClr val="accent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w="0"/>
                <a:solidFill>
                  <a:prstClr val="white"/>
                </a:solidFill>
                <a:effectLst/>
                <a:uLnTx/>
                <a:uFillTx/>
                <a:cs typeface="+mn-ea"/>
                <a:sym typeface="+mn-lt"/>
              </a:rPr>
              <a:t>组织能力分析</a:t>
            </a:r>
          </a:p>
        </p:txBody>
      </p:sp>
      <p:sp>
        <p:nvSpPr>
          <p:cNvPr id="75" name="矩形 74"/>
          <p:cNvSpPr/>
          <p:nvPr/>
        </p:nvSpPr>
        <p:spPr>
          <a:xfrm>
            <a:off x="120755" y="3734912"/>
            <a:ext cx="1214684" cy="523220"/>
          </a:xfrm>
          <a:prstGeom prst="rect">
            <a:avLst/>
          </a:prstGeom>
          <a:solidFill>
            <a:schemeClr val="accent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w="0"/>
                <a:solidFill>
                  <a:prstClr val="white"/>
                </a:solidFill>
                <a:effectLst/>
                <a:uLnTx/>
                <a:uFillTx/>
                <a:cs typeface="+mn-ea"/>
                <a:sym typeface="+mn-lt"/>
              </a:rPr>
              <a:t>OBM </a:t>
            </a:r>
            <a:br>
              <a:rPr kumimoji="0" lang="en-US" altLang="zh-CN" sz="1400" b="1" i="0" u="none" strike="noStrike" kern="1200" cap="none" spc="0" normalizeH="0" baseline="0" noProof="0" dirty="0">
                <a:ln w="0"/>
                <a:solidFill>
                  <a:prstClr val="white"/>
                </a:solidFill>
                <a:effectLst/>
                <a:uLnTx/>
                <a:uFillTx/>
                <a:cs typeface="+mn-ea"/>
                <a:sym typeface="+mn-lt"/>
              </a:rPr>
            </a:br>
            <a:r>
              <a:rPr kumimoji="0" lang="zh-CN" altLang="en-US" sz="1400" b="1" i="0" u="none" strike="noStrike" kern="1200" cap="none" spc="0" normalizeH="0" baseline="0" noProof="0" dirty="0">
                <a:ln w="0"/>
                <a:solidFill>
                  <a:prstClr val="white"/>
                </a:solidFill>
                <a:effectLst/>
                <a:uLnTx/>
                <a:uFillTx/>
                <a:cs typeface="+mn-ea"/>
                <a:sym typeface="+mn-lt"/>
              </a:rPr>
              <a:t>人才盘点</a:t>
            </a:r>
          </a:p>
        </p:txBody>
      </p:sp>
      <p:sp>
        <p:nvSpPr>
          <p:cNvPr id="76" name="矩形 75"/>
          <p:cNvSpPr/>
          <p:nvPr/>
        </p:nvSpPr>
        <p:spPr>
          <a:xfrm>
            <a:off x="131069" y="4782131"/>
            <a:ext cx="1213606" cy="523220"/>
          </a:xfrm>
          <a:prstGeom prst="rect">
            <a:avLst/>
          </a:prstGeom>
          <a:solidFill>
            <a:schemeClr val="accent1">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w="0"/>
                <a:solidFill>
                  <a:prstClr val="white"/>
                </a:solidFill>
                <a:effectLst/>
                <a:uLnTx/>
                <a:uFillTx/>
                <a:cs typeface="+mn-ea"/>
                <a:sym typeface="+mn-lt"/>
              </a:rPr>
              <a:t>OBM </a:t>
            </a:r>
            <a:br>
              <a:rPr kumimoji="0" lang="en-US" altLang="zh-CN" sz="1400" b="1" i="0" u="none" strike="noStrike" kern="1200" cap="none" spc="0" normalizeH="0" baseline="0" noProof="0" dirty="0">
                <a:ln w="0"/>
                <a:solidFill>
                  <a:prstClr val="white"/>
                </a:solidFill>
                <a:effectLst/>
                <a:uLnTx/>
                <a:uFillTx/>
                <a:cs typeface="+mn-ea"/>
                <a:sym typeface="+mn-lt"/>
              </a:rPr>
            </a:br>
            <a:r>
              <a:rPr kumimoji="0" lang="zh-CN" altLang="en-US" sz="1400" b="1" i="0" u="none" strike="noStrike" kern="1200" cap="none" spc="0" normalizeH="0" baseline="0" noProof="0" dirty="0">
                <a:ln w="0"/>
                <a:solidFill>
                  <a:prstClr val="white"/>
                </a:solidFill>
                <a:effectLst/>
                <a:uLnTx/>
                <a:uFillTx/>
                <a:cs typeface="+mn-ea"/>
                <a:sym typeface="+mn-lt"/>
              </a:rPr>
              <a:t>人才战略</a:t>
            </a:r>
          </a:p>
        </p:txBody>
      </p:sp>
      <p:sp>
        <p:nvSpPr>
          <p:cNvPr id="4" name="矩形 3"/>
          <p:cNvSpPr/>
          <p:nvPr/>
        </p:nvSpPr>
        <p:spPr>
          <a:xfrm>
            <a:off x="1558581" y="5701862"/>
            <a:ext cx="3531573" cy="877163"/>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600" b="1" i="0" u="none" strike="noStrike" kern="1200" cap="none" spc="0" normalizeH="0" baseline="0" noProof="0" dirty="0">
                <a:ln w="0"/>
                <a:solidFill>
                  <a:prstClr val="white"/>
                </a:solidFill>
                <a:effectLst/>
                <a:uLnTx/>
                <a:uFillTx/>
                <a:cs typeface="+mn-ea"/>
                <a:sym typeface="+mn-lt"/>
              </a:rPr>
              <a:t>70% - </a:t>
            </a:r>
            <a:r>
              <a:rPr lang="zh-CN" altLang="en-US" sz="1600" b="1" dirty="0">
                <a:ln w="0"/>
                <a:solidFill>
                  <a:prstClr val="white"/>
                </a:solidFill>
                <a:cs typeface="+mn-ea"/>
                <a:sym typeface="+mn-lt"/>
              </a:rPr>
              <a:t>体验式学习</a:t>
            </a:r>
            <a:endParaRPr kumimoji="0" lang="en-US" altLang="zh-CN" sz="1600" b="1" i="0" u="none" strike="noStrike" kern="1200" cap="none" spc="0" normalizeH="0" baseline="0" noProof="0" dirty="0">
              <a:ln w="0"/>
              <a:solidFill>
                <a:prstClr val="white"/>
              </a:solidFill>
              <a:effectLst/>
              <a:uLnTx/>
              <a:uFillTx/>
              <a:cs typeface="+mn-ea"/>
              <a:sym typeface="+mn-lt"/>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200" b="1" i="0" u="none" strike="noStrike" kern="1200" cap="none" spc="0" normalizeH="0" baseline="0" noProof="0" dirty="0">
                <a:ln w="0"/>
                <a:solidFill>
                  <a:prstClr val="white"/>
                </a:solidFill>
                <a:effectLst/>
                <a:uLnTx/>
                <a:uFillTx/>
                <a:cs typeface="+mn-ea"/>
                <a:sym typeface="+mn-lt"/>
              </a:rPr>
              <a:t> </a:t>
            </a:r>
            <a:r>
              <a:rPr kumimoji="0" lang="zh-CN" altLang="en-US" sz="1200" i="0" u="none" strike="noStrike" kern="1200" cap="none" spc="0" normalizeH="0" baseline="0" noProof="0" dirty="0">
                <a:ln w="0"/>
                <a:solidFill>
                  <a:prstClr val="white"/>
                </a:solidFill>
                <a:effectLst/>
                <a:uLnTx/>
                <a:uFillTx/>
                <a:cs typeface="+mn-ea"/>
                <a:sym typeface="+mn-lt"/>
              </a:rPr>
              <a:t>项目，轮岗，工作陪练</a:t>
            </a:r>
            <a:r>
              <a:rPr kumimoji="0" lang="en-US" altLang="zh-CN" sz="1200" i="0" u="none" strike="noStrike" kern="1200" cap="none" spc="0" normalizeH="0" baseline="0" noProof="0" dirty="0">
                <a:ln w="0"/>
                <a:solidFill>
                  <a:prstClr val="white"/>
                </a:solidFill>
                <a:effectLst/>
                <a:uLnTx/>
                <a:uFillTx/>
                <a:cs typeface="+mn-ea"/>
                <a:sym typeface="+mn-lt"/>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900" b="1" i="0" u="none" strike="noStrike" kern="1200" cap="none" spc="0" normalizeH="0" baseline="0" noProof="0" dirty="0">
              <a:ln w="0"/>
              <a:solidFill>
                <a:prstClr val="white"/>
              </a:solidFill>
              <a:effectLst/>
              <a:uLnTx/>
              <a:uFillTx/>
              <a:cs typeface="+mn-ea"/>
              <a:sym typeface="+mn-lt"/>
            </a:endParaRPr>
          </a:p>
        </p:txBody>
      </p:sp>
      <p:sp>
        <p:nvSpPr>
          <p:cNvPr id="26" name="矩形 25"/>
          <p:cNvSpPr/>
          <p:nvPr/>
        </p:nvSpPr>
        <p:spPr>
          <a:xfrm>
            <a:off x="5746223" y="5681984"/>
            <a:ext cx="2562195" cy="705706"/>
          </a:xfrm>
          <a:prstGeom prst="rect">
            <a:avLst/>
          </a:prstGeom>
          <a:noFill/>
        </p:spPr>
        <p:txBody>
          <a:bodyPr wrap="square" lIns="91440" tIns="45720" rIns="91440" bIns="45720">
            <a:spAutoFit/>
          </a:bodyPr>
          <a:lstStyle/>
          <a:p>
            <a:pPr lvl="1" algn="ctr">
              <a:lnSpc>
                <a:spcPct val="150000"/>
              </a:lnSpc>
              <a:defRPr/>
            </a:pPr>
            <a:r>
              <a:rPr kumimoji="0" lang="en-US" altLang="zh-CN" sz="1600" b="1" i="0" u="none" strike="noStrike" kern="1200" cap="none" spc="0" normalizeH="0" baseline="0" noProof="0" dirty="0">
                <a:ln w="0"/>
                <a:solidFill>
                  <a:prstClr val="white"/>
                </a:solidFill>
                <a:effectLst/>
                <a:uLnTx/>
                <a:uFillTx/>
                <a:cs typeface="+mn-ea"/>
                <a:sym typeface="+mn-lt"/>
              </a:rPr>
              <a:t>20% -  </a:t>
            </a:r>
            <a:r>
              <a:rPr kumimoji="0" lang="zh-CN" altLang="en-US" sz="1600" b="1" i="0" u="none" strike="noStrike" kern="1200" cap="none" spc="0" normalizeH="0" baseline="0" noProof="0" dirty="0">
                <a:ln w="0"/>
                <a:solidFill>
                  <a:prstClr val="white"/>
                </a:solidFill>
                <a:effectLst/>
                <a:uLnTx/>
                <a:uFillTx/>
                <a:cs typeface="+mn-ea"/>
                <a:sym typeface="+mn-lt"/>
              </a:rPr>
              <a:t>社会学习</a:t>
            </a:r>
            <a:endParaRPr kumimoji="0" lang="en-US" altLang="zh-CN" sz="1600" b="1" i="0" u="none" strike="noStrike" kern="1200" cap="none" spc="0" normalizeH="0" baseline="0" noProof="0" dirty="0">
              <a:ln w="0"/>
              <a:solidFill>
                <a:prstClr val="white"/>
              </a:solidFill>
              <a:effectLst/>
              <a:uLnTx/>
              <a:uFillTx/>
              <a:cs typeface="+mn-ea"/>
              <a:sym typeface="+mn-lt"/>
            </a:endParaRPr>
          </a:p>
          <a:p>
            <a:pPr lvl="1" algn="ctr">
              <a:lnSpc>
                <a:spcPct val="150000"/>
              </a:lnSpc>
              <a:defRPr/>
            </a:pPr>
            <a:r>
              <a:rPr kumimoji="0" lang="zh-CN" altLang="en-US" sz="1200" i="0" u="none" strike="noStrike" kern="1200" cap="none" spc="0" normalizeH="0" baseline="0" noProof="0" dirty="0">
                <a:ln w="0"/>
                <a:solidFill>
                  <a:prstClr val="white"/>
                </a:solidFill>
                <a:effectLst/>
                <a:uLnTx/>
                <a:uFillTx/>
                <a:cs typeface="+mn-ea"/>
                <a:sym typeface="+mn-lt"/>
              </a:rPr>
              <a:t>教练，导师，反馈</a:t>
            </a:r>
            <a:r>
              <a:rPr lang="en-US" altLang="zh-CN" sz="1200" dirty="0">
                <a:ln w="0"/>
                <a:solidFill>
                  <a:prstClr val="white"/>
                </a:solidFill>
                <a:cs typeface="+mn-ea"/>
                <a:sym typeface="+mn-lt"/>
              </a:rPr>
              <a:t>…</a:t>
            </a:r>
            <a:endParaRPr kumimoji="0" lang="zh-CN" altLang="en-US" sz="1200" i="0" u="none" strike="noStrike" kern="1200" cap="none" spc="0" normalizeH="0" baseline="0" noProof="0" dirty="0">
              <a:ln w="0"/>
              <a:solidFill>
                <a:prstClr val="white"/>
              </a:solidFill>
              <a:effectLst/>
              <a:uLnTx/>
              <a:uFillTx/>
              <a:cs typeface="+mn-ea"/>
              <a:sym typeface="+mn-lt"/>
            </a:endParaRPr>
          </a:p>
        </p:txBody>
      </p:sp>
      <p:sp>
        <p:nvSpPr>
          <p:cNvPr id="28" name="矩形 27"/>
          <p:cNvSpPr/>
          <p:nvPr/>
        </p:nvSpPr>
        <p:spPr>
          <a:xfrm>
            <a:off x="9419164" y="5721740"/>
            <a:ext cx="2480167" cy="705706"/>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600" b="1" i="0" u="none" strike="noStrike" kern="1200" cap="none" spc="0" normalizeH="0" baseline="0" noProof="0" dirty="0">
                <a:ln w="0"/>
                <a:solidFill>
                  <a:prstClr val="white"/>
                </a:solidFill>
                <a:effectLst/>
                <a:uLnTx/>
                <a:uFillTx/>
                <a:cs typeface="+mn-ea"/>
                <a:sym typeface="+mn-lt"/>
              </a:rPr>
              <a:t>10% - </a:t>
            </a:r>
            <a:r>
              <a:rPr kumimoji="0" lang="zh-CN" altLang="en-US" sz="1600" b="1" i="0" u="none" strike="noStrike" kern="1200" cap="none" spc="0" normalizeH="0" baseline="0" noProof="0" dirty="0">
                <a:ln w="0"/>
                <a:solidFill>
                  <a:prstClr val="white"/>
                </a:solidFill>
                <a:effectLst/>
                <a:uLnTx/>
                <a:uFillTx/>
                <a:cs typeface="+mn-ea"/>
                <a:sym typeface="+mn-lt"/>
              </a:rPr>
              <a:t>正式学习</a:t>
            </a:r>
            <a:endParaRPr kumimoji="0" lang="en-US" altLang="zh-CN" sz="1600" b="1" i="0" u="none" strike="noStrike" kern="1200" cap="none" spc="0" normalizeH="0" baseline="0" noProof="0" dirty="0">
              <a:ln w="0"/>
              <a:solidFill>
                <a:prstClr val="white"/>
              </a:solidFill>
              <a:effectLst/>
              <a:uLnTx/>
              <a:uFillTx/>
              <a:cs typeface="+mn-ea"/>
              <a:sym typeface="+mn-lt"/>
            </a:endParaRPr>
          </a:p>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1200" dirty="0">
                <a:ln w="0"/>
                <a:solidFill>
                  <a:prstClr val="white"/>
                </a:solidFill>
                <a:cs typeface="+mn-ea"/>
                <a:sym typeface="+mn-lt"/>
              </a:rPr>
              <a:t>工作坊</a:t>
            </a:r>
            <a:r>
              <a:rPr kumimoji="0" lang="en-US" altLang="zh-CN" sz="1200" i="0" u="none" strike="noStrike" kern="1200" cap="none" spc="0" normalizeH="0" baseline="0" noProof="0" dirty="0">
                <a:ln w="0"/>
                <a:solidFill>
                  <a:prstClr val="white"/>
                </a:solidFill>
                <a:effectLst/>
                <a:uLnTx/>
                <a:uFillTx/>
                <a:cs typeface="+mn-ea"/>
                <a:sym typeface="+mn-lt"/>
              </a:rPr>
              <a:t>, </a:t>
            </a:r>
            <a:r>
              <a:rPr kumimoji="0" lang="zh-CN" altLang="en-US" sz="1200" i="0" u="none" strike="noStrike" kern="1200" cap="none" spc="0" normalizeH="0" baseline="0" noProof="0" dirty="0">
                <a:ln w="0"/>
                <a:solidFill>
                  <a:prstClr val="white"/>
                </a:solidFill>
                <a:effectLst/>
                <a:uLnTx/>
                <a:uFillTx/>
                <a:cs typeface="+mn-ea"/>
                <a:sym typeface="+mn-lt"/>
              </a:rPr>
              <a:t>线上学习</a:t>
            </a:r>
            <a:r>
              <a:rPr kumimoji="0" lang="en-US" altLang="zh-CN" sz="1200" i="0" u="none" strike="noStrike" kern="1200" cap="none" spc="0" normalizeH="0" baseline="0" noProof="0" dirty="0">
                <a:ln w="0"/>
                <a:solidFill>
                  <a:prstClr val="white"/>
                </a:solidFill>
                <a:effectLst/>
                <a:uLnTx/>
                <a:uFillTx/>
                <a:cs typeface="+mn-ea"/>
                <a:sym typeface="+mn-lt"/>
              </a:rPr>
              <a:t>… </a:t>
            </a:r>
            <a:endParaRPr kumimoji="0" lang="zh-CN" altLang="en-US" sz="1200" i="0" u="none" strike="noStrike" kern="1200" cap="none" spc="0" normalizeH="0" baseline="0" noProof="0" dirty="0">
              <a:ln w="0"/>
              <a:solidFill>
                <a:prstClr val="white"/>
              </a:solidFill>
              <a:effectLst/>
              <a:uLnTx/>
              <a:uFillTx/>
              <a:cs typeface="+mn-ea"/>
              <a:sym typeface="+mn-lt"/>
            </a:endParaRPr>
          </a:p>
        </p:txBody>
      </p:sp>
      <p:sp>
        <p:nvSpPr>
          <p:cNvPr id="10" name="标题 9">
            <a:extLst>
              <a:ext uri="{FF2B5EF4-FFF2-40B4-BE49-F238E27FC236}">
                <a16:creationId xmlns:a16="http://schemas.microsoft.com/office/drawing/2014/main" id="{28B32970-E639-5F3B-A319-1C16C398F800}"/>
              </a:ext>
            </a:extLst>
          </p:cNvPr>
          <p:cNvSpPr>
            <a:spLocks noGrp="1"/>
          </p:cNvSpPr>
          <p:nvPr>
            <p:ph type="title"/>
          </p:nvPr>
        </p:nvSpPr>
        <p:spPr>
          <a:xfrm>
            <a:off x="901432" y="159188"/>
            <a:ext cx="11290568" cy="579647"/>
          </a:xfrm>
        </p:spPr>
        <p:txBody>
          <a:bodyPr/>
          <a:lstStyle/>
          <a:p>
            <a:r>
              <a:rPr lang="zh-CN" altLang="en-US" b="1" dirty="0">
                <a:latin typeface="+mn-lt"/>
                <a:ea typeface="+mn-ea"/>
                <a:cs typeface="+mn-ea"/>
                <a:sym typeface="+mn-lt"/>
              </a:rPr>
              <a:t>人才培养：</a:t>
            </a:r>
            <a:r>
              <a:rPr lang="zh-CN" altLang="en-US" dirty="0">
                <a:latin typeface="+mn-lt"/>
                <a:ea typeface="+mn-ea"/>
                <a:cs typeface="+mn-ea"/>
                <a:sym typeface="+mn-lt"/>
              </a:rPr>
              <a:t>从专业技能、领导力两个方面，通过多样化方式打造自有品牌业务发展所需要人才梯队</a:t>
            </a:r>
            <a:endParaRPr lang="zh-CN" altLang="en-US" b="1" dirty="0">
              <a:latin typeface="+mn-lt"/>
              <a:ea typeface="+mn-ea"/>
              <a:cs typeface="+mn-ea"/>
              <a:sym typeface="+mn-lt"/>
            </a:endParaRPr>
          </a:p>
        </p:txBody>
      </p:sp>
      <p:sp>
        <p:nvSpPr>
          <p:cNvPr id="5" name="矩形 4">
            <a:extLst>
              <a:ext uri="{FF2B5EF4-FFF2-40B4-BE49-F238E27FC236}">
                <a16:creationId xmlns:a16="http://schemas.microsoft.com/office/drawing/2014/main" id="{BDFAD450-859D-43FA-8E96-5D29FA552C08}"/>
              </a:ext>
            </a:extLst>
          </p:cNvPr>
          <p:cNvSpPr/>
          <p:nvPr/>
        </p:nvSpPr>
        <p:spPr>
          <a:xfrm>
            <a:off x="1610200" y="4882787"/>
            <a:ext cx="10480161" cy="484515"/>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数字化学习平台</a:t>
            </a:r>
            <a:r>
              <a:rPr kumimoji="0" lang="en-US" altLang="zh-CN" sz="1600" b="1" i="0" u="none" strike="noStrike" kern="1200" cap="none" spc="0" normalizeH="0" baseline="0" noProof="0" dirty="0">
                <a:ln>
                  <a:noFill/>
                </a:ln>
                <a:solidFill>
                  <a:srgbClr val="000000"/>
                </a:solidFill>
                <a:effectLst/>
                <a:uLnTx/>
                <a:uFillTx/>
                <a:cs typeface="+mn-ea"/>
                <a:sym typeface="+mn-lt"/>
              </a:rPr>
              <a:t>/</a:t>
            </a:r>
            <a:r>
              <a:rPr kumimoji="0" lang="zh-CN" altLang="en-US" sz="1600" b="1" i="0" u="none" strike="noStrike" kern="1200" cap="none" spc="0" normalizeH="0" baseline="0" noProof="0" dirty="0">
                <a:ln>
                  <a:noFill/>
                </a:ln>
                <a:solidFill>
                  <a:srgbClr val="000000"/>
                </a:solidFill>
                <a:effectLst/>
                <a:uLnTx/>
                <a:uFillTx/>
                <a:cs typeface="+mn-ea"/>
                <a:sym typeface="+mn-lt"/>
              </a:rPr>
              <a:t>培训中心</a:t>
            </a:r>
            <a:r>
              <a:rPr kumimoji="0" lang="en-US" altLang="zh-CN" sz="1600" b="1" i="0" u="none" strike="noStrike" kern="1200" cap="none" spc="0" normalizeH="0" baseline="0" noProof="0" dirty="0">
                <a:ln>
                  <a:noFill/>
                </a:ln>
                <a:solidFill>
                  <a:srgbClr val="000000"/>
                </a:solidFill>
                <a:effectLst/>
                <a:uLnTx/>
                <a:uFillTx/>
                <a:cs typeface="+mn-ea"/>
                <a:sym typeface="+mn-lt"/>
              </a:rPr>
              <a:t>/ </a:t>
            </a:r>
            <a:r>
              <a:rPr kumimoji="0" lang="zh-CN" altLang="en-US" sz="1600" b="1" i="0" u="none" strike="noStrike" kern="1200" cap="none" spc="0" normalizeH="0" baseline="0" noProof="0" dirty="0">
                <a:ln>
                  <a:noFill/>
                </a:ln>
                <a:solidFill>
                  <a:srgbClr val="000000"/>
                </a:solidFill>
                <a:effectLst/>
                <a:uLnTx/>
                <a:uFillTx/>
                <a:cs typeface="+mn-ea"/>
                <a:sym typeface="+mn-lt"/>
              </a:rPr>
              <a:t>发展评估中心</a:t>
            </a:r>
          </a:p>
        </p:txBody>
      </p:sp>
    </p:spTree>
    <p:extLst>
      <p:ext uri="{BB962C8B-B14F-4D97-AF65-F5344CB8AC3E}">
        <p14:creationId xmlns:p14="http://schemas.microsoft.com/office/powerpoint/2010/main" val="1732309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02BA8D-C49D-BCAB-841B-6A90E5022F60}"/>
              </a:ext>
            </a:extLst>
          </p:cNvPr>
          <p:cNvSpPr>
            <a:spLocks noGrp="1"/>
          </p:cNvSpPr>
          <p:nvPr>
            <p:ph type="title"/>
          </p:nvPr>
        </p:nvSpPr>
        <p:spPr>
          <a:xfrm>
            <a:off x="901431" y="159188"/>
            <a:ext cx="11224307" cy="579647"/>
          </a:xfrm>
        </p:spPr>
        <p:txBody>
          <a:bodyPr/>
          <a:lstStyle/>
          <a:p>
            <a:r>
              <a:rPr lang="zh-CN" altLang="en-US" b="1" dirty="0">
                <a:latin typeface="+mn-lt"/>
                <a:ea typeface="+mn-ea"/>
                <a:cs typeface="+mn-ea"/>
                <a:sym typeface="+mn-lt"/>
              </a:rPr>
              <a:t>文化价值观与雇主品牌建设：</a:t>
            </a:r>
            <a:r>
              <a:rPr lang="zh-CN" altLang="en-US" dirty="0">
                <a:latin typeface="+mn-lt"/>
                <a:ea typeface="+mn-ea"/>
                <a:cs typeface="+mn-ea"/>
                <a:sym typeface="+mn-lt"/>
              </a:rPr>
              <a:t>全球文化价值观一致性建设，在更多市场打造雇主品牌吸引优秀人才</a:t>
            </a:r>
          </a:p>
        </p:txBody>
      </p:sp>
      <p:sp>
        <p:nvSpPr>
          <p:cNvPr id="41" name="矩形 40">
            <a:extLst>
              <a:ext uri="{FF2B5EF4-FFF2-40B4-BE49-F238E27FC236}">
                <a16:creationId xmlns:a16="http://schemas.microsoft.com/office/drawing/2014/main" id="{4C075BF3-24E5-48B3-9EB6-4C735923AA87}"/>
              </a:ext>
            </a:extLst>
          </p:cNvPr>
          <p:cNvSpPr/>
          <p:nvPr/>
        </p:nvSpPr>
        <p:spPr>
          <a:xfrm>
            <a:off x="371475" y="3867649"/>
            <a:ext cx="8280517" cy="2323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7" name="图片 6">
            <a:extLst>
              <a:ext uri="{FF2B5EF4-FFF2-40B4-BE49-F238E27FC236}">
                <a16:creationId xmlns:a16="http://schemas.microsoft.com/office/drawing/2014/main" id="{7003AA94-C480-4173-8DEB-E784C94B1972}"/>
              </a:ext>
            </a:extLst>
          </p:cNvPr>
          <p:cNvPicPr>
            <a:picLocks noChangeAspect="1"/>
          </p:cNvPicPr>
          <p:nvPr/>
        </p:nvPicPr>
        <p:blipFill>
          <a:blip r:embed="rId3"/>
          <a:stretch>
            <a:fillRect/>
          </a:stretch>
        </p:blipFill>
        <p:spPr>
          <a:xfrm>
            <a:off x="690964" y="4157947"/>
            <a:ext cx="1784266" cy="1824822"/>
          </a:xfrm>
          <a:prstGeom prst="rect">
            <a:avLst/>
          </a:prstGeom>
        </p:spPr>
      </p:pic>
      <p:sp>
        <p:nvSpPr>
          <p:cNvPr id="8" name="TextBox 17">
            <a:extLst>
              <a:ext uri="{FF2B5EF4-FFF2-40B4-BE49-F238E27FC236}">
                <a16:creationId xmlns:a16="http://schemas.microsoft.com/office/drawing/2014/main" id="{A16147AF-57E8-4946-B4E6-5B7A94EF3C62}"/>
              </a:ext>
            </a:extLst>
          </p:cNvPr>
          <p:cNvSpPr txBox="1"/>
          <p:nvPr/>
        </p:nvSpPr>
        <p:spPr>
          <a:xfrm>
            <a:off x="388651" y="1075886"/>
            <a:ext cx="3167717" cy="2288319"/>
          </a:xfrm>
          <a:custGeom>
            <a:avLst/>
            <a:gdLst>
              <a:gd name="T0" fmla="*/ 10000 w 10000"/>
              <a:gd name="T1" fmla="*/ 2113 h 9227"/>
              <a:gd name="T2" fmla="*/ 10000 w 10000"/>
              <a:gd name="T3" fmla="*/ 2883 h 9227"/>
              <a:gd name="T4" fmla="*/ 9751 w 10000"/>
              <a:gd name="T5" fmla="*/ 3741 h 9227"/>
              <a:gd name="T6" fmla="*/ 9078 w 10000"/>
              <a:gd name="T7" fmla="*/ 4523 h 9227"/>
              <a:gd name="T8" fmla="*/ 8038 w 10000"/>
              <a:gd name="T9" fmla="*/ 5109 h 9227"/>
              <a:gd name="T10" fmla="*/ 6743 w 10000"/>
              <a:gd name="T11" fmla="*/ 5376 h 9227"/>
              <a:gd name="T12" fmla="*/ 6171 w 10000"/>
              <a:gd name="T13" fmla="*/ 5948 h 9227"/>
              <a:gd name="T14" fmla="*/ 5855 w 10000"/>
              <a:gd name="T15" fmla="*/ 6384 h 9227"/>
              <a:gd name="T16" fmla="*/ 5768 w 10000"/>
              <a:gd name="T17" fmla="*/ 6923 h 9227"/>
              <a:gd name="T18" fmla="*/ 5951 w 10000"/>
              <a:gd name="T19" fmla="*/ 7470 h 9227"/>
              <a:gd name="T20" fmla="*/ 6538 w 10000"/>
              <a:gd name="T21" fmla="*/ 7693 h 9227"/>
              <a:gd name="T22" fmla="*/ 7340 w 10000"/>
              <a:gd name="T23" fmla="*/ 7965 h 9227"/>
              <a:gd name="T24" fmla="*/ 7691 w 10000"/>
              <a:gd name="T25" fmla="*/ 8652 h 9227"/>
              <a:gd name="T26" fmla="*/ 7691 w 10000"/>
              <a:gd name="T27" fmla="*/ 9036 h 9227"/>
              <a:gd name="T28" fmla="*/ 7638 w 10000"/>
              <a:gd name="T29" fmla="*/ 9174 h 9227"/>
              <a:gd name="T30" fmla="*/ 7500 w 10000"/>
              <a:gd name="T31" fmla="*/ 9227 h 9227"/>
              <a:gd name="T32" fmla="*/ 2500 w 10000"/>
              <a:gd name="T33" fmla="*/ 9227 h 9227"/>
              <a:gd name="T34" fmla="*/ 2363 w 10000"/>
              <a:gd name="T35" fmla="*/ 9174 h 9227"/>
              <a:gd name="T36" fmla="*/ 2309 w 10000"/>
              <a:gd name="T37" fmla="*/ 9036 h 9227"/>
              <a:gd name="T38" fmla="*/ 2309 w 10000"/>
              <a:gd name="T39" fmla="*/ 8653 h 9227"/>
              <a:gd name="T40" fmla="*/ 2660 w 10000"/>
              <a:gd name="T41" fmla="*/ 7965 h 9227"/>
              <a:gd name="T42" fmla="*/ 3463 w 10000"/>
              <a:gd name="T43" fmla="*/ 7693 h 9227"/>
              <a:gd name="T44" fmla="*/ 4049 w 10000"/>
              <a:gd name="T45" fmla="*/ 7470 h 9227"/>
              <a:gd name="T46" fmla="*/ 4233 w 10000"/>
              <a:gd name="T47" fmla="*/ 6923 h 9227"/>
              <a:gd name="T48" fmla="*/ 4145 w 10000"/>
              <a:gd name="T49" fmla="*/ 6384 h 9227"/>
              <a:gd name="T50" fmla="*/ 3829 w 10000"/>
              <a:gd name="T51" fmla="*/ 5948 h 9227"/>
              <a:gd name="T52" fmla="*/ 3258 w 10000"/>
              <a:gd name="T53" fmla="*/ 5376 h 9227"/>
              <a:gd name="T54" fmla="*/ 1963 w 10000"/>
              <a:gd name="T55" fmla="*/ 5109 h 9227"/>
              <a:gd name="T56" fmla="*/ 923 w 10000"/>
              <a:gd name="T57" fmla="*/ 4523 h 9227"/>
              <a:gd name="T58" fmla="*/ 249 w 10000"/>
              <a:gd name="T59" fmla="*/ 3741 h 9227"/>
              <a:gd name="T60" fmla="*/ 0 w 10000"/>
              <a:gd name="T61" fmla="*/ 2883 h 9227"/>
              <a:gd name="T62" fmla="*/ 0 w 10000"/>
              <a:gd name="T63" fmla="*/ 2113 h 9227"/>
              <a:gd name="T64" fmla="*/ 168 w 10000"/>
              <a:gd name="T65" fmla="*/ 1704 h 9227"/>
              <a:gd name="T66" fmla="*/ 576 w 10000"/>
              <a:gd name="T67" fmla="*/ 1536 h 9227"/>
              <a:gd name="T68" fmla="*/ 2309 w 10000"/>
              <a:gd name="T69" fmla="*/ 1536 h 9227"/>
              <a:gd name="T70" fmla="*/ 2309 w 10000"/>
              <a:gd name="T71" fmla="*/ 960 h 9227"/>
              <a:gd name="T72" fmla="*/ 2590 w 10000"/>
              <a:gd name="T73" fmla="*/ 281 h 9227"/>
              <a:gd name="T74" fmla="*/ 3269 w 10000"/>
              <a:gd name="T75" fmla="*/ 0 h 9227"/>
              <a:gd name="T76" fmla="*/ 6730 w 10000"/>
              <a:gd name="T77" fmla="*/ 0 h 9227"/>
              <a:gd name="T78" fmla="*/ 7409 w 10000"/>
              <a:gd name="T79" fmla="*/ 281 h 9227"/>
              <a:gd name="T80" fmla="*/ 7690 w 10000"/>
              <a:gd name="T81" fmla="*/ 960 h 9227"/>
              <a:gd name="T82" fmla="*/ 7690 w 10000"/>
              <a:gd name="T83" fmla="*/ 1536 h 9227"/>
              <a:gd name="T84" fmla="*/ 9420 w 10000"/>
              <a:gd name="T85" fmla="*/ 1536 h 9227"/>
              <a:gd name="T86" fmla="*/ 9829 w 10000"/>
              <a:gd name="T87" fmla="*/ 1704 h 9227"/>
              <a:gd name="T88" fmla="*/ 10000 w 10000"/>
              <a:gd name="T89" fmla="*/ 2113 h 9227"/>
              <a:gd name="T90" fmla="*/ 2753 w 10000"/>
              <a:gd name="T91" fmla="*/ 4535 h 9227"/>
              <a:gd name="T92" fmla="*/ 2307 w 10000"/>
              <a:gd name="T93" fmla="*/ 2308 h 9227"/>
              <a:gd name="T94" fmla="*/ 770 w 10000"/>
              <a:gd name="T95" fmla="*/ 2308 h 9227"/>
              <a:gd name="T96" fmla="*/ 770 w 10000"/>
              <a:gd name="T97" fmla="*/ 2884 h 9227"/>
              <a:gd name="T98" fmla="*/ 1337 w 10000"/>
              <a:gd name="T99" fmla="*/ 3856 h 9227"/>
              <a:gd name="T100" fmla="*/ 2753 w 10000"/>
              <a:gd name="T101" fmla="*/ 4535 h 9227"/>
              <a:gd name="T102" fmla="*/ 9230 w 10000"/>
              <a:gd name="T103" fmla="*/ 2883 h 9227"/>
              <a:gd name="T104" fmla="*/ 9230 w 10000"/>
              <a:gd name="T105" fmla="*/ 2306 h 9227"/>
              <a:gd name="T106" fmla="*/ 7693 w 10000"/>
              <a:gd name="T107" fmla="*/ 2306 h 9227"/>
              <a:gd name="T108" fmla="*/ 7248 w 10000"/>
              <a:gd name="T109" fmla="*/ 4535 h 9227"/>
              <a:gd name="T110" fmla="*/ 8663 w 10000"/>
              <a:gd name="T111" fmla="*/ 3856 h 9227"/>
              <a:gd name="T112" fmla="*/ 9230 w 10000"/>
              <a:gd name="T113" fmla="*/ 2883 h 9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00" h="9227">
                <a:moveTo>
                  <a:pt x="10000" y="2113"/>
                </a:moveTo>
                <a:lnTo>
                  <a:pt x="10000" y="2883"/>
                </a:lnTo>
                <a:cubicBezTo>
                  <a:pt x="10000" y="3166"/>
                  <a:pt x="9916" y="3454"/>
                  <a:pt x="9751" y="3741"/>
                </a:cubicBezTo>
                <a:cubicBezTo>
                  <a:pt x="9585" y="4030"/>
                  <a:pt x="9361" y="4290"/>
                  <a:pt x="9078" y="4523"/>
                </a:cubicBezTo>
                <a:cubicBezTo>
                  <a:pt x="8796" y="4755"/>
                  <a:pt x="8449" y="4950"/>
                  <a:pt x="8038" y="5109"/>
                </a:cubicBezTo>
                <a:cubicBezTo>
                  <a:pt x="7626" y="5266"/>
                  <a:pt x="7196" y="5356"/>
                  <a:pt x="6743" y="5376"/>
                </a:cubicBezTo>
                <a:cubicBezTo>
                  <a:pt x="6575" y="5592"/>
                  <a:pt x="6384" y="5784"/>
                  <a:pt x="6171" y="5948"/>
                </a:cubicBezTo>
                <a:cubicBezTo>
                  <a:pt x="6020" y="6084"/>
                  <a:pt x="5914" y="6229"/>
                  <a:pt x="5855" y="6384"/>
                </a:cubicBezTo>
                <a:cubicBezTo>
                  <a:pt x="5796" y="6538"/>
                  <a:pt x="5768" y="6718"/>
                  <a:pt x="5768" y="6923"/>
                </a:cubicBezTo>
                <a:cubicBezTo>
                  <a:pt x="5768" y="7139"/>
                  <a:pt x="5829" y="7320"/>
                  <a:pt x="5951" y="7470"/>
                </a:cubicBezTo>
                <a:cubicBezTo>
                  <a:pt x="6074" y="7618"/>
                  <a:pt x="6269" y="7693"/>
                  <a:pt x="6538" y="7693"/>
                </a:cubicBezTo>
                <a:cubicBezTo>
                  <a:pt x="6839" y="7693"/>
                  <a:pt x="7105" y="7784"/>
                  <a:pt x="7340" y="7965"/>
                </a:cubicBezTo>
                <a:cubicBezTo>
                  <a:pt x="7574" y="8147"/>
                  <a:pt x="7691" y="8377"/>
                  <a:pt x="7691" y="8652"/>
                </a:cubicBezTo>
                <a:lnTo>
                  <a:pt x="7691" y="9036"/>
                </a:lnTo>
                <a:cubicBezTo>
                  <a:pt x="7691" y="9091"/>
                  <a:pt x="7674" y="9139"/>
                  <a:pt x="7638" y="9174"/>
                </a:cubicBezTo>
                <a:cubicBezTo>
                  <a:pt x="7601" y="9209"/>
                  <a:pt x="7555" y="9227"/>
                  <a:pt x="7500" y="9227"/>
                </a:cubicBezTo>
                <a:lnTo>
                  <a:pt x="2500" y="9227"/>
                </a:lnTo>
                <a:cubicBezTo>
                  <a:pt x="2445" y="9227"/>
                  <a:pt x="2398" y="9210"/>
                  <a:pt x="2363" y="9174"/>
                </a:cubicBezTo>
                <a:cubicBezTo>
                  <a:pt x="2326" y="9138"/>
                  <a:pt x="2309" y="9091"/>
                  <a:pt x="2309" y="9036"/>
                </a:cubicBezTo>
                <a:lnTo>
                  <a:pt x="2309" y="8653"/>
                </a:lnTo>
                <a:cubicBezTo>
                  <a:pt x="2309" y="8376"/>
                  <a:pt x="2426" y="8148"/>
                  <a:pt x="2660" y="7965"/>
                </a:cubicBezTo>
                <a:cubicBezTo>
                  <a:pt x="2894" y="7783"/>
                  <a:pt x="3161" y="7693"/>
                  <a:pt x="3463" y="7693"/>
                </a:cubicBezTo>
                <a:cubicBezTo>
                  <a:pt x="3730" y="7693"/>
                  <a:pt x="3926" y="7618"/>
                  <a:pt x="4049" y="7470"/>
                </a:cubicBezTo>
                <a:cubicBezTo>
                  <a:pt x="4171" y="7323"/>
                  <a:pt x="4233" y="7139"/>
                  <a:pt x="4233" y="6923"/>
                </a:cubicBezTo>
                <a:cubicBezTo>
                  <a:pt x="4233" y="6718"/>
                  <a:pt x="4204" y="6540"/>
                  <a:pt x="4145" y="6384"/>
                </a:cubicBezTo>
                <a:cubicBezTo>
                  <a:pt x="4086" y="6230"/>
                  <a:pt x="3983" y="6084"/>
                  <a:pt x="3829" y="5948"/>
                </a:cubicBezTo>
                <a:cubicBezTo>
                  <a:pt x="3616" y="5784"/>
                  <a:pt x="3425" y="5593"/>
                  <a:pt x="3258" y="5376"/>
                </a:cubicBezTo>
                <a:cubicBezTo>
                  <a:pt x="2805" y="5356"/>
                  <a:pt x="2372" y="5268"/>
                  <a:pt x="1963" y="5109"/>
                </a:cubicBezTo>
                <a:cubicBezTo>
                  <a:pt x="1551" y="4951"/>
                  <a:pt x="1205" y="4755"/>
                  <a:pt x="923" y="4523"/>
                </a:cubicBezTo>
                <a:cubicBezTo>
                  <a:pt x="641" y="4290"/>
                  <a:pt x="416" y="4030"/>
                  <a:pt x="249" y="3741"/>
                </a:cubicBezTo>
                <a:cubicBezTo>
                  <a:pt x="83" y="3453"/>
                  <a:pt x="0" y="3166"/>
                  <a:pt x="0" y="2883"/>
                </a:cubicBezTo>
                <a:lnTo>
                  <a:pt x="0" y="2113"/>
                </a:lnTo>
                <a:cubicBezTo>
                  <a:pt x="0" y="1953"/>
                  <a:pt x="55" y="1815"/>
                  <a:pt x="168" y="1704"/>
                </a:cubicBezTo>
                <a:cubicBezTo>
                  <a:pt x="280" y="1591"/>
                  <a:pt x="416" y="1536"/>
                  <a:pt x="576" y="1536"/>
                </a:cubicBezTo>
                <a:lnTo>
                  <a:pt x="2309" y="1536"/>
                </a:lnTo>
                <a:lnTo>
                  <a:pt x="2309" y="960"/>
                </a:lnTo>
                <a:cubicBezTo>
                  <a:pt x="2309" y="696"/>
                  <a:pt x="2403" y="470"/>
                  <a:pt x="2590" y="281"/>
                </a:cubicBezTo>
                <a:cubicBezTo>
                  <a:pt x="2778" y="93"/>
                  <a:pt x="3005" y="0"/>
                  <a:pt x="3269" y="0"/>
                </a:cubicBezTo>
                <a:lnTo>
                  <a:pt x="6730" y="0"/>
                </a:lnTo>
                <a:cubicBezTo>
                  <a:pt x="6994" y="0"/>
                  <a:pt x="7220" y="95"/>
                  <a:pt x="7409" y="281"/>
                </a:cubicBezTo>
                <a:cubicBezTo>
                  <a:pt x="7598" y="470"/>
                  <a:pt x="7690" y="696"/>
                  <a:pt x="7690" y="960"/>
                </a:cubicBezTo>
                <a:lnTo>
                  <a:pt x="7690" y="1536"/>
                </a:lnTo>
                <a:lnTo>
                  <a:pt x="9420" y="1536"/>
                </a:lnTo>
                <a:cubicBezTo>
                  <a:pt x="9580" y="1536"/>
                  <a:pt x="9718" y="1591"/>
                  <a:pt x="9829" y="1704"/>
                </a:cubicBezTo>
                <a:cubicBezTo>
                  <a:pt x="9943" y="1818"/>
                  <a:pt x="10000" y="1954"/>
                  <a:pt x="10000" y="2113"/>
                </a:cubicBezTo>
                <a:close/>
                <a:moveTo>
                  <a:pt x="2753" y="4535"/>
                </a:moveTo>
                <a:cubicBezTo>
                  <a:pt x="2455" y="3886"/>
                  <a:pt x="2307" y="3143"/>
                  <a:pt x="2307" y="2308"/>
                </a:cubicBezTo>
                <a:lnTo>
                  <a:pt x="770" y="2308"/>
                </a:lnTo>
                <a:lnTo>
                  <a:pt x="770" y="2884"/>
                </a:lnTo>
                <a:cubicBezTo>
                  <a:pt x="770" y="3196"/>
                  <a:pt x="960" y="3521"/>
                  <a:pt x="1337" y="3856"/>
                </a:cubicBezTo>
                <a:cubicBezTo>
                  <a:pt x="1716" y="4193"/>
                  <a:pt x="2189" y="4419"/>
                  <a:pt x="2753" y="4535"/>
                </a:cubicBezTo>
                <a:close/>
                <a:moveTo>
                  <a:pt x="9230" y="2883"/>
                </a:moveTo>
                <a:lnTo>
                  <a:pt x="9230" y="2306"/>
                </a:lnTo>
                <a:lnTo>
                  <a:pt x="7693" y="2306"/>
                </a:lnTo>
                <a:cubicBezTo>
                  <a:pt x="7693" y="3144"/>
                  <a:pt x="7545" y="3886"/>
                  <a:pt x="7248" y="4535"/>
                </a:cubicBezTo>
                <a:cubicBezTo>
                  <a:pt x="7813" y="4419"/>
                  <a:pt x="8284" y="4193"/>
                  <a:pt x="8663" y="3856"/>
                </a:cubicBezTo>
                <a:cubicBezTo>
                  <a:pt x="9041" y="3520"/>
                  <a:pt x="9230" y="3195"/>
                  <a:pt x="9230" y="2883"/>
                </a:cubicBezTo>
                <a:close/>
              </a:path>
            </a:pathLst>
          </a:custGeom>
          <a:noFill/>
        </p:spPr>
        <p:txBody>
          <a:bodyPr wrap="square">
            <a:spAutoFit/>
          </a:bodyPr>
          <a:ls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600" b="1" dirty="0">
                <a:solidFill>
                  <a:schemeClr val="accent1"/>
                </a:solidFill>
                <a:cs typeface="+mn-ea"/>
                <a:sym typeface="+mn-lt"/>
              </a:rPr>
              <a:t>核心价值观推广</a:t>
            </a:r>
            <a:r>
              <a:rPr lang="en-US" altLang="zh-CN" sz="1600" b="1" dirty="0">
                <a:solidFill>
                  <a:schemeClr val="accent1"/>
                </a:solidFill>
                <a:cs typeface="+mn-ea"/>
                <a:sym typeface="+mn-lt"/>
              </a:rPr>
              <a:t>: </a:t>
            </a:r>
          </a:p>
          <a:p>
            <a:pPr>
              <a:lnSpc>
                <a:spcPct val="150000"/>
              </a:lnSpc>
            </a:pPr>
            <a:r>
              <a:rPr lang="en-US" altLang="zh-CN" sz="1400" dirty="0">
                <a:cs typeface="+mn-ea"/>
                <a:sym typeface="+mn-lt"/>
              </a:rPr>
              <a:t>         </a:t>
            </a:r>
            <a:r>
              <a:rPr lang="zh-CN" altLang="en-US" sz="1400" dirty="0">
                <a:cs typeface="+mn-ea"/>
                <a:sym typeface="+mn-lt"/>
              </a:rPr>
              <a:t>宣传材料</a:t>
            </a:r>
            <a:r>
              <a:rPr lang="en-US" altLang="zh-CN" sz="1400" dirty="0">
                <a:cs typeface="+mn-ea"/>
                <a:sym typeface="+mn-lt"/>
              </a:rPr>
              <a:t> </a:t>
            </a:r>
          </a:p>
          <a:p>
            <a:pPr>
              <a:lnSpc>
                <a:spcPct val="150000"/>
              </a:lnSpc>
            </a:pPr>
            <a:r>
              <a:rPr lang="en-US" altLang="zh-CN" sz="1400" dirty="0">
                <a:cs typeface="+mn-ea"/>
                <a:sym typeface="+mn-lt"/>
              </a:rPr>
              <a:t>         </a:t>
            </a:r>
            <a:r>
              <a:rPr lang="zh-CN" altLang="en-US" sz="1400" dirty="0">
                <a:cs typeface="+mn-ea"/>
                <a:sym typeface="+mn-lt"/>
              </a:rPr>
              <a:t>价值观工作坊</a:t>
            </a:r>
            <a:endParaRPr lang="en-US" altLang="zh-CN" sz="1400" dirty="0">
              <a:cs typeface="+mn-ea"/>
              <a:sym typeface="+mn-lt"/>
            </a:endParaRPr>
          </a:p>
          <a:p>
            <a:pPr>
              <a:lnSpc>
                <a:spcPct val="150000"/>
              </a:lnSpc>
            </a:pPr>
            <a:r>
              <a:rPr lang="en-US" altLang="zh-CN" sz="1400" b="1" dirty="0">
                <a:cs typeface="+mn-ea"/>
                <a:sym typeface="+mn-lt"/>
              </a:rPr>
              <a:t>         </a:t>
            </a:r>
            <a:r>
              <a:rPr lang="zh-CN" altLang="en-US" sz="1400" b="1" dirty="0">
                <a:cs typeface="+mn-ea"/>
                <a:sym typeface="+mn-lt"/>
              </a:rPr>
              <a:t>员工故事</a:t>
            </a:r>
            <a:endParaRPr lang="en-US" altLang="zh-CN" sz="1400" b="1" dirty="0">
              <a:cs typeface="+mn-ea"/>
              <a:sym typeface="+mn-lt"/>
            </a:endParaRPr>
          </a:p>
          <a:p>
            <a:pPr>
              <a:lnSpc>
                <a:spcPct val="150000"/>
              </a:lnSpc>
            </a:pPr>
            <a:r>
              <a:rPr lang="en-US" altLang="zh-CN" sz="1400" dirty="0">
                <a:cs typeface="+mn-ea"/>
                <a:sym typeface="+mn-lt"/>
              </a:rPr>
              <a:t>         </a:t>
            </a:r>
            <a:r>
              <a:rPr lang="zh-CN" altLang="en-US" sz="1400" dirty="0">
                <a:cs typeface="+mn-ea"/>
                <a:sym typeface="+mn-lt"/>
              </a:rPr>
              <a:t>认可与奖赏</a:t>
            </a:r>
            <a:r>
              <a:rPr lang="en-US" altLang="zh-CN" sz="1400" dirty="0">
                <a:cs typeface="+mn-ea"/>
                <a:sym typeface="+mn-lt"/>
              </a:rPr>
              <a:t> </a:t>
            </a:r>
          </a:p>
          <a:p>
            <a:pPr>
              <a:lnSpc>
                <a:spcPct val="150000"/>
              </a:lnSpc>
            </a:pPr>
            <a:r>
              <a:rPr lang="en-US" altLang="zh-CN" sz="1400" b="1" dirty="0">
                <a:cs typeface="+mn-ea"/>
                <a:sym typeface="+mn-lt"/>
              </a:rPr>
              <a:t>         </a:t>
            </a:r>
            <a:r>
              <a:rPr lang="zh-CN" altLang="en-US" sz="1400" b="1" dirty="0">
                <a:cs typeface="+mn-ea"/>
                <a:sym typeface="+mn-lt"/>
              </a:rPr>
              <a:t>庆祝</a:t>
            </a:r>
            <a:r>
              <a:rPr lang="en-US" altLang="zh-CN" sz="1400" dirty="0">
                <a:cs typeface="+mn-ea"/>
                <a:sym typeface="+mn-lt"/>
              </a:rPr>
              <a:t> Midea Day </a:t>
            </a:r>
          </a:p>
          <a:p>
            <a:pPr>
              <a:lnSpc>
                <a:spcPct val="150000"/>
              </a:lnSpc>
            </a:pPr>
            <a:r>
              <a:rPr lang="en-US" altLang="zh-CN" sz="1400" b="1" dirty="0">
                <a:cs typeface="+mn-ea"/>
                <a:sym typeface="+mn-lt"/>
              </a:rPr>
              <a:t>         </a:t>
            </a:r>
            <a:r>
              <a:rPr lang="zh-CN" altLang="en-US" sz="1400" b="1" dirty="0">
                <a:cs typeface="+mn-ea"/>
                <a:sym typeface="+mn-lt"/>
              </a:rPr>
              <a:t>嵌入</a:t>
            </a:r>
            <a:r>
              <a:rPr lang="zh-CN" altLang="en-US" sz="1400" dirty="0">
                <a:cs typeface="+mn-ea"/>
                <a:sym typeface="+mn-lt"/>
              </a:rPr>
              <a:t>人才职业周期 </a:t>
            </a:r>
            <a:r>
              <a:rPr lang="en-US" altLang="zh-CN" sz="1400" dirty="0">
                <a:cs typeface="+mn-ea"/>
                <a:sym typeface="+mn-lt"/>
              </a:rPr>
              <a:t> </a:t>
            </a:r>
            <a:endParaRPr lang="en-US" altLang="zh-CN" dirty="0">
              <a:cs typeface="+mn-ea"/>
              <a:sym typeface="+mn-lt"/>
            </a:endParaRPr>
          </a:p>
        </p:txBody>
      </p:sp>
      <p:sp>
        <p:nvSpPr>
          <p:cNvPr id="10" name="文本框 9">
            <a:extLst>
              <a:ext uri="{FF2B5EF4-FFF2-40B4-BE49-F238E27FC236}">
                <a16:creationId xmlns:a16="http://schemas.microsoft.com/office/drawing/2014/main" id="{70869CDE-71E2-4D8D-AC2F-288D60C8A0AA}"/>
              </a:ext>
            </a:extLst>
          </p:cNvPr>
          <p:cNvSpPr txBox="1"/>
          <p:nvPr/>
        </p:nvSpPr>
        <p:spPr>
          <a:xfrm>
            <a:off x="8862071" y="3790360"/>
            <a:ext cx="3360447" cy="2610010"/>
          </a:xfrm>
          <a:prstGeom prst="rect">
            <a:avLst/>
          </a:prstGeom>
          <a:noFill/>
        </p:spPr>
        <p:txBody>
          <a:bodyPr wrap="square">
            <a:spAutoFit/>
          </a:bodyPr>
          <a:lstStyle/>
          <a:p>
            <a:pPr>
              <a:lnSpc>
                <a:spcPct val="120000"/>
              </a:lnSpc>
            </a:pPr>
            <a:r>
              <a:rPr lang="zh-CN" altLang="en-US" sz="1600" b="1" dirty="0">
                <a:solidFill>
                  <a:schemeClr val="accent1"/>
                </a:solidFill>
                <a:cs typeface="+mn-ea"/>
                <a:sym typeface="+mn-lt"/>
              </a:rPr>
              <a:t>雇主品牌建设：</a:t>
            </a:r>
            <a:endParaRPr lang="en-US" altLang="zh-CN" sz="1600" b="1" dirty="0">
              <a:solidFill>
                <a:schemeClr val="accent1"/>
              </a:solidFill>
              <a:cs typeface="+mn-ea"/>
              <a:sym typeface="+mn-lt"/>
            </a:endParaRPr>
          </a:p>
          <a:p>
            <a:pPr>
              <a:lnSpc>
                <a:spcPct val="150000"/>
              </a:lnSpc>
            </a:pPr>
            <a:r>
              <a:rPr lang="en-US" altLang="zh-CN" sz="1400" dirty="0">
                <a:cs typeface="+mn-ea"/>
                <a:sym typeface="+mn-lt"/>
              </a:rPr>
              <a:t>         </a:t>
            </a:r>
            <a:r>
              <a:rPr lang="zh-CN" altLang="en-US" sz="1400" dirty="0">
                <a:cs typeface="+mn-ea"/>
                <a:sym typeface="+mn-lt"/>
              </a:rPr>
              <a:t>雇主价值主张 </a:t>
            </a:r>
            <a:r>
              <a:rPr lang="en-US" altLang="zh-CN" sz="1400" dirty="0">
                <a:cs typeface="+mn-ea"/>
                <a:sym typeface="+mn-lt"/>
              </a:rPr>
              <a:t> </a:t>
            </a:r>
          </a:p>
          <a:p>
            <a:pPr>
              <a:lnSpc>
                <a:spcPct val="150000"/>
              </a:lnSpc>
            </a:pPr>
            <a:r>
              <a:rPr lang="en-US" altLang="zh-CN" sz="1400" dirty="0">
                <a:cs typeface="+mn-ea"/>
                <a:sym typeface="+mn-lt"/>
              </a:rPr>
              <a:t>         </a:t>
            </a:r>
            <a:r>
              <a:rPr lang="zh-CN" altLang="en-US" sz="1400" dirty="0">
                <a:cs typeface="+mn-ea"/>
                <a:sym typeface="+mn-lt"/>
              </a:rPr>
              <a:t>“加入美的”作为官网一级栏目</a:t>
            </a:r>
            <a:endParaRPr lang="en-US" altLang="zh-CN" sz="1400" dirty="0">
              <a:cs typeface="+mn-ea"/>
              <a:sym typeface="+mn-lt"/>
            </a:endParaRPr>
          </a:p>
          <a:p>
            <a:pPr>
              <a:lnSpc>
                <a:spcPct val="150000"/>
              </a:lnSpc>
            </a:pPr>
            <a:r>
              <a:rPr lang="en-US" altLang="zh-CN" sz="1400" dirty="0">
                <a:cs typeface="+mn-ea"/>
                <a:sym typeface="+mn-lt"/>
              </a:rPr>
              <a:t>         </a:t>
            </a:r>
            <a:r>
              <a:rPr lang="zh-CN" altLang="en-US" sz="1400" dirty="0">
                <a:cs typeface="+mn-ea"/>
                <a:sym typeface="+mn-lt"/>
              </a:rPr>
              <a:t>子公司均开通领英</a:t>
            </a:r>
            <a:endParaRPr lang="en-US" altLang="zh-CN" sz="1400" dirty="0">
              <a:cs typeface="+mn-ea"/>
              <a:sym typeface="+mn-lt"/>
            </a:endParaRPr>
          </a:p>
          <a:p>
            <a:pPr>
              <a:lnSpc>
                <a:spcPct val="150000"/>
              </a:lnSpc>
            </a:pPr>
            <a:r>
              <a:rPr lang="en-US" altLang="zh-CN" sz="1400" dirty="0">
                <a:cs typeface="+mn-ea"/>
                <a:sym typeface="+mn-lt"/>
              </a:rPr>
              <a:t>         </a:t>
            </a:r>
            <a:r>
              <a:rPr lang="zh-CN" altLang="en-US" sz="1400" dirty="0">
                <a:cs typeface="+mn-ea"/>
                <a:sym typeface="+mn-lt"/>
              </a:rPr>
              <a:t>雇主品牌推广大使</a:t>
            </a:r>
            <a:endParaRPr lang="en-US" altLang="zh-CN" sz="1400" dirty="0">
              <a:cs typeface="+mn-ea"/>
              <a:sym typeface="+mn-lt"/>
            </a:endParaRPr>
          </a:p>
          <a:p>
            <a:pPr>
              <a:lnSpc>
                <a:spcPct val="150000"/>
              </a:lnSpc>
            </a:pPr>
            <a:r>
              <a:rPr lang="en-US" altLang="zh-CN" sz="1400" dirty="0">
                <a:cs typeface="+mn-ea"/>
                <a:sym typeface="+mn-lt"/>
              </a:rPr>
              <a:t>         </a:t>
            </a:r>
            <a:r>
              <a:rPr lang="zh-CN" altLang="en-US" sz="1400" dirty="0">
                <a:cs typeface="+mn-ea"/>
                <a:sym typeface="+mn-lt"/>
              </a:rPr>
              <a:t>最佳雇主品牌认证</a:t>
            </a:r>
            <a:endParaRPr lang="en-US" altLang="zh-CN" sz="1400" dirty="0">
              <a:cs typeface="+mn-ea"/>
              <a:sym typeface="+mn-lt"/>
            </a:endParaRPr>
          </a:p>
          <a:p>
            <a:pPr>
              <a:lnSpc>
                <a:spcPct val="150000"/>
              </a:lnSpc>
            </a:pPr>
            <a:r>
              <a:rPr lang="en-US" altLang="zh-CN" sz="1400" dirty="0">
                <a:cs typeface="+mn-ea"/>
                <a:sym typeface="+mn-lt"/>
              </a:rPr>
              <a:t>         </a:t>
            </a:r>
            <a:r>
              <a:rPr lang="zh-CN" altLang="en-US" sz="1400" dirty="0">
                <a:cs typeface="+mn-ea"/>
                <a:sym typeface="+mn-lt"/>
              </a:rPr>
              <a:t>校企合作</a:t>
            </a:r>
            <a:endParaRPr lang="en-US" altLang="zh-CN" sz="1400" dirty="0">
              <a:cs typeface="+mn-ea"/>
              <a:sym typeface="+mn-lt"/>
            </a:endParaRPr>
          </a:p>
          <a:p>
            <a:pPr>
              <a:lnSpc>
                <a:spcPct val="150000"/>
              </a:lnSpc>
            </a:pPr>
            <a:endParaRPr lang="zh-CN" altLang="en-US" sz="1400" dirty="0">
              <a:solidFill>
                <a:schemeClr val="bg2"/>
              </a:solidFill>
              <a:cs typeface="+mn-ea"/>
              <a:sym typeface="+mn-lt"/>
            </a:endParaRPr>
          </a:p>
        </p:txBody>
      </p:sp>
      <p:pic>
        <p:nvPicPr>
          <p:cNvPr id="20" name="图片 19">
            <a:extLst>
              <a:ext uri="{FF2B5EF4-FFF2-40B4-BE49-F238E27FC236}">
                <a16:creationId xmlns:a16="http://schemas.microsoft.com/office/drawing/2014/main" id="{904A3C2D-4559-4207-8CFA-FC8A70AF7E91}"/>
              </a:ext>
            </a:extLst>
          </p:cNvPr>
          <p:cNvPicPr>
            <a:picLocks noChangeAspect="1"/>
          </p:cNvPicPr>
          <p:nvPr/>
        </p:nvPicPr>
        <p:blipFill>
          <a:blip r:embed="rId4"/>
          <a:stretch>
            <a:fillRect/>
          </a:stretch>
        </p:blipFill>
        <p:spPr>
          <a:xfrm>
            <a:off x="2559169" y="4146336"/>
            <a:ext cx="1394745" cy="1824822"/>
          </a:xfrm>
          <a:prstGeom prst="rect">
            <a:avLst/>
          </a:prstGeom>
        </p:spPr>
      </p:pic>
      <p:sp>
        <p:nvSpPr>
          <p:cNvPr id="21" name="camera-portrait-mode_61467">
            <a:extLst>
              <a:ext uri="{FF2B5EF4-FFF2-40B4-BE49-F238E27FC236}">
                <a16:creationId xmlns:a16="http://schemas.microsoft.com/office/drawing/2014/main" id="{5C57335C-2437-4C11-BE87-B4086D786460}"/>
              </a:ext>
            </a:extLst>
          </p:cNvPr>
          <p:cNvSpPr/>
          <p:nvPr/>
        </p:nvSpPr>
        <p:spPr>
          <a:xfrm>
            <a:off x="8866693" y="5196508"/>
            <a:ext cx="253919" cy="244461"/>
          </a:xfrm>
          <a:custGeom>
            <a:avLst/>
            <a:gdLst>
              <a:gd name="connsiteX0" fmla="*/ 569879 w 607709"/>
              <a:gd name="connsiteY0" fmla="*/ 377172 h 606863"/>
              <a:gd name="connsiteX1" fmla="*/ 593981 w 607709"/>
              <a:gd name="connsiteY1" fmla="*/ 377172 h 606863"/>
              <a:gd name="connsiteX2" fmla="*/ 607709 w 607709"/>
              <a:gd name="connsiteY2" fmla="*/ 390935 h 606863"/>
              <a:gd name="connsiteX3" fmla="*/ 607709 w 607709"/>
              <a:gd name="connsiteY3" fmla="*/ 593152 h 606863"/>
              <a:gd name="connsiteX4" fmla="*/ 593981 w 607709"/>
              <a:gd name="connsiteY4" fmla="*/ 606863 h 606863"/>
              <a:gd name="connsiteX5" fmla="*/ 391516 w 607709"/>
              <a:gd name="connsiteY5" fmla="*/ 606863 h 606863"/>
              <a:gd name="connsiteX6" fmla="*/ 377736 w 607709"/>
              <a:gd name="connsiteY6" fmla="*/ 593152 h 606863"/>
              <a:gd name="connsiteX7" fmla="*/ 377736 w 607709"/>
              <a:gd name="connsiteY7" fmla="*/ 569080 h 606863"/>
              <a:gd name="connsiteX8" fmla="*/ 391516 w 607709"/>
              <a:gd name="connsiteY8" fmla="*/ 555317 h 606863"/>
              <a:gd name="connsiteX9" fmla="*/ 542371 w 607709"/>
              <a:gd name="connsiteY9" fmla="*/ 555317 h 606863"/>
              <a:gd name="connsiteX10" fmla="*/ 556100 w 607709"/>
              <a:gd name="connsiteY10" fmla="*/ 541605 h 606863"/>
              <a:gd name="connsiteX11" fmla="*/ 556100 w 607709"/>
              <a:gd name="connsiteY11" fmla="*/ 390935 h 606863"/>
              <a:gd name="connsiteX12" fmla="*/ 569879 w 607709"/>
              <a:gd name="connsiteY12" fmla="*/ 377172 h 606863"/>
              <a:gd name="connsiteX13" fmla="*/ 13784 w 607709"/>
              <a:gd name="connsiteY13" fmla="*/ 377172 h 606863"/>
              <a:gd name="connsiteX14" fmla="*/ 37841 w 607709"/>
              <a:gd name="connsiteY14" fmla="*/ 377172 h 606863"/>
              <a:gd name="connsiteX15" fmla="*/ 51625 w 607709"/>
              <a:gd name="connsiteY15" fmla="*/ 390935 h 606863"/>
              <a:gd name="connsiteX16" fmla="*/ 51625 w 607709"/>
              <a:gd name="connsiteY16" fmla="*/ 541605 h 606863"/>
              <a:gd name="connsiteX17" fmla="*/ 65409 w 607709"/>
              <a:gd name="connsiteY17" fmla="*/ 555317 h 606863"/>
              <a:gd name="connsiteX18" fmla="*/ 216259 w 607709"/>
              <a:gd name="connsiteY18" fmla="*/ 555317 h 606863"/>
              <a:gd name="connsiteX19" fmla="*/ 230043 w 607709"/>
              <a:gd name="connsiteY19" fmla="*/ 569080 h 606863"/>
              <a:gd name="connsiteX20" fmla="*/ 230043 w 607709"/>
              <a:gd name="connsiteY20" fmla="*/ 593152 h 606863"/>
              <a:gd name="connsiteX21" fmla="*/ 216259 w 607709"/>
              <a:gd name="connsiteY21" fmla="*/ 606863 h 606863"/>
              <a:gd name="connsiteX22" fmla="*/ 13784 w 607709"/>
              <a:gd name="connsiteY22" fmla="*/ 606863 h 606863"/>
              <a:gd name="connsiteX23" fmla="*/ 0 w 607709"/>
              <a:gd name="connsiteY23" fmla="*/ 593152 h 606863"/>
              <a:gd name="connsiteX24" fmla="*/ 0 w 607709"/>
              <a:gd name="connsiteY24" fmla="*/ 390935 h 606863"/>
              <a:gd name="connsiteX25" fmla="*/ 13784 w 607709"/>
              <a:gd name="connsiteY25" fmla="*/ 377172 h 606863"/>
              <a:gd name="connsiteX26" fmla="*/ 303916 w 607709"/>
              <a:gd name="connsiteY26" fmla="*/ 81150 h 606863"/>
              <a:gd name="connsiteX27" fmla="*/ 428217 w 607709"/>
              <a:gd name="connsiteY27" fmla="*/ 205273 h 606863"/>
              <a:gd name="connsiteX28" fmla="*/ 357240 w 607709"/>
              <a:gd name="connsiteY28" fmla="*/ 317489 h 606863"/>
              <a:gd name="connsiteX29" fmla="*/ 391980 w 607709"/>
              <a:gd name="connsiteY29" fmla="*/ 351561 h 606863"/>
              <a:gd name="connsiteX30" fmla="*/ 450569 w 607709"/>
              <a:gd name="connsiteY30" fmla="*/ 396819 h 606863"/>
              <a:gd name="connsiteX31" fmla="*/ 471165 w 607709"/>
              <a:gd name="connsiteY31" fmla="*/ 463622 h 606863"/>
              <a:gd name="connsiteX32" fmla="*/ 471165 w 607709"/>
              <a:gd name="connsiteY32" fmla="*/ 506869 h 606863"/>
              <a:gd name="connsiteX33" fmla="*/ 457434 w 607709"/>
              <a:gd name="connsiteY33" fmla="*/ 520632 h 606863"/>
              <a:gd name="connsiteX34" fmla="*/ 303916 w 607709"/>
              <a:gd name="connsiteY34" fmla="*/ 520632 h 606863"/>
              <a:gd name="connsiteX35" fmla="*/ 150398 w 607709"/>
              <a:gd name="connsiteY35" fmla="*/ 520632 h 606863"/>
              <a:gd name="connsiteX36" fmla="*/ 136615 w 607709"/>
              <a:gd name="connsiteY36" fmla="*/ 506869 h 606863"/>
              <a:gd name="connsiteX37" fmla="*/ 136615 w 607709"/>
              <a:gd name="connsiteY37" fmla="*/ 463622 h 606863"/>
              <a:gd name="connsiteX38" fmla="*/ 157263 w 607709"/>
              <a:gd name="connsiteY38" fmla="*/ 396819 h 606863"/>
              <a:gd name="connsiteX39" fmla="*/ 215801 w 607709"/>
              <a:gd name="connsiteY39" fmla="*/ 351561 h 606863"/>
              <a:gd name="connsiteX40" fmla="*/ 250541 w 607709"/>
              <a:gd name="connsiteY40" fmla="*/ 317489 h 606863"/>
              <a:gd name="connsiteX41" fmla="*/ 179563 w 607709"/>
              <a:gd name="connsiteY41" fmla="*/ 205273 h 606863"/>
              <a:gd name="connsiteX42" fmla="*/ 303916 w 607709"/>
              <a:gd name="connsiteY42" fmla="*/ 81150 h 606863"/>
              <a:gd name="connsiteX43" fmla="*/ 391516 w 607709"/>
              <a:gd name="connsiteY43" fmla="*/ 0 h 606863"/>
              <a:gd name="connsiteX44" fmla="*/ 513109 w 607709"/>
              <a:gd name="connsiteY44" fmla="*/ 0 h 606863"/>
              <a:gd name="connsiteX45" fmla="*/ 525495 w 607709"/>
              <a:gd name="connsiteY45" fmla="*/ 0 h 606863"/>
              <a:gd name="connsiteX46" fmla="*/ 593981 w 607709"/>
              <a:gd name="connsiteY46" fmla="*/ 0 h 606863"/>
              <a:gd name="connsiteX47" fmla="*/ 607709 w 607709"/>
              <a:gd name="connsiteY47" fmla="*/ 13763 h 606863"/>
              <a:gd name="connsiteX48" fmla="*/ 607709 w 607709"/>
              <a:gd name="connsiteY48" fmla="*/ 106804 h 606863"/>
              <a:gd name="connsiteX49" fmla="*/ 607709 w 607709"/>
              <a:gd name="connsiteY49" fmla="*/ 132011 h 606863"/>
              <a:gd name="connsiteX50" fmla="*/ 607709 w 607709"/>
              <a:gd name="connsiteY50" fmla="*/ 215928 h 606863"/>
              <a:gd name="connsiteX51" fmla="*/ 593981 w 607709"/>
              <a:gd name="connsiteY51" fmla="*/ 229691 h 606863"/>
              <a:gd name="connsiteX52" fmla="*/ 569879 w 607709"/>
              <a:gd name="connsiteY52" fmla="*/ 229691 h 606863"/>
              <a:gd name="connsiteX53" fmla="*/ 556100 w 607709"/>
              <a:gd name="connsiteY53" fmla="*/ 215928 h 606863"/>
              <a:gd name="connsiteX54" fmla="*/ 556100 w 607709"/>
              <a:gd name="connsiteY54" fmla="*/ 132011 h 606863"/>
              <a:gd name="connsiteX55" fmla="*/ 556100 w 607709"/>
              <a:gd name="connsiteY55" fmla="*/ 106804 h 606863"/>
              <a:gd name="connsiteX56" fmla="*/ 556100 w 607709"/>
              <a:gd name="connsiteY56" fmla="*/ 65309 h 606863"/>
              <a:gd name="connsiteX57" fmla="*/ 542371 w 607709"/>
              <a:gd name="connsiteY57" fmla="*/ 51546 h 606863"/>
              <a:gd name="connsiteX58" fmla="*/ 525495 w 607709"/>
              <a:gd name="connsiteY58" fmla="*/ 51546 h 606863"/>
              <a:gd name="connsiteX59" fmla="*/ 513109 w 607709"/>
              <a:gd name="connsiteY59" fmla="*/ 51546 h 606863"/>
              <a:gd name="connsiteX60" fmla="*/ 391516 w 607709"/>
              <a:gd name="connsiteY60" fmla="*/ 51546 h 606863"/>
              <a:gd name="connsiteX61" fmla="*/ 377736 w 607709"/>
              <a:gd name="connsiteY61" fmla="*/ 37783 h 606863"/>
              <a:gd name="connsiteX62" fmla="*/ 377736 w 607709"/>
              <a:gd name="connsiteY62" fmla="*/ 13763 h 606863"/>
              <a:gd name="connsiteX63" fmla="*/ 391516 w 607709"/>
              <a:gd name="connsiteY63" fmla="*/ 0 h 606863"/>
              <a:gd name="connsiteX64" fmla="*/ 13784 w 607709"/>
              <a:gd name="connsiteY64" fmla="*/ 0 h 606863"/>
              <a:gd name="connsiteX65" fmla="*/ 216259 w 607709"/>
              <a:gd name="connsiteY65" fmla="*/ 0 h 606863"/>
              <a:gd name="connsiteX66" fmla="*/ 230043 w 607709"/>
              <a:gd name="connsiteY66" fmla="*/ 13763 h 606863"/>
              <a:gd name="connsiteX67" fmla="*/ 230043 w 607709"/>
              <a:gd name="connsiteY67" fmla="*/ 37783 h 606863"/>
              <a:gd name="connsiteX68" fmla="*/ 216259 w 607709"/>
              <a:gd name="connsiteY68" fmla="*/ 51546 h 606863"/>
              <a:gd name="connsiteX69" fmla="*/ 65409 w 607709"/>
              <a:gd name="connsiteY69" fmla="*/ 51546 h 606863"/>
              <a:gd name="connsiteX70" fmla="*/ 51625 w 607709"/>
              <a:gd name="connsiteY70" fmla="*/ 65309 h 606863"/>
              <a:gd name="connsiteX71" fmla="*/ 51625 w 607709"/>
              <a:gd name="connsiteY71" fmla="*/ 215928 h 606863"/>
              <a:gd name="connsiteX72" fmla="*/ 37841 w 607709"/>
              <a:gd name="connsiteY72" fmla="*/ 229691 h 606863"/>
              <a:gd name="connsiteX73" fmla="*/ 13784 w 607709"/>
              <a:gd name="connsiteY73" fmla="*/ 229691 h 606863"/>
              <a:gd name="connsiteX74" fmla="*/ 0 w 607709"/>
              <a:gd name="connsiteY74" fmla="*/ 215928 h 606863"/>
              <a:gd name="connsiteX75" fmla="*/ 0 w 607709"/>
              <a:gd name="connsiteY75" fmla="*/ 13763 h 606863"/>
              <a:gd name="connsiteX76" fmla="*/ 13784 w 607709"/>
              <a:gd name="connsiteY76" fmla="*/ 0 h 60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07709" h="606863">
                <a:moveTo>
                  <a:pt x="569879" y="377172"/>
                </a:moveTo>
                <a:lnTo>
                  <a:pt x="593981" y="377172"/>
                </a:lnTo>
                <a:cubicBezTo>
                  <a:pt x="601568" y="377172"/>
                  <a:pt x="607709" y="383358"/>
                  <a:pt x="607709" y="390935"/>
                </a:cubicBezTo>
                <a:lnTo>
                  <a:pt x="607709" y="593152"/>
                </a:lnTo>
                <a:cubicBezTo>
                  <a:pt x="607709" y="600729"/>
                  <a:pt x="601568" y="606863"/>
                  <a:pt x="593981" y="606863"/>
                </a:cubicBezTo>
                <a:lnTo>
                  <a:pt x="391516" y="606863"/>
                </a:lnTo>
                <a:cubicBezTo>
                  <a:pt x="383929" y="606863"/>
                  <a:pt x="377736" y="600729"/>
                  <a:pt x="377736" y="593152"/>
                </a:cubicBezTo>
                <a:lnTo>
                  <a:pt x="377736" y="569080"/>
                </a:lnTo>
                <a:cubicBezTo>
                  <a:pt x="377736" y="561502"/>
                  <a:pt x="383929" y="555317"/>
                  <a:pt x="391516" y="555317"/>
                </a:cubicBezTo>
                <a:lnTo>
                  <a:pt x="542371" y="555317"/>
                </a:lnTo>
                <a:cubicBezTo>
                  <a:pt x="549958" y="555317"/>
                  <a:pt x="556100" y="549183"/>
                  <a:pt x="556100" y="541605"/>
                </a:cubicBezTo>
                <a:lnTo>
                  <a:pt x="556100" y="390935"/>
                </a:lnTo>
                <a:cubicBezTo>
                  <a:pt x="556100" y="383358"/>
                  <a:pt x="562293" y="377172"/>
                  <a:pt x="569879" y="377172"/>
                </a:cubicBezTo>
                <a:close/>
                <a:moveTo>
                  <a:pt x="13784" y="377172"/>
                </a:moveTo>
                <a:lnTo>
                  <a:pt x="37841" y="377172"/>
                </a:lnTo>
                <a:cubicBezTo>
                  <a:pt x="45482" y="377172"/>
                  <a:pt x="51625" y="383358"/>
                  <a:pt x="51625" y="390935"/>
                </a:cubicBezTo>
                <a:lnTo>
                  <a:pt x="51625" y="541605"/>
                </a:lnTo>
                <a:cubicBezTo>
                  <a:pt x="51625" y="549183"/>
                  <a:pt x="57769" y="555317"/>
                  <a:pt x="65409" y="555317"/>
                </a:cubicBezTo>
                <a:lnTo>
                  <a:pt x="216259" y="555317"/>
                </a:lnTo>
                <a:cubicBezTo>
                  <a:pt x="223900" y="555317"/>
                  <a:pt x="230043" y="561502"/>
                  <a:pt x="230043" y="569080"/>
                </a:cubicBezTo>
                <a:lnTo>
                  <a:pt x="230043" y="593152"/>
                </a:lnTo>
                <a:cubicBezTo>
                  <a:pt x="230043" y="600729"/>
                  <a:pt x="223900" y="606863"/>
                  <a:pt x="216259" y="606863"/>
                </a:cubicBezTo>
                <a:lnTo>
                  <a:pt x="13784" y="606863"/>
                </a:lnTo>
                <a:cubicBezTo>
                  <a:pt x="6143" y="606863"/>
                  <a:pt x="0" y="600729"/>
                  <a:pt x="0" y="593152"/>
                </a:cubicBezTo>
                <a:lnTo>
                  <a:pt x="0" y="390935"/>
                </a:lnTo>
                <a:cubicBezTo>
                  <a:pt x="0" y="383358"/>
                  <a:pt x="6143" y="377172"/>
                  <a:pt x="13784" y="377172"/>
                </a:cubicBezTo>
                <a:close/>
                <a:moveTo>
                  <a:pt x="303916" y="81150"/>
                </a:moveTo>
                <a:cubicBezTo>
                  <a:pt x="372571" y="81150"/>
                  <a:pt x="428217" y="136717"/>
                  <a:pt x="428217" y="205273"/>
                </a:cubicBezTo>
                <a:cubicBezTo>
                  <a:pt x="428217" y="254809"/>
                  <a:pt x="399207" y="297541"/>
                  <a:pt x="357240" y="317489"/>
                </a:cubicBezTo>
                <a:cubicBezTo>
                  <a:pt x="363795" y="332334"/>
                  <a:pt x="377371" y="343726"/>
                  <a:pt x="391980" y="351561"/>
                </a:cubicBezTo>
                <a:cubicBezTo>
                  <a:pt x="414641" y="363674"/>
                  <a:pt x="435599" y="374757"/>
                  <a:pt x="450569" y="396819"/>
                </a:cubicBezTo>
                <a:cubicBezTo>
                  <a:pt x="463887" y="416458"/>
                  <a:pt x="471165" y="439860"/>
                  <a:pt x="471165" y="463622"/>
                </a:cubicBezTo>
                <a:lnTo>
                  <a:pt x="471165" y="506869"/>
                </a:lnTo>
                <a:cubicBezTo>
                  <a:pt x="471165" y="514447"/>
                  <a:pt x="465022" y="520632"/>
                  <a:pt x="457434" y="520632"/>
                </a:cubicBezTo>
                <a:lnTo>
                  <a:pt x="303916" y="520632"/>
                </a:lnTo>
                <a:lnTo>
                  <a:pt x="150398" y="520632"/>
                </a:lnTo>
                <a:cubicBezTo>
                  <a:pt x="142758" y="520632"/>
                  <a:pt x="136615" y="514447"/>
                  <a:pt x="136615" y="506869"/>
                </a:cubicBezTo>
                <a:lnTo>
                  <a:pt x="136615" y="463622"/>
                </a:lnTo>
                <a:cubicBezTo>
                  <a:pt x="136615" y="439860"/>
                  <a:pt x="143894" y="416458"/>
                  <a:pt x="157263" y="396819"/>
                </a:cubicBezTo>
                <a:cubicBezTo>
                  <a:pt x="172233" y="374757"/>
                  <a:pt x="193139" y="363674"/>
                  <a:pt x="215801" y="351561"/>
                </a:cubicBezTo>
                <a:cubicBezTo>
                  <a:pt x="230409" y="343726"/>
                  <a:pt x="243985" y="332334"/>
                  <a:pt x="250541" y="317489"/>
                </a:cubicBezTo>
                <a:cubicBezTo>
                  <a:pt x="208574" y="297541"/>
                  <a:pt x="179563" y="254809"/>
                  <a:pt x="179563" y="205273"/>
                </a:cubicBezTo>
                <a:cubicBezTo>
                  <a:pt x="179563" y="136717"/>
                  <a:pt x="235210" y="81150"/>
                  <a:pt x="303916" y="81150"/>
                </a:cubicBezTo>
                <a:close/>
                <a:moveTo>
                  <a:pt x="391516" y="0"/>
                </a:moveTo>
                <a:lnTo>
                  <a:pt x="513109" y="0"/>
                </a:lnTo>
                <a:lnTo>
                  <a:pt x="525495" y="0"/>
                </a:lnTo>
                <a:lnTo>
                  <a:pt x="593981" y="0"/>
                </a:lnTo>
                <a:cubicBezTo>
                  <a:pt x="601568" y="0"/>
                  <a:pt x="607709" y="6134"/>
                  <a:pt x="607709" y="13763"/>
                </a:cubicBezTo>
                <a:lnTo>
                  <a:pt x="607709" y="106804"/>
                </a:lnTo>
                <a:lnTo>
                  <a:pt x="607709" y="132011"/>
                </a:lnTo>
                <a:lnTo>
                  <a:pt x="607709" y="215928"/>
                </a:lnTo>
                <a:cubicBezTo>
                  <a:pt x="607709" y="223557"/>
                  <a:pt x="601568" y="229691"/>
                  <a:pt x="593981" y="229691"/>
                </a:cubicBezTo>
                <a:lnTo>
                  <a:pt x="569879" y="229691"/>
                </a:lnTo>
                <a:cubicBezTo>
                  <a:pt x="562293" y="229691"/>
                  <a:pt x="556100" y="223557"/>
                  <a:pt x="556100" y="215928"/>
                </a:cubicBezTo>
                <a:lnTo>
                  <a:pt x="556100" y="132011"/>
                </a:lnTo>
                <a:lnTo>
                  <a:pt x="556100" y="106804"/>
                </a:lnTo>
                <a:lnTo>
                  <a:pt x="556100" y="65309"/>
                </a:lnTo>
                <a:cubicBezTo>
                  <a:pt x="556100" y="57680"/>
                  <a:pt x="549958" y="51546"/>
                  <a:pt x="542371" y="51546"/>
                </a:cubicBezTo>
                <a:lnTo>
                  <a:pt x="525495" y="51546"/>
                </a:lnTo>
                <a:lnTo>
                  <a:pt x="513109" y="51546"/>
                </a:lnTo>
                <a:lnTo>
                  <a:pt x="391516" y="51546"/>
                </a:lnTo>
                <a:cubicBezTo>
                  <a:pt x="383929" y="51546"/>
                  <a:pt x="377736" y="45412"/>
                  <a:pt x="377736" y="37783"/>
                </a:cubicBezTo>
                <a:lnTo>
                  <a:pt x="377736" y="13763"/>
                </a:lnTo>
                <a:cubicBezTo>
                  <a:pt x="377736" y="6134"/>
                  <a:pt x="383929" y="0"/>
                  <a:pt x="391516" y="0"/>
                </a:cubicBezTo>
                <a:close/>
                <a:moveTo>
                  <a:pt x="13784" y="0"/>
                </a:moveTo>
                <a:lnTo>
                  <a:pt x="216259" y="0"/>
                </a:lnTo>
                <a:cubicBezTo>
                  <a:pt x="223900" y="0"/>
                  <a:pt x="230043" y="6134"/>
                  <a:pt x="230043" y="13763"/>
                </a:cubicBezTo>
                <a:lnTo>
                  <a:pt x="230043" y="37783"/>
                </a:lnTo>
                <a:cubicBezTo>
                  <a:pt x="230043" y="45412"/>
                  <a:pt x="223900" y="51546"/>
                  <a:pt x="216259" y="51546"/>
                </a:cubicBezTo>
                <a:lnTo>
                  <a:pt x="65409" y="51546"/>
                </a:lnTo>
                <a:cubicBezTo>
                  <a:pt x="57769" y="51546"/>
                  <a:pt x="51625" y="57680"/>
                  <a:pt x="51625" y="65309"/>
                </a:cubicBezTo>
                <a:lnTo>
                  <a:pt x="51625" y="215928"/>
                </a:lnTo>
                <a:cubicBezTo>
                  <a:pt x="51625" y="223557"/>
                  <a:pt x="45482" y="229691"/>
                  <a:pt x="37841" y="229691"/>
                </a:cubicBezTo>
                <a:lnTo>
                  <a:pt x="13784" y="229691"/>
                </a:lnTo>
                <a:cubicBezTo>
                  <a:pt x="6143" y="229691"/>
                  <a:pt x="0" y="223557"/>
                  <a:pt x="0" y="215928"/>
                </a:cubicBezTo>
                <a:lnTo>
                  <a:pt x="0" y="13763"/>
                </a:lnTo>
                <a:cubicBezTo>
                  <a:pt x="0" y="6134"/>
                  <a:pt x="6143" y="0"/>
                  <a:pt x="1378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2" name="2c092bbe-29ae-46f0-b71b-f98113e658b1">
            <a:extLst>
              <a:ext uri="{FF2B5EF4-FFF2-40B4-BE49-F238E27FC236}">
                <a16:creationId xmlns:a16="http://schemas.microsoft.com/office/drawing/2014/main" id="{C1DACC7F-3388-40A5-9202-3502BF63CF35}"/>
              </a:ext>
            </a:extLst>
          </p:cNvPr>
          <p:cNvSpPr/>
          <p:nvPr/>
        </p:nvSpPr>
        <p:spPr>
          <a:xfrm>
            <a:off x="8831553" y="4531776"/>
            <a:ext cx="272572" cy="244461"/>
          </a:xfrm>
          <a:custGeom>
            <a:avLst/>
            <a:gdLst>
              <a:gd name="connsiteX0" fmla="*/ 1116650 w 1859466"/>
              <a:gd name="connsiteY0" fmla="*/ 1319965 h 2079613"/>
              <a:gd name="connsiteX1" fmla="*/ 1286024 w 1859466"/>
              <a:gd name="connsiteY1" fmla="*/ 1319965 h 2079613"/>
              <a:gd name="connsiteX2" fmla="*/ 1014979 w 1859466"/>
              <a:gd name="connsiteY2" fmla="*/ 1512441 h 2079613"/>
              <a:gd name="connsiteX3" fmla="*/ 1116650 w 1859466"/>
              <a:gd name="connsiteY3" fmla="*/ 1319965 h 2079613"/>
              <a:gd name="connsiteX4" fmla="*/ 830398 w 1859466"/>
              <a:gd name="connsiteY4" fmla="*/ 1319965 h 2079613"/>
              <a:gd name="connsiteX5" fmla="*/ 1036735 w 1859466"/>
              <a:gd name="connsiteY5" fmla="*/ 1319965 h 2079613"/>
              <a:gd name="connsiteX6" fmla="*/ 934379 w 1859466"/>
              <a:gd name="connsiteY6" fmla="*/ 1493096 h 2079613"/>
              <a:gd name="connsiteX7" fmla="*/ 830398 w 1859466"/>
              <a:gd name="connsiteY7" fmla="*/ 1319965 h 2079613"/>
              <a:gd name="connsiteX8" fmla="*/ 750407 w 1859466"/>
              <a:gd name="connsiteY8" fmla="*/ 1319914 h 2079613"/>
              <a:gd name="connsiteX9" fmla="*/ 750407 w 1859466"/>
              <a:gd name="connsiteY9" fmla="*/ 1319965 h 2079613"/>
              <a:gd name="connsiteX10" fmla="*/ 856825 w 1859466"/>
              <a:gd name="connsiteY10" fmla="*/ 1516832 h 2079613"/>
              <a:gd name="connsiteX11" fmla="*/ 562552 w 1859466"/>
              <a:gd name="connsiteY11" fmla="*/ 1319965 h 2079613"/>
              <a:gd name="connsiteX12" fmla="*/ 796914 w 1859466"/>
              <a:gd name="connsiteY12" fmla="*/ 996523 h 2079613"/>
              <a:gd name="connsiteX13" fmla="*/ 1069864 w 1859466"/>
              <a:gd name="connsiteY13" fmla="*/ 996523 h 2079613"/>
              <a:gd name="connsiteX14" fmla="*/ 1060395 w 1859466"/>
              <a:gd name="connsiteY14" fmla="*/ 1244873 h 2079613"/>
              <a:gd name="connsiteX15" fmla="*/ 806510 w 1859466"/>
              <a:gd name="connsiteY15" fmla="*/ 1244873 h 2079613"/>
              <a:gd name="connsiteX16" fmla="*/ 796914 w 1859466"/>
              <a:gd name="connsiteY16" fmla="*/ 996523 h 2079613"/>
              <a:gd name="connsiteX17" fmla="*/ 1336746 w 1859466"/>
              <a:gd name="connsiteY17" fmla="*/ 996472 h 2079613"/>
              <a:gd name="connsiteX18" fmla="*/ 1348880 w 1859466"/>
              <a:gd name="connsiteY18" fmla="*/ 1097559 h 2079613"/>
              <a:gd name="connsiteX19" fmla="*/ 1322656 w 1859466"/>
              <a:gd name="connsiteY19" fmla="*/ 1244873 h 2079613"/>
              <a:gd name="connsiteX20" fmla="*/ 1137466 w 1859466"/>
              <a:gd name="connsiteY20" fmla="*/ 1244873 h 2079613"/>
              <a:gd name="connsiteX21" fmla="*/ 1145894 w 1859466"/>
              <a:gd name="connsiteY21" fmla="*/ 996523 h 2079613"/>
              <a:gd name="connsiteX22" fmla="*/ 1336746 w 1859466"/>
              <a:gd name="connsiteY22" fmla="*/ 996523 h 2079613"/>
              <a:gd name="connsiteX23" fmla="*/ 511754 w 1859466"/>
              <a:gd name="connsiteY23" fmla="*/ 996472 h 2079613"/>
              <a:gd name="connsiteX24" fmla="*/ 720858 w 1859466"/>
              <a:gd name="connsiteY24" fmla="*/ 996472 h 2079613"/>
              <a:gd name="connsiteX25" fmla="*/ 729362 w 1859466"/>
              <a:gd name="connsiteY25" fmla="*/ 1244873 h 2079613"/>
              <a:gd name="connsiteX26" fmla="*/ 525920 w 1859466"/>
              <a:gd name="connsiteY26" fmla="*/ 1244873 h 2079613"/>
              <a:gd name="connsiteX27" fmla="*/ 499696 w 1859466"/>
              <a:gd name="connsiteY27" fmla="*/ 1097559 h 2079613"/>
              <a:gd name="connsiteX28" fmla="*/ 511754 w 1859466"/>
              <a:gd name="connsiteY28" fmla="*/ 996472 h 2079613"/>
              <a:gd name="connsiteX29" fmla="*/ 934480 w 1859466"/>
              <a:gd name="connsiteY29" fmla="*/ 702021 h 2079613"/>
              <a:gd name="connsiteX30" fmla="*/ 1052550 w 1859466"/>
              <a:gd name="connsiteY30" fmla="*/ 921432 h 2079613"/>
              <a:gd name="connsiteX31" fmla="*/ 814431 w 1859466"/>
              <a:gd name="connsiteY31" fmla="*/ 921432 h 2079613"/>
              <a:gd name="connsiteX32" fmla="*/ 926611 w 1859466"/>
              <a:gd name="connsiteY32" fmla="*/ 711338 h 2079613"/>
              <a:gd name="connsiteX33" fmla="*/ 934455 w 1859466"/>
              <a:gd name="connsiteY33" fmla="*/ 702047 h 2079613"/>
              <a:gd name="connsiteX34" fmla="*/ 1014988 w 1859466"/>
              <a:gd name="connsiteY34" fmla="*/ 682715 h 2079613"/>
              <a:gd name="connsiteX35" fmla="*/ 1108444 w 1859466"/>
              <a:gd name="connsiteY35" fmla="*/ 714984 h 2079613"/>
              <a:gd name="connsiteX36" fmla="*/ 1310674 w 1859466"/>
              <a:gd name="connsiteY36" fmla="*/ 921381 h 2079613"/>
              <a:gd name="connsiteX37" fmla="*/ 1130561 w 1859466"/>
              <a:gd name="connsiteY37" fmla="*/ 921381 h 2079613"/>
              <a:gd name="connsiteX38" fmla="*/ 1023687 w 1859466"/>
              <a:gd name="connsiteY38" fmla="*/ 694532 h 2079613"/>
              <a:gd name="connsiteX39" fmla="*/ 1014954 w 1859466"/>
              <a:gd name="connsiteY39" fmla="*/ 682703 h 2079613"/>
              <a:gd name="connsiteX40" fmla="*/ 1014979 w 1859466"/>
              <a:gd name="connsiteY40" fmla="*/ 682703 h 2079613"/>
              <a:gd name="connsiteX41" fmla="*/ 1014988 w 1859466"/>
              <a:gd name="connsiteY41" fmla="*/ 682715 h 2079613"/>
              <a:gd name="connsiteX42" fmla="*/ 856876 w 1859466"/>
              <a:gd name="connsiteY42" fmla="*/ 678235 h 2079613"/>
              <a:gd name="connsiteX43" fmla="*/ 856825 w 1859466"/>
              <a:gd name="connsiteY43" fmla="*/ 678285 h 2079613"/>
              <a:gd name="connsiteX44" fmla="*/ 736318 w 1859466"/>
              <a:gd name="connsiteY44" fmla="*/ 921355 h 2079613"/>
              <a:gd name="connsiteX45" fmla="*/ 537826 w 1859466"/>
              <a:gd name="connsiteY45" fmla="*/ 921355 h 2079613"/>
              <a:gd name="connsiteX46" fmla="*/ 855429 w 1859466"/>
              <a:gd name="connsiteY46" fmla="*/ 678514 h 2079613"/>
              <a:gd name="connsiteX47" fmla="*/ 941309 w 1859466"/>
              <a:gd name="connsiteY47" fmla="*/ 598167 h 2079613"/>
              <a:gd name="connsiteX48" fmla="*/ 497386 w 1859466"/>
              <a:gd name="connsiteY48" fmla="*/ 837963 h 2079613"/>
              <a:gd name="connsiteX49" fmla="*/ 488780 w 1859466"/>
              <a:gd name="connsiteY49" fmla="*/ 1342457 h 2079613"/>
              <a:gd name="connsiteX50" fmla="*/ 924301 w 1859466"/>
              <a:gd name="connsiteY50" fmla="*/ 1597255 h 2079613"/>
              <a:gd name="connsiteX51" fmla="*/ 939304 w 1859466"/>
              <a:gd name="connsiteY51" fmla="*/ 1597026 h 2079613"/>
              <a:gd name="connsiteX52" fmla="*/ 941335 w 1859466"/>
              <a:gd name="connsiteY52" fmla="*/ 1597026 h 2079613"/>
              <a:gd name="connsiteX53" fmla="*/ 952885 w 1859466"/>
              <a:gd name="connsiteY53" fmla="*/ 1596443 h 2079613"/>
              <a:gd name="connsiteX54" fmla="*/ 1424149 w 1859466"/>
              <a:gd name="connsiteY54" fmla="*/ 1097559 h 2079613"/>
              <a:gd name="connsiteX55" fmla="*/ 952885 w 1859466"/>
              <a:gd name="connsiteY55" fmla="*/ 598701 h 2079613"/>
              <a:gd name="connsiteX56" fmla="*/ 951438 w 1859466"/>
              <a:gd name="connsiteY56" fmla="*/ 598421 h 2079613"/>
              <a:gd name="connsiteX57" fmla="*/ 951413 w 1859466"/>
              <a:gd name="connsiteY57" fmla="*/ 598396 h 2079613"/>
              <a:gd name="connsiteX58" fmla="*/ 941309 w 1859466"/>
              <a:gd name="connsiteY58" fmla="*/ 598167 h 2079613"/>
              <a:gd name="connsiteX59" fmla="*/ 1287572 w 1859466"/>
              <a:gd name="connsiteY59" fmla="*/ 0 h 2079613"/>
              <a:gd name="connsiteX60" fmla="*/ 1859466 w 1859466"/>
              <a:gd name="connsiteY60" fmla="*/ 571894 h 2079613"/>
              <a:gd name="connsiteX61" fmla="*/ 1848551 w 1859466"/>
              <a:gd name="connsiteY61" fmla="*/ 571894 h 2079613"/>
              <a:gd name="connsiteX62" fmla="*/ 1287572 w 1859466"/>
              <a:gd name="connsiteY62" fmla="*/ 10915 h 2079613"/>
              <a:gd name="connsiteX63" fmla="*/ 231062 w 1859466"/>
              <a:gd name="connsiteY63" fmla="*/ 0 h 2079613"/>
              <a:gd name="connsiteX64" fmla="*/ 1276657 w 1859466"/>
              <a:gd name="connsiteY64" fmla="*/ 0 h 2079613"/>
              <a:gd name="connsiteX65" fmla="*/ 1287572 w 1859466"/>
              <a:gd name="connsiteY65" fmla="*/ 10915 h 2079613"/>
              <a:gd name="connsiteX66" fmla="*/ 1287572 w 1859466"/>
              <a:gd name="connsiteY66" fmla="*/ 340831 h 2079613"/>
              <a:gd name="connsiteX67" fmla="*/ 1518634 w 1859466"/>
              <a:gd name="connsiteY67" fmla="*/ 571894 h 2079613"/>
              <a:gd name="connsiteX68" fmla="*/ 1848551 w 1859466"/>
              <a:gd name="connsiteY68" fmla="*/ 571894 h 2079613"/>
              <a:gd name="connsiteX69" fmla="*/ 1848551 w 1859466"/>
              <a:gd name="connsiteY69" fmla="*/ 1848550 h 2079613"/>
              <a:gd name="connsiteX70" fmla="*/ 1617488 w 1859466"/>
              <a:gd name="connsiteY70" fmla="*/ 2079613 h 2079613"/>
              <a:gd name="connsiteX71" fmla="*/ 231062 w 1859466"/>
              <a:gd name="connsiteY71" fmla="*/ 2079613 h 2079613"/>
              <a:gd name="connsiteX72" fmla="*/ 0 w 1859466"/>
              <a:gd name="connsiteY72" fmla="*/ 1848550 h 2079613"/>
              <a:gd name="connsiteX73" fmla="*/ 0 w 1859466"/>
              <a:gd name="connsiteY73" fmla="*/ 231062 h 2079613"/>
              <a:gd name="connsiteX74" fmla="*/ 231062 w 1859466"/>
              <a:gd name="connsiteY74" fmla="*/ 0 h 2079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859466" h="2079613">
                <a:moveTo>
                  <a:pt x="1116650" y="1319965"/>
                </a:moveTo>
                <a:lnTo>
                  <a:pt x="1286024" y="1319965"/>
                </a:lnTo>
                <a:cubicBezTo>
                  <a:pt x="1225530" y="1418259"/>
                  <a:pt x="1127693" y="1487740"/>
                  <a:pt x="1014979" y="1512441"/>
                </a:cubicBezTo>
                <a:cubicBezTo>
                  <a:pt x="1058897" y="1454104"/>
                  <a:pt x="1093219" y="1389116"/>
                  <a:pt x="1116650" y="1319965"/>
                </a:cubicBezTo>
                <a:close/>
                <a:moveTo>
                  <a:pt x="830398" y="1319965"/>
                </a:moveTo>
                <a:lnTo>
                  <a:pt x="1036735" y="1319965"/>
                </a:lnTo>
                <a:cubicBezTo>
                  <a:pt x="1012948" y="1381602"/>
                  <a:pt x="978855" y="1440243"/>
                  <a:pt x="934379" y="1493096"/>
                </a:cubicBezTo>
                <a:cubicBezTo>
                  <a:pt x="890284" y="1441614"/>
                  <a:pt x="855124" y="1383100"/>
                  <a:pt x="830398" y="1319965"/>
                </a:cubicBezTo>
                <a:close/>
                <a:moveTo>
                  <a:pt x="750407" y="1319914"/>
                </a:moveTo>
                <a:lnTo>
                  <a:pt x="750407" y="1319965"/>
                </a:lnTo>
                <a:cubicBezTo>
                  <a:pt x="774778" y="1391020"/>
                  <a:pt x="810724" y="1457531"/>
                  <a:pt x="856825" y="1516832"/>
                </a:cubicBezTo>
                <a:cubicBezTo>
                  <a:pt x="734744" y="1497158"/>
                  <a:pt x="627311" y="1425291"/>
                  <a:pt x="562552" y="1319965"/>
                </a:cubicBezTo>
                <a:close/>
                <a:moveTo>
                  <a:pt x="796914" y="996523"/>
                </a:moveTo>
                <a:lnTo>
                  <a:pt x="1069864" y="996523"/>
                </a:lnTo>
                <a:cubicBezTo>
                  <a:pt x="1083521" y="1078900"/>
                  <a:pt x="1080323" y="1163486"/>
                  <a:pt x="1060395" y="1244873"/>
                </a:cubicBezTo>
                <a:lnTo>
                  <a:pt x="806510" y="1244873"/>
                </a:lnTo>
                <a:cubicBezTo>
                  <a:pt x="786354" y="1163613"/>
                  <a:pt x="783104" y="1079103"/>
                  <a:pt x="796914" y="996523"/>
                </a:cubicBezTo>
                <a:close/>
                <a:moveTo>
                  <a:pt x="1336746" y="996472"/>
                </a:moveTo>
                <a:cubicBezTo>
                  <a:pt x="1344666" y="1028890"/>
                  <a:pt x="1348880" y="1062729"/>
                  <a:pt x="1348880" y="1097559"/>
                </a:cubicBezTo>
                <a:cubicBezTo>
                  <a:pt x="1348931" y="1147823"/>
                  <a:pt x="1340071" y="1197706"/>
                  <a:pt x="1322656" y="1244873"/>
                </a:cubicBezTo>
                <a:lnTo>
                  <a:pt x="1137466" y="1244873"/>
                </a:lnTo>
                <a:cubicBezTo>
                  <a:pt x="1155160" y="1163258"/>
                  <a:pt x="1158029" y="1079129"/>
                  <a:pt x="1145894" y="996523"/>
                </a:cubicBezTo>
                <a:lnTo>
                  <a:pt x="1336746" y="996523"/>
                </a:lnTo>
                <a:close/>
                <a:moveTo>
                  <a:pt x="511754" y="996472"/>
                </a:moveTo>
                <a:lnTo>
                  <a:pt x="720858" y="996472"/>
                </a:lnTo>
                <a:cubicBezTo>
                  <a:pt x="708597" y="1079103"/>
                  <a:pt x="711465" y="1163258"/>
                  <a:pt x="729362" y="1244873"/>
                </a:cubicBezTo>
                <a:lnTo>
                  <a:pt x="525920" y="1244873"/>
                </a:lnTo>
                <a:cubicBezTo>
                  <a:pt x="508937" y="1198950"/>
                  <a:pt x="499696" y="1149321"/>
                  <a:pt x="499696" y="1097559"/>
                </a:cubicBezTo>
                <a:cubicBezTo>
                  <a:pt x="499645" y="1063491"/>
                  <a:pt x="503707" y="1029575"/>
                  <a:pt x="511754" y="996472"/>
                </a:cubicBezTo>
                <a:close/>
                <a:moveTo>
                  <a:pt x="934480" y="702021"/>
                </a:moveTo>
                <a:cubicBezTo>
                  <a:pt x="988451" y="766298"/>
                  <a:pt x="1028662" y="840984"/>
                  <a:pt x="1052550" y="921432"/>
                </a:cubicBezTo>
                <a:lnTo>
                  <a:pt x="814431" y="921432"/>
                </a:lnTo>
                <a:cubicBezTo>
                  <a:pt x="837532" y="844665"/>
                  <a:pt x="875661" y="773254"/>
                  <a:pt x="926611" y="711338"/>
                </a:cubicBezTo>
                <a:lnTo>
                  <a:pt x="934455" y="702047"/>
                </a:lnTo>
                <a:close/>
                <a:moveTo>
                  <a:pt x="1014988" y="682715"/>
                </a:moveTo>
                <a:lnTo>
                  <a:pt x="1108444" y="714984"/>
                </a:lnTo>
                <a:cubicBezTo>
                  <a:pt x="1196952" y="757637"/>
                  <a:pt x="1268978" y="830163"/>
                  <a:pt x="1310674" y="921381"/>
                </a:cubicBezTo>
                <a:lnTo>
                  <a:pt x="1130561" y="921381"/>
                </a:lnTo>
                <a:cubicBezTo>
                  <a:pt x="1109161" y="839841"/>
                  <a:pt x="1072935" y="762947"/>
                  <a:pt x="1023687" y="694532"/>
                </a:cubicBezTo>
                <a:close/>
                <a:moveTo>
                  <a:pt x="1014954" y="682703"/>
                </a:moveTo>
                <a:lnTo>
                  <a:pt x="1014979" y="682703"/>
                </a:lnTo>
                <a:lnTo>
                  <a:pt x="1014988" y="682715"/>
                </a:lnTo>
                <a:close/>
                <a:moveTo>
                  <a:pt x="856876" y="678235"/>
                </a:moveTo>
                <a:lnTo>
                  <a:pt x="856825" y="678285"/>
                </a:lnTo>
                <a:cubicBezTo>
                  <a:pt x="800722" y="750381"/>
                  <a:pt x="759749" y="833063"/>
                  <a:pt x="736318" y="921355"/>
                </a:cubicBezTo>
                <a:lnTo>
                  <a:pt x="537826" y="921355"/>
                </a:lnTo>
                <a:cubicBezTo>
                  <a:pt x="596645" y="792598"/>
                  <a:pt x="715730" y="701539"/>
                  <a:pt x="855429" y="678514"/>
                </a:cubicBezTo>
                <a:close/>
                <a:moveTo>
                  <a:pt x="941309" y="598167"/>
                </a:moveTo>
                <a:cubicBezTo>
                  <a:pt x="760892" y="592024"/>
                  <a:pt x="591162" y="683693"/>
                  <a:pt x="497386" y="837963"/>
                </a:cubicBezTo>
                <a:cubicBezTo>
                  <a:pt x="403585" y="992233"/>
                  <a:pt x="400310" y="1185089"/>
                  <a:pt x="488780" y="1342457"/>
                </a:cubicBezTo>
                <a:cubicBezTo>
                  <a:pt x="577275" y="1499824"/>
                  <a:pt x="743756" y="1597255"/>
                  <a:pt x="924301" y="1597255"/>
                </a:cubicBezTo>
                <a:lnTo>
                  <a:pt x="939304" y="1597026"/>
                </a:lnTo>
                <a:lnTo>
                  <a:pt x="941335" y="1597026"/>
                </a:lnTo>
                <a:cubicBezTo>
                  <a:pt x="945193" y="1597458"/>
                  <a:pt x="949103" y="1597255"/>
                  <a:pt x="952885" y="1596443"/>
                </a:cubicBezTo>
                <a:cubicBezTo>
                  <a:pt x="1217381" y="1581363"/>
                  <a:pt x="1424149" y="1362461"/>
                  <a:pt x="1424149" y="1097559"/>
                </a:cubicBezTo>
                <a:cubicBezTo>
                  <a:pt x="1424149" y="832657"/>
                  <a:pt x="1217381" y="613754"/>
                  <a:pt x="952885" y="598701"/>
                </a:cubicBezTo>
                <a:lnTo>
                  <a:pt x="951438" y="598421"/>
                </a:lnTo>
                <a:lnTo>
                  <a:pt x="951413" y="598396"/>
                </a:lnTo>
                <a:cubicBezTo>
                  <a:pt x="948087" y="597837"/>
                  <a:pt x="944660" y="597761"/>
                  <a:pt x="941309" y="598167"/>
                </a:cubicBezTo>
                <a:close/>
                <a:moveTo>
                  <a:pt x="1287572" y="0"/>
                </a:moveTo>
                <a:lnTo>
                  <a:pt x="1859466" y="571894"/>
                </a:lnTo>
                <a:lnTo>
                  <a:pt x="1848551" y="571894"/>
                </a:lnTo>
                <a:lnTo>
                  <a:pt x="1287572" y="10915"/>
                </a:lnTo>
                <a:close/>
                <a:moveTo>
                  <a:pt x="231062" y="0"/>
                </a:moveTo>
                <a:lnTo>
                  <a:pt x="1276657" y="0"/>
                </a:lnTo>
                <a:lnTo>
                  <a:pt x="1287572" y="10915"/>
                </a:lnTo>
                <a:lnTo>
                  <a:pt x="1287572" y="340831"/>
                </a:lnTo>
                <a:cubicBezTo>
                  <a:pt x="1287572" y="468497"/>
                  <a:pt x="1390969" y="571894"/>
                  <a:pt x="1518634" y="571894"/>
                </a:cubicBezTo>
                <a:lnTo>
                  <a:pt x="1848551" y="571894"/>
                </a:lnTo>
                <a:lnTo>
                  <a:pt x="1848551" y="1848550"/>
                </a:lnTo>
                <a:cubicBezTo>
                  <a:pt x="1848551" y="1976216"/>
                  <a:pt x="1745128" y="2079613"/>
                  <a:pt x="1617488" y="2079613"/>
                </a:cubicBezTo>
                <a:lnTo>
                  <a:pt x="231062" y="2079613"/>
                </a:lnTo>
                <a:cubicBezTo>
                  <a:pt x="103397" y="2079613"/>
                  <a:pt x="0" y="1976216"/>
                  <a:pt x="0" y="1848550"/>
                </a:cubicBezTo>
                <a:lnTo>
                  <a:pt x="0" y="231062"/>
                </a:lnTo>
                <a:cubicBezTo>
                  <a:pt x="0" y="103397"/>
                  <a:pt x="103397" y="0"/>
                  <a:pt x="2310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pic>
        <p:nvPicPr>
          <p:cNvPr id="23" name="Picture 2" descr="LinkedIn (@LinkedIn) / X">
            <a:extLst>
              <a:ext uri="{FF2B5EF4-FFF2-40B4-BE49-F238E27FC236}">
                <a16:creationId xmlns:a16="http://schemas.microsoft.com/office/drawing/2014/main" id="{D3DC5E04-B0DF-454E-870E-95EB102E6660}"/>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8831553" y="4828043"/>
            <a:ext cx="289059" cy="28905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8">
            <a:extLst>
              <a:ext uri="{FF2B5EF4-FFF2-40B4-BE49-F238E27FC236}">
                <a16:creationId xmlns:a16="http://schemas.microsoft.com/office/drawing/2014/main" id="{1055710E-2294-448A-A80D-4ADEAFF897C8}"/>
              </a:ext>
            </a:extLst>
          </p:cNvPr>
          <p:cNvPicPr>
            <a:picLocks noChangeAspect="1"/>
          </p:cNvPicPr>
          <p:nvPr/>
        </p:nvPicPr>
        <p:blipFill>
          <a:blip r:embed="rId7">
            <a:extLst>
              <a:ext uri="{BEBA8EAE-BF5A-486C-A8C5-ECC9F3942E4B}">
                <a14:imgProps xmlns:a14="http://schemas.microsoft.com/office/drawing/2010/main">
                  <a14:imgLayer r:embed="rId8">
                    <a14:imgEffect>
                      <a14:artisticGlowEdges/>
                    </a14:imgEffect>
                  </a14:imgLayer>
                </a14:imgProps>
              </a:ext>
            </a:extLst>
          </a:blip>
          <a:stretch>
            <a:fillRect/>
          </a:stretch>
        </p:blipFill>
        <p:spPr>
          <a:xfrm>
            <a:off x="8861402" y="5520375"/>
            <a:ext cx="289059" cy="266586"/>
          </a:xfrm>
          <a:prstGeom prst="rect">
            <a:avLst/>
          </a:prstGeom>
        </p:spPr>
      </p:pic>
      <p:sp>
        <p:nvSpPr>
          <p:cNvPr id="25" name="turn-up-volume_498">
            <a:extLst>
              <a:ext uri="{FF2B5EF4-FFF2-40B4-BE49-F238E27FC236}">
                <a16:creationId xmlns:a16="http://schemas.microsoft.com/office/drawing/2014/main" id="{7F627642-6876-4AB9-A0B8-317B7B93813B}"/>
              </a:ext>
            </a:extLst>
          </p:cNvPr>
          <p:cNvSpPr/>
          <p:nvPr/>
        </p:nvSpPr>
        <p:spPr>
          <a:xfrm>
            <a:off x="8831765" y="4216639"/>
            <a:ext cx="272572" cy="248905"/>
          </a:xfrm>
          <a:custGeom>
            <a:avLst/>
            <a:gdLst>
              <a:gd name="connsiteX0" fmla="*/ 413531 w 597507"/>
              <a:gd name="connsiteY0" fmla="*/ 102132 h 528272"/>
              <a:gd name="connsiteX1" fmla="*/ 431261 w 597507"/>
              <a:gd name="connsiteY1" fmla="*/ 109393 h 528272"/>
              <a:gd name="connsiteX2" fmla="*/ 494122 w 597507"/>
              <a:gd name="connsiteY2" fmla="*/ 264305 h 528272"/>
              <a:gd name="connsiteX3" fmla="*/ 431261 w 597507"/>
              <a:gd name="connsiteY3" fmla="*/ 417603 h 528272"/>
              <a:gd name="connsiteX4" fmla="*/ 413531 w 597507"/>
              <a:gd name="connsiteY4" fmla="*/ 425671 h 528272"/>
              <a:gd name="connsiteX5" fmla="*/ 395801 w 597507"/>
              <a:gd name="connsiteY5" fmla="*/ 417603 h 528272"/>
              <a:gd name="connsiteX6" fmla="*/ 395801 w 597507"/>
              <a:gd name="connsiteY6" fmla="*/ 382102 h 528272"/>
              <a:gd name="connsiteX7" fmla="*/ 444156 w 597507"/>
              <a:gd name="connsiteY7" fmla="*/ 264305 h 528272"/>
              <a:gd name="connsiteX8" fmla="*/ 395801 w 597507"/>
              <a:gd name="connsiteY8" fmla="*/ 146507 h 528272"/>
              <a:gd name="connsiteX9" fmla="*/ 395801 w 597507"/>
              <a:gd name="connsiteY9" fmla="*/ 109393 h 528272"/>
              <a:gd name="connsiteX10" fmla="*/ 413531 w 597507"/>
              <a:gd name="connsiteY10" fmla="*/ 102132 h 528272"/>
              <a:gd name="connsiteX11" fmla="*/ 481379 w 597507"/>
              <a:gd name="connsiteY11" fmla="*/ 23360 h 528272"/>
              <a:gd name="connsiteX12" fmla="*/ 499121 w 597507"/>
              <a:gd name="connsiteY12" fmla="*/ 30615 h 528272"/>
              <a:gd name="connsiteX13" fmla="*/ 597507 w 597507"/>
              <a:gd name="connsiteY13" fmla="*/ 264403 h 528272"/>
              <a:gd name="connsiteX14" fmla="*/ 499121 w 597507"/>
              <a:gd name="connsiteY14" fmla="*/ 499804 h 528272"/>
              <a:gd name="connsiteX15" fmla="*/ 481379 w 597507"/>
              <a:gd name="connsiteY15" fmla="*/ 506253 h 528272"/>
              <a:gd name="connsiteX16" fmla="*/ 463638 w 597507"/>
              <a:gd name="connsiteY16" fmla="*/ 499804 h 528272"/>
              <a:gd name="connsiteX17" fmla="*/ 463638 w 597507"/>
              <a:gd name="connsiteY17" fmla="*/ 462720 h 528272"/>
              <a:gd name="connsiteX18" fmla="*/ 545895 w 597507"/>
              <a:gd name="connsiteY18" fmla="*/ 264403 h 528272"/>
              <a:gd name="connsiteX19" fmla="*/ 463638 w 597507"/>
              <a:gd name="connsiteY19" fmla="*/ 66086 h 528272"/>
              <a:gd name="connsiteX20" fmla="*/ 463638 w 597507"/>
              <a:gd name="connsiteY20" fmla="*/ 30615 h 528272"/>
              <a:gd name="connsiteX21" fmla="*/ 481379 w 597507"/>
              <a:gd name="connsiteY21" fmla="*/ 23360 h 528272"/>
              <a:gd name="connsiteX22" fmla="*/ 318314 w 597507"/>
              <a:gd name="connsiteY22" fmla="*/ 728 h 528272"/>
              <a:gd name="connsiteX23" fmla="*/ 323110 w 597507"/>
              <a:gd name="connsiteY23" fmla="*/ 11183 h 528272"/>
              <a:gd name="connsiteX24" fmla="*/ 323110 w 597507"/>
              <a:gd name="connsiteY24" fmla="*/ 514227 h 528272"/>
              <a:gd name="connsiteX25" fmla="*/ 289183 w 597507"/>
              <a:gd name="connsiteY25" fmla="*/ 515839 h 528272"/>
              <a:gd name="connsiteX26" fmla="*/ 100164 w 597507"/>
              <a:gd name="connsiteY26" fmla="*/ 375567 h 528272"/>
              <a:gd name="connsiteX27" fmla="*/ 0 w 597507"/>
              <a:gd name="connsiteY27" fmla="*/ 375567 h 528272"/>
              <a:gd name="connsiteX28" fmla="*/ 0 w 597507"/>
              <a:gd name="connsiteY28" fmla="*/ 153067 h 528272"/>
              <a:gd name="connsiteX29" fmla="*/ 100164 w 597507"/>
              <a:gd name="connsiteY29" fmla="*/ 153067 h 528272"/>
              <a:gd name="connsiteX30" fmla="*/ 292414 w 597507"/>
              <a:gd name="connsiteY30" fmla="*/ 9570 h 528272"/>
              <a:gd name="connsiteX31" fmla="*/ 318314 w 597507"/>
              <a:gd name="connsiteY31" fmla="*/ 728 h 52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97507" h="528272">
                <a:moveTo>
                  <a:pt x="413531" y="102132"/>
                </a:moveTo>
                <a:cubicBezTo>
                  <a:pt x="419979" y="102132"/>
                  <a:pt x="426426" y="104552"/>
                  <a:pt x="431261" y="109393"/>
                </a:cubicBezTo>
                <a:cubicBezTo>
                  <a:pt x="473169" y="152962"/>
                  <a:pt x="494122" y="207826"/>
                  <a:pt x="494122" y="264305"/>
                </a:cubicBezTo>
                <a:cubicBezTo>
                  <a:pt x="494122" y="319169"/>
                  <a:pt x="473169" y="375647"/>
                  <a:pt x="431261" y="417603"/>
                </a:cubicBezTo>
                <a:cubicBezTo>
                  <a:pt x="426426" y="422444"/>
                  <a:pt x="419979" y="425671"/>
                  <a:pt x="413531" y="425671"/>
                </a:cubicBezTo>
                <a:cubicBezTo>
                  <a:pt x="407084" y="425671"/>
                  <a:pt x="400637" y="422444"/>
                  <a:pt x="395801" y="417603"/>
                </a:cubicBezTo>
                <a:cubicBezTo>
                  <a:pt x="384519" y="407921"/>
                  <a:pt x="384519" y="391784"/>
                  <a:pt x="395801" y="382102"/>
                </a:cubicBezTo>
                <a:cubicBezTo>
                  <a:pt x="428038" y="349829"/>
                  <a:pt x="444156" y="306260"/>
                  <a:pt x="444156" y="264305"/>
                </a:cubicBezTo>
                <a:cubicBezTo>
                  <a:pt x="444156" y="220736"/>
                  <a:pt x="428038" y="178781"/>
                  <a:pt x="395801" y="146507"/>
                </a:cubicBezTo>
                <a:cubicBezTo>
                  <a:pt x="384519" y="136825"/>
                  <a:pt x="384519" y="120689"/>
                  <a:pt x="395801" y="109393"/>
                </a:cubicBezTo>
                <a:cubicBezTo>
                  <a:pt x="400637" y="104552"/>
                  <a:pt x="407084" y="102132"/>
                  <a:pt x="413531" y="102132"/>
                </a:cubicBezTo>
                <a:close/>
                <a:moveTo>
                  <a:pt x="481379" y="23360"/>
                </a:moveTo>
                <a:cubicBezTo>
                  <a:pt x="487831" y="23360"/>
                  <a:pt x="494283" y="25778"/>
                  <a:pt x="499121" y="30615"/>
                </a:cubicBezTo>
                <a:cubicBezTo>
                  <a:pt x="563637" y="95108"/>
                  <a:pt x="597507" y="178950"/>
                  <a:pt x="597507" y="264403"/>
                </a:cubicBezTo>
                <a:cubicBezTo>
                  <a:pt x="597507" y="349857"/>
                  <a:pt x="565249" y="433698"/>
                  <a:pt x="499121" y="499804"/>
                </a:cubicBezTo>
                <a:cubicBezTo>
                  <a:pt x="494282" y="504641"/>
                  <a:pt x="487831" y="506253"/>
                  <a:pt x="481379" y="506253"/>
                </a:cubicBezTo>
                <a:cubicBezTo>
                  <a:pt x="474928" y="506253"/>
                  <a:pt x="468476" y="504641"/>
                  <a:pt x="463638" y="499804"/>
                </a:cubicBezTo>
                <a:cubicBezTo>
                  <a:pt x="453960" y="488517"/>
                  <a:pt x="453960" y="472394"/>
                  <a:pt x="463638" y="462720"/>
                </a:cubicBezTo>
                <a:cubicBezTo>
                  <a:pt x="518476" y="407901"/>
                  <a:pt x="545895" y="336958"/>
                  <a:pt x="545895" y="264403"/>
                </a:cubicBezTo>
                <a:cubicBezTo>
                  <a:pt x="545895" y="191848"/>
                  <a:pt x="518476" y="120906"/>
                  <a:pt x="463638" y="66086"/>
                </a:cubicBezTo>
                <a:cubicBezTo>
                  <a:pt x="453960" y="56412"/>
                  <a:pt x="453960" y="40289"/>
                  <a:pt x="463638" y="30615"/>
                </a:cubicBezTo>
                <a:cubicBezTo>
                  <a:pt x="468476" y="25778"/>
                  <a:pt x="474928" y="23360"/>
                  <a:pt x="481379" y="23360"/>
                </a:cubicBezTo>
                <a:close/>
                <a:moveTo>
                  <a:pt x="318314" y="728"/>
                </a:moveTo>
                <a:cubicBezTo>
                  <a:pt x="321191" y="2013"/>
                  <a:pt x="323110" y="5137"/>
                  <a:pt x="323110" y="11183"/>
                </a:cubicBezTo>
                <a:lnTo>
                  <a:pt x="323110" y="514227"/>
                </a:lnTo>
                <a:cubicBezTo>
                  <a:pt x="323110" y="544861"/>
                  <a:pt x="289183" y="515839"/>
                  <a:pt x="289183" y="515839"/>
                </a:cubicBezTo>
                <a:lnTo>
                  <a:pt x="100164" y="375567"/>
                </a:lnTo>
                <a:lnTo>
                  <a:pt x="0" y="375567"/>
                </a:lnTo>
                <a:lnTo>
                  <a:pt x="0" y="153067"/>
                </a:lnTo>
                <a:lnTo>
                  <a:pt x="100164" y="153067"/>
                </a:lnTo>
                <a:lnTo>
                  <a:pt x="292414" y="9570"/>
                </a:lnTo>
                <a:cubicBezTo>
                  <a:pt x="292414" y="9570"/>
                  <a:pt x="309680" y="-3127"/>
                  <a:pt x="318314" y="72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26" name="hand-shake_1342">
            <a:extLst>
              <a:ext uri="{FF2B5EF4-FFF2-40B4-BE49-F238E27FC236}">
                <a16:creationId xmlns:a16="http://schemas.microsoft.com/office/drawing/2014/main" id="{A25A209C-EBD4-412B-B989-1EC38C3E94FC}"/>
              </a:ext>
            </a:extLst>
          </p:cNvPr>
          <p:cNvSpPr/>
          <p:nvPr/>
        </p:nvSpPr>
        <p:spPr>
          <a:xfrm>
            <a:off x="8862071" y="5870982"/>
            <a:ext cx="289059" cy="266586"/>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88862 h 440259"/>
              <a:gd name="T31" fmla="*/ 88862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08" h="4896">
                <a:moveTo>
                  <a:pt x="6608" y="638"/>
                </a:moveTo>
                <a:lnTo>
                  <a:pt x="6608" y="2638"/>
                </a:lnTo>
                <a:cubicBezTo>
                  <a:pt x="6608" y="2638"/>
                  <a:pt x="6180" y="2723"/>
                  <a:pt x="6092" y="2734"/>
                </a:cubicBezTo>
                <a:cubicBezTo>
                  <a:pt x="6004" y="2745"/>
                  <a:pt x="5728" y="2834"/>
                  <a:pt x="5528" y="2642"/>
                </a:cubicBezTo>
                <a:cubicBezTo>
                  <a:pt x="5219" y="2346"/>
                  <a:pt x="4122" y="1254"/>
                  <a:pt x="4122" y="1254"/>
                </a:cubicBezTo>
                <a:cubicBezTo>
                  <a:pt x="4122" y="1254"/>
                  <a:pt x="3932" y="1069"/>
                  <a:pt x="3629" y="1229"/>
                </a:cubicBezTo>
                <a:cubicBezTo>
                  <a:pt x="3350" y="1376"/>
                  <a:pt x="2936" y="1592"/>
                  <a:pt x="2764" y="1675"/>
                </a:cubicBezTo>
                <a:cubicBezTo>
                  <a:pt x="2437" y="1849"/>
                  <a:pt x="2167" y="1574"/>
                  <a:pt x="2167" y="1364"/>
                </a:cubicBezTo>
                <a:cubicBezTo>
                  <a:pt x="2167" y="1201"/>
                  <a:pt x="2269" y="1090"/>
                  <a:pt x="2414" y="1009"/>
                </a:cubicBezTo>
                <a:cubicBezTo>
                  <a:pt x="2808" y="770"/>
                  <a:pt x="3637" y="305"/>
                  <a:pt x="3983" y="121"/>
                </a:cubicBezTo>
                <a:cubicBezTo>
                  <a:pt x="4193" y="9"/>
                  <a:pt x="4344" y="0"/>
                  <a:pt x="4633" y="243"/>
                </a:cubicBezTo>
                <a:cubicBezTo>
                  <a:pt x="4988" y="541"/>
                  <a:pt x="5304" y="814"/>
                  <a:pt x="5304" y="814"/>
                </a:cubicBezTo>
                <a:cubicBezTo>
                  <a:pt x="5304" y="814"/>
                  <a:pt x="5407" y="900"/>
                  <a:pt x="5571" y="865"/>
                </a:cubicBezTo>
                <a:cubicBezTo>
                  <a:pt x="5975" y="780"/>
                  <a:pt x="6608" y="638"/>
                  <a:pt x="6608" y="638"/>
                </a:cubicBezTo>
                <a:close/>
                <a:moveTo>
                  <a:pt x="2241" y="4027"/>
                </a:moveTo>
                <a:cubicBezTo>
                  <a:pt x="2294" y="3891"/>
                  <a:pt x="2277" y="3738"/>
                  <a:pt x="2175" y="3633"/>
                </a:cubicBezTo>
                <a:cubicBezTo>
                  <a:pt x="2083" y="3540"/>
                  <a:pt x="1950" y="3515"/>
                  <a:pt x="1822" y="3544"/>
                </a:cubicBezTo>
                <a:cubicBezTo>
                  <a:pt x="1858" y="3418"/>
                  <a:pt x="1838" y="3283"/>
                  <a:pt x="1746" y="3188"/>
                </a:cubicBezTo>
                <a:cubicBezTo>
                  <a:pt x="1654" y="3095"/>
                  <a:pt x="1521" y="3070"/>
                  <a:pt x="1394" y="3099"/>
                </a:cubicBezTo>
                <a:cubicBezTo>
                  <a:pt x="1429" y="2973"/>
                  <a:pt x="1409" y="2838"/>
                  <a:pt x="1317" y="2744"/>
                </a:cubicBezTo>
                <a:cubicBezTo>
                  <a:pt x="1173" y="2596"/>
                  <a:pt x="924" y="2602"/>
                  <a:pt x="760" y="2758"/>
                </a:cubicBezTo>
                <a:cubicBezTo>
                  <a:pt x="597" y="2915"/>
                  <a:pt x="492" y="3198"/>
                  <a:pt x="638" y="3365"/>
                </a:cubicBezTo>
                <a:cubicBezTo>
                  <a:pt x="783" y="3531"/>
                  <a:pt x="950" y="3430"/>
                  <a:pt x="1077" y="3401"/>
                </a:cubicBezTo>
                <a:cubicBezTo>
                  <a:pt x="1042" y="3527"/>
                  <a:pt x="936" y="3645"/>
                  <a:pt x="1066" y="3810"/>
                </a:cubicBezTo>
                <a:cubicBezTo>
                  <a:pt x="1197" y="3975"/>
                  <a:pt x="1378" y="3875"/>
                  <a:pt x="1506" y="3846"/>
                </a:cubicBezTo>
                <a:cubicBezTo>
                  <a:pt x="1470" y="3972"/>
                  <a:pt x="1369" y="4101"/>
                  <a:pt x="1494" y="4254"/>
                </a:cubicBezTo>
                <a:cubicBezTo>
                  <a:pt x="1621" y="4408"/>
                  <a:pt x="1829" y="4326"/>
                  <a:pt x="1966" y="4283"/>
                </a:cubicBezTo>
                <a:cubicBezTo>
                  <a:pt x="1913" y="4419"/>
                  <a:pt x="1799" y="4566"/>
                  <a:pt x="1945" y="4730"/>
                </a:cubicBezTo>
                <a:cubicBezTo>
                  <a:pt x="2090" y="4896"/>
                  <a:pt x="2426" y="4819"/>
                  <a:pt x="2590" y="4663"/>
                </a:cubicBezTo>
                <a:cubicBezTo>
                  <a:pt x="2753" y="4506"/>
                  <a:pt x="2769" y="4258"/>
                  <a:pt x="2625" y="4110"/>
                </a:cubicBezTo>
                <a:cubicBezTo>
                  <a:pt x="2526" y="4008"/>
                  <a:pt x="2378" y="3985"/>
                  <a:pt x="2241" y="4027"/>
                </a:cubicBezTo>
                <a:close/>
                <a:moveTo>
                  <a:pt x="5233" y="2987"/>
                </a:moveTo>
                <a:cubicBezTo>
                  <a:pt x="4047" y="1802"/>
                  <a:pt x="4605" y="2359"/>
                  <a:pt x="3967" y="1720"/>
                </a:cubicBezTo>
                <a:cubicBezTo>
                  <a:pt x="3967" y="1720"/>
                  <a:pt x="3775" y="1529"/>
                  <a:pt x="3523" y="1640"/>
                </a:cubicBezTo>
                <a:cubicBezTo>
                  <a:pt x="3346" y="1718"/>
                  <a:pt x="3117" y="1824"/>
                  <a:pt x="2945" y="1905"/>
                </a:cubicBezTo>
                <a:cubicBezTo>
                  <a:pt x="2757" y="2004"/>
                  <a:pt x="2621" y="2034"/>
                  <a:pt x="2557" y="2034"/>
                </a:cubicBezTo>
                <a:cubicBezTo>
                  <a:pt x="2192" y="2031"/>
                  <a:pt x="1896" y="1738"/>
                  <a:pt x="1896" y="1373"/>
                </a:cubicBezTo>
                <a:cubicBezTo>
                  <a:pt x="1896" y="1137"/>
                  <a:pt x="2022" y="931"/>
                  <a:pt x="2209" y="814"/>
                </a:cubicBezTo>
                <a:cubicBezTo>
                  <a:pt x="2472" y="632"/>
                  <a:pt x="3078" y="310"/>
                  <a:pt x="3078" y="310"/>
                </a:cubicBezTo>
                <a:cubicBezTo>
                  <a:pt x="3078" y="310"/>
                  <a:pt x="2894" y="76"/>
                  <a:pt x="2489" y="76"/>
                </a:cubicBezTo>
                <a:cubicBezTo>
                  <a:pt x="2085" y="76"/>
                  <a:pt x="1240" y="629"/>
                  <a:pt x="1240" y="629"/>
                </a:cubicBezTo>
                <a:cubicBezTo>
                  <a:pt x="1240" y="629"/>
                  <a:pt x="1000" y="783"/>
                  <a:pt x="659" y="644"/>
                </a:cubicBezTo>
                <a:lnTo>
                  <a:pt x="0" y="415"/>
                </a:lnTo>
                <a:lnTo>
                  <a:pt x="0" y="2704"/>
                </a:lnTo>
                <a:cubicBezTo>
                  <a:pt x="0" y="2704"/>
                  <a:pt x="188" y="2758"/>
                  <a:pt x="357" y="2827"/>
                </a:cubicBezTo>
                <a:cubicBezTo>
                  <a:pt x="395" y="2719"/>
                  <a:pt x="457" y="2618"/>
                  <a:pt x="542" y="2535"/>
                </a:cubicBezTo>
                <a:cubicBezTo>
                  <a:pt x="822" y="2268"/>
                  <a:pt x="1287" y="2265"/>
                  <a:pt x="1542" y="2528"/>
                </a:cubicBezTo>
                <a:cubicBezTo>
                  <a:pt x="1619" y="2608"/>
                  <a:pt x="1673" y="2703"/>
                  <a:pt x="1700" y="2808"/>
                </a:cubicBezTo>
                <a:cubicBezTo>
                  <a:pt x="1803" y="2840"/>
                  <a:pt x="1896" y="2896"/>
                  <a:pt x="1971" y="2973"/>
                </a:cubicBezTo>
                <a:cubicBezTo>
                  <a:pt x="2048" y="3053"/>
                  <a:pt x="2101" y="3148"/>
                  <a:pt x="2129" y="3253"/>
                </a:cubicBezTo>
                <a:cubicBezTo>
                  <a:pt x="2231" y="3285"/>
                  <a:pt x="2324" y="3341"/>
                  <a:pt x="2399" y="3418"/>
                </a:cubicBezTo>
                <a:cubicBezTo>
                  <a:pt x="2484" y="3505"/>
                  <a:pt x="2540" y="3611"/>
                  <a:pt x="2566" y="3725"/>
                </a:cubicBezTo>
                <a:cubicBezTo>
                  <a:pt x="2674" y="3756"/>
                  <a:pt x="2771" y="3814"/>
                  <a:pt x="2849" y="3894"/>
                </a:cubicBezTo>
                <a:cubicBezTo>
                  <a:pt x="3002" y="4051"/>
                  <a:pt x="3056" y="4265"/>
                  <a:pt x="3023" y="4471"/>
                </a:cubicBezTo>
                <a:cubicBezTo>
                  <a:pt x="3024" y="4471"/>
                  <a:pt x="3024" y="4471"/>
                  <a:pt x="3024" y="4472"/>
                </a:cubicBezTo>
                <a:cubicBezTo>
                  <a:pt x="3027" y="4475"/>
                  <a:pt x="3119" y="4578"/>
                  <a:pt x="3177" y="4636"/>
                </a:cubicBezTo>
                <a:cubicBezTo>
                  <a:pt x="3290" y="4749"/>
                  <a:pt x="3475" y="4749"/>
                  <a:pt x="3588" y="4636"/>
                </a:cubicBezTo>
                <a:cubicBezTo>
                  <a:pt x="3700" y="4523"/>
                  <a:pt x="3701" y="4339"/>
                  <a:pt x="3588" y="4225"/>
                </a:cubicBezTo>
                <a:cubicBezTo>
                  <a:pt x="3584" y="4221"/>
                  <a:pt x="3180" y="3799"/>
                  <a:pt x="3213" y="3766"/>
                </a:cubicBezTo>
                <a:cubicBezTo>
                  <a:pt x="3245" y="3734"/>
                  <a:pt x="3759" y="4269"/>
                  <a:pt x="3769" y="4279"/>
                </a:cubicBezTo>
                <a:cubicBezTo>
                  <a:pt x="3882" y="4391"/>
                  <a:pt x="4066" y="4391"/>
                  <a:pt x="4179" y="4279"/>
                </a:cubicBezTo>
                <a:cubicBezTo>
                  <a:pt x="4292" y="4166"/>
                  <a:pt x="4292" y="3981"/>
                  <a:pt x="4179" y="3868"/>
                </a:cubicBezTo>
                <a:cubicBezTo>
                  <a:pt x="4174" y="3863"/>
                  <a:pt x="4151" y="3841"/>
                  <a:pt x="4142" y="3832"/>
                </a:cubicBezTo>
                <a:cubicBezTo>
                  <a:pt x="4142" y="3832"/>
                  <a:pt x="3632" y="3378"/>
                  <a:pt x="3671" y="3339"/>
                </a:cubicBezTo>
                <a:cubicBezTo>
                  <a:pt x="3710" y="3300"/>
                  <a:pt x="4343" y="3891"/>
                  <a:pt x="4345" y="3891"/>
                </a:cubicBezTo>
                <a:cubicBezTo>
                  <a:pt x="4458" y="3993"/>
                  <a:pt x="4634" y="3992"/>
                  <a:pt x="4743" y="3883"/>
                </a:cubicBezTo>
                <a:cubicBezTo>
                  <a:pt x="4850" y="3776"/>
                  <a:pt x="4852" y="3608"/>
                  <a:pt x="4758" y="3494"/>
                </a:cubicBezTo>
                <a:cubicBezTo>
                  <a:pt x="4756" y="3488"/>
                  <a:pt x="4275" y="2986"/>
                  <a:pt x="4312" y="2948"/>
                </a:cubicBezTo>
                <a:cubicBezTo>
                  <a:pt x="4351" y="2910"/>
                  <a:pt x="4826" y="3400"/>
                  <a:pt x="4827" y="3401"/>
                </a:cubicBezTo>
                <a:cubicBezTo>
                  <a:pt x="4940" y="3513"/>
                  <a:pt x="5124" y="3513"/>
                  <a:pt x="5238" y="3401"/>
                </a:cubicBezTo>
                <a:cubicBezTo>
                  <a:pt x="5350" y="3288"/>
                  <a:pt x="5350" y="3103"/>
                  <a:pt x="5238" y="2990"/>
                </a:cubicBezTo>
                <a:cubicBezTo>
                  <a:pt x="5236" y="2989"/>
                  <a:pt x="5234" y="2988"/>
                  <a:pt x="5233" y="298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pic>
        <p:nvPicPr>
          <p:cNvPr id="28" name="图片 27">
            <a:extLst>
              <a:ext uri="{FF2B5EF4-FFF2-40B4-BE49-F238E27FC236}">
                <a16:creationId xmlns:a16="http://schemas.microsoft.com/office/drawing/2014/main" id="{C8A1872E-5D87-47A8-99C4-1723080ACC52}"/>
              </a:ext>
            </a:extLst>
          </p:cNvPr>
          <p:cNvPicPr>
            <a:picLocks noChangeAspect="1"/>
          </p:cNvPicPr>
          <p:nvPr/>
        </p:nvPicPr>
        <p:blipFill>
          <a:blip r:embed="rId9"/>
          <a:stretch>
            <a:fillRect/>
          </a:stretch>
        </p:blipFill>
        <p:spPr>
          <a:xfrm>
            <a:off x="5547287" y="4112076"/>
            <a:ext cx="2811708" cy="1848044"/>
          </a:xfrm>
          <a:prstGeom prst="rect">
            <a:avLst/>
          </a:prstGeom>
        </p:spPr>
      </p:pic>
      <p:pic>
        <p:nvPicPr>
          <p:cNvPr id="6" name="图片 5">
            <a:extLst>
              <a:ext uri="{FF2B5EF4-FFF2-40B4-BE49-F238E27FC236}">
                <a16:creationId xmlns:a16="http://schemas.microsoft.com/office/drawing/2014/main" id="{DEB5D49F-DB35-4576-97A0-FF045317B33E}"/>
              </a:ext>
            </a:extLst>
          </p:cNvPr>
          <p:cNvPicPr>
            <a:picLocks noChangeAspect="1"/>
          </p:cNvPicPr>
          <p:nvPr/>
        </p:nvPicPr>
        <p:blipFill>
          <a:blip r:embed="rId10"/>
          <a:stretch>
            <a:fillRect/>
          </a:stretch>
        </p:blipFill>
        <p:spPr>
          <a:xfrm>
            <a:off x="3487059" y="1190911"/>
            <a:ext cx="1580596" cy="2238089"/>
          </a:xfrm>
          <a:prstGeom prst="rect">
            <a:avLst/>
          </a:prstGeom>
        </p:spPr>
      </p:pic>
      <p:pic>
        <p:nvPicPr>
          <p:cNvPr id="13" name="图片 12">
            <a:extLst>
              <a:ext uri="{FF2B5EF4-FFF2-40B4-BE49-F238E27FC236}">
                <a16:creationId xmlns:a16="http://schemas.microsoft.com/office/drawing/2014/main" id="{96D9C94D-FDFD-4A77-872E-9E484A934A30}"/>
              </a:ext>
            </a:extLst>
          </p:cNvPr>
          <p:cNvPicPr>
            <a:picLocks noChangeAspect="1"/>
          </p:cNvPicPr>
          <p:nvPr/>
        </p:nvPicPr>
        <p:blipFill>
          <a:blip r:embed="rId11"/>
          <a:stretch>
            <a:fillRect/>
          </a:stretch>
        </p:blipFill>
        <p:spPr>
          <a:xfrm>
            <a:off x="5191064" y="1210466"/>
            <a:ext cx="1544582" cy="2195738"/>
          </a:xfrm>
          <a:prstGeom prst="rect">
            <a:avLst/>
          </a:prstGeom>
          <a:ln>
            <a:solidFill>
              <a:schemeClr val="tx1"/>
            </a:solidFill>
          </a:ln>
        </p:spPr>
      </p:pic>
      <p:pic>
        <p:nvPicPr>
          <p:cNvPr id="30" name="图片 29">
            <a:extLst>
              <a:ext uri="{FF2B5EF4-FFF2-40B4-BE49-F238E27FC236}">
                <a16:creationId xmlns:a16="http://schemas.microsoft.com/office/drawing/2014/main" id="{22A2831C-2D7E-40C5-BA97-B897BD5B5AB7}"/>
              </a:ext>
            </a:extLst>
          </p:cNvPr>
          <p:cNvPicPr>
            <a:picLocks noChangeAspect="1"/>
          </p:cNvPicPr>
          <p:nvPr/>
        </p:nvPicPr>
        <p:blipFill>
          <a:blip r:embed="rId12"/>
          <a:stretch>
            <a:fillRect/>
          </a:stretch>
        </p:blipFill>
        <p:spPr>
          <a:xfrm>
            <a:off x="6892322" y="1217031"/>
            <a:ext cx="1541510" cy="2189172"/>
          </a:xfrm>
          <a:prstGeom prst="rect">
            <a:avLst/>
          </a:prstGeom>
        </p:spPr>
      </p:pic>
      <p:pic>
        <p:nvPicPr>
          <p:cNvPr id="32" name="图片 31">
            <a:extLst>
              <a:ext uri="{FF2B5EF4-FFF2-40B4-BE49-F238E27FC236}">
                <a16:creationId xmlns:a16="http://schemas.microsoft.com/office/drawing/2014/main" id="{19426D72-6FFB-4FCF-B646-1CBE2396976A}"/>
              </a:ext>
            </a:extLst>
          </p:cNvPr>
          <p:cNvPicPr>
            <a:picLocks noChangeAspect="1"/>
          </p:cNvPicPr>
          <p:nvPr/>
        </p:nvPicPr>
        <p:blipFill>
          <a:blip r:embed="rId13"/>
          <a:stretch>
            <a:fillRect/>
          </a:stretch>
        </p:blipFill>
        <p:spPr>
          <a:xfrm>
            <a:off x="8570378" y="1223410"/>
            <a:ext cx="1541511" cy="2205809"/>
          </a:xfrm>
          <a:prstGeom prst="rect">
            <a:avLst/>
          </a:prstGeom>
          <a:ln>
            <a:solidFill>
              <a:schemeClr val="tx1"/>
            </a:solidFill>
          </a:ln>
        </p:spPr>
      </p:pic>
      <p:pic>
        <p:nvPicPr>
          <p:cNvPr id="34" name="图片 33">
            <a:extLst>
              <a:ext uri="{FF2B5EF4-FFF2-40B4-BE49-F238E27FC236}">
                <a16:creationId xmlns:a16="http://schemas.microsoft.com/office/drawing/2014/main" id="{3F324D74-10CB-4465-8302-ACD54D794C61}"/>
              </a:ext>
            </a:extLst>
          </p:cNvPr>
          <p:cNvPicPr>
            <a:picLocks noChangeAspect="1"/>
          </p:cNvPicPr>
          <p:nvPr/>
        </p:nvPicPr>
        <p:blipFill>
          <a:blip r:embed="rId14"/>
          <a:stretch>
            <a:fillRect/>
          </a:stretch>
        </p:blipFill>
        <p:spPr>
          <a:xfrm>
            <a:off x="10258499" y="1217032"/>
            <a:ext cx="1574739" cy="2212188"/>
          </a:xfrm>
          <a:prstGeom prst="rect">
            <a:avLst/>
          </a:prstGeom>
        </p:spPr>
      </p:pic>
      <p:sp>
        <p:nvSpPr>
          <p:cNvPr id="35" name="ear_153312">
            <a:extLst>
              <a:ext uri="{FF2B5EF4-FFF2-40B4-BE49-F238E27FC236}">
                <a16:creationId xmlns:a16="http://schemas.microsoft.com/office/drawing/2014/main" id="{462DFB04-D98E-4F63-85A9-0CC0CECAC0E3}"/>
              </a:ext>
            </a:extLst>
          </p:cNvPr>
          <p:cNvSpPr/>
          <p:nvPr/>
        </p:nvSpPr>
        <p:spPr>
          <a:xfrm>
            <a:off x="594984" y="2119693"/>
            <a:ext cx="191961" cy="256271"/>
          </a:xfrm>
          <a:custGeom>
            <a:avLst/>
            <a:gdLst>
              <a:gd name="connsiteX0" fmla="*/ 205417 w 418995"/>
              <a:gd name="connsiteY0" fmla="*/ 111846 h 602770"/>
              <a:gd name="connsiteX1" fmla="*/ 280613 w 418995"/>
              <a:gd name="connsiteY1" fmla="*/ 139099 h 602770"/>
              <a:gd name="connsiteX2" fmla="*/ 286545 w 418995"/>
              <a:gd name="connsiteY2" fmla="*/ 155540 h 602770"/>
              <a:gd name="connsiteX3" fmla="*/ 255103 w 418995"/>
              <a:gd name="connsiteY3" fmla="*/ 174647 h 602770"/>
              <a:gd name="connsiteX4" fmla="*/ 243534 w 418995"/>
              <a:gd name="connsiteY4" fmla="*/ 174351 h 602770"/>
              <a:gd name="connsiteX5" fmla="*/ 230037 w 418995"/>
              <a:gd name="connsiteY5" fmla="*/ 173907 h 602770"/>
              <a:gd name="connsiteX6" fmla="*/ 184950 w 418995"/>
              <a:gd name="connsiteY6" fmla="*/ 195384 h 602770"/>
              <a:gd name="connsiteX7" fmla="*/ 200078 w 418995"/>
              <a:gd name="connsiteY7" fmla="*/ 267516 h 602770"/>
              <a:gd name="connsiteX8" fmla="*/ 223957 w 418995"/>
              <a:gd name="connsiteY8" fmla="*/ 328244 h 602770"/>
              <a:gd name="connsiteX9" fmla="*/ 193701 w 418995"/>
              <a:gd name="connsiteY9" fmla="*/ 422742 h 602770"/>
              <a:gd name="connsiteX10" fmla="*/ 139714 w 418995"/>
              <a:gd name="connsiteY10" fmla="*/ 451477 h 602770"/>
              <a:gd name="connsiteX11" fmla="*/ 91957 w 418995"/>
              <a:gd name="connsiteY11" fmla="*/ 426742 h 602770"/>
              <a:gd name="connsiteX12" fmla="*/ 96258 w 418995"/>
              <a:gd name="connsiteY12" fmla="*/ 355349 h 602770"/>
              <a:gd name="connsiteX13" fmla="*/ 165224 w 418995"/>
              <a:gd name="connsiteY13" fmla="*/ 333428 h 602770"/>
              <a:gd name="connsiteX14" fmla="*/ 169080 w 418995"/>
              <a:gd name="connsiteY14" fmla="*/ 335798 h 602770"/>
              <a:gd name="connsiteX15" fmla="*/ 150689 w 418995"/>
              <a:gd name="connsiteY15" fmla="*/ 247669 h 602770"/>
              <a:gd name="connsiteX16" fmla="*/ 150986 w 418995"/>
              <a:gd name="connsiteY16" fmla="*/ 136433 h 602770"/>
              <a:gd name="connsiteX17" fmla="*/ 205417 w 418995"/>
              <a:gd name="connsiteY17" fmla="*/ 111846 h 602770"/>
              <a:gd name="connsiteX18" fmla="*/ 243703 w 418995"/>
              <a:gd name="connsiteY18" fmla="*/ 0 h 602770"/>
              <a:gd name="connsiteX19" fmla="*/ 380758 w 418995"/>
              <a:gd name="connsiteY19" fmla="*/ 55255 h 602770"/>
              <a:gd name="connsiteX20" fmla="*/ 375418 w 418995"/>
              <a:gd name="connsiteY20" fmla="*/ 321902 h 602770"/>
              <a:gd name="connsiteX21" fmla="*/ 373638 w 418995"/>
              <a:gd name="connsiteY21" fmla="*/ 325013 h 602770"/>
              <a:gd name="connsiteX22" fmla="*/ 324986 w 418995"/>
              <a:gd name="connsiteY22" fmla="*/ 419228 h 602770"/>
              <a:gd name="connsiteX23" fmla="*/ 320982 w 418995"/>
              <a:gd name="connsiteY23" fmla="*/ 428709 h 602770"/>
              <a:gd name="connsiteX24" fmla="*/ 97896 w 418995"/>
              <a:gd name="connsiteY24" fmla="*/ 602770 h 602770"/>
              <a:gd name="connsiteX25" fmla="*/ 91963 w 418995"/>
              <a:gd name="connsiteY25" fmla="*/ 602622 h 602770"/>
              <a:gd name="connsiteX26" fmla="*/ 89590 w 418995"/>
              <a:gd name="connsiteY26" fmla="*/ 602770 h 602770"/>
              <a:gd name="connsiteX27" fmla="*/ 28479 w 418995"/>
              <a:gd name="connsiteY27" fmla="*/ 534034 h 602770"/>
              <a:gd name="connsiteX28" fmla="*/ 23881 w 418995"/>
              <a:gd name="connsiteY28" fmla="*/ 521591 h 602770"/>
              <a:gd name="connsiteX29" fmla="*/ 17948 w 418995"/>
              <a:gd name="connsiteY29" fmla="*/ 521295 h 602770"/>
              <a:gd name="connsiteX30" fmla="*/ 2077 w 418995"/>
              <a:gd name="connsiteY30" fmla="*/ 521591 h 602770"/>
              <a:gd name="connsiteX31" fmla="*/ 445 w 418995"/>
              <a:gd name="connsiteY31" fmla="*/ 505740 h 602770"/>
              <a:gd name="connsiteX32" fmla="*/ 0 w 418995"/>
              <a:gd name="connsiteY32" fmla="*/ 463669 h 602770"/>
              <a:gd name="connsiteX33" fmla="*/ 15871 w 418995"/>
              <a:gd name="connsiteY33" fmla="*/ 463669 h 602770"/>
              <a:gd name="connsiteX34" fmla="*/ 83509 w 418995"/>
              <a:gd name="connsiteY34" fmla="*/ 516850 h 602770"/>
              <a:gd name="connsiteX35" fmla="*/ 99380 w 418995"/>
              <a:gd name="connsiteY35" fmla="*/ 544997 h 602770"/>
              <a:gd name="connsiteX36" fmla="*/ 271885 w 418995"/>
              <a:gd name="connsiteY36" fmla="*/ 396859 h 602770"/>
              <a:gd name="connsiteX37" fmla="*/ 324690 w 418995"/>
              <a:gd name="connsiteY37" fmla="*/ 294497 h 602770"/>
              <a:gd name="connsiteX38" fmla="*/ 337446 w 418995"/>
              <a:gd name="connsiteY38" fmla="*/ 93326 h 602770"/>
              <a:gd name="connsiteX39" fmla="*/ 244148 w 418995"/>
              <a:gd name="connsiteY39" fmla="*/ 57477 h 602770"/>
              <a:gd name="connsiteX40" fmla="*/ 179773 w 418995"/>
              <a:gd name="connsiteY40" fmla="*/ 68439 h 602770"/>
              <a:gd name="connsiteX41" fmla="*/ 65858 w 418995"/>
              <a:gd name="connsiteY41" fmla="*/ 202503 h 602770"/>
              <a:gd name="connsiteX42" fmla="*/ 64819 w 418995"/>
              <a:gd name="connsiteY42" fmla="*/ 218206 h 602770"/>
              <a:gd name="connsiteX43" fmla="*/ 7268 w 418995"/>
              <a:gd name="connsiteY43" fmla="*/ 214503 h 602770"/>
              <a:gd name="connsiteX44" fmla="*/ 8306 w 418995"/>
              <a:gd name="connsiteY44" fmla="*/ 198800 h 602770"/>
              <a:gd name="connsiteX45" fmla="*/ 161232 w 418995"/>
              <a:gd name="connsiteY45" fmla="*/ 13925 h 602770"/>
              <a:gd name="connsiteX46" fmla="*/ 243703 w 418995"/>
              <a:gd name="connsiteY46" fmla="*/ 0 h 6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995" h="602770">
                <a:moveTo>
                  <a:pt x="205417" y="111846"/>
                </a:moveTo>
                <a:cubicBezTo>
                  <a:pt x="235970" y="111846"/>
                  <a:pt x="269044" y="125917"/>
                  <a:pt x="280613" y="139099"/>
                </a:cubicBezTo>
                <a:cubicBezTo>
                  <a:pt x="286397" y="145617"/>
                  <a:pt x="286990" y="151689"/>
                  <a:pt x="286545" y="155540"/>
                </a:cubicBezTo>
                <a:cubicBezTo>
                  <a:pt x="284172" y="174647"/>
                  <a:pt x="262370" y="174647"/>
                  <a:pt x="255103" y="174647"/>
                </a:cubicBezTo>
                <a:cubicBezTo>
                  <a:pt x="251543" y="174647"/>
                  <a:pt x="247687" y="174499"/>
                  <a:pt x="243534" y="174351"/>
                </a:cubicBezTo>
                <a:cubicBezTo>
                  <a:pt x="239233" y="174203"/>
                  <a:pt x="234784" y="173907"/>
                  <a:pt x="230037" y="173907"/>
                </a:cubicBezTo>
                <a:cubicBezTo>
                  <a:pt x="203934" y="173907"/>
                  <a:pt x="191179" y="179980"/>
                  <a:pt x="184950" y="195384"/>
                </a:cubicBezTo>
                <a:cubicBezTo>
                  <a:pt x="178424" y="227081"/>
                  <a:pt x="187471" y="244114"/>
                  <a:pt x="200078" y="267516"/>
                </a:cubicBezTo>
                <a:cubicBezTo>
                  <a:pt x="208680" y="283809"/>
                  <a:pt x="218469" y="302176"/>
                  <a:pt x="223957" y="328244"/>
                </a:cubicBezTo>
                <a:cubicBezTo>
                  <a:pt x="228703" y="358460"/>
                  <a:pt x="216393" y="396230"/>
                  <a:pt x="193701" y="422742"/>
                </a:cubicBezTo>
                <a:cubicBezTo>
                  <a:pt x="177683" y="441257"/>
                  <a:pt x="158550" y="451477"/>
                  <a:pt x="139714" y="451477"/>
                </a:cubicBezTo>
                <a:cubicBezTo>
                  <a:pt x="127552" y="451477"/>
                  <a:pt x="109458" y="447330"/>
                  <a:pt x="91957" y="426742"/>
                </a:cubicBezTo>
                <a:cubicBezTo>
                  <a:pt x="80092" y="411041"/>
                  <a:pt x="85135" y="377567"/>
                  <a:pt x="96258" y="355349"/>
                </a:cubicBezTo>
                <a:cubicBezTo>
                  <a:pt x="111980" y="324097"/>
                  <a:pt x="139566" y="315062"/>
                  <a:pt x="165224" y="333428"/>
                </a:cubicBezTo>
                <a:cubicBezTo>
                  <a:pt x="166707" y="334465"/>
                  <a:pt x="168042" y="335206"/>
                  <a:pt x="169080" y="335798"/>
                </a:cubicBezTo>
                <a:cubicBezTo>
                  <a:pt x="170564" y="323504"/>
                  <a:pt x="164631" y="289586"/>
                  <a:pt x="150689" y="247669"/>
                </a:cubicBezTo>
                <a:cubicBezTo>
                  <a:pt x="134078" y="197161"/>
                  <a:pt x="134078" y="159688"/>
                  <a:pt x="150986" y="136433"/>
                </a:cubicBezTo>
                <a:cubicBezTo>
                  <a:pt x="162555" y="120437"/>
                  <a:pt x="181390" y="111846"/>
                  <a:pt x="205417" y="111846"/>
                </a:cubicBezTo>
                <a:close/>
                <a:moveTo>
                  <a:pt x="243703" y="0"/>
                </a:moveTo>
                <a:cubicBezTo>
                  <a:pt x="299919" y="0"/>
                  <a:pt x="349757" y="20147"/>
                  <a:pt x="380758" y="55255"/>
                </a:cubicBezTo>
                <a:cubicBezTo>
                  <a:pt x="417543" y="97178"/>
                  <a:pt x="446467" y="177320"/>
                  <a:pt x="375418" y="321902"/>
                </a:cubicBezTo>
                <a:lnTo>
                  <a:pt x="373638" y="325013"/>
                </a:lnTo>
                <a:cubicBezTo>
                  <a:pt x="353020" y="353603"/>
                  <a:pt x="338781" y="386934"/>
                  <a:pt x="324986" y="419228"/>
                </a:cubicBezTo>
                <a:lnTo>
                  <a:pt x="320982" y="428709"/>
                </a:lnTo>
                <a:cubicBezTo>
                  <a:pt x="286421" y="510332"/>
                  <a:pt x="247263" y="602770"/>
                  <a:pt x="97896" y="602770"/>
                </a:cubicBezTo>
                <a:lnTo>
                  <a:pt x="91963" y="602622"/>
                </a:lnTo>
                <a:lnTo>
                  <a:pt x="89590" y="602770"/>
                </a:lnTo>
                <a:cubicBezTo>
                  <a:pt x="77130" y="602770"/>
                  <a:pt x="46575" y="596104"/>
                  <a:pt x="28479" y="534034"/>
                </a:cubicBezTo>
                <a:cubicBezTo>
                  <a:pt x="26996" y="529294"/>
                  <a:pt x="25067" y="523072"/>
                  <a:pt x="23881" y="521591"/>
                </a:cubicBezTo>
                <a:cubicBezTo>
                  <a:pt x="23881" y="521591"/>
                  <a:pt x="22101" y="521146"/>
                  <a:pt x="17948" y="521295"/>
                </a:cubicBezTo>
                <a:lnTo>
                  <a:pt x="2077" y="521591"/>
                </a:lnTo>
                <a:lnTo>
                  <a:pt x="445" y="505740"/>
                </a:lnTo>
                <a:lnTo>
                  <a:pt x="0" y="463669"/>
                </a:lnTo>
                <a:lnTo>
                  <a:pt x="15871" y="463669"/>
                </a:lnTo>
                <a:cubicBezTo>
                  <a:pt x="66599" y="463669"/>
                  <a:pt x="77575" y="498185"/>
                  <a:pt x="83509" y="516850"/>
                </a:cubicBezTo>
                <a:cubicBezTo>
                  <a:pt x="87365" y="528701"/>
                  <a:pt x="90332" y="537738"/>
                  <a:pt x="99380" y="544997"/>
                </a:cubicBezTo>
                <a:cubicBezTo>
                  <a:pt x="210181" y="541886"/>
                  <a:pt x="237473" y="477742"/>
                  <a:pt x="271885" y="396859"/>
                </a:cubicBezTo>
                <a:cubicBezTo>
                  <a:pt x="286570" y="362343"/>
                  <a:pt x="301847" y="326642"/>
                  <a:pt x="324690" y="294497"/>
                </a:cubicBezTo>
                <a:cubicBezTo>
                  <a:pt x="368298" y="204874"/>
                  <a:pt x="372748" y="133472"/>
                  <a:pt x="337446" y="93326"/>
                </a:cubicBezTo>
                <a:cubicBezTo>
                  <a:pt x="317422" y="70513"/>
                  <a:pt x="283306" y="57477"/>
                  <a:pt x="244148" y="57477"/>
                </a:cubicBezTo>
                <a:cubicBezTo>
                  <a:pt x="222937" y="57477"/>
                  <a:pt x="201281" y="61181"/>
                  <a:pt x="179773" y="68439"/>
                </a:cubicBezTo>
                <a:cubicBezTo>
                  <a:pt x="127710" y="86216"/>
                  <a:pt x="70456" y="130657"/>
                  <a:pt x="65858" y="202503"/>
                </a:cubicBezTo>
                <a:lnTo>
                  <a:pt x="64819" y="218206"/>
                </a:lnTo>
                <a:lnTo>
                  <a:pt x="7268" y="214503"/>
                </a:lnTo>
                <a:lnTo>
                  <a:pt x="8306" y="198800"/>
                </a:lnTo>
                <a:cubicBezTo>
                  <a:pt x="13794" y="115103"/>
                  <a:pt x="72384" y="44145"/>
                  <a:pt x="161232" y="13925"/>
                </a:cubicBezTo>
                <a:cubicBezTo>
                  <a:pt x="188525" y="4740"/>
                  <a:pt x="216262" y="0"/>
                  <a:pt x="24370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cs typeface="+mn-ea"/>
              <a:sym typeface="+mn-lt"/>
            </a:endParaRPr>
          </a:p>
        </p:txBody>
      </p:sp>
      <p:sp>
        <p:nvSpPr>
          <p:cNvPr id="36" name="trophy_159486">
            <a:extLst>
              <a:ext uri="{FF2B5EF4-FFF2-40B4-BE49-F238E27FC236}">
                <a16:creationId xmlns:a16="http://schemas.microsoft.com/office/drawing/2014/main" id="{E805A009-34F2-4488-82FA-D323A742EE58}"/>
              </a:ext>
            </a:extLst>
          </p:cNvPr>
          <p:cNvSpPr/>
          <p:nvPr/>
        </p:nvSpPr>
        <p:spPr>
          <a:xfrm>
            <a:off x="598686" y="2440425"/>
            <a:ext cx="216087" cy="215608"/>
          </a:xfrm>
          <a:custGeom>
            <a:avLst/>
            <a:gdLst>
              <a:gd name="T0" fmla="*/ 5038 w 6322"/>
              <a:gd name="T1" fmla="*/ 0 h 6536"/>
              <a:gd name="T2" fmla="*/ 1283 w 6322"/>
              <a:gd name="T3" fmla="*/ 0 h 6536"/>
              <a:gd name="T4" fmla="*/ 1283 w 6322"/>
              <a:gd name="T5" fmla="*/ 600 h 6536"/>
              <a:gd name="T6" fmla="*/ 0 w 6322"/>
              <a:gd name="T7" fmla="*/ 600 h 6536"/>
              <a:gd name="T8" fmla="*/ 0 w 6322"/>
              <a:gd name="T9" fmla="*/ 1585 h 6536"/>
              <a:gd name="T10" fmla="*/ 1284 w 6322"/>
              <a:gd name="T11" fmla="*/ 2869 h 6536"/>
              <a:gd name="T12" fmla="*/ 1451 w 6322"/>
              <a:gd name="T13" fmla="*/ 2869 h 6536"/>
              <a:gd name="T14" fmla="*/ 2766 w 6322"/>
              <a:gd name="T15" fmla="*/ 3931 h 6536"/>
              <a:gd name="T16" fmla="*/ 2766 w 6322"/>
              <a:gd name="T17" fmla="*/ 4736 h 6536"/>
              <a:gd name="T18" fmla="*/ 2306 w 6322"/>
              <a:gd name="T19" fmla="*/ 4736 h 6536"/>
              <a:gd name="T20" fmla="*/ 2048 w 6322"/>
              <a:gd name="T21" fmla="*/ 4993 h 6536"/>
              <a:gd name="T22" fmla="*/ 2048 w 6322"/>
              <a:gd name="T23" fmla="*/ 5331 h 6536"/>
              <a:gd name="T24" fmla="*/ 1654 w 6322"/>
              <a:gd name="T25" fmla="*/ 5331 h 6536"/>
              <a:gd name="T26" fmla="*/ 1654 w 6322"/>
              <a:gd name="T27" fmla="*/ 6536 h 6536"/>
              <a:gd name="T28" fmla="*/ 4667 w 6322"/>
              <a:gd name="T29" fmla="*/ 6536 h 6536"/>
              <a:gd name="T30" fmla="*/ 4667 w 6322"/>
              <a:gd name="T31" fmla="*/ 5331 h 6536"/>
              <a:gd name="T32" fmla="*/ 4274 w 6322"/>
              <a:gd name="T33" fmla="*/ 5331 h 6536"/>
              <a:gd name="T34" fmla="*/ 4274 w 6322"/>
              <a:gd name="T35" fmla="*/ 4993 h 6536"/>
              <a:gd name="T36" fmla="*/ 4016 w 6322"/>
              <a:gd name="T37" fmla="*/ 4736 h 6536"/>
              <a:gd name="T38" fmla="*/ 3556 w 6322"/>
              <a:gd name="T39" fmla="*/ 4736 h 6536"/>
              <a:gd name="T40" fmla="*/ 3556 w 6322"/>
              <a:gd name="T41" fmla="*/ 3931 h 6536"/>
              <a:gd name="T42" fmla="*/ 4871 w 6322"/>
              <a:gd name="T43" fmla="*/ 2869 h 6536"/>
              <a:gd name="T44" fmla="*/ 5038 w 6322"/>
              <a:gd name="T45" fmla="*/ 2869 h 6536"/>
              <a:gd name="T46" fmla="*/ 6322 w 6322"/>
              <a:gd name="T47" fmla="*/ 1585 h 6536"/>
              <a:gd name="T48" fmla="*/ 6322 w 6322"/>
              <a:gd name="T49" fmla="*/ 600 h 6536"/>
              <a:gd name="T50" fmla="*/ 5038 w 6322"/>
              <a:gd name="T51" fmla="*/ 600 h 6536"/>
              <a:gd name="T52" fmla="*/ 5038 w 6322"/>
              <a:gd name="T53" fmla="*/ 0 h 6536"/>
              <a:gd name="T54" fmla="*/ 5038 w 6322"/>
              <a:gd name="T55" fmla="*/ 0 h 6536"/>
              <a:gd name="T56" fmla="*/ 1283 w 6322"/>
              <a:gd name="T57" fmla="*/ 2220 h 6536"/>
              <a:gd name="T58" fmla="*/ 650 w 6322"/>
              <a:gd name="T59" fmla="*/ 1587 h 6536"/>
              <a:gd name="T60" fmla="*/ 650 w 6322"/>
              <a:gd name="T61" fmla="*/ 1251 h 6536"/>
              <a:gd name="T62" fmla="*/ 1283 w 6322"/>
              <a:gd name="T63" fmla="*/ 1251 h 6536"/>
              <a:gd name="T64" fmla="*/ 1283 w 6322"/>
              <a:gd name="T65" fmla="*/ 2097 h 6536"/>
              <a:gd name="T66" fmla="*/ 1287 w 6322"/>
              <a:gd name="T67" fmla="*/ 2220 h 6536"/>
              <a:gd name="T68" fmla="*/ 1283 w 6322"/>
              <a:gd name="T69" fmla="*/ 2220 h 6536"/>
              <a:gd name="T70" fmla="*/ 3682 w 6322"/>
              <a:gd name="T71" fmla="*/ 5392 h 6536"/>
              <a:gd name="T72" fmla="*/ 3682 w 6322"/>
              <a:gd name="T73" fmla="*/ 6037 h 6536"/>
              <a:gd name="T74" fmla="*/ 2639 w 6322"/>
              <a:gd name="T75" fmla="*/ 6037 h 6536"/>
              <a:gd name="T76" fmla="*/ 2639 w 6322"/>
              <a:gd name="T77" fmla="*/ 5392 h 6536"/>
              <a:gd name="T78" fmla="*/ 3682 w 6322"/>
              <a:gd name="T79" fmla="*/ 5392 h 6536"/>
              <a:gd name="T80" fmla="*/ 4012 w 6322"/>
              <a:gd name="T81" fmla="*/ 1687 h 6536"/>
              <a:gd name="T82" fmla="*/ 3627 w 6322"/>
              <a:gd name="T83" fmla="*/ 2012 h 6536"/>
              <a:gd name="T84" fmla="*/ 3748 w 6322"/>
              <a:gd name="T85" fmla="*/ 2501 h 6536"/>
              <a:gd name="T86" fmla="*/ 3590 w 6322"/>
              <a:gd name="T87" fmla="*/ 2616 h 6536"/>
              <a:gd name="T88" fmla="*/ 3162 w 6322"/>
              <a:gd name="T89" fmla="*/ 2349 h 6536"/>
              <a:gd name="T90" fmla="*/ 2734 w 6322"/>
              <a:gd name="T91" fmla="*/ 2616 h 6536"/>
              <a:gd name="T92" fmla="*/ 2575 w 6322"/>
              <a:gd name="T93" fmla="*/ 2501 h 6536"/>
              <a:gd name="T94" fmla="*/ 2696 w 6322"/>
              <a:gd name="T95" fmla="*/ 2012 h 6536"/>
              <a:gd name="T96" fmla="*/ 2311 w 6322"/>
              <a:gd name="T97" fmla="*/ 1687 h 6536"/>
              <a:gd name="T98" fmla="*/ 2371 w 6322"/>
              <a:gd name="T99" fmla="*/ 1500 h 6536"/>
              <a:gd name="T100" fmla="*/ 2874 w 6322"/>
              <a:gd name="T101" fmla="*/ 1464 h 6536"/>
              <a:gd name="T102" fmla="*/ 3064 w 6322"/>
              <a:gd name="T103" fmla="*/ 997 h 6536"/>
              <a:gd name="T104" fmla="*/ 3260 w 6322"/>
              <a:gd name="T105" fmla="*/ 997 h 6536"/>
              <a:gd name="T106" fmla="*/ 3451 w 6322"/>
              <a:gd name="T107" fmla="*/ 1464 h 6536"/>
              <a:gd name="T108" fmla="*/ 3954 w 6322"/>
              <a:gd name="T109" fmla="*/ 1500 h 6536"/>
              <a:gd name="T110" fmla="*/ 4012 w 6322"/>
              <a:gd name="T111" fmla="*/ 1687 h 6536"/>
              <a:gd name="T112" fmla="*/ 5671 w 6322"/>
              <a:gd name="T113" fmla="*/ 1251 h 6536"/>
              <a:gd name="T114" fmla="*/ 5671 w 6322"/>
              <a:gd name="T115" fmla="*/ 1587 h 6536"/>
              <a:gd name="T116" fmla="*/ 5038 w 6322"/>
              <a:gd name="T117" fmla="*/ 2220 h 6536"/>
              <a:gd name="T118" fmla="*/ 5034 w 6322"/>
              <a:gd name="T119" fmla="*/ 2220 h 6536"/>
              <a:gd name="T120" fmla="*/ 5038 w 6322"/>
              <a:gd name="T121" fmla="*/ 2097 h 6536"/>
              <a:gd name="T122" fmla="*/ 5038 w 6322"/>
              <a:gd name="T123" fmla="*/ 1251 h 6536"/>
              <a:gd name="T124" fmla="*/ 5671 w 6322"/>
              <a:gd name="T125" fmla="*/ 1251 h 6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322" h="6536">
                <a:moveTo>
                  <a:pt x="5038" y="0"/>
                </a:moveTo>
                <a:lnTo>
                  <a:pt x="1283" y="0"/>
                </a:lnTo>
                <a:lnTo>
                  <a:pt x="1283" y="600"/>
                </a:lnTo>
                <a:lnTo>
                  <a:pt x="0" y="600"/>
                </a:lnTo>
                <a:lnTo>
                  <a:pt x="0" y="1585"/>
                </a:lnTo>
                <a:cubicBezTo>
                  <a:pt x="0" y="2293"/>
                  <a:pt x="576" y="2869"/>
                  <a:pt x="1284" y="2869"/>
                </a:cubicBezTo>
                <a:lnTo>
                  <a:pt x="1451" y="2869"/>
                </a:lnTo>
                <a:cubicBezTo>
                  <a:pt x="1694" y="3404"/>
                  <a:pt x="2178" y="3805"/>
                  <a:pt x="2766" y="3931"/>
                </a:cubicBezTo>
                <a:lnTo>
                  <a:pt x="2766" y="4736"/>
                </a:lnTo>
                <a:lnTo>
                  <a:pt x="2306" y="4736"/>
                </a:lnTo>
                <a:cubicBezTo>
                  <a:pt x="2164" y="4736"/>
                  <a:pt x="2048" y="4851"/>
                  <a:pt x="2048" y="4993"/>
                </a:cubicBezTo>
                <a:lnTo>
                  <a:pt x="2048" y="5331"/>
                </a:lnTo>
                <a:lnTo>
                  <a:pt x="1654" y="5331"/>
                </a:lnTo>
                <a:lnTo>
                  <a:pt x="1654" y="6536"/>
                </a:lnTo>
                <a:lnTo>
                  <a:pt x="4667" y="6536"/>
                </a:lnTo>
                <a:lnTo>
                  <a:pt x="4667" y="5331"/>
                </a:lnTo>
                <a:lnTo>
                  <a:pt x="4274" y="5331"/>
                </a:lnTo>
                <a:lnTo>
                  <a:pt x="4274" y="4993"/>
                </a:lnTo>
                <a:cubicBezTo>
                  <a:pt x="4274" y="4852"/>
                  <a:pt x="4159" y="4736"/>
                  <a:pt x="4016" y="4736"/>
                </a:cubicBezTo>
                <a:lnTo>
                  <a:pt x="3556" y="4736"/>
                </a:lnTo>
                <a:lnTo>
                  <a:pt x="3556" y="3931"/>
                </a:lnTo>
                <a:cubicBezTo>
                  <a:pt x="4144" y="3804"/>
                  <a:pt x="4628" y="3404"/>
                  <a:pt x="4871" y="2869"/>
                </a:cubicBezTo>
                <a:lnTo>
                  <a:pt x="5038" y="2869"/>
                </a:lnTo>
                <a:cubicBezTo>
                  <a:pt x="5746" y="2869"/>
                  <a:pt x="6322" y="2293"/>
                  <a:pt x="6322" y="1585"/>
                </a:cubicBezTo>
                <a:lnTo>
                  <a:pt x="6322" y="600"/>
                </a:lnTo>
                <a:lnTo>
                  <a:pt x="5038" y="600"/>
                </a:lnTo>
                <a:lnTo>
                  <a:pt x="5038" y="0"/>
                </a:lnTo>
                <a:lnTo>
                  <a:pt x="5038" y="0"/>
                </a:lnTo>
                <a:close/>
                <a:moveTo>
                  <a:pt x="1283" y="2220"/>
                </a:moveTo>
                <a:cubicBezTo>
                  <a:pt x="934" y="2220"/>
                  <a:pt x="650" y="1936"/>
                  <a:pt x="650" y="1587"/>
                </a:cubicBezTo>
                <a:lnTo>
                  <a:pt x="650" y="1251"/>
                </a:lnTo>
                <a:lnTo>
                  <a:pt x="1283" y="1251"/>
                </a:lnTo>
                <a:lnTo>
                  <a:pt x="1283" y="2097"/>
                </a:lnTo>
                <a:cubicBezTo>
                  <a:pt x="1283" y="2139"/>
                  <a:pt x="1284" y="2180"/>
                  <a:pt x="1287" y="2220"/>
                </a:cubicBezTo>
                <a:lnTo>
                  <a:pt x="1283" y="2220"/>
                </a:lnTo>
                <a:close/>
                <a:moveTo>
                  <a:pt x="3682" y="5392"/>
                </a:moveTo>
                <a:lnTo>
                  <a:pt x="3682" y="6037"/>
                </a:lnTo>
                <a:lnTo>
                  <a:pt x="2639" y="6037"/>
                </a:lnTo>
                <a:lnTo>
                  <a:pt x="2639" y="5392"/>
                </a:lnTo>
                <a:lnTo>
                  <a:pt x="3682" y="5392"/>
                </a:lnTo>
                <a:close/>
                <a:moveTo>
                  <a:pt x="4012" y="1687"/>
                </a:moveTo>
                <a:lnTo>
                  <a:pt x="3627" y="2012"/>
                </a:lnTo>
                <a:lnTo>
                  <a:pt x="3748" y="2501"/>
                </a:lnTo>
                <a:cubicBezTo>
                  <a:pt x="3771" y="2593"/>
                  <a:pt x="3670" y="2667"/>
                  <a:pt x="3590" y="2616"/>
                </a:cubicBezTo>
                <a:lnTo>
                  <a:pt x="3162" y="2349"/>
                </a:lnTo>
                <a:lnTo>
                  <a:pt x="2734" y="2616"/>
                </a:lnTo>
                <a:cubicBezTo>
                  <a:pt x="2654" y="2667"/>
                  <a:pt x="2552" y="2593"/>
                  <a:pt x="2575" y="2501"/>
                </a:cubicBezTo>
                <a:lnTo>
                  <a:pt x="2696" y="2012"/>
                </a:lnTo>
                <a:lnTo>
                  <a:pt x="2311" y="1687"/>
                </a:lnTo>
                <a:cubicBezTo>
                  <a:pt x="2239" y="1625"/>
                  <a:pt x="2276" y="1507"/>
                  <a:pt x="2371" y="1500"/>
                </a:cubicBezTo>
                <a:lnTo>
                  <a:pt x="2874" y="1464"/>
                </a:lnTo>
                <a:lnTo>
                  <a:pt x="3064" y="997"/>
                </a:lnTo>
                <a:cubicBezTo>
                  <a:pt x="3100" y="909"/>
                  <a:pt x="3224" y="909"/>
                  <a:pt x="3260" y="997"/>
                </a:cubicBezTo>
                <a:lnTo>
                  <a:pt x="3451" y="1464"/>
                </a:lnTo>
                <a:lnTo>
                  <a:pt x="3954" y="1500"/>
                </a:lnTo>
                <a:cubicBezTo>
                  <a:pt x="4047" y="1508"/>
                  <a:pt x="4084" y="1625"/>
                  <a:pt x="4012" y="1687"/>
                </a:cubicBezTo>
                <a:close/>
                <a:moveTo>
                  <a:pt x="5671" y="1251"/>
                </a:moveTo>
                <a:lnTo>
                  <a:pt x="5671" y="1587"/>
                </a:lnTo>
                <a:cubicBezTo>
                  <a:pt x="5671" y="1936"/>
                  <a:pt x="5387" y="2220"/>
                  <a:pt x="5038" y="2220"/>
                </a:cubicBezTo>
                <a:lnTo>
                  <a:pt x="5034" y="2220"/>
                </a:lnTo>
                <a:cubicBezTo>
                  <a:pt x="5036" y="2180"/>
                  <a:pt x="5038" y="2139"/>
                  <a:pt x="5038" y="2097"/>
                </a:cubicBezTo>
                <a:lnTo>
                  <a:pt x="5038" y="1251"/>
                </a:lnTo>
                <a:lnTo>
                  <a:pt x="5671" y="1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pic>
        <p:nvPicPr>
          <p:cNvPr id="37" name="图形 36" descr="气球 纯色填充">
            <a:extLst>
              <a:ext uri="{FF2B5EF4-FFF2-40B4-BE49-F238E27FC236}">
                <a16:creationId xmlns:a16="http://schemas.microsoft.com/office/drawing/2014/main" id="{B05DB5AF-3F6A-467F-8114-C273B8245ABB}"/>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2620" y="2788109"/>
            <a:ext cx="268222" cy="268222"/>
          </a:xfrm>
          <a:prstGeom prst="rect">
            <a:avLst/>
          </a:prstGeom>
        </p:spPr>
      </p:pic>
      <p:sp>
        <p:nvSpPr>
          <p:cNvPr id="38" name="settings_251733">
            <a:extLst>
              <a:ext uri="{FF2B5EF4-FFF2-40B4-BE49-F238E27FC236}">
                <a16:creationId xmlns:a16="http://schemas.microsoft.com/office/drawing/2014/main" id="{EEB660DF-AA74-4952-94D4-1A59BC0FE8BF}"/>
              </a:ext>
            </a:extLst>
          </p:cNvPr>
          <p:cNvSpPr/>
          <p:nvPr/>
        </p:nvSpPr>
        <p:spPr>
          <a:xfrm>
            <a:off x="598686" y="3118090"/>
            <a:ext cx="240773" cy="233597"/>
          </a:xfrm>
          <a:custGeom>
            <a:avLst/>
            <a:gdLst>
              <a:gd name="connsiteX0" fmla="*/ 303749 w 607639"/>
              <a:gd name="connsiteY0" fmla="*/ 218824 h 606722"/>
              <a:gd name="connsiteX1" fmla="*/ 388392 w 607639"/>
              <a:gd name="connsiteY1" fmla="*/ 303326 h 606722"/>
              <a:gd name="connsiteX2" fmla="*/ 303749 w 607639"/>
              <a:gd name="connsiteY2" fmla="*/ 387828 h 606722"/>
              <a:gd name="connsiteX3" fmla="*/ 219106 w 607639"/>
              <a:gd name="connsiteY3" fmla="*/ 303326 h 606722"/>
              <a:gd name="connsiteX4" fmla="*/ 303749 w 607639"/>
              <a:gd name="connsiteY4" fmla="*/ 218824 h 606722"/>
              <a:gd name="connsiteX5" fmla="*/ 303740 w 607639"/>
              <a:gd name="connsiteY5" fmla="*/ 182840 h 606722"/>
              <a:gd name="connsiteX6" fmla="*/ 183048 w 607639"/>
              <a:gd name="connsiteY6" fmla="*/ 303352 h 606722"/>
              <a:gd name="connsiteX7" fmla="*/ 303740 w 607639"/>
              <a:gd name="connsiteY7" fmla="*/ 423953 h 606722"/>
              <a:gd name="connsiteX8" fmla="*/ 424521 w 607639"/>
              <a:gd name="connsiteY8" fmla="*/ 303352 h 606722"/>
              <a:gd name="connsiteX9" fmla="*/ 303740 w 607639"/>
              <a:gd name="connsiteY9" fmla="*/ 182840 h 606722"/>
              <a:gd name="connsiteX10" fmla="*/ 303740 w 607639"/>
              <a:gd name="connsiteY10" fmla="*/ 137603 h 606722"/>
              <a:gd name="connsiteX11" fmla="*/ 469825 w 607639"/>
              <a:gd name="connsiteY11" fmla="*/ 303352 h 606722"/>
              <a:gd name="connsiteX12" fmla="*/ 303740 w 607639"/>
              <a:gd name="connsiteY12" fmla="*/ 469190 h 606722"/>
              <a:gd name="connsiteX13" fmla="*/ 137744 w 607639"/>
              <a:gd name="connsiteY13" fmla="*/ 303352 h 606722"/>
              <a:gd name="connsiteX14" fmla="*/ 303740 w 607639"/>
              <a:gd name="connsiteY14" fmla="*/ 137603 h 606722"/>
              <a:gd name="connsiteX15" fmla="*/ 303775 w 607639"/>
              <a:gd name="connsiteY15" fmla="*/ 101491 h 606722"/>
              <a:gd name="connsiteX16" fmla="*/ 101644 w 607639"/>
              <a:gd name="connsiteY16" fmla="*/ 303317 h 606722"/>
              <a:gd name="connsiteX17" fmla="*/ 303775 w 607639"/>
              <a:gd name="connsiteY17" fmla="*/ 505142 h 606722"/>
              <a:gd name="connsiteX18" fmla="*/ 505906 w 607639"/>
              <a:gd name="connsiteY18" fmla="*/ 303317 h 606722"/>
              <a:gd name="connsiteX19" fmla="*/ 303775 w 607639"/>
              <a:gd name="connsiteY19" fmla="*/ 101491 h 606722"/>
              <a:gd name="connsiteX20" fmla="*/ 238712 w 607639"/>
              <a:gd name="connsiteY20" fmla="*/ 0 h 606722"/>
              <a:gd name="connsiteX21" fmla="*/ 368927 w 607639"/>
              <a:gd name="connsiteY21" fmla="*/ 0 h 606722"/>
              <a:gd name="connsiteX22" fmla="*/ 368927 w 607639"/>
              <a:gd name="connsiteY22" fmla="*/ 50390 h 606722"/>
              <a:gd name="connsiteX23" fmla="*/ 436927 w 607639"/>
              <a:gd name="connsiteY23" fmla="*/ 78562 h 606722"/>
              <a:gd name="connsiteX24" fmla="*/ 472618 w 607639"/>
              <a:gd name="connsiteY24" fmla="*/ 42925 h 606722"/>
              <a:gd name="connsiteX25" fmla="*/ 564650 w 607639"/>
              <a:gd name="connsiteY25" fmla="*/ 134817 h 606722"/>
              <a:gd name="connsiteX26" fmla="*/ 528958 w 607639"/>
              <a:gd name="connsiteY26" fmla="*/ 170454 h 606722"/>
              <a:gd name="connsiteX27" fmla="*/ 557173 w 607639"/>
              <a:gd name="connsiteY27" fmla="*/ 238352 h 606722"/>
              <a:gd name="connsiteX28" fmla="*/ 607639 w 607639"/>
              <a:gd name="connsiteY28" fmla="*/ 238352 h 606722"/>
              <a:gd name="connsiteX29" fmla="*/ 607639 w 607639"/>
              <a:gd name="connsiteY29" fmla="*/ 368370 h 606722"/>
              <a:gd name="connsiteX30" fmla="*/ 557173 w 607639"/>
              <a:gd name="connsiteY30" fmla="*/ 368370 h 606722"/>
              <a:gd name="connsiteX31" fmla="*/ 528958 w 607639"/>
              <a:gd name="connsiteY31" fmla="*/ 436268 h 606722"/>
              <a:gd name="connsiteX32" fmla="*/ 564650 w 607639"/>
              <a:gd name="connsiteY32" fmla="*/ 471905 h 606722"/>
              <a:gd name="connsiteX33" fmla="*/ 472618 w 607639"/>
              <a:gd name="connsiteY33" fmla="*/ 563797 h 606722"/>
              <a:gd name="connsiteX34" fmla="*/ 436927 w 607639"/>
              <a:gd name="connsiteY34" fmla="*/ 528160 h 606722"/>
              <a:gd name="connsiteX35" fmla="*/ 368927 w 607639"/>
              <a:gd name="connsiteY35" fmla="*/ 556332 h 606722"/>
              <a:gd name="connsiteX36" fmla="*/ 368927 w 607639"/>
              <a:gd name="connsiteY36" fmla="*/ 606722 h 606722"/>
              <a:gd name="connsiteX37" fmla="*/ 238712 w 607639"/>
              <a:gd name="connsiteY37" fmla="*/ 606722 h 606722"/>
              <a:gd name="connsiteX38" fmla="*/ 238712 w 607639"/>
              <a:gd name="connsiteY38" fmla="*/ 556332 h 606722"/>
              <a:gd name="connsiteX39" fmla="*/ 170712 w 607639"/>
              <a:gd name="connsiteY39" fmla="*/ 528160 h 606722"/>
              <a:gd name="connsiteX40" fmla="*/ 135021 w 607639"/>
              <a:gd name="connsiteY40" fmla="*/ 563797 h 606722"/>
              <a:gd name="connsiteX41" fmla="*/ 42990 w 607639"/>
              <a:gd name="connsiteY41" fmla="*/ 471905 h 606722"/>
              <a:gd name="connsiteX42" fmla="*/ 78681 w 607639"/>
              <a:gd name="connsiteY42" fmla="*/ 436268 h 606722"/>
              <a:gd name="connsiteX43" fmla="*/ 50466 w 607639"/>
              <a:gd name="connsiteY43" fmla="*/ 368370 h 606722"/>
              <a:gd name="connsiteX44" fmla="*/ 0 w 607639"/>
              <a:gd name="connsiteY44" fmla="*/ 368370 h 606722"/>
              <a:gd name="connsiteX45" fmla="*/ 0 w 607639"/>
              <a:gd name="connsiteY45" fmla="*/ 238352 h 606722"/>
              <a:gd name="connsiteX46" fmla="*/ 50466 w 607639"/>
              <a:gd name="connsiteY46" fmla="*/ 238352 h 606722"/>
              <a:gd name="connsiteX47" fmla="*/ 78681 w 607639"/>
              <a:gd name="connsiteY47" fmla="*/ 170454 h 606722"/>
              <a:gd name="connsiteX48" fmla="*/ 42990 w 607639"/>
              <a:gd name="connsiteY48" fmla="*/ 134817 h 606722"/>
              <a:gd name="connsiteX49" fmla="*/ 135021 w 607639"/>
              <a:gd name="connsiteY49" fmla="*/ 42925 h 606722"/>
              <a:gd name="connsiteX50" fmla="*/ 170712 w 607639"/>
              <a:gd name="connsiteY50" fmla="*/ 78562 h 606722"/>
              <a:gd name="connsiteX51" fmla="*/ 238712 w 607639"/>
              <a:gd name="connsiteY51" fmla="*/ 5039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7639" h="606722">
                <a:moveTo>
                  <a:pt x="303749" y="218824"/>
                </a:moveTo>
                <a:cubicBezTo>
                  <a:pt x="350496" y="218824"/>
                  <a:pt x="388392" y="256657"/>
                  <a:pt x="388392" y="303326"/>
                </a:cubicBezTo>
                <a:cubicBezTo>
                  <a:pt x="388392" y="349995"/>
                  <a:pt x="350496" y="387828"/>
                  <a:pt x="303749" y="387828"/>
                </a:cubicBezTo>
                <a:cubicBezTo>
                  <a:pt x="257002" y="387828"/>
                  <a:pt x="219106" y="349995"/>
                  <a:pt x="219106" y="303326"/>
                </a:cubicBezTo>
                <a:cubicBezTo>
                  <a:pt x="219106" y="256657"/>
                  <a:pt x="257002" y="218824"/>
                  <a:pt x="303749" y="218824"/>
                </a:cubicBezTo>
                <a:close/>
                <a:moveTo>
                  <a:pt x="303740" y="182840"/>
                </a:moveTo>
                <a:cubicBezTo>
                  <a:pt x="237164" y="182840"/>
                  <a:pt x="183048" y="236875"/>
                  <a:pt x="183048" y="303352"/>
                </a:cubicBezTo>
                <a:cubicBezTo>
                  <a:pt x="183048" y="369829"/>
                  <a:pt x="237164" y="423953"/>
                  <a:pt x="303740" y="423953"/>
                </a:cubicBezTo>
                <a:cubicBezTo>
                  <a:pt x="370316" y="423953"/>
                  <a:pt x="424521" y="369829"/>
                  <a:pt x="424521" y="303352"/>
                </a:cubicBezTo>
                <a:cubicBezTo>
                  <a:pt x="424521" y="236875"/>
                  <a:pt x="370316" y="182840"/>
                  <a:pt x="303740" y="182840"/>
                </a:cubicBezTo>
                <a:close/>
                <a:moveTo>
                  <a:pt x="303740" y="137603"/>
                </a:moveTo>
                <a:cubicBezTo>
                  <a:pt x="395327" y="137603"/>
                  <a:pt x="469825" y="211990"/>
                  <a:pt x="469825" y="303352"/>
                </a:cubicBezTo>
                <a:cubicBezTo>
                  <a:pt x="469825" y="394803"/>
                  <a:pt x="395327" y="469190"/>
                  <a:pt x="303740" y="469190"/>
                </a:cubicBezTo>
                <a:cubicBezTo>
                  <a:pt x="212242" y="469190"/>
                  <a:pt x="137744" y="394803"/>
                  <a:pt x="137744" y="303352"/>
                </a:cubicBezTo>
                <a:cubicBezTo>
                  <a:pt x="137744" y="211990"/>
                  <a:pt x="212242" y="137603"/>
                  <a:pt x="303740" y="137603"/>
                </a:cubicBezTo>
                <a:close/>
                <a:moveTo>
                  <a:pt x="303775" y="101491"/>
                </a:moveTo>
                <a:cubicBezTo>
                  <a:pt x="192340" y="101491"/>
                  <a:pt x="101644" y="192050"/>
                  <a:pt x="101644" y="303317"/>
                </a:cubicBezTo>
                <a:cubicBezTo>
                  <a:pt x="101644" y="414672"/>
                  <a:pt x="192340" y="505142"/>
                  <a:pt x="303775" y="505142"/>
                </a:cubicBezTo>
                <a:cubicBezTo>
                  <a:pt x="415299" y="505142"/>
                  <a:pt x="505906" y="414672"/>
                  <a:pt x="505906" y="303317"/>
                </a:cubicBezTo>
                <a:cubicBezTo>
                  <a:pt x="505906" y="192050"/>
                  <a:pt x="415299" y="101491"/>
                  <a:pt x="303775" y="101491"/>
                </a:cubicBezTo>
                <a:close/>
                <a:moveTo>
                  <a:pt x="238712" y="0"/>
                </a:moveTo>
                <a:lnTo>
                  <a:pt x="368927" y="0"/>
                </a:lnTo>
                <a:lnTo>
                  <a:pt x="368927" y="50390"/>
                </a:lnTo>
                <a:cubicBezTo>
                  <a:pt x="392869" y="56522"/>
                  <a:pt x="415655" y="65942"/>
                  <a:pt x="436927" y="78562"/>
                </a:cubicBezTo>
                <a:lnTo>
                  <a:pt x="472618" y="42925"/>
                </a:lnTo>
                <a:lnTo>
                  <a:pt x="564650" y="134817"/>
                </a:lnTo>
                <a:lnTo>
                  <a:pt x="528958" y="170454"/>
                </a:lnTo>
                <a:cubicBezTo>
                  <a:pt x="541597" y="191695"/>
                  <a:pt x="551032" y="214446"/>
                  <a:pt x="557173" y="238352"/>
                </a:cubicBezTo>
                <a:lnTo>
                  <a:pt x="607639" y="238352"/>
                </a:lnTo>
                <a:lnTo>
                  <a:pt x="607639" y="368370"/>
                </a:lnTo>
                <a:lnTo>
                  <a:pt x="557173" y="368370"/>
                </a:lnTo>
                <a:cubicBezTo>
                  <a:pt x="551032" y="392276"/>
                  <a:pt x="541597" y="415027"/>
                  <a:pt x="528958" y="436268"/>
                </a:cubicBezTo>
                <a:lnTo>
                  <a:pt x="564650" y="471905"/>
                </a:lnTo>
                <a:lnTo>
                  <a:pt x="472618" y="563797"/>
                </a:lnTo>
                <a:lnTo>
                  <a:pt x="436927" y="528160"/>
                </a:lnTo>
                <a:cubicBezTo>
                  <a:pt x="415655" y="540780"/>
                  <a:pt x="392869" y="550200"/>
                  <a:pt x="368927" y="556332"/>
                </a:cubicBezTo>
                <a:lnTo>
                  <a:pt x="368927" y="606722"/>
                </a:lnTo>
                <a:lnTo>
                  <a:pt x="238712" y="606722"/>
                </a:lnTo>
                <a:lnTo>
                  <a:pt x="238712" y="556332"/>
                </a:lnTo>
                <a:cubicBezTo>
                  <a:pt x="214770" y="550200"/>
                  <a:pt x="191984" y="540780"/>
                  <a:pt x="170712" y="528160"/>
                </a:cubicBezTo>
                <a:lnTo>
                  <a:pt x="135021" y="563797"/>
                </a:lnTo>
                <a:lnTo>
                  <a:pt x="42990" y="471905"/>
                </a:lnTo>
                <a:lnTo>
                  <a:pt x="78681" y="436268"/>
                </a:lnTo>
                <a:cubicBezTo>
                  <a:pt x="66042" y="415027"/>
                  <a:pt x="56607" y="392276"/>
                  <a:pt x="50466" y="368370"/>
                </a:cubicBezTo>
                <a:lnTo>
                  <a:pt x="0" y="368370"/>
                </a:lnTo>
                <a:lnTo>
                  <a:pt x="0" y="238352"/>
                </a:lnTo>
                <a:lnTo>
                  <a:pt x="50466" y="238352"/>
                </a:lnTo>
                <a:cubicBezTo>
                  <a:pt x="56607" y="214446"/>
                  <a:pt x="66042" y="191695"/>
                  <a:pt x="78681" y="170454"/>
                </a:cubicBezTo>
                <a:lnTo>
                  <a:pt x="42990" y="134817"/>
                </a:lnTo>
                <a:lnTo>
                  <a:pt x="135021" y="42925"/>
                </a:lnTo>
                <a:lnTo>
                  <a:pt x="170712" y="78562"/>
                </a:lnTo>
                <a:cubicBezTo>
                  <a:pt x="191984" y="65942"/>
                  <a:pt x="214770" y="56522"/>
                  <a:pt x="238712" y="5039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39" name="iconfont-11253-5327460">
            <a:extLst>
              <a:ext uri="{FF2B5EF4-FFF2-40B4-BE49-F238E27FC236}">
                <a16:creationId xmlns:a16="http://schemas.microsoft.com/office/drawing/2014/main" id="{E81CB8DD-EAC4-44D8-9B37-2674E19C753C}"/>
              </a:ext>
            </a:extLst>
          </p:cNvPr>
          <p:cNvSpPr/>
          <p:nvPr/>
        </p:nvSpPr>
        <p:spPr>
          <a:xfrm>
            <a:off x="618631" y="1496699"/>
            <a:ext cx="176195" cy="206219"/>
          </a:xfrm>
          <a:custGeom>
            <a:avLst/>
            <a:gdLst>
              <a:gd name="T0" fmla="*/ 8725 w 9591"/>
              <a:gd name="T1" fmla="*/ 4284 h 9999"/>
              <a:gd name="T2" fmla="*/ 8976 w 9591"/>
              <a:gd name="T3" fmla="*/ 4389 h 9999"/>
              <a:gd name="T4" fmla="*/ 9081 w 9591"/>
              <a:gd name="T5" fmla="*/ 4640 h 9999"/>
              <a:gd name="T6" fmla="*/ 9081 w 9591"/>
              <a:gd name="T7" fmla="*/ 6069 h 9999"/>
              <a:gd name="T8" fmla="*/ 8976 w 9591"/>
              <a:gd name="T9" fmla="*/ 6320 h 9999"/>
              <a:gd name="T10" fmla="*/ 8725 w 9591"/>
              <a:gd name="T11" fmla="*/ 6425 h 9999"/>
              <a:gd name="T12" fmla="*/ 1222 w 9591"/>
              <a:gd name="T13" fmla="*/ 6425 h 9999"/>
              <a:gd name="T14" fmla="*/ 844 w 9591"/>
              <a:gd name="T15" fmla="*/ 6269 h 9999"/>
              <a:gd name="T16" fmla="*/ 56 w 9591"/>
              <a:gd name="T17" fmla="*/ 5482 h 9999"/>
              <a:gd name="T18" fmla="*/ 0 w 9591"/>
              <a:gd name="T19" fmla="*/ 5354 h 9999"/>
              <a:gd name="T20" fmla="*/ 56 w 9591"/>
              <a:gd name="T21" fmla="*/ 5226 h 9999"/>
              <a:gd name="T22" fmla="*/ 844 w 9591"/>
              <a:gd name="T23" fmla="*/ 4439 h 9999"/>
              <a:gd name="T24" fmla="*/ 1222 w 9591"/>
              <a:gd name="T25" fmla="*/ 4283 h 9999"/>
              <a:gd name="T26" fmla="*/ 4080 w 9591"/>
              <a:gd name="T27" fmla="*/ 4283 h 9999"/>
              <a:gd name="T28" fmla="*/ 4080 w 9591"/>
              <a:gd name="T29" fmla="*/ 3210 h 9999"/>
              <a:gd name="T30" fmla="*/ 5509 w 9591"/>
              <a:gd name="T31" fmla="*/ 3210 h 9999"/>
              <a:gd name="T32" fmla="*/ 5509 w 9591"/>
              <a:gd name="T33" fmla="*/ 4287 h 9999"/>
              <a:gd name="T34" fmla="*/ 8725 w 9591"/>
              <a:gd name="T35" fmla="*/ 4284 h 9999"/>
              <a:gd name="T36" fmla="*/ 9535 w 9591"/>
              <a:gd name="T37" fmla="*/ 1655 h 9999"/>
              <a:gd name="T38" fmla="*/ 9591 w 9591"/>
              <a:gd name="T39" fmla="*/ 1783 h 9999"/>
              <a:gd name="T40" fmla="*/ 9535 w 9591"/>
              <a:gd name="T41" fmla="*/ 1910 h 9999"/>
              <a:gd name="T42" fmla="*/ 8747 w 9591"/>
              <a:gd name="T43" fmla="*/ 2698 h 9999"/>
              <a:gd name="T44" fmla="*/ 8369 w 9591"/>
              <a:gd name="T45" fmla="*/ 2854 h 9999"/>
              <a:gd name="T46" fmla="*/ 867 w 9591"/>
              <a:gd name="T47" fmla="*/ 2854 h 9999"/>
              <a:gd name="T48" fmla="*/ 616 w 9591"/>
              <a:gd name="T49" fmla="*/ 2749 h 9999"/>
              <a:gd name="T50" fmla="*/ 511 w 9591"/>
              <a:gd name="T51" fmla="*/ 2498 h 9999"/>
              <a:gd name="T52" fmla="*/ 511 w 9591"/>
              <a:gd name="T53" fmla="*/ 1069 h 9999"/>
              <a:gd name="T54" fmla="*/ 616 w 9591"/>
              <a:gd name="T55" fmla="*/ 818 h 9999"/>
              <a:gd name="T56" fmla="*/ 867 w 9591"/>
              <a:gd name="T57" fmla="*/ 713 h 9999"/>
              <a:gd name="T58" fmla="*/ 4084 w 9591"/>
              <a:gd name="T59" fmla="*/ 713 h 9999"/>
              <a:gd name="T60" fmla="*/ 4084 w 9591"/>
              <a:gd name="T61" fmla="*/ 357 h 9999"/>
              <a:gd name="T62" fmla="*/ 4189 w 9591"/>
              <a:gd name="T63" fmla="*/ 105 h 9999"/>
              <a:gd name="T64" fmla="*/ 4440 w 9591"/>
              <a:gd name="T65" fmla="*/ 0 h 9999"/>
              <a:gd name="T66" fmla="*/ 5155 w 9591"/>
              <a:gd name="T67" fmla="*/ 0 h 9999"/>
              <a:gd name="T68" fmla="*/ 5406 w 9591"/>
              <a:gd name="T69" fmla="*/ 105 h 9999"/>
              <a:gd name="T70" fmla="*/ 5511 w 9591"/>
              <a:gd name="T71" fmla="*/ 357 h 9999"/>
              <a:gd name="T72" fmla="*/ 5511 w 9591"/>
              <a:gd name="T73" fmla="*/ 713 h 9999"/>
              <a:gd name="T74" fmla="*/ 8369 w 9591"/>
              <a:gd name="T75" fmla="*/ 713 h 9999"/>
              <a:gd name="T76" fmla="*/ 8747 w 9591"/>
              <a:gd name="T77" fmla="*/ 869 h 9999"/>
              <a:gd name="T78" fmla="*/ 9535 w 9591"/>
              <a:gd name="T79" fmla="*/ 1655 h 9999"/>
              <a:gd name="T80" fmla="*/ 4080 w 9591"/>
              <a:gd name="T81" fmla="*/ 6785 h 9999"/>
              <a:gd name="T82" fmla="*/ 5509 w 9591"/>
              <a:gd name="T83" fmla="*/ 6785 h 9999"/>
              <a:gd name="T84" fmla="*/ 5509 w 9591"/>
              <a:gd name="T85" fmla="*/ 9643 h 9999"/>
              <a:gd name="T86" fmla="*/ 5404 w 9591"/>
              <a:gd name="T87" fmla="*/ 9894 h 9999"/>
              <a:gd name="T88" fmla="*/ 5152 w 9591"/>
              <a:gd name="T89" fmla="*/ 9999 h 9999"/>
              <a:gd name="T90" fmla="*/ 4437 w 9591"/>
              <a:gd name="T91" fmla="*/ 9999 h 9999"/>
              <a:gd name="T92" fmla="*/ 4186 w 9591"/>
              <a:gd name="T93" fmla="*/ 9894 h 9999"/>
              <a:gd name="T94" fmla="*/ 4081 w 9591"/>
              <a:gd name="T95" fmla="*/ 9643 h 9999"/>
              <a:gd name="T96" fmla="*/ 4080 w 9591"/>
              <a:gd name="T97" fmla="*/ 6785 h 9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591" h="9999">
                <a:moveTo>
                  <a:pt x="8725" y="4284"/>
                </a:moveTo>
                <a:cubicBezTo>
                  <a:pt x="8821" y="4284"/>
                  <a:pt x="8906" y="4319"/>
                  <a:pt x="8976" y="4389"/>
                </a:cubicBezTo>
                <a:cubicBezTo>
                  <a:pt x="9046" y="4459"/>
                  <a:pt x="9081" y="4544"/>
                  <a:pt x="9081" y="4640"/>
                </a:cubicBezTo>
                <a:lnTo>
                  <a:pt x="9081" y="6069"/>
                </a:lnTo>
                <a:cubicBezTo>
                  <a:pt x="9081" y="6165"/>
                  <a:pt x="9046" y="6250"/>
                  <a:pt x="8976" y="6320"/>
                </a:cubicBezTo>
                <a:cubicBezTo>
                  <a:pt x="8906" y="6390"/>
                  <a:pt x="8821" y="6425"/>
                  <a:pt x="8725" y="6425"/>
                </a:cubicBezTo>
                <a:lnTo>
                  <a:pt x="1222" y="6425"/>
                </a:lnTo>
                <a:cubicBezTo>
                  <a:pt x="1072" y="6425"/>
                  <a:pt x="946" y="6374"/>
                  <a:pt x="844" y="6269"/>
                </a:cubicBezTo>
                <a:lnTo>
                  <a:pt x="56" y="5482"/>
                </a:lnTo>
                <a:cubicBezTo>
                  <a:pt x="18" y="5444"/>
                  <a:pt x="0" y="5402"/>
                  <a:pt x="0" y="5354"/>
                </a:cubicBezTo>
                <a:cubicBezTo>
                  <a:pt x="0" y="5307"/>
                  <a:pt x="18" y="5262"/>
                  <a:pt x="56" y="5226"/>
                </a:cubicBezTo>
                <a:lnTo>
                  <a:pt x="844" y="4439"/>
                </a:lnTo>
                <a:cubicBezTo>
                  <a:pt x="947" y="4335"/>
                  <a:pt x="1075" y="4283"/>
                  <a:pt x="1222" y="4283"/>
                </a:cubicBezTo>
                <a:lnTo>
                  <a:pt x="4080" y="4283"/>
                </a:lnTo>
                <a:lnTo>
                  <a:pt x="4080" y="3210"/>
                </a:lnTo>
                <a:lnTo>
                  <a:pt x="5509" y="3210"/>
                </a:lnTo>
                <a:lnTo>
                  <a:pt x="5509" y="4287"/>
                </a:lnTo>
                <a:lnTo>
                  <a:pt x="8725" y="4284"/>
                </a:lnTo>
                <a:close/>
                <a:moveTo>
                  <a:pt x="9535" y="1655"/>
                </a:moveTo>
                <a:cubicBezTo>
                  <a:pt x="9572" y="1693"/>
                  <a:pt x="9591" y="1735"/>
                  <a:pt x="9591" y="1783"/>
                </a:cubicBezTo>
                <a:cubicBezTo>
                  <a:pt x="9591" y="1830"/>
                  <a:pt x="9572" y="1875"/>
                  <a:pt x="9535" y="1910"/>
                </a:cubicBezTo>
                <a:lnTo>
                  <a:pt x="8747" y="2698"/>
                </a:lnTo>
                <a:cubicBezTo>
                  <a:pt x="8644" y="2802"/>
                  <a:pt x="8516" y="2854"/>
                  <a:pt x="8369" y="2854"/>
                </a:cubicBezTo>
                <a:lnTo>
                  <a:pt x="867" y="2854"/>
                </a:lnTo>
                <a:cubicBezTo>
                  <a:pt x="771" y="2854"/>
                  <a:pt x="686" y="2819"/>
                  <a:pt x="616" y="2749"/>
                </a:cubicBezTo>
                <a:cubicBezTo>
                  <a:pt x="546" y="2679"/>
                  <a:pt x="511" y="2595"/>
                  <a:pt x="511" y="2498"/>
                </a:cubicBezTo>
                <a:lnTo>
                  <a:pt x="511" y="1069"/>
                </a:lnTo>
                <a:cubicBezTo>
                  <a:pt x="511" y="973"/>
                  <a:pt x="546" y="888"/>
                  <a:pt x="616" y="818"/>
                </a:cubicBezTo>
                <a:cubicBezTo>
                  <a:pt x="686" y="748"/>
                  <a:pt x="770" y="713"/>
                  <a:pt x="867" y="713"/>
                </a:cubicBezTo>
                <a:lnTo>
                  <a:pt x="4084" y="713"/>
                </a:lnTo>
                <a:lnTo>
                  <a:pt x="4084" y="357"/>
                </a:lnTo>
                <a:cubicBezTo>
                  <a:pt x="4084" y="260"/>
                  <a:pt x="4119" y="175"/>
                  <a:pt x="4189" y="105"/>
                </a:cubicBezTo>
                <a:cubicBezTo>
                  <a:pt x="4259" y="35"/>
                  <a:pt x="4342" y="0"/>
                  <a:pt x="4440" y="0"/>
                </a:cubicBezTo>
                <a:lnTo>
                  <a:pt x="5155" y="0"/>
                </a:lnTo>
                <a:cubicBezTo>
                  <a:pt x="5251" y="0"/>
                  <a:pt x="5336" y="35"/>
                  <a:pt x="5406" y="105"/>
                </a:cubicBezTo>
                <a:cubicBezTo>
                  <a:pt x="5476" y="175"/>
                  <a:pt x="5511" y="260"/>
                  <a:pt x="5511" y="357"/>
                </a:cubicBezTo>
                <a:lnTo>
                  <a:pt x="5511" y="713"/>
                </a:lnTo>
                <a:lnTo>
                  <a:pt x="8369" y="713"/>
                </a:lnTo>
                <a:cubicBezTo>
                  <a:pt x="8519" y="713"/>
                  <a:pt x="8645" y="764"/>
                  <a:pt x="8747" y="869"/>
                </a:cubicBezTo>
                <a:lnTo>
                  <a:pt x="9535" y="1655"/>
                </a:lnTo>
                <a:close/>
                <a:moveTo>
                  <a:pt x="4080" y="6785"/>
                </a:moveTo>
                <a:lnTo>
                  <a:pt x="5509" y="6785"/>
                </a:lnTo>
                <a:lnTo>
                  <a:pt x="5509" y="9643"/>
                </a:lnTo>
                <a:cubicBezTo>
                  <a:pt x="5509" y="9739"/>
                  <a:pt x="5474" y="9824"/>
                  <a:pt x="5404" y="9894"/>
                </a:cubicBezTo>
                <a:cubicBezTo>
                  <a:pt x="5334" y="9964"/>
                  <a:pt x="5249" y="9999"/>
                  <a:pt x="5152" y="9999"/>
                </a:cubicBezTo>
                <a:lnTo>
                  <a:pt x="4437" y="9999"/>
                </a:lnTo>
                <a:cubicBezTo>
                  <a:pt x="4341" y="9999"/>
                  <a:pt x="4256" y="9964"/>
                  <a:pt x="4186" y="9894"/>
                </a:cubicBezTo>
                <a:cubicBezTo>
                  <a:pt x="4116" y="9824"/>
                  <a:pt x="4081" y="9739"/>
                  <a:pt x="4081" y="9643"/>
                </a:cubicBezTo>
                <a:lnTo>
                  <a:pt x="4080" y="67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40" name="teacher-showing-curve-line-on-whiteboard_43251">
            <a:extLst>
              <a:ext uri="{FF2B5EF4-FFF2-40B4-BE49-F238E27FC236}">
                <a16:creationId xmlns:a16="http://schemas.microsoft.com/office/drawing/2014/main" id="{0E2ED0C1-E9DF-4398-84C7-382647AA7C84}"/>
              </a:ext>
            </a:extLst>
          </p:cNvPr>
          <p:cNvSpPr/>
          <p:nvPr/>
        </p:nvSpPr>
        <p:spPr>
          <a:xfrm>
            <a:off x="572620" y="1786072"/>
            <a:ext cx="304842" cy="229143"/>
          </a:xfrm>
          <a:custGeom>
            <a:avLst/>
            <a:gdLst>
              <a:gd name="connsiteX0" fmla="*/ 371868 w 581408"/>
              <a:gd name="connsiteY0" fmla="*/ 167594 h 437033"/>
              <a:gd name="connsiteX1" fmla="*/ 386226 w 581408"/>
              <a:gd name="connsiteY1" fmla="*/ 213456 h 437033"/>
              <a:gd name="connsiteX2" fmla="*/ 215368 w 581408"/>
              <a:gd name="connsiteY2" fmla="*/ 269350 h 437033"/>
              <a:gd name="connsiteX3" fmla="*/ 206753 w 581408"/>
              <a:gd name="connsiteY3" fmla="*/ 437033 h 437033"/>
              <a:gd name="connsiteX4" fmla="*/ 34459 w 581408"/>
              <a:gd name="connsiteY4" fmla="*/ 437033 h 437033"/>
              <a:gd name="connsiteX5" fmla="*/ 33023 w 581408"/>
              <a:gd name="connsiteY5" fmla="*/ 405503 h 437033"/>
              <a:gd name="connsiteX6" fmla="*/ 0 w 581408"/>
              <a:gd name="connsiteY6" fmla="*/ 405503 h 437033"/>
              <a:gd name="connsiteX7" fmla="*/ 5743 w 581408"/>
              <a:gd name="connsiteY7" fmla="*/ 232088 h 437033"/>
              <a:gd name="connsiteX8" fmla="*/ 81840 w 581408"/>
              <a:gd name="connsiteY8" fmla="*/ 219189 h 437033"/>
              <a:gd name="connsiteX9" fmla="*/ 117735 w 581408"/>
              <a:gd name="connsiteY9" fmla="*/ 262185 h 437033"/>
              <a:gd name="connsiteX10" fmla="*/ 153629 w 581408"/>
              <a:gd name="connsiteY10" fmla="*/ 219189 h 437033"/>
              <a:gd name="connsiteX11" fmla="*/ 215368 w 581408"/>
              <a:gd name="connsiteY11" fmla="*/ 219189 h 437033"/>
              <a:gd name="connsiteX12" fmla="*/ 386136 w 581408"/>
              <a:gd name="connsiteY12" fmla="*/ 63045 h 437033"/>
              <a:gd name="connsiteX13" fmla="*/ 420577 w 581408"/>
              <a:gd name="connsiteY13" fmla="*/ 101733 h 437033"/>
              <a:gd name="connsiteX14" fmla="*/ 430622 w 581408"/>
              <a:gd name="connsiteY14" fmla="*/ 126093 h 437033"/>
              <a:gd name="connsiteX15" fmla="*/ 434927 w 581408"/>
              <a:gd name="connsiteY15" fmla="*/ 111764 h 437033"/>
              <a:gd name="connsiteX16" fmla="*/ 459323 w 581408"/>
              <a:gd name="connsiteY16" fmla="*/ 78807 h 437033"/>
              <a:gd name="connsiteX17" fmla="*/ 482284 w 581408"/>
              <a:gd name="connsiteY17" fmla="*/ 110331 h 437033"/>
              <a:gd name="connsiteX18" fmla="*/ 493764 w 581408"/>
              <a:gd name="connsiteY18" fmla="*/ 133258 h 437033"/>
              <a:gd name="connsiteX19" fmla="*/ 505244 w 581408"/>
              <a:gd name="connsiteY19" fmla="*/ 133258 h 437033"/>
              <a:gd name="connsiteX20" fmla="*/ 519595 w 581408"/>
              <a:gd name="connsiteY20" fmla="*/ 133258 h 437033"/>
              <a:gd name="connsiteX21" fmla="*/ 533945 w 581408"/>
              <a:gd name="connsiteY21" fmla="*/ 140422 h 437033"/>
              <a:gd name="connsiteX22" fmla="*/ 539685 w 581408"/>
              <a:gd name="connsiteY22" fmla="*/ 143288 h 437033"/>
              <a:gd name="connsiteX23" fmla="*/ 542555 w 581408"/>
              <a:gd name="connsiteY23" fmla="*/ 166215 h 437033"/>
              <a:gd name="connsiteX24" fmla="*/ 539685 w 581408"/>
              <a:gd name="connsiteY24" fmla="*/ 166215 h 437033"/>
              <a:gd name="connsiteX25" fmla="*/ 521030 w 581408"/>
              <a:gd name="connsiteY25" fmla="*/ 160483 h 437033"/>
              <a:gd name="connsiteX26" fmla="*/ 513855 w 581408"/>
              <a:gd name="connsiteY26" fmla="*/ 156184 h 437033"/>
              <a:gd name="connsiteX27" fmla="*/ 508114 w 581408"/>
              <a:gd name="connsiteY27" fmla="*/ 156184 h 437033"/>
              <a:gd name="connsiteX28" fmla="*/ 488024 w 581408"/>
              <a:gd name="connsiteY28" fmla="*/ 156184 h 437033"/>
              <a:gd name="connsiteX29" fmla="*/ 459323 w 581408"/>
              <a:gd name="connsiteY29" fmla="*/ 114630 h 437033"/>
              <a:gd name="connsiteX30" fmla="*/ 459323 w 581408"/>
              <a:gd name="connsiteY30" fmla="*/ 110331 h 437033"/>
              <a:gd name="connsiteX31" fmla="*/ 457888 w 581408"/>
              <a:gd name="connsiteY31" fmla="*/ 117496 h 437033"/>
              <a:gd name="connsiteX32" fmla="*/ 440668 w 581408"/>
              <a:gd name="connsiteY32" fmla="*/ 147587 h 437033"/>
              <a:gd name="connsiteX33" fmla="*/ 423447 w 581408"/>
              <a:gd name="connsiteY33" fmla="*/ 147587 h 437033"/>
              <a:gd name="connsiteX34" fmla="*/ 397617 w 581408"/>
              <a:gd name="connsiteY34" fmla="*/ 110331 h 437033"/>
              <a:gd name="connsiteX35" fmla="*/ 386136 w 581408"/>
              <a:gd name="connsiteY35" fmla="*/ 85971 h 437033"/>
              <a:gd name="connsiteX36" fmla="*/ 377526 w 581408"/>
              <a:gd name="connsiteY36" fmla="*/ 111764 h 437033"/>
              <a:gd name="connsiteX37" fmla="*/ 350260 w 581408"/>
              <a:gd name="connsiteY37" fmla="*/ 154751 h 437033"/>
              <a:gd name="connsiteX38" fmla="*/ 335910 w 581408"/>
              <a:gd name="connsiteY38" fmla="*/ 151886 h 437033"/>
              <a:gd name="connsiteX39" fmla="*/ 321560 w 581408"/>
              <a:gd name="connsiteY39" fmla="*/ 120361 h 437033"/>
              <a:gd name="connsiteX40" fmla="*/ 317254 w 581408"/>
              <a:gd name="connsiteY40" fmla="*/ 107465 h 437033"/>
              <a:gd name="connsiteX41" fmla="*/ 297164 w 581408"/>
              <a:gd name="connsiteY41" fmla="*/ 146154 h 437033"/>
              <a:gd name="connsiteX42" fmla="*/ 291424 w 581408"/>
              <a:gd name="connsiteY42" fmla="*/ 160483 h 437033"/>
              <a:gd name="connsiteX43" fmla="*/ 269898 w 581408"/>
              <a:gd name="connsiteY43" fmla="*/ 150453 h 437033"/>
              <a:gd name="connsiteX44" fmla="*/ 275638 w 581408"/>
              <a:gd name="connsiteY44" fmla="*/ 136123 h 437033"/>
              <a:gd name="connsiteX45" fmla="*/ 320125 w 581408"/>
              <a:gd name="connsiteY45" fmla="*/ 83106 h 437033"/>
              <a:gd name="connsiteX46" fmla="*/ 344520 w 581408"/>
              <a:gd name="connsiteY46" fmla="*/ 116063 h 437033"/>
              <a:gd name="connsiteX47" fmla="*/ 347390 w 581408"/>
              <a:gd name="connsiteY47" fmla="*/ 130392 h 437033"/>
              <a:gd name="connsiteX48" fmla="*/ 354565 w 581408"/>
              <a:gd name="connsiteY48" fmla="*/ 106032 h 437033"/>
              <a:gd name="connsiteX49" fmla="*/ 386136 w 581408"/>
              <a:gd name="connsiteY49" fmla="*/ 63045 h 437033"/>
              <a:gd name="connsiteX50" fmla="*/ 119891 w 581408"/>
              <a:gd name="connsiteY50" fmla="*/ 14254 h 437033"/>
              <a:gd name="connsiteX51" fmla="*/ 215413 w 581408"/>
              <a:gd name="connsiteY51" fmla="*/ 109546 h 437033"/>
              <a:gd name="connsiteX52" fmla="*/ 119891 w 581408"/>
              <a:gd name="connsiteY52" fmla="*/ 204838 h 437033"/>
              <a:gd name="connsiteX53" fmla="*/ 24369 w 581408"/>
              <a:gd name="connsiteY53" fmla="*/ 109546 h 437033"/>
              <a:gd name="connsiteX54" fmla="*/ 119891 w 581408"/>
              <a:gd name="connsiteY54" fmla="*/ 14254 h 437033"/>
              <a:gd name="connsiteX55" fmla="*/ 228287 w 581408"/>
              <a:gd name="connsiteY55" fmla="*/ 0 h 437033"/>
              <a:gd name="connsiteX56" fmla="*/ 581408 w 581408"/>
              <a:gd name="connsiteY56" fmla="*/ 0 h 437033"/>
              <a:gd name="connsiteX57" fmla="*/ 581408 w 581408"/>
              <a:gd name="connsiteY57" fmla="*/ 247828 h 437033"/>
              <a:gd name="connsiteX58" fmla="*/ 343123 w 581408"/>
              <a:gd name="connsiteY58" fmla="*/ 247828 h 437033"/>
              <a:gd name="connsiteX59" fmla="*/ 401977 w 581408"/>
              <a:gd name="connsiteY59" fmla="*/ 224908 h 437033"/>
              <a:gd name="connsiteX60" fmla="*/ 558441 w 581408"/>
              <a:gd name="connsiteY60" fmla="*/ 224908 h 437033"/>
              <a:gd name="connsiteX61" fmla="*/ 558441 w 581408"/>
              <a:gd name="connsiteY61" fmla="*/ 22920 h 437033"/>
              <a:gd name="connsiteX62" fmla="*/ 251254 w 581408"/>
              <a:gd name="connsiteY62" fmla="*/ 22920 h 437033"/>
              <a:gd name="connsiteX63" fmla="*/ 251254 w 581408"/>
              <a:gd name="connsiteY63" fmla="*/ 186229 h 437033"/>
              <a:gd name="connsiteX64" fmla="*/ 228287 w 581408"/>
              <a:gd name="connsiteY64" fmla="*/ 196257 h 43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81408" h="437033">
                <a:moveTo>
                  <a:pt x="371868" y="167594"/>
                </a:moveTo>
                <a:lnTo>
                  <a:pt x="386226" y="213456"/>
                </a:lnTo>
                <a:lnTo>
                  <a:pt x="215368" y="269350"/>
                </a:lnTo>
                <a:lnTo>
                  <a:pt x="206753" y="437033"/>
                </a:lnTo>
                <a:lnTo>
                  <a:pt x="34459" y="437033"/>
                </a:lnTo>
                <a:lnTo>
                  <a:pt x="33023" y="405503"/>
                </a:lnTo>
                <a:lnTo>
                  <a:pt x="0" y="405503"/>
                </a:lnTo>
                <a:lnTo>
                  <a:pt x="5743" y="232088"/>
                </a:lnTo>
                <a:lnTo>
                  <a:pt x="81840" y="219189"/>
                </a:lnTo>
                <a:lnTo>
                  <a:pt x="117735" y="262185"/>
                </a:lnTo>
                <a:lnTo>
                  <a:pt x="153629" y="219189"/>
                </a:lnTo>
                <a:lnTo>
                  <a:pt x="215368" y="219189"/>
                </a:lnTo>
                <a:close/>
                <a:moveTo>
                  <a:pt x="386136" y="63045"/>
                </a:moveTo>
                <a:cubicBezTo>
                  <a:pt x="404792" y="63045"/>
                  <a:pt x="413402" y="84538"/>
                  <a:pt x="420577" y="101733"/>
                </a:cubicBezTo>
                <a:cubicBezTo>
                  <a:pt x="422012" y="108898"/>
                  <a:pt x="427752" y="121794"/>
                  <a:pt x="430622" y="126093"/>
                </a:cubicBezTo>
                <a:cubicBezTo>
                  <a:pt x="432057" y="121794"/>
                  <a:pt x="433492" y="116063"/>
                  <a:pt x="434927" y="111764"/>
                </a:cubicBezTo>
                <a:cubicBezTo>
                  <a:pt x="437798" y="97435"/>
                  <a:pt x="442103" y="78807"/>
                  <a:pt x="459323" y="78807"/>
                </a:cubicBezTo>
                <a:cubicBezTo>
                  <a:pt x="476544" y="80240"/>
                  <a:pt x="480849" y="97435"/>
                  <a:pt x="482284" y="110331"/>
                </a:cubicBezTo>
                <a:cubicBezTo>
                  <a:pt x="485154" y="123227"/>
                  <a:pt x="488024" y="131825"/>
                  <a:pt x="493764" y="133258"/>
                </a:cubicBezTo>
                <a:cubicBezTo>
                  <a:pt x="498069" y="134691"/>
                  <a:pt x="500939" y="134691"/>
                  <a:pt x="505244" y="133258"/>
                </a:cubicBezTo>
                <a:cubicBezTo>
                  <a:pt x="509549" y="133258"/>
                  <a:pt x="513855" y="131825"/>
                  <a:pt x="519595" y="133258"/>
                </a:cubicBezTo>
                <a:cubicBezTo>
                  <a:pt x="526770" y="136123"/>
                  <a:pt x="531075" y="138989"/>
                  <a:pt x="533945" y="140422"/>
                </a:cubicBezTo>
                <a:cubicBezTo>
                  <a:pt x="538250" y="143288"/>
                  <a:pt x="538250" y="143288"/>
                  <a:pt x="539685" y="143288"/>
                </a:cubicBezTo>
                <a:lnTo>
                  <a:pt x="542555" y="166215"/>
                </a:lnTo>
                <a:cubicBezTo>
                  <a:pt x="541120" y="166215"/>
                  <a:pt x="539685" y="166215"/>
                  <a:pt x="539685" y="166215"/>
                </a:cubicBezTo>
                <a:cubicBezTo>
                  <a:pt x="531075" y="166215"/>
                  <a:pt x="525335" y="163349"/>
                  <a:pt x="521030" y="160483"/>
                </a:cubicBezTo>
                <a:cubicBezTo>
                  <a:pt x="518160" y="157617"/>
                  <a:pt x="516725" y="156184"/>
                  <a:pt x="513855" y="156184"/>
                </a:cubicBezTo>
                <a:cubicBezTo>
                  <a:pt x="513855" y="156184"/>
                  <a:pt x="510984" y="156184"/>
                  <a:pt x="508114" y="156184"/>
                </a:cubicBezTo>
                <a:cubicBezTo>
                  <a:pt x="502374" y="157617"/>
                  <a:pt x="495199" y="159050"/>
                  <a:pt x="488024" y="156184"/>
                </a:cubicBezTo>
                <a:cubicBezTo>
                  <a:pt x="466498" y="150453"/>
                  <a:pt x="462193" y="128959"/>
                  <a:pt x="459323" y="114630"/>
                </a:cubicBezTo>
                <a:cubicBezTo>
                  <a:pt x="459323" y="113197"/>
                  <a:pt x="459323" y="111764"/>
                  <a:pt x="459323" y="110331"/>
                </a:cubicBezTo>
                <a:cubicBezTo>
                  <a:pt x="457888" y="113197"/>
                  <a:pt x="457888" y="116063"/>
                  <a:pt x="457888" y="117496"/>
                </a:cubicBezTo>
                <a:cubicBezTo>
                  <a:pt x="455018" y="130392"/>
                  <a:pt x="452148" y="143288"/>
                  <a:pt x="440668" y="147587"/>
                </a:cubicBezTo>
                <a:cubicBezTo>
                  <a:pt x="437798" y="150453"/>
                  <a:pt x="432057" y="151886"/>
                  <a:pt x="423447" y="147587"/>
                </a:cubicBezTo>
                <a:cubicBezTo>
                  <a:pt x="410532" y="143288"/>
                  <a:pt x="404792" y="127526"/>
                  <a:pt x="397617" y="110331"/>
                </a:cubicBezTo>
                <a:cubicBezTo>
                  <a:pt x="396181" y="104599"/>
                  <a:pt x="389006" y="88837"/>
                  <a:pt x="386136" y="85971"/>
                </a:cubicBezTo>
                <a:cubicBezTo>
                  <a:pt x="383266" y="90270"/>
                  <a:pt x="378961" y="103166"/>
                  <a:pt x="377526" y="111764"/>
                </a:cubicBezTo>
                <a:cubicBezTo>
                  <a:pt x="373221" y="130392"/>
                  <a:pt x="367481" y="150453"/>
                  <a:pt x="350260" y="154751"/>
                </a:cubicBezTo>
                <a:cubicBezTo>
                  <a:pt x="345955" y="156184"/>
                  <a:pt x="340215" y="154751"/>
                  <a:pt x="335910" y="151886"/>
                </a:cubicBezTo>
                <a:cubicBezTo>
                  <a:pt x="325865" y="146154"/>
                  <a:pt x="322995" y="133258"/>
                  <a:pt x="321560" y="120361"/>
                </a:cubicBezTo>
                <a:cubicBezTo>
                  <a:pt x="320125" y="117496"/>
                  <a:pt x="318690" y="110331"/>
                  <a:pt x="317254" y="107465"/>
                </a:cubicBezTo>
                <a:cubicBezTo>
                  <a:pt x="311514" y="113197"/>
                  <a:pt x="301469" y="136123"/>
                  <a:pt x="297164" y="146154"/>
                </a:cubicBezTo>
                <a:cubicBezTo>
                  <a:pt x="295729" y="150453"/>
                  <a:pt x="292859" y="156184"/>
                  <a:pt x="291424" y="160483"/>
                </a:cubicBezTo>
                <a:lnTo>
                  <a:pt x="269898" y="150453"/>
                </a:lnTo>
                <a:cubicBezTo>
                  <a:pt x="271333" y="146154"/>
                  <a:pt x="274203" y="141855"/>
                  <a:pt x="275638" y="136123"/>
                </a:cubicBezTo>
                <a:cubicBezTo>
                  <a:pt x="285684" y="111764"/>
                  <a:pt x="298599" y="83106"/>
                  <a:pt x="320125" y="83106"/>
                </a:cubicBezTo>
                <a:cubicBezTo>
                  <a:pt x="337345" y="83106"/>
                  <a:pt x="341650" y="101733"/>
                  <a:pt x="344520" y="116063"/>
                </a:cubicBezTo>
                <a:cubicBezTo>
                  <a:pt x="344520" y="120361"/>
                  <a:pt x="345955" y="126093"/>
                  <a:pt x="347390" y="130392"/>
                </a:cubicBezTo>
                <a:cubicBezTo>
                  <a:pt x="350260" y="124660"/>
                  <a:pt x="353130" y="113197"/>
                  <a:pt x="354565" y="106032"/>
                </a:cubicBezTo>
                <a:cubicBezTo>
                  <a:pt x="360306" y="84538"/>
                  <a:pt x="366046" y="61612"/>
                  <a:pt x="386136" y="63045"/>
                </a:cubicBezTo>
                <a:close/>
                <a:moveTo>
                  <a:pt x="119891" y="14254"/>
                </a:moveTo>
                <a:cubicBezTo>
                  <a:pt x="172646" y="14254"/>
                  <a:pt x="215413" y="56918"/>
                  <a:pt x="215413" y="109546"/>
                </a:cubicBezTo>
                <a:cubicBezTo>
                  <a:pt x="215413" y="162174"/>
                  <a:pt x="172646" y="204838"/>
                  <a:pt x="119891" y="204838"/>
                </a:cubicBezTo>
                <a:cubicBezTo>
                  <a:pt x="67136" y="204838"/>
                  <a:pt x="24369" y="162174"/>
                  <a:pt x="24369" y="109546"/>
                </a:cubicBezTo>
                <a:cubicBezTo>
                  <a:pt x="24369" y="56918"/>
                  <a:pt x="67136" y="14254"/>
                  <a:pt x="119891" y="14254"/>
                </a:cubicBezTo>
                <a:close/>
                <a:moveTo>
                  <a:pt x="228287" y="0"/>
                </a:moveTo>
                <a:lnTo>
                  <a:pt x="581408" y="0"/>
                </a:lnTo>
                <a:lnTo>
                  <a:pt x="581408" y="247828"/>
                </a:lnTo>
                <a:lnTo>
                  <a:pt x="343123" y="247828"/>
                </a:lnTo>
                <a:lnTo>
                  <a:pt x="401977" y="224908"/>
                </a:lnTo>
                <a:lnTo>
                  <a:pt x="558441" y="224908"/>
                </a:lnTo>
                <a:lnTo>
                  <a:pt x="558441" y="22920"/>
                </a:lnTo>
                <a:lnTo>
                  <a:pt x="251254" y="22920"/>
                </a:lnTo>
                <a:lnTo>
                  <a:pt x="251254" y="186229"/>
                </a:lnTo>
                <a:lnTo>
                  <a:pt x="228287" y="1962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pic>
        <p:nvPicPr>
          <p:cNvPr id="4" name="图片 3">
            <a:extLst>
              <a:ext uri="{FF2B5EF4-FFF2-40B4-BE49-F238E27FC236}">
                <a16:creationId xmlns:a16="http://schemas.microsoft.com/office/drawing/2014/main" id="{7F896DF5-BED4-4FC9-A70D-45F36C16A5BD}"/>
              </a:ext>
            </a:extLst>
          </p:cNvPr>
          <p:cNvPicPr>
            <a:picLocks noChangeAspect="1"/>
          </p:cNvPicPr>
          <p:nvPr/>
        </p:nvPicPr>
        <p:blipFill>
          <a:blip r:embed="rId17"/>
          <a:stretch>
            <a:fillRect/>
          </a:stretch>
        </p:blipFill>
        <p:spPr>
          <a:xfrm>
            <a:off x="4068603" y="4134725"/>
            <a:ext cx="1394745" cy="1848044"/>
          </a:xfrm>
          <a:prstGeom prst="rect">
            <a:avLst/>
          </a:prstGeom>
        </p:spPr>
      </p:pic>
    </p:spTree>
    <p:extLst>
      <p:ext uri="{BB962C8B-B14F-4D97-AF65-F5344CB8AC3E}">
        <p14:creationId xmlns:p14="http://schemas.microsoft.com/office/powerpoint/2010/main" val="3345636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51F00C0-23C3-0DC0-9A7F-B506A2563A1C}"/>
              </a:ext>
            </a:extLst>
          </p:cNvPr>
          <p:cNvSpPr>
            <a:spLocks noGrp="1"/>
          </p:cNvSpPr>
          <p:nvPr>
            <p:ph type="title"/>
          </p:nvPr>
        </p:nvSpPr>
        <p:spPr/>
        <p:txBody>
          <a:bodyPr/>
          <a:lstStyle/>
          <a:p>
            <a:r>
              <a:rPr lang="zh-CN" altLang="en-US" b="1" dirty="0">
                <a:latin typeface="+mn-lt"/>
                <a:ea typeface="+mn-ea"/>
                <a:cs typeface="+mn-ea"/>
                <a:sym typeface="+mn-lt"/>
              </a:rPr>
              <a:t>海外共享中心建设：</a:t>
            </a:r>
            <a:r>
              <a:rPr lang="zh-CN" altLang="en-US" dirty="0">
                <a:latin typeface="+mn-lt"/>
                <a:ea typeface="+mn-ea"/>
                <a:cs typeface="+mn-ea"/>
                <a:sym typeface="+mn-lt"/>
              </a:rPr>
              <a:t>打造区域</a:t>
            </a:r>
            <a:r>
              <a:rPr lang="en-US" altLang="zh-CN" dirty="0">
                <a:latin typeface="+mn-lt"/>
                <a:ea typeface="+mn-ea"/>
                <a:cs typeface="+mn-ea"/>
                <a:sym typeface="+mn-lt"/>
              </a:rPr>
              <a:t>SSC</a:t>
            </a:r>
            <a:r>
              <a:rPr lang="zh-CN" altLang="en-US" dirty="0">
                <a:latin typeface="+mn-lt"/>
                <a:ea typeface="+mn-ea"/>
                <a:cs typeface="+mn-ea"/>
                <a:sym typeface="+mn-lt"/>
              </a:rPr>
              <a:t>，从人力</a:t>
            </a:r>
            <a:r>
              <a:rPr lang="en-US" altLang="zh-CN" dirty="0">
                <a:latin typeface="+mn-lt"/>
                <a:ea typeface="+mn-ea"/>
                <a:cs typeface="+mn-ea"/>
                <a:sym typeface="+mn-lt"/>
              </a:rPr>
              <a:t>/</a:t>
            </a:r>
            <a:r>
              <a:rPr lang="zh-CN" altLang="en-US" dirty="0">
                <a:latin typeface="+mn-lt"/>
                <a:ea typeface="+mn-ea"/>
                <a:cs typeface="+mn-ea"/>
                <a:sym typeface="+mn-lt"/>
              </a:rPr>
              <a:t>财务</a:t>
            </a:r>
            <a:r>
              <a:rPr lang="en-US" altLang="zh-CN" dirty="0">
                <a:latin typeface="+mn-lt"/>
                <a:ea typeface="+mn-ea"/>
                <a:cs typeface="+mn-ea"/>
                <a:sym typeface="+mn-lt"/>
              </a:rPr>
              <a:t>/</a:t>
            </a:r>
            <a:r>
              <a:rPr lang="zh-CN" altLang="en-US" dirty="0">
                <a:latin typeface="+mn-lt"/>
                <a:ea typeface="+mn-ea"/>
                <a:cs typeface="+mn-ea"/>
                <a:sym typeface="+mn-lt"/>
              </a:rPr>
              <a:t>法务</a:t>
            </a:r>
            <a:r>
              <a:rPr lang="en-US" altLang="zh-CN" dirty="0">
                <a:latin typeface="+mn-lt"/>
                <a:ea typeface="+mn-ea"/>
                <a:cs typeface="+mn-ea"/>
                <a:sym typeface="+mn-lt"/>
              </a:rPr>
              <a:t>/</a:t>
            </a:r>
            <a:r>
              <a:rPr lang="zh-CN" altLang="en-US" dirty="0">
                <a:latin typeface="+mn-lt"/>
                <a:ea typeface="+mn-ea"/>
                <a:cs typeface="+mn-ea"/>
                <a:sym typeface="+mn-lt"/>
              </a:rPr>
              <a:t>税务角度为业务快速发展提供专业支持</a:t>
            </a:r>
          </a:p>
        </p:txBody>
      </p:sp>
      <p:sp>
        <p:nvSpPr>
          <p:cNvPr id="7" name="灯片编号占位符 5">
            <a:extLst>
              <a:ext uri="{FF2B5EF4-FFF2-40B4-BE49-F238E27FC236}">
                <a16:creationId xmlns:a16="http://schemas.microsoft.com/office/drawing/2014/main" id="{B59023BB-F4BA-9699-46C4-43A496E13A11}"/>
              </a:ext>
            </a:extLst>
          </p:cNvPr>
          <p:cNvSpPr txBox="1">
            <a:spLocks/>
          </p:cNvSpPr>
          <p:nvPr/>
        </p:nvSpPr>
        <p:spPr>
          <a:xfrm>
            <a:off x="9857296" y="6492240"/>
            <a:ext cx="1764792" cy="13716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200" b="0" kern="1200">
                <a:solidFill>
                  <a:srgbClr val="34364E"/>
                </a:solidFill>
                <a:latin typeface="Neue Haas Grotesk Text Pro" panose="020B0504020202020204"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kumimoji="0" lang="en-GB" sz="750" b="0" i="0" u="none" strike="noStrike" kern="1200" cap="none" spc="0" normalizeH="0" baseline="0" noProof="0" smtClean="0">
                <a:ln>
                  <a:noFill/>
                </a:ln>
                <a:solidFill>
                  <a:srgbClr val="000000"/>
                </a:solidFill>
                <a:effectLst/>
                <a:uLnTx/>
                <a:uFillTx/>
                <a:latin typeface="+mn-lt"/>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750" b="0" i="0" u="none" strike="noStrike" kern="1200" cap="none" spc="0" normalizeH="0" baseline="0" noProof="0">
              <a:ln>
                <a:noFill/>
              </a:ln>
              <a:solidFill>
                <a:srgbClr val="000000"/>
              </a:solidFill>
              <a:effectLst/>
              <a:uLnTx/>
              <a:uFillTx/>
              <a:latin typeface="+mn-lt"/>
              <a:cs typeface="+mn-ea"/>
              <a:sym typeface="+mn-lt"/>
            </a:endParaRPr>
          </a:p>
        </p:txBody>
      </p:sp>
      <p:grpSp>
        <p:nvGrpSpPr>
          <p:cNvPr id="8" name="组合 7">
            <a:extLst>
              <a:ext uri="{FF2B5EF4-FFF2-40B4-BE49-F238E27FC236}">
                <a16:creationId xmlns:a16="http://schemas.microsoft.com/office/drawing/2014/main" id="{AECB5B0A-459E-31DD-DD19-1075C65BFF58}"/>
              </a:ext>
            </a:extLst>
          </p:cNvPr>
          <p:cNvGrpSpPr/>
          <p:nvPr/>
        </p:nvGrpSpPr>
        <p:grpSpPr>
          <a:xfrm>
            <a:off x="7429341" y="1557541"/>
            <a:ext cx="2834562" cy="2522921"/>
            <a:chOff x="6430535" y="1526105"/>
            <a:chExt cx="2834562" cy="2522921"/>
          </a:xfrm>
          <a:solidFill>
            <a:schemeClr val="accent2">
              <a:lumMod val="20000"/>
              <a:lumOff val="80000"/>
            </a:schemeClr>
          </a:solidFill>
        </p:grpSpPr>
        <p:sp>
          <p:nvSpPr>
            <p:cNvPr id="9" name="Freeform 5">
              <a:extLst>
                <a:ext uri="{FF2B5EF4-FFF2-40B4-BE49-F238E27FC236}">
                  <a16:creationId xmlns:a16="http://schemas.microsoft.com/office/drawing/2014/main" id="{30351373-F1B8-C48C-929C-8FE58A40F53A}"/>
                </a:ext>
              </a:extLst>
            </p:cNvPr>
            <p:cNvSpPr>
              <a:spLocks/>
            </p:cNvSpPr>
            <p:nvPr/>
          </p:nvSpPr>
          <p:spPr bwMode="auto">
            <a:xfrm>
              <a:off x="8734113" y="3293898"/>
              <a:ext cx="55642" cy="27026"/>
            </a:xfrm>
            <a:custGeom>
              <a:avLst/>
              <a:gdLst/>
              <a:ahLst/>
              <a:cxnLst>
                <a:cxn ang="0">
                  <a:pos x="1" y="7"/>
                </a:cxn>
                <a:cxn ang="0">
                  <a:pos x="1" y="6"/>
                </a:cxn>
                <a:cxn ang="0">
                  <a:pos x="4" y="4"/>
                </a:cxn>
                <a:cxn ang="0">
                  <a:pos x="8" y="4"/>
                </a:cxn>
                <a:cxn ang="0">
                  <a:pos x="12" y="2"/>
                </a:cxn>
                <a:cxn ang="0">
                  <a:pos x="14" y="2"/>
                </a:cxn>
                <a:cxn ang="0">
                  <a:pos x="14" y="4"/>
                </a:cxn>
                <a:cxn ang="0">
                  <a:pos x="17" y="2"/>
                </a:cxn>
                <a:cxn ang="0">
                  <a:pos x="17" y="2"/>
                </a:cxn>
                <a:cxn ang="0">
                  <a:pos x="11" y="6"/>
                </a:cxn>
                <a:cxn ang="0">
                  <a:pos x="8" y="7"/>
                </a:cxn>
                <a:cxn ang="0">
                  <a:pos x="4" y="7"/>
                </a:cxn>
                <a:cxn ang="0">
                  <a:pos x="1" y="9"/>
                </a:cxn>
                <a:cxn ang="0">
                  <a:pos x="1" y="7"/>
                </a:cxn>
              </a:cxnLst>
              <a:rect l="0" t="0" r="r" b="b"/>
              <a:pathLst>
                <a:path w="18" h="9">
                  <a:moveTo>
                    <a:pt x="1" y="7"/>
                  </a:moveTo>
                  <a:cubicBezTo>
                    <a:pt x="0" y="7"/>
                    <a:pt x="0" y="7"/>
                    <a:pt x="1" y="6"/>
                  </a:cubicBezTo>
                  <a:cubicBezTo>
                    <a:pt x="4" y="4"/>
                    <a:pt x="3" y="4"/>
                    <a:pt x="4" y="4"/>
                  </a:cubicBezTo>
                  <a:cubicBezTo>
                    <a:pt x="6" y="4"/>
                    <a:pt x="6" y="4"/>
                    <a:pt x="8" y="4"/>
                  </a:cubicBezTo>
                  <a:cubicBezTo>
                    <a:pt x="9" y="2"/>
                    <a:pt x="11" y="4"/>
                    <a:pt x="12" y="2"/>
                  </a:cubicBezTo>
                  <a:cubicBezTo>
                    <a:pt x="15" y="0"/>
                    <a:pt x="17" y="0"/>
                    <a:pt x="14" y="2"/>
                  </a:cubicBezTo>
                  <a:cubicBezTo>
                    <a:pt x="12" y="4"/>
                    <a:pt x="12" y="4"/>
                    <a:pt x="14" y="4"/>
                  </a:cubicBezTo>
                  <a:cubicBezTo>
                    <a:pt x="15" y="2"/>
                    <a:pt x="15" y="4"/>
                    <a:pt x="17" y="2"/>
                  </a:cubicBezTo>
                  <a:cubicBezTo>
                    <a:pt x="18" y="2"/>
                    <a:pt x="18" y="2"/>
                    <a:pt x="17" y="2"/>
                  </a:cubicBezTo>
                  <a:cubicBezTo>
                    <a:pt x="15" y="4"/>
                    <a:pt x="12" y="6"/>
                    <a:pt x="11" y="6"/>
                  </a:cubicBezTo>
                  <a:cubicBezTo>
                    <a:pt x="9" y="6"/>
                    <a:pt x="9" y="7"/>
                    <a:pt x="8" y="7"/>
                  </a:cubicBezTo>
                  <a:cubicBezTo>
                    <a:pt x="6" y="7"/>
                    <a:pt x="4" y="7"/>
                    <a:pt x="4" y="7"/>
                  </a:cubicBezTo>
                  <a:cubicBezTo>
                    <a:pt x="4" y="9"/>
                    <a:pt x="1" y="9"/>
                    <a:pt x="1" y="9"/>
                  </a:cubicBezTo>
                  <a:cubicBezTo>
                    <a:pt x="3" y="7"/>
                    <a:pt x="3" y="7"/>
                    <a:pt x="1" y="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 name="Freeform 269">
              <a:extLst>
                <a:ext uri="{FF2B5EF4-FFF2-40B4-BE49-F238E27FC236}">
                  <a16:creationId xmlns:a16="http://schemas.microsoft.com/office/drawing/2014/main" id="{25A7E02E-B459-E464-71B9-E3112A99D3D0}"/>
                </a:ext>
              </a:extLst>
            </p:cNvPr>
            <p:cNvSpPr>
              <a:spLocks noEditPoints="1"/>
            </p:cNvSpPr>
            <p:nvPr/>
          </p:nvSpPr>
          <p:spPr bwMode="auto">
            <a:xfrm>
              <a:off x="7099828" y="1526105"/>
              <a:ext cx="2165269" cy="1745537"/>
            </a:xfrm>
            <a:custGeom>
              <a:avLst/>
              <a:gdLst/>
              <a:ahLst/>
              <a:cxnLst>
                <a:cxn ang="0">
                  <a:pos x="116" y="479"/>
                </a:cxn>
                <a:cxn ang="0">
                  <a:pos x="70" y="434"/>
                </a:cxn>
                <a:cxn ang="0">
                  <a:pos x="70" y="438"/>
                </a:cxn>
                <a:cxn ang="0">
                  <a:pos x="66" y="435"/>
                </a:cxn>
                <a:cxn ang="0">
                  <a:pos x="86" y="426"/>
                </a:cxn>
                <a:cxn ang="0">
                  <a:pos x="93" y="432"/>
                </a:cxn>
                <a:cxn ang="0">
                  <a:pos x="177" y="170"/>
                </a:cxn>
                <a:cxn ang="0">
                  <a:pos x="121" y="179"/>
                </a:cxn>
                <a:cxn ang="0">
                  <a:pos x="306" y="213"/>
                </a:cxn>
                <a:cxn ang="0">
                  <a:pos x="264" y="187"/>
                </a:cxn>
                <a:cxn ang="0">
                  <a:pos x="182" y="177"/>
                </a:cxn>
                <a:cxn ang="0">
                  <a:pos x="215" y="221"/>
                </a:cxn>
                <a:cxn ang="0">
                  <a:pos x="284" y="168"/>
                </a:cxn>
                <a:cxn ang="0">
                  <a:pos x="501" y="281"/>
                </a:cxn>
                <a:cxn ang="0">
                  <a:pos x="606" y="303"/>
                </a:cxn>
                <a:cxn ang="0">
                  <a:pos x="612" y="249"/>
                </a:cxn>
                <a:cxn ang="0">
                  <a:pos x="510" y="171"/>
                </a:cxn>
                <a:cxn ang="0">
                  <a:pos x="404" y="184"/>
                </a:cxn>
                <a:cxn ang="0">
                  <a:pos x="463" y="297"/>
                </a:cxn>
                <a:cxn ang="0">
                  <a:pos x="500" y="168"/>
                </a:cxn>
                <a:cxn ang="0">
                  <a:pos x="483" y="140"/>
                </a:cxn>
                <a:cxn ang="0">
                  <a:pos x="352" y="109"/>
                </a:cxn>
                <a:cxn ang="0">
                  <a:pos x="370" y="180"/>
                </a:cxn>
                <a:cxn ang="0">
                  <a:pos x="316" y="160"/>
                </a:cxn>
                <a:cxn ang="0">
                  <a:pos x="287" y="73"/>
                </a:cxn>
                <a:cxn ang="0">
                  <a:pos x="498" y="96"/>
                </a:cxn>
                <a:cxn ang="0">
                  <a:pos x="602" y="5"/>
                </a:cxn>
                <a:cxn ang="0">
                  <a:pos x="405" y="22"/>
                </a:cxn>
                <a:cxn ang="0">
                  <a:pos x="431" y="53"/>
                </a:cxn>
                <a:cxn ang="0">
                  <a:pos x="418" y="114"/>
                </a:cxn>
                <a:cxn ang="0">
                  <a:pos x="431" y="72"/>
                </a:cxn>
                <a:cxn ang="0">
                  <a:pos x="338" y="76"/>
                </a:cxn>
                <a:cxn ang="0">
                  <a:pos x="244" y="112"/>
                </a:cxn>
                <a:cxn ang="0">
                  <a:pos x="215" y="143"/>
                </a:cxn>
                <a:cxn ang="0">
                  <a:pos x="157" y="120"/>
                </a:cxn>
                <a:cxn ang="0">
                  <a:pos x="249" y="87"/>
                </a:cxn>
                <a:cxn ang="0">
                  <a:pos x="303" y="126"/>
                </a:cxn>
                <a:cxn ang="0">
                  <a:pos x="640" y="522"/>
                </a:cxn>
                <a:cxn ang="0">
                  <a:pos x="687" y="501"/>
                </a:cxn>
                <a:cxn ang="0">
                  <a:pos x="678" y="456"/>
                </a:cxn>
                <a:cxn ang="0">
                  <a:pos x="401" y="494"/>
                </a:cxn>
                <a:cxn ang="0">
                  <a:pos x="448" y="508"/>
                </a:cxn>
                <a:cxn ang="0">
                  <a:pos x="472" y="529"/>
                </a:cxn>
                <a:cxn ang="0">
                  <a:pos x="492" y="554"/>
                </a:cxn>
                <a:cxn ang="0">
                  <a:pos x="561" y="521"/>
                </a:cxn>
                <a:cxn ang="0">
                  <a:pos x="602" y="530"/>
                </a:cxn>
                <a:cxn ang="0">
                  <a:pos x="649" y="463"/>
                </a:cxn>
                <a:cxn ang="0">
                  <a:pos x="609" y="350"/>
                </a:cxn>
                <a:cxn ang="0">
                  <a:pos x="501" y="356"/>
                </a:cxn>
                <a:cxn ang="0">
                  <a:pos x="379" y="367"/>
                </a:cxn>
                <a:cxn ang="0">
                  <a:pos x="462" y="258"/>
                </a:cxn>
                <a:cxn ang="0">
                  <a:pos x="408" y="222"/>
                </a:cxn>
                <a:cxn ang="0">
                  <a:pos x="361" y="240"/>
                </a:cxn>
                <a:cxn ang="0">
                  <a:pos x="204" y="238"/>
                </a:cxn>
                <a:cxn ang="0">
                  <a:pos x="52" y="227"/>
                </a:cxn>
                <a:cxn ang="0">
                  <a:pos x="48" y="356"/>
                </a:cxn>
                <a:cxn ang="0">
                  <a:pos x="96" y="432"/>
                </a:cxn>
                <a:cxn ang="0">
                  <a:pos x="119" y="466"/>
                </a:cxn>
                <a:cxn ang="0">
                  <a:pos x="484" y="317"/>
                </a:cxn>
                <a:cxn ang="0">
                  <a:pos x="183" y="120"/>
                </a:cxn>
                <a:cxn ang="0">
                  <a:pos x="305" y="115"/>
                </a:cxn>
                <a:cxn ang="0">
                  <a:pos x="471" y="437"/>
                </a:cxn>
                <a:cxn ang="0">
                  <a:pos x="494" y="398"/>
                </a:cxn>
              </a:cxnLst>
              <a:rect l="0" t="0" r="r" b="b"/>
              <a:pathLst>
                <a:path w="702" h="566">
                  <a:moveTo>
                    <a:pt x="99" y="463"/>
                  </a:moveTo>
                  <a:cubicBezTo>
                    <a:pt x="102" y="462"/>
                    <a:pt x="107" y="463"/>
                    <a:pt x="108" y="465"/>
                  </a:cubicBezTo>
                  <a:cubicBezTo>
                    <a:pt x="110" y="466"/>
                    <a:pt x="122" y="468"/>
                    <a:pt x="124" y="470"/>
                  </a:cubicBezTo>
                  <a:cubicBezTo>
                    <a:pt x="125" y="474"/>
                    <a:pt x="128" y="476"/>
                    <a:pt x="128" y="476"/>
                  </a:cubicBezTo>
                  <a:cubicBezTo>
                    <a:pt x="127" y="477"/>
                    <a:pt x="130" y="480"/>
                    <a:pt x="133" y="480"/>
                  </a:cubicBezTo>
                  <a:cubicBezTo>
                    <a:pt x="136" y="482"/>
                    <a:pt x="136" y="485"/>
                    <a:pt x="137" y="485"/>
                  </a:cubicBezTo>
                  <a:cubicBezTo>
                    <a:pt x="139" y="487"/>
                    <a:pt x="137" y="488"/>
                    <a:pt x="139" y="488"/>
                  </a:cubicBezTo>
                  <a:cubicBezTo>
                    <a:pt x="140" y="490"/>
                    <a:pt x="140" y="493"/>
                    <a:pt x="139" y="491"/>
                  </a:cubicBezTo>
                  <a:cubicBezTo>
                    <a:pt x="139" y="491"/>
                    <a:pt x="139" y="493"/>
                    <a:pt x="136" y="493"/>
                  </a:cubicBezTo>
                  <a:cubicBezTo>
                    <a:pt x="133" y="491"/>
                    <a:pt x="133" y="490"/>
                    <a:pt x="130" y="490"/>
                  </a:cubicBezTo>
                  <a:cubicBezTo>
                    <a:pt x="127" y="490"/>
                    <a:pt x="125" y="487"/>
                    <a:pt x="125" y="485"/>
                  </a:cubicBezTo>
                  <a:cubicBezTo>
                    <a:pt x="127" y="485"/>
                    <a:pt x="125" y="485"/>
                    <a:pt x="124" y="485"/>
                  </a:cubicBezTo>
                  <a:cubicBezTo>
                    <a:pt x="122" y="485"/>
                    <a:pt x="119" y="484"/>
                    <a:pt x="121" y="482"/>
                  </a:cubicBezTo>
                  <a:cubicBezTo>
                    <a:pt x="121" y="480"/>
                    <a:pt x="119" y="482"/>
                    <a:pt x="119" y="480"/>
                  </a:cubicBezTo>
                  <a:cubicBezTo>
                    <a:pt x="118" y="479"/>
                    <a:pt x="118" y="479"/>
                    <a:pt x="116" y="479"/>
                  </a:cubicBezTo>
                  <a:cubicBezTo>
                    <a:pt x="113" y="480"/>
                    <a:pt x="113" y="477"/>
                    <a:pt x="115" y="477"/>
                  </a:cubicBezTo>
                  <a:cubicBezTo>
                    <a:pt x="118" y="476"/>
                    <a:pt x="115" y="477"/>
                    <a:pt x="113" y="474"/>
                  </a:cubicBezTo>
                  <a:cubicBezTo>
                    <a:pt x="113" y="471"/>
                    <a:pt x="110" y="476"/>
                    <a:pt x="110" y="474"/>
                  </a:cubicBezTo>
                  <a:cubicBezTo>
                    <a:pt x="108" y="473"/>
                    <a:pt x="110" y="471"/>
                    <a:pt x="110" y="471"/>
                  </a:cubicBezTo>
                  <a:cubicBezTo>
                    <a:pt x="108" y="470"/>
                    <a:pt x="107" y="474"/>
                    <a:pt x="107" y="471"/>
                  </a:cubicBezTo>
                  <a:cubicBezTo>
                    <a:pt x="107" y="470"/>
                    <a:pt x="104" y="473"/>
                    <a:pt x="104" y="471"/>
                  </a:cubicBezTo>
                  <a:cubicBezTo>
                    <a:pt x="102" y="471"/>
                    <a:pt x="105" y="470"/>
                    <a:pt x="104" y="470"/>
                  </a:cubicBezTo>
                  <a:cubicBezTo>
                    <a:pt x="102" y="468"/>
                    <a:pt x="104" y="466"/>
                    <a:pt x="107" y="466"/>
                  </a:cubicBezTo>
                  <a:cubicBezTo>
                    <a:pt x="108" y="466"/>
                    <a:pt x="105" y="465"/>
                    <a:pt x="104" y="466"/>
                  </a:cubicBezTo>
                  <a:cubicBezTo>
                    <a:pt x="101" y="466"/>
                    <a:pt x="98" y="463"/>
                    <a:pt x="99" y="463"/>
                  </a:cubicBezTo>
                  <a:close/>
                  <a:moveTo>
                    <a:pt x="64" y="431"/>
                  </a:moveTo>
                  <a:cubicBezTo>
                    <a:pt x="66" y="431"/>
                    <a:pt x="67" y="432"/>
                    <a:pt x="66" y="432"/>
                  </a:cubicBezTo>
                  <a:cubicBezTo>
                    <a:pt x="64" y="431"/>
                    <a:pt x="64" y="432"/>
                    <a:pt x="66" y="432"/>
                  </a:cubicBezTo>
                  <a:cubicBezTo>
                    <a:pt x="67" y="434"/>
                    <a:pt x="64" y="434"/>
                    <a:pt x="67" y="434"/>
                  </a:cubicBezTo>
                  <a:cubicBezTo>
                    <a:pt x="70" y="434"/>
                    <a:pt x="67" y="434"/>
                    <a:pt x="70" y="434"/>
                  </a:cubicBezTo>
                  <a:cubicBezTo>
                    <a:pt x="72" y="432"/>
                    <a:pt x="70" y="428"/>
                    <a:pt x="72" y="426"/>
                  </a:cubicBezTo>
                  <a:cubicBezTo>
                    <a:pt x="73" y="425"/>
                    <a:pt x="73" y="421"/>
                    <a:pt x="72" y="423"/>
                  </a:cubicBezTo>
                  <a:cubicBezTo>
                    <a:pt x="70" y="425"/>
                    <a:pt x="69" y="423"/>
                    <a:pt x="69" y="425"/>
                  </a:cubicBezTo>
                  <a:cubicBezTo>
                    <a:pt x="70" y="426"/>
                    <a:pt x="70" y="428"/>
                    <a:pt x="67" y="428"/>
                  </a:cubicBezTo>
                  <a:cubicBezTo>
                    <a:pt x="66" y="429"/>
                    <a:pt x="64" y="428"/>
                    <a:pt x="66" y="428"/>
                  </a:cubicBezTo>
                  <a:cubicBezTo>
                    <a:pt x="69" y="426"/>
                    <a:pt x="70" y="426"/>
                    <a:pt x="69" y="423"/>
                  </a:cubicBezTo>
                  <a:cubicBezTo>
                    <a:pt x="67" y="421"/>
                    <a:pt x="67" y="423"/>
                    <a:pt x="66" y="423"/>
                  </a:cubicBezTo>
                  <a:cubicBezTo>
                    <a:pt x="64" y="421"/>
                    <a:pt x="64" y="423"/>
                    <a:pt x="64" y="421"/>
                  </a:cubicBezTo>
                  <a:cubicBezTo>
                    <a:pt x="63" y="421"/>
                    <a:pt x="61" y="421"/>
                    <a:pt x="61" y="423"/>
                  </a:cubicBezTo>
                  <a:cubicBezTo>
                    <a:pt x="63" y="425"/>
                    <a:pt x="61" y="425"/>
                    <a:pt x="63" y="428"/>
                  </a:cubicBezTo>
                  <a:cubicBezTo>
                    <a:pt x="64" y="429"/>
                    <a:pt x="61" y="428"/>
                    <a:pt x="63" y="431"/>
                  </a:cubicBezTo>
                  <a:cubicBezTo>
                    <a:pt x="64" y="431"/>
                    <a:pt x="63" y="431"/>
                    <a:pt x="64" y="431"/>
                  </a:cubicBezTo>
                  <a:close/>
                  <a:moveTo>
                    <a:pt x="69" y="435"/>
                  </a:moveTo>
                  <a:cubicBezTo>
                    <a:pt x="69" y="435"/>
                    <a:pt x="70" y="437"/>
                    <a:pt x="69" y="437"/>
                  </a:cubicBezTo>
                  <a:cubicBezTo>
                    <a:pt x="67" y="437"/>
                    <a:pt x="69" y="438"/>
                    <a:pt x="70" y="438"/>
                  </a:cubicBezTo>
                  <a:cubicBezTo>
                    <a:pt x="72" y="438"/>
                    <a:pt x="70" y="440"/>
                    <a:pt x="70" y="440"/>
                  </a:cubicBezTo>
                  <a:cubicBezTo>
                    <a:pt x="70" y="440"/>
                    <a:pt x="70" y="442"/>
                    <a:pt x="73" y="443"/>
                  </a:cubicBezTo>
                  <a:cubicBezTo>
                    <a:pt x="75" y="445"/>
                    <a:pt x="73" y="445"/>
                    <a:pt x="75" y="445"/>
                  </a:cubicBezTo>
                  <a:cubicBezTo>
                    <a:pt x="75" y="446"/>
                    <a:pt x="75" y="446"/>
                    <a:pt x="77" y="446"/>
                  </a:cubicBezTo>
                  <a:cubicBezTo>
                    <a:pt x="78" y="448"/>
                    <a:pt x="78" y="446"/>
                    <a:pt x="78" y="445"/>
                  </a:cubicBezTo>
                  <a:cubicBezTo>
                    <a:pt x="77" y="445"/>
                    <a:pt x="77" y="445"/>
                    <a:pt x="77" y="445"/>
                  </a:cubicBezTo>
                  <a:cubicBezTo>
                    <a:pt x="77" y="443"/>
                    <a:pt x="77" y="443"/>
                    <a:pt x="77" y="443"/>
                  </a:cubicBezTo>
                  <a:cubicBezTo>
                    <a:pt x="75" y="445"/>
                    <a:pt x="75" y="443"/>
                    <a:pt x="75" y="443"/>
                  </a:cubicBezTo>
                  <a:cubicBezTo>
                    <a:pt x="73" y="443"/>
                    <a:pt x="72" y="440"/>
                    <a:pt x="72" y="440"/>
                  </a:cubicBezTo>
                  <a:cubicBezTo>
                    <a:pt x="73" y="438"/>
                    <a:pt x="72" y="440"/>
                    <a:pt x="72" y="438"/>
                  </a:cubicBezTo>
                  <a:cubicBezTo>
                    <a:pt x="70" y="437"/>
                    <a:pt x="73" y="438"/>
                    <a:pt x="73" y="437"/>
                  </a:cubicBezTo>
                  <a:cubicBezTo>
                    <a:pt x="73" y="437"/>
                    <a:pt x="73" y="437"/>
                    <a:pt x="73" y="435"/>
                  </a:cubicBezTo>
                  <a:cubicBezTo>
                    <a:pt x="73" y="435"/>
                    <a:pt x="72" y="435"/>
                    <a:pt x="72" y="434"/>
                  </a:cubicBezTo>
                  <a:cubicBezTo>
                    <a:pt x="72" y="434"/>
                    <a:pt x="72" y="432"/>
                    <a:pt x="70" y="434"/>
                  </a:cubicBezTo>
                  <a:cubicBezTo>
                    <a:pt x="69" y="435"/>
                    <a:pt x="66" y="435"/>
                    <a:pt x="66" y="435"/>
                  </a:cubicBezTo>
                  <a:cubicBezTo>
                    <a:pt x="67" y="437"/>
                    <a:pt x="67" y="435"/>
                    <a:pt x="69" y="435"/>
                  </a:cubicBezTo>
                  <a:close/>
                  <a:moveTo>
                    <a:pt x="78" y="418"/>
                  </a:moveTo>
                  <a:cubicBezTo>
                    <a:pt x="78" y="417"/>
                    <a:pt x="80" y="415"/>
                    <a:pt x="81" y="417"/>
                  </a:cubicBezTo>
                  <a:cubicBezTo>
                    <a:pt x="81" y="417"/>
                    <a:pt x="80" y="420"/>
                    <a:pt x="78" y="418"/>
                  </a:cubicBezTo>
                  <a:close/>
                  <a:moveTo>
                    <a:pt x="112" y="474"/>
                  </a:moveTo>
                  <a:cubicBezTo>
                    <a:pt x="113" y="474"/>
                    <a:pt x="115" y="476"/>
                    <a:pt x="113" y="477"/>
                  </a:cubicBezTo>
                  <a:cubicBezTo>
                    <a:pt x="113" y="477"/>
                    <a:pt x="110" y="476"/>
                    <a:pt x="112" y="474"/>
                  </a:cubicBezTo>
                  <a:close/>
                  <a:moveTo>
                    <a:pt x="86" y="434"/>
                  </a:moveTo>
                  <a:cubicBezTo>
                    <a:pt x="87" y="435"/>
                    <a:pt x="89" y="434"/>
                    <a:pt x="87" y="432"/>
                  </a:cubicBezTo>
                  <a:cubicBezTo>
                    <a:pt x="87" y="431"/>
                    <a:pt x="86" y="431"/>
                    <a:pt x="84" y="429"/>
                  </a:cubicBezTo>
                  <a:cubicBezTo>
                    <a:pt x="81" y="428"/>
                    <a:pt x="83" y="429"/>
                    <a:pt x="83" y="431"/>
                  </a:cubicBezTo>
                  <a:cubicBezTo>
                    <a:pt x="84" y="432"/>
                    <a:pt x="86" y="432"/>
                    <a:pt x="86" y="434"/>
                  </a:cubicBezTo>
                  <a:close/>
                  <a:moveTo>
                    <a:pt x="90" y="434"/>
                  </a:moveTo>
                  <a:cubicBezTo>
                    <a:pt x="90" y="432"/>
                    <a:pt x="90" y="432"/>
                    <a:pt x="90" y="431"/>
                  </a:cubicBezTo>
                  <a:cubicBezTo>
                    <a:pt x="89" y="429"/>
                    <a:pt x="87" y="428"/>
                    <a:pt x="86" y="426"/>
                  </a:cubicBezTo>
                  <a:cubicBezTo>
                    <a:pt x="84" y="425"/>
                    <a:pt x="84" y="426"/>
                    <a:pt x="84" y="428"/>
                  </a:cubicBezTo>
                  <a:cubicBezTo>
                    <a:pt x="86" y="428"/>
                    <a:pt x="86" y="429"/>
                    <a:pt x="87" y="429"/>
                  </a:cubicBezTo>
                  <a:cubicBezTo>
                    <a:pt x="87" y="429"/>
                    <a:pt x="87" y="431"/>
                    <a:pt x="89" y="434"/>
                  </a:cubicBezTo>
                  <a:cubicBezTo>
                    <a:pt x="90" y="434"/>
                    <a:pt x="90" y="434"/>
                    <a:pt x="90" y="434"/>
                  </a:cubicBezTo>
                  <a:close/>
                  <a:moveTo>
                    <a:pt x="83" y="425"/>
                  </a:moveTo>
                  <a:cubicBezTo>
                    <a:pt x="83" y="426"/>
                    <a:pt x="83" y="426"/>
                    <a:pt x="84" y="426"/>
                  </a:cubicBezTo>
                  <a:cubicBezTo>
                    <a:pt x="86" y="425"/>
                    <a:pt x="84" y="423"/>
                    <a:pt x="83" y="423"/>
                  </a:cubicBezTo>
                  <a:cubicBezTo>
                    <a:pt x="81" y="423"/>
                    <a:pt x="81" y="425"/>
                    <a:pt x="81" y="426"/>
                  </a:cubicBezTo>
                  <a:cubicBezTo>
                    <a:pt x="81" y="428"/>
                    <a:pt x="81" y="425"/>
                    <a:pt x="83" y="425"/>
                  </a:cubicBezTo>
                  <a:close/>
                  <a:moveTo>
                    <a:pt x="95" y="437"/>
                  </a:moveTo>
                  <a:cubicBezTo>
                    <a:pt x="96" y="437"/>
                    <a:pt x="93" y="438"/>
                    <a:pt x="93" y="438"/>
                  </a:cubicBezTo>
                  <a:cubicBezTo>
                    <a:pt x="93" y="440"/>
                    <a:pt x="95" y="442"/>
                    <a:pt x="96" y="440"/>
                  </a:cubicBezTo>
                  <a:cubicBezTo>
                    <a:pt x="96" y="437"/>
                    <a:pt x="96" y="442"/>
                    <a:pt x="96" y="442"/>
                  </a:cubicBezTo>
                  <a:cubicBezTo>
                    <a:pt x="98" y="442"/>
                    <a:pt x="98" y="440"/>
                    <a:pt x="98" y="437"/>
                  </a:cubicBezTo>
                  <a:cubicBezTo>
                    <a:pt x="98" y="435"/>
                    <a:pt x="95" y="432"/>
                    <a:pt x="93" y="432"/>
                  </a:cubicBezTo>
                  <a:cubicBezTo>
                    <a:pt x="93" y="432"/>
                    <a:pt x="95" y="435"/>
                    <a:pt x="93" y="435"/>
                  </a:cubicBezTo>
                  <a:cubicBezTo>
                    <a:pt x="93" y="435"/>
                    <a:pt x="92" y="438"/>
                    <a:pt x="93" y="437"/>
                  </a:cubicBezTo>
                  <a:cubicBezTo>
                    <a:pt x="95" y="437"/>
                    <a:pt x="95" y="435"/>
                    <a:pt x="95" y="437"/>
                  </a:cubicBezTo>
                  <a:close/>
                  <a:moveTo>
                    <a:pt x="95" y="440"/>
                  </a:moveTo>
                  <a:cubicBezTo>
                    <a:pt x="93" y="440"/>
                    <a:pt x="92" y="438"/>
                    <a:pt x="92" y="440"/>
                  </a:cubicBezTo>
                  <a:cubicBezTo>
                    <a:pt x="92" y="440"/>
                    <a:pt x="93" y="442"/>
                    <a:pt x="95" y="443"/>
                  </a:cubicBezTo>
                  <a:cubicBezTo>
                    <a:pt x="95" y="445"/>
                    <a:pt x="95" y="442"/>
                    <a:pt x="95" y="440"/>
                  </a:cubicBezTo>
                  <a:close/>
                  <a:moveTo>
                    <a:pt x="98" y="445"/>
                  </a:moveTo>
                  <a:cubicBezTo>
                    <a:pt x="96" y="445"/>
                    <a:pt x="96" y="443"/>
                    <a:pt x="96" y="443"/>
                  </a:cubicBezTo>
                  <a:cubicBezTo>
                    <a:pt x="98" y="443"/>
                    <a:pt x="98" y="445"/>
                    <a:pt x="98" y="445"/>
                  </a:cubicBezTo>
                  <a:close/>
                  <a:moveTo>
                    <a:pt x="142" y="194"/>
                  </a:moveTo>
                  <a:cubicBezTo>
                    <a:pt x="143" y="196"/>
                    <a:pt x="148" y="193"/>
                    <a:pt x="151" y="190"/>
                  </a:cubicBezTo>
                  <a:cubicBezTo>
                    <a:pt x="156" y="188"/>
                    <a:pt x="154" y="191"/>
                    <a:pt x="160" y="190"/>
                  </a:cubicBezTo>
                  <a:cubicBezTo>
                    <a:pt x="166" y="187"/>
                    <a:pt x="160" y="179"/>
                    <a:pt x="168" y="177"/>
                  </a:cubicBezTo>
                  <a:cubicBezTo>
                    <a:pt x="174" y="177"/>
                    <a:pt x="169" y="173"/>
                    <a:pt x="177" y="170"/>
                  </a:cubicBezTo>
                  <a:cubicBezTo>
                    <a:pt x="186" y="166"/>
                    <a:pt x="191" y="162"/>
                    <a:pt x="197" y="162"/>
                  </a:cubicBezTo>
                  <a:cubicBezTo>
                    <a:pt x="207" y="159"/>
                    <a:pt x="203" y="156"/>
                    <a:pt x="200" y="156"/>
                  </a:cubicBezTo>
                  <a:cubicBezTo>
                    <a:pt x="195" y="154"/>
                    <a:pt x="192" y="146"/>
                    <a:pt x="182" y="146"/>
                  </a:cubicBezTo>
                  <a:cubicBezTo>
                    <a:pt x="172" y="146"/>
                    <a:pt x="177" y="149"/>
                    <a:pt x="174" y="151"/>
                  </a:cubicBezTo>
                  <a:cubicBezTo>
                    <a:pt x="172" y="151"/>
                    <a:pt x="174" y="149"/>
                    <a:pt x="172" y="148"/>
                  </a:cubicBezTo>
                  <a:cubicBezTo>
                    <a:pt x="171" y="146"/>
                    <a:pt x="171" y="148"/>
                    <a:pt x="166" y="146"/>
                  </a:cubicBezTo>
                  <a:cubicBezTo>
                    <a:pt x="157" y="145"/>
                    <a:pt x="159" y="140"/>
                    <a:pt x="150" y="143"/>
                  </a:cubicBezTo>
                  <a:cubicBezTo>
                    <a:pt x="142" y="145"/>
                    <a:pt x="127" y="145"/>
                    <a:pt x="130" y="146"/>
                  </a:cubicBezTo>
                  <a:cubicBezTo>
                    <a:pt x="131" y="148"/>
                    <a:pt x="130" y="151"/>
                    <a:pt x="134" y="152"/>
                  </a:cubicBezTo>
                  <a:cubicBezTo>
                    <a:pt x="139" y="154"/>
                    <a:pt x="134" y="156"/>
                    <a:pt x="134" y="157"/>
                  </a:cubicBezTo>
                  <a:cubicBezTo>
                    <a:pt x="134" y="160"/>
                    <a:pt x="131" y="157"/>
                    <a:pt x="131" y="160"/>
                  </a:cubicBezTo>
                  <a:cubicBezTo>
                    <a:pt x="131" y="163"/>
                    <a:pt x="127" y="165"/>
                    <a:pt x="128" y="165"/>
                  </a:cubicBezTo>
                  <a:cubicBezTo>
                    <a:pt x="131" y="166"/>
                    <a:pt x="133" y="168"/>
                    <a:pt x="128" y="168"/>
                  </a:cubicBezTo>
                  <a:cubicBezTo>
                    <a:pt x="125" y="168"/>
                    <a:pt x="125" y="168"/>
                    <a:pt x="127" y="171"/>
                  </a:cubicBezTo>
                  <a:cubicBezTo>
                    <a:pt x="127" y="173"/>
                    <a:pt x="121" y="176"/>
                    <a:pt x="121" y="179"/>
                  </a:cubicBezTo>
                  <a:cubicBezTo>
                    <a:pt x="121" y="180"/>
                    <a:pt x="119" y="180"/>
                    <a:pt x="121" y="182"/>
                  </a:cubicBezTo>
                  <a:cubicBezTo>
                    <a:pt x="122" y="182"/>
                    <a:pt x="124" y="182"/>
                    <a:pt x="133" y="185"/>
                  </a:cubicBezTo>
                  <a:cubicBezTo>
                    <a:pt x="139" y="188"/>
                    <a:pt x="139" y="193"/>
                    <a:pt x="142" y="194"/>
                  </a:cubicBezTo>
                  <a:close/>
                  <a:moveTo>
                    <a:pt x="274" y="221"/>
                  </a:moveTo>
                  <a:cubicBezTo>
                    <a:pt x="274" y="226"/>
                    <a:pt x="274" y="221"/>
                    <a:pt x="282" y="224"/>
                  </a:cubicBezTo>
                  <a:cubicBezTo>
                    <a:pt x="290" y="226"/>
                    <a:pt x="280" y="224"/>
                    <a:pt x="285" y="227"/>
                  </a:cubicBezTo>
                  <a:cubicBezTo>
                    <a:pt x="290" y="229"/>
                    <a:pt x="288" y="226"/>
                    <a:pt x="294" y="227"/>
                  </a:cubicBezTo>
                  <a:cubicBezTo>
                    <a:pt x="300" y="229"/>
                    <a:pt x="297" y="227"/>
                    <a:pt x="300" y="227"/>
                  </a:cubicBezTo>
                  <a:cubicBezTo>
                    <a:pt x="303" y="229"/>
                    <a:pt x="305" y="226"/>
                    <a:pt x="308" y="226"/>
                  </a:cubicBezTo>
                  <a:cubicBezTo>
                    <a:pt x="309" y="226"/>
                    <a:pt x="312" y="222"/>
                    <a:pt x="309" y="221"/>
                  </a:cubicBezTo>
                  <a:cubicBezTo>
                    <a:pt x="308" y="219"/>
                    <a:pt x="311" y="219"/>
                    <a:pt x="308" y="218"/>
                  </a:cubicBezTo>
                  <a:cubicBezTo>
                    <a:pt x="305" y="218"/>
                    <a:pt x="299" y="222"/>
                    <a:pt x="300" y="219"/>
                  </a:cubicBezTo>
                  <a:cubicBezTo>
                    <a:pt x="303" y="216"/>
                    <a:pt x="296" y="216"/>
                    <a:pt x="297" y="215"/>
                  </a:cubicBezTo>
                  <a:cubicBezTo>
                    <a:pt x="299" y="215"/>
                    <a:pt x="303" y="218"/>
                    <a:pt x="305" y="216"/>
                  </a:cubicBezTo>
                  <a:cubicBezTo>
                    <a:pt x="308" y="215"/>
                    <a:pt x="302" y="216"/>
                    <a:pt x="306" y="213"/>
                  </a:cubicBezTo>
                  <a:cubicBezTo>
                    <a:pt x="309" y="212"/>
                    <a:pt x="309" y="216"/>
                    <a:pt x="312" y="215"/>
                  </a:cubicBezTo>
                  <a:cubicBezTo>
                    <a:pt x="314" y="213"/>
                    <a:pt x="312" y="216"/>
                    <a:pt x="316" y="216"/>
                  </a:cubicBezTo>
                  <a:cubicBezTo>
                    <a:pt x="319" y="216"/>
                    <a:pt x="319" y="212"/>
                    <a:pt x="317" y="210"/>
                  </a:cubicBezTo>
                  <a:cubicBezTo>
                    <a:pt x="317" y="207"/>
                    <a:pt x="312" y="210"/>
                    <a:pt x="312" y="207"/>
                  </a:cubicBezTo>
                  <a:cubicBezTo>
                    <a:pt x="312" y="205"/>
                    <a:pt x="311" y="208"/>
                    <a:pt x="303" y="202"/>
                  </a:cubicBezTo>
                  <a:cubicBezTo>
                    <a:pt x="300" y="201"/>
                    <a:pt x="299" y="201"/>
                    <a:pt x="300" y="202"/>
                  </a:cubicBezTo>
                  <a:cubicBezTo>
                    <a:pt x="300" y="204"/>
                    <a:pt x="294" y="202"/>
                    <a:pt x="293" y="199"/>
                  </a:cubicBezTo>
                  <a:cubicBezTo>
                    <a:pt x="291" y="194"/>
                    <a:pt x="287" y="196"/>
                    <a:pt x="290" y="193"/>
                  </a:cubicBezTo>
                  <a:cubicBezTo>
                    <a:pt x="291" y="190"/>
                    <a:pt x="291" y="187"/>
                    <a:pt x="288" y="184"/>
                  </a:cubicBezTo>
                  <a:cubicBezTo>
                    <a:pt x="285" y="182"/>
                    <a:pt x="285" y="173"/>
                    <a:pt x="280" y="168"/>
                  </a:cubicBezTo>
                  <a:cubicBezTo>
                    <a:pt x="277" y="163"/>
                    <a:pt x="279" y="166"/>
                    <a:pt x="273" y="162"/>
                  </a:cubicBezTo>
                  <a:cubicBezTo>
                    <a:pt x="267" y="159"/>
                    <a:pt x="271" y="165"/>
                    <a:pt x="264" y="162"/>
                  </a:cubicBezTo>
                  <a:cubicBezTo>
                    <a:pt x="261" y="160"/>
                    <a:pt x="258" y="162"/>
                    <a:pt x="259" y="166"/>
                  </a:cubicBezTo>
                  <a:cubicBezTo>
                    <a:pt x="262" y="171"/>
                    <a:pt x="261" y="177"/>
                    <a:pt x="267" y="182"/>
                  </a:cubicBezTo>
                  <a:cubicBezTo>
                    <a:pt x="270" y="184"/>
                    <a:pt x="265" y="185"/>
                    <a:pt x="264" y="187"/>
                  </a:cubicBezTo>
                  <a:cubicBezTo>
                    <a:pt x="264" y="187"/>
                    <a:pt x="262" y="187"/>
                    <a:pt x="259" y="180"/>
                  </a:cubicBezTo>
                  <a:cubicBezTo>
                    <a:pt x="256" y="176"/>
                    <a:pt x="258" y="171"/>
                    <a:pt x="252" y="170"/>
                  </a:cubicBezTo>
                  <a:cubicBezTo>
                    <a:pt x="245" y="168"/>
                    <a:pt x="252" y="168"/>
                    <a:pt x="247" y="166"/>
                  </a:cubicBezTo>
                  <a:cubicBezTo>
                    <a:pt x="241" y="165"/>
                    <a:pt x="236" y="165"/>
                    <a:pt x="241" y="168"/>
                  </a:cubicBezTo>
                  <a:cubicBezTo>
                    <a:pt x="245" y="170"/>
                    <a:pt x="241" y="171"/>
                    <a:pt x="244" y="171"/>
                  </a:cubicBezTo>
                  <a:cubicBezTo>
                    <a:pt x="247" y="171"/>
                    <a:pt x="250" y="174"/>
                    <a:pt x="242" y="173"/>
                  </a:cubicBezTo>
                  <a:cubicBezTo>
                    <a:pt x="236" y="171"/>
                    <a:pt x="239" y="179"/>
                    <a:pt x="236" y="176"/>
                  </a:cubicBezTo>
                  <a:cubicBezTo>
                    <a:pt x="232" y="173"/>
                    <a:pt x="241" y="171"/>
                    <a:pt x="232" y="168"/>
                  </a:cubicBezTo>
                  <a:cubicBezTo>
                    <a:pt x="223" y="166"/>
                    <a:pt x="221" y="166"/>
                    <a:pt x="218" y="168"/>
                  </a:cubicBezTo>
                  <a:cubicBezTo>
                    <a:pt x="215" y="170"/>
                    <a:pt x="223" y="170"/>
                    <a:pt x="212" y="173"/>
                  </a:cubicBezTo>
                  <a:cubicBezTo>
                    <a:pt x="206" y="174"/>
                    <a:pt x="215" y="170"/>
                    <a:pt x="213" y="168"/>
                  </a:cubicBezTo>
                  <a:cubicBezTo>
                    <a:pt x="213" y="165"/>
                    <a:pt x="217" y="163"/>
                    <a:pt x="212" y="160"/>
                  </a:cubicBezTo>
                  <a:cubicBezTo>
                    <a:pt x="207" y="159"/>
                    <a:pt x="198" y="165"/>
                    <a:pt x="192" y="166"/>
                  </a:cubicBezTo>
                  <a:cubicBezTo>
                    <a:pt x="188" y="166"/>
                    <a:pt x="185" y="170"/>
                    <a:pt x="180" y="173"/>
                  </a:cubicBezTo>
                  <a:cubicBezTo>
                    <a:pt x="174" y="176"/>
                    <a:pt x="182" y="176"/>
                    <a:pt x="182" y="177"/>
                  </a:cubicBezTo>
                  <a:cubicBezTo>
                    <a:pt x="182" y="179"/>
                    <a:pt x="178" y="177"/>
                    <a:pt x="175" y="180"/>
                  </a:cubicBezTo>
                  <a:cubicBezTo>
                    <a:pt x="172" y="185"/>
                    <a:pt x="172" y="188"/>
                    <a:pt x="175" y="187"/>
                  </a:cubicBezTo>
                  <a:cubicBezTo>
                    <a:pt x="178" y="185"/>
                    <a:pt x="178" y="188"/>
                    <a:pt x="180" y="190"/>
                  </a:cubicBezTo>
                  <a:cubicBezTo>
                    <a:pt x="182" y="191"/>
                    <a:pt x="191" y="190"/>
                    <a:pt x="194" y="188"/>
                  </a:cubicBezTo>
                  <a:cubicBezTo>
                    <a:pt x="195" y="188"/>
                    <a:pt x="203" y="190"/>
                    <a:pt x="188" y="193"/>
                  </a:cubicBezTo>
                  <a:cubicBezTo>
                    <a:pt x="178" y="194"/>
                    <a:pt x="177" y="196"/>
                    <a:pt x="182" y="199"/>
                  </a:cubicBezTo>
                  <a:cubicBezTo>
                    <a:pt x="186" y="202"/>
                    <a:pt x="186" y="202"/>
                    <a:pt x="192" y="201"/>
                  </a:cubicBezTo>
                  <a:cubicBezTo>
                    <a:pt x="198" y="201"/>
                    <a:pt x="195" y="202"/>
                    <a:pt x="203" y="202"/>
                  </a:cubicBezTo>
                  <a:cubicBezTo>
                    <a:pt x="210" y="202"/>
                    <a:pt x="212" y="199"/>
                    <a:pt x="218" y="202"/>
                  </a:cubicBezTo>
                  <a:cubicBezTo>
                    <a:pt x="226" y="204"/>
                    <a:pt x="224" y="201"/>
                    <a:pt x="227" y="204"/>
                  </a:cubicBezTo>
                  <a:cubicBezTo>
                    <a:pt x="230" y="205"/>
                    <a:pt x="236" y="207"/>
                    <a:pt x="232" y="207"/>
                  </a:cubicBezTo>
                  <a:cubicBezTo>
                    <a:pt x="226" y="207"/>
                    <a:pt x="230" y="208"/>
                    <a:pt x="221" y="207"/>
                  </a:cubicBezTo>
                  <a:cubicBezTo>
                    <a:pt x="213" y="205"/>
                    <a:pt x="200" y="207"/>
                    <a:pt x="191" y="208"/>
                  </a:cubicBezTo>
                  <a:cubicBezTo>
                    <a:pt x="183" y="210"/>
                    <a:pt x="189" y="215"/>
                    <a:pt x="194" y="218"/>
                  </a:cubicBezTo>
                  <a:cubicBezTo>
                    <a:pt x="197" y="222"/>
                    <a:pt x="212" y="221"/>
                    <a:pt x="215" y="221"/>
                  </a:cubicBezTo>
                  <a:cubicBezTo>
                    <a:pt x="220" y="221"/>
                    <a:pt x="215" y="227"/>
                    <a:pt x="218" y="229"/>
                  </a:cubicBezTo>
                  <a:cubicBezTo>
                    <a:pt x="220" y="232"/>
                    <a:pt x="220" y="233"/>
                    <a:pt x="224" y="232"/>
                  </a:cubicBezTo>
                  <a:cubicBezTo>
                    <a:pt x="232" y="232"/>
                    <a:pt x="235" y="233"/>
                    <a:pt x="236" y="232"/>
                  </a:cubicBezTo>
                  <a:cubicBezTo>
                    <a:pt x="239" y="230"/>
                    <a:pt x="252" y="230"/>
                    <a:pt x="256" y="227"/>
                  </a:cubicBezTo>
                  <a:cubicBezTo>
                    <a:pt x="261" y="224"/>
                    <a:pt x="262" y="227"/>
                    <a:pt x="267" y="224"/>
                  </a:cubicBezTo>
                  <a:cubicBezTo>
                    <a:pt x="271" y="221"/>
                    <a:pt x="267" y="221"/>
                    <a:pt x="271" y="219"/>
                  </a:cubicBezTo>
                  <a:cubicBezTo>
                    <a:pt x="273" y="218"/>
                    <a:pt x="274" y="218"/>
                    <a:pt x="274" y="221"/>
                  </a:cubicBezTo>
                  <a:close/>
                  <a:moveTo>
                    <a:pt x="284" y="168"/>
                  </a:moveTo>
                  <a:cubicBezTo>
                    <a:pt x="284" y="166"/>
                    <a:pt x="285" y="166"/>
                    <a:pt x="287" y="163"/>
                  </a:cubicBezTo>
                  <a:cubicBezTo>
                    <a:pt x="288" y="160"/>
                    <a:pt x="291" y="157"/>
                    <a:pt x="288" y="157"/>
                  </a:cubicBezTo>
                  <a:cubicBezTo>
                    <a:pt x="285" y="156"/>
                    <a:pt x="287" y="154"/>
                    <a:pt x="279" y="154"/>
                  </a:cubicBezTo>
                  <a:cubicBezTo>
                    <a:pt x="270" y="156"/>
                    <a:pt x="267" y="159"/>
                    <a:pt x="271" y="159"/>
                  </a:cubicBezTo>
                  <a:cubicBezTo>
                    <a:pt x="276" y="160"/>
                    <a:pt x="276" y="162"/>
                    <a:pt x="276" y="162"/>
                  </a:cubicBezTo>
                  <a:cubicBezTo>
                    <a:pt x="276" y="163"/>
                    <a:pt x="279" y="165"/>
                    <a:pt x="282" y="168"/>
                  </a:cubicBezTo>
                  <a:cubicBezTo>
                    <a:pt x="284" y="168"/>
                    <a:pt x="284" y="168"/>
                    <a:pt x="284" y="168"/>
                  </a:cubicBezTo>
                  <a:close/>
                  <a:moveTo>
                    <a:pt x="474" y="213"/>
                  </a:moveTo>
                  <a:cubicBezTo>
                    <a:pt x="480" y="218"/>
                    <a:pt x="480" y="216"/>
                    <a:pt x="475" y="212"/>
                  </a:cubicBezTo>
                  <a:cubicBezTo>
                    <a:pt x="471" y="207"/>
                    <a:pt x="483" y="212"/>
                    <a:pt x="491" y="212"/>
                  </a:cubicBezTo>
                  <a:cubicBezTo>
                    <a:pt x="498" y="213"/>
                    <a:pt x="491" y="202"/>
                    <a:pt x="495" y="205"/>
                  </a:cubicBezTo>
                  <a:cubicBezTo>
                    <a:pt x="498" y="210"/>
                    <a:pt x="501" y="204"/>
                    <a:pt x="503" y="210"/>
                  </a:cubicBezTo>
                  <a:cubicBezTo>
                    <a:pt x="503" y="216"/>
                    <a:pt x="504" y="215"/>
                    <a:pt x="513" y="218"/>
                  </a:cubicBezTo>
                  <a:cubicBezTo>
                    <a:pt x="521" y="221"/>
                    <a:pt x="518" y="224"/>
                    <a:pt x="513" y="224"/>
                  </a:cubicBezTo>
                  <a:cubicBezTo>
                    <a:pt x="509" y="224"/>
                    <a:pt x="507" y="230"/>
                    <a:pt x="513" y="229"/>
                  </a:cubicBezTo>
                  <a:cubicBezTo>
                    <a:pt x="521" y="227"/>
                    <a:pt x="530" y="230"/>
                    <a:pt x="532" y="233"/>
                  </a:cubicBezTo>
                  <a:cubicBezTo>
                    <a:pt x="533" y="236"/>
                    <a:pt x="539" y="235"/>
                    <a:pt x="541" y="241"/>
                  </a:cubicBezTo>
                  <a:cubicBezTo>
                    <a:pt x="541" y="247"/>
                    <a:pt x="547" y="250"/>
                    <a:pt x="542" y="252"/>
                  </a:cubicBezTo>
                  <a:cubicBezTo>
                    <a:pt x="539" y="255"/>
                    <a:pt x="538" y="258"/>
                    <a:pt x="530" y="263"/>
                  </a:cubicBezTo>
                  <a:cubicBezTo>
                    <a:pt x="524" y="268"/>
                    <a:pt x="539" y="277"/>
                    <a:pt x="533" y="274"/>
                  </a:cubicBezTo>
                  <a:cubicBezTo>
                    <a:pt x="526" y="272"/>
                    <a:pt x="527" y="280"/>
                    <a:pt x="512" y="277"/>
                  </a:cubicBezTo>
                  <a:cubicBezTo>
                    <a:pt x="497" y="272"/>
                    <a:pt x="509" y="277"/>
                    <a:pt x="501" y="281"/>
                  </a:cubicBezTo>
                  <a:cubicBezTo>
                    <a:pt x="494" y="285"/>
                    <a:pt x="503" y="295"/>
                    <a:pt x="513" y="289"/>
                  </a:cubicBezTo>
                  <a:cubicBezTo>
                    <a:pt x="524" y="285"/>
                    <a:pt x="523" y="294"/>
                    <a:pt x="527" y="289"/>
                  </a:cubicBezTo>
                  <a:cubicBezTo>
                    <a:pt x="532" y="285"/>
                    <a:pt x="530" y="294"/>
                    <a:pt x="532" y="291"/>
                  </a:cubicBezTo>
                  <a:cubicBezTo>
                    <a:pt x="533" y="288"/>
                    <a:pt x="532" y="285"/>
                    <a:pt x="541" y="294"/>
                  </a:cubicBezTo>
                  <a:cubicBezTo>
                    <a:pt x="548" y="305"/>
                    <a:pt x="545" y="295"/>
                    <a:pt x="551" y="300"/>
                  </a:cubicBezTo>
                  <a:cubicBezTo>
                    <a:pt x="556" y="305"/>
                    <a:pt x="541" y="299"/>
                    <a:pt x="550" y="306"/>
                  </a:cubicBezTo>
                  <a:cubicBezTo>
                    <a:pt x="555" y="313"/>
                    <a:pt x="564" y="309"/>
                    <a:pt x="567" y="314"/>
                  </a:cubicBezTo>
                  <a:cubicBezTo>
                    <a:pt x="571" y="319"/>
                    <a:pt x="582" y="320"/>
                    <a:pt x="590" y="323"/>
                  </a:cubicBezTo>
                  <a:cubicBezTo>
                    <a:pt x="597" y="327"/>
                    <a:pt x="596" y="319"/>
                    <a:pt x="590" y="314"/>
                  </a:cubicBezTo>
                  <a:cubicBezTo>
                    <a:pt x="583" y="308"/>
                    <a:pt x="570" y="302"/>
                    <a:pt x="571" y="299"/>
                  </a:cubicBezTo>
                  <a:cubicBezTo>
                    <a:pt x="573" y="295"/>
                    <a:pt x="580" y="306"/>
                    <a:pt x="580" y="302"/>
                  </a:cubicBezTo>
                  <a:cubicBezTo>
                    <a:pt x="582" y="299"/>
                    <a:pt x="586" y="308"/>
                    <a:pt x="594" y="309"/>
                  </a:cubicBezTo>
                  <a:cubicBezTo>
                    <a:pt x="600" y="309"/>
                    <a:pt x="603" y="322"/>
                    <a:pt x="603" y="314"/>
                  </a:cubicBezTo>
                  <a:cubicBezTo>
                    <a:pt x="602" y="306"/>
                    <a:pt x="605" y="316"/>
                    <a:pt x="603" y="306"/>
                  </a:cubicBezTo>
                  <a:cubicBezTo>
                    <a:pt x="603" y="299"/>
                    <a:pt x="605" y="311"/>
                    <a:pt x="606" y="303"/>
                  </a:cubicBezTo>
                  <a:cubicBezTo>
                    <a:pt x="608" y="295"/>
                    <a:pt x="600" y="300"/>
                    <a:pt x="603" y="295"/>
                  </a:cubicBezTo>
                  <a:cubicBezTo>
                    <a:pt x="606" y="292"/>
                    <a:pt x="597" y="295"/>
                    <a:pt x="600" y="291"/>
                  </a:cubicBezTo>
                  <a:cubicBezTo>
                    <a:pt x="603" y="288"/>
                    <a:pt x="602" y="286"/>
                    <a:pt x="593" y="283"/>
                  </a:cubicBezTo>
                  <a:cubicBezTo>
                    <a:pt x="585" y="280"/>
                    <a:pt x="588" y="271"/>
                    <a:pt x="583" y="272"/>
                  </a:cubicBezTo>
                  <a:cubicBezTo>
                    <a:pt x="577" y="274"/>
                    <a:pt x="576" y="269"/>
                    <a:pt x="582" y="269"/>
                  </a:cubicBezTo>
                  <a:cubicBezTo>
                    <a:pt x="588" y="268"/>
                    <a:pt x="577" y="261"/>
                    <a:pt x="582" y="263"/>
                  </a:cubicBezTo>
                  <a:cubicBezTo>
                    <a:pt x="588" y="264"/>
                    <a:pt x="585" y="257"/>
                    <a:pt x="590" y="263"/>
                  </a:cubicBezTo>
                  <a:cubicBezTo>
                    <a:pt x="593" y="268"/>
                    <a:pt x="594" y="263"/>
                    <a:pt x="596" y="268"/>
                  </a:cubicBezTo>
                  <a:cubicBezTo>
                    <a:pt x="596" y="271"/>
                    <a:pt x="599" y="268"/>
                    <a:pt x="599" y="272"/>
                  </a:cubicBezTo>
                  <a:cubicBezTo>
                    <a:pt x="599" y="275"/>
                    <a:pt x="618" y="289"/>
                    <a:pt x="615" y="278"/>
                  </a:cubicBezTo>
                  <a:cubicBezTo>
                    <a:pt x="614" y="268"/>
                    <a:pt x="626" y="275"/>
                    <a:pt x="625" y="271"/>
                  </a:cubicBezTo>
                  <a:cubicBezTo>
                    <a:pt x="622" y="266"/>
                    <a:pt x="628" y="269"/>
                    <a:pt x="625" y="266"/>
                  </a:cubicBezTo>
                  <a:cubicBezTo>
                    <a:pt x="623" y="263"/>
                    <a:pt x="634" y="264"/>
                    <a:pt x="629" y="257"/>
                  </a:cubicBezTo>
                  <a:cubicBezTo>
                    <a:pt x="625" y="247"/>
                    <a:pt x="615" y="260"/>
                    <a:pt x="618" y="252"/>
                  </a:cubicBezTo>
                  <a:cubicBezTo>
                    <a:pt x="620" y="244"/>
                    <a:pt x="609" y="254"/>
                    <a:pt x="612" y="249"/>
                  </a:cubicBezTo>
                  <a:cubicBezTo>
                    <a:pt x="614" y="244"/>
                    <a:pt x="611" y="246"/>
                    <a:pt x="605" y="241"/>
                  </a:cubicBezTo>
                  <a:cubicBezTo>
                    <a:pt x="599" y="236"/>
                    <a:pt x="590" y="241"/>
                    <a:pt x="588" y="235"/>
                  </a:cubicBezTo>
                  <a:cubicBezTo>
                    <a:pt x="588" y="229"/>
                    <a:pt x="571" y="235"/>
                    <a:pt x="579" y="230"/>
                  </a:cubicBezTo>
                  <a:cubicBezTo>
                    <a:pt x="586" y="226"/>
                    <a:pt x="573" y="221"/>
                    <a:pt x="580" y="222"/>
                  </a:cubicBezTo>
                  <a:cubicBezTo>
                    <a:pt x="588" y="224"/>
                    <a:pt x="594" y="219"/>
                    <a:pt x="582" y="218"/>
                  </a:cubicBezTo>
                  <a:cubicBezTo>
                    <a:pt x="568" y="216"/>
                    <a:pt x="580" y="216"/>
                    <a:pt x="585" y="213"/>
                  </a:cubicBezTo>
                  <a:cubicBezTo>
                    <a:pt x="590" y="210"/>
                    <a:pt x="579" y="205"/>
                    <a:pt x="576" y="207"/>
                  </a:cubicBezTo>
                  <a:cubicBezTo>
                    <a:pt x="574" y="208"/>
                    <a:pt x="564" y="208"/>
                    <a:pt x="571" y="205"/>
                  </a:cubicBezTo>
                  <a:cubicBezTo>
                    <a:pt x="579" y="204"/>
                    <a:pt x="579" y="204"/>
                    <a:pt x="570" y="199"/>
                  </a:cubicBezTo>
                  <a:cubicBezTo>
                    <a:pt x="559" y="194"/>
                    <a:pt x="558" y="204"/>
                    <a:pt x="558" y="198"/>
                  </a:cubicBezTo>
                  <a:cubicBezTo>
                    <a:pt x="559" y="190"/>
                    <a:pt x="553" y="196"/>
                    <a:pt x="553" y="193"/>
                  </a:cubicBezTo>
                  <a:cubicBezTo>
                    <a:pt x="553" y="188"/>
                    <a:pt x="545" y="184"/>
                    <a:pt x="541" y="190"/>
                  </a:cubicBezTo>
                  <a:cubicBezTo>
                    <a:pt x="535" y="194"/>
                    <a:pt x="535" y="188"/>
                    <a:pt x="532" y="182"/>
                  </a:cubicBezTo>
                  <a:cubicBezTo>
                    <a:pt x="529" y="176"/>
                    <a:pt x="527" y="184"/>
                    <a:pt x="524" y="177"/>
                  </a:cubicBezTo>
                  <a:cubicBezTo>
                    <a:pt x="519" y="171"/>
                    <a:pt x="513" y="174"/>
                    <a:pt x="510" y="171"/>
                  </a:cubicBezTo>
                  <a:cubicBezTo>
                    <a:pt x="507" y="170"/>
                    <a:pt x="498" y="166"/>
                    <a:pt x="495" y="174"/>
                  </a:cubicBezTo>
                  <a:cubicBezTo>
                    <a:pt x="492" y="182"/>
                    <a:pt x="488" y="170"/>
                    <a:pt x="483" y="174"/>
                  </a:cubicBezTo>
                  <a:cubicBezTo>
                    <a:pt x="478" y="180"/>
                    <a:pt x="474" y="180"/>
                    <a:pt x="477" y="177"/>
                  </a:cubicBezTo>
                  <a:cubicBezTo>
                    <a:pt x="481" y="173"/>
                    <a:pt x="480" y="165"/>
                    <a:pt x="475" y="163"/>
                  </a:cubicBezTo>
                  <a:cubicBezTo>
                    <a:pt x="471" y="162"/>
                    <a:pt x="475" y="156"/>
                    <a:pt x="471" y="156"/>
                  </a:cubicBezTo>
                  <a:cubicBezTo>
                    <a:pt x="465" y="154"/>
                    <a:pt x="443" y="157"/>
                    <a:pt x="442" y="163"/>
                  </a:cubicBezTo>
                  <a:cubicBezTo>
                    <a:pt x="442" y="171"/>
                    <a:pt x="433" y="162"/>
                    <a:pt x="439" y="173"/>
                  </a:cubicBezTo>
                  <a:cubicBezTo>
                    <a:pt x="445" y="184"/>
                    <a:pt x="433" y="176"/>
                    <a:pt x="437" y="182"/>
                  </a:cubicBezTo>
                  <a:cubicBezTo>
                    <a:pt x="443" y="190"/>
                    <a:pt x="446" y="182"/>
                    <a:pt x="446" y="188"/>
                  </a:cubicBezTo>
                  <a:cubicBezTo>
                    <a:pt x="448" y="193"/>
                    <a:pt x="428" y="185"/>
                    <a:pt x="433" y="177"/>
                  </a:cubicBezTo>
                  <a:cubicBezTo>
                    <a:pt x="437" y="170"/>
                    <a:pt x="427" y="174"/>
                    <a:pt x="434" y="165"/>
                  </a:cubicBezTo>
                  <a:cubicBezTo>
                    <a:pt x="442" y="156"/>
                    <a:pt x="445" y="157"/>
                    <a:pt x="445" y="154"/>
                  </a:cubicBezTo>
                  <a:cubicBezTo>
                    <a:pt x="445" y="152"/>
                    <a:pt x="428" y="151"/>
                    <a:pt x="418" y="159"/>
                  </a:cubicBezTo>
                  <a:cubicBezTo>
                    <a:pt x="405" y="165"/>
                    <a:pt x="411" y="166"/>
                    <a:pt x="408" y="170"/>
                  </a:cubicBezTo>
                  <a:cubicBezTo>
                    <a:pt x="404" y="173"/>
                    <a:pt x="405" y="176"/>
                    <a:pt x="404" y="184"/>
                  </a:cubicBezTo>
                  <a:cubicBezTo>
                    <a:pt x="402" y="191"/>
                    <a:pt x="404" y="191"/>
                    <a:pt x="414" y="193"/>
                  </a:cubicBezTo>
                  <a:cubicBezTo>
                    <a:pt x="425" y="193"/>
                    <a:pt x="428" y="198"/>
                    <a:pt x="419" y="196"/>
                  </a:cubicBezTo>
                  <a:cubicBezTo>
                    <a:pt x="410" y="196"/>
                    <a:pt x="405" y="196"/>
                    <a:pt x="414" y="204"/>
                  </a:cubicBezTo>
                  <a:cubicBezTo>
                    <a:pt x="422" y="212"/>
                    <a:pt x="428" y="204"/>
                    <a:pt x="433" y="208"/>
                  </a:cubicBezTo>
                  <a:cubicBezTo>
                    <a:pt x="439" y="213"/>
                    <a:pt x="445" y="210"/>
                    <a:pt x="446" y="210"/>
                  </a:cubicBezTo>
                  <a:cubicBezTo>
                    <a:pt x="456" y="213"/>
                    <a:pt x="454" y="208"/>
                    <a:pt x="463" y="213"/>
                  </a:cubicBezTo>
                  <a:cubicBezTo>
                    <a:pt x="471" y="215"/>
                    <a:pt x="468" y="207"/>
                    <a:pt x="474" y="213"/>
                  </a:cubicBezTo>
                  <a:close/>
                  <a:moveTo>
                    <a:pt x="515" y="250"/>
                  </a:moveTo>
                  <a:cubicBezTo>
                    <a:pt x="527" y="249"/>
                    <a:pt x="521" y="244"/>
                    <a:pt x="523" y="238"/>
                  </a:cubicBezTo>
                  <a:cubicBezTo>
                    <a:pt x="524" y="233"/>
                    <a:pt x="510" y="232"/>
                    <a:pt x="507" y="240"/>
                  </a:cubicBezTo>
                  <a:cubicBezTo>
                    <a:pt x="504" y="246"/>
                    <a:pt x="503" y="250"/>
                    <a:pt x="515" y="250"/>
                  </a:cubicBezTo>
                  <a:close/>
                  <a:moveTo>
                    <a:pt x="439" y="302"/>
                  </a:moveTo>
                  <a:cubicBezTo>
                    <a:pt x="439" y="308"/>
                    <a:pt x="445" y="309"/>
                    <a:pt x="448" y="303"/>
                  </a:cubicBezTo>
                  <a:cubicBezTo>
                    <a:pt x="449" y="299"/>
                    <a:pt x="453" y="303"/>
                    <a:pt x="454" y="297"/>
                  </a:cubicBezTo>
                  <a:cubicBezTo>
                    <a:pt x="456" y="292"/>
                    <a:pt x="463" y="294"/>
                    <a:pt x="463" y="297"/>
                  </a:cubicBezTo>
                  <a:cubicBezTo>
                    <a:pt x="465" y="302"/>
                    <a:pt x="466" y="299"/>
                    <a:pt x="472" y="300"/>
                  </a:cubicBezTo>
                  <a:cubicBezTo>
                    <a:pt x="477" y="303"/>
                    <a:pt x="483" y="300"/>
                    <a:pt x="480" y="295"/>
                  </a:cubicBezTo>
                  <a:cubicBezTo>
                    <a:pt x="475" y="291"/>
                    <a:pt x="477" y="295"/>
                    <a:pt x="472" y="294"/>
                  </a:cubicBezTo>
                  <a:cubicBezTo>
                    <a:pt x="468" y="292"/>
                    <a:pt x="471" y="286"/>
                    <a:pt x="463" y="285"/>
                  </a:cubicBezTo>
                  <a:cubicBezTo>
                    <a:pt x="456" y="281"/>
                    <a:pt x="451" y="272"/>
                    <a:pt x="446" y="277"/>
                  </a:cubicBezTo>
                  <a:cubicBezTo>
                    <a:pt x="443" y="280"/>
                    <a:pt x="442" y="268"/>
                    <a:pt x="437" y="269"/>
                  </a:cubicBezTo>
                  <a:cubicBezTo>
                    <a:pt x="434" y="271"/>
                    <a:pt x="431" y="283"/>
                    <a:pt x="433" y="291"/>
                  </a:cubicBezTo>
                  <a:cubicBezTo>
                    <a:pt x="434" y="297"/>
                    <a:pt x="424" y="295"/>
                    <a:pt x="427" y="300"/>
                  </a:cubicBezTo>
                  <a:cubicBezTo>
                    <a:pt x="428" y="303"/>
                    <a:pt x="440" y="297"/>
                    <a:pt x="439" y="302"/>
                  </a:cubicBezTo>
                  <a:close/>
                  <a:moveTo>
                    <a:pt x="453" y="319"/>
                  </a:moveTo>
                  <a:cubicBezTo>
                    <a:pt x="448" y="314"/>
                    <a:pt x="463" y="306"/>
                    <a:pt x="468" y="309"/>
                  </a:cubicBezTo>
                  <a:cubicBezTo>
                    <a:pt x="472" y="311"/>
                    <a:pt x="457" y="323"/>
                    <a:pt x="453" y="319"/>
                  </a:cubicBezTo>
                  <a:close/>
                  <a:moveTo>
                    <a:pt x="480" y="162"/>
                  </a:moveTo>
                  <a:cubicBezTo>
                    <a:pt x="483" y="163"/>
                    <a:pt x="478" y="166"/>
                    <a:pt x="486" y="170"/>
                  </a:cubicBezTo>
                  <a:cubicBezTo>
                    <a:pt x="492" y="171"/>
                    <a:pt x="492" y="166"/>
                    <a:pt x="500" y="168"/>
                  </a:cubicBezTo>
                  <a:cubicBezTo>
                    <a:pt x="507" y="170"/>
                    <a:pt x="516" y="170"/>
                    <a:pt x="513" y="166"/>
                  </a:cubicBezTo>
                  <a:cubicBezTo>
                    <a:pt x="509" y="162"/>
                    <a:pt x="506" y="156"/>
                    <a:pt x="495" y="156"/>
                  </a:cubicBezTo>
                  <a:cubicBezTo>
                    <a:pt x="484" y="157"/>
                    <a:pt x="477" y="151"/>
                    <a:pt x="477" y="157"/>
                  </a:cubicBezTo>
                  <a:cubicBezTo>
                    <a:pt x="477" y="160"/>
                    <a:pt x="475" y="160"/>
                    <a:pt x="480" y="162"/>
                  </a:cubicBezTo>
                  <a:close/>
                  <a:moveTo>
                    <a:pt x="352" y="109"/>
                  </a:moveTo>
                  <a:cubicBezTo>
                    <a:pt x="357" y="114"/>
                    <a:pt x="360" y="112"/>
                    <a:pt x="361" y="115"/>
                  </a:cubicBezTo>
                  <a:cubicBezTo>
                    <a:pt x="361" y="118"/>
                    <a:pt x="369" y="117"/>
                    <a:pt x="375" y="115"/>
                  </a:cubicBezTo>
                  <a:cubicBezTo>
                    <a:pt x="383" y="114"/>
                    <a:pt x="381" y="118"/>
                    <a:pt x="387" y="121"/>
                  </a:cubicBezTo>
                  <a:cubicBezTo>
                    <a:pt x="392" y="125"/>
                    <a:pt x="381" y="129"/>
                    <a:pt x="386" y="132"/>
                  </a:cubicBezTo>
                  <a:cubicBezTo>
                    <a:pt x="390" y="134"/>
                    <a:pt x="386" y="137"/>
                    <a:pt x="390" y="140"/>
                  </a:cubicBezTo>
                  <a:cubicBezTo>
                    <a:pt x="396" y="143"/>
                    <a:pt x="393" y="138"/>
                    <a:pt x="402" y="142"/>
                  </a:cubicBezTo>
                  <a:cubicBezTo>
                    <a:pt x="411" y="146"/>
                    <a:pt x="416" y="135"/>
                    <a:pt x="416" y="140"/>
                  </a:cubicBezTo>
                  <a:cubicBezTo>
                    <a:pt x="414" y="146"/>
                    <a:pt x="421" y="143"/>
                    <a:pt x="440" y="143"/>
                  </a:cubicBezTo>
                  <a:cubicBezTo>
                    <a:pt x="462" y="145"/>
                    <a:pt x="457" y="135"/>
                    <a:pt x="459" y="140"/>
                  </a:cubicBezTo>
                  <a:cubicBezTo>
                    <a:pt x="460" y="145"/>
                    <a:pt x="483" y="145"/>
                    <a:pt x="483" y="140"/>
                  </a:cubicBezTo>
                  <a:cubicBezTo>
                    <a:pt x="483" y="135"/>
                    <a:pt x="492" y="138"/>
                    <a:pt x="486" y="135"/>
                  </a:cubicBezTo>
                  <a:cubicBezTo>
                    <a:pt x="481" y="132"/>
                    <a:pt x="489" y="132"/>
                    <a:pt x="486" y="128"/>
                  </a:cubicBezTo>
                  <a:cubicBezTo>
                    <a:pt x="483" y="123"/>
                    <a:pt x="477" y="126"/>
                    <a:pt x="475" y="123"/>
                  </a:cubicBezTo>
                  <a:cubicBezTo>
                    <a:pt x="472" y="120"/>
                    <a:pt x="463" y="123"/>
                    <a:pt x="448" y="125"/>
                  </a:cubicBezTo>
                  <a:cubicBezTo>
                    <a:pt x="431" y="126"/>
                    <a:pt x="439" y="131"/>
                    <a:pt x="430" y="128"/>
                  </a:cubicBezTo>
                  <a:cubicBezTo>
                    <a:pt x="422" y="125"/>
                    <a:pt x="422" y="131"/>
                    <a:pt x="416" y="126"/>
                  </a:cubicBezTo>
                  <a:cubicBezTo>
                    <a:pt x="411" y="121"/>
                    <a:pt x="414" y="129"/>
                    <a:pt x="411" y="128"/>
                  </a:cubicBezTo>
                  <a:cubicBezTo>
                    <a:pt x="407" y="126"/>
                    <a:pt x="411" y="125"/>
                    <a:pt x="407" y="121"/>
                  </a:cubicBezTo>
                  <a:cubicBezTo>
                    <a:pt x="404" y="117"/>
                    <a:pt x="401" y="121"/>
                    <a:pt x="401" y="118"/>
                  </a:cubicBezTo>
                  <a:cubicBezTo>
                    <a:pt x="399" y="115"/>
                    <a:pt x="411" y="120"/>
                    <a:pt x="410" y="117"/>
                  </a:cubicBezTo>
                  <a:cubicBezTo>
                    <a:pt x="410" y="114"/>
                    <a:pt x="404" y="115"/>
                    <a:pt x="399" y="112"/>
                  </a:cubicBezTo>
                  <a:cubicBezTo>
                    <a:pt x="393" y="109"/>
                    <a:pt x="392" y="109"/>
                    <a:pt x="384" y="111"/>
                  </a:cubicBezTo>
                  <a:cubicBezTo>
                    <a:pt x="378" y="112"/>
                    <a:pt x="376" y="104"/>
                    <a:pt x="372" y="104"/>
                  </a:cubicBezTo>
                  <a:cubicBezTo>
                    <a:pt x="369" y="106"/>
                    <a:pt x="360" y="103"/>
                    <a:pt x="351" y="103"/>
                  </a:cubicBezTo>
                  <a:cubicBezTo>
                    <a:pt x="347" y="103"/>
                    <a:pt x="347" y="106"/>
                    <a:pt x="352" y="109"/>
                  </a:cubicBezTo>
                  <a:close/>
                  <a:moveTo>
                    <a:pt x="357" y="137"/>
                  </a:moveTo>
                  <a:cubicBezTo>
                    <a:pt x="364" y="138"/>
                    <a:pt x="361" y="142"/>
                    <a:pt x="372" y="142"/>
                  </a:cubicBezTo>
                  <a:cubicBezTo>
                    <a:pt x="381" y="142"/>
                    <a:pt x="378" y="134"/>
                    <a:pt x="373" y="129"/>
                  </a:cubicBezTo>
                  <a:cubicBezTo>
                    <a:pt x="367" y="123"/>
                    <a:pt x="360" y="125"/>
                    <a:pt x="355" y="131"/>
                  </a:cubicBezTo>
                  <a:cubicBezTo>
                    <a:pt x="354" y="134"/>
                    <a:pt x="351" y="137"/>
                    <a:pt x="357" y="137"/>
                  </a:cubicBezTo>
                  <a:close/>
                  <a:moveTo>
                    <a:pt x="373" y="177"/>
                  </a:moveTo>
                  <a:cubicBezTo>
                    <a:pt x="373" y="174"/>
                    <a:pt x="378" y="176"/>
                    <a:pt x="375" y="171"/>
                  </a:cubicBezTo>
                  <a:cubicBezTo>
                    <a:pt x="372" y="165"/>
                    <a:pt x="387" y="174"/>
                    <a:pt x="390" y="166"/>
                  </a:cubicBezTo>
                  <a:cubicBezTo>
                    <a:pt x="395" y="159"/>
                    <a:pt x="407" y="154"/>
                    <a:pt x="398" y="151"/>
                  </a:cubicBezTo>
                  <a:cubicBezTo>
                    <a:pt x="390" y="148"/>
                    <a:pt x="390" y="152"/>
                    <a:pt x="386" y="151"/>
                  </a:cubicBezTo>
                  <a:cubicBezTo>
                    <a:pt x="381" y="148"/>
                    <a:pt x="379" y="146"/>
                    <a:pt x="367" y="149"/>
                  </a:cubicBezTo>
                  <a:cubicBezTo>
                    <a:pt x="357" y="151"/>
                    <a:pt x="364" y="154"/>
                    <a:pt x="361" y="154"/>
                  </a:cubicBezTo>
                  <a:cubicBezTo>
                    <a:pt x="358" y="154"/>
                    <a:pt x="358" y="154"/>
                    <a:pt x="358" y="163"/>
                  </a:cubicBezTo>
                  <a:cubicBezTo>
                    <a:pt x="358" y="171"/>
                    <a:pt x="363" y="171"/>
                    <a:pt x="363" y="176"/>
                  </a:cubicBezTo>
                  <a:cubicBezTo>
                    <a:pt x="361" y="182"/>
                    <a:pt x="366" y="177"/>
                    <a:pt x="370" y="180"/>
                  </a:cubicBezTo>
                  <a:cubicBezTo>
                    <a:pt x="372" y="180"/>
                    <a:pt x="372" y="180"/>
                    <a:pt x="373" y="177"/>
                  </a:cubicBezTo>
                  <a:close/>
                  <a:moveTo>
                    <a:pt x="317" y="162"/>
                  </a:moveTo>
                  <a:cubicBezTo>
                    <a:pt x="323" y="163"/>
                    <a:pt x="323" y="168"/>
                    <a:pt x="319" y="170"/>
                  </a:cubicBezTo>
                  <a:cubicBezTo>
                    <a:pt x="312" y="173"/>
                    <a:pt x="308" y="160"/>
                    <a:pt x="303" y="166"/>
                  </a:cubicBezTo>
                  <a:cubicBezTo>
                    <a:pt x="300" y="170"/>
                    <a:pt x="308" y="176"/>
                    <a:pt x="317" y="179"/>
                  </a:cubicBezTo>
                  <a:cubicBezTo>
                    <a:pt x="328" y="182"/>
                    <a:pt x="329" y="191"/>
                    <a:pt x="335" y="191"/>
                  </a:cubicBezTo>
                  <a:cubicBezTo>
                    <a:pt x="341" y="193"/>
                    <a:pt x="337" y="185"/>
                    <a:pt x="341" y="187"/>
                  </a:cubicBezTo>
                  <a:cubicBezTo>
                    <a:pt x="344" y="188"/>
                    <a:pt x="352" y="185"/>
                    <a:pt x="352" y="179"/>
                  </a:cubicBezTo>
                  <a:cubicBezTo>
                    <a:pt x="352" y="174"/>
                    <a:pt x="355" y="177"/>
                    <a:pt x="354" y="171"/>
                  </a:cubicBezTo>
                  <a:cubicBezTo>
                    <a:pt x="352" y="166"/>
                    <a:pt x="351" y="174"/>
                    <a:pt x="347" y="168"/>
                  </a:cubicBezTo>
                  <a:cubicBezTo>
                    <a:pt x="343" y="163"/>
                    <a:pt x="335" y="163"/>
                    <a:pt x="344" y="162"/>
                  </a:cubicBezTo>
                  <a:cubicBezTo>
                    <a:pt x="352" y="160"/>
                    <a:pt x="341" y="159"/>
                    <a:pt x="347" y="157"/>
                  </a:cubicBezTo>
                  <a:cubicBezTo>
                    <a:pt x="352" y="154"/>
                    <a:pt x="346" y="151"/>
                    <a:pt x="338" y="154"/>
                  </a:cubicBezTo>
                  <a:cubicBezTo>
                    <a:pt x="331" y="157"/>
                    <a:pt x="326" y="149"/>
                    <a:pt x="320" y="152"/>
                  </a:cubicBezTo>
                  <a:cubicBezTo>
                    <a:pt x="314" y="156"/>
                    <a:pt x="308" y="157"/>
                    <a:pt x="316" y="160"/>
                  </a:cubicBezTo>
                  <a:cubicBezTo>
                    <a:pt x="317" y="162"/>
                    <a:pt x="317" y="162"/>
                    <a:pt x="317" y="162"/>
                  </a:cubicBezTo>
                  <a:close/>
                  <a:moveTo>
                    <a:pt x="341" y="230"/>
                  </a:moveTo>
                  <a:cubicBezTo>
                    <a:pt x="347" y="230"/>
                    <a:pt x="351" y="235"/>
                    <a:pt x="355" y="232"/>
                  </a:cubicBezTo>
                  <a:cubicBezTo>
                    <a:pt x="360" y="227"/>
                    <a:pt x="360" y="232"/>
                    <a:pt x="363" y="229"/>
                  </a:cubicBezTo>
                  <a:cubicBezTo>
                    <a:pt x="364" y="224"/>
                    <a:pt x="360" y="229"/>
                    <a:pt x="357" y="224"/>
                  </a:cubicBezTo>
                  <a:cubicBezTo>
                    <a:pt x="354" y="218"/>
                    <a:pt x="354" y="222"/>
                    <a:pt x="347" y="216"/>
                  </a:cubicBezTo>
                  <a:cubicBezTo>
                    <a:pt x="341" y="210"/>
                    <a:pt x="340" y="212"/>
                    <a:pt x="335" y="219"/>
                  </a:cubicBezTo>
                  <a:cubicBezTo>
                    <a:pt x="331" y="226"/>
                    <a:pt x="325" y="221"/>
                    <a:pt x="329" y="226"/>
                  </a:cubicBezTo>
                  <a:cubicBezTo>
                    <a:pt x="331" y="229"/>
                    <a:pt x="335" y="229"/>
                    <a:pt x="341" y="230"/>
                  </a:cubicBezTo>
                  <a:close/>
                  <a:moveTo>
                    <a:pt x="326" y="81"/>
                  </a:moveTo>
                  <a:cubicBezTo>
                    <a:pt x="331" y="79"/>
                    <a:pt x="331" y="75"/>
                    <a:pt x="322" y="75"/>
                  </a:cubicBezTo>
                  <a:cubicBezTo>
                    <a:pt x="312" y="73"/>
                    <a:pt x="320" y="73"/>
                    <a:pt x="312" y="70"/>
                  </a:cubicBezTo>
                  <a:cubicBezTo>
                    <a:pt x="305" y="67"/>
                    <a:pt x="306" y="75"/>
                    <a:pt x="303" y="70"/>
                  </a:cubicBezTo>
                  <a:cubicBezTo>
                    <a:pt x="302" y="65"/>
                    <a:pt x="282" y="61"/>
                    <a:pt x="280" y="68"/>
                  </a:cubicBezTo>
                  <a:cubicBezTo>
                    <a:pt x="279" y="75"/>
                    <a:pt x="287" y="67"/>
                    <a:pt x="287" y="73"/>
                  </a:cubicBezTo>
                  <a:cubicBezTo>
                    <a:pt x="285" y="78"/>
                    <a:pt x="290" y="70"/>
                    <a:pt x="293" y="75"/>
                  </a:cubicBezTo>
                  <a:cubicBezTo>
                    <a:pt x="297" y="81"/>
                    <a:pt x="290" y="78"/>
                    <a:pt x="285" y="79"/>
                  </a:cubicBezTo>
                  <a:cubicBezTo>
                    <a:pt x="284" y="79"/>
                    <a:pt x="285" y="86"/>
                    <a:pt x="296" y="82"/>
                  </a:cubicBezTo>
                  <a:cubicBezTo>
                    <a:pt x="308" y="79"/>
                    <a:pt x="297" y="84"/>
                    <a:pt x="309" y="82"/>
                  </a:cubicBezTo>
                  <a:cubicBezTo>
                    <a:pt x="320" y="81"/>
                    <a:pt x="312" y="93"/>
                    <a:pt x="328" y="90"/>
                  </a:cubicBezTo>
                  <a:cubicBezTo>
                    <a:pt x="340" y="89"/>
                    <a:pt x="323" y="81"/>
                    <a:pt x="326" y="81"/>
                  </a:cubicBezTo>
                  <a:close/>
                  <a:moveTo>
                    <a:pt x="418" y="114"/>
                  </a:moveTo>
                  <a:cubicBezTo>
                    <a:pt x="421" y="117"/>
                    <a:pt x="427" y="114"/>
                    <a:pt x="430" y="112"/>
                  </a:cubicBezTo>
                  <a:cubicBezTo>
                    <a:pt x="433" y="111"/>
                    <a:pt x="434" y="115"/>
                    <a:pt x="443" y="115"/>
                  </a:cubicBezTo>
                  <a:cubicBezTo>
                    <a:pt x="453" y="115"/>
                    <a:pt x="446" y="111"/>
                    <a:pt x="456" y="114"/>
                  </a:cubicBezTo>
                  <a:cubicBezTo>
                    <a:pt x="466" y="117"/>
                    <a:pt x="478" y="107"/>
                    <a:pt x="477" y="114"/>
                  </a:cubicBezTo>
                  <a:cubicBezTo>
                    <a:pt x="474" y="120"/>
                    <a:pt x="484" y="117"/>
                    <a:pt x="491" y="114"/>
                  </a:cubicBezTo>
                  <a:cubicBezTo>
                    <a:pt x="495" y="111"/>
                    <a:pt x="500" y="115"/>
                    <a:pt x="501" y="107"/>
                  </a:cubicBezTo>
                  <a:cubicBezTo>
                    <a:pt x="501" y="101"/>
                    <a:pt x="491" y="107"/>
                    <a:pt x="491" y="103"/>
                  </a:cubicBezTo>
                  <a:cubicBezTo>
                    <a:pt x="491" y="98"/>
                    <a:pt x="494" y="100"/>
                    <a:pt x="498" y="96"/>
                  </a:cubicBezTo>
                  <a:cubicBezTo>
                    <a:pt x="504" y="93"/>
                    <a:pt x="491" y="86"/>
                    <a:pt x="504" y="89"/>
                  </a:cubicBezTo>
                  <a:cubicBezTo>
                    <a:pt x="515" y="90"/>
                    <a:pt x="524" y="84"/>
                    <a:pt x="521" y="81"/>
                  </a:cubicBezTo>
                  <a:cubicBezTo>
                    <a:pt x="518" y="78"/>
                    <a:pt x="532" y="78"/>
                    <a:pt x="519" y="73"/>
                  </a:cubicBezTo>
                  <a:cubicBezTo>
                    <a:pt x="509" y="67"/>
                    <a:pt x="529" y="75"/>
                    <a:pt x="527" y="70"/>
                  </a:cubicBezTo>
                  <a:cubicBezTo>
                    <a:pt x="524" y="65"/>
                    <a:pt x="521" y="67"/>
                    <a:pt x="516" y="67"/>
                  </a:cubicBezTo>
                  <a:cubicBezTo>
                    <a:pt x="510" y="67"/>
                    <a:pt x="501" y="68"/>
                    <a:pt x="504" y="65"/>
                  </a:cubicBezTo>
                  <a:cubicBezTo>
                    <a:pt x="507" y="64"/>
                    <a:pt x="526" y="64"/>
                    <a:pt x="533" y="62"/>
                  </a:cubicBezTo>
                  <a:cubicBezTo>
                    <a:pt x="542" y="62"/>
                    <a:pt x="535" y="56"/>
                    <a:pt x="539" y="59"/>
                  </a:cubicBezTo>
                  <a:cubicBezTo>
                    <a:pt x="544" y="61"/>
                    <a:pt x="551" y="61"/>
                    <a:pt x="556" y="56"/>
                  </a:cubicBezTo>
                  <a:cubicBezTo>
                    <a:pt x="561" y="50"/>
                    <a:pt x="571" y="45"/>
                    <a:pt x="591" y="37"/>
                  </a:cubicBezTo>
                  <a:cubicBezTo>
                    <a:pt x="611" y="30"/>
                    <a:pt x="611" y="28"/>
                    <a:pt x="594" y="30"/>
                  </a:cubicBezTo>
                  <a:cubicBezTo>
                    <a:pt x="579" y="31"/>
                    <a:pt x="591" y="28"/>
                    <a:pt x="600" y="25"/>
                  </a:cubicBezTo>
                  <a:cubicBezTo>
                    <a:pt x="611" y="23"/>
                    <a:pt x="634" y="19"/>
                    <a:pt x="634" y="16"/>
                  </a:cubicBezTo>
                  <a:cubicBezTo>
                    <a:pt x="634" y="11"/>
                    <a:pt x="617" y="14"/>
                    <a:pt x="617" y="9"/>
                  </a:cubicBezTo>
                  <a:cubicBezTo>
                    <a:pt x="618" y="6"/>
                    <a:pt x="605" y="5"/>
                    <a:pt x="602" y="5"/>
                  </a:cubicBezTo>
                  <a:cubicBezTo>
                    <a:pt x="597" y="6"/>
                    <a:pt x="597" y="5"/>
                    <a:pt x="591" y="8"/>
                  </a:cubicBezTo>
                  <a:cubicBezTo>
                    <a:pt x="583" y="11"/>
                    <a:pt x="571" y="9"/>
                    <a:pt x="579" y="8"/>
                  </a:cubicBezTo>
                  <a:cubicBezTo>
                    <a:pt x="585" y="8"/>
                    <a:pt x="594" y="5"/>
                    <a:pt x="583" y="5"/>
                  </a:cubicBezTo>
                  <a:cubicBezTo>
                    <a:pt x="571" y="5"/>
                    <a:pt x="568" y="0"/>
                    <a:pt x="559" y="2"/>
                  </a:cubicBezTo>
                  <a:cubicBezTo>
                    <a:pt x="550" y="3"/>
                    <a:pt x="548" y="0"/>
                    <a:pt x="539" y="3"/>
                  </a:cubicBezTo>
                  <a:cubicBezTo>
                    <a:pt x="532" y="6"/>
                    <a:pt x="523" y="0"/>
                    <a:pt x="503" y="5"/>
                  </a:cubicBezTo>
                  <a:cubicBezTo>
                    <a:pt x="494" y="8"/>
                    <a:pt x="488" y="2"/>
                    <a:pt x="481" y="5"/>
                  </a:cubicBezTo>
                  <a:cubicBezTo>
                    <a:pt x="475" y="8"/>
                    <a:pt x="468" y="3"/>
                    <a:pt x="474" y="8"/>
                  </a:cubicBezTo>
                  <a:cubicBezTo>
                    <a:pt x="480" y="14"/>
                    <a:pt x="466" y="6"/>
                    <a:pt x="465" y="11"/>
                  </a:cubicBezTo>
                  <a:cubicBezTo>
                    <a:pt x="463" y="16"/>
                    <a:pt x="460" y="16"/>
                    <a:pt x="451" y="14"/>
                  </a:cubicBezTo>
                  <a:cubicBezTo>
                    <a:pt x="442" y="14"/>
                    <a:pt x="453" y="13"/>
                    <a:pt x="442" y="11"/>
                  </a:cubicBezTo>
                  <a:cubicBezTo>
                    <a:pt x="431" y="11"/>
                    <a:pt x="446" y="16"/>
                    <a:pt x="434" y="16"/>
                  </a:cubicBezTo>
                  <a:cubicBezTo>
                    <a:pt x="422" y="17"/>
                    <a:pt x="445" y="19"/>
                    <a:pt x="439" y="20"/>
                  </a:cubicBezTo>
                  <a:cubicBezTo>
                    <a:pt x="433" y="22"/>
                    <a:pt x="430" y="17"/>
                    <a:pt x="419" y="19"/>
                  </a:cubicBezTo>
                  <a:cubicBezTo>
                    <a:pt x="408" y="20"/>
                    <a:pt x="413" y="23"/>
                    <a:pt x="405" y="22"/>
                  </a:cubicBezTo>
                  <a:cubicBezTo>
                    <a:pt x="398" y="20"/>
                    <a:pt x="389" y="25"/>
                    <a:pt x="390" y="28"/>
                  </a:cubicBezTo>
                  <a:cubicBezTo>
                    <a:pt x="393" y="33"/>
                    <a:pt x="395" y="28"/>
                    <a:pt x="399" y="31"/>
                  </a:cubicBezTo>
                  <a:cubicBezTo>
                    <a:pt x="402" y="33"/>
                    <a:pt x="408" y="30"/>
                    <a:pt x="405" y="33"/>
                  </a:cubicBezTo>
                  <a:cubicBezTo>
                    <a:pt x="401" y="36"/>
                    <a:pt x="401" y="39"/>
                    <a:pt x="408" y="41"/>
                  </a:cubicBezTo>
                  <a:cubicBezTo>
                    <a:pt x="416" y="42"/>
                    <a:pt x="421" y="47"/>
                    <a:pt x="428" y="42"/>
                  </a:cubicBezTo>
                  <a:cubicBezTo>
                    <a:pt x="436" y="37"/>
                    <a:pt x="445" y="37"/>
                    <a:pt x="439" y="39"/>
                  </a:cubicBezTo>
                  <a:cubicBezTo>
                    <a:pt x="433" y="41"/>
                    <a:pt x="421" y="45"/>
                    <a:pt x="440" y="47"/>
                  </a:cubicBezTo>
                  <a:cubicBezTo>
                    <a:pt x="459" y="48"/>
                    <a:pt x="453" y="41"/>
                    <a:pt x="459" y="44"/>
                  </a:cubicBezTo>
                  <a:cubicBezTo>
                    <a:pt x="463" y="47"/>
                    <a:pt x="480" y="44"/>
                    <a:pt x="492" y="36"/>
                  </a:cubicBezTo>
                  <a:cubicBezTo>
                    <a:pt x="506" y="30"/>
                    <a:pt x="488" y="39"/>
                    <a:pt x="500" y="41"/>
                  </a:cubicBezTo>
                  <a:cubicBezTo>
                    <a:pt x="512" y="41"/>
                    <a:pt x="501" y="42"/>
                    <a:pt x="478" y="47"/>
                  </a:cubicBezTo>
                  <a:cubicBezTo>
                    <a:pt x="457" y="51"/>
                    <a:pt x="457" y="48"/>
                    <a:pt x="466" y="54"/>
                  </a:cubicBezTo>
                  <a:cubicBezTo>
                    <a:pt x="474" y="61"/>
                    <a:pt x="484" y="61"/>
                    <a:pt x="475" y="62"/>
                  </a:cubicBezTo>
                  <a:cubicBezTo>
                    <a:pt x="468" y="64"/>
                    <a:pt x="468" y="58"/>
                    <a:pt x="460" y="53"/>
                  </a:cubicBezTo>
                  <a:cubicBezTo>
                    <a:pt x="453" y="50"/>
                    <a:pt x="431" y="47"/>
                    <a:pt x="431" y="53"/>
                  </a:cubicBezTo>
                  <a:cubicBezTo>
                    <a:pt x="431" y="58"/>
                    <a:pt x="431" y="58"/>
                    <a:pt x="439" y="59"/>
                  </a:cubicBezTo>
                  <a:cubicBezTo>
                    <a:pt x="446" y="62"/>
                    <a:pt x="453" y="68"/>
                    <a:pt x="448" y="68"/>
                  </a:cubicBezTo>
                  <a:cubicBezTo>
                    <a:pt x="445" y="70"/>
                    <a:pt x="445" y="72"/>
                    <a:pt x="453" y="73"/>
                  </a:cubicBezTo>
                  <a:cubicBezTo>
                    <a:pt x="462" y="73"/>
                    <a:pt x="465" y="76"/>
                    <a:pt x="457" y="75"/>
                  </a:cubicBezTo>
                  <a:cubicBezTo>
                    <a:pt x="448" y="73"/>
                    <a:pt x="430" y="75"/>
                    <a:pt x="427" y="78"/>
                  </a:cubicBezTo>
                  <a:cubicBezTo>
                    <a:pt x="422" y="81"/>
                    <a:pt x="421" y="87"/>
                    <a:pt x="428" y="86"/>
                  </a:cubicBezTo>
                  <a:cubicBezTo>
                    <a:pt x="436" y="84"/>
                    <a:pt x="431" y="87"/>
                    <a:pt x="439" y="86"/>
                  </a:cubicBezTo>
                  <a:cubicBezTo>
                    <a:pt x="445" y="84"/>
                    <a:pt x="437" y="87"/>
                    <a:pt x="442" y="93"/>
                  </a:cubicBezTo>
                  <a:cubicBezTo>
                    <a:pt x="446" y="100"/>
                    <a:pt x="457" y="93"/>
                    <a:pt x="462" y="87"/>
                  </a:cubicBezTo>
                  <a:cubicBezTo>
                    <a:pt x="466" y="82"/>
                    <a:pt x="457" y="100"/>
                    <a:pt x="446" y="100"/>
                  </a:cubicBezTo>
                  <a:cubicBezTo>
                    <a:pt x="437" y="98"/>
                    <a:pt x="437" y="89"/>
                    <a:pt x="427" y="89"/>
                  </a:cubicBezTo>
                  <a:cubicBezTo>
                    <a:pt x="418" y="89"/>
                    <a:pt x="416" y="90"/>
                    <a:pt x="419" y="95"/>
                  </a:cubicBezTo>
                  <a:cubicBezTo>
                    <a:pt x="424" y="98"/>
                    <a:pt x="431" y="103"/>
                    <a:pt x="422" y="103"/>
                  </a:cubicBezTo>
                  <a:cubicBezTo>
                    <a:pt x="411" y="103"/>
                    <a:pt x="404" y="107"/>
                    <a:pt x="408" y="112"/>
                  </a:cubicBezTo>
                  <a:cubicBezTo>
                    <a:pt x="411" y="114"/>
                    <a:pt x="413" y="111"/>
                    <a:pt x="418" y="114"/>
                  </a:cubicBezTo>
                  <a:close/>
                  <a:moveTo>
                    <a:pt x="369" y="37"/>
                  </a:moveTo>
                  <a:cubicBezTo>
                    <a:pt x="364" y="37"/>
                    <a:pt x="363" y="37"/>
                    <a:pt x="361" y="42"/>
                  </a:cubicBezTo>
                  <a:cubicBezTo>
                    <a:pt x="360" y="45"/>
                    <a:pt x="357" y="44"/>
                    <a:pt x="354" y="48"/>
                  </a:cubicBezTo>
                  <a:cubicBezTo>
                    <a:pt x="351" y="53"/>
                    <a:pt x="369" y="51"/>
                    <a:pt x="367" y="53"/>
                  </a:cubicBezTo>
                  <a:cubicBezTo>
                    <a:pt x="366" y="58"/>
                    <a:pt x="351" y="50"/>
                    <a:pt x="351" y="54"/>
                  </a:cubicBezTo>
                  <a:cubicBezTo>
                    <a:pt x="349" y="58"/>
                    <a:pt x="354" y="59"/>
                    <a:pt x="361" y="65"/>
                  </a:cubicBezTo>
                  <a:cubicBezTo>
                    <a:pt x="367" y="70"/>
                    <a:pt x="373" y="62"/>
                    <a:pt x="372" y="65"/>
                  </a:cubicBezTo>
                  <a:cubicBezTo>
                    <a:pt x="369" y="70"/>
                    <a:pt x="387" y="62"/>
                    <a:pt x="384" y="65"/>
                  </a:cubicBezTo>
                  <a:cubicBezTo>
                    <a:pt x="383" y="70"/>
                    <a:pt x="367" y="70"/>
                    <a:pt x="372" y="73"/>
                  </a:cubicBezTo>
                  <a:cubicBezTo>
                    <a:pt x="375" y="75"/>
                    <a:pt x="378" y="79"/>
                    <a:pt x="383" y="82"/>
                  </a:cubicBezTo>
                  <a:cubicBezTo>
                    <a:pt x="389" y="84"/>
                    <a:pt x="401" y="89"/>
                    <a:pt x="401" y="84"/>
                  </a:cubicBezTo>
                  <a:cubicBezTo>
                    <a:pt x="401" y="79"/>
                    <a:pt x="408" y="87"/>
                    <a:pt x="407" y="82"/>
                  </a:cubicBezTo>
                  <a:cubicBezTo>
                    <a:pt x="404" y="76"/>
                    <a:pt x="407" y="79"/>
                    <a:pt x="411" y="84"/>
                  </a:cubicBezTo>
                  <a:cubicBezTo>
                    <a:pt x="416" y="89"/>
                    <a:pt x="413" y="78"/>
                    <a:pt x="416" y="79"/>
                  </a:cubicBezTo>
                  <a:cubicBezTo>
                    <a:pt x="421" y="79"/>
                    <a:pt x="425" y="75"/>
                    <a:pt x="431" y="72"/>
                  </a:cubicBezTo>
                  <a:cubicBezTo>
                    <a:pt x="437" y="68"/>
                    <a:pt x="448" y="67"/>
                    <a:pt x="443" y="65"/>
                  </a:cubicBezTo>
                  <a:cubicBezTo>
                    <a:pt x="437" y="62"/>
                    <a:pt x="439" y="59"/>
                    <a:pt x="428" y="61"/>
                  </a:cubicBezTo>
                  <a:cubicBezTo>
                    <a:pt x="419" y="64"/>
                    <a:pt x="434" y="59"/>
                    <a:pt x="427" y="54"/>
                  </a:cubicBezTo>
                  <a:cubicBezTo>
                    <a:pt x="421" y="51"/>
                    <a:pt x="428" y="48"/>
                    <a:pt x="419" y="47"/>
                  </a:cubicBezTo>
                  <a:cubicBezTo>
                    <a:pt x="410" y="47"/>
                    <a:pt x="418" y="54"/>
                    <a:pt x="413" y="51"/>
                  </a:cubicBezTo>
                  <a:cubicBezTo>
                    <a:pt x="407" y="50"/>
                    <a:pt x="414" y="47"/>
                    <a:pt x="405" y="45"/>
                  </a:cubicBezTo>
                  <a:cubicBezTo>
                    <a:pt x="396" y="45"/>
                    <a:pt x="389" y="31"/>
                    <a:pt x="373" y="31"/>
                  </a:cubicBezTo>
                  <a:cubicBezTo>
                    <a:pt x="363" y="33"/>
                    <a:pt x="379" y="37"/>
                    <a:pt x="369" y="37"/>
                  </a:cubicBezTo>
                  <a:close/>
                  <a:moveTo>
                    <a:pt x="344" y="84"/>
                  </a:moveTo>
                  <a:cubicBezTo>
                    <a:pt x="351" y="86"/>
                    <a:pt x="338" y="87"/>
                    <a:pt x="344" y="87"/>
                  </a:cubicBezTo>
                  <a:cubicBezTo>
                    <a:pt x="351" y="89"/>
                    <a:pt x="344" y="93"/>
                    <a:pt x="351" y="90"/>
                  </a:cubicBezTo>
                  <a:cubicBezTo>
                    <a:pt x="357" y="89"/>
                    <a:pt x="366" y="89"/>
                    <a:pt x="364" y="86"/>
                  </a:cubicBezTo>
                  <a:cubicBezTo>
                    <a:pt x="361" y="82"/>
                    <a:pt x="370" y="82"/>
                    <a:pt x="364" y="81"/>
                  </a:cubicBezTo>
                  <a:cubicBezTo>
                    <a:pt x="357" y="78"/>
                    <a:pt x="358" y="81"/>
                    <a:pt x="352" y="76"/>
                  </a:cubicBezTo>
                  <a:cubicBezTo>
                    <a:pt x="346" y="73"/>
                    <a:pt x="335" y="73"/>
                    <a:pt x="338" y="76"/>
                  </a:cubicBezTo>
                  <a:cubicBezTo>
                    <a:pt x="340" y="81"/>
                    <a:pt x="332" y="79"/>
                    <a:pt x="338" y="82"/>
                  </a:cubicBezTo>
                  <a:cubicBezTo>
                    <a:pt x="341" y="82"/>
                    <a:pt x="338" y="82"/>
                    <a:pt x="344" y="84"/>
                  </a:cubicBezTo>
                  <a:close/>
                  <a:moveTo>
                    <a:pt x="329" y="58"/>
                  </a:moveTo>
                  <a:cubicBezTo>
                    <a:pt x="332" y="61"/>
                    <a:pt x="335" y="61"/>
                    <a:pt x="335" y="56"/>
                  </a:cubicBezTo>
                  <a:cubicBezTo>
                    <a:pt x="334" y="51"/>
                    <a:pt x="323" y="50"/>
                    <a:pt x="323" y="54"/>
                  </a:cubicBezTo>
                  <a:cubicBezTo>
                    <a:pt x="325" y="58"/>
                    <a:pt x="326" y="56"/>
                    <a:pt x="329" y="58"/>
                  </a:cubicBezTo>
                  <a:close/>
                  <a:moveTo>
                    <a:pt x="238" y="142"/>
                  </a:moveTo>
                  <a:cubicBezTo>
                    <a:pt x="245" y="138"/>
                    <a:pt x="250" y="134"/>
                    <a:pt x="256" y="135"/>
                  </a:cubicBezTo>
                  <a:cubicBezTo>
                    <a:pt x="262" y="138"/>
                    <a:pt x="259" y="134"/>
                    <a:pt x="265" y="135"/>
                  </a:cubicBezTo>
                  <a:cubicBezTo>
                    <a:pt x="271" y="137"/>
                    <a:pt x="276" y="135"/>
                    <a:pt x="282" y="128"/>
                  </a:cubicBezTo>
                  <a:cubicBezTo>
                    <a:pt x="288" y="120"/>
                    <a:pt x="274" y="118"/>
                    <a:pt x="270" y="120"/>
                  </a:cubicBezTo>
                  <a:cubicBezTo>
                    <a:pt x="267" y="121"/>
                    <a:pt x="262" y="125"/>
                    <a:pt x="264" y="121"/>
                  </a:cubicBezTo>
                  <a:cubicBezTo>
                    <a:pt x="265" y="117"/>
                    <a:pt x="258" y="120"/>
                    <a:pt x="261" y="117"/>
                  </a:cubicBezTo>
                  <a:cubicBezTo>
                    <a:pt x="264" y="114"/>
                    <a:pt x="258" y="117"/>
                    <a:pt x="258" y="109"/>
                  </a:cubicBezTo>
                  <a:cubicBezTo>
                    <a:pt x="258" y="103"/>
                    <a:pt x="252" y="107"/>
                    <a:pt x="244" y="112"/>
                  </a:cubicBezTo>
                  <a:cubicBezTo>
                    <a:pt x="236" y="117"/>
                    <a:pt x="255" y="117"/>
                    <a:pt x="249" y="120"/>
                  </a:cubicBezTo>
                  <a:cubicBezTo>
                    <a:pt x="242" y="125"/>
                    <a:pt x="256" y="123"/>
                    <a:pt x="255" y="126"/>
                  </a:cubicBezTo>
                  <a:cubicBezTo>
                    <a:pt x="253" y="131"/>
                    <a:pt x="249" y="125"/>
                    <a:pt x="241" y="126"/>
                  </a:cubicBezTo>
                  <a:cubicBezTo>
                    <a:pt x="232" y="128"/>
                    <a:pt x="239" y="126"/>
                    <a:pt x="229" y="118"/>
                  </a:cubicBezTo>
                  <a:cubicBezTo>
                    <a:pt x="217" y="111"/>
                    <a:pt x="217" y="121"/>
                    <a:pt x="213" y="115"/>
                  </a:cubicBezTo>
                  <a:cubicBezTo>
                    <a:pt x="210" y="109"/>
                    <a:pt x="206" y="112"/>
                    <a:pt x="197" y="117"/>
                  </a:cubicBezTo>
                  <a:cubicBezTo>
                    <a:pt x="188" y="120"/>
                    <a:pt x="198" y="117"/>
                    <a:pt x="191" y="123"/>
                  </a:cubicBezTo>
                  <a:cubicBezTo>
                    <a:pt x="185" y="128"/>
                    <a:pt x="194" y="125"/>
                    <a:pt x="188" y="128"/>
                  </a:cubicBezTo>
                  <a:cubicBezTo>
                    <a:pt x="182" y="132"/>
                    <a:pt x="188" y="132"/>
                    <a:pt x="195" y="135"/>
                  </a:cubicBezTo>
                  <a:cubicBezTo>
                    <a:pt x="203" y="137"/>
                    <a:pt x="203" y="132"/>
                    <a:pt x="204" y="134"/>
                  </a:cubicBezTo>
                  <a:cubicBezTo>
                    <a:pt x="206" y="137"/>
                    <a:pt x="209" y="138"/>
                    <a:pt x="212" y="134"/>
                  </a:cubicBezTo>
                  <a:cubicBezTo>
                    <a:pt x="215" y="129"/>
                    <a:pt x="217" y="129"/>
                    <a:pt x="215" y="132"/>
                  </a:cubicBezTo>
                  <a:cubicBezTo>
                    <a:pt x="213" y="135"/>
                    <a:pt x="218" y="135"/>
                    <a:pt x="230" y="132"/>
                  </a:cubicBezTo>
                  <a:cubicBezTo>
                    <a:pt x="242" y="131"/>
                    <a:pt x="236" y="135"/>
                    <a:pt x="227" y="135"/>
                  </a:cubicBezTo>
                  <a:cubicBezTo>
                    <a:pt x="218" y="137"/>
                    <a:pt x="204" y="140"/>
                    <a:pt x="215" y="143"/>
                  </a:cubicBezTo>
                  <a:cubicBezTo>
                    <a:pt x="221" y="146"/>
                    <a:pt x="229" y="143"/>
                    <a:pt x="238" y="142"/>
                  </a:cubicBezTo>
                  <a:close/>
                  <a:moveTo>
                    <a:pt x="288" y="96"/>
                  </a:moveTo>
                  <a:cubicBezTo>
                    <a:pt x="284" y="92"/>
                    <a:pt x="276" y="90"/>
                    <a:pt x="277" y="93"/>
                  </a:cubicBezTo>
                  <a:cubicBezTo>
                    <a:pt x="279" y="96"/>
                    <a:pt x="280" y="103"/>
                    <a:pt x="288" y="103"/>
                  </a:cubicBezTo>
                  <a:cubicBezTo>
                    <a:pt x="291" y="101"/>
                    <a:pt x="293" y="101"/>
                    <a:pt x="288" y="96"/>
                  </a:cubicBezTo>
                  <a:close/>
                  <a:moveTo>
                    <a:pt x="192" y="111"/>
                  </a:moveTo>
                  <a:cubicBezTo>
                    <a:pt x="198" y="111"/>
                    <a:pt x="204" y="107"/>
                    <a:pt x="197" y="104"/>
                  </a:cubicBezTo>
                  <a:cubicBezTo>
                    <a:pt x="191" y="100"/>
                    <a:pt x="207" y="100"/>
                    <a:pt x="198" y="96"/>
                  </a:cubicBezTo>
                  <a:cubicBezTo>
                    <a:pt x="192" y="93"/>
                    <a:pt x="191" y="95"/>
                    <a:pt x="189" y="98"/>
                  </a:cubicBezTo>
                  <a:cubicBezTo>
                    <a:pt x="188" y="101"/>
                    <a:pt x="180" y="92"/>
                    <a:pt x="168" y="103"/>
                  </a:cubicBezTo>
                  <a:cubicBezTo>
                    <a:pt x="157" y="111"/>
                    <a:pt x="162" y="106"/>
                    <a:pt x="156" y="111"/>
                  </a:cubicBezTo>
                  <a:cubicBezTo>
                    <a:pt x="150" y="117"/>
                    <a:pt x="150" y="109"/>
                    <a:pt x="145" y="115"/>
                  </a:cubicBezTo>
                  <a:cubicBezTo>
                    <a:pt x="139" y="120"/>
                    <a:pt x="147" y="117"/>
                    <a:pt x="145" y="120"/>
                  </a:cubicBezTo>
                  <a:cubicBezTo>
                    <a:pt x="143" y="121"/>
                    <a:pt x="147" y="121"/>
                    <a:pt x="150" y="120"/>
                  </a:cubicBezTo>
                  <a:cubicBezTo>
                    <a:pt x="153" y="117"/>
                    <a:pt x="153" y="121"/>
                    <a:pt x="157" y="120"/>
                  </a:cubicBezTo>
                  <a:cubicBezTo>
                    <a:pt x="160" y="120"/>
                    <a:pt x="159" y="115"/>
                    <a:pt x="162" y="120"/>
                  </a:cubicBezTo>
                  <a:cubicBezTo>
                    <a:pt x="163" y="125"/>
                    <a:pt x="169" y="125"/>
                    <a:pt x="169" y="118"/>
                  </a:cubicBezTo>
                  <a:cubicBezTo>
                    <a:pt x="169" y="112"/>
                    <a:pt x="171" y="125"/>
                    <a:pt x="177" y="114"/>
                  </a:cubicBezTo>
                  <a:cubicBezTo>
                    <a:pt x="180" y="107"/>
                    <a:pt x="175" y="111"/>
                    <a:pt x="182" y="107"/>
                  </a:cubicBezTo>
                  <a:cubicBezTo>
                    <a:pt x="188" y="104"/>
                    <a:pt x="178" y="114"/>
                    <a:pt x="186" y="115"/>
                  </a:cubicBezTo>
                  <a:cubicBezTo>
                    <a:pt x="195" y="117"/>
                    <a:pt x="188" y="111"/>
                    <a:pt x="192" y="111"/>
                  </a:cubicBezTo>
                  <a:close/>
                  <a:moveTo>
                    <a:pt x="232" y="82"/>
                  </a:moveTo>
                  <a:cubicBezTo>
                    <a:pt x="236" y="84"/>
                    <a:pt x="232" y="82"/>
                    <a:pt x="241" y="82"/>
                  </a:cubicBezTo>
                  <a:cubicBezTo>
                    <a:pt x="250" y="84"/>
                    <a:pt x="256" y="81"/>
                    <a:pt x="247" y="78"/>
                  </a:cubicBezTo>
                  <a:cubicBezTo>
                    <a:pt x="236" y="73"/>
                    <a:pt x="236" y="78"/>
                    <a:pt x="227" y="79"/>
                  </a:cubicBezTo>
                  <a:cubicBezTo>
                    <a:pt x="218" y="81"/>
                    <a:pt x="218" y="84"/>
                    <a:pt x="224" y="82"/>
                  </a:cubicBezTo>
                  <a:cubicBezTo>
                    <a:pt x="226" y="82"/>
                    <a:pt x="226" y="82"/>
                    <a:pt x="232" y="82"/>
                  </a:cubicBezTo>
                  <a:close/>
                  <a:moveTo>
                    <a:pt x="239" y="96"/>
                  </a:moveTo>
                  <a:cubicBezTo>
                    <a:pt x="247" y="95"/>
                    <a:pt x="249" y="92"/>
                    <a:pt x="241" y="90"/>
                  </a:cubicBezTo>
                  <a:cubicBezTo>
                    <a:pt x="235" y="90"/>
                    <a:pt x="247" y="90"/>
                    <a:pt x="249" y="87"/>
                  </a:cubicBezTo>
                  <a:cubicBezTo>
                    <a:pt x="250" y="84"/>
                    <a:pt x="239" y="86"/>
                    <a:pt x="229" y="87"/>
                  </a:cubicBezTo>
                  <a:cubicBezTo>
                    <a:pt x="218" y="89"/>
                    <a:pt x="218" y="90"/>
                    <a:pt x="220" y="95"/>
                  </a:cubicBezTo>
                  <a:cubicBezTo>
                    <a:pt x="223" y="100"/>
                    <a:pt x="232" y="98"/>
                    <a:pt x="239" y="96"/>
                  </a:cubicBezTo>
                  <a:close/>
                  <a:moveTo>
                    <a:pt x="335" y="135"/>
                  </a:moveTo>
                  <a:cubicBezTo>
                    <a:pt x="340" y="135"/>
                    <a:pt x="344" y="135"/>
                    <a:pt x="343" y="131"/>
                  </a:cubicBezTo>
                  <a:cubicBezTo>
                    <a:pt x="341" y="128"/>
                    <a:pt x="341" y="125"/>
                    <a:pt x="344" y="128"/>
                  </a:cubicBezTo>
                  <a:cubicBezTo>
                    <a:pt x="347" y="131"/>
                    <a:pt x="347" y="128"/>
                    <a:pt x="344" y="125"/>
                  </a:cubicBezTo>
                  <a:cubicBezTo>
                    <a:pt x="341" y="120"/>
                    <a:pt x="346" y="114"/>
                    <a:pt x="338" y="109"/>
                  </a:cubicBezTo>
                  <a:cubicBezTo>
                    <a:pt x="331" y="106"/>
                    <a:pt x="334" y="114"/>
                    <a:pt x="331" y="111"/>
                  </a:cubicBezTo>
                  <a:cubicBezTo>
                    <a:pt x="326" y="109"/>
                    <a:pt x="323" y="109"/>
                    <a:pt x="319" y="111"/>
                  </a:cubicBezTo>
                  <a:cubicBezTo>
                    <a:pt x="314" y="112"/>
                    <a:pt x="320" y="114"/>
                    <a:pt x="326" y="121"/>
                  </a:cubicBezTo>
                  <a:cubicBezTo>
                    <a:pt x="312" y="115"/>
                    <a:pt x="320" y="114"/>
                    <a:pt x="312" y="112"/>
                  </a:cubicBezTo>
                  <a:cubicBezTo>
                    <a:pt x="305" y="112"/>
                    <a:pt x="306" y="114"/>
                    <a:pt x="311" y="120"/>
                  </a:cubicBezTo>
                  <a:cubicBezTo>
                    <a:pt x="316" y="125"/>
                    <a:pt x="311" y="120"/>
                    <a:pt x="308" y="121"/>
                  </a:cubicBezTo>
                  <a:cubicBezTo>
                    <a:pt x="306" y="125"/>
                    <a:pt x="300" y="123"/>
                    <a:pt x="303" y="126"/>
                  </a:cubicBezTo>
                  <a:cubicBezTo>
                    <a:pt x="305" y="129"/>
                    <a:pt x="323" y="125"/>
                    <a:pt x="329" y="125"/>
                  </a:cubicBezTo>
                  <a:cubicBezTo>
                    <a:pt x="334" y="125"/>
                    <a:pt x="317" y="126"/>
                    <a:pt x="320" y="131"/>
                  </a:cubicBezTo>
                  <a:cubicBezTo>
                    <a:pt x="323" y="134"/>
                    <a:pt x="320" y="138"/>
                    <a:pt x="326" y="135"/>
                  </a:cubicBezTo>
                  <a:cubicBezTo>
                    <a:pt x="329" y="134"/>
                    <a:pt x="329" y="135"/>
                    <a:pt x="335" y="135"/>
                  </a:cubicBezTo>
                  <a:close/>
                  <a:moveTo>
                    <a:pt x="623" y="518"/>
                  </a:moveTo>
                  <a:cubicBezTo>
                    <a:pt x="623" y="515"/>
                    <a:pt x="626" y="515"/>
                    <a:pt x="625" y="515"/>
                  </a:cubicBezTo>
                  <a:cubicBezTo>
                    <a:pt x="625" y="513"/>
                    <a:pt x="618" y="515"/>
                    <a:pt x="612" y="513"/>
                  </a:cubicBezTo>
                  <a:cubicBezTo>
                    <a:pt x="608" y="512"/>
                    <a:pt x="611" y="505"/>
                    <a:pt x="608" y="510"/>
                  </a:cubicBezTo>
                  <a:cubicBezTo>
                    <a:pt x="605" y="515"/>
                    <a:pt x="609" y="512"/>
                    <a:pt x="608" y="515"/>
                  </a:cubicBezTo>
                  <a:cubicBezTo>
                    <a:pt x="608" y="516"/>
                    <a:pt x="611" y="515"/>
                    <a:pt x="612" y="516"/>
                  </a:cubicBezTo>
                  <a:cubicBezTo>
                    <a:pt x="614" y="518"/>
                    <a:pt x="614" y="516"/>
                    <a:pt x="622" y="519"/>
                  </a:cubicBezTo>
                  <a:cubicBezTo>
                    <a:pt x="623" y="521"/>
                    <a:pt x="623" y="521"/>
                    <a:pt x="623" y="518"/>
                  </a:cubicBezTo>
                  <a:close/>
                  <a:moveTo>
                    <a:pt x="635" y="521"/>
                  </a:moveTo>
                  <a:cubicBezTo>
                    <a:pt x="635" y="518"/>
                    <a:pt x="637" y="518"/>
                    <a:pt x="637" y="522"/>
                  </a:cubicBezTo>
                  <a:cubicBezTo>
                    <a:pt x="635" y="527"/>
                    <a:pt x="637" y="526"/>
                    <a:pt x="640" y="522"/>
                  </a:cubicBezTo>
                  <a:cubicBezTo>
                    <a:pt x="643" y="521"/>
                    <a:pt x="646" y="518"/>
                    <a:pt x="643" y="518"/>
                  </a:cubicBezTo>
                  <a:cubicBezTo>
                    <a:pt x="640" y="516"/>
                    <a:pt x="638" y="516"/>
                    <a:pt x="640" y="512"/>
                  </a:cubicBezTo>
                  <a:cubicBezTo>
                    <a:pt x="640" y="507"/>
                    <a:pt x="638" y="507"/>
                    <a:pt x="635" y="512"/>
                  </a:cubicBezTo>
                  <a:cubicBezTo>
                    <a:pt x="632" y="516"/>
                    <a:pt x="629" y="519"/>
                    <a:pt x="631" y="524"/>
                  </a:cubicBezTo>
                  <a:cubicBezTo>
                    <a:pt x="632" y="527"/>
                    <a:pt x="634" y="526"/>
                    <a:pt x="635" y="521"/>
                  </a:cubicBezTo>
                  <a:close/>
                  <a:moveTo>
                    <a:pt x="611" y="474"/>
                  </a:moveTo>
                  <a:cubicBezTo>
                    <a:pt x="600" y="473"/>
                    <a:pt x="609" y="476"/>
                    <a:pt x="612" y="479"/>
                  </a:cubicBezTo>
                  <a:cubicBezTo>
                    <a:pt x="615" y="482"/>
                    <a:pt x="626" y="487"/>
                    <a:pt x="629" y="484"/>
                  </a:cubicBezTo>
                  <a:cubicBezTo>
                    <a:pt x="629" y="480"/>
                    <a:pt x="620" y="476"/>
                    <a:pt x="611" y="474"/>
                  </a:cubicBezTo>
                  <a:close/>
                  <a:moveTo>
                    <a:pt x="655" y="501"/>
                  </a:moveTo>
                  <a:cubicBezTo>
                    <a:pt x="660" y="498"/>
                    <a:pt x="660" y="502"/>
                    <a:pt x="669" y="501"/>
                  </a:cubicBezTo>
                  <a:cubicBezTo>
                    <a:pt x="679" y="499"/>
                    <a:pt x="669" y="504"/>
                    <a:pt x="678" y="502"/>
                  </a:cubicBezTo>
                  <a:cubicBezTo>
                    <a:pt x="687" y="501"/>
                    <a:pt x="673" y="507"/>
                    <a:pt x="673" y="508"/>
                  </a:cubicBezTo>
                  <a:cubicBezTo>
                    <a:pt x="673" y="512"/>
                    <a:pt x="678" y="512"/>
                    <a:pt x="681" y="507"/>
                  </a:cubicBezTo>
                  <a:cubicBezTo>
                    <a:pt x="684" y="501"/>
                    <a:pt x="685" y="505"/>
                    <a:pt x="687" y="501"/>
                  </a:cubicBezTo>
                  <a:cubicBezTo>
                    <a:pt x="690" y="496"/>
                    <a:pt x="692" y="499"/>
                    <a:pt x="690" y="504"/>
                  </a:cubicBezTo>
                  <a:cubicBezTo>
                    <a:pt x="689" y="508"/>
                    <a:pt x="687" y="512"/>
                    <a:pt x="690" y="508"/>
                  </a:cubicBezTo>
                  <a:cubicBezTo>
                    <a:pt x="695" y="505"/>
                    <a:pt x="692" y="512"/>
                    <a:pt x="696" y="512"/>
                  </a:cubicBezTo>
                  <a:cubicBezTo>
                    <a:pt x="702" y="512"/>
                    <a:pt x="698" y="510"/>
                    <a:pt x="701" y="502"/>
                  </a:cubicBezTo>
                  <a:cubicBezTo>
                    <a:pt x="702" y="494"/>
                    <a:pt x="695" y="502"/>
                    <a:pt x="699" y="496"/>
                  </a:cubicBezTo>
                  <a:cubicBezTo>
                    <a:pt x="702" y="491"/>
                    <a:pt x="696" y="494"/>
                    <a:pt x="693" y="499"/>
                  </a:cubicBezTo>
                  <a:cubicBezTo>
                    <a:pt x="692" y="504"/>
                    <a:pt x="692" y="496"/>
                    <a:pt x="695" y="493"/>
                  </a:cubicBezTo>
                  <a:cubicBezTo>
                    <a:pt x="699" y="491"/>
                    <a:pt x="699" y="488"/>
                    <a:pt x="696" y="490"/>
                  </a:cubicBezTo>
                  <a:cubicBezTo>
                    <a:pt x="693" y="491"/>
                    <a:pt x="689" y="488"/>
                    <a:pt x="693" y="485"/>
                  </a:cubicBezTo>
                  <a:cubicBezTo>
                    <a:pt x="696" y="480"/>
                    <a:pt x="692" y="477"/>
                    <a:pt x="684" y="480"/>
                  </a:cubicBezTo>
                  <a:cubicBezTo>
                    <a:pt x="676" y="482"/>
                    <a:pt x="682" y="477"/>
                    <a:pt x="678" y="479"/>
                  </a:cubicBezTo>
                  <a:cubicBezTo>
                    <a:pt x="673" y="480"/>
                    <a:pt x="673" y="474"/>
                    <a:pt x="676" y="474"/>
                  </a:cubicBezTo>
                  <a:cubicBezTo>
                    <a:pt x="679" y="474"/>
                    <a:pt x="675" y="468"/>
                    <a:pt x="670" y="474"/>
                  </a:cubicBezTo>
                  <a:cubicBezTo>
                    <a:pt x="666" y="479"/>
                    <a:pt x="669" y="471"/>
                    <a:pt x="672" y="465"/>
                  </a:cubicBezTo>
                  <a:cubicBezTo>
                    <a:pt x="672" y="465"/>
                    <a:pt x="676" y="459"/>
                    <a:pt x="678" y="456"/>
                  </a:cubicBezTo>
                  <a:cubicBezTo>
                    <a:pt x="679" y="454"/>
                    <a:pt x="678" y="451"/>
                    <a:pt x="672" y="454"/>
                  </a:cubicBezTo>
                  <a:cubicBezTo>
                    <a:pt x="666" y="457"/>
                    <a:pt x="669" y="460"/>
                    <a:pt x="666" y="462"/>
                  </a:cubicBezTo>
                  <a:cubicBezTo>
                    <a:pt x="663" y="463"/>
                    <a:pt x="660" y="474"/>
                    <a:pt x="655" y="484"/>
                  </a:cubicBezTo>
                  <a:cubicBezTo>
                    <a:pt x="650" y="491"/>
                    <a:pt x="653" y="485"/>
                    <a:pt x="650" y="488"/>
                  </a:cubicBezTo>
                  <a:cubicBezTo>
                    <a:pt x="647" y="491"/>
                    <a:pt x="647" y="491"/>
                    <a:pt x="652" y="491"/>
                  </a:cubicBezTo>
                  <a:cubicBezTo>
                    <a:pt x="657" y="493"/>
                    <a:pt x="644" y="496"/>
                    <a:pt x="647" y="499"/>
                  </a:cubicBezTo>
                  <a:cubicBezTo>
                    <a:pt x="649" y="501"/>
                    <a:pt x="649" y="502"/>
                    <a:pt x="655" y="501"/>
                  </a:cubicBezTo>
                  <a:close/>
                  <a:moveTo>
                    <a:pt x="363" y="485"/>
                  </a:moveTo>
                  <a:cubicBezTo>
                    <a:pt x="364" y="485"/>
                    <a:pt x="363" y="479"/>
                    <a:pt x="364" y="480"/>
                  </a:cubicBezTo>
                  <a:cubicBezTo>
                    <a:pt x="366" y="480"/>
                    <a:pt x="366" y="482"/>
                    <a:pt x="367" y="485"/>
                  </a:cubicBezTo>
                  <a:cubicBezTo>
                    <a:pt x="367" y="490"/>
                    <a:pt x="372" y="487"/>
                    <a:pt x="373" y="490"/>
                  </a:cubicBezTo>
                  <a:cubicBezTo>
                    <a:pt x="375" y="491"/>
                    <a:pt x="375" y="487"/>
                    <a:pt x="381" y="490"/>
                  </a:cubicBezTo>
                  <a:cubicBezTo>
                    <a:pt x="387" y="491"/>
                    <a:pt x="384" y="494"/>
                    <a:pt x="386" y="493"/>
                  </a:cubicBezTo>
                  <a:cubicBezTo>
                    <a:pt x="389" y="491"/>
                    <a:pt x="390" y="498"/>
                    <a:pt x="393" y="494"/>
                  </a:cubicBezTo>
                  <a:cubicBezTo>
                    <a:pt x="399" y="493"/>
                    <a:pt x="396" y="496"/>
                    <a:pt x="401" y="494"/>
                  </a:cubicBezTo>
                  <a:cubicBezTo>
                    <a:pt x="405" y="494"/>
                    <a:pt x="402" y="496"/>
                    <a:pt x="407" y="496"/>
                  </a:cubicBezTo>
                  <a:cubicBezTo>
                    <a:pt x="408" y="496"/>
                    <a:pt x="408" y="496"/>
                    <a:pt x="408" y="496"/>
                  </a:cubicBezTo>
                  <a:cubicBezTo>
                    <a:pt x="410" y="494"/>
                    <a:pt x="410" y="493"/>
                    <a:pt x="410" y="491"/>
                  </a:cubicBezTo>
                  <a:cubicBezTo>
                    <a:pt x="411" y="490"/>
                    <a:pt x="414" y="488"/>
                    <a:pt x="413" y="491"/>
                  </a:cubicBezTo>
                  <a:cubicBezTo>
                    <a:pt x="411" y="493"/>
                    <a:pt x="414" y="491"/>
                    <a:pt x="416" y="488"/>
                  </a:cubicBezTo>
                  <a:cubicBezTo>
                    <a:pt x="416" y="484"/>
                    <a:pt x="418" y="487"/>
                    <a:pt x="416" y="488"/>
                  </a:cubicBezTo>
                  <a:cubicBezTo>
                    <a:pt x="414" y="491"/>
                    <a:pt x="416" y="491"/>
                    <a:pt x="418" y="490"/>
                  </a:cubicBezTo>
                  <a:cubicBezTo>
                    <a:pt x="421" y="488"/>
                    <a:pt x="418" y="485"/>
                    <a:pt x="419" y="485"/>
                  </a:cubicBezTo>
                  <a:cubicBezTo>
                    <a:pt x="421" y="484"/>
                    <a:pt x="424" y="487"/>
                    <a:pt x="427" y="487"/>
                  </a:cubicBezTo>
                  <a:cubicBezTo>
                    <a:pt x="430" y="487"/>
                    <a:pt x="428" y="488"/>
                    <a:pt x="431" y="487"/>
                  </a:cubicBezTo>
                  <a:cubicBezTo>
                    <a:pt x="434" y="487"/>
                    <a:pt x="433" y="494"/>
                    <a:pt x="437" y="496"/>
                  </a:cubicBezTo>
                  <a:cubicBezTo>
                    <a:pt x="440" y="498"/>
                    <a:pt x="446" y="494"/>
                    <a:pt x="443" y="499"/>
                  </a:cubicBezTo>
                  <a:cubicBezTo>
                    <a:pt x="443" y="501"/>
                    <a:pt x="445" y="502"/>
                    <a:pt x="446" y="504"/>
                  </a:cubicBezTo>
                  <a:cubicBezTo>
                    <a:pt x="448" y="505"/>
                    <a:pt x="445" y="507"/>
                    <a:pt x="446" y="508"/>
                  </a:cubicBezTo>
                  <a:cubicBezTo>
                    <a:pt x="448" y="510"/>
                    <a:pt x="446" y="508"/>
                    <a:pt x="448" y="508"/>
                  </a:cubicBezTo>
                  <a:cubicBezTo>
                    <a:pt x="449" y="510"/>
                    <a:pt x="446" y="508"/>
                    <a:pt x="446" y="512"/>
                  </a:cubicBezTo>
                  <a:cubicBezTo>
                    <a:pt x="446" y="515"/>
                    <a:pt x="451" y="512"/>
                    <a:pt x="451" y="515"/>
                  </a:cubicBezTo>
                  <a:cubicBezTo>
                    <a:pt x="451" y="516"/>
                    <a:pt x="453" y="515"/>
                    <a:pt x="456" y="516"/>
                  </a:cubicBezTo>
                  <a:cubicBezTo>
                    <a:pt x="459" y="518"/>
                    <a:pt x="463" y="518"/>
                    <a:pt x="466" y="518"/>
                  </a:cubicBezTo>
                  <a:cubicBezTo>
                    <a:pt x="469" y="518"/>
                    <a:pt x="471" y="518"/>
                    <a:pt x="471" y="519"/>
                  </a:cubicBezTo>
                  <a:cubicBezTo>
                    <a:pt x="471" y="521"/>
                    <a:pt x="472" y="519"/>
                    <a:pt x="475" y="519"/>
                  </a:cubicBezTo>
                  <a:cubicBezTo>
                    <a:pt x="478" y="519"/>
                    <a:pt x="480" y="527"/>
                    <a:pt x="481" y="527"/>
                  </a:cubicBezTo>
                  <a:cubicBezTo>
                    <a:pt x="483" y="526"/>
                    <a:pt x="483" y="526"/>
                    <a:pt x="483" y="529"/>
                  </a:cubicBezTo>
                  <a:cubicBezTo>
                    <a:pt x="483" y="530"/>
                    <a:pt x="486" y="532"/>
                    <a:pt x="486" y="533"/>
                  </a:cubicBezTo>
                  <a:cubicBezTo>
                    <a:pt x="486" y="535"/>
                    <a:pt x="483" y="532"/>
                    <a:pt x="483" y="533"/>
                  </a:cubicBezTo>
                  <a:cubicBezTo>
                    <a:pt x="481" y="533"/>
                    <a:pt x="484" y="536"/>
                    <a:pt x="483" y="536"/>
                  </a:cubicBezTo>
                  <a:cubicBezTo>
                    <a:pt x="481" y="538"/>
                    <a:pt x="478" y="533"/>
                    <a:pt x="477" y="535"/>
                  </a:cubicBezTo>
                  <a:cubicBezTo>
                    <a:pt x="475" y="536"/>
                    <a:pt x="477" y="533"/>
                    <a:pt x="475" y="533"/>
                  </a:cubicBezTo>
                  <a:cubicBezTo>
                    <a:pt x="474" y="533"/>
                    <a:pt x="477" y="532"/>
                    <a:pt x="474" y="532"/>
                  </a:cubicBezTo>
                  <a:cubicBezTo>
                    <a:pt x="472" y="532"/>
                    <a:pt x="474" y="529"/>
                    <a:pt x="472" y="529"/>
                  </a:cubicBezTo>
                  <a:cubicBezTo>
                    <a:pt x="471" y="529"/>
                    <a:pt x="471" y="527"/>
                    <a:pt x="469" y="527"/>
                  </a:cubicBezTo>
                  <a:cubicBezTo>
                    <a:pt x="469" y="529"/>
                    <a:pt x="472" y="530"/>
                    <a:pt x="474" y="533"/>
                  </a:cubicBezTo>
                  <a:cubicBezTo>
                    <a:pt x="474" y="538"/>
                    <a:pt x="469" y="538"/>
                    <a:pt x="469" y="544"/>
                  </a:cubicBezTo>
                  <a:cubicBezTo>
                    <a:pt x="471" y="550"/>
                    <a:pt x="469" y="550"/>
                    <a:pt x="465" y="554"/>
                  </a:cubicBezTo>
                  <a:cubicBezTo>
                    <a:pt x="465" y="555"/>
                    <a:pt x="463" y="555"/>
                    <a:pt x="463" y="557"/>
                  </a:cubicBezTo>
                  <a:cubicBezTo>
                    <a:pt x="463" y="558"/>
                    <a:pt x="463" y="558"/>
                    <a:pt x="463" y="558"/>
                  </a:cubicBezTo>
                  <a:cubicBezTo>
                    <a:pt x="466" y="560"/>
                    <a:pt x="463" y="561"/>
                    <a:pt x="460" y="561"/>
                  </a:cubicBezTo>
                  <a:cubicBezTo>
                    <a:pt x="457" y="561"/>
                    <a:pt x="459" y="564"/>
                    <a:pt x="460" y="564"/>
                  </a:cubicBezTo>
                  <a:cubicBezTo>
                    <a:pt x="463" y="564"/>
                    <a:pt x="463" y="566"/>
                    <a:pt x="463" y="564"/>
                  </a:cubicBezTo>
                  <a:cubicBezTo>
                    <a:pt x="465" y="563"/>
                    <a:pt x="466" y="563"/>
                    <a:pt x="468" y="563"/>
                  </a:cubicBezTo>
                  <a:cubicBezTo>
                    <a:pt x="469" y="561"/>
                    <a:pt x="471" y="557"/>
                    <a:pt x="477" y="558"/>
                  </a:cubicBezTo>
                  <a:cubicBezTo>
                    <a:pt x="484" y="560"/>
                    <a:pt x="480" y="558"/>
                    <a:pt x="480" y="557"/>
                  </a:cubicBezTo>
                  <a:cubicBezTo>
                    <a:pt x="481" y="557"/>
                    <a:pt x="483" y="555"/>
                    <a:pt x="486" y="555"/>
                  </a:cubicBezTo>
                  <a:cubicBezTo>
                    <a:pt x="489" y="555"/>
                    <a:pt x="491" y="555"/>
                    <a:pt x="491" y="555"/>
                  </a:cubicBezTo>
                  <a:cubicBezTo>
                    <a:pt x="491" y="554"/>
                    <a:pt x="492" y="554"/>
                    <a:pt x="492" y="554"/>
                  </a:cubicBezTo>
                  <a:cubicBezTo>
                    <a:pt x="489" y="552"/>
                    <a:pt x="489" y="552"/>
                    <a:pt x="489" y="552"/>
                  </a:cubicBezTo>
                  <a:cubicBezTo>
                    <a:pt x="488" y="552"/>
                    <a:pt x="484" y="552"/>
                    <a:pt x="486" y="549"/>
                  </a:cubicBezTo>
                  <a:cubicBezTo>
                    <a:pt x="488" y="546"/>
                    <a:pt x="489" y="547"/>
                    <a:pt x="489" y="546"/>
                  </a:cubicBezTo>
                  <a:cubicBezTo>
                    <a:pt x="491" y="544"/>
                    <a:pt x="494" y="544"/>
                    <a:pt x="498" y="543"/>
                  </a:cubicBezTo>
                  <a:cubicBezTo>
                    <a:pt x="503" y="541"/>
                    <a:pt x="501" y="541"/>
                    <a:pt x="504" y="543"/>
                  </a:cubicBezTo>
                  <a:cubicBezTo>
                    <a:pt x="509" y="546"/>
                    <a:pt x="507" y="543"/>
                    <a:pt x="509" y="541"/>
                  </a:cubicBezTo>
                  <a:cubicBezTo>
                    <a:pt x="512" y="540"/>
                    <a:pt x="513" y="538"/>
                    <a:pt x="516" y="536"/>
                  </a:cubicBezTo>
                  <a:cubicBezTo>
                    <a:pt x="519" y="533"/>
                    <a:pt x="524" y="530"/>
                    <a:pt x="526" y="530"/>
                  </a:cubicBezTo>
                  <a:cubicBezTo>
                    <a:pt x="526" y="532"/>
                    <a:pt x="527" y="530"/>
                    <a:pt x="529" y="530"/>
                  </a:cubicBezTo>
                  <a:cubicBezTo>
                    <a:pt x="551" y="530"/>
                    <a:pt x="551" y="530"/>
                    <a:pt x="551" y="530"/>
                  </a:cubicBezTo>
                  <a:cubicBezTo>
                    <a:pt x="551" y="527"/>
                    <a:pt x="551" y="527"/>
                    <a:pt x="553" y="527"/>
                  </a:cubicBezTo>
                  <a:cubicBezTo>
                    <a:pt x="555" y="529"/>
                    <a:pt x="555" y="527"/>
                    <a:pt x="555" y="527"/>
                  </a:cubicBezTo>
                  <a:cubicBezTo>
                    <a:pt x="556" y="529"/>
                    <a:pt x="556" y="526"/>
                    <a:pt x="558" y="526"/>
                  </a:cubicBezTo>
                  <a:cubicBezTo>
                    <a:pt x="559" y="526"/>
                    <a:pt x="555" y="526"/>
                    <a:pt x="558" y="524"/>
                  </a:cubicBezTo>
                  <a:cubicBezTo>
                    <a:pt x="561" y="521"/>
                    <a:pt x="558" y="522"/>
                    <a:pt x="561" y="521"/>
                  </a:cubicBezTo>
                  <a:cubicBezTo>
                    <a:pt x="562" y="519"/>
                    <a:pt x="559" y="518"/>
                    <a:pt x="562" y="515"/>
                  </a:cubicBezTo>
                  <a:cubicBezTo>
                    <a:pt x="564" y="513"/>
                    <a:pt x="561" y="513"/>
                    <a:pt x="564" y="510"/>
                  </a:cubicBezTo>
                  <a:cubicBezTo>
                    <a:pt x="565" y="507"/>
                    <a:pt x="568" y="502"/>
                    <a:pt x="568" y="502"/>
                  </a:cubicBezTo>
                  <a:cubicBezTo>
                    <a:pt x="568" y="502"/>
                    <a:pt x="570" y="502"/>
                    <a:pt x="570" y="504"/>
                  </a:cubicBezTo>
                  <a:cubicBezTo>
                    <a:pt x="570" y="505"/>
                    <a:pt x="571" y="505"/>
                    <a:pt x="573" y="505"/>
                  </a:cubicBezTo>
                  <a:cubicBezTo>
                    <a:pt x="574" y="504"/>
                    <a:pt x="576" y="502"/>
                    <a:pt x="577" y="505"/>
                  </a:cubicBezTo>
                  <a:cubicBezTo>
                    <a:pt x="580" y="507"/>
                    <a:pt x="580" y="507"/>
                    <a:pt x="580" y="510"/>
                  </a:cubicBezTo>
                  <a:cubicBezTo>
                    <a:pt x="580" y="512"/>
                    <a:pt x="580" y="519"/>
                    <a:pt x="580" y="521"/>
                  </a:cubicBezTo>
                  <a:cubicBezTo>
                    <a:pt x="580" y="522"/>
                    <a:pt x="579" y="522"/>
                    <a:pt x="580" y="522"/>
                  </a:cubicBezTo>
                  <a:cubicBezTo>
                    <a:pt x="582" y="524"/>
                    <a:pt x="582" y="524"/>
                    <a:pt x="582" y="524"/>
                  </a:cubicBezTo>
                  <a:cubicBezTo>
                    <a:pt x="583" y="524"/>
                    <a:pt x="583" y="524"/>
                    <a:pt x="583" y="526"/>
                  </a:cubicBezTo>
                  <a:cubicBezTo>
                    <a:pt x="583" y="527"/>
                    <a:pt x="583" y="529"/>
                    <a:pt x="585" y="529"/>
                  </a:cubicBezTo>
                  <a:cubicBezTo>
                    <a:pt x="591" y="532"/>
                    <a:pt x="594" y="529"/>
                    <a:pt x="600" y="526"/>
                  </a:cubicBezTo>
                  <a:cubicBezTo>
                    <a:pt x="606" y="522"/>
                    <a:pt x="599" y="527"/>
                    <a:pt x="609" y="526"/>
                  </a:cubicBezTo>
                  <a:cubicBezTo>
                    <a:pt x="617" y="526"/>
                    <a:pt x="608" y="527"/>
                    <a:pt x="602" y="530"/>
                  </a:cubicBezTo>
                  <a:cubicBezTo>
                    <a:pt x="596" y="533"/>
                    <a:pt x="591" y="540"/>
                    <a:pt x="594" y="546"/>
                  </a:cubicBezTo>
                  <a:cubicBezTo>
                    <a:pt x="597" y="552"/>
                    <a:pt x="602" y="547"/>
                    <a:pt x="606" y="540"/>
                  </a:cubicBezTo>
                  <a:cubicBezTo>
                    <a:pt x="612" y="533"/>
                    <a:pt x="612" y="540"/>
                    <a:pt x="620" y="533"/>
                  </a:cubicBezTo>
                  <a:cubicBezTo>
                    <a:pt x="626" y="529"/>
                    <a:pt x="635" y="530"/>
                    <a:pt x="632" y="527"/>
                  </a:cubicBezTo>
                  <a:cubicBezTo>
                    <a:pt x="629" y="524"/>
                    <a:pt x="628" y="521"/>
                    <a:pt x="625" y="522"/>
                  </a:cubicBezTo>
                  <a:cubicBezTo>
                    <a:pt x="622" y="524"/>
                    <a:pt x="611" y="521"/>
                    <a:pt x="611" y="519"/>
                  </a:cubicBezTo>
                  <a:cubicBezTo>
                    <a:pt x="612" y="516"/>
                    <a:pt x="606" y="519"/>
                    <a:pt x="605" y="512"/>
                  </a:cubicBezTo>
                  <a:cubicBezTo>
                    <a:pt x="602" y="502"/>
                    <a:pt x="608" y="496"/>
                    <a:pt x="602" y="498"/>
                  </a:cubicBezTo>
                  <a:cubicBezTo>
                    <a:pt x="593" y="501"/>
                    <a:pt x="599" y="498"/>
                    <a:pt x="605" y="493"/>
                  </a:cubicBezTo>
                  <a:cubicBezTo>
                    <a:pt x="609" y="490"/>
                    <a:pt x="611" y="487"/>
                    <a:pt x="605" y="484"/>
                  </a:cubicBezTo>
                  <a:cubicBezTo>
                    <a:pt x="600" y="479"/>
                    <a:pt x="574" y="487"/>
                    <a:pt x="568" y="494"/>
                  </a:cubicBezTo>
                  <a:cubicBezTo>
                    <a:pt x="561" y="508"/>
                    <a:pt x="551" y="513"/>
                    <a:pt x="556" y="508"/>
                  </a:cubicBezTo>
                  <a:cubicBezTo>
                    <a:pt x="561" y="504"/>
                    <a:pt x="568" y="487"/>
                    <a:pt x="579" y="482"/>
                  </a:cubicBezTo>
                  <a:cubicBezTo>
                    <a:pt x="593" y="477"/>
                    <a:pt x="577" y="473"/>
                    <a:pt x="599" y="470"/>
                  </a:cubicBezTo>
                  <a:cubicBezTo>
                    <a:pt x="626" y="465"/>
                    <a:pt x="631" y="480"/>
                    <a:pt x="649" y="463"/>
                  </a:cubicBezTo>
                  <a:cubicBezTo>
                    <a:pt x="666" y="448"/>
                    <a:pt x="663" y="460"/>
                    <a:pt x="667" y="454"/>
                  </a:cubicBezTo>
                  <a:cubicBezTo>
                    <a:pt x="673" y="448"/>
                    <a:pt x="679" y="449"/>
                    <a:pt x="675" y="442"/>
                  </a:cubicBezTo>
                  <a:cubicBezTo>
                    <a:pt x="672" y="434"/>
                    <a:pt x="678" y="438"/>
                    <a:pt x="675" y="432"/>
                  </a:cubicBezTo>
                  <a:cubicBezTo>
                    <a:pt x="672" y="426"/>
                    <a:pt x="669" y="431"/>
                    <a:pt x="664" y="425"/>
                  </a:cubicBezTo>
                  <a:cubicBezTo>
                    <a:pt x="660" y="418"/>
                    <a:pt x="655" y="423"/>
                    <a:pt x="647" y="429"/>
                  </a:cubicBezTo>
                  <a:cubicBezTo>
                    <a:pt x="638" y="435"/>
                    <a:pt x="637" y="428"/>
                    <a:pt x="644" y="426"/>
                  </a:cubicBezTo>
                  <a:cubicBezTo>
                    <a:pt x="652" y="425"/>
                    <a:pt x="650" y="421"/>
                    <a:pt x="658" y="420"/>
                  </a:cubicBezTo>
                  <a:cubicBezTo>
                    <a:pt x="666" y="418"/>
                    <a:pt x="663" y="415"/>
                    <a:pt x="655" y="414"/>
                  </a:cubicBezTo>
                  <a:cubicBezTo>
                    <a:pt x="647" y="414"/>
                    <a:pt x="653" y="411"/>
                    <a:pt x="644" y="409"/>
                  </a:cubicBezTo>
                  <a:cubicBezTo>
                    <a:pt x="635" y="407"/>
                    <a:pt x="643" y="404"/>
                    <a:pt x="637" y="401"/>
                  </a:cubicBezTo>
                  <a:cubicBezTo>
                    <a:pt x="631" y="398"/>
                    <a:pt x="626" y="395"/>
                    <a:pt x="631" y="389"/>
                  </a:cubicBezTo>
                  <a:cubicBezTo>
                    <a:pt x="634" y="381"/>
                    <a:pt x="622" y="384"/>
                    <a:pt x="626" y="379"/>
                  </a:cubicBezTo>
                  <a:cubicBezTo>
                    <a:pt x="629" y="375"/>
                    <a:pt x="622" y="375"/>
                    <a:pt x="620" y="367"/>
                  </a:cubicBezTo>
                  <a:cubicBezTo>
                    <a:pt x="620" y="361"/>
                    <a:pt x="618" y="365"/>
                    <a:pt x="617" y="361"/>
                  </a:cubicBezTo>
                  <a:cubicBezTo>
                    <a:pt x="615" y="355"/>
                    <a:pt x="614" y="359"/>
                    <a:pt x="609" y="350"/>
                  </a:cubicBezTo>
                  <a:cubicBezTo>
                    <a:pt x="605" y="341"/>
                    <a:pt x="605" y="344"/>
                    <a:pt x="600" y="350"/>
                  </a:cubicBezTo>
                  <a:cubicBezTo>
                    <a:pt x="596" y="355"/>
                    <a:pt x="599" y="365"/>
                    <a:pt x="593" y="364"/>
                  </a:cubicBezTo>
                  <a:cubicBezTo>
                    <a:pt x="585" y="362"/>
                    <a:pt x="593" y="365"/>
                    <a:pt x="585" y="369"/>
                  </a:cubicBezTo>
                  <a:cubicBezTo>
                    <a:pt x="576" y="372"/>
                    <a:pt x="579" y="362"/>
                    <a:pt x="570" y="362"/>
                  </a:cubicBezTo>
                  <a:cubicBezTo>
                    <a:pt x="562" y="362"/>
                    <a:pt x="571" y="359"/>
                    <a:pt x="567" y="358"/>
                  </a:cubicBezTo>
                  <a:cubicBezTo>
                    <a:pt x="562" y="355"/>
                    <a:pt x="568" y="355"/>
                    <a:pt x="565" y="348"/>
                  </a:cubicBezTo>
                  <a:cubicBezTo>
                    <a:pt x="562" y="344"/>
                    <a:pt x="570" y="337"/>
                    <a:pt x="567" y="334"/>
                  </a:cubicBezTo>
                  <a:cubicBezTo>
                    <a:pt x="564" y="331"/>
                    <a:pt x="564" y="339"/>
                    <a:pt x="562" y="336"/>
                  </a:cubicBezTo>
                  <a:cubicBezTo>
                    <a:pt x="561" y="333"/>
                    <a:pt x="550" y="333"/>
                    <a:pt x="550" y="330"/>
                  </a:cubicBezTo>
                  <a:cubicBezTo>
                    <a:pt x="551" y="325"/>
                    <a:pt x="545" y="323"/>
                    <a:pt x="538" y="317"/>
                  </a:cubicBezTo>
                  <a:cubicBezTo>
                    <a:pt x="526" y="309"/>
                    <a:pt x="536" y="327"/>
                    <a:pt x="509" y="314"/>
                  </a:cubicBezTo>
                  <a:cubicBezTo>
                    <a:pt x="497" y="309"/>
                    <a:pt x="497" y="323"/>
                    <a:pt x="500" y="325"/>
                  </a:cubicBezTo>
                  <a:cubicBezTo>
                    <a:pt x="503" y="328"/>
                    <a:pt x="501" y="333"/>
                    <a:pt x="500" y="336"/>
                  </a:cubicBezTo>
                  <a:cubicBezTo>
                    <a:pt x="497" y="339"/>
                    <a:pt x="500" y="337"/>
                    <a:pt x="503" y="345"/>
                  </a:cubicBezTo>
                  <a:cubicBezTo>
                    <a:pt x="506" y="351"/>
                    <a:pt x="503" y="351"/>
                    <a:pt x="501" y="356"/>
                  </a:cubicBezTo>
                  <a:cubicBezTo>
                    <a:pt x="500" y="361"/>
                    <a:pt x="497" y="358"/>
                    <a:pt x="495" y="364"/>
                  </a:cubicBezTo>
                  <a:cubicBezTo>
                    <a:pt x="494" y="370"/>
                    <a:pt x="506" y="367"/>
                    <a:pt x="510" y="384"/>
                  </a:cubicBezTo>
                  <a:cubicBezTo>
                    <a:pt x="515" y="401"/>
                    <a:pt x="500" y="411"/>
                    <a:pt x="491" y="414"/>
                  </a:cubicBezTo>
                  <a:cubicBezTo>
                    <a:pt x="480" y="418"/>
                    <a:pt x="491" y="418"/>
                    <a:pt x="491" y="428"/>
                  </a:cubicBezTo>
                  <a:cubicBezTo>
                    <a:pt x="491" y="435"/>
                    <a:pt x="498" y="446"/>
                    <a:pt x="494" y="448"/>
                  </a:cubicBezTo>
                  <a:cubicBezTo>
                    <a:pt x="489" y="451"/>
                    <a:pt x="497" y="459"/>
                    <a:pt x="491" y="454"/>
                  </a:cubicBezTo>
                  <a:cubicBezTo>
                    <a:pt x="483" y="449"/>
                    <a:pt x="489" y="463"/>
                    <a:pt x="483" y="459"/>
                  </a:cubicBezTo>
                  <a:cubicBezTo>
                    <a:pt x="477" y="454"/>
                    <a:pt x="481" y="452"/>
                    <a:pt x="469" y="442"/>
                  </a:cubicBezTo>
                  <a:cubicBezTo>
                    <a:pt x="462" y="435"/>
                    <a:pt x="468" y="431"/>
                    <a:pt x="465" y="425"/>
                  </a:cubicBezTo>
                  <a:cubicBezTo>
                    <a:pt x="462" y="415"/>
                    <a:pt x="471" y="412"/>
                    <a:pt x="462" y="411"/>
                  </a:cubicBezTo>
                  <a:cubicBezTo>
                    <a:pt x="446" y="406"/>
                    <a:pt x="446" y="411"/>
                    <a:pt x="443" y="409"/>
                  </a:cubicBezTo>
                  <a:cubicBezTo>
                    <a:pt x="439" y="407"/>
                    <a:pt x="442" y="404"/>
                    <a:pt x="428" y="401"/>
                  </a:cubicBezTo>
                  <a:cubicBezTo>
                    <a:pt x="414" y="397"/>
                    <a:pt x="430" y="395"/>
                    <a:pt x="408" y="387"/>
                  </a:cubicBezTo>
                  <a:cubicBezTo>
                    <a:pt x="387" y="378"/>
                    <a:pt x="384" y="395"/>
                    <a:pt x="384" y="384"/>
                  </a:cubicBezTo>
                  <a:cubicBezTo>
                    <a:pt x="384" y="373"/>
                    <a:pt x="381" y="375"/>
                    <a:pt x="379" y="367"/>
                  </a:cubicBezTo>
                  <a:cubicBezTo>
                    <a:pt x="379" y="361"/>
                    <a:pt x="367" y="370"/>
                    <a:pt x="366" y="356"/>
                  </a:cubicBezTo>
                  <a:cubicBezTo>
                    <a:pt x="364" y="341"/>
                    <a:pt x="379" y="319"/>
                    <a:pt x="383" y="320"/>
                  </a:cubicBezTo>
                  <a:cubicBezTo>
                    <a:pt x="386" y="320"/>
                    <a:pt x="383" y="311"/>
                    <a:pt x="390" y="311"/>
                  </a:cubicBezTo>
                  <a:cubicBezTo>
                    <a:pt x="396" y="311"/>
                    <a:pt x="404" y="309"/>
                    <a:pt x="396" y="303"/>
                  </a:cubicBezTo>
                  <a:cubicBezTo>
                    <a:pt x="390" y="297"/>
                    <a:pt x="404" y="303"/>
                    <a:pt x="405" y="295"/>
                  </a:cubicBezTo>
                  <a:cubicBezTo>
                    <a:pt x="407" y="288"/>
                    <a:pt x="413" y="305"/>
                    <a:pt x="421" y="291"/>
                  </a:cubicBezTo>
                  <a:cubicBezTo>
                    <a:pt x="428" y="277"/>
                    <a:pt x="431" y="281"/>
                    <a:pt x="416" y="277"/>
                  </a:cubicBezTo>
                  <a:cubicBezTo>
                    <a:pt x="405" y="275"/>
                    <a:pt x="410" y="272"/>
                    <a:pt x="402" y="269"/>
                  </a:cubicBezTo>
                  <a:cubicBezTo>
                    <a:pt x="411" y="268"/>
                    <a:pt x="421" y="283"/>
                    <a:pt x="430" y="274"/>
                  </a:cubicBezTo>
                  <a:cubicBezTo>
                    <a:pt x="437" y="264"/>
                    <a:pt x="437" y="266"/>
                    <a:pt x="431" y="261"/>
                  </a:cubicBezTo>
                  <a:cubicBezTo>
                    <a:pt x="424" y="258"/>
                    <a:pt x="439" y="258"/>
                    <a:pt x="442" y="261"/>
                  </a:cubicBezTo>
                  <a:cubicBezTo>
                    <a:pt x="445" y="264"/>
                    <a:pt x="448" y="266"/>
                    <a:pt x="449" y="269"/>
                  </a:cubicBezTo>
                  <a:cubicBezTo>
                    <a:pt x="451" y="272"/>
                    <a:pt x="453" y="274"/>
                    <a:pt x="457" y="272"/>
                  </a:cubicBezTo>
                  <a:cubicBezTo>
                    <a:pt x="460" y="271"/>
                    <a:pt x="448" y="268"/>
                    <a:pt x="453" y="264"/>
                  </a:cubicBezTo>
                  <a:cubicBezTo>
                    <a:pt x="457" y="263"/>
                    <a:pt x="459" y="258"/>
                    <a:pt x="462" y="258"/>
                  </a:cubicBezTo>
                  <a:cubicBezTo>
                    <a:pt x="466" y="260"/>
                    <a:pt x="466" y="254"/>
                    <a:pt x="471" y="254"/>
                  </a:cubicBezTo>
                  <a:cubicBezTo>
                    <a:pt x="474" y="254"/>
                    <a:pt x="475" y="247"/>
                    <a:pt x="469" y="243"/>
                  </a:cubicBezTo>
                  <a:cubicBezTo>
                    <a:pt x="463" y="238"/>
                    <a:pt x="471" y="240"/>
                    <a:pt x="466" y="235"/>
                  </a:cubicBezTo>
                  <a:cubicBezTo>
                    <a:pt x="462" y="230"/>
                    <a:pt x="472" y="235"/>
                    <a:pt x="474" y="230"/>
                  </a:cubicBezTo>
                  <a:cubicBezTo>
                    <a:pt x="475" y="224"/>
                    <a:pt x="469" y="229"/>
                    <a:pt x="472" y="224"/>
                  </a:cubicBezTo>
                  <a:cubicBezTo>
                    <a:pt x="475" y="219"/>
                    <a:pt x="466" y="224"/>
                    <a:pt x="465" y="218"/>
                  </a:cubicBezTo>
                  <a:cubicBezTo>
                    <a:pt x="465" y="213"/>
                    <a:pt x="457" y="216"/>
                    <a:pt x="451" y="213"/>
                  </a:cubicBezTo>
                  <a:cubicBezTo>
                    <a:pt x="443" y="210"/>
                    <a:pt x="448" y="213"/>
                    <a:pt x="442" y="213"/>
                  </a:cubicBezTo>
                  <a:cubicBezTo>
                    <a:pt x="436" y="213"/>
                    <a:pt x="439" y="222"/>
                    <a:pt x="442" y="224"/>
                  </a:cubicBezTo>
                  <a:cubicBezTo>
                    <a:pt x="446" y="226"/>
                    <a:pt x="443" y="229"/>
                    <a:pt x="440" y="229"/>
                  </a:cubicBezTo>
                  <a:cubicBezTo>
                    <a:pt x="437" y="227"/>
                    <a:pt x="440" y="236"/>
                    <a:pt x="434" y="241"/>
                  </a:cubicBezTo>
                  <a:cubicBezTo>
                    <a:pt x="430" y="244"/>
                    <a:pt x="434" y="247"/>
                    <a:pt x="428" y="250"/>
                  </a:cubicBezTo>
                  <a:cubicBezTo>
                    <a:pt x="422" y="252"/>
                    <a:pt x="425" y="249"/>
                    <a:pt x="419" y="244"/>
                  </a:cubicBezTo>
                  <a:cubicBezTo>
                    <a:pt x="413" y="238"/>
                    <a:pt x="422" y="240"/>
                    <a:pt x="422" y="235"/>
                  </a:cubicBezTo>
                  <a:cubicBezTo>
                    <a:pt x="422" y="232"/>
                    <a:pt x="414" y="218"/>
                    <a:pt x="408" y="222"/>
                  </a:cubicBezTo>
                  <a:cubicBezTo>
                    <a:pt x="404" y="227"/>
                    <a:pt x="407" y="240"/>
                    <a:pt x="401" y="233"/>
                  </a:cubicBezTo>
                  <a:cubicBezTo>
                    <a:pt x="396" y="229"/>
                    <a:pt x="404" y="230"/>
                    <a:pt x="399" y="224"/>
                  </a:cubicBezTo>
                  <a:cubicBezTo>
                    <a:pt x="393" y="219"/>
                    <a:pt x="405" y="221"/>
                    <a:pt x="399" y="218"/>
                  </a:cubicBezTo>
                  <a:cubicBezTo>
                    <a:pt x="392" y="213"/>
                    <a:pt x="392" y="219"/>
                    <a:pt x="387" y="216"/>
                  </a:cubicBezTo>
                  <a:cubicBezTo>
                    <a:pt x="381" y="213"/>
                    <a:pt x="395" y="208"/>
                    <a:pt x="392" y="207"/>
                  </a:cubicBezTo>
                  <a:cubicBezTo>
                    <a:pt x="389" y="204"/>
                    <a:pt x="381" y="201"/>
                    <a:pt x="381" y="194"/>
                  </a:cubicBezTo>
                  <a:cubicBezTo>
                    <a:pt x="381" y="188"/>
                    <a:pt x="370" y="182"/>
                    <a:pt x="366" y="182"/>
                  </a:cubicBezTo>
                  <a:cubicBezTo>
                    <a:pt x="360" y="180"/>
                    <a:pt x="364" y="185"/>
                    <a:pt x="360" y="185"/>
                  </a:cubicBezTo>
                  <a:cubicBezTo>
                    <a:pt x="354" y="187"/>
                    <a:pt x="360" y="188"/>
                    <a:pt x="354" y="191"/>
                  </a:cubicBezTo>
                  <a:cubicBezTo>
                    <a:pt x="347" y="194"/>
                    <a:pt x="355" y="201"/>
                    <a:pt x="354" y="204"/>
                  </a:cubicBezTo>
                  <a:cubicBezTo>
                    <a:pt x="352" y="208"/>
                    <a:pt x="352" y="212"/>
                    <a:pt x="361" y="215"/>
                  </a:cubicBezTo>
                  <a:cubicBezTo>
                    <a:pt x="370" y="218"/>
                    <a:pt x="373" y="222"/>
                    <a:pt x="369" y="226"/>
                  </a:cubicBezTo>
                  <a:cubicBezTo>
                    <a:pt x="364" y="227"/>
                    <a:pt x="367" y="230"/>
                    <a:pt x="372" y="229"/>
                  </a:cubicBezTo>
                  <a:cubicBezTo>
                    <a:pt x="376" y="226"/>
                    <a:pt x="376" y="230"/>
                    <a:pt x="370" y="236"/>
                  </a:cubicBezTo>
                  <a:cubicBezTo>
                    <a:pt x="363" y="241"/>
                    <a:pt x="363" y="235"/>
                    <a:pt x="361" y="240"/>
                  </a:cubicBezTo>
                  <a:cubicBezTo>
                    <a:pt x="358" y="244"/>
                    <a:pt x="367" y="255"/>
                    <a:pt x="360" y="250"/>
                  </a:cubicBezTo>
                  <a:cubicBezTo>
                    <a:pt x="354" y="246"/>
                    <a:pt x="354" y="246"/>
                    <a:pt x="355" y="241"/>
                  </a:cubicBezTo>
                  <a:cubicBezTo>
                    <a:pt x="357" y="238"/>
                    <a:pt x="357" y="235"/>
                    <a:pt x="352" y="235"/>
                  </a:cubicBezTo>
                  <a:cubicBezTo>
                    <a:pt x="346" y="236"/>
                    <a:pt x="344" y="230"/>
                    <a:pt x="338" y="233"/>
                  </a:cubicBezTo>
                  <a:cubicBezTo>
                    <a:pt x="332" y="236"/>
                    <a:pt x="340" y="241"/>
                    <a:pt x="334" y="243"/>
                  </a:cubicBezTo>
                  <a:cubicBezTo>
                    <a:pt x="329" y="244"/>
                    <a:pt x="331" y="240"/>
                    <a:pt x="319" y="243"/>
                  </a:cubicBezTo>
                  <a:cubicBezTo>
                    <a:pt x="302" y="246"/>
                    <a:pt x="300" y="236"/>
                    <a:pt x="296" y="238"/>
                  </a:cubicBezTo>
                  <a:cubicBezTo>
                    <a:pt x="285" y="243"/>
                    <a:pt x="282" y="226"/>
                    <a:pt x="274" y="227"/>
                  </a:cubicBezTo>
                  <a:cubicBezTo>
                    <a:pt x="268" y="227"/>
                    <a:pt x="253" y="230"/>
                    <a:pt x="256" y="236"/>
                  </a:cubicBezTo>
                  <a:cubicBezTo>
                    <a:pt x="259" y="241"/>
                    <a:pt x="268" y="232"/>
                    <a:pt x="271" y="235"/>
                  </a:cubicBezTo>
                  <a:cubicBezTo>
                    <a:pt x="276" y="236"/>
                    <a:pt x="264" y="236"/>
                    <a:pt x="262" y="241"/>
                  </a:cubicBezTo>
                  <a:cubicBezTo>
                    <a:pt x="261" y="246"/>
                    <a:pt x="273" y="258"/>
                    <a:pt x="261" y="249"/>
                  </a:cubicBezTo>
                  <a:cubicBezTo>
                    <a:pt x="249" y="241"/>
                    <a:pt x="250" y="246"/>
                    <a:pt x="245" y="241"/>
                  </a:cubicBezTo>
                  <a:cubicBezTo>
                    <a:pt x="241" y="235"/>
                    <a:pt x="245" y="243"/>
                    <a:pt x="230" y="243"/>
                  </a:cubicBezTo>
                  <a:cubicBezTo>
                    <a:pt x="217" y="244"/>
                    <a:pt x="198" y="243"/>
                    <a:pt x="204" y="238"/>
                  </a:cubicBezTo>
                  <a:cubicBezTo>
                    <a:pt x="210" y="233"/>
                    <a:pt x="218" y="238"/>
                    <a:pt x="212" y="233"/>
                  </a:cubicBezTo>
                  <a:cubicBezTo>
                    <a:pt x="207" y="229"/>
                    <a:pt x="204" y="224"/>
                    <a:pt x="195" y="226"/>
                  </a:cubicBezTo>
                  <a:cubicBezTo>
                    <a:pt x="186" y="227"/>
                    <a:pt x="177" y="222"/>
                    <a:pt x="169" y="221"/>
                  </a:cubicBezTo>
                  <a:cubicBezTo>
                    <a:pt x="160" y="218"/>
                    <a:pt x="154" y="212"/>
                    <a:pt x="147" y="213"/>
                  </a:cubicBezTo>
                  <a:cubicBezTo>
                    <a:pt x="137" y="213"/>
                    <a:pt x="143" y="221"/>
                    <a:pt x="136" y="219"/>
                  </a:cubicBezTo>
                  <a:cubicBezTo>
                    <a:pt x="128" y="218"/>
                    <a:pt x="137" y="207"/>
                    <a:pt x="127" y="208"/>
                  </a:cubicBezTo>
                  <a:cubicBezTo>
                    <a:pt x="122" y="210"/>
                    <a:pt x="128" y="224"/>
                    <a:pt x="118" y="218"/>
                  </a:cubicBezTo>
                  <a:cubicBezTo>
                    <a:pt x="112" y="215"/>
                    <a:pt x="108" y="198"/>
                    <a:pt x="102" y="202"/>
                  </a:cubicBezTo>
                  <a:cubicBezTo>
                    <a:pt x="95" y="208"/>
                    <a:pt x="112" y="204"/>
                    <a:pt x="99" y="212"/>
                  </a:cubicBezTo>
                  <a:cubicBezTo>
                    <a:pt x="90" y="216"/>
                    <a:pt x="101" y="208"/>
                    <a:pt x="86" y="215"/>
                  </a:cubicBezTo>
                  <a:cubicBezTo>
                    <a:pt x="69" y="221"/>
                    <a:pt x="77" y="216"/>
                    <a:pt x="86" y="212"/>
                  </a:cubicBezTo>
                  <a:cubicBezTo>
                    <a:pt x="95" y="207"/>
                    <a:pt x="93" y="207"/>
                    <a:pt x="89" y="208"/>
                  </a:cubicBezTo>
                  <a:cubicBezTo>
                    <a:pt x="83" y="210"/>
                    <a:pt x="84" y="205"/>
                    <a:pt x="75" y="212"/>
                  </a:cubicBezTo>
                  <a:cubicBezTo>
                    <a:pt x="67" y="216"/>
                    <a:pt x="72" y="210"/>
                    <a:pt x="63" y="218"/>
                  </a:cubicBezTo>
                  <a:cubicBezTo>
                    <a:pt x="54" y="224"/>
                    <a:pt x="49" y="224"/>
                    <a:pt x="52" y="227"/>
                  </a:cubicBezTo>
                  <a:cubicBezTo>
                    <a:pt x="54" y="230"/>
                    <a:pt x="48" y="226"/>
                    <a:pt x="43" y="229"/>
                  </a:cubicBezTo>
                  <a:cubicBezTo>
                    <a:pt x="38" y="230"/>
                    <a:pt x="42" y="226"/>
                    <a:pt x="32" y="226"/>
                  </a:cubicBezTo>
                  <a:cubicBezTo>
                    <a:pt x="22" y="226"/>
                    <a:pt x="14" y="215"/>
                    <a:pt x="0" y="216"/>
                  </a:cubicBezTo>
                  <a:cubicBezTo>
                    <a:pt x="0" y="344"/>
                    <a:pt x="0" y="344"/>
                    <a:pt x="0" y="344"/>
                  </a:cubicBezTo>
                  <a:cubicBezTo>
                    <a:pt x="6" y="347"/>
                    <a:pt x="3" y="342"/>
                    <a:pt x="5" y="344"/>
                  </a:cubicBezTo>
                  <a:cubicBezTo>
                    <a:pt x="8" y="345"/>
                    <a:pt x="8" y="345"/>
                    <a:pt x="10" y="345"/>
                  </a:cubicBezTo>
                  <a:cubicBezTo>
                    <a:pt x="11" y="344"/>
                    <a:pt x="16" y="342"/>
                    <a:pt x="16" y="345"/>
                  </a:cubicBezTo>
                  <a:cubicBezTo>
                    <a:pt x="14" y="347"/>
                    <a:pt x="13" y="347"/>
                    <a:pt x="16" y="348"/>
                  </a:cubicBezTo>
                  <a:cubicBezTo>
                    <a:pt x="20" y="350"/>
                    <a:pt x="16" y="351"/>
                    <a:pt x="23" y="355"/>
                  </a:cubicBezTo>
                  <a:cubicBezTo>
                    <a:pt x="29" y="359"/>
                    <a:pt x="26" y="361"/>
                    <a:pt x="28" y="361"/>
                  </a:cubicBezTo>
                  <a:cubicBezTo>
                    <a:pt x="29" y="362"/>
                    <a:pt x="29" y="359"/>
                    <a:pt x="34" y="359"/>
                  </a:cubicBezTo>
                  <a:cubicBezTo>
                    <a:pt x="38" y="358"/>
                    <a:pt x="34" y="356"/>
                    <a:pt x="37" y="355"/>
                  </a:cubicBezTo>
                  <a:cubicBezTo>
                    <a:pt x="40" y="355"/>
                    <a:pt x="35" y="353"/>
                    <a:pt x="38" y="353"/>
                  </a:cubicBezTo>
                  <a:cubicBezTo>
                    <a:pt x="45" y="350"/>
                    <a:pt x="45" y="350"/>
                    <a:pt x="46" y="353"/>
                  </a:cubicBezTo>
                  <a:cubicBezTo>
                    <a:pt x="49" y="356"/>
                    <a:pt x="46" y="355"/>
                    <a:pt x="48" y="356"/>
                  </a:cubicBezTo>
                  <a:cubicBezTo>
                    <a:pt x="49" y="359"/>
                    <a:pt x="51" y="358"/>
                    <a:pt x="52" y="361"/>
                  </a:cubicBezTo>
                  <a:cubicBezTo>
                    <a:pt x="54" y="365"/>
                    <a:pt x="57" y="362"/>
                    <a:pt x="58" y="367"/>
                  </a:cubicBezTo>
                  <a:cubicBezTo>
                    <a:pt x="61" y="370"/>
                    <a:pt x="67" y="381"/>
                    <a:pt x="69" y="383"/>
                  </a:cubicBezTo>
                  <a:cubicBezTo>
                    <a:pt x="70" y="386"/>
                    <a:pt x="67" y="386"/>
                    <a:pt x="70" y="386"/>
                  </a:cubicBezTo>
                  <a:cubicBezTo>
                    <a:pt x="72" y="386"/>
                    <a:pt x="69" y="389"/>
                    <a:pt x="72" y="389"/>
                  </a:cubicBezTo>
                  <a:cubicBezTo>
                    <a:pt x="73" y="389"/>
                    <a:pt x="70" y="392"/>
                    <a:pt x="73" y="392"/>
                  </a:cubicBezTo>
                  <a:cubicBezTo>
                    <a:pt x="77" y="390"/>
                    <a:pt x="75" y="393"/>
                    <a:pt x="81" y="395"/>
                  </a:cubicBezTo>
                  <a:cubicBezTo>
                    <a:pt x="86" y="397"/>
                    <a:pt x="83" y="398"/>
                    <a:pt x="86" y="398"/>
                  </a:cubicBezTo>
                  <a:cubicBezTo>
                    <a:pt x="87" y="398"/>
                    <a:pt x="87" y="400"/>
                    <a:pt x="87" y="400"/>
                  </a:cubicBezTo>
                  <a:cubicBezTo>
                    <a:pt x="86" y="404"/>
                    <a:pt x="89" y="407"/>
                    <a:pt x="87" y="411"/>
                  </a:cubicBezTo>
                  <a:cubicBezTo>
                    <a:pt x="84" y="412"/>
                    <a:pt x="87" y="414"/>
                    <a:pt x="86" y="415"/>
                  </a:cubicBezTo>
                  <a:cubicBezTo>
                    <a:pt x="81" y="420"/>
                    <a:pt x="84" y="420"/>
                    <a:pt x="86" y="421"/>
                  </a:cubicBezTo>
                  <a:cubicBezTo>
                    <a:pt x="86" y="425"/>
                    <a:pt x="89" y="428"/>
                    <a:pt x="92" y="431"/>
                  </a:cubicBezTo>
                  <a:cubicBezTo>
                    <a:pt x="93" y="434"/>
                    <a:pt x="90" y="426"/>
                    <a:pt x="98" y="426"/>
                  </a:cubicBezTo>
                  <a:cubicBezTo>
                    <a:pt x="102" y="425"/>
                    <a:pt x="93" y="428"/>
                    <a:pt x="96" y="432"/>
                  </a:cubicBezTo>
                  <a:cubicBezTo>
                    <a:pt x="98" y="435"/>
                    <a:pt x="98" y="432"/>
                    <a:pt x="98" y="437"/>
                  </a:cubicBezTo>
                  <a:cubicBezTo>
                    <a:pt x="99" y="442"/>
                    <a:pt x="104" y="434"/>
                    <a:pt x="101" y="440"/>
                  </a:cubicBezTo>
                  <a:cubicBezTo>
                    <a:pt x="99" y="446"/>
                    <a:pt x="99" y="448"/>
                    <a:pt x="101" y="446"/>
                  </a:cubicBezTo>
                  <a:cubicBezTo>
                    <a:pt x="101" y="446"/>
                    <a:pt x="99" y="449"/>
                    <a:pt x="102" y="451"/>
                  </a:cubicBezTo>
                  <a:cubicBezTo>
                    <a:pt x="104" y="451"/>
                    <a:pt x="102" y="446"/>
                    <a:pt x="105" y="445"/>
                  </a:cubicBezTo>
                  <a:cubicBezTo>
                    <a:pt x="107" y="445"/>
                    <a:pt x="108" y="442"/>
                    <a:pt x="108" y="443"/>
                  </a:cubicBezTo>
                  <a:cubicBezTo>
                    <a:pt x="110" y="445"/>
                    <a:pt x="113" y="443"/>
                    <a:pt x="113" y="445"/>
                  </a:cubicBezTo>
                  <a:cubicBezTo>
                    <a:pt x="112" y="448"/>
                    <a:pt x="112" y="443"/>
                    <a:pt x="107" y="446"/>
                  </a:cubicBezTo>
                  <a:cubicBezTo>
                    <a:pt x="102" y="449"/>
                    <a:pt x="104" y="449"/>
                    <a:pt x="104" y="452"/>
                  </a:cubicBezTo>
                  <a:cubicBezTo>
                    <a:pt x="104" y="456"/>
                    <a:pt x="107" y="454"/>
                    <a:pt x="105" y="456"/>
                  </a:cubicBezTo>
                  <a:cubicBezTo>
                    <a:pt x="104" y="457"/>
                    <a:pt x="107" y="457"/>
                    <a:pt x="105" y="457"/>
                  </a:cubicBezTo>
                  <a:cubicBezTo>
                    <a:pt x="102" y="459"/>
                    <a:pt x="105" y="460"/>
                    <a:pt x="108" y="462"/>
                  </a:cubicBezTo>
                  <a:cubicBezTo>
                    <a:pt x="112" y="463"/>
                    <a:pt x="112" y="460"/>
                    <a:pt x="115" y="462"/>
                  </a:cubicBezTo>
                  <a:cubicBezTo>
                    <a:pt x="118" y="462"/>
                    <a:pt x="113" y="463"/>
                    <a:pt x="116" y="463"/>
                  </a:cubicBezTo>
                  <a:cubicBezTo>
                    <a:pt x="121" y="462"/>
                    <a:pt x="115" y="468"/>
                    <a:pt x="119" y="466"/>
                  </a:cubicBezTo>
                  <a:cubicBezTo>
                    <a:pt x="121" y="466"/>
                    <a:pt x="119" y="468"/>
                    <a:pt x="122" y="466"/>
                  </a:cubicBezTo>
                  <a:cubicBezTo>
                    <a:pt x="125" y="466"/>
                    <a:pt x="127" y="470"/>
                    <a:pt x="128" y="468"/>
                  </a:cubicBezTo>
                  <a:cubicBezTo>
                    <a:pt x="130" y="466"/>
                    <a:pt x="131" y="471"/>
                    <a:pt x="128" y="471"/>
                  </a:cubicBezTo>
                  <a:cubicBezTo>
                    <a:pt x="127" y="473"/>
                    <a:pt x="131" y="476"/>
                    <a:pt x="133" y="476"/>
                  </a:cubicBezTo>
                  <a:cubicBezTo>
                    <a:pt x="136" y="474"/>
                    <a:pt x="136" y="471"/>
                    <a:pt x="136" y="474"/>
                  </a:cubicBezTo>
                  <a:cubicBezTo>
                    <a:pt x="136" y="477"/>
                    <a:pt x="137" y="476"/>
                    <a:pt x="137" y="477"/>
                  </a:cubicBezTo>
                  <a:cubicBezTo>
                    <a:pt x="136" y="479"/>
                    <a:pt x="136" y="474"/>
                    <a:pt x="134" y="476"/>
                  </a:cubicBezTo>
                  <a:cubicBezTo>
                    <a:pt x="133" y="477"/>
                    <a:pt x="139" y="480"/>
                    <a:pt x="139" y="479"/>
                  </a:cubicBezTo>
                  <a:cubicBezTo>
                    <a:pt x="139" y="477"/>
                    <a:pt x="140" y="476"/>
                    <a:pt x="140" y="479"/>
                  </a:cubicBezTo>
                  <a:cubicBezTo>
                    <a:pt x="140" y="480"/>
                    <a:pt x="142" y="482"/>
                    <a:pt x="142" y="484"/>
                  </a:cubicBezTo>
                  <a:cubicBezTo>
                    <a:pt x="140" y="485"/>
                    <a:pt x="142" y="485"/>
                    <a:pt x="143" y="484"/>
                  </a:cubicBezTo>
                  <a:cubicBezTo>
                    <a:pt x="143" y="482"/>
                    <a:pt x="143" y="484"/>
                    <a:pt x="143" y="485"/>
                  </a:cubicBezTo>
                  <a:cubicBezTo>
                    <a:pt x="363" y="485"/>
                    <a:pt x="363" y="485"/>
                    <a:pt x="363" y="485"/>
                  </a:cubicBezTo>
                  <a:close/>
                  <a:moveTo>
                    <a:pt x="484" y="328"/>
                  </a:moveTo>
                  <a:cubicBezTo>
                    <a:pt x="488" y="327"/>
                    <a:pt x="491" y="316"/>
                    <a:pt x="484" y="317"/>
                  </a:cubicBezTo>
                  <a:cubicBezTo>
                    <a:pt x="478" y="319"/>
                    <a:pt x="483" y="328"/>
                    <a:pt x="484" y="328"/>
                  </a:cubicBezTo>
                  <a:close/>
                  <a:moveTo>
                    <a:pt x="600" y="325"/>
                  </a:moveTo>
                  <a:cubicBezTo>
                    <a:pt x="603" y="325"/>
                    <a:pt x="606" y="327"/>
                    <a:pt x="605" y="330"/>
                  </a:cubicBezTo>
                  <a:cubicBezTo>
                    <a:pt x="603" y="333"/>
                    <a:pt x="596" y="327"/>
                    <a:pt x="600" y="325"/>
                  </a:cubicBezTo>
                  <a:close/>
                  <a:moveTo>
                    <a:pt x="431" y="235"/>
                  </a:moveTo>
                  <a:cubicBezTo>
                    <a:pt x="431" y="233"/>
                    <a:pt x="425" y="236"/>
                    <a:pt x="428" y="241"/>
                  </a:cubicBezTo>
                  <a:cubicBezTo>
                    <a:pt x="433" y="247"/>
                    <a:pt x="433" y="236"/>
                    <a:pt x="431" y="235"/>
                  </a:cubicBezTo>
                  <a:close/>
                  <a:moveTo>
                    <a:pt x="372" y="96"/>
                  </a:moveTo>
                  <a:cubicBezTo>
                    <a:pt x="383" y="96"/>
                    <a:pt x="379" y="92"/>
                    <a:pt x="370" y="92"/>
                  </a:cubicBezTo>
                  <a:cubicBezTo>
                    <a:pt x="360" y="90"/>
                    <a:pt x="354" y="92"/>
                    <a:pt x="354" y="95"/>
                  </a:cubicBezTo>
                  <a:cubicBezTo>
                    <a:pt x="354" y="98"/>
                    <a:pt x="361" y="96"/>
                    <a:pt x="372" y="96"/>
                  </a:cubicBezTo>
                  <a:close/>
                  <a:moveTo>
                    <a:pt x="296" y="132"/>
                  </a:moveTo>
                  <a:cubicBezTo>
                    <a:pt x="294" y="129"/>
                    <a:pt x="287" y="126"/>
                    <a:pt x="287" y="132"/>
                  </a:cubicBezTo>
                  <a:cubicBezTo>
                    <a:pt x="287" y="137"/>
                    <a:pt x="297" y="135"/>
                    <a:pt x="296" y="132"/>
                  </a:cubicBezTo>
                  <a:close/>
                  <a:moveTo>
                    <a:pt x="183" y="120"/>
                  </a:moveTo>
                  <a:cubicBezTo>
                    <a:pt x="177" y="121"/>
                    <a:pt x="166" y="126"/>
                    <a:pt x="175" y="128"/>
                  </a:cubicBezTo>
                  <a:cubicBezTo>
                    <a:pt x="182" y="128"/>
                    <a:pt x="188" y="117"/>
                    <a:pt x="183" y="120"/>
                  </a:cubicBezTo>
                  <a:close/>
                  <a:moveTo>
                    <a:pt x="207" y="107"/>
                  </a:moveTo>
                  <a:cubicBezTo>
                    <a:pt x="209" y="104"/>
                    <a:pt x="221" y="106"/>
                    <a:pt x="218" y="107"/>
                  </a:cubicBezTo>
                  <a:cubicBezTo>
                    <a:pt x="215" y="109"/>
                    <a:pt x="206" y="109"/>
                    <a:pt x="207" y="107"/>
                  </a:cubicBezTo>
                  <a:close/>
                  <a:moveTo>
                    <a:pt x="213" y="89"/>
                  </a:moveTo>
                  <a:cubicBezTo>
                    <a:pt x="210" y="86"/>
                    <a:pt x="207" y="87"/>
                    <a:pt x="206" y="89"/>
                  </a:cubicBezTo>
                  <a:cubicBezTo>
                    <a:pt x="204" y="89"/>
                    <a:pt x="209" y="92"/>
                    <a:pt x="215" y="92"/>
                  </a:cubicBezTo>
                  <a:cubicBezTo>
                    <a:pt x="218" y="92"/>
                    <a:pt x="218" y="92"/>
                    <a:pt x="213" y="89"/>
                  </a:cubicBezTo>
                  <a:close/>
                  <a:moveTo>
                    <a:pt x="290" y="114"/>
                  </a:moveTo>
                  <a:cubicBezTo>
                    <a:pt x="293" y="117"/>
                    <a:pt x="306" y="112"/>
                    <a:pt x="300" y="112"/>
                  </a:cubicBezTo>
                  <a:cubicBezTo>
                    <a:pt x="294" y="111"/>
                    <a:pt x="296" y="106"/>
                    <a:pt x="290" y="109"/>
                  </a:cubicBezTo>
                  <a:cubicBezTo>
                    <a:pt x="288" y="111"/>
                    <a:pt x="287" y="111"/>
                    <a:pt x="290" y="114"/>
                  </a:cubicBezTo>
                  <a:close/>
                  <a:moveTo>
                    <a:pt x="290" y="118"/>
                  </a:moveTo>
                  <a:cubicBezTo>
                    <a:pt x="288" y="117"/>
                    <a:pt x="302" y="114"/>
                    <a:pt x="305" y="115"/>
                  </a:cubicBezTo>
                  <a:cubicBezTo>
                    <a:pt x="306" y="117"/>
                    <a:pt x="293" y="120"/>
                    <a:pt x="290" y="118"/>
                  </a:cubicBezTo>
                  <a:close/>
                  <a:moveTo>
                    <a:pt x="296" y="121"/>
                  </a:moveTo>
                  <a:cubicBezTo>
                    <a:pt x="293" y="120"/>
                    <a:pt x="303" y="118"/>
                    <a:pt x="305" y="118"/>
                  </a:cubicBezTo>
                  <a:cubicBezTo>
                    <a:pt x="308" y="120"/>
                    <a:pt x="297" y="123"/>
                    <a:pt x="296" y="121"/>
                  </a:cubicBezTo>
                  <a:close/>
                  <a:moveTo>
                    <a:pt x="299" y="125"/>
                  </a:moveTo>
                  <a:cubicBezTo>
                    <a:pt x="297" y="123"/>
                    <a:pt x="306" y="120"/>
                    <a:pt x="308" y="120"/>
                  </a:cubicBezTo>
                  <a:cubicBezTo>
                    <a:pt x="309" y="120"/>
                    <a:pt x="302" y="125"/>
                    <a:pt x="299" y="125"/>
                  </a:cubicBezTo>
                  <a:close/>
                  <a:moveTo>
                    <a:pt x="433" y="73"/>
                  </a:moveTo>
                  <a:cubicBezTo>
                    <a:pt x="436" y="70"/>
                    <a:pt x="443" y="68"/>
                    <a:pt x="443" y="72"/>
                  </a:cubicBezTo>
                  <a:cubicBezTo>
                    <a:pt x="442" y="73"/>
                    <a:pt x="430" y="75"/>
                    <a:pt x="433" y="73"/>
                  </a:cubicBezTo>
                  <a:close/>
                  <a:moveTo>
                    <a:pt x="471" y="437"/>
                  </a:moveTo>
                  <a:cubicBezTo>
                    <a:pt x="474" y="438"/>
                    <a:pt x="477" y="440"/>
                    <a:pt x="478" y="440"/>
                  </a:cubicBezTo>
                  <a:cubicBezTo>
                    <a:pt x="480" y="438"/>
                    <a:pt x="475" y="435"/>
                    <a:pt x="475" y="434"/>
                  </a:cubicBezTo>
                  <a:cubicBezTo>
                    <a:pt x="474" y="432"/>
                    <a:pt x="469" y="432"/>
                    <a:pt x="468" y="435"/>
                  </a:cubicBezTo>
                  <a:cubicBezTo>
                    <a:pt x="466" y="435"/>
                    <a:pt x="468" y="435"/>
                    <a:pt x="471" y="437"/>
                  </a:cubicBezTo>
                  <a:close/>
                  <a:moveTo>
                    <a:pt x="486" y="400"/>
                  </a:moveTo>
                  <a:cubicBezTo>
                    <a:pt x="486" y="398"/>
                    <a:pt x="488" y="397"/>
                    <a:pt x="486" y="400"/>
                  </a:cubicBezTo>
                  <a:cubicBezTo>
                    <a:pt x="484" y="403"/>
                    <a:pt x="484" y="401"/>
                    <a:pt x="486" y="401"/>
                  </a:cubicBezTo>
                  <a:cubicBezTo>
                    <a:pt x="488" y="401"/>
                    <a:pt x="489" y="397"/>
                    <a:pt x="489" y="397"/>
                  </a:cubicBezTo>
                  <a:cubicBezTo>
                    <a:pt x="491" y="397"/>
                    <a:pt x="488" y="401"/>
                    <a:pt x="489" y="401"/>
                  </a:cubicBezTo>
                  <a:cubicBezTo>
                    <a:pt x="491" y="401"/>
                    <a:pt x="491" y="400"/>
                    <a:pt x="491" y="397"/>
                  </a:cubicBezTo>
                  <a:cubicBezTo>
                    <a:pt x="492" y="393"/>
                    <a:pt x="492" y="395"/>
                    <a:pt x="491" y="393"/>
                  </a:cubicBezTo>
                  <a:cubicBezTo>
                    <a:pt x="489" y="392"/>
                    <a:pt x="489" y="392"/>
                    <a:pt x="489" y="393"/>
                  </a:cubicBezTo>
                  <a:cubicBezTo>
                    <a:pt x="488" y="395"/>
                    <a:pt x="488" y="397"/>
                    <a:pt x="488" y="395"/>
                  </a:cubicBezTo>
                  <a:cubicBezTo>
                    <a:pt x="488" y="393"/>
                    <a:pt x="488" y="392"/>
                    <a:pt x="488" y="393"/>
                  </a:cubicBezTo>
                  <a:cubicBezTo>
                    <a:pt x="486" y="393"/>
                    <a:pt x="488" y="393"/>
                    <a:pt x="488" y="395"/>
                  </a:cubicBezTo>
                  <a:cubicBezTo>
                    <a:pt x="486" y="397"/>
                    <a:pt x="486" y="397"/>
                    <a:pt x="484" y="398"/>
                  </a:cubicBezTo>
                  <a:cubicBezTo>
                    <a:pt x="483" y="400"/>
                    <a:pt x="483" y="400"/>
                    <a:pt x="483" y="401"/>
                  </a:cubicBezTo>
                  <a:cubicBezTo>
                    <a:pt x="484" y="403"/>
                    <a:pt x="484" y="401"/>
                    <a:pt x="486" y="400"/>
                  </a:cubicBezTo>
                  <a:close/>
                  <a:moveTo>
                    <a:pt x="494" y="398"/>
                  </a:moveTo>
                  <a:cubicBezTo>
                    <a:pt x="494" y="397"/>
                    <a:pt x="494" y="393"/>
                    <a:pt x="494" y="393"/>
                  </a:cubicBezTo>
                  <a:cubicBezTo>
                    <a:pt x="492" y="393"/>
                    <a:pt x="492" y="395"/>
                    <a:pt x="492" y="398"/>
                  </a:cubicBezTo>
                  <a:cubicBezTo>
                    <a:pt x="491" y="398"/>
                    <a:pt x="492" y="398"/>
                    <a:pt x="494" y="398"/>
                  </a:cubicBezTo>
                  <a:close/>
                  <a:moveTo>
                    <a:pt x="484" y="397"/>
                  </a:moveTo>
                  <a:cubicBezTo>
                    <a:pt x="486" y="395"/>
                    <a:pt x="486" y="393"/>
                    <a:pt x="486" y="393"/>
                  </a:cubicBezTo>
                  <a:cubicBezTo>
                    <a:pt x="484" y="395"/>
                    <a:pt x="483" y="395"/>
                    <a:pt x="483" y="397"/>
                  </a:cubicBezTo>
                  <a:cubicBezTo>
                    <a:pt x="481" y="398"/>
                    <a:pt x="483" y="398"/>
                    <a:pt x="484" y="397"/>
                  </a:cubicBezTo>
                  <a:close/>
                  <a:moveTo>
                    <a:pt x="577" y="345"/>
                  </a:moveTo>
                  <a:cubicBezTo>
                    <a:pt x="574" y="345"/>
                    <a:pt x="577" y="339"/>
                    <a:pt x="579" y="341"/>
                  </a:cubicBezTo>
                  <a:cubicBezTo>
                    <a:pt x="582" y="342"/>
                    <a:pt x="579" y="345"/>
                    <a:pt x="577" y="345"/>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1" name="Freeform 289">
              <a:extLst>
                <a:ext uri="{FF2B5EF4-FFF2-40B4-BE49-F238E27FC236}">
                  <a16:creationId xmlns:a16="http://schemas.microsoft.com/office/drawing/2014/main" id="{8D417635-8CC5-68D7-C236-4B1C81DC51EB}"/>
                </a:ext>
              </a:extLst>
            </p:cNvPr>
            <p:cNvSpPr>
              <a:spLocks noEditPoints="1"/>
            </p:cNvSpPr>
            <p:nvPr/>
          </p:nvSpPr>
          <p:spPr bwMode="auto">
            <a:xfrm>
              <a:off x="6430535" y="2106361"/>
              <a:ext cx="2519787" cy="1942665"/>
            </a:xfrm>
            <a:custGeom>
              <a:avLst/>
              <a:gdLst/>
              <a:ahLst/>
              <a:cxnLst>
                <a:cxn ang="0">
                  <a:pos x="124" y="195"/>
                </a:cxn>
                <a:cxn ang="0">
                  <a:pos x="127" y="181"/>
                </a:cxn>
                <a:cxn ang="0">
                  <a:pos x="161" y="164"/>
                </a:cxn>
                <a:cxn ang="0">
                  <a:pos x="271" y="185"/>
                </a:cxn>
                <a:cxn ang="0">
                  <a:pos x="262" y="193"/>
                </a:cxn>
                <a:cxn ang="0">
                  <a:pos x="257" y="198"/>
                </a:cxn>
                <a:cxn ang="0">
                  <a:pos x="255" y="193"/>
                </a:cxn>
                <a:cxn ang="0">
                  <a:pos x="271" y="209"/>
                </a:cxn>
                <a:cxn ang="0">
                  <a:pos x="300" y="227"/>
                </a:cxn>
                <a:cxn ang="0">
                  <a:pos x="277" y="212"/>
                </a:cxn>
                <a:cxn ang="0">
                  <a:pos x="278" y="216"/>
                </a:cxn>
                <a:cxn ang="0">
                  <a:pos x="287" y="224"/>
                </a:cxn>
                <a:cxn ang="0">
                  <a:pos x="278" y="207"/>
                </a:cxn>
                <a:cxn ang="0">
                  <a:pos x="278" y="221"/>
                </a:cxn>
                <a:cxn ang="0">
                  <a:pos x="100" y="6"/>
                </a:cxn>
                <a:cxn ang="0">
                  <a:pos x="56" y="76"/>
                </a:cxn>
                <a:cxn ang="0">
                  <a:pos x="59" y="97"/>
                </a:cxn>
                <a:cxn ang="0">
                  <a:pos x="50" y="168"/>
                </a:cxn>
                <a:cxn ang="0">
                  <a:pos x="53" y="212"/>
                </a:cxn>
                <a:cxn ang="0">
                  <a:pos x="100" y="192"/>
                </a:cxn>
                <a:cxn ang="0">
                  <a:pos x="143" y="167"/>
                </a:cxn>
                <a:cxn ang="0">
                  <a:pos x="227" y="165"/>
                </a:cxn>
                <a:cxn ang="0">
                  <a:pos x="278" y="198"/>
                </a:cxn>
                <a:cxn ang="0">
                  <a:pos x="304" y="212"/>
                </a:cxn>
                <a:cxn ang="0">
                  <a:pos x="265" y="168"/>
                </a:cxn>
                <a:cxn ang="0">
                  <a:pos x="227" y="157"/>
                </a:cxn>
                <a:cxn ang="0">
                  <a:pos x="727" y="361"/>
                </a:cxn>
                <a:cxn ang="0">
                  <a:pos x="679" y="381"/>
                </a:cxn>
                <a:cxn ang="0">
                  <a:pos x="671" y="355"/>
                </a:cxn>
                <a:cxn ang="0">
                  <a:pos x="651" y="349"/>
                </a:cxn>
                <a:cxn ang="0">
                  <a:pos x="638" y="349"/>
                </a:cxn>
                <a:cxn ang="0">
                  <a:pos x="667" y="327"/>
                </a:cxn>
                <a:cxn ang="0">
                  <a:pos x="615" y="325"/>
                </a:cxn>
                <a:cxn ang="0">
                  <a:pos x="590" y="302"/>
                </a:cxn>
                <a:cxn ang="0">
                  <a:pos x="348" y="305"/>
                </a:cxn>
                <a:cxn ang="0">
                  <a:pos x="374" y="448"/>
                </a:cxn>
                <a:cxn ang="0">
                  <a:pos x="478" y="489"/>
                </a:cxn>
                <a:cxn ang="0">
                  <a:pos x="563" y="535"/>
                </a:cxn>
                <a:cxn ang="0">
                  <a:pos x="607" y="512"/>
                </a:cxn>
                <a:cxn ang="0">
                  <a:pos x="625" y="512"/>
                </a:cxn>
                <a:cxn ang="0">
                  <a:pos x="639" y="504"/>
                </a:cxn>
                <a:cxn ang="0">
                  <a:pos x="680" y="532"/>
                </a:cxn>
                <a:cxn ang="0">
                  <a:pos x="700" y="543"/>
                </a:cxn>
                <a:cxn ang="0">
                  <a:pos x="730" y="453"/>
                </a:cxn>
                <a:cxn ang="0">
                  <a:pos x="730" y="442"/>
                </a:cxn>
                <a:cxn ang="0">
                  <a:pos x="729" y="411"/>
                </a:cxn>
                <a:cxn ang="0">
                  <a:pos x="738" y="420"/>
                </a:cxn>
                <a:cxn ang="0">
                  <a:pos x="758" y="386"/>
                </a:cxn>
                <a:cxn ang="0">
                  <a:pos x="773" y="374"/>
                </a:cxn>
                <a:cxn ang="0">
                  <a:pos x="802" y="347"/>
                </a:cxn>
                <a:cxn ang="0">
                  <a:pos x="787" y="316"/>
                </a:cxn>
                <a:cxn ang="0">
                  <a:pos x="769" y="342"/>
                </a:cxn>
                <a:cxn ang="0">
                  <a:pos x="100" y="619"/>
                </a:cxn>
                <a:cxn ang="0">
                  <a:pos x="99" y="610"/>
                </a:cxn>
                <a:cxn ang="0">
                  <a:pos x="92" y="599"/>
                </a:cxn>
                <a:cxn ang="0">
                  <a:pos x="82" y="596"/>
                </a:cxn>
                <a:cxn ang="0">
                  <a:pos x="67" y="590"/>
                </a:cxn>
                <a:cxn ang="0">
                  <a:pos x="89" y="597"/>
                </a:cxn>
                <a:cxn ang="0">
                  <a:pos x="64" y="591"/>
                </a:cxn>
              </a:cxnLst>
              <a:rect l="0" t="0" r="r" b="b"/>
              <a:pathLst>
                <a:path w="817" h="630">
                  <a:moveTo>
                    <a:pt x="108" y="199"/>
                  </a:moveTo>
                  <a:cubicBezTo>
                    <a:pt x="108" y="196"/>
                    <a:pt x="105" y="195"/>
                    <a:pt x="108" y="192"/>
                  </a:cubicBezTo>
                  <a:cubicBezTo>
                    <a:pt x="112" y="190"/>
                    <a:pt x="114" y="193"/>
                    <a:pt x="114" y="190"/>
                  </a:cubicBezTo>
                  <a:cubicBezTo>
                    <a:pt x="114" y="188"/>
                    <a:pt x="114" y="187"/>
                    <a:pt x="115" y="188"/>
                  </a:cubicBezTo>
                  <a:cubicBezTo>
                    <a:pt x="117" y="190"/>
                    <a:pt x="120" y="188"/>
                    <a:pt x="118" y="187"/>
                  </a:cubicBezTo>
                  <a:cubicBezTo>
                    <a:pt x="118" y="185"/>
                    <a:pt x="120" y="187"/>
                    <a:pt x="121" y="187"/>
                  </a:cubicBezTo>
                  <a:cubicBezTo>
                    <a:pt x="123" y="188"/>
                    <a:pt x="124" y="187"/>
                    <a:pt x="124" y="188"/>
                  </a:cubicBezTo>
                  <a:cubicBezTo>
                    <a:pt x="126" y="190"/>
                    <a:pt x="124" y="190"/>
                    <a:pt x="126" y="190"/>
                  </a:cubicBezTo>
                  <a:cubicBezTo>
                    <a:pt x="127" y="192"/>
                    <a:pt x="126" y="193"/>
                    <a:pt x="124" y="195"/>
                  </a:cubicBezTo>
                  <a:cubicBezTo>
                    <a:pt x="123" y="196"/>
                    <a:pt x="123" y="196"/>
                    <a:pt x="120" y="196"/>
                  </a:cubicBezTo>
                  <a:cubicBezTo>
                    <a:pt x="117" y="196"/>
                    <a:pt x="115" y="198"/>
                    <a:pt x="115" y="199"/>
                  </a:cubicBezTo>
                  <a:cubicBezTo>
                    <a:pt x="115" y="201"/>
                    <a:pt x="115" y="199"/>
                    <a:pt x="114" y="201"/>
                  </a:cubicBezTo>
                  <a:cubicBezTo>
                    <a:pt x="112" y="202"/>
                    <a:pt x="111" y="202"/>
                    <a:pt x="112" y="201"/>
                  </a:cubicBezTo>
                  <a:cubicBezTo>
                    <a:pt x="115" y="198"/>
                    <a:pt x="111" y="199"/>
                    <a:pt x="111" y="199"/>
                  </a:cubicBezTo>
                  <a:cubicBezTo>
                    <a:pt x="111" y="201"/>
                    <a:pt x="109" y="201"/>
                    <a:pt x="108" y="199"/>
                  </a:cubicBezTo>
                  <a:close/>
                  <a:moveTo>
                    <a:pt x="123" y="185"/>
                  </a:moveTo>
                  <a:cubicBezTo>
                    <a:pt x="124" y="184"/>
                    <a:pt x="124" y="184"/>
                    <a:pt x="126" y="184"/>
                  </a:cubicBezTo>
                  <a:cubicBezTo>
                    <a:pt x="127" y="184"/>
                    <a:pt x="129" y="184"/>
                    <a:pt x="127" y="181"/>
                  </a:cubicBezTo>
                  <a:cubicBezTo>
                    <a:pt x="126" y="179"/>
                    <a:pt x="126" y="182"/>
                    <a:pt x="124" y="181"/>
                  </a:cubicBezTo>
                  <a:cubicBezTo>
                    <a:pt x="124" y="181"/>
                    <a:pt x="121" y="179"/>
                    <a:pt x="121" y="182"/>
                  </a:cubicBezTo>
                  <a:cubicBezTo>
                    <a:pt x="123" y="184"/>
                    <a:pt x="121" y="182"/>
                    <a:pt x="120" y="182"/>
                  </a:cubicBezTo>
                  <a:cubicBezTo>
                    <a:pt x="118" y="184"/>
                    <a:pt x="118" y="185"/>
                    <a:pt x="120" y="185"/>
                  </a:cubicBezTo>
                  <a:cubicBezTo>
                    <a:pt x="121" y="187"/>
                    <a:pt x="121" y="187"/>
                    <a:pt x="123" y="185"/>
                  </a:cubicBezTo>
                  <a:close/>
                  <a:moveTo>
                    <a:pt x="164" y="164"/>
                  </a:moveTo>
                  <a:cubicBezTo>
                    <a:pt x="166" y="162"/>
                    <a:pt x="164" y="162"/>
                    <a:pt x="167" y="159"/>
                  </a:cubicBezTo>
                  <a:cubicBezTo>
                    <a:pt x="169" y="156"/>
                    <a:pt x="167" y="156"/>
                    <a:pt x="166" y="157"/>
                  </a:cubicBezTo>
                  <a:cubicBezTo>
                    <a:pt x="166" y="159"/>
                    <a:pt x="163" y="160"/>
                    <a:pt x="161" y="164"/>
                  </a:cubicBezTo>
                  <a:cubicBezTo>
                    <a:pt x="159" y="164"/>
                    <a:pt x="163" y="164"/>
                    <a:pt x="164" y="164"/>
                  </a:cubicBezTo>
                  <a:close/>
                  <a:moveTo>
                    <a:pt x="173" y="156"/>
                  </a:moveTo>
                  <a:cubicBezTo>
                    <a:pt x="175" y="156"/>
                    <a:pt x="175" y="156"/>
                    <a:pt x="173" y="154"/>
                  </a:cubicBezTo>
                  <a:cubicBezTo>
                    <a:pt x="170" y="154"/>
                    <a:pt x="170" y="156"/>
                    <a:pt x="170" y="157"/>
                  </a:cubicBezTo>
                  <a:cubicBezTo>
                    <a:pt x="170" y="159"/>
                    <a:pt x="172" y="157"/>
                    <a:pt x="173" y="156"/>
                  </a:cubicBezTo>
                  <a:close/>
                  <a:moveTo>
                    <a:pt x="269" y="198"/>
                  </a:moveTo>
                  <a:cubicBezTo>
                    <a:pt x="272" y="196"/>
                    <a:pt x="269" y="195"/>
                    <a:pt x="272" y="195"/>
                  </a:cubicBezTo>
                  <a:cubicBezTo>
                    <a:pt x="274" y="195"/>
                    <a:pt x="271" y="192"/>
                    <a:pt x="272" y="192"/>
                  </a:cubicBezTo>
                  <a:cubicBezTo>
                    <a:pt x="274" y="192"/>
                    <a:pt x="272" y="187"/>
                    <a:pt x="271" y="185"/>
                  </a:cubicBezTo>
                  <a:cubicBezTo>
                    <a:pt x="269" y="182"/>
                    <a:pt x="268" y="185"/>
                    <a:pt x="266" y="182"/>
                  </a:cubicBezTo>
                  <a:cubicBezTo>
                    <a:pt x="263" y="181"/>
                    <a:pt x="265" y="182"/>
                    <a:pt x="265" y="185"/>
                  </a:cubicBezTo>
                  <a:cubicBezTo>
                    <a:pt x="266" y="188"/>
                    <a:pt x="266" y="190"/>
                    <a:pt x="268" y="193"/>
                  </a:cubicBezTo>
                  <a:cubicBezTo>
                    <a:pt x="269" y="196"/>
                    <a:pt x="266" y="193"/>
                    <a:pt x="266" y="198"/>
                  </a:cubicBezTo>
                  <a:cubicBezTo>
                    <a:pt x="266" y="199"/>
                    <a:pt x="268" y="198"/>
                    <a:pt x="269" y="198"/>
                  </a:cubicBezTo>
                  <a:close/>
                  <a:moveTo>
                    <a:pt x="265" y="207"/>
                  </a:moveTo>
                  <a:cubicBezTo>
                    <a:pt x="268" y="212"/>
                    <a:pt x="266" y="209"/>
                    <a:pt x="266" y="206"/>
                  </a:cubicBezTo>
                  <a:cubicBezTo>
                    <a:pt x="266" y="204"/>
                    <a:pt x="268" y="206"/>
                    <a:pt x="266" y="201"/>
                  </a:cubicBezTo>
                  <a:cubicBezTo>
                    <a:pt x="265" y="196"/>
                    <a:pt x="265" y="195"/>
                    <a:pt x="262" y="193"/>
                  </a:cubicBezTo>
                  <a:cubicBezTo>
                    <a:pt x="258" y="190"/>
                    <a:pt x="258" y="195"/>
                    <a:pt x="258" y="196"/>
                  </a:cubicBezTo>
                  <a:cubicBezTo>
                    <a:pt x="260" y="196"/>
                    <a:pt x="262" y="198"/>
                    <a:pt x="260" y="199"/>
                  </a:cubicBezTo>
                  <a:cubicBezTo>
                    <a:pt x="260" y="202"/>
                    <a:pt x="263" y="201"/>
                    <a:pt x="263" y="202"/>
                  </a:cubicBezTo>
                  <a:cubicBezTo>
                    <a:pt x="262" y="206"/>
                    <a:pt x="263" y="202"/>
                    <a:pt x="263" y="206"/>
                  </a:cubicBezTo>
                  <a:cubicBezTo>
                    <a:pt x="263" y="207"/>
                    <a:pt x="265" y="207"/>
                    <a:pt x="265" y="207"/>
                  </a:cubicBezTo>
                  <a:close/>
                  <a:moveTo>
                    <a:pt x="257" y="198"/>
                  </a:moveTo>
                  <a:cubicBezTo>
                    <a:pt x="257" y="198"/>
                    <a:pt x="257" y="199"/>
                    <a:pt x="258" y="199"/>
                  </a:cubicBezTo>
                  <a:cubicBezTo>
                    <a:pt x="258" y="198"/>
                    <a:pt x="257" y="193"/>
                    <a:pt x="257" y="195"/>
                  </a:cubicBezTo>
                  <a:cubicBezTo>
                    <a:pt x="257" y="195"/>
                    <a:pt x="257" y="196"/>
                    <a:pt x="257" y="198"/>
                  </a:cubicBezTo>
                  <a:close/>
                  <a:moveTo>
                    <a:pt x="258" y="190"/>
                  </a:moveTo>
                  <a:cubicBezTo>
                    <a:pt x="257" y="188"/>
                    <a:pt x="258" y="188"/>
                    <a:pt x="262" y="192"/>
                  </a:cubicBezTo>
                  <a:cubicBezTo>
                    <a:pt x="265" y="193"/>
                    <a:pt x="266" y="193"/>
                    <a:pt x="265" y="190"/>
                  </a:cubicBezTo>
                  <a:cubicBezTo>
                    <a:pt x="265" y="188"/>
                    <a:pt x="263" y="188"/>
                    <a:pt x="265" y="187"/>
                  </a:cubicBezTo>
                  <a:cubicBezTo>
                    <a:pt x="265" y="185"/>
                    <a:pt x="260" y="184"/>
                    <a:pt x="258" y="182"/>
                  </a:cubicBezTo>
                  <a:cubicBezTo>
                    <a:pt x="257" y="182"/>
                    <a:pt x="255" y="184"/>
                    <a:pt x="254" y="184"/>
                  </a:cubicBezTo>
                  <a:cubicBezTo>
                    <a:pt x="252" y="182"/>
                    <a:pt x="252" y="184"/>
                    <a:pt x="252" y="185"/>
                  </a:cubicBezTo>
                  <a:cubicBezTo>
                    <a:pt x="251" y="187"/>
                    <a:pt x="251" y="187"/>
                    <a:pt x="254" y="188"/>
                  </a:cubicBezTo>
                  <a:cubicBezTo>
                    <a:pt x="255" y="190"/>
                    <a:pt x="252" y="190"/>
                    <a:pt x="255" y="193"/>
                  </a:cubicBezTo>
                  <a:cubicBezTo>
                    <a:pt x="257" y="193"/>
                    <a:pt x="260" y="192"/>
                    <a:pt x="258" y="190"/>
                  </a:cubicBezTo>
                  <a:close/>
                  <a:moveTo>
                    <a:pt x="278" y="204"/>
                  </a:moveTo>
                  <a:cubicBezTo>
                    <a:pt x="280" y="202"/>
                    <a:pt x="280" y="201"/>
                    <a:pt x="280" y="199"/>
                  </a:cubicBezTo>
                  <a:cubicBezTo>
                    <a:pt x="278" y="198"/>
                    <a:pt x="278" y="199"/>
                    <a:pt x="275" y="198"/>
                  </a:cubicBezTo>
                  <a:cubicBezTo>
                    <a:pt x="274" y="198"/>
                    <a:pt x="272" y="198"/>
                    <a:pt x="272" y="199"/>
                  </a:cubicBezTo>
                  <a:cubicBezTo>
                    <a:pt x="272" y="202"/>
                    <a:pt x="275" y="199"/>
                    <a:pt x="275" y="202"/>
                  </a:cubicBezTo>
                  <a:cubicBezTo>
                    <a:pt x="274" y="207"/>
                    <a:pt x="275" y="206"/>
                    <a:pt x="278" y="206"/>
                  </a:cubicBezTo>
                  <a:cubicBezTo>
                    <a:pt x="280" y="207"/>
                    <a:pt x="278" y="204"/>
                    <a:pt x="278" y="204"/>
                  </a:cubicBezTo>
                  <a:close/>
                  <a:moveTo>
                    <a:pt x="271" y="209"/>
                  </a:moveTo>
                  <a:cubicBezTo>
                    <a:pt x="272" y="212"/>
                    <a:pt x="272" y="210"/>
                    <a:pt x="272" y="209"/>
                  </a:cubicBezTo>
                  <a:cubicBezTo>
                    <a:pt x="274" y="207"/>
                    <a:pt x="272" y="207"/>
                    <a:pt x="274" y="204"/>
                  </a:cubicBezTo>
                  <a:cubicBezTo>
                    <a:pt x="274" y="201"/>
                    <a:pt x="272" y="202"/>
                    <a:pt x="272" y="201"/>
                  </a:cubicBezTo>
                  <a:cubicBezTo>
                    <a:pt x="271" y="199"/>
                    <a:pt x="271" y="199"/>
                    <a:pt x="269" y="199"/>
                  </a:cubicBezTo>
                  <a:cubicBezTo>
                    <a:pt x="268" y="201"/>
                    <a:pt x="268" y="201"/>
                    <a:pt x="269" y="204"/>
                  </a:cubicBezTo>
                  <a:cubicBezTo>
                    <a:pt x="271" y="206"/>
                    <a:pt x="272" y="207"/>
                    <a:pt x="271" y="207"/>
                  </a:cubicBezTo>
                  <a:cubicBezTo>
                    <a:pt x="269" y="206"/>
                    <a:pt x="269" y="207"/>
                    <a:pt x="269" y="210"/>
                  </a:cubicBezTo>
                  <a:cubicBezTo>
                    <a:pt x="271" y="213"/>
                    <a:pt x="271" y="207"/>
                    <a:pt x="271" y="209"/>
                  </a:cubicBezTo>
                  <a:close/>
                  <a:moveTo>
                    <a:pt x="300" y="227"/>
                  </a:moveTo>
                  <a:cubicBezTo>
                    <a:pt x="301" y="226"/>
                    <a:pt x="301" y="226"/>
                    <a:pt x="303" y="224"/>
                  </a:cubicBezTo>
                  <a:cubicBezTo>
                    <a:pt x="303" y="224"/>
                    <a:pt x="301" y="224"/>
                    <a:pt x="301" y="226"/>
                  </a:cubicBezTo>
                  <a:cubicBezTo>
                    <a:pt x="300" y="226"/>
                    <a:pt x="298" y="227"/>
                    <a:pt x="300" y="227"/>
                  </a:cubicBezTo>
                  <a:cubicBezTo>
                    <a:pt x="300" y="227"/>
                    <a:pt x="300" y="227"/>
                    <a:pt x="300" y="227"/>
                  </a:cubicBezTo>
                  <a:close/>
                  <a:moveTo>
                    <a:pt x="293" y="224"/>
                  </a:moveTo>
                  <a:cubicBezTo>
                    <a:pt x="293" y="224"/>
                    <a:pt x="293" y="224"/>
                    <a:pt x="292" y="224"/>
                  </a:cubicBezTo>
                  <a:cubicBezTo>
                    <a:pt x="292" y="224"/>
                    <a:pt x="292" y="224"/>
                    <a:pt x="292" y="226"/>
                  </a:cubicBezTo>
                  <a:cubicBezTo>
                    <a:pt x="293" y="226"/>
                    <a:pt x="293" y="226"/>
                    <a:pt x="293" y="224"/>
                  </a:cubicBezTo>
                  <a:close/>
                  <a:moveTo>
                    <a:pt x="277" y="212"/>
                  </a:moveTo>
                  <a:cubicBezTo>
                    <a:pt x="278" y="212"/>
                    <a:pt x="278" y="210"/>
                    <a:pt x="277" y="210"/>
                  </a:cubicBezTo>
                  <a:cubicBezTo>
                    <a:pt x="275" y="209"/>
                    <a:pt x="274" y="210"/>
                    <a:pt x="275" y="210"/>
                  </a:cubicBezTo>
                  <a:cubicBezTo>
                    <a:pt x="275" y="210"/>
                    <a:pt x="274" y="210"/>
                    <a:pt x="274" y="212"/>
                  </a:cubicBezTo>
                  <a:cubicBezTo>
                    <a:pt x="274" y="212"/>
                    <a:pt x="272" y="213"/>
                    <a:pt x="275" y="212"/>
                  </a:cubicBezTo>
                  <a:cubicBezTo>
                    <a:pt x="275" y="212"/>
                    <a:pt x="275" y="212"/>
                    <a:pt x="277" y="212"/>
                  </a:cubicBezTo>
                  <a:close/>
                  <a:moveTo>
                    <a:pt x="278" y="212"/>
                  </a:moveTo>
                  <a:cubicBezTo>
                    <a:pt x="277" y="213"/>
                    <a:pt x="278" y="212"/>
                    <a:pt x="278" y="213"/>
                  </a:cubicBezTo>
                  <a:cubicBezTo>
                    <a:pt x="278" y="215"/>
                    <a:pt x="277" y="213"/>
                    <a:pt x="277" y="215"/>
                  </a:cubicBezTo>
                  <a:cubicBezTo>
                    <a:pt x="277" y="216"/>
                    <a:pt x="277" y="216"/>
                    <a:pt x="278" y="216"/>
                  </a:cubicBezTo>
                  <a:cubicBezTo>
                    <a:pt x="280" y="216"/>
                    <a:pt x="278" y="216"/>
                    <a:pt x="280" y="218"/>
                  </a:cubicBezTo>
                  <a:cubicBezTo>
                    <a:pt x="280" y="220"/>
                    <a:pt x="277" y="220"/>
                    <a:pt x="277" y="220"/>
                  </a:cubicBezTo>
                  <a:cubicBezTo>
                    <a:pt x="278" y="221"/>
                    <a:pt x="278" y="221"/>
                    <a:pt x="280" y="221"/>
                  </a:cubicBezTo>
                  <a:cubicBezTo>
                    <a:pt x="280" y="220"/>
                    <a:pt x="280" y="221"/>
                    <a:pt x="280" y="221"/>
                  </a:cubicBezTo>
                  <a:cubicBezTo>
                    <a:pt x="281" y="221"/>
                    <a:pt x="281" y="221"/>
                    <a:pt x="283" y="223"/>
                  </a:cubicBezTo>
                  <a:cubicBezTo>
                    <a:pt x="284" y="224"/>
                    <a:pt x="283" y="224"/>
                    <a:pt x="283" y="224"/>
                  </a:cubicBezTo>
                  <a:cubicBezTo>
                    <a:pt x="284" y="226"/>
                    <a:pt x="284" y="223"/>
                    <a:pt x="284" y="226"/>
                  </a:cubicBezTo>
                  <a:cubicBezTo>
                    <a:pt x="284" y="227"/>
                    <a:pt x="287" y="229"/>
                    <a:pt x="287" y="227"/>
                  </a:cubicBezTo>
                  <a:cubicBezTo>
                    <a:pt x="289" y="226"/>
                    <a:pt x="287" y="226"/>
                    <a:pt x="287" y="224"/>
                  </a:cubicBezTo>
                  <a:cubicBezTo>
                    <a:pt x="287" y="223"/>
                    <a:pt x="287" y="224"/>
                    <a:pt x="287" y="221"/>
                  </a:cubicBezTo>
                  <a:cubicBezTo>
                    <a:pt x="289" y="220"/>
                    <a:pt x="287" y="221"/>
                    <a:pt x="286" y="220"/>
                  </a:cubicBezTo>
                  <a:cubicBezTo>
                    <a:pt x="286" y="218"/>
                    <a:pt x="286" y="220"/>
                    <a:pt x="284" y="218"/>
                  </a:cubicBezTo>
                  <a:cubicBezTo>
                    <a:pt x="284" y="218"/>
                    <a:pt x="283" y="220"/>
                    <a:pt x="283" y="218"/>
                  </a:cubicBezTo>
                  <a:cubicBezTo>
                    <a:pt x="281" y="218"/>
                    <a:pt x="283" y="216"/>
                    <a:pt x="284" y="218"/>
                  </a:cubicBezTo>
                  <a:cubicBezTo>
                    <a:pt x="287" y="220"/>
                    <a:pt x="286" y="218"/>
                    <a:pt x="284" y="216"/>
                  </a:cubicBezTo>
                  <a:cubicBezTo>
                    <a:pt x="283" y="215"/>
                    <a:pt x="283" y="213"/>
                    <a:pt x="283" y="212"/>
                  </a:cubicBezTo>
                  <a:cubicBezTo>
                    <a:pt x="281" y="210"/>
                    <a:pt x="280" y="212"/>
                    <a:pt x="278" y="210"/>
                  </a:cubicBezTo>
                  <a:cubicBezTo>
                    <a:pt x="278" y="210"/>
                    <a:pt x="280" y="209"/>
                    <a:pt x="278" y="207"/>
                  </a:cubicBezTo>
                  <a:cubicBezTo>
                    <a:pt x="278" y="206"/>
                    <a:pt x="278" y="207"/>
                    <a:pt x="277" y="207"/>
                  </a:cubicBezTo>
                  <a:cubicBezTo>
                    <a:pt x="274" y="207"/>
                    <a:pt x="275" y="207"/>
                    <a:pt x="275" y="207"/>
                  </a:cubicBezTo>
                  <a:cubicBezTo>
                    <a:pt x="274" y="209"/>
                    <a:pt x="274" y="209"/>
                    <a:pt x="275" y="209"/>
                  </a:cubicBezTo>
                  <a:cubicBezTo>
                    <a:pt x="277" y="209"/>
                    <a:pt x="278" y="209"/>
                    <a:pt x="278" y="212"/>
                  </a:cubicBezTo>
                  <a:close/>
                  <a:moveTo>
                    <a:pt x="280" y="227"/>
                  </a:moveTo>
                  <a:cubicBezTo>
                    <a:pt x="281" y="229"/>
                    <a:pt x="283" y="229"/>
                    <a:pt x="281" y="227"/>
                  </a:cubicBezTo>
                  <a:cubicBezTo>
                    <a:pt x="281" y="226"/>
                    <a:pt x="281" y="226"/>
                    <a:pt x="280" y="224"/>
                  </a:cubicBezTo>
                  <a:cubicBezTo>
                    <a:pt x="278" y="223"/>
                    <a:pt x="280" y="223"/>
                    <a:pt x="280" y="223"/>
                  </a:cubicBezTo>
                  <a:cubicBezTo>
                    <a:pt x="278" y="221"/>
                    <a:pt x="278" y="221"/>
                    <a:pt x="278" y="221"/>
                  </a:cubicBezTo>
                  <a:cubicBezTo>
                    <a:pt x="277" y="223"/>
                    <a:pt x="278" y="223"/>
                    <a:pt x="278" y="224"/>
                  </a:cubicBezTo>
                  <a:cubicBezTo>
                    <a:pt x="278" y="224"/>
                    <a:pt x="278" y="224"/>
                    <a:pt x="280" y="227"/>
                  </a:cubicBezTo>
                  <a:close/>
                  <a:moveTo>
                    <a:pt x="199" y="22"/>
                  </a:moveTo>
                  <a:cubicBezTo>
                    <a:pt x="190" y="20"/>
                    <a:pt x="188" y="25"/>
                    <a:pt x="182" y="22"/>
                  </a:cubicBezTo>
                  <a:cubicBezTo>
                    <a:pt x="176" y="19"/>
                    <a:pt x="166" y="20"/>
                    <a:pt x="155" y="16"/>
                  </a:cubicBezTo>
                  <a:cubicBezTo>
                    <a:pt x="144" y="13"/>
                    <a:pt x="144" y="19"/>
                    <a:pt x="134" y="16"/>
                  </a:cubicBezTo>
                  <a:cubicBezTo>
                    <a:pt x="123" y="13"/>
                    <a:pt x="134" y="10"/>
                    <a:pt x="121" y="10"/>
                  </a:cubicBezTo>
                  <a:cubicBezTo>
                    <a:pt x="109" y="10"/>
                    <a:pt x="112" y="11"/>
                    <a:pt x="109" y="8"/>
                  </a:cubicBezTo>
                  <a:cubicBezTo>
                    <a:pt x="105" y="5"/>
                    <a:pt x="105" y="10"/>
                    <a:pt x="100" y="6"/>
                  </a:cubicBezTo>
                  <a:cubicBezTo>
                    <a:pt x="97" y="5"/>
                    <a:pt x="96" y="0"/>
                    <a:pt x="88" y="6"/>
                  </a:cubicBezTo>
                  <a:cubicBezTo>
                    <a:pt x="80" y="14"/>
                    <a:pt x="76" y="5"/>
                    <a:pt x="64" y="14"/>
                  </a:cubicBezTo>
                  <a:cubicBezTo>
                    <a:pt x="51" y="24"/>
                    <a:pt x="50" y="11"/>
                    <a:pt x="44" y="24"/>
                  </a:cubicBezTo>
                  <a:cubicBezTo>
                    <a:pt x="39" y="36"/>
                    <a:pt x="36" y="39"/>
                    <a:pt x="21" y="39"/>
                  </a:cubicBezTo>
                  <a:cubicBezTo>
                    <a:pt x="13" y="39"/>
                    <a:pt x="21" y="44"/>
                    <a:pt x="13" y="45"/>
                  </a:cubicBezTo>
                  <a:cubicBezTo>
                    <a:pt x="7" y="47"/>
                    <a:pt x="32" y="52"/>
                    <a:pt x="36" y="61"/>
                  </a:cubicBezTo>
                  <a:cubicBezTo>
                    <a:pt x="41" y="69"/>
                    <a:pt x="47" y="61"/>
                    <a:pt x="45" y="67"/>
                  </a:cubicBezTo>
                  <a:cubicBezTo>
                    <a:pt x="45" y="72"/>
                    <a:pt x="50" y="67"/>
                    <a:pt x="50" y="72"/>
                  </a:cubicBezTo>
                  <a:cubicBezTo>
                    <a:pt x="51" y="76"/>
                    <a:pt x="57" y="72"/>
                    <a:pt x="56" y="76"/>
                  </a:cubicBezTo>
                  <a:cubicBezTo>
                    <a:pt x="56" y="80"/>
                    <a:pt x="56" y="75"/>
                    <a:pt x="51" y="78"/>
                  </a:cubicBezTo>
                  <a:cubicBezTo>
                    <a:pt x="51" y="80"/>
                    <a:pt x="51" y="76"/>
                    <a:pt x="41" y="78"/>
                  </a:cubicBezTo>
                  <a:cubicBezTo>
                    <a:pt x="30" y="80"/>
                    <a:pt x="44" y="67"/>
                    <a:pt x="30" y="72"/>
                  </a:cubicBezTo>
                  <a:cubicBezTo>
                    <a:pt x="16" y="76"/>
                    <a:pt x="9" y="83"/>
                    <a:pt x="4" y="83"/>
                  </a:cubicBezTo>
                  <a:cubicBezTo>
                    <a:pt x="0" y="84"/>
                    <a:pt x="3" y="89"/>
                    <a:pt x="10" y="89"/>
                  </a:cubicBezTo>
                  <a:cubicBezTo>
                    <a:pt x="19" y="89"/>
                    <a:pt x="9" y="92"/>
                    <a:pt x="13" y="94"/>
                  </a:cubicBezTo>
                  <a:cubicBezTo>
                    <a:pt x="18" y="97"/>
                    <a:pt x="12" y="100"/>
                    <a:pt x="21" y="101"/>
                  </a:cubicBezTo>
                  <a:cubicBezTo>
                    <a:pt x="30" y="101"/>
                    <a:pt x="33" y="97"/>
                    <a:pt x="39" y="100"/>
                  </a:cubicBezTo>
                  <a:cubicBezTo>
                    <a:pt x="47" y="104"/>
                    <a:pt x="54" y="90"/>
                    <a:pt x="59" y="97"/>
                  </a:cubicBezTo>
                  <a:cubicBezTo>
                    <a:pt x="64" y="101"/>
                    <a:pt x="48" y="98"/>
                    <a:pt x="56" y="103"/>
                  </a:cubicBezTo>
                  <a:cubicBezTo>
                    <a:pt x="65" y="108"/>
                    <a:pt x="57" y="115"/>
                    <a:pt x="51" y="114"/>
                  </a:cubicBezTo>
                  <a:cubicBezTo>
                    <a:pt x="44" y="112"/>
                    <a:pt x="45" y="123"/>
                    <a:pt x="38" y="118"/>
                  </a:cubicBezTo>
                  <a:cubicBezTo>
                    <a:pt x="30" y="114"/>
                    <a:pt x="29" y="126"/>
                    <a:pt x="24" y="128"/>
                  </a:cubicBezTo>
                  <a:cubicBezTo>
                    <a:pt x="21" y="129"/>
                    <a:pt x="22" y="134"/>
                    <a:pt x="18" y="137"/>
                  </a:cubicBezTo>
                  <a:cubicBezTo>
                    <a:pt x="15" y="139"/>
                    <a:pt x="18" y="140"/>
                    <a:pt x="24" y="145"/>
                  </a:cubicBezTo>
                  <a:cubicBezTo>
                    <a:pt x="30" y="150"/>
                    <a:pt x="22" y="153"/>
                    <a:pt x="25" y="154"/>
                  </a:cubicBezTo>
                  <a:cubicBezTo>
                    <a:pt x="29" y="157"/>
                    <a:pt x="33" y="165"/>
                    <a:pt x="41" y="162"/>
                  </a:cubicBezTo>
                  <a:cubicBezTo>
                    <a:pt x="48" y="159"/>
                    <a:pt x="51" y="162"/>
                    <a:pt x="50" y="168"/>
                  </a:cubicBezTo>
                  <a:cubicBezTo>
                    <a:pt x="47" y="174"/>
                    <a:pt x="53" y="170"/>
                    <a:pt x="50" y="176"/>
                  </a:cubicBezTo>
                  <a:cubicBezTo>
                    <a:pt x="48" y="181"/>
                    <a:pt x="56" y="179"/>
                    <a:pt x="59" y="174"/>
                  </a:cubicBezTo>
                  <a:cubicBezTo>
                    <a:pt x="62" y="171"/>
                    <a:pt x="68" y="176"/>
                    <a:pt x="71" y="179"/>
                  </a:cubicBezTo>
                  <a:cubicBezTo>
                    <a:pt x="76" y="184"/>
                    <a:pt x="76" y="176"/>
                    <a:pt x="79" y="178"/>
                  </a:cubicBezTo>
                  <a:cubicBezTo>
                    <a:pt x="82" y="181"/>
                    <a:pt x="91" y="173"/>
                    <a:pt x="86" y="178"/>
                  </a:cubicBezTo>
                  <a:cubicBezTo>
                    <a:pt x="83" y="182"/>
                    <a:pt x="83" y="185"/>
                    <a:pt x="83" y="190"/>
                  </a:cubicBezTo>
                  <a:cubicBezTo>
                    <a:pt x="83" y="195"/>
                    <a:pt x="79" y="192"/>
                    <a:pt x="76" y="198"/>
                  </a:cubicBezTo>
                  <a:cubicBezTo>
                    <a:pt x="73" y="204"/>
                    <a:pt x="67" y="202"/>
                    <a:pt x="64" y="209"/>
                  </a:cubicBezTo>
                  <a:cubicBezTo>
                    <a:pt x="59" y="216"/>
                    <a:pt x="61" y="210"/>
                    <a:pt x="53" y="212"/>
                  </a:cubicBezTo>
                  <a:cubicBezTo>
                    <a:pt x="45" y="215"/>
                    <a:pt x="50" y="218"/>
                    <a:pt x="44" y="220"/>
                  </a:cubicBezTo>
                  <a:cubicBezTo>
                    <a:pt x="39" y="223"/>
                    <a:pt x="38" y="227"/>
                    <a:pt x="44" y="224"/>
                  </a:cubicBezTo>
                  <a:cubicBezTo>
                    <a:pt x="51" y="221"/>
                    <a:pt x="53" y="215"/>
                    <a:pt x="54" y="218"/>
                  </a:cubicBezTo>
                  <a:cubicBezTo>
                    <a:pt x="56" y="221"/>
                    <a:pt x="59" y="216"/>
                    <a:pt x="59" y="220"/>
                  </a:cubicBezTo>
                  <a:cubicBezTo>
                    <a:pt x="61" y="224"/>
                    <a:pt x="64" y="221"/>
                    <a:pt x="64" y="218"/>
                  </a:cubicBezTo>
                  <a:cubicBezTo>
                    <a:pt x="62" y="215"/>
                    <a:pt x="68" y="213"/>
                    <a:pt x="68" y="216"/>
                  </a:cubicBezTo>
                  <a:cubicBezTo>
                    <a:pt x="68" y="220"/>
                    <a:pt x="74" y="210"/>
                    <a:pt x="79" y="210"/>
                  </a:cubicBezTo>
                  <a:cubicBezTo>
                    <a:pt x="83" y="210"/>
                    <a:pt x="76" y="209"/>
                    <a:pt x="86" y="202"/>
                  </a:cubicBezTo>
                  <a:cubicBezTo>
                    <a:pt x="96" y="198"/>
                    <a:pt x="94" y="195"/>
                    <a:pt x="100" y="192"/>
                  </a:cubicBezTo>
                  <a:cubicBezTo>
                    <a:pt x="105" y="188"/>
                    <a:pt x="112" y="185"/>
                    <a:pt x="114" y="181"/>
                  </a:cubicBezTo>
                  <a:cubicBezTo>
                    <a:pt x="115" y="176"/>
                    <a:pt x="118" y="178"/>
                    <a:pt x="120" y="174"/>
                  </a:cubicBezTo>
                  <a:cubicBezTo>
                    <a:pt x="120" y="170"/>
                    <a:pt x="105" y="176"/>
                    <a:pt x="114" y="168"/>
                  </a:cubicBezTo>
                  <a:cubicBezTo>
                    <a:pt x="124" y="160"/>
                    <a:pt x="126" y="159"/>
                    <a:pt x="129" y="151"/>
                  </a:cubicBezTo>
                  <a:cubicBezTo>
                    <a:pt x="134" y="145"/>
                    <a:pt x="144" y="140"/>
                    <a:pt x="152" y="148"/>
                  </a:cubicBezTo>
                  <a:cubicBezTo>
                    <a:pt x="159" y="156"/>
                    <a:pt x="146" y="143"/>
                    <a:pt x="138" y="148"/>
                  </a:cubicBezTo>
                  <a:cubicBezTo>
                    <a:pt x="132" y="153"/>
                    <a:pt x="138" y="154"/>
                    <a:pt x="132" y="159"/>
                  </a:cubicBezTo>
                  <a:cubicBezTo>
                    <a:pt x="126" y="165"/>
                    <a:pt x="137" y="165"/>
                    <a:pt x="132" y="167"/>
                  </a:cubicBezTo>
                  <a:cubicBezTo>
                    <a:pt x="124" y="171"/>
                    <a:pt x="137" y="173"/>
                    <a:pt x="143" y="167"/>
                  </a:cubicBezTo>
                  <a:cubicBezTo>
                    <a:pt x="149" y="162"/>
                    <a:pt x="150" y="160"/>
                    <a:pt x="155" y="160"/>
                  </a:cubicBezTo>
                  <a:cubicBezTo>
                    <a:pt x="161" y="160"/>
                    <a:pt x="155" y="157"/>
                    <a:pt x="159" y="156"/>
                  </a:cubicBezTo>
                  <a:cubicBezTo>
                    <a:pt x="164" y="154"/>
                    <a:pt x="156" y="150"/>
                    <a:pt x="163" y="150"/>
                  </a:cubicBezTo>
                  <a:cubicBezTo>
                    <a:pt x="169" y="148"/>
                    <a:pt x="172" y="145"/>
                    <a:pt x="172" y="148"/>
                  </a:cubicBezTo>
                  <a:cubicBezTo>
                    <a:pt x="172" y="153"/>
                    <a:pt x="176" y="151"/>
                    <a:pt x="181" y="154"/>
                  </a:cubicBezTo>
                  <a:cubicBezTo>
                    <a:pt x="185" y="157"/>
                    <a:pt x="184" y="151"/>
                    <a:pt x="187" y="156"/>
                  </a:cubicBezTo>
                  <a:cubicBezTo>
                    <a:pt x="191" y="162"/>
                    <a:pt x="199" y="159"/>
                    <a:pt x="204" y="159"/>
                  </a:cubicBezTo>
                  <a:cubicBezTo>
                    <a:pt x="210" y="159"/>
                    <a:pt x="219" y="167"/>
                    <a:pt x="223" y="164"/>
                  </a:cubicBezTo>
                  <a:cubicBezTo>
                    <a:pt x="230" y="160"/>
                    <a:pt x="230" y="164"/>
                    <a:pt x="227" y="165"/>
                  </a:cubicBezTo>
                  <a:cubicBezTo>
                    <a:pt x="223" y="167"/>
                    <a:pt x="233" y="170"/>
                    <a:pt x="237" y="173"/>
                  </a:cubicBezTo>
                  <a:cubicBezTo>
                    <a:pt x="242" y="174"/>
                    <a:pt x="242" y="178"/>
                    <a:pt x="248" y="181"/>
                  </a:cubicBezTo>
                  <a:cubicBezTo>
                    <a:pt x="252" y="184"/>
                    <a:pt x="257" y="182"/>
                    <a:pt x="254" y="179"/>
                  </a:cubicBezTo>
                  <a:cubicBezTo>
                    <a:pt x="251" y="176"/>
                    <a:pt x="251" y="173"/>
                    <a:pt x="255" y="176"/>
                  </a:cubicBezTo>
                  <a:cubicBezTo>
                    <a:pt x="258" y="181"/>
                    <a:pt x="265" y="185"/>
                    <a:pt x="263" y="181"/>
                  </a:cubicBezTo>
                  <a:cubicBezTo>
                    <a:pt x="263" y="176"/>
                    <a:pt x="262" y="173"/>
                    <a:pt x="265" y="179"/>
                  </a:cubicBezTo>
                  <a:cubicBezTo>
                    <a:pt x="268" y="184"/>
                    <a:pt x="271" y="179"/>
                    <a:pt x="272" y="184"/>
                  </a:cubicBezTo>
                  <a:cubicBezTo>
                    <a:pt x="275" y="190"/>
                    <a:pt x="274" y="190"/>
                    <a:pt x="277" y="192"/>
                  </a:cubicBezTo>
                  <a:cubicBezTo>
                    <a:pt x="278" y="193"/>
                    <a:pt x="274" y="196"/>
                    <a:pt x="278" y="198"/>
                  </a:cubicBezTo>
                  <a:cubicBezTo>
                    <a:pt x="283" y="199"/>
                    <a:pt x="280" y="199"/>
                    <a:pt x="284" y="204"/>
                  </a:cubicBezTo>
                  <a:cubicBezTo>
                    <a:pt x="290" y="210"/>
                    <a:pt x="293" y="209"/>
                    <a:pt x="290" y="210"/>
                  </a:cubicBezTo>
                  <a:cubicBezTo>
                    <a:pt x="287" y="210"/>
                    <a:pt x="289" y="212"/>
                    <a:pt x="286" y="215"/>
                  </a:cubicBezTo>
                  <a:cubicBezTo>
                    <a:pt x="284" y="216"/>
                    <a:pt x="287" y="220"/>
                    <a:pt x="289" y="215"/>
                  </a:cubicBezTo>
                  <a:cubicBezTo>
                    <a:pt x="290" y="212"/>
                    <a:pt x="293" y="209"/>
                    <a:pt x="295" y="213"/>
                  </a:cubicBezTo>
                  <a:cubicBezTo>
                    <a:pt x="298" y="218"/>
                    <a:pt x="295" y="221"/>
                    <a:pt x="295" y="223"/>
                  </a:cubicBezTo>
                  <a:cubicBezTo>
                    <a:pt x="297" y="226"/>
                    <a:pt x="297" y="229"/>
                    <a:pt x="300" y="226"/>
                  </a:cubicBezTo>
                  <a:cubicBezTo>
                    <a:pt x="301" y="223"/>
                    <a:pt x="304" y="223"/>
                    <a:pt x="303" y="218"/>
                  </a:cubicBezTo>
                  <a:cubicBezTo>
                    <a:pt x="301" y="213"/>
                    <a:pt x="303" y="213"/>
                    <a:pt x="304" y="212"/>
                  </a:cubicBezTo>
                  <a:cubicBezTo>
                    <a:pt x="304" y="212"/>
                    <a:pt x="304" y="210"/>
                    <a:pt x="303" y="210"/>
                  </a:cubicBezTo>
                  <a:cubicBezTo>
                    <a:pt x="300" y="210"/>
                    <a:pt x="303" y="209"/>
                    <a:pt x="298" y="207"/>
                  </a:cubicBezTo>
                  <a:cubicBezTo>
                    <a:pt x="292" y="206"/>
                    <a:pt x="293" y="202"/>
                    <a:pt x="290" y="204"/>
                  </a:cubicBezTo>
                  <a:cubicBezTo>
                    <a:pt x="287" y="204"/>
                    <a:pt x="290" y="201"/>
                    <a:pt x="289" y="201"/>
                  </a:cubicBezTo>
                  <a:cubicBezTo>
                    <a:pt x="286" y="201"/>
                    <a:pt x="289" y="198"/>
                    <a:pt x="287" y="198"/>
                  </a:cubicBezTo>
                  <a:cubicBezTo>
                    <a:pt x="284" y="198"/>
                    <a:pt x="287" y="198"/>
                    <a:pt x="286" y="195"/>
                  </a:cubicBezTo>
                  <a:cubicBezTo>
                    <a:pt x="284" y="193"/>
                    <a:pt x="278" y="182"/>
                    <a:pt x="275" y="179"/>
                  </a:cubicBezTo>
                  <a:cubicBezTo>
                    <a:pt x="274" y="174"/>
                    <a:pt x="271" y="178"/>
                    <a:pt x="269" y="173"/>
                  </a:cubicBezTo>
                  <a:cubicBezTo>
                    <a:pt x="268" y="170"/>
                    <a:pt x="266" y="171"/>
                    <a:pt x="265" y="168"/>
                  </a:cubicBezTo>
                  <a:cubicBezTo>
                    <a:pt x="263" y="167"/>
                    <a:pt x="266" y="168"/>
                    <a:pt x="263" y="165"/>
                  </a:cubicBezTo>
                  <a:cubicBezTo>
                    <a:pt x="262" y="162"/>
                    <a:pt x="262" y="162"/>
                    <a:pt x="255" y="165"/>
                  </a:cubicBezTo>
                  <a:cubicBezTo>
                    <a:pt x="252" y="165"/>
                    <a:pt x="257" y="167"/>
                    <a:pt x="254" y="167"/>
                  </a:cubicBezTo>
                  <a:cubicBezTo>
                    <a:pt x="251" y="168"/>
                    <a:pt x="255" y="170"/>
                    <a:pt x="251" y="171"/>
                  </a:cubicBezTo>
                  <a:cubicBezTo>
                    <a:pt x="246" y="171"/>
                    <a:pt x="246" y="174"/>
                    <a:pt x="245" y="173"/>
                  </a:cubicBezTo>
                  <a:cubicBezTo>
                    <a:pt x="243" y="173"/>
                    <a:pt x="246" y="171"/>
                    <a:pt x="240" y="167"/>
                  </a:cubicBezTo>
                  <a:cubicBezTo>
                    <a:pt x="233" y="164"/>
                    <a:pt x="237" y="162"/>
                    <a:pt x="233" y="160"/>
                  </a:cubicBezTo>
                  <a:cubicBezTo>
                    <a:pt x="230" y="159"/>
                    <a:pt x="231" y="159"/>
                    <a:pt x="233" y="157"/>
                  </a:cubicBezTo>
                  <a:cubicBezTo>
                    <a:pt x="233" y="154"/>
                    <a:pt x="228" y="156"/>
                    <a:pt x="227" y="157"/>
                  </a:cubicBezTo>
                  <a:cubicBezTo>
                    <a:pt x="225" y="157"/>
                    <a:pt x="225" y="157"/>
                    <a:pt x="222" y="156"/>
                  </a:cubicBezTo>
                  <a:cubicBezTo>
                    <a:pt x="220" y="154"/>
                    <a:pt x="223" y="159"/>
                    <a:pt x="217" y="156"/>
                  </a:cubicBezTo>
                  <a:cubicBezTo>
                    <a:pt x="217" y="28"/>
                    <a:pt x="217" y="28"/>
                    <a:pt x="217" y="28"/>
                  </a:cubicBezTo>
                  <a:cubicBezTo>
                    <a:pt x="208" y="28"/>
                    <a:pt x="208" y="22"/>
                    <a:pt x="199" y="22"/>
                  </a:cubicBezTo>
                  <a:close/>
                  <a:moveTo>
                    <a:pt x="734" y="349"/>
                  </a:moveTo>
                  <a:cubicBezTo>
                    <a:pt x="734" y="350"/>
                    <a:pt x="732" y="352"/>
                    <a:pt x="730" y="352"/>
                  </a:cubicBezTo>
                  <a:cubicBezTo>
                    <a:pt x="729" y="352"/>
                    <a:pt x="729" y="353"/>
                    <a:pt x="730" y="355"/>
                  </a:cubicBezTo>
                  <a:cubicBezTo>
                    <a:pt x="732" y="355"/>
                    <a:pt x="730" y="355"/>
                    <a:pt x="730" y="358"/>
                  </a:cubicBezTo>
                  <a:cubicBezTo>
                    <a:pt x="730" y="360"/>
                    <a:pt x="729" y="360"/>
                    <a:pt x="727" y="361"/>
                  </a:cubicBezTo>
                  <a:cubicBezTo>
                    <a:pt x="726" y="363"/>
                    <a:pt x="721" y="363"/>
                    <a:pt x="718" y="363"/>
                  </a:cubicBezTo>
                  <a:cubicBezTo>
                    <a:pt x="717" y="361"/>
                    <a:pt x="711" y="361"/>
                    <a:pt x="711" y="363"/>
                  </a:cubicBezTo>
                  <a:cubicBezTo>
                    <a:pt x="709" y="363"/>
                    <a:pt x="706" y="364"/>
                    <a:pt x="706" y="364"/>
                  </a:cubicBezTo>
                  <a:cubicBezTo>
                    <a:pt x="709" y="366"/>
                    <a:pt x="709" y="366"/>
                    <a:pt x="709" y="366"/>
                  </a:cubicBezTo>
                  <a:cubicBezTo>
                    <a:pt x="711" y="366"/>
                    <a:pt x="709" y="369"/>
                    <a:pt x="709" y="369"/>
                  </a:cubicBezTo>
                  <a:cubicBezTo>
                    <a:pt x="708" y="370"/>
                    <a:pt x="703" y="375"/>
                    <a:pt x="700" y="375"/>
                  </a:cubicBezTo>
                  <a:cubicBezTo>
                    <a:pt x="699" y="375"/>
                    <a:pt x="695" y="378"/>
                    <a:pt x="689" y="381"/>
                  </a:cubicBezTo>
                  <a:cubicBezTo>
                    <a:pt x="683" y="384"/>
                    <a:pt x="677" y="384"/>
                    <a:pt x="677" y="383"/>
                  </a:cubicBezTo>
                  <a:cubicBezTo>
                    <a:pt x="676" y="383"/>
                    <a:pt x="679" y="383"/>
                    <a:pt x="679" y="381"/>
                  </a:cubicBezTo>
                  <a:cubicBezTo>
                    <a:pt x="677" y="381"/>
                    <a:pt x="673" y="381"/>
                    <a:pt x="673" y="380"/>
                  </a:cubicBezTo>
                  <a:cubicBezTo>
                    <a:pt x="673" y="378"/>
                    <a:pt x="674" y="378"/>
                    <a:pt x="674" y="375"/>
                  </a:cubicBezTo>
                  <a:cubicBezTo>
                    <a:pt x="676" y="372"/>
                    <a:pt x="677" y="374"/>
                    <a:pt x="677" y="370"/>
                  </a:cubicBezTo>
                  <a:cubicBezTo>
                    <a:pt x="679" y="369"/>
                    <a:pt x="679" y="369"/>
                    <a:pt x="680" y="370"/>
                  </a:cubicBezTo>
                  <a:cubicBezTo>
                    <a:pt x="680" y="369"/>
                    <a:pt x="680" y="369"/>
                    <a:pt x="680" y="369"/>
                  </a:cubicBezTo>
                  <a:cubicBezTo>
                    <a:pt x="680" y="367"/>
                    <a:pt x="682" y="367"/>
                    <a:pt x="682" y="366"/>
                  </a:cubicBezTo>
                  <a:cubicBezTo>
                    <a:pt x="680" y="363"/>
                    <a:pt x="680" y="353"/>
                    <a:pt x="676" y="355"/>
                  </a:cubicBezTo>
                  <a:cubicBezTo>
                    <a:pt x="673" y="355"/>
                    <a:pt x="673" y="358"/>
                    <a:pt x="671" y="360"/>
                  </a:cubicBezTo>
                  <a:cubicBezTo>
                    <a:pt x="670" y="360"/>
                    <a:pt x="668" y="355"/>
                    <a:pt x="671" y="355"/>
                  </a:cubicBezTo>
                  <a:cubicBezTo>
                    <a:pt x="673" y="353"/>
                    <a:pt x="674" y="352"/>
                    <a:pt x="674" y="349"/>
                  </a:cubicBezTo>
                  <a:cubicBezTo>
                    <a:pt x="674" y="344"/>
                    <a:pt x="671" y="342"/>
                    <a:pt x="674" y="342"/>
                  </a:cubicBezTo>
                  <a:cubicBezTo>
                    <a:pt x="676" y="342"/>
                    <a:pt x="673" y="339"/>
                    <a:pt x="670" y="338"/>
                  </a:cubicBezTo>
                  <a:cubicBezTo>
                    <a:pt x="667" y="338"/>
                    <a:pt x="668" y="336"/>
                    <a:pt x="667" y="336"/>
                  </a:cubicBezTo>
                  <a:cubicBezTo>
                    <a:pt x="663" y="336"/>
                    <a:pt x="663" y="333"/>
                    <a:pt x="660" y="335"/>
                  </a:cubicBezTo>
                  <a:cubicBezTo>
                    <a:pt x="657" y="338"/>
                    <a:pt x="663" y="338"/>
                    <a:pt x="659" y="339"/>
                  </a:cubicBezTo>
                  <a:cubicBezTo>
                    <a:pt x="656" y="339"/>
                    <a:pt x="657" y="345"/>
                    <a:pt x="656" y="345"/>
                  </a:cubicBezTo>
                  <a:cubicBezTo>
                    <a:pt x="654" y="345"/>
                    <a:pt x="657" y="338"/>
                    <a:pt x="653" y="344"/>
                  </a:cubicBezTo>
                  <a:cubicBezTo>
                    <a:pt x="651" y="347"/>
                    <a:pt x="650" y="344"/>
                    <a:pt x="651" y="349"/>
                  </a:cubicBezTo>
                  <a:cubicBezTo>
                    <a:pt x="651" y="352"/>
                    <a:pt x="648" y="353"/>
                    <a:pt x="650" y="355"/>
                  </a:cubicBezTo>
                  <a:cubicBezTo>
                    <a:pt x="650" y="358"/>
                    <a:pt x="648" y="356"/>
                    <a:pt x="650" y="361"/>
                  </a:cubicBezTo>
                  <a:cubicBezTo>
                    <a:pt x="651" y="367"/>
                    <a:pt x="651" y="372"/>
                    <a:pt x="648" y="377"/>
                  </a:cubicBezTo>
                  <a:cubicBezTo>
                    <a:pt x="645" y="381"/>
                    <a:pt x="642" y="383"/>
                    <a:pt x="639" y="378"/>
                  </a:cubicBezTo>
                  <a:cubicBezTo>
                    <a:pt x="636" y="374"/>
                    <a:pt x="639" y="370"/>
                    <a:pt x="638" y="366"/>
                  </a:cubicBezTo>
                  <a:cubicBezTo>
                    <a:pt x="638" y="361"/>
                    <a:pt x="639" y="363"/>
                    <a:pt x="639" y="356"/>
                  </a:cubicBezTo>
                  <a:cubicBezTo>
                    <a:pt x="639" y="352"/>
                    <a:pt x="642" y="355"/>
                    <a:pt x="641" y="352"/>
                  </a:cubicBezTo>
                  <a:cubicBezTo>
                    <a:pt x="639" y="350"/>
                    <a:pt x="644" y="345"/>
                    <a:pt x="641" y="345"/>
                  </a:cubicBezTo>
                  <a:cubicBezTo>
                    <a:pt x="639" y="344"/>
                    <a:pt x="641" y="345"/>
                    <a:pt x="638" y="349"/>
                  </a:cubicBezTo>
                  <a:cubicBezTo>
                    <a:pt x="636" y="350"/>
                    <a:pt x="638" y="344"/>
                    <a:pt x="639" y="344"/>
                  </a:cubicBezTo>
                  <a:cubicBezTo>
                    <a:pt x="641" y="342"/>
                    <a:pt x="639" y="342"/>
                    <a:pt x="641" y="341"/>
                  </a:cubicBezTo>
                  <a:cubicBezTo>
                    <a:pt x="642" y="338"/>
                    <a:pt x="645" y="331"/>
                    <a:pt x="645" y="333"/>
                  </a:cubicBezTo>
                  <a:cubicBezTo>
                    <a:pt x="645" y="336"/>
                    <a:pt x="648" y="331"/>
                    <a:pt x="648" y="335"/>
                  </a:cubicBezTo>
                  <a:cubicBezTo>
                    <a:pt x="647" y="338"/>
                    <a:pt x="650" y="331"/>
                    <a:pt x="651" y="331"/>
                  </a:cubicBezTo>
                  <a:cubicBezTo>
                    <a:pt x="657" y="333"/>
                    <a:pt x="654" y="328"/>
                    <a:pt x="660" y="331"/>
                  </a:cubicBezTo>
                  <a:cubicBezTo>
                    <a:pt x="665" y="335"/>
                    <a:pt x="662" y="330"/>
                    <a:pt x="663" y="331"/>
                  </a:cubicBezTo>
                  <a:cubicBezTo>
                    <a:pt x="667" y="331"/>
                    <a:pt x="670" y="333"/>
                    <a:pt x="670" y="330"/>
                  </a:cubicBezTo>
                  <a:cubicBezTo>
                    <a:pt x="668" y="328"/>
                    <a:pt x="667" y="330"/>
                    <a:pt x="667" y="327"/>
                  </a:cubicBezTo>
                  <a:cubicBezTo>
                    <a:pt x="667" y="325"/>
                    <a:pt x="665" y="327"/>
                    <a:pt x="662" y="325"/>
                  </a:cubicBezTo>
                  <a:cubicBezTo>
                    <a:pt x="659" y="325"/>
                    <a:pt x="662" y="322"/>
                    <a:pt x="660" y="322"/>
                  </a:cubicBezTo>
                  <a:cubicBezTo>
                    <a:pt x="657" y="324"/>
                    <a:pt x="651" y="324"/>
                    <a:pt x="650" y="325"/>
                  </a:cubicBezTo>
                  <a:cubicBezTo>
                    <a:pt x="647" y="327"/>
                    <a:pt x="647" y="325"/>
                    <a:pt x="644" y="325"/>
                  </a:cubicBezTo>
                  <a:cubicBezTo>
                    <a:pt x="641" y="325"/>
                    <a:pt x="641" y="322"/>
                    <a:pt x="638" y="321"/>
                  </a:cubicBezTo>
                  <a:cubicBezTo>
                    <a:pt x="635" y="319"/>
                    <a:pt x="633" y="324"/>
                    <a:pt x="633" y="321"/>
                  </a:cubicBezTo>
                  <a:cubicBezTo>
                    <a:pt x="633" y="317"/>
                    <a:pt x="632" y="317"/>
                    <a:pt x="628" y="321"/>
                  </a:cubicBezTo>
                  <a:cubicBezTo>
                    <a:pt x="625" y="324"/>
                    <a:pt x="625" y="321"/>
                    <a:pt x="621" y="324"/>
                  </a:cubicBezTo>
                  <a:cubicBezTo>
                    <a:pt x="618" y="327"/>
                    <a:pt x="618" y="324"/>
                    <a:pt x="615" y="325"/>
                  </a:cubicBezTo>
                  <a:cubicBezTo>
                    <a:pt x="612" y="325"/>
                    <a:pt x="616" y="321"/>
                    <a:pt x="615" y="321"/>
                  </a:cubicBezTo>
                  <a:cubicBezTo>
                    <a:pt x="612" y="321"/>
                    <a:pt x="609" y="324"/>
                    <a:pt x="606" y="324"/>
                  </a:cubicBezTo>
                  <a:cubicBezTo>
                    <a:pt x="603" y="322"/>
                    <a:pt x="607" y="321"/>
                    <a:pt x="610" y="316"/>
                  </a:cubicBezTo>
                  <a:cubicBezTo>
                    <a:pt x="615" y="311"/>
                    <a:pt x="616" y="311"/>
                    <a:pt x="624" y="308"/>
                  </a:cubicBezTo>
                  <a:cubicBezTo>
                    <a:pt x="619" y="308"/>
                    <a:pt x="622" y="307"/>
                    <a:pt x="618" y="307"/>
                  </a:cubicBezTo>
                  <a:cubicBezTo>
                    <a:pt x="613" y="308"/>
                    <a:pt x="616" y="305"/>
                    <a:pt x="610" y="307"/>
                  </a:cubicBezTo>
                  <a:cubicBezTo>
                    <a:pt x="607" y="310"/>
                    <a:pt x="606" y="304"/>
                    <a:pt x="603" y="305"/>
                  </a:cubicBezTo>
                  <a:cubicBezTo>
                    <a:pt x="601" y="307"/>
                    <a:pt x="604" y="304"/>
                    <a:pt x="598" y="302"/>
                  </a:cubicBezTo>
                  <a:cubicBezTo>
                    <a:pt x="592" y="299"/>
                    <a:pt x="592" y="304"/>
                    <a:pt x="590" y="302"/>
                  </a:cubicBezTo>
                  <a:cubicBezTo>
                    <a:pt x="589" y="299"/>
                    <a:pt x="584" y="302"/>
                    <a:pt x="584" y="297"/>
                  </a:cubicBezTo>
                  <a:cubicBezTo>
                    <a:pt x="583" y="294"/>
                    <a:pt x="583" y="293"/>
                    <a:pt x="581" y="293"/>
                  </a:cubicBezTo>
                  <a:cubicBezTo>
                    <a:pt x="580" y="291"/>
                    <a:pt x="581" y="297"/>
                    <a:pt x="580" y="297"/>
                  </a:cubicBezTo>
                  <a:cubicBezTo>
                    <a:pt x="360" y="297"/>
                    <a:pt x="360" y="297"/>
                    <a:pt x="360" y="297"/>
                  </a:cubicBezTo>
                  <a:cubicBezTo>
                    <a:pt x="360" y="300"/>
                    <a:pt x="364" y="299"/>
                    <a:pt x="364" y="302"/>
                  </a:cubicBezTo>
                  <a:cubicBezTo>
                    <a:pt x="364" y="304"/>
                    <a:pt x="360" y="302"/>
                    <a:pt x="362" y="305"/>
                  </a:cubicBezTo>
                  <a:cubicBezTo>
                    <a:pt x="365" y="308"/>
                    <a:pt x="365" y="308"/>
                    <a:pt x="365" y="314"/>
                  </a:cubicBezTo>
                  <a:cubicBezTo>
                    <a:pt x="364" y="321"/>
                    <a:pt x="364" y="313"/>
                    <a:pt x="362" y="308"/>
                  </a:cubicBezTo>
                  <a:cubicBezTo>
                    <a:pt x="360" y="305"/>
                    <a:pt x="353" y="307"/>
                    <a:pt x="348" y="305"/>
                  </a:cubicBezTo>
                  <a:cubicBezTo>
                    <a:pt x="345" y="302"/>
                    <a:pt x="345" y="307"/>
                    <a:pt x="348" y="310"/>
                  </a:cubicBezTo>
                  <a:cubicBezTo>
                    <a:pt x="350" y="314"/>
                    <a:pt x="351" y="325"/>
                    <a:pt x="351" y="333"/>
                  </a:cubicBezTo>
                  <a:cubicBezTo>
                    <a:pt x="351" y="341"/>
                    <a:pt x="351" y="356"/>
                    <a:pt x="348" y="364"/>
                  </a:cubicBezTo>
                  <a:cubicBezTo>
                    <a:pt x="345" y="370"/>
                    <a:pt x="353" y="381"/>
                    <a:pt x="350" y="389"/>
                  </a:cubicBezTo>
                  <a:cubicBezTo>
                    <a:pt x="347" y="398"/>
                    <a:pt x="353" y="397"/>
                    <a:pt x="353" y="406"/>
                  </a:cubicBezTo>
                  <a:cubicBezTo>
                    <a:pt x="354" y="415"/>
                    <a:pt x="359" y="414"/>
                    <a:pt x="359" y="419"/>
                  </a:cubicBezTo>
                  <a:cubicBezTo>
                    <a:pt x="360" y="423"/>
                    <a:pt x="364" y="420"/>
                    <a:pt x="364" y="426"/>
                  </a:cubicBezTo>
                  <a:cubicBezTo>
                    <a:pt x="365" y="434"/>
                    <a:pt x="370" y="431"/>
                    <a:pt x="368" y="436"/>
                  </a:cubicBezTo>
                  <a:cubicBezTo>
                    <a:pt x="367" y="439"/>
                    <a:pt x="370" y="440"/>
                    <a:pt x="374" y="448"/>
                  </a:cubicBezTo>
                  <a:cubicBezTo>
                    <a:pt x="380" y="454"/>
                    <a:pt x="377" y="458"/>
                    <a:pt x="379" y="459"/>
                  </a:cubicBezTo>
                  <a:cubicBezTo>
                    <a:pt x="382" y="461"/>
                    <a:pt x="386" y="459"/>
                    <a:pt x="392" y="465"/>
                  </a:cubicBezTo>
                  <a:cubicBezTo>
                    <a:pt x="397" y="470"/>
                    <a:pt x="397" y="465"/>
                    <a:pt x="402" y="470"/>
                  </a:cubicBezTo>
                  <a:cubicBezTo>
                    <a:pt x="406" y="475"/>
                    <a:pt x="405" y="476"/>
                    <a:pt x="406" y="481"/>
                  </a:cubicBezTo>
                  <a:cubicBezTo>
                    <a:pt x="411" y="479"/>
                    <a:pt x="421" y="479"/>
                    <a:pt x="424" y="478"/>
                  </a:cubicBezTo>
                  <a:cubicBezTo>
                    <a:pt x="424" y="481"/>
                    <a:pt x="424" y="481"/>
                    <a:pt x="424" y="481"/>
                  </a:cubicBezTo>
                  <a:cubicBezTo>
                    <a:pt x="429" y="482"/>
                    <a:pt x="452" y="492"/>
                    <a:pt x="455" y="493"/>
                  </a:cubicBezTo>
                  <a:cubicBezTo>
                    <a:pt x="478" y="493"/>
                    <a:pt x="478" y="493"/>
                    <a:pt x="478" y="493"/>
                  </a:cubicBezTo>
                  <a:cubicBezTo>
                    <a:pt x="478" y="489"/>
                    <a:pt x="478" y="489"/>
                    <a:pt x="478" y="489"/>
                  </a:cubicBezTo>
                  <a:cubicBezTo>
                    <a:pt x="490" y="489"/>
                    <a:pt x="490" y="489"/>
                    <a:pt x="490" y="489"/>
                  </a:cubicBezTo>
                  <a:cubicBezTo>
                    <a:pt x="490" y="489"/>
                    <a:pt x="499" y="498"/>
                    <a:pt x="502" y="501"/>
                  </a:cubicBezTo>
                  <a:cubicBezTo>
                    <a:pt x="507" y="504"/>
                    <a:pt x="505" y="512"/>
                    <a:pt x="513" y="517"/>
                  </a:cubicBezTo>
                  <a:cubicBezTo>
                    <a:pt x="522" y="520"/>
                    <a:pt x="516" y="506"/>
                    <a:pt x="526" y="507"/>
                  </a:cubicBezTo>
                  <a:cubicBezTo>
                    <a:pt x="536" y="509"/>
                    <a:pt x="537" y="521"/>
                    <a:pt x="543" y="529"/>
                  </a:cubicBezTo>
                  <a:cubicBezTo>
                    <a:pt x="549" y="537"/>
                    <a:pt x="545" y="546"/>
                    <a:pt x="558" y="548"/>
                  </a:cubicBezTo>
                  <a:cubicBezTo>
                    <a:pt x="560" y="548"/>
                    <a:pt x="563" y="551"/>
                    <a:pt x="563" y="549"/>
                  </a:cubicBezTo>
                  <a:cubicBezTo>
                    <a:pt x="563" y="549"/>
                    <a:pt x="563" y="549"/>
                    <a:pt x="565" y="549"/>
                  </a:cubicBezTo>
                  <a:cubicBezTo>
                    <a:pt x="565" y="545"/>
                    <a:pt x="561" y="538"/>
                    <a:pt x="563" y="535"/>
                  </a:cubicBezTo>
                  <a:cubicBezTo>
                    <a:pt x="563" y="532"/>
                    <a:pt x="565" y="531"/>
                    <a:pt x="566" y="529"/>
                  </a:cubicBezTo>
                  <a:cubicBezTo>
                    <a:pt x="568" y="526"/>
                    <a:pt x="572" y="524"/>
                    <a:pt x="571" y="523"/>
                  </a:cubicBezTo>
                  <a:cubicBezTo>
                    <a:pt x="569" y="523"/>
                    <a:pt x="568" y="521"/>
                    <a:pt x="569" y="521"/>
                  </a:cubicBezTo>
                  <a:cubicBezTo>
                    <a:pt x="571" y="523"/>
                    <a:pt x="571" y="520"/>
                    <a:pt x="572" y="521"/>
                  </a:cubicBezTo>
                  <a:cubicBezTo>
                    <a:pt x="574" y="523"/>
                    <a:pt x="578" y="520"/>
                    <a:pt x="580" y="517"/>
                  </a:cubicBezTo>
                  <a:cubicBezTo>
                    <a:pt x="583" y="515"/>
                    <a:pt x="583" y="515"/>
                    <a:pt x="586" y="512"/>
                  </a:cubicBezTo>
                  <a:cubicBezTo>
                    <a:pt x="589" y="510"/>
                    <a:pt x="589" y="510"/>
                    <a:pt x="593" y="509"/>
                  </a:cubicBezTo>
                  <a:cubicBezTo>
                    <a:pt x="600" y="509"/>
                    <a:pt x="600" y="512"/>
                    <a:pt x="603" y="512"/>
                  </a:cubicBezTo>
                  <a:cubicBezTo>
                    <a:pt x="606" y="510"/>
                    <a:pt x="606" y="513"/>
                    <a:pt x="607" y="512"/>
                  </a:cubicBezTo>
                  <a:cubicBezTo>
                    <a:pt x="609" y="510"/>
                    <a:pt x="603" y="510"/>
                    <a:pt x="606" y="509"/>
                  </a:cubicBezTo>
                  <a:cubicBezTo>
                    <a:pt x="607" y="509"/>
                    <a:pt x="609" y="510"/>
                    <a:pt x="609" y="512"/>
                  </a:cubicBezTo>
                  <a:cubicBezTo>
                    <a:pt x="610" y="513"/>
                    <a:pt x="613" y="512"/>
                    <a:pt x="612" y="513"/>
                  </a:cubicBezTo>
                  <a:cubicBezTo>
                    <a:pt x="610" y="515"/>
                    <a:pt x="616" y="517"/>
                    <a:pt x="616" y="517"/>
                  </a:cubicBezTo>
                  <a:cubicBezTo>
                    <a:pt x="616" y="515"/>
                    <a:pt x="618" y="513"/>
                    <a:pt x="619" y="517"/>
                  </a:cubicBezTo>
                  <a:cubicBezTo>
                    <a:pt x="619" y="518"/>
                    <a:pt x="622" y="515"/>
                    <a:pt x="621" y="513"/>
                  </a:cubicBezTo>
                  <a:cubicBezTo>
                    <a:pt x="619" y="512"/>
                    <a:pt x="622" y="512"/>
                    <a:pt x="624" y="515"/>
                  </a:cubicBezTo>
                  <a:cubicBezTo>
                    <a:pt x="627" y="517"/>
                    <a:pt x="625" y="520"/>
                    <a:pt x="627" y="517"/>
                  </a:cubicBezTo>
                  <a:cubicBezTo>
                    <a:pt x="630" y="515"/>
                    <a:pt x="628" y="515"/>
                    <a:pt x="625" y="512"/>
                  </a:cubicBezTo>
                  <a:cubicBezTo>
                    <a:pt x="622" y="510"/>
                    <a:pt x="628" y="510"/>
                    <a:pt x="627" y="507"/>
                  </a:cubicBezTo>
                  <a:cubicBezTo>
                    <a:pt x="625" y="506"/>
                    <a:pt x="625" y="509"/>
                    <a:pt x="624" y="509"/>
                  </a:cubicBezTo>
                  <a:cubicBezTo>
                    <a:pt x="622" y="507"/>
                    <a:pt x="625" y="507"/>
                    <a:pt x="622" y="506"/>
                  </a:cubicBezTo>
                  <a:cubicBezTo>
                    <a:pt x="621" y="506"/>
                    <a:pt x="622" y="507"/>
                    <a:pt x="619" y="507"/>
                  </a:cubicBezTo>
                  <a:cubicBezTo>
                    <a:pt x="616" y="506"/>
                    <a:pt x="619" y="501"/>
                    <a:pt x="622" y="504"/>
                  </a:cubicBezTo>
                  <a:cubicBezTo>
                    <a:pt x="625" y="506"/>
                    <a:pt x="625" y="506"/>
                    <a:pt x="628" y="504"/>
                  </a:cubicBezTo>
                  <a:cubicBezTo>
                    <a:pt x="630" y="501"/>
                    <a:pt x="636" y="504"/>
                    <a:pt x="636" y="503"/>
                  </a:cubicBezTo>
                  <a:cubicBezTo>
                    <a:pt x="638" y="501"/>
                    <a:pt x="636" y="498"/>
                    <a:pt x="639" y="503"/>
                  </a:cubicBezTo>
                  <a:cubicBezTo>
                    <a:pt x="639" y="504"/>
                    <a:pt x="635" y="506"/>
                    <a:pt x="639" y="504"/>
                  </a:cubicBezTo>
                  <a:cubicBezTo>
                    <a:pt x="644" y="504"/>
                    <a:pt x="648" y="503"/>
                    <a:pt x="651" y="504"/>
                  </a:cubicBezTo>
                  <a:cubicBezTo>
                    <a:pt x="654" y="504"/>
                    <a:pt x="656" y="504"/>
                    <a:pt x="656" y="506"/>
                  </a:cubicBezTo>
                  <a:cubicBezTo>
                    <a:pt x="656" y="507"/>
                    <a:pt x="657" y="506"/>
                    <a:pt x="657" y="509"/>
                  </a:cubicBezTo>
                  <a:cubicBezTo>
                    <a:pt x="657" y="512"/>
                    <a:pt x="663" y="509"/>
                    <a:pt x="665" y="509"/>
                  </a:cubicBezTo>
                  <a:cubicBezTo>
                    <a:pt x="667" y="509"/>
                    <a:pt x="665" y="506"/>
                    <a:pt x="668" y="506"/>
                  </a:cubicBezTo>
                  <a:cubicBezTo>
                    <a:pt x="671" y="506"/>
                    <a:pt x="676" y="515"/>
                    <a:pt x="677" y="515"/>
                  </a:cubicBezTo>
                  <a:cubicBezTo>
                    <a:pt x="679" y="515"/>
                    <a:pt x="680" y="521"/>
                    <a:pt x="679" y="524"/>
                  </a:cubicBezTo>
                  <a:cubicBezTo>
                    <a:pt x="677" y="529"/>
                    <a:pt x="679" y="532"/>
                    <a:pt x="680" y="531"/>
                  </a:cubicBezTo>
                  <a:cubicBezTo>
                    <a:pt x="680" y="529"/>
                    <a:pt x="683" y="529"/>
                    <a:pt x="680" y="532"/>
                  </a:cubicBezTo>
                  <a:cubicBezTo>
                    <a:pt x="679" y="534"/>
                    <a:pt x="680" y="538"/>
                    <a:pt x="682" y="540"/>
                  </a:cubicBezTo>
                  <a:cubicBezTo>
                    <a:pt x="685" y="541"/>
                    <a:pt x="683" y="538"/>
                    <a:pt x="685" y="541"/>
                  </a:cubicBezTo>
                  <a:cubicBezTo>
                    <a:pt x="685" y="545"/>
                    <a:pt x="686" y="543"/>
                    <a:pt x="686" y="546"/>
                  </a:cubicBezTo>
                  <a:cubicBezTo>
                    <a:pt x="688" y="551"/>
                    <a:pt x="689" y="548"/>
                    <a:pt x="691" y="552"/>
                  </a:cubicBezTo>
                  <a:cubicBezTo>
                    <a:pt x="691" y="557"/>
                    <a:pt x="692" y="554"/>
                    <a:pt x="692" y="555"/>
                  </a:cubicBezTo>
                  <a:cubicBezTo>
                    <a:pt x="691" y="557"/>
                    <a:pt x="692" y="559"/>
                    <a:pt x="694" y="557"/>
                  </a:cubicBezTo>
                  <a:cubicBezTo>
                    <a:pt x="697" y="555"/>
                    <a:pt x="695" y="560"/>
                    <a:pt x="697" y="557"/>
                  </a:cubicBezTo>
                  <a:cubicBezTo>
                    <a:pt x="700" y="554"/>
                    <a:pt x="697" y="554"/>
                    <a:pt x="699" y="552"/>
                  </a:cubicBezTo>
                  <a:cubicBezTo>
                    <a:pt x="700" y="549"/>
                    <a:pt x="700" y="546"/>
                    <a:pt x="700" y="543"/>
                  </a:cubicBezTo>
                  <a:cubicBezTo>
                    <a:pt x="702" y="538"/>
                    <a:pt x="695" y="529"/>
                    <a:pt x="697" y="524"/>
                  </a:cubicBezTo>
                  <a:cubicBezTo>
                    <a:pt x="697" y="521"/>
                    <a:pt x="691" y="517"/>
                    <a:pt x="689" y="504"/>
                  </a:cubicBezTo>
                  <a:cubicBezTo>
                    <a:pt x="688" y="492"/>
                    <a:pt x="694" y="485"/>
                    <a:pt x="695" y="482"/>
                  </a:cubicBezTo>
                  <a:cubicBezTo>
                    <a:pt x="699" y="481"/>
                    <a:pt x="695" y="481"/>
                    <a:pt x="699" y="481"/>
                  </a:cubicBezTo>
                  <a:cubicBezTo>
                    <a:pt x="702" y="481"/>
                    <a:pt x="703" y="476"/>
                    <a:pt x="705" y="476"/>
                  </a:cubicBezTo>
                  <a:cubicBezTo>
                    <a:pt x="708" y="475"/>
                    <a:pt x="706" y="470"/>
                    <a:pt x="711" y="467"/>
                  </a:cubicBezTo>
                  <a:cubicBezTo>
                    <a:pt x="715" y="464"/>
                    <a:pt x="717" y="467"/>
                    <a:pt x="718" y="464"/>
                  </a:cubicBezTo>
                  <a:cubicBezTo>
                    <a:pt x="718" y="461"/>
                    <a:pt x="723" y="458"/>
                    <a:pt x="726" y="458"/>
                  </a:cubicBezTo>
                  <a:cubicBezTo>
                    <a:pt x="730" y="456"/>
                    <a:pt x="730" y="454"/>
                    <a:pt x="730" y="453"/>
                  </a:cubicBezTo>
                  <a:cubicBezTo>
                    <a:pt x="729" y="453"/>
                    <a:pt x="727" y="456"/>
                    <a:pt x="726" y="454"/>
                  </a:cubicBezTo>
                  <a:cubicBezTo>
                    <a:pt x="724" y="453"/>
                    <a:pt x="726" y="454"/>
                    <a:pt x="727" y="453"/>
                  </a:cubicBezTo>
                  <a:cubicBezTo>
                    <a:pt x="729" y="450"/>
                    <a:pt x="723" y="448"/>
                    <a:pt x="727" y="450"/>
                  </a:cubicBezTo>
                  <a:cubicBezTo>
                    <a:pt x="730" y="450"/>
                    <a:pt x="730" y="451"/>
                    <a:pt x="732" y="450"/>
                  </a:cubicBezTo>
                  <a:cubicBezTo>
                    <a:pt x="734" y="447"/>
                    <a:pt x="734" y="450"/>
                    <a:pt x="734" y="447"/>
                  </a:cubicBezTo>
                  <a:cubicBezTo>
                    <a:pt x="735" y="443"/>
                    <a:pt x="734" y="443"/>
                    <a:pt x="734" y="443"/>
                  </a:cubicBezTo>
                  <a:cubicBezTo>
                    <a:pt x="732" y="445"/>
                    <a:pt x="734" y="443"/>
                    <a:pt x="729" y="443"/>
                  </a:cubicBezTo>
                  <a:cubicBezTo>
                    <a:pt x="726" y="445"/>
                    <a:pt x="726" y="443"/>
                    <a:pt x="726" y="442"/>
                  </a:cubicBezTo>
                  <a:cubicBezTo>
                    <a:pt x="726" y="440"/>
                    <a:pt x="727" y="445"/>
                    <a:pt x="730" y="442"/>
                  </a:cubicBezTo>
                  <a:cubicBezTo>
                    <a:pt x="734" y="439"/>
                    <a:pt x="735" y="445"/>
                    <a:pt x="737" y="445"/>
                  </a:cubicBezTo>
                  <a:cubicBezTo>
                    <a:pt x="737" y="445"/>
                    <a:pt x="735" y="443"/>
                    <a:pt x="734" y="434"/>
                  </a:cubicBezTo>
                  <a:cubicBezTo>
                    <a:pt x="732" y="431"/>
                    <a:pt x="730" y="433"/>
                    <a:pt x="729" y="434"/>
                  </a:cubicBezTo>
                  <a:cubicBezTo>
                    <a:pt x="727" y="434"/>
                    <a:pt x="732" y="431"/>
                    <a:pt x="729" y="429"/>
                  </a:cubicBezTo>
                  <a:cubicBezTo>
                    <a:pt x="727" y="428"/>
                    <a:pt x="730" y="431"/>
                    <a:pt x="730" y="426"/>
                  </a:cubicBezTo>
                  <a:cubicBezTo>
                    <a:pt x="729" y="422"/>
                    <a:pt x="732" y="423"/>
                    <a:pt x="729" y="422"/>
                  </a:cubicBezTo>
                  <a:cubicBezTo>
                    <a:pt x="726" y="419"/>
                    <a:pt x="724" y="417"/>
                    <a:pt x="727" y="420"/>
                  </a:cubicBezTo>
                  <a:cubicBezTo>
                    <a:pt x="730" y="422"/>
                    <a:pt x="729" y="420"/>
                    <a:pt x="729" y="417"/>
                  </a:cubicBezTo>
                  <a:cubicBezTo>
                    <a:pt x="727" y="414"/>
                    <a:pt x="727" y="412"/>
                    <a:pt x="729" y="411"/>
                  </a:cubicBezTo>
                  <a:cubicBezTo>
                    <a:pt x="729" y="408"/>
                    <a:pt x="729" y="408"/>
                    <a:pt x="730" y="406"/>
                  </a:cubicBezTo>
                  <a:cubicBezTo>
                    <a:pt x="732" y="405"/>
                    <a:pt x="730" y="406"/>
                    <a:pt x="730" y="408"/>
                  </a:cubicBezTo>
                  <a:cubicBezTo>
                    <a:pt x="729" y="409"/>
                    <a:pt x="729" y="411"/>
                    <a:pt x="730" y="412"/>
                  </a:cubicBezTo>
                  <a:cubicBezTo>
                    <a:pt x="730" y="414"/>
                    <a:pt x="729" y="414"/>
                    <a:pt x="730" y="415"/>
                  </a:cubicBezTo>
                  <a:cubicBezTo>
                    <a:pt x="730" y="417"/>
                    <a:pt x="729" y="417"/>
                    <a:pt x="730" y="419"/>
                  </a:cubicBezTo>
                  <a:cubicBezTo>
                    <a:pt x="732" y="420"/>
                    <a:pt x="732" y="417"/>
                    <a:pt x="734" y="419"/>
                  </a:cubicBezTo>
                  <a:cubicBezTo>
                    <a:pt x="734" y="422"/>
                    <a:pt x="732" y="422"/>
                    <a:pt x="734" y="422"/>
                  </a:cubicBezTo>
                  <a:cubicBezTo>
                    <a:pt x="735" y="423"/>
                    <a:pt x="730" y="429"/>
                    <a:pt x="732" y="431"/>
                  </a:cubicBezTo>
                  <a:cubicBezTo>
                    <a:pt x="734" y="431"/>
                    <a:pt x="735" y="423"/>
                    <a:pt x="738" y="420"/>
                  </a:cubicBezTo>
                  <a:cubicBezTo>
                    <a:pt x="741" y="415"/>
                    <a:pt x="740" y="412"/>
                    <a:pt x="738" y="412"/>
                  </a:cubicBezTo>
                  <a:cubicBezTo>
                    <a:pt x="737" y="412"/>
                    <a:pt x="737" y="409"/>
                    <a:pt x="735" y="406"/>
                  </a:cubicBezTo>
                  <a:cubicBezTo>
                    <a:pt x="735" y="403"/>
                    <a:pt x="735" y="401"/>
                    <a:pt x="738" y="400"/>
                  </a:cubicBezTo>
                  <a:cubicBezTo>
                    <a:pt x="741" y="398"/>
                    <a:pt x="734" y="401"/>
                    <a:pt x="737" y="406"/>
                  </a:cubicBezTo>
                  <a:cubicBezTo>
                    <a:pt x="740" y="411"/>
                    <a:pt x="741" y="406"/>
                    <a:pt x="741" y="409"/>
                  </a:cubicBezTo>
                  <a:cubicBezTo>
                    <a:pt x="740" y="414"/>
                    <a:pt x="743" y="409"/>
                    <a:pt x="746" y="405"/>
                  </a:cubicBezTo>
                  <a:cubicBezTo>
                    <a:pt x="747" y="400"/>
                    <a:pt x="750" y="395"/>
                    <a:pt x="747" y="395"/>
                  </a:cubicBezTo>
                  <a:cubicBezTo>
                    <a:pt x="746" y="395"/>
                    <a:pt x="746" y="394"/>
                    <a:pt x="747" y="391"/>
                  </a:cubicBezTo>
                  <a:cubicBezTo>
                    <a:pt x="750" y="389"/>
                    <a:pt x="755" y="386"/>
                    <a:pt x="758" y="386"/>
                  </a:cubicBezTo>
                  <a:cubicBezTo>
                    <a:pt x="761" y="384"/>
                    <a:pt x="769" y="384"/>
                    <a:pt x="769" y="383"/>
                  </a:cubicBezTo>
                  <a:cubicBezTo>
                    <a:pt x="769" y="381"/>
                    <a:pt x="769" y="378"/>
                    <a:pt x="770" y="381"/>
                  </a:cubicBezTo>
                  <a:cubicBezTo>
                    <a:pt x="770" y="383"/>
                    <a:pt x="770" y="384"/>
                    <a:pt x="773" y="381"/>
                  </a:cubicBezTo>
                  <a:cubicBezTo>
                    <a:pt x="776" y="378"/>
                    <a:pt x="773" y="384"/>
                    <a:pt x="776" y="383"/>
                  </a:cubicBezTo>
                  <a:cubicBezTo>
                    <a:pt x="778" y="380"/>
                    <a:pt x="781" y="383"/>
                    <a:pt x="781" y="380"/>
                  </a:cubicBezTo>
                  <a:cubicBezTo>
                    <a:pt x="779" y="377"/>
                    <a:pt x="779" y="375"/>
                    <a:pt x="778" y="377"/>
                  </a:cubicBezTo>
                  <a:cubicBezTo>
                    <a:pt x="778" y="377"/>
                    <a:pt x="779" y="377"/>
                    <a:pt x="779" y="378"/>
                  </a:cubicBezTo>
                  <a:cubicBezTo>
                    <a:pt x="779" y="380"/>
                    <a:pt x="776" y="381"/>
                    <a:pt x="776" y="378"/>
                  </a:cubicBezTo>
                  <a:cubicBezTo>
                    <a:pt x="775" y="375"/>
                    <a:pt x="775" y="375"/>
                    <a:pt x="773" y="374"/>
                  </a:cubicBezTo>
                  <a:cubicBezTo>
                    <a:pt x="770" y="374"/>
                    <a:pt x="776" y="370"/>
                    <a:pt x="775" y="369"/>
                  </a:cubicBezTo>
                  <a:cubicBezTo>
                    <a:pt x="773" y="369"/>
                    <a:pt x="775" y="363"/>
                    <a:pt x="778" y="360"/>
                  </a:cubicBezTo>
                  <a:cubicBezTo>
                    <a:pt x="779" y="358"/>
                    <a:pt x="776" y="358"/>
                    <a:pt x="778" y="356"/>
                  </a:cubicBezTo>
                  <a:cubicBezTo>
                    <a:pt x="779" y="356"/>
                    <a:pt x="779" y="360"/>
                    <a:pt x="782" y="358"/>
                  </a:cubicBezTo>
                  <a:cubicBezTo>
                    <a:pt x="784" y="356"/>
                    <a:pt x="784" y="355"/>
                    <a:pt x="785" y="355"/>
                  </a:cubicBezTo>
                  <a:cubicBezTo>
                    <a:pt x="788" y="355"/>
                    <a:pt x="787" y="349"/>
                    <a:pt x="790" y="350"/>
                  </a:cubicBezTo>
                  <a:cubicBezTo>
                    <a:pt x="793" y="352"/>
                    <a:pt x="791" y="350"/>
                    <a:pt x="793" y="350"/>
                  </a:cubicBezTo>
                  <a:cubicBezTo>
                    <a:pt x="794" y="349"/>
                    <a:pt x="794" y="352"/>
                    <a:pt x="796" y="349"/>
                  </a:cubicBezTo>
                  <a:cubicBezTo>
                    <a:pt x="799" y="347"/>
                    <a:pt x="801" y="349"/>
                    <a:pt x="802" y="347"/>
                  </a:cubicBezTo>
                  <a:cubicBezTo>
                    <a:pt x="804" y="344"/>
                    <a:pt x="804" y="345"/>
                    <a:pt x="802" y="344"/>
                  </a:cubicBezTo>
                  <a:cubicBezTo>
                    <a:pt x="802" y="342"/>
                    <a:pt x="802" y="341"/>
                    <a:pt x="801" y="341"/>
                  </a:cubicBezTo>
                  <a:cubicBezTo>
                    <a:pt x="799" y="341"/>
                    <a:pt x="799" y="338"/>
                    <a:pt x="799" y="336"/>
                  </a:cubicBezTo>
                  <a:cubicBezTo>
                    <a:pt x="799" y="336"/>
                    <a:pt x="799" y="336"/>
                    <a:pt x="798" y="335"/>
                  </a:cubicBezTo>
                  <a:cubicBezTo>
                    <a:pt x="796" y="335"/>
                    <a:pt x="798" y="335"/>
                    <a:pt x="798" y="333"/>
                  </a:cubicBezTo>
                  <a:cubicBezTo>
                    <a:pt x="798" y="331"/>
                    <a:pt x="798" y="324"/>
                    <a:pt x="798" y="322"/>
                  </a:cubicBezTo>
                  <a:cubicBezTo>
                    <a:pt x="798" y="319"/>
                    <a:pt x="798" y="319"/>
                    <a:pt x="794" y="317"/>
                  </a:cubicBezTo>
                  <a:cubicBezTo>
                    <a:pt x="793" y="314"/>
                    <a:pt x="791" y="316"/>
                    <a:pt x="790" y="317"/>
                  </a:cubicBezTo>
                  <a:cubicBezTo>
                    <a:pt x="788" y="317"/>
                    <a:pt x="787" y="317"/>
                    <a:pt x="787" y="316"/>
                  </a:cubicBezTo>
                  <a:cubicBezTo>
                    <a:pt x="787" y="314"/>
                    <a:pt x="785" y="314"/>
                    <a:pt x="785" y="314"/>
                  </a:cubicBezTo>
                  <a:cubicBezTo>
                    <a:pt x="785" y="314"/>
                    <a:pt x="782" y="319"/>
                    <a:pt x="781" y="322"/>
                  </a:cubicBezTo>
                  <a:cubicBezTo>
                    <a:pt x="778" y="325"/>
                    <a:pt x="781" y="325"/>
                    <a:pt x="779" y="327"/>
                  </a:cubicBezTo>
                  <a:cubicBezTo>
                    <a:pt x="776" y="330"/>
                    <a:pt x="779" y="331"/>
                    <a:pt x="778" y="333"/>
                  </a:cubicBezTo>
                  <a:cubicBezTo>
                    <a:pt x="775" y="335"/>
                    <a:pt x="778" y="333"/>
                    <a:pt x="775" y="336"/>
                  </a:cubicBezTo>
                  <a:cubicBezTo>
                    <a:pt x="772" y="338"/>
                    <a:pt x="776" y="338"/>
                    <a:pt x="775" y="338"/>
                  </a:cubicBezTo>
                  <a:cubicBezTo>
                    <a:pt x="773" y="338"/>
                    <a:pt x="773" y="341"/>
                    <a:pt x="772" y="339"/>
                  </a:cubicBezTo>
                  <a:cubicBezTo>
                    <a:pt x="772" y="339"/>
                    <a:pt x="772" y="341"/>
                    <a:pt x="770" y="339"/>
                  </a:cubicBezTo>
                  <a:cubicBezTo>
                    <a:pt x="769" y="339"/>
                    <a:pt x="769" y="339"/>
                    <a:pt x="769" y="342"/>
                  </a:cubicBezTo>
                  <a:cubicBezTo>
                    <a:pt x="746" y="342"/>
                    <a:pt x="746" y="342"/>
                    <a:pt x="746" y="342"/>
                  </a:cubicBezTo>
                  <a:cubicBezTo>
                    <a:pt x="744" y="342"/>
                    <a:pt x="743" y="344"/>
                    <a:pt x="743" y="342"/>
                  </a:cubicBezTo>
                  <a:cubicBezTo>
                    <a:pt x="741" y="342"/>
                    <a:pt x="737" y="345"/>
                    <a:pt x="734" y="349"/>
                  </a:cubicBezTo>
                  <a:close/>
                  <a:moveTo>
                    <a:pt x="807" y="630"/>
                  </a:moveTo>
                  <a:cubicBezTo>
                    <a:pt x="810" y="629"/>
                    <a:pt x="808" y="630"/>
                    <a:pt x="813" y="630"/>
                  </a:cubicBezTo>
                  <a:cubicBezTo>
                    <a:pt x="816" y="629"/>
                    <a:pt x="817" y="625"/>
                    <a:pt x="811" y="625"/>
                  </a:cubicBezTo>
                  <a:cubicBezTo>
                    <a:pt x="805" y="624"/>
                    <a:pt x="802" y="624"/>
                    <a:pt x="802" y="629"/>
                  </a:cubicBezTo>
                  <a:cubicBezTo>
                    <a:pt x="804" y="630"/>
                    <a:pt x="802" y="630"/>
                    <a:pt x="807" y="630"/>
                  </a:cubicBezTo>
                  <a:close/>
                  <a:moveTo>
                    <a:pt x="100" y="619"/>
                  </a:moveTo>
                  <a:cubicBezTo>
                    <a:pt x="102" y="616"/>
                    <a:pt x="106" y="618"/>
                    <a:pt x="106" y="615"/>
                  </a:cubicBezTo>
                  <a:cubicBezTo>
                    <a:pt x="106" y="615"/>
                    <a:pt x="106" y="615"/>
                    <a:pt x="106" y="615"/>
                  </a:cubicBezTo>
                  <a:cubicBezTo>
                    <a:pt x="106" y="615"/>
                    <a:pt x="106" y="615"/>
                    <a:pt x="106" y="613"/>
                  </a:cubicBezTo>
                  <a:cubicBezTo>
                    <a:pt x="105" y="613"/>
                    <a:pt x="105" y="613"/>
                    <a:pt x="105" y="613"/>
                  </a:cubicBezTo>
                  <a:cubicBezTo>
                    <a:pt x="105" y="611"/>
                    <a:pt x="105" y="613"/>
                    <a:pt x="105" y="613"/>
                  </a:cubicBezTo>
                  <a:cubicBezTo>
                    <a:pt x="105" y="611"/>
                    <a:pt x="105" y="610"/>
                    <a:pt x="103" y="610"/>
                  </a:cubicBezTo>
                  <a:cubicBezTo>
                    <a:pt x="103" y="610"/>
                    <a:pt x="100" y="607"/>
                    <a:pt x="99" y="607"/>
                  </a:cubicBezTo>
                  <a:cubicBezTo>
                    <a:pt x="99" y="607"/>
                    <a:pt x="99" y="607"/>
                    <a:pt x="99" y="607"/>
                  </a:cubicBezTo>
                  <a:cubicBezTo>
                    <a:pt x="97" y="607"/>
                    <a:pt x="99" y="610"/>
                    <a:pt x="99" y="610"/>
                  </a:cubicBezTo>
                  <a:cubicBezTo>
                    <a:pt x="99" y="610"/>
                    <a:pt x="97" y="611"/>
                    <a:pt x="97" y="613"/>
                  </a:cubicBezTo>
                  <a:cubicBezTo>
                    <a:pt x="97" y="615"/>
                    <a:pt x="97" y="615"/>
                    <a:pt x="97" y="615"/>
                  </a:cubicBezTo>
                  <a:cubicBezTo>
                    <a:pt x="97" y="615"/>
                    <a:pt x="97" y="615"/>
                    <a:pt x="97" y="615"/>
                  </a:cubicBezTo>
                  <a:cubicBezTo>
                    <a:pt x="97" y="616"/>
                    <a:pt x="97" y="618"/>
                    <a:pt x="97" y="619"/>
                  </a:cubicBezTo>
                  <a:cubicBezTo>
                    <a:pt x="99" y="619"/>
                    <a:pt x="100" y="621"/>
                    <a:pt x="100" y="619"/>
                  </a:cubicBezTo>
                  <a:moveTo>
                    <a:pt x="96" y="601"/>
                  </a:moveTo>
                  <a:cubicBezTo>
                    <a:pt x="94" y="601"/>
                    <a:pt x="94" y="601"/>
                    <a:pt x="94" y="601"/>
                  </a:cubicBezTo>
                  <a:cubicBezTo>
                    <a:pt x="92" y="601"/>
                    <a:pt x="92" y="599"/>
                    <a:pt x="92" y="599"/>
                  </a:cubicBezTo>
                  <a:cubicBezTo>
                    <a:pt x="92" y="599"/>
                    <a:pt x="92" y="599"/>
                    <a:pt x="92" y="599"/>
                  </a:cubicBezTo>
                  <a:cubicBezTo>
                    <a:pt x="91" y="601"/>
                    <a:pt x="91" y="601"/>
                    <a:pt x="91" y="601"/>
                  </a:cubicBezTo>
                  <a:cubicBezTo>
                    <a:pt x="92" y="601"/>
                    <a:pt x="92" y="601"/>
                    <a:pt x="94" y="602"/>
                  </a:cubicBezTo>
                  <a:cubicBezTo>
                    <a:pt x="94" y="602"/>
                    <a:pt x="92" y="604"/>
                    <a:pt x="94" y="604"/>
                  </a:cubicBezTo>
                  <a:cubicBezTo>
                    <a:pt x="94" y="604"/>
                    <a:pt x="99" y="604"/>
                    <a:pt x="96" y="601"/>
                  </a:cubicBezTo>
                  <a:cubicBezTo>
                    <a:pt x="96" y="601"/>
                    <a:pt x="96" y="601"/>
                    <a:pt x="96" y="601"/>
                  </a:cubicBezTo>
                  <a:moveTo>
                    <a:pt x="82" y="593"/>
                  </a:moveTo>
                  <a:cubicBezTo>
                    <a:pt x="82" y="593"/>
                    <a:pt x="80" y="593"/>
                    <a:pt x="80" y="594"/>
                  </a:cubicBezTo>
                  <a:cubicBezTo>
                    <a:pt x="80" y="594"/>
                    <a:pt x="79" y="593"/>
                    <a:pt x="79" y="594"/>
                  </a:cubicBezTo>
                  <a:cubicBezTo>
                    <a:pt x="80" y="599"/>
                    <a:pt x="82" y="596"/>
                    <a:pt x="82" y="596"/>
                  </a:cubicBezTo>
                  <a:cubicBezTo>
                    <a:pt x="82" y="596"/>
                    <a:pt x="82" y="596"/>
                    <a:pt x="82" y="596"/>
                  </a:cubicBezTo>
                  <a:cubicBezTo>
                    <a:pt x="83" y="597"/>
                    <a:pt x="83" y="597"/>
                    <a:pt x="83" y="597"/>
                  </a:cubicBezTo>
                  <a:cubicBezTo>
                    <a:pt x="83" y="596"/>
                    <a:pt x="83" y="596"/>
                    <a:pt x="83" y="596"/>
                  </a:cubicBezTo>
                  <a:cubicBezTo>
                    <a:pt x="83" y="596"/>
                    <a:pt x="83" y="596"/>
                    <a:pt x="83" y="596"/>
                  </a:cubicBezTo>
                  <a:cubicBezTo>
                    <a:pt x="83" y="596"/>
                    <a:pt x="83" y="596"/>
                    <a:pt x="83" y="596"/>
                  </a:cubicBezTo>
                  <a:cubicBezTo>
                    <a:pt x="83" y="594"/>
                    <a:pt x="83" y="596"/>
                    <a:pt x="83" y="596"/>
                  </a:cubicBezTo>
                  <a:cubicBezTo>
                    <a:pt x="82" y="594"/>
                    <a:pt x="82" y="593"/>
                    <a:pt x="82" y="593"/>
                  </a:cubicBezTo>
                  <a:moveTo>
                    <a:pt x="71" y="590"/>
                  </a:moveTo>
                  <a:cubicBezTo>
                    <a:pt x="71" y="585"/>
                    <a:pt x="67" y="588"/>
                    <a:pt x="67" y="590"/>
                  </a:cubicBezTo>
                  <a:cubicBezTo>
                    <a:pt x="67" y="590"/>
                    <a:pt x="71" y="591"/>
                    <a:pt x="71" y="590"/>
                  </a:cubicBezTo>
                  <a:moveTo>
                    <a:pt x="89" y="601"/>
                  </a:moveTo>
                  <a:cubicBezTo>
                    <a:pt x="89" y="602"/>
                    <a:pt x="89" y="604"/>
                    <a:pt x="91" y="602"/>
                  </a:cubicBezTo>
                  <a:cubicBezTo>
                    <a:pt x="91" y="601"/>
                    <a:pt x="91" y="601"/>
                    <a:pt x="91" y="601"/>
                  </a:cubicBezTo>
                  <a:cubicBezTo>
                    <a:pt x="89" y="601"/>
                    <a:pt x="88" y="601"/>
                    <a:pt x="89" y="601"/>
                  </a:cubicBezTo>
                  <a:moveTo>
                    <a:pt x="92" y="604"/>
                  </a:moveTo>
                  <a:cubicBezTo>
                    <a:pt x="94" y="604"/>
                    <a:pt x="92" y="605"/>
                    <a:pt x="91" y="604"/>
                  </a:cubicBezTo>
                  <a:cubicBezTo>
                    <a:pt x="92" y="604"/>
                    <a:pt x="92" y="604"/>
                    <a:pt x="92" y="604"/>
                  </a:cubicBezTo>
                  <a:moveTo>
                    <a:pt x="89" y="597"/>
                  </a:moveTo>
                  <a:cubicBezTo>
                    <a:pt x="88" y="597"/>
                    <a:pt x="88" y="597"/>
                    <a:pt x="86" y="597"/>
                  </a:cubicBezTo>
                  <a:cubicBezTo>
                    <a:pt x="86" y="599"/>
                    <a:pt x="86" y="599"/>
                    <a:pt x="86" y="599"/>
                  </a:cubicBezTo>
                  <a:cubicBezTo>
                    <a:pt x="88" y="599"/>
                    <a:pt x="88" y="599"/>
                    <a:pt x="88" y="599"/>
                  </a:cubicBezTo>
                  <a:cubicBezTo>
                    <a:pt x="89" y="599"/>
                    <a:pt x="89" y="599"/>
                    <a:pt x="89" y="599"/>
                  </a:cubicBezTo>
                  <a:cubicBezTo>
                    <a:pt x="91" y="599"/>
                    <a:pt x="91" y="597"/>
                    <a:pt x="91" y="597"/>
                  </a:cubicBezTo>
                  <a:cubicBezTo>
                    <a:pt x="89" y="597"/>
                    <a:pt x="89" y="597"/>
                    <a:pt x="89" y="597"/>
                  </a:cubicBezTo>
                  <a:cubicBezTo>
                    <a:pt x="89" y="597"/>
                    <a:pt x="89" y="597"/>
                    <a:pt x="89" y="597"/>
                  </a:cubicBezTo>
                  <a:moveTo>
                    <a:pt x="65" y="590"/>
                  </a:moveTo>
                  <a:cubicBezTo>
                    <a:pt x="65" y="590"/>
                    <a:pt x="62" y="591"/>
                    <a:pt x="64" y="591"/>
                  </a:cubicBezTo>
                  <a:cubicBezTo>
                    <a:pt x="65" y="590"/>
                    <a:pt x="65" y="590"/>
                    <a:pt x="65" y="59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grpSp>
      <p:grpSp>
        <p:nvGrpSpPr>
          <p:cNvPr id="12" name="组合 11">
            <a:extLst>
              <a:ext uri="{FF2B5EF4-FFF2-40B4-BE49-F238E27FC236}">
                <a16:creationId xmlns:a16="http://schemas.microsoft.com/office/drawing/2014/main" id="{18DD0439-9640-CC20-78D1-06801AC3DA23}"/>
              </a:ext>
            </a:extLst>
          </p:cNvPr>
          <p:cNvGrpSpPr/>
          <p:nvPr/>
        </p:nvGrpSpPr>
        <p:grpSpPr>
          <a:xfrm>
            <a:off x="8680490" y="3408000"/>
            <a:ext cx="2279733" cy="3052305"/>
            <a:chOff x="7681684" y="3376564"/>
            <a:chExt cx="2279733" cy="3052305"/>
          </a:xfrm>
          <a:solidFill>
            <a:schemeClr val="accent4">
              <a:lumMod val="20000"/>
              <a:lumOff val="80000"/>
            </a:schemeClr>
          </a:solidFill>
        </p:grpSpPr>
        <p:sp>
          <p:nvSpPr>
            <p:cNvPr id="13" name="Freeform 14">
              <a:extLst>
                <a:ext uri="{FF2B5EF4-FFF2-40B4-BE49-F238E27FC236}">
                  <a16:creationId xmlns:a16="http://schemas.microsoft.com/office/drawing/2014/main" id="{77DDABF4-4A21-EAEB-2C3E-9268BA31D5E6}"/>
                </a:ext>
              </a:extLst>
            </p:cNvPr>
            <p:cNvSpPr>
              <a:spLocks/>
            </p:cNvSpPr>
            <p:nvPr/>
          </p:nvSpPr>
          <p:spPr bwMode="auto">
            <a:xfrm>
              <a:off x="7681684" y="3576871"/>
              <a:ext cx="747192" cy="577076"/>
            </a:xfrm>
            <a:custGeom>
              <a:avLst/>
              <a:gdLst/>
              <a:ahLst/>
              <a:cxnLst>
                <a:cxn ang="0">
                  <a:pos x="207" y="154"/>
                </a:cxn>
                <a:cxn ang="0">
                  <a:pos x="204" y="161"/>
                </a:cxn>
                <a:cxn ang="0">
                  <a:pos x="210" y="167"/>
                </a:cxn>
                <a:cxn ang="0">
                  <a:pos x="201" y="172"/>
                </a:cxn>
                <a:cxn ang="0">
                  <a:pos x="199" y="181"/>
                </a:cxn>
                <a:cxn ang="0">
                  <a:pos x="198" y="187"/>
                </a:cxn>
                <a:cxn ang="0">
                  <a:pos x="160" y="175"/>
                </a:cxn>
                <a:cxn ang="0">
                  <a:pos x="106" y="147"/>
                </a:cxn>
                <a:cxn ang="0">
                  <a:pos x="93" y="117"/>
                </a:cxn>
                <a:cxn ang="0">
                  <a:pos x="64" y="77"/>
                </a:cxn>
                <a:cxn ang="0">
                  <a:pos x="48" y="52"/>
                </a:cxn>
                <a:cxn ang="0">
                  <a:pos x="27" y="15"/>
                </a:cxn>
                <a:cxn ang="0">
                  <a:pos x="23" y="32"/>
                </a:cxn>
                <a:cxn ang="0">
                  <a:pos x="44" y="64"/>
                </a:cxn>
                <a:cxn ang="0">
                  <a:pos x="52" y="89"/>
                </a:cxn>
                <a:cxn ang="0">
                  <a:pos x="59" y="102"/>
                </a:cxn>
                <a:cxn ang="0">
                  <a:pos x="36" y="69"/>
                </a:cxn>
                <a:cxn ang="0">
                  <a:pos x="23" y="49"/>
                </a:cxn>
                <a:cxn ang="0">
                  <a:pos x="0" y="4"/>
                </a:cxn>
                <a:cxn ang="0">
                  <a:pos x="18" y="4"/>
                </a:cxn>
                <a:cxn ang="0">
                  <a:pos x="71" y="16"/>
                </a:cxn>
                <a:cxn ang="0">
                  <a:pos x="84" y="11"/>
                </a:cxn>
                <a:cxn ang="0">
                  <a:pos x="106" y="39"/>
                </a:cxn>
                <a:cxn ang="0">
                  <a:pos x="137" y="52"/>
                </a:cxn>
                <a:cxn ang="0">
                  <a:pos x="157" y="72"/>
                </a:cxn>
                <a:cxn ang="0">
                  <a:pos x="154" y="89"/>
                </a:cxn>
                <a:cxn ang="0">
                  <a:pos x="154" y="108"/>
                </a:cxn>
                <a:cxn ang="0">
                  <a:pos x="160" y="128"/>
                </a:cxn>
                <a:cxn ang="0">
                  <a:pos x="181" y="151"/>
                </a:cxn>
                <a:cxn ang="0">
                  <a:pos x="196" y="145"/>
                </a:cxn>
                <a:cxn ang="0">
                  <a:pos x="204" y="147"/>
                </a:cxn>
                <a:cxn ang="0">
                  <a:pos x="210" y="137"/>
                </a:cxn>
                <a:cxn ang="0">
                  <a:pos x="212" y="123"/>
                </a:cxn>
                <a:cxn ang="0">
                  <a:pos x="228" y="117"/>
                </a:cxn>
                <a:cxn ang="0">
                  <a:pos x="236" y="117"/>
                </a:cxn>
                <a:cxn ang="0">
                  <a:pos x="240" y="119"/>
                </a:cxn>
                <a:cxn ang="0">
                  <a:pos x="234" y="134"/>
                </a:cxn>
                <a:cxn ang="0">
                  <a:pos x="234" y="139"/>
                </a:cxn>
                <a:cxn ang="0">
                  <a:pos x="231" y="150"/>
                </a:cxn>
                <a:cxn ang="0">
                  <a:pos x="230" y="145"/>
                </a:cxn>
                <a:cxn ang="0">
                  <a:pos x="224" y="153"/>
                </a:cxn>
              </a:cxnLst>
              <a:rect l="0" t="0" r="r" b="b"/>
              <a:pathLst>
                <a:path w="242" h="187">
                  <a:moveTo>
                    <a:pt x="222" y="154"/>
                  </a:moveTo>
                  <a:cubicBezTo>
                    <a:pt x="207" y="154"/>
                    <a:pt x="207" y="154"/>
                    <a:pt x="207" y="154"/>
                  </a:cubicBezTo>
                  <a:cubicBezTo>
                    <a:pt x="207" y="161"/>
                    <a:pt x="207" y="161"/>
                    <a:pt x="207" y="161"/>
                  </a:cubicBezTo>
                  <a:cubicBezTo>
                    <a:pt x="204" y="161"/>
                    <a:pt x="204" y="161"/>
                    <a:pt x="204" y="161"/>
                  </a:cubicBezTo>
                  <a:cubicBezTo>
                    <a:pt x="204" y="161"/>
                    <a:pt x="205" y="161"/>
                    <a:pt x="205" y="162"/>
                  </a:cubicBezTo>
                  <a:cubicBezTo>
                    <a:pt x="207" y="164"/>
                    <a:pt x="208" y="164"/>
                    <a:pt x="210" y="167"/>
                  </a:cubicBezTo>
                  <a:cubicBezTo>
                    <a:pt x="210" y="170"/>
                    <a:pt x="213" y="165"/>
                    <a:pt x="212" y="172"/>
                  </a:cubicBezTo>
                  <a:cubicBezTo>
                    <a:pt x="201" y="172"/>
                    <a:pt x="201" y="172"/>
                    <a:pt x="201" y="172"/>
                  </a:cubicBezTo>
                  <a:cubicBezTo>
                    <a:pt x="198" y="179"/>
                    <a:pt x="198" y="179"/>
                    <a:pt x="198" y="179"/>
                  </a:cubicBezTo>
                  <a:cubicBezTo>
                    <a:pt x="199" y="181"/>
                    <a:pt x="199" y="181"/>
                    <a:pt x="199" y="181"/>
                  </a:cubicBezTo>
                  <a:cubicBezTo>
                    <a:pt x="199" y="181"/>
                    <a:pt x="198" y="182"/>
                    <a:pt x="198" y="184"/>
                  </a:cubicBezTo>
                  <a:cubicBezTo>
                    <a:pt x="198" y="186"/>
                    <a:pt x="198" y="187"/>
                    <a:pt x="198" y="187"/>
                  </a:cubicBezTo>
                  <a:cubicBezTo>
                    <a:pt x="190" y="181"/>
                    <a:pt x="190" y="173"/>
                    <a:pt x="179" y="172"/>
                  </a:cubicBezTo>
                  <a:cubicBezTo>
                    <a:pt x="170" y="168"/>
                    <a:pt x="170" y="179"/>
                    <a:pt x="160" y="175"/>
                  </a:cubicBezTo>
                  <a:cubicBezTo>
                    <a:pt x="149" y="172"/>
                    <a:pt x="129" y="162"/>
                    <a:pt x="123" y="156"/>
                  </a:cubicBezTo>
                  <a:cubicBezTo>
                    <a:pt x="117" y="150"/>
                    <a:pt x="114" y="154"/>
                    <a:pt x="106" y="147"/>
                  </a:cubicBezTo>
                  <a:cubicBezTo>
                    <a:pt x="100" y="140"/>
                    <a:pt x="96" y="140"/>
                    <a:pt x="93" y="134"/>
                  </a:cubicBezTo>
                  <a:cubicBezTo>
                    <a:pt x="88" y="127"/>
                    <a:pt x="97" y="123"/>
                    <a:pt x="93" y="117"/>
                  </a:cubicBezTo>
                  <a:cubicBezTo>
                    <a:pt x="90" y="109"/>
                    <a:pt x="94" y="108"/>
                    <a:pt x="79" y="92"/>
                  </a:cubicBezTo>
                  <a:cubicBezTo>
                    <a:pt x="67" y="81"/>
                    <a:pt x="73" y="81"/>
                    <a:pt x="64" y="77"/>
                  </a:cubicBezTo>
                  <a:cubicBezTo>
                    <a:pt x="56" y="72"/>
                    <a:pt x="68" y="67"/>
                    <a:pt x="59" y="63"/>
                  </a:cubicBezTo>
                  <a:cubicBezTo>
                    <a:pt x="50" y="60"/>
                    <a:pt x="55" y="55"/>
                    <a:pt x="48" y="52"/>
                  </a:cubicBezTo>
                  <a:cubicBezTo>
                    <a:pt x="42" y="47"/>
                    <a:pt x="36" y="36"/>
                    <a:pt x="33" y="25"/>
                  </a:cubicBezTo>
                  <a:cubicBezTo>
                    <a:pt x="30" y="16"/>
                    <a:pt x="30" y="16"/>
                    <a:pt x="27" y="15"/>
                  </a:cubicBezTo>
                  <a:cubicBezTo>
                    <a:pt x="23" y="13"/>
                    <a:pt x="26" y="15"/>
                    <a:pt x="20" y="11"/>
                  </a:cubicBezTo>
                  <a:cubicBezTo>
                    <a:pt x="15" y="8"/>
                    <a:pt x="20" y="25"/>
                    <a:pt x="23" y="32"/>
                  </a:cubicBezTo>
                  <a:cubicBezTo>
                    <a:pt x="26" y="38"/>
                    <a:pt x="32" y="41"/>
                    <a:pt x="33" y="49"/>
                  </a:cubicBezTo>
                  <a:cubicBezTo>
                    <a:pt x="36" y="57"/>
                    <a:pt x="41" y="58"/>
                    <a:pt x="44" y="64"/>
                  </a:cubicBezTo>
                  <a:cubicBezTo>
                    <a:pt x="47" y="72"/>
                    <a:pt x="45" y="70"/>
                    <a:pt x="48" y="78"/>
                  </a:cubicBezTo>
                  <a:cubicBezTo>
                    <a:pt x="53" y="86"/>
                    <a:pt x="50" y="86"/>
                    <a:pt x="52" y="89"/>
                  </a:cubicBezTo>
                  <a:cubicBezTo>
                    <a:pt x="55" y="92"/>
                    <a:pt x="55" y="86"/>
                    <a:pt x="58" y="92"/>
                  </a:cubicBezTo>
                  <a:cubicBezTo>
                    <a:pt x="61" y="98"/>
                    <a:pt x="64" y="98"/>
                    <a:pt x="59" y="102"/>
                  </a:cubicBezTo>
                  <a:cubicBezTo>
                    <a:pt x="55" y="105"/>
                    <a:pt x="58" y="98"/>
                    <a:pt x="45" y="89"/>
                  </a:cubicBezTo>
                  <a:cubicBezTo>
                    <a:pt x="32" y="81"/>
                    <a:pt x="44" y="74"/>
                    <a:pt x="36" y="69"/>
                  </a:cubicBezTo>
                  <a:cubicBezTo>
                    <a:pt x="30" y="63"/>
                    <a:pt x="24" y="61"/>
                    <a:pt x="18" y="55"/>
                  </a:cubicBezTo>
                  <a:cubicBezTo>
                    <a:pt x="13" y="49"/>
                    <a:pt x="23" y="57"/>
                    <a:pt x="23" y="49"/>
                  </a:cubicBezTo>
                  <a:cubicBezTo>
                    <a:pt x="24" y="41"/>
                    <a:pt x="15" y="38"/>
                    <a:pt x="12" y="32"/>
                  </a:cubicBezTo>
                  <a:cubicBezTo>
                    <a:pt x="7" y="27"/>
                    <a:pt x="9" y="21"/>
                    <a:pt x="0" y="4"/>
                  </a:cubicBezTo>
                  <a:cubicBezTo>
                    <a:pt x="4" y="2"/>
                    <a:pt x="15" y="2"/>
                    <a:pt x="18" y="0"/>
                  </a:cubicBezTo>
                  <a:cubicBezTo>
                    <a:pt x="18" y="4"/>
                    <a:pt x="18" y="4"/>
                    <a:pt x="18" y="4"/>
                  </a:cubicBezTo>
                  <a:cubicBezTo>
                    <a:pt x="23" y="5"/>
                    <a:pt x="45" y="15"/>
                    <a:pt x="48" y="16"/>
                  </a:cubicBezTo>
                  <a:cubicBezTo>
                    <a:pt x="71" y="16"/>
                    <a:pt x="71" y="16"/>
                    <a:pt x="71" y="16"/>
                  </a:cubicBezTo>
                  <a:cubicBezTo>
                    <a:pt x="71" y="11"/>
                    <a:pt x="71" y="11"/>
                    <a:pt x="71" y="11"/>
                  </a:cubicBezTo>
                  <a:cubicBezTo>
                    <a:pt x="84" y="11"/>
                    <a:pt x="84" y="11"/>
                    <a:pt x="84" y="11"/>
                  </a:cubicBezTo>
                  <a:cubicBezTo>
                    <a:pt x="84" y="11"/>
                    <a:pt x="93" y="21"/>
                    <a:pt x="96" y="24"/>
                  </a:cubicBezTo>
                  <a:cubicBezTo>
                    <a:pt x="100" y="27"/>
                    <a:pt x="99" y="35"/>
                    <a:pt x="106" y="39"/>
                  </a:cubicBezTo>
                  <a:cubicBezTo>
                    <a:pt x="115" y="43"/>
                    <a:pt x="109" y="29"/>
                    <a:pt x="120" y="30"/>
                  </a:cubicBezTo>
                  <a:cubicBezTo>
                    <a:pt x="129" y="32"/>
                    <a:pt x="131" y="44"/>
                    <a:pt x="137" y="52"/>
                  </a:cubicBezTo>
                  <a:cubicBezTo>
                    <a:pt x="143" y="60"/>
                    <a:pt x="138" y="69"/>
                    <a:pt x="152" y="70"/>
                  </a:cubicBezTo>
                  <a:cubicBezTo>
                    <a:pt x="154" y="70"/>
                    <a:pt x="157" y="74"/>
                    <a:pt x="157" y="72"/>
                  </a:cubicBezTo>
                  <a:cubicBezTo>
                    <a:pt x="157" y="72"/>
                    <a:pt x="157" y="72"/>
                    <a:pt x="158" y="72"/>
                  </a:cubicBezTo>
                  <a:cubicBezTo>
                    <a:pt x="158" y="78"/>
                    <a:pt x="155" y="78"/>
                    <a:pt x="154" y="89"/>
                  </a:cubicBezTo>
                  <a:cubicBezTo>
                    <a:pt x="152" y="102"/>
                    <a:pt x="154" y="102"/>
                    <a:pt x="154" y="105"/>
                  </a:cubicBezTo>
                  <a:cubicBezTo>
                    <a:pt x="152" y="106"/>
                    <a:pt x="152" y="105"/>
                    <a:pt x="154" y="108"/>
                  </a:cubicBezTo>
                  <a:cubicBezTo>
                    <a:pt x="154" y="112"/>
                    <a:pt x="154" y="117"/>
                    <a:pt x="155" y="117"/>
                  </a:cubicBezTo>
                  <a:cubicBezTo>
                    <a:pt x="157" y="117"/>
                    <a:pt x="155" y="123"/>
                    <a:pt x="160" y="128"/>
                  </a:cubicBezTo>
                  <a:cubicBezTo>
                    <a:pt x="167" y="136"/>
                    <a:pt x="164" y="144"/>
                    <a:pt x="172" y="145"/>
                  </a:cubicBezTo>
                  <a:cubicBezTo>
                    <a:pt x="179" y="147"/>
                    <a:pt x="178" y="151"/>
                    <a:pt x="181" y="151"/>
                  </a:cubicBezTo>
                  <a:cubicBezTo>
                    <a:pt x="184" y="150"/>
                    <a:pt x="184" y="148"/>
                    <a:pt x="189" y="148"/>
                  </a:cubicBezTo>
                  <a:cubicBezTo>
                    <a:pt x="196" y="147"/>
                    <a:pt x="192" y="147"/>
                    <a:pt x="196" y="145"/>
                  </a:cubicBezTo>
                  <a:cubicBezTo>
                    <a:pt x="199" y="145"/>
                    <a:pt x="201" y="145"/>
                    <a:pt x="201" y="147"/>
                  </a:cubicBezTo>
                  <a:cubicBezTo>
                    <a:pt x="201" y="150"/>
                    <a:pt x="204" y="148"/>
                    <a:pt x="204" y="147"/>
                  </a:cubicBezTo>
                  <a:cubicBezTo>
                    <a:pt x="205" y="144"/>
                    <a:pt x="202" y="145"/>
                    <a:pt x="204" y="144"/>
                  </a:cubicBezTo>
                  <a:cubicBezTo>
                    <a:pt x="205" y="142"/>
                    <a:pt x="208" y="142"/>
                    <a:pt x="210" y="137"/>
                  </a:cubicBezTo>
                  <a:cubicBezTo>
                    <a:pt x="210" y="131"/>
                    <a:pt x="212" y="136"/>
                    <a:pt x="212" y="130"/>
                  </a:cubicBezTo>
                  <a:cubicBezTo>
                    <a:pt x="210" y="125"/>
                    <a:pt x="212" y="127"/>
                    <a:pt x="212" y="123"/>
                  </a:cubicBezTo>
                  <a:cubicBezTo>
                    <a:pt x="212" y="120"/>
                    <a:pt x="218" y="119"/>
                    <a:pt x="222" y="119"/>
                  </a:cubicBezTo>
                  <a:cubicBezTo>
                    <a:pt x="227" y="119"/>
                    <a:pt x="224" y="117"/>
                    <a:pt x="228" y="117"/>
                  </a:cubicBezTo>
                  <a:cubicBezTo>
                    <a:pt x="233" y="116"/>
                    <a:pt x="236" y="119"/>
                    <a:pt x="237" y="117"/>
                  </a:cubicBezTo>
                  <a:cubicBezTo>
                    <a:pt x="239" y="117"/>
                    <a:pt x="237" y="117"/>
                    <a:pt x="236" y="117"/>
                  </a:cubicBezTo>
                  <a:cubicBezTo>
                    <a:pt x="236" y="117"/>
                    <a:pt x="237" y="116"/>
                    <a:pt x="239" y="117"/>
                  </a:cubicBezTo>
                  <a:cubicBezTo>
                    <a:pt x="240" y="119"/>
                    <a:pt x="240" y="117"/>
                    <a:pt x="240" y="119"/>
                  </a:cubicBezTo>
                  <a:cubicBezTo>
                    <a:pt x="240" y="122"/>
                    <a:pt x="242" y="120"/>
                    <a:pt x="239" y="125"/>
                  </a:cubicBezTo>
                  <a:cubicBezTo>
                    <a:pt x="234" y="131"/>
                    <a:pt x="236" y="134"/>
                    <a:pt x="234" y="134"/>
                  </a:cubicBezTo>
                  <a:cubicBezTo>
                    <a:pt x="231" y="136"/>
                    <a:pt x="233" y="137"/>
                    <a:pt x="234" y="137"/>
                  </a:cubicBezTo>
                  <a:cubicBezTo>
                    <a:pt x="236" y="136"/>
                    <a:pt x="236" y="137"/>
                    <a:pt x="234" y="139"/>
                  </a:cubicBezTo>
                  <a:cubicBezTo>
                    <a:pt x="231" y="140"/>
                    <a:pt x="236" y="139"/>
                    <a:pt x="234" y="140"/>
                  </a:cubicBezTo>
                  <a:cubicBezTo>
                    <a:pt x="234" y="142"/>
                    <a:pt x="233" y="153"/>
                    <a:pt x="231" y="150"/>
                  </a:cubicBezTo>
                  <a:cubicBezTo>
                    <a:pt x="231" y="148"/>
                    <a:pt x="230" y="148"/>
                    <a:pt x="230" y="147"/>
                  </a:cubicBezTo>
                  <a:cubicBezTo>
                    <a:pt x="231" y="144"/>
                    <a:pt x="231" y="144"/>
                    <a:pt x="230" y="145"/>
                  </a:cubicBezTo>
                  <a:cubicBezTo>
                    <a:pt x="230" y="147"/>
                    <a:pt x="228" y="147"/>
                    <a:pt x="228" y="148"/>
                  </a:cubicBezTo>
                  <a:cubicBezTo>
                    <a:pt x="225" y="147"/>
                    <a:pt x="225" y="153"/>
                    <a:pt x="224" y="153"/>
                  </a:cubicBezTo>
                  <a:cubicBezTo>
                    <a:pt x="224" y="154"/>
                    <a:pt x="222" y="151"/>
                    <a:pt x="222" y="154"/>
                  </a:cubicBezTo>
                </a:path>
              </a:pathLst>
            </a:custGeom>
            <a:solidFill>
              <a:schemeClr val="accent2">
                <a:lumMod val="20000"/>
                <a:lumOff val="80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 name="Freeform 15">
              <a:extLst>
                <a:ext uri="{FF2B5EF4-FFF2-40B4-BE49-F238E27FC236}">
                  <a16:creationId xmlns:a16="http://schemas.microsoft.com/office/drawing/2014/main" id="{7DFCDF08-216C-2B86-05A7-E1B9B75A8710}"/>
                </a:ext>
              </a:extLst>
            </p:cNvPr>
            <p:cNvSpPr>
              <a:spLocks/>
            </p:cNvSpPr>
            <p:nvPr/>
          </p:nvSpPr>
          <p:spPr bwMode="auto">
            <a:xfrm>
              <a:off x="8366876" y="4029948"/>
              <a:ext cx="27026" cy="81077"/>
            </a:xfrm>
            <a:custGeom>
              <a:avLst/>
              <a:gdLst/>
              <a:ahLst/>
              <a:cxnLst>
                <a:cxn ang="0">
                  <a:pos x="6" y="1"/>
                </a:cxn>
                <a:cxn ang="0">
                  <a:pos x="2" y="6"/>
                </a:cxn>
                <a:cxn ang="0">
                  <a:pos x="0" y="7"/>
                </a:cxn>
                <a:cxn ang="0">
                  <a:pos x="0" y="26"/>
                </a:cxn>
                <a:cxn ang="0">
                  <a:pos x="2" y="26"/>
                </a:cxn>
                <a:cxn ang="0">
                  <a:pos x="6" y="20"/>
                </a:cxn>
                <a:cxn ang="0">
                  <a:pos x="8" y="4"/>
                </a:cxn>
                <a:cxn ang="0">
                  <a:pos x="8" y="1"/>
                </a:cxn>
                <a:cxn ang="0">
                  <a:pos x="6" y="1"/>
                </a:cxn>
              </a:cxnLst>
              <a:rect l="0" t="0" r="r" b="b"/>
              <a:pathLst>
                <a:path w="9" h="26">
                  <a:moveTo>
                    <a:pt x="6" y="1"/>
                  </a:moveTo>
                  <a:cubicBezTo>
                    <a:pt x="3" y="0"/>
                    <a:pt x="3" y="6"/>
                    <a:pt x="2" y="6"/>
                  </a:cubicBezTo>
                  <a:cubicBezTo>
                    <a:pt x="2" y="7"/>
                    <a:pt x="0" y="4"/>
                    <a:pt x="0" y="7"/>
                  </a:cubicBezTo>
                  <a:cubicBezTo>
                    <a:pt x="0" y="26"/>
                    <a:pt x="0" y="26"/>
                    <a:pt x="0" y="26"/>
                  </a:cubicBezTo>
                  <a:cubicBezTo>
                    <a:pt x="2" y="26"/>
                    <a:pt x="2" y="26"/>
                    <a:pt x="2" y="26"/>
                  </a:cubicBezTo>
                  <a:cubicBezTo>
                    <a:pt x="2" y="25"/>
                    <a:pt x="5" y="23"/>
                    <a:pt x="6" y="20"/>
                  </a:cubicBezTo>
                  <a:cubicBezTo>
                    <a:pt x="8" y="18"/>
                    <a:pt x="6" y="9"/>
                    <a:pt x="8" y="4"/>
                  </a:cubicBezTo>
                  <a:cubicBezTo>
                    <a:pt x="9" y="3"/>
                    <a:pt x="8" y="1"/>
                    <a:pt x="8" y="1"/>
                  </a:cubicBezTo>
                  <a:cubicBezTo>
                    <a:pt x="6" y="3"/>
                    <a:pt x="6" y="3"/>
                    <a:pt x="6"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 name="Freeform 16">
              <a:extLst>
                <a:ext uri="{FF2B5EF4-FFF2-40B4-BE49-F238E27FC236}">
                  <a16:creationId xmlns:a16="http://schemas.microsoft.com/office/drawing/2014/main" id="{2935FFE1-14E5-8C3E-6FAB-5A5B57E759EB}"/>
                </a:ext>
              </a:extLst>
            </p:cNvPr>
            <p:cNvSpPr>
              <a:spLocks/>
            </p:cNvSpPr>
            <p:nvPr/>
          </p:nvSpPr>
          <p:spPr bwMode="auto">
            <a:xfrm>
              <a:off x="8839037" y="4878870"/>
              <a:ext cx="314775" cy="416513"/>
            </a:xfrm>
            <a:custGeom>
              <a:avLst/>
              <a:gdLst/>
              <a:ahLst/>
              <a:cxnLst>
                <a:cxn ang="0">
                  <a:pos x="3" y="16"/>
                </a:cxn>
                <a:cxn ang="0">
                  <a:pos x="20" y="10"/>
                </a:cxn>
                <a:cxn ang="0">
                  <a:pos x="36" y="6"/>
                </a:cxn>
                <a:cxn ang="0">
                  <a:pos x="41" y="27"/>
                </a:cxn>
                <a:cxn ang="0">
                  <a:pos x="56" y="34"/>
                </a:cxn>
                <a:cxn ang="0">
                  <a:pos x="62" y="39"/>
                </a:cxn>
                <a:cxn ang="0">
                  <a:pos x="73" y="42"/>
                </a:cxn>
                <a:cxn ang="0">
                  <a:pos x="79" y="69"/>
                </a:cxn>
                <a:cxn ang="0">
                  <a:pos x="91" y="70"/>
                </a:cxn>
                <a:cxn ang="0">
                  <a:pos x="94" y="79"/>
                </a:cxn>
                <a:cxn ang="0">
                  <a:pos x="96" y="95"/>
                </a:cxn>
                <a:cxn ang="0">
                  <a:pos x="94" y="103"/>
                </a:cxn>
                <a:cxn ang="0">
                  <a:pos x="93" y="107"/>
                </a:cxn>
                <a:cxn ang="0">
                  <a:pos x="90" y="103"/>
                </a:cxn>
                <a:cxn ang="0">
                  <a:pos x="76" y="100"/>
                </a:cxn>
                <a:cxn ang="0">
                  <a:pos x="64" y="104"/>
                </a:cxn>
                <a:cxn ang="0">
                  <a:pos x="61" y="115"/>
                </a:cxn>
                <a:cxn ang="0">
                  <a:pos x="58" y="129"/>
                </a:cxn>
                <a:cxn ang="0">
                  <a:pos x="55" y="126"/>
                </a:cxn>
                <a:cxn ang="0">
                  <a:pos x="49" y="126"/>
                </a:cxn>
                <a:cxn ang="0">
                  <a:pos x="44" y="134"/>
                </a:cxn>
                <a:cxn ang="0">
                  <a:pos x="35" y="128"/>
                </a:cxn>
                <a:cxn ang="0">
                  <a:pos x="29" y="123"/>
                </a:cxn>
                <a:cxn ang="0">
                  <a:pos x="26" y="128"/>
                </a:cxn>
                <a:cxn ang="0">
                  <a:pos x="21" y="134"/>
                </a:cxn>
                <a:cxn ang="0">
                  <a:pos x="15" y="131"/>
                </a:cxn>
                <a:cxn ang="0">
                  <a:pos x="12" y="115"/>
                </a:cxn>
                <a:cxn ang="0">
                  <a:pos x="10" y="111"/>
                </a:cxn>
                <a:cxn ang="0">
                  <a:pos x="10" y="106"/>
                </a:cxn>
                <a:cxn ang="0">
                  <a:pos x="10" y="101"/>
                </a:cxn>
                <a:cxn ang="0">
                  <a:pos x="9" y="97"/>
                </a:cxn>
                <a:cxn ang="0">
                  <a:pos x="6" y="87"/>
                </a:cxn>
                <a:cxn ang="0">
                  <a:pos x="3" y="79"/>
                </a:cxn>
                <a:cxn ang="0">
                  <a:pos x="4" y="67"/>
                </a:cxn>
                <a:cxn ang="0">
                  <a:pos x="4" y="56"/>
                </a:cxn>
                <a:cxn ang="0">
                  <a:pos x="7" y="45"/>
                </a:cxn>
                <a:cxn ang="0">
                  <a:pos x="9" y="31"/>
                </a:cxn>
                <a:cxn ang="0">
                  <a:pos x="3" y="16"/>
                </a:cxn>
              </a:cxnLst>
              <a:rect l="0" t="0" r="r" b="b"/>
              <a:pathLst>
                <a:path w="102" h="135">
                  <a:moveTo>
                    <a:pt x="3" y="16"/>
                  </a:moveTo>
                  <a:cubicBezTo>
                    <a:pt x="12" y="19"/>
                    <a:pt x="10" y="17"/>
                    <a:pt x="20" y="10"/>
                  </a:cubicBezTo>
                  <a:cubicBezTo>
                    <a:pt x="27" y="3"/>
                    <a:pt x="39" y="0"/>
                    <a:pt x="36" y="6"/>
                  </a:cubicBezTo>
                  <a:cubicBezTo>
                    <a:pt x="35" y="14"/>
                    <a:pt x="35" y="20"/>
                    <a:pt x="41" y="27"/>
                  </a:cubicBezTo>
                  <a:cubicBezTo>
                    <a:pt x="47" y="33"/>
                    <a:pt x="50" y="30"/>
                    <a:pt x="56" y="34"/>
                  </a:cubicBezTo>
                  <a:cubicBezTo>
                    <a:pt x="61" y="39"/>
                    <a:pt x="59" y="36"/>
                    <a:pt x="62" y="39"/>
                  </a:cubicBezTo>
                  <a:cubicBezTo>
                    <a:pt x="67" y="44"/>
                    <a:pt x="68" y="38"/>
                    <a:pt x="73" y="42"/>
                  </a:cubicBezTo>
                  <a:cubicBezTo>
                    <a:pt x="77" y="47"/>
                    <a:pt x="74" y="67"/>
                    <a:pt x="79" y="69"/>
                  </a:cubicBezTo>
                  <a:cubicBezTo>
                    <a:pt x="83" y="69"/>
                    <a:pt x="93" y="67"/>
                    <a:pt x="91" y="70"/>
                  </a:cubicBezTo>
                  <a:cubicBezTo>
                    <a:pt x="90" y="73"/>
                    <a:pt x="90" y="78"/>
                    <a:pt x="94" y="79"/>
                  </a:cubicBezTo>
                  <a:cubicBezTo>
                    <a:pt x="102" y="83"/>
                    <a:pt x="96" y="93"/>
                    <a:pt x="96" y="95"/>
                  </a:cubicBezTo>
                  <a:cubicBezTo>
                    <a:pt x="97" y="98"/>
                    <a:pt x="94" y="101"/>
                    <a:pt x="94" y="103"/>
                  </a:cubicBezTo>
                  <a:cubicBezTo>
                    <a:pt x="96" y="106"/>
                    <a:pt x="96" y="106"/>
                    <a:pt x="93" y="107"/>
                  </a:cubicBezTo>
                  <a:cubicBezTo>
                    <a:pt x="93" y="104"/>
                    <a:pt x="94" y="104"/>
                    <a:pt x="90" y="103"/>
                  </a:cubicBezTo>
                  <a:cubicBezTo>
                    <a:pt x="87" y="100"/>
                    <a:pt x="85" y="97"/>
                    <a:pt x="76" y="100"/>
                  </a:cubicBezTo>
                  <a:cubicBezTo>
                    <a:pt x="67" y="101"/>
                    <a:pt x="65" y="100"/>
                    <a:pt x="64" y="104"/>
                  </a:cubicBezTo>
                  <a:cubicBezTo>
                    <a:pt x="62" y="109"/>
                    <a:pt x="61" y="109"/>
                    <a:pt x="61" y="115"/>
                  </a:cubicBezTo>
                  <a:cubicBezTo>
                    <a:pt x="61" y="120"/>
                    <a:pt x="58" y="126"/>
                    <a:pt x="58" y="129"/>
                  </a:cubicBezTo>
                  <a:cubicBezTo>
                    <a:pt x="56" y="128"/>
                    <a:pt x="56" y="126"/>
                    <a:pt x="55" y="126"/>
                  </a:cubicBezTo>
                  <a:cubicBezTo>
                    <a:pt x="53" y="126"/>
                    <a:pt x="52" y="126"/>
                    <a:pt x="49" y="126"/>
                  </a:cubicBezTo>
                  <a:cubicBezTo>
                    <a:pt x="47" y="126"/>
                    <a:pt x="45" y="128"/>
                    <a:pt x="44" y="134"/>
                  </a:cubicBezTo>
                  <a:cubicBezTo>
                    <a:pt x="42" y="126"/>
                    <a:pt x="39" y="126"/>
                    <a:pt x="35" y="128"/>
                  </a:cubicBezTo>
                  <a:cubicBezTo>
                    <a:pt x="30" y="128"/>
                    <a:pt x="30" y="123"/>
                    <a:pt x="29" y="123"/>
                  </a:cubicBezTo>
                  <a:cubicBezTo>
                    <a:pt x="27" y="124"/>
                    <a:pt x="29" y="126"/>
                    <a:pt x="26" y="128"/>
                  </a:cubicBezTo>
                  <a:cubicBezTo>
                    <a:pt x="24" y="129"/>
                    <a:pt x="24" y="132"/>
                    <a:pt x="21" y="134"/>
                  </a:cubicBezTo>
                  <a:cubicBezTo>
                    <a:pt x="18" y="135"/>
                    <a:pt x="17" y="135"/>
                    <a:pt x="15" y="131"/>
                  </a:cubicBezTo>
                  <a:cubicBezTo>
                    <a:pt x="15" y="124"/>
                    <a:pt x="14" y="115"/>
                    <a:pt x="12" y="115"/>
                  </a:cubicBezTo>
                  <a:cubicBezTo>
                    <a:pt x="9" y="115"/>
                    <a:pt x="12" y="112"/>
                    <a:pt x="10" y="111"/>
                  </a:cubicBezTo>
                  <a:cubicBezTo>
                    <a:pt x="9" y="111"/>
                    <a:pt x="9" y="109"/>
                    <a:pt x="10" y="106"/>
                  </a:cubicBezTo>
                  <a:cubicBezTo>
                    <a:pt x="12" y="104"/>
                    <a:pt x="7" y="104"/>
                    <a:pt x="10" y="101"/>
                  </a:cubicBezTo>
                  <a:cubicBezTo>
                    <a:pt x="12" y="100"/>
                    <a:pt x="10" y="100"/>
                    <a:pt x="9" y="97"/>
                  </a:cubicBezTo>
                  <a:cubicBezTo>
                    <a:pt x="7" y="97"/>
                    <a:pt x="6" y="89"/>
                    <a:pt x="6" y="87"/>
                  </a:cubicBezTo>
                  <a:cubicBezTo>
                    <a:pt x="6" y="86"/>
                    <a:pt x="4" y="86"/>
                    <a:pt x="3" y="79"/>
                  </a:cubicBezTo>
                  <a:cubicBezTo>
                    <a:pt x="3" y="76"/>
                    <a:pt x="10" y="70"/>
                    <a:pt x="4" y="67"/>
                  </a:cubicBezTo>
                  <a:cubicBezTo>
                    <a:pt x="0" y="64"/>
                    <a:pt x="7" y="61"/>
                    <a:pt x="4" y="56"/>
                  </a:cubicBezTo>
                  <a:cubicBezTo>
                    <a:pt x="1" y="52"/>
                    <a:pt x="9" y="50"/>
                    <a:pt x="7" y="45"/>
                  </a:cubicBezTo>
                  <a:cubicBezTo>
                    <a:pt x="6" y="39"/>
                    <a:pt x="9" y="31"/>
                    <a:pt x="9" y="31"/>
                  </a:cubicBezTo>
                  <a:cubicBezTo>
                    <a:pt x="3" y="16"/>
                    <a:pt x="3" y="16"/>
                    <a:pt x="3" y="16"/>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6" name="Freeform 17">
              <a:extLst>
                <a:ext uri="{FF2B5EF4-FFF2-40B4-BE49-F238E27FC236}">
                  <a16:creationId xmlns:a16="http://schemas.microsoft.com/office/drawing/2014/main" id="{CF2B41B8-1559-95E9-3414-1FD909DE0CE0}"/>
                </a:ext>
              </a:extLst>
            </p:cNvPr>
            <p:cNvSpPr>
              <a:spLocks/>
            </p:cNvSpPr>
            <p:nvPr/>
          </p:nvSpPr>
          <p:spPr bwMode="auto">
            <a:xfrm>
              <a:off x="9017093" y="5174562"/>
              <a:ext cx="206670" cy="275026"/>
            </a:xfrm>
            <a:custGeom>
              <a:avLst/>
              <a:gdLst/>
              <a:ahLst/>
              <a:cxnLst>
                <a:cxn ang="0">
                  <a:pos x="62" y="66"/>
                </a:cxn>
                <a:cxn ang="0">
                  <a:pos x="62" y="75"/>
                </a:cxn>
                <a:cxn ang="0">
                  <a:pos x="56" y="84"/>
                </a:cxn>
                <a:cxn ang="0">
                  <a:pos x="50" y="86"/>
                </a:cxn>
                <a:cxn ang="0">
                  <a:pos x="36" y="84"/>
                </a:cxn>
                <a:cxn ang="0">
                  <a:pos x="32" y="83"/>
                </a:cxn>
                <a:cxn ang="0">
                  <a:pos x="35" y="78"/>
                </a:cxn>
                <a:cxn ang="0">
                  <a:pos x="36" y="72"/>
                </a:cxn>
                <a:cxn ang="0">
                  <a:pos x="39" y="66"/>
                </a:cxn>
                <a:cxn ang="0">
                  <a:pos x="35" y="59"/>
                </a:cxn>
                <a:cxn ang="0">
                  <a:pos x="23" y="53"/>
                </a:cxn>
                <a:cxn ang="0">
                  <a:pos x="12" y="47"/>
                </a:cxn>
                <a:cxn ang="0">
                  <a:pos x="3" y="38"/>
                </a:cxn>
                <a:cxn ang="0">
                  <a:pos x="0" y="33"/>
                </a:cxn>
                <a:cxn ang="0">
                  <a:pos x="3" y="19"/>
                </a:cxn>
                <a:cxn ang="0">
                  <a:pos x="6" y="8"/>
                </a:cxn>
                <a:cxn ang="0">
                  <a:pos x="18" y="3"/>
                </a:cxn>
                <a:cxn ang="0">
                  <a:pos x="32" y="7"/>
                </a:cxn>
                <a:cxn ang="0">
                  <a:pos x="35" y="11"/>
                </a:cxn>
                <a:cxn ang="0">
                  <a:pos x="38" y="22"/>
                </a:cxn>
                <a:cxn ang="0">
                  <a:pos x="36" y="30"/>
                </a:cxn>
                <a:cxn ang="0">
                  <a:pos x="47" y="31"/>
                </a:cxn>
                <a:cxn ang="0">
                  <a:pos x="55" y="35"/>
                </a:cxn>
                <a:cxn ang="0">
                  <a:pos x="58" y="50"/>
                </a:cxn>
                <a:cxn ang="0">
                  <a:pos x="64" y="49"/>
                </a:cxn>
                <a:cxn ang="0">
                  <a:pos x="62" y="66"/>
                </a:cxn>
              </a:cxnLst>
              <a:rect l="0" t="0" r="r" b="b"/>
              <a:pathLst>
                <a:path w="67" h="89">
                  <a:moveTo>
                    <a:pt x="62" y="66"/>
                  </a:moveTo>
                  <a:cubicBezTo>
                    <a:pt x="64" y="72"/>
                    <a:pt x="62" y="70"/>
                    <a:pt x="62" y="75"/>
                  </a:cubicBezTo>
                  <a:cubicBezTo>
                    <a:pt x="61" y="80"/>
                    <a:pt x="56" y="80"/>
                    <a:pt x="56" y="84"/>
                  </a:cubicBezTo>
                  <a:cubicBezTo>
                    <a:pt x="55" y="89"/>
                    <a:pt x="53" y="81"/>
                    <a:pt x="50" y="86"/>
                  </a:cubicBezTo>
                  <a:cubicBezTo>
                    <a:pt x="45" y="89"/>
                    <a:pt x="42" y="84"/>
                    <a:pt x="36" y="84"/>
                  </a:cubicBezTo>
                  <a:cubicBezTo>
                    <a:pt x="32" y="84"/>
                    <a:pt x="32" y="86"/>
                    <a:pt x="32" y="83"/>
                  </a:cubicBezTo>
                  <a:cubicBezTo>
                    <a:pt x="30" y="81"/>
                    <a:pt x="33" y="81"/>
                    <a:pt x="35" y="78"/>
                  </a:cubicBezTo>
                  <a:cubicBezTo>
                    <a:pt x="36" y="75"/>
                    <a:pt x="33" y="73"/>
                    <a:pt x="36" y="72"/>
                  </a:cubicBezTo>
                  <a:cubicBezTo>
                    <a:pt x="39" y="70"/>
                    <a:pt x="36" y="70"/>
                    <a:pt x="39" y="66"/>
                  </a:cubicBezTo>
                  <a:cubicBezTo>
                    <a:pt x="41" y="64"/>
                    <a:pt x="36" y="59"/>
                    <a:pt x="35" y="59"/>
                  </a:cubicBezTo>
                  <a:cubicBezTo>
                    <a:pt x="32" y="59"/>
                    <a:pt x="29" y="58"/>
                    <a:pt x="23" y="53"/>
                  </a:cubicBezTo>
                  <a:cubicBezTo>
                    <a:pt x="18" y="49"/>
                    <a:pt x="13" y="50"/>
                    <a:pt x="12" y="47"/>
                  </a:cubicBezTo>
                  <a:cubicBezTo>
                    <a:pt x="10" y="44"/>
                    <a:pt x="6" y="44"/>
                    <a:pt x="3" y="38"/>
                  </a:cubicBezTo>
                  <a:cubicBezTo>
                    <a:pt x="1" y="33"/>
                    <a:pt x="1" y="35"/>
                    <a:pt x="0" y="33"/>
                  </a:cubicBezTo>
                  <a:cubicBezTo>
                    <a:pt x="0" y="30"/>
                    <a:pt x="3" y="24"/>
                    <a:pt x="3" y="19"/>
                  </a:cubicBezTo>
                  <a:cubicBezTo>
                    <a:pt x="3" y="13"/>
                    <a:pt x="4" y="13"/>
                    <a:pt x="6" y="8"/>
                  </a:cubicBezTo>
                  <a:cubicBezTo>
                    <a:pt x="7" y="3"/>
                    <a:pt x="9" y="5"/>
                    <a:pt x="18" y="3"/>
                  </a:cubicBezTo>
                  <a:cubicBezTo>
                    <a:pt x="27" y="0"/>
                    <a:pt x="29" y="3"/>
                    <a:pt x="32" y="7"/>
                  </a:cubicBezTo>
                  <a:cubicBezTo>
                    <a:pt x="36" y="8"/>
                    <a:pt x="35" y="8"/>
                    <a:pt x="35" y="11"/>
                  </a:cubicBezTo>
                  <a:cubicBezTo>
                    <a:pt x="35" y="14"/>
                    <a:pt x="39" y="19"/>
                    <a:pt x="38" y="22"/>
                  </a:cubicBezTo>
                  <a:cubicBezTo>
                    <a:pt x="36" y="27"/>
                    <a:pt x="38" y="27"/>
                    <a:pt x="36" y="30"/>
                  </a:cubicBezTo>
                  <a:cubicBezTo>
                    <a:pt x="36" y="31"/>
                    <a:pt x="47" y="33"/>
                    <a:pt x="47" y="31"/>
                  </a:cubicBezTo>
                  <a:cubicBezTo>
                    <a:pt x="48" y="30"/>
                    <a:pt x="53" y="31"/>
                    <a:pt x="55" y="35"/>
                  </a:cubicBezTo>
                  <a:cubicBezTo>
                    <a:pt x="58" y="47"/>
                    <a:pt x="55" y="50"/>
                    <a:pt x="58" y="50"/>
                  </a:cubicBezTo>
                  <a:cubicBezTo>
                    <a:pt x="61" y="50"/>
                    <a:pt x="62" y="47"/>
                    <a:pt x="64" y="49"/>
                  </a:cubicBezTo>
                  <a:cubicBezTo>
                    <a:pt x="67" y="52"/>
                    <a:pt x="65" y="64"/>
                    <a:pt x="62" y="6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 name="Freeform 18">
              <a:extLst>
                <a:ext uri="{FF2B5EF4-FFF2-40B4-BE49-F238E27FC236}">
                  <a16:creationId xmlns:a16="http://schemas.microsoft.com/office/drawing/2014/main" id="{97456FC4-B41D-01DC-1EDD-43AD743A66D3}"/>
                </a:ext>
              </a:extLst>
            </p:cNvPr>
            <p:cNvSpPr>
              <a:spLocks/>
            </p:cNvSpPr>
            <p:nvPr/>
          </p:nvSpPr>
          <p:spPr bwMode="auto">
            <a:xfrm>
              <a:off x="9112478" y="5516357"/>
              <a:ext cx="143080" cy="170102"/>
            </a:xfrm>
            <a:custGeom>
              <a:avLst/>
              <a:gdLst/>
              <a:ahLst/>
              <a:cxnLst>
                <a:cxn ang="0">
                  <a:pos x="42" y="42"/>
                </a:cxn>
                <a:cxn ang="0">
                  <a:pos x="32" y="52"/>
                </a:cxn>
                <a:cxn ang="0">
                  <a:pos x="22" y="52"/>
                </a:cxn>
                <a:cxn ang="0">
                  <a:pos x="9" y="48"/>
                </a:cxn>
                <a:cxn ang="0">
                  <a:pos x="2" y="45"/>
                </a:cxn>
                <a:cxn ang="0">
                  <a:pos x="3" y="34"/>
                </a:cxn>
                <a:cxn ang="0">
                  <a:pos x="3" y="20"/>
                </a:cxn>
                <a:cxn ang="0">
                  <a:pos x="5" y="14"/>
                </a:cxn>
                <a:cxn ang="0">
                  <a:pos x="8" y="3"/>
                </a:cxn>
                <a:cxn ang="0">
                  <a:pos x="17" y="5"/>
                </a:cxn>
                <a:cxn ang="0">
                  <a:pos x="23" y="12"/>
                </a:cxn>
                <a:cxn ang="0">
                  <a:pos x="29" y="15"/>
                </a:cxn>
                <a:cxn ang="0">
                  <a:pos x="35" y="22"/>
                </a:cxn>
                <a:cxn ang="0">
                  <a:pos x="42" y="28"/>
                </a:cxn>
                <a:cxn ang="0">
                  <a:pos x="42" y="42"/>
                </a:cxn>
              </a:cxnLst>
              <a:rect l="0" t="0" r="r" b="b"/>
              <a:pathLst>
                <a:path w="46" h="55">
                  <a:moveTo>
                    <a:pt x="42" y="42"/>
                  </a:moveTo>
                  <a:cubicBezTo>
                    <a:pt x="39" y="48"/>
                    <a:pt x="35" y="49"/>
                    <a:pt x="32" y="52"/>
                  </a:cubicBezTo>
                  <a:cubicBezTo>
                    <a:pt x="28" y="55"/>
                    <a:pt x="26" y="51"/>
                    <a:pt x="22" y="52"/>
                  </a:cubicBezTo>
                  <a:cubicBezTo>
                    <a:pt x="19" y="54"/>
                    <a:pt x="13" y="48"/>
                    <a:pt x="9" y="48"/>
                  </a:cubicBezTo>
                  <a:cubicBezTo>
                    <a:pt x="5" y="48"/>
                    <a:pt x="2" y="45"/>
                    <a:pt x="2" y="45"/>
                  </a:cubicBezTo>
                  <a:cubicBezTo>
                    <a:pt x="0" y="42"/>
                    <a:pt x="0" y="35"/>
                    <a:pt x="3" y="34"/>
                  </a:cubicBezTo>
                  <a:cubicBezTo>
                    <a:pt x="6" y="32"/>
                    <a:pt x="2" y="23"/>
                    <a:pt x="3" y="20"/>
                  </a:cubicBezTo>
                  <a:cubicBezTo>
                    <a:pt x="6" y="18"/>
                    <a:pt x="2" y="18"/>
                    <a:pt x="5" y="14"/>
                  </a:cubicBezTo>
                  <a:cubicBezTo>
                    <a:pt x="8" y="9"/>
                    <a:pt x="5" y="8"/>
                    <a:pt x="8" y="3"/>
                  </a:cubicBezTo>
                  <a:cubicBezTo>
                    <a:pt x="11" y="8"/>
                    <a:pt x="11" y="0"/>
                    <a:pt x="17" y="5"/>
                  </a:cubicBezTo>
                  <a:cubicBezTo>
                    <a:pt x="22" y="9"/>
                    <a:pt x="19" y="14"/>
                    <a:pt x="23" y="12"/>
                  </a:cubicBezTo>
                  <a:cubicBezTo>
                    <a:pt x="26" y="9"/>
                    <a:pt x="25" y="14"/>
                    <a:pt x="29" y="15"/>
                  </a:cubicBezTo>
                  <a:cubicBezTo>
                    <a:pt x="34" y="18"/>
                    <a:pt x="32" y="18"/>
                    <a:pt x="35" y="22"/>
                  </a:cubicBezTo>
                  <a:cubicBezTo>
                    <a:pt x="40" y="23"/>
                    <a:pt x="39" y="23"/>
                    <a:pt x="42" y="28"/>
                  </a:cubicBezTo>
                  <a:cubicBezTo>
                    <a:pt x="46" y="34"/>
                    <a:pt x="39" y="34"/>
                    <a:pt x="42" y="4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 name="Freeform 19">
              <a:extLst>
                <a:ext uri="{FF2B5EF4-FFF2-40B4-BE49-F238E27FC236}">
                  <a16:creationId xmlns:a16="http://schemas.microsoft.com/office/drawing/2014/main" id="{790BCD52-FF67-A004-5963-E4AFA7102A2E}"/>
                </a:ext>
              </a:extLst>
            </p:cNvPr>
            <p:cNvSpPr>
              <a:spLocks/>
            </p:cNvSpPr>
            <p:nvPr/>
          </p:nvSpPr>
          <p:spPr bwMode="auto">
            <a:xfrm>
              <a:off x="8551289" y="4591127"/>
              <a:ext cx="317954" cy="557999"/>
            </a:xfrm>
            <a:custGeom>
              <a:avLst/>
              <a:gdLst/>
              <a:ahLst/>
              <a:cxnLst>
                <a:cxn ang="0">
                  <a:pos x="93" y="42"/>
                </a:cxn>
                <a:cxn ang="0">
                  <a:pos x="85" y="42"/>
                </a:cxn>
                <a:cxn ang="0">
                  <a:pos x="71" y="49"/>
                </a:cxn>
                <a:cxn ang="0">
                  <a:pos x="64" y="66"/>
                </a:cxn>
                <a:cxn ang="0">
                  <a:pos x="67" y="91"/>
                </a:cxn>
                <a:cxn ang="0">
                  <a:pos x="74" y="96"/>
                </a:cxn>
                <a:cxn ang="0">
                  <a:pos x="85" y="96"/>
                </a:cxn>
                <a:cxn ang="0">
                  <a:pos x="88" y="108"/>
                </a:cxn>
                <a:cxn ang="0">
                  <a:pos x="96" y="108"/>
                </a:cxn>
                <a:cxn ang="0">
                  <a:pos x="102" y="124"/>
                </a:cxn>
                <a:cxn ang="0">
                  <a:pos x="100" y="138"/>
                </a:cxn>
                <a:cxn ang="0">
                  <a:pos x="97" y="149"/>
                </a:cxn>
                <a:cxn ang="0">
                  <a:pos x="97" y="160"/>
                </a:cxn>
                <a:cxn ang="0">
                  <a:pos x="96" y="172"/>
                </a:cxn>
                <a:cxn ang="0">
                  <a:pos x="93" y="175"/>
                </a:cxn>
                <a:cxn ang="0">
                  <a:pos x="88" y="181"/>
                </a:cxn>
                <a:cxn ang="0">
                  <a:pos x="80" y="174"/>
                </a:cxn>
                <a:cxn ang="0">
                  <a:pos x="65" y="161"/>
                </a:cxn>
                <a:cxn ang="0">
                  <a:pos x="50" y="149"/>
                </a:cxn>
                <a:cxn ang="0">
                  <a:pos x="42" y="135"/>
                </a:cxn>
                <a:cxn ang="0">
                  <a:pos x="35" y="119"/>
                </a:cxn>
                <a:cxn ang="0">
                  <a:pos x="30" y="108"/>
                </a:cxn>
                <a:cxn ang="0">
                  <a:pos x="23" y="85"/>
                </a:cxn>
                <a:cxn ang="0">
                  <a:pos x="14" y="70"/>
                </a:cxn>
                <a:cxn ang="0">
                  <a:pos x="4" y="57"/>
                </a:cxn>
                <a:cxn ang="0">
                  <a:pos x="3" y="52"/>
                </a:cxn>
                <a:cxn ang="0">
                  <a:pos x="11" y="34"/>
                </a:cxn>
                <a:cxn ang="0">
                  <a:pos x="9" y="43"/>
                </a:cxn>
                <a:cxn ang="0">
                  <a:pos x="15" y="45"/>
                </a:cxn>
                <a:cxn ang="0">
                  <a:pos x="21" y="48"/>
                </a:cxn>
                <a:cxn ang="0">
                  <a:pos x="26" y="35"/>
                </a:cxn>
                <a:cxn ang="0">
                  <a:pos x="47" y="18"/>
                </a:cxn>
                <a:cxn ang="0">
                  <a:pos x="50" y="1"/>
                </a:cxn>
                <a:cxn ang="0">
                  <a:pos x="55" y="4"/>
                </a:cxn>
                <a:cxn ang="0">
                  <a:pos x="61" y="12"/>
                </a:cxn>
                <a:cxn ang="0">
                  <a:pos x="70" y="25"/>
                </a:cxn>
                <a:cxn ang="0">
                  <a:pos x="85" y="23"/>
                </a:cxn>
                <a:cxn ang="0">
                  <a:pos x="91" y="28"/>
                </a:cxn>
                <a:cxn ang="0">
                  <a:pos x="88" y="39"/>
                </a:cxn>
                <a:cxn ang="0">
                  <a:pos x="93" y="42"/>
                </a:cxn>
              </a:cxnLst>
              <a:rect l="0" t="0" r="r" b="b"/>
              <a:pathLst>
                <a:path w="103" h="181">
                  <a:moveTo>
                    <a:pt x="93" y="42"/>
                  </a:moveTo>
                  <a:cubicBezTo>
                    <a:pt x="88" y="45"/>
                    <a:pt x="91" y="39"/>
                    <a:pt x="85" y="42"/>
                  </a:cubicBezTo>
                  <a:cubicBezTo>
                    <a:pt x="79" y="46"/>
                    <a:pt x="77" y="45"/>
                    <a:pt x="71" y="49"/>
                  </a:cubicBezTo>
                  <a:cubicBezTo>
                    <a:pt x="67" y="56"/>
                    <a:pt x="70" y="63"/>
                    <a:pt x="64" y="66"/>
                  </a:cubicBezTo>
                  <a:cubicBezTo>
                    <a:pt x="55" y="74"/>
                    <a:pt x="68" y="87"/>
                    <a:pt x="67" y="91"/>
                  </a:cubicBezTo>
                  <a:cubicBezTo>
                    <a:pt x="65" y="96"/>
                    <a:pt x="74" y="90"/>
                    <a:pt x="74" y="96"/>
                  </a:cubicBezTo>
                  <a:cubicBezTo>
                    <a:pt x="73" y="104"/>
                    <a:pt x="84" y="99"/>
                    <a:pt x="85" y="96"/>
                  </a:cubicBezTo>
                  <a:cubicBezTo>
                    <a:pt x="88" y="91"/>
                    <a:pt x="85" y="108"/>
                    <a:pt x="88" y="108"/>
                  </a:cubicBezTo>
                  <a:cubicBezTo>
                    <a:pt x="91" y="110"/>
                    <a:pt x="91" y="107"/>
                    <a:pt x="96" y="108"/>
                  </a:cubicBezTo>
                  <a:cubicBezTo>
                    <a:pt x="102" y="124"/>
                    <a:pt x="102" y="124"/>
                    <a:pt x="102" y="124"/>
                  </a:cubicBezTo>
                  <a:cubicBezTo>
                    <a:pt x="102" y="124"/>
                    <a:pt x="99" y="132"/>
                    <a:pt x="100" y="138"/>
                  </a:cubicBezTo>
                  <a:cubicBezTo>
                    <a:pt x="102" y="143"/>
                    <a:pt x="94" y="144"/>
                    <a:pt x="97" y="149"/>
                  </a:cubicBezTo>
                  <a:cubicBezTo>
                    <a:pt x="100" y="153"/>
                    <a:pt x="93" y="156"/>
                    <a:pt x="97" y="160"/>
                  </a:cubicBezTo>
                  <a:cubicBezTo>
                    <a:pt x="103" y="163"/>
                    <a:pt x="96" y="169"/>
                    <a:pt x="96" y="172"/>
                  </a:cubicBezTo>
                  <a:cubicBezTo>
                    <a:pt x="96" y="172"/>
                    <a:pt x="96" y="175"/>
                    <a:pt x="93" y="175"/>
                  </a:cubicBezTo>
                  <a:cubicBezTo>
                    <a:pt x="91" y="175"/>
                    <a:pt x="97" y="178"/>
                    <a:pt x="88" y="181"/>
                  </a:cubicBezTo>
                  <a:cubicBezTo>
                    <a:pt x="87" y="178"/>
                    <a:pt x="82" y="178"/>
                    <a:pt x="80" y="174"/>
                  </a:cubicBezTo>
                  <a:cubicBezTo>
                    <a:pt x="80" y="169"/>
                    <a:pt x="77" y="169"/>
                    <a:pt x="65" y="161"/>
                  </a:cubicBezTo>
                  <a:cubicBezTo>
                    <a:pt x="52" y="155"/>
                    <a:pt x="52" y="152"/>
                    <a:pt x="50" y="149"/>
                  </a:cubicBezTo>
                  <a:cubicBezTo>
                    <a:pt x="47" y="146"/>
                    <a:pt x="41" y="143"/>
                    <a:pt x="42" y="135"/>
                  </a:cubicBezTo>
                  <a:cubicBezTo>
                    <a:pt x="42" y="127"/>
                    <a:pt x="35" y="124"/>
                    <a:pt x="35" y="119"/>
                  </a:cubicBezTo>
                  <a:cubicBezTo>
                    <a:pt x="35" y="115"/>
                    <a:pt x="32" y="115"/>
                    <a:pt x="30" y="108"/>
                  </a:cubicBezTo>
                  <a:cubicBezTo>
                    <a:pt x="30" y="102"/>
                    <a:pt x="24" y="93"/>
                    <a:pt x="23" y="85"/>
                  </a:cubicBezTo>
                  <a:cubicBezTo>
                    <a:pt x="21" y="79"/>
                    <a:pt x="17" y="79"/>
                    <a:pt x="14" y="70"/>
                  </a:cubicBezTo>
                  <a:cubicBezTo>
                    <a:pt x="12" y="63"/>
                    <a:pt x="0" y="62"/>
                    <a:pt x="4" y="57"/>
                  </a:cubicBezTo>
                  <a:cubicBezTo>
                    <a:pt x="9" y="56"/>
                    <a:pt x="4" y="56"/>
                    <a:pt x="3" y="52"/>
                  </a:cubicBezTo>
                  <a:cubicBezTo>
                    <a:pt x="1" y="48"/>
                    <a:pt x="1" y="43"/>
                    <a:pt x="11" y="34"/>
                  </a:cubicBezTo>
                  <a:cubicBezTo>
                    <a:pt x="14" y="40"/>
                    <a:pt x="8" y="40"/>
                    <a:pt x="9" y="43"/>
                  </a:cubicBezTo>
                  <a:cubicBezTo>
                    <a:pt x="9" y="46"/>
                    <a:pt x="11" y="43"/>
                    <a:pt x="15" y="45"/>
                  </a:cubicBezTo>
                  <a:cubicBezTo>
                    <a:pt x="18" y="45"/>
                    <a:pt x="18" y="51"/>
                    <a:pt x="21" y="48"/>
                  </a:cubicBezTo>
                  <a:cubicBezTo>
                    <a:pt x="24" y="45"/>
                    <a:pt x="21" y="45"/>
                    <a:pt x="26" y="35"/>
                  </a:cubicBezTo>
                  <a:cubicBezTo>
                    <a:pt x="30" y="28"/>
                    <a:pt x="42" y="25"/>
                    <a:pt x="47" y="18"/>
                  </a:cubicBezTo>
                  <a:cubicBezTo>
                    <a:pt x="50" y="11"/>
                    <a:pt x="50" y="9"/>
                    <a:pt x="50" y="1"/>
                  </a:cubicBezTo>
                  <a:cubicBezTo>
                    <a:pt x="52" y="0"/>
                    <a:pt x="52" y="3"/>
                    <a:pt x="55" y="4"/>
                  </a:cubicBezTo>
                  <a:cubicBezTo>
                    <a:pt x="59" y="6"/>
                    <a:pt x="56" y="9"/>
                    <a:pt x="61" y="12"/>
                  </a:cubicBezTo>
                  <a:cubicBezTo>
                    <a:pt x="67" y="15"/>
                    <a:pt x="65" y="25"/>
                    <a:pt x="70" y="25"/>
                  </a:cubicBezTo>
                  <a:cubicBezTo>
                    <a:pt x="76" y="25"/>
                    <a:pt x="79" y="21"/>
                    <a:pt x="85" y="23"/>
                  </a:cubicBezTo>
                  <a:cubicBezTo>
                    <a:pt x="93" y="26"/>
                    <a:pt x="93" y="26"/>
                    <a:pt x="91" y="28"/>
                  </a:cubicBezTo>
                  <a:cubicBezTo>
                    <a:pt x="88" y="34"/>
                    <a:pt x="85" y="40"/>
                    <a:pt x="88" y="39"/>
                  </a:cubicBezTo>
                  <a:cubicBezTo>
                    <a:pt x="91" y="39"/>
                    <a:pt x="91" y="40"/>
                    <a:pt x="93" y="4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9" name="Freeform 20">
              <a:extLst>
                <a:ext uri="{FF2B5EF4-FFF2-40B4-BE49-F238E27FC236}">
                  <a16:creationId xmlns:a16="http://schemas.microsoft.com/office/drawing/2014/main" id="{6AA0F1F5-8B2F-099A-BBB9-B9737D96AF96}"/>
                </a:ext>
              </a:extLst>
            </p:cNvPr>
            <p:cNvSpPr>
              <a:spLocks/>
            </p:cNvSpPr>
            <p:nvPr/>
          </p:nvSpPr>
          <p:spPr bwMode="auto">
            <a:xfrm>
              <a:off x="8606931" y="4215948"/>
              <a:ext cx="305236" cy="505538"/>
            </a:xfrm>
            <a:custGeom>
              <a:avLst/>
              <a:gdLst/>
              <a:ahLst/>
              <a:cxnLst>
                <a:cxn ang="0">
                  <a:pos x="64" y="6"/>
                </a:cxn>
                <a:cxn ang="0">
                  <a:pos x="61" y="2"/>
                </a:cxn>
                <a:cxn ang="0">
                  <a:pos x="52" y="8"/>
                </a:cxn>
                <a:cxn ang="0">
                  <a:pos x="40" y="13"/>
                </a:cxn>
                <a:cxn ang="0">
                  <a:pos x="34" y="14"/>
                </a:cxn>
                <a:cxn ang="0">
                  <a:pos x="29" y="25"/>
                </a:cxn>
                <a:cxn ang="0">
                  <a:pos x="25" y="33"/>
                </a:cxn>
                <a:cxn ang="0">
                  <a:pos x="20" y="41"/>
                </a:cxn>
                <a:cxn ang="0">
                  <a:pos x="16" y="38"/>
                </a:cxn>
                <a:cxn ang="0">
                  <a:pos x="17" y="45"/>
                </a:cxn>
                <a:cxn ang="0">
                  <a:pos x="16" y="48"/>
                </a:cxn>
                <a:cxn ang="0">
                  <a:pos x="13" y="47"/>
                </a:cxn>
                <a:cxn ang="0">
                  <a:pos x="11" y="52"/>
                </a:cxn>
                <a:cxn ang="0">
                  <a:pos x="13" y="55"/>
                </a:cxn>
                <a:cxn ang="0">
                  <a:pos x="14" y="58"/>
                </a:cxn>
                <a:cxn ang="0">
                  <a:pos x="16" y="64"/>
                </a:cxn>
                <a:cxn ang="0">
                  <a:pos x="14" y="73"/>
                </a:cxn>
                <a:cxn ang="0">
                  <a:pos x="16" y="87"/>
                </a:cxn>
                <a:cxn ang="0">
                  <a:pos x="11" y="98"/>
                </a:cxn>
                <a:cxn ang="0">
                  <a:pos x="5" y="103"/>
                </a:cxn>
                <a:cxn ang="0">
                  <a:pos x="3" y="109"/>
                </a:cxn>
                <a:cxn ang="0">
                  <a:pos x="13" y="115"/>
                </a:cxn>
                <a:cxn ang="0">
                  <a:pos x="16" y="119"/>
                </a:cxn>
                <a:cxn ang="0">
                  <a:pos x="23" y="120"/>
                </a:cxn>
                <a:cxn ang="0">
                  <a:pos x="26" y="120"/>
                </a:cxn>
                <a:cxn ang="0">
                  <a:pos x="32" y="123"/>
                </a:cxn>
                <a:cxn ang="0">
                  <a:pos x="37" y="126"/>
                </a:cxn>
                <a:cxn ang="0">
                  <a:pos x="43" y="134"/>
                </a:cxn>
                <a:cxn ang="0">
                  <a:pos x="52" y="147"/>
                </a:cxn>
                <a:cxn ang="0">
                  <a:pos x="67" y="145"/>
                </a:cxn>
                <a:cxn ang="0">
                  <a:pos x="73" y="150"/>
                </a:cxn>
                <a:cxn ang="0">
                  <a:pos x="70" y="161"/>
                </a:cxn>
                <a:cxn ang="0">
                  <a:pos x="75" y="164"/>
                </a:cxn>
                <a:cxn ang="0">
                  <a:pos x="78" y="140"/>
                </a:cxn>
                <a:cxn ang="0">
                  <a:pos x="78" y="129"/>
                </a:cxn>
                <a:cxn ang="0">
                  <a:pos x="73" y="119"/>
                </a:cxn>
                <a:cxn ang="0">
                  <a:pos x="78" y="115"/>
                </a:cxn>
                <a:cxn ang="0">
                  <a:pos x="81" y="117"/>
                </a:cxn>
                <a:cxn ang="0">
                  <a:pos x="80" y="112"/>
                </a:cxn>
                <a:cxn ang="0">
                  <a:pos x="75" y="112"/>
                </a:cxn>
                <a:cxn ang="0">
                  <a:pos x="75" y="106"/>
                </a:cxn>
                <a:cxn ang="0">
                  <a:pos x="89" y="106"/>
                </a:cxn>
                <a:cxn ang="0">
                  <a:pos x="90" y="105"/>
                </a:cxn>
                <a:cxn ang="0">
                  <a:pos x="95" y="101"/>
                </a:cxn>
                <a:cxn ang="0">
                  <a:pos x="99" y="111"/>
                </a:cxn>
                <a:cxn ang="0">
                  <a:pos x="95" y="98"/>
                </a:cxn>
                <a:cxn ang="0">
                  <a:pos x="92" y="95"/>
                </a:cxn>
                <a:cxn ang="0">
                  <a:pos x="95" y="90"/>
                </a:cxn>
                <a:cxn ang="0">
                  <a:pos x="92" y="81"/>
                </a:cxn>
                <a:cxn ang="0">
                  <a:pos x="95" y="62"/>
                </a:cxn>
                <a:cxn ang="0">
                  <a:pos x="80" y="62"/>
                </a:cxn>
                <a:cxn ang="0">
                  <a:pos x="72" y="55"/>
                </a:cxn>
                <a:cxn ang="0">
                  <a:pos x="61" y="55"/>
                </a:cxn>
                <a:cxn ang="0">
                  <a:pos x="55" y="50"/>
                </a:cxn>
                <a:cxn ang="0">
                  <a:pos x="55" y="41"/>
                </a:cxn>
                <a:cxn ang="0">
                  <a:pos x="49" y="33"/>
                </a:cxn>
                <a:cxn ang="0">
                  <a:pos x="49" y="30"/>
                </a:cxn>
                <a:cxn ang="0">
                  <a:pos x="55" y="14"/>
                </a:cxn>
                <a:cxn ang="0">
                  <a:pos x="64" y="6"/>
                </a:cxn>
              </a:cxnLst>
              <a:rect l="0" t="0" r="r" b="b"/>
              <a:pathLst>
                <a:path w="99" h="164">
                  <a:moveTo>
                    <a:pt x="64" y="6"/>
                  </a:moveTo>
                  <a:cubicBezTo>
                    <a:pt x="66" y="5"/>
                    <a:pt x="67" y="0"/>
                    <a:pt x="61" y="2"/>
                  </a:cubicBezTo>
                  <a:cubicBezTo>
                    <a:pt x="57" y="2"/>
                    <a:pt x="60" y="3"/>
                    <a:pt x="52" y="8"/>
                  </a:cubicBezTo>
                  <a:cubicBezTo>
                    <a:pt x="43" y="16"/>
                    <a:pt x="42" y="8"/>
                    <a:pt x="40" y="13"/>
                  </a:cubicBezTo>
                  <a:cubicBezTo>
                    <a:pt x="38" y="17"/>
                    <a:pt x="35" y="11"/>
                    <a:pt x="34" y="14"/>
                  </a:cubicBezTo>
                  <a:cubicBezTo>
                    <a:pt x="32" y="17"/>
                    <a:pt x="29" y="17"/>
                    <a:pt x="29" y="25"/>
                  </a:cubicBezTo>
                  <a:cubicBezTo>
                    <a:pt x="31" y="34"/>
                    <a:pt x="26" y="28"/>
                    <a:pt x="25" y="33"/>
                  </a:cubicBezTo>
                  <a:cubicBezTo>
                    <a:pt x="25" y="38"/>
                    <a:pt x="19" y="36"/>
                    <a:pt x="20" y="41"/>
                  </a:cubicBezTo>
                  <a:cubicBezTo>
                    <a:pt x="22" y="48"/>
                    <a:pt x="19" y="42"/>
                    <a:pt x="16" y="38"/>
                  </a:cubicBezTo>
                  <a:cubicBezTo>
                    <a:pt x="14" y="41"/>
                    <a:pt x="19" y="45"/>
                    <a:pt x="17" y="45"/>
                  </a:cubicBezTo>
                  <a:cubicBezTo>
                    <a:pt x="16" y="45"/>
                    <a:pt x="17" y="47"/>
                    <a:pt x="16" y="48"/>
                  </a:cubicBezTo>
                  <a:cubicBezTo>
                    <a:pt x="14" y="50"/>
                    <a:pt x="13" y="47"/>
                    <a:pt x="13" y="47"/>
                  </a:cubicBezTo>
                  <a:cubicBezTo>
                    <a:pt x="11" y="50"/>
                    <a:pt x="13" y="48"/>
                    <a:pt x="11" y="52"/>
                  </a:cubicBezTo>
                  <a:cubicBezTo>
                    <a:pt x="13" y="53"/>
                    <a:pt x="13" y="53"/>
                    <a:pt x="13" y="55"/>
                  </a:cubicBezTo>
                  <a:cubicBezTo>
                    <a:pt x="13" y="56"/>
                    <a:pt x="13" y="56"/>
                    <a:pt x="14" y="58"/>
                  </a:cubicBezTo>
                  <a:cubicBezTo>
                    <a:pt x="19" y="59"/>
                    <a:pt x="14" y="62"/>
                    <a:pt x="16" y="64"/>
                  </a:cubicBezTo>
                  <a:cubicBezTo>
                    <a:pt x="19" y="69"/>
                    <a:pt x="13" y="66"/>
                    <a:pt x="14" y="73"/>
                  </a:cubicBezTo>
                  <a:cubicBezTo>
                    <a:pt x="16" y="81"/>
                    <a:pt x="13" y="86"/>
                    <a:pt x="16" y="87"/>
                  </a:cubicBezTo>
                  <a:cubicBezTo>
                    <a:pt x="17" y="87"/>
                    <a:pt x="14" y="98"/>
                    <a:pt x="11" y="98"/>
                  </a:cubicBezTo>
                  <a:cubicBezTo>
                    <a:pt x="7" y="98"/>
                    <a:pt x="5" y="98"/>
                    <a:pt x="5" y="103"/>
                  </a:cubicBezTo>
                  <a:cubicBezTo>
                    <a:pt x="7" y="106"/>
                    <a:pt x="0" y="103"/>
                    <a:pt x="3" y="109"/>
                  </a:cubicBezTo>
                  <a:cubicBezTo>
                    <a:pt x="10" y="114"/>
                    <a:pt x="11" y="115"/>
                    <a:pt x="13" y="115"/>
                  </a:cubicBezTo>
                  <a:cubicBezTo>
                    <a:pt x="13" y="115"/>
                    <a:pt x="16" y="117"/>
                    <a:pt x="16" y="119"/>
                  </a:cubicBezTo>
                  <a:cubicBezTo>
                    <a:pt x="16" y="120"/>
                    <a:pt x="23" y="122"/>
                    <a:pt x="23" y="120"/>
                  </a:cubicBezTo>
                  <a:cubicBezTo>
                    <a:pt x="23" y="119"/>
                    <a:pt x="25" y="117"/>
                    <a:pt x="26" y="120"/>
                  </a:cubicBezTo>
                  <a:cubicBezTo>
                    <a:pt x="28" y="123"/>
                    <a:pt x="29" y="123"/>
                    <a:pt x="32" y="123"/>
                  </a:cubicBezTo>
                  <a:cubicBezTo>
                    <a:pt x="34" y="122"/>
                    <a:pt x="34" y="125"/>
                    <a:pt x="37" y="126"/>
                  </a:cubicBezTo>
                  <a:cubicBezTo>
                    <a:pt x="42" y="128"/>
                    <a:pt x="38" y="131"/>
                    <a:pt x="43" y="134"/>
                  </a:cubicBezTo>
                  <a:cubicBezTo>
                    <a:pt x="49" y="137"/>
                    <a:pt x="48" y="147"/>
                    <a:pt x="52" y="147"/>
                  </a:cubicBezTo>
                  <a:cubicBezTo>
                    <a:pt x="58" y="147"/>
                    <a:pt x="61" y="144"/>
                    <a:pt x="67" y="145"/>
                  </a:cubicBezTo>
                  <a:cubicBezTo>
                    <a:pt x="75" y="148"/>
                    <a:pt x="75" y="148"/>
                    <a:pt x="73" y="150"/>
                  </a:cubicBezTo>
                  <a:cubicBezTo>
                    <a:pt x="70" y="156"/>
                    <a:pt x="67" y="162"/>
                    <a:pt x="70" y="161"/>
                  </a:cubicBezTo>
                  <a:cubicBezTo>
                    <a:pt x="73" y="161"/>
                    <a:pt x="73" y="162"/>
                    <a:pt x="75" y="164"/>
                  </a:cubicBezTo>
                  <a:cubicBezTo>
                    <a:pt x="75" y="162"/>
                    <a:pt x="76" y="147"/>
                    <a:pt x="78" y="140"/>
                  </a:cubicBezTo>
                  <a:cubicBezTo>
                    <a:pt x="80" y="133"/>
                    <a:pt x="76" y="133"/>
                    <a:pt x="78" y="129"/>
                  </a:cubicBezTo>
                  <a:cubicBezTo>
                    <a:pt x="78" y="126"/>
                    <a:pt x="75" y="131"/>
                    <a:pt x="73" y="119"/>
                  </a:cubicBezTo>
                  <a:cubicBezTo>
                    <a:pt x="73" y="115"/>
                    <a:pt x="76" y="117"/>
                    <a:pt x="78" y="115"/>
                  </a:cubicBezTo>
                  <a:cubicBezTo>
                    <a:pt x="78" y="115"/>
                    <a:pt x="80" y="117"/>
                    <a:pt x="81" y="117"/>
                  </a:cubicBezTo>
                  <a:cubicBezTo>
                    <a:pt x="81" y="119"/>
                    <a:pt x="81" y="112"/>
                    <a:pt x="80" y="112"/>
                  </a:cubicBezTo>
                  <a:cubicBezTo>
                    <a:pt x="76" y="112"/>
                    <a:pt x="75" y="112"/>
                    <a:pt x="75" y="112"/>
                  </a:cubicBezTo>
                  <a:cubicBezTo>
                    <a:pt x="75" y="106"/>
                    <a:pt x="75" y="106"/>
                    <a:pt x="75" y="106"/>
                  </a:cubicBezTo>
                  <a:cubicBezTo>
                    <a:pt x="89" y="106"/>
                    <a:pt x="89" y="106"/>
                    <a:pt x="89" y="106"/>
                  </a:cubicBezTo>
                  <a:cubicBezTo>
                    <a:pt x="87" y="105"/>
                    <a:pt x="87" y="101"/>
                    <a:pt x="90" y="105"/>
                  </a:cubicBezTo>
                  <a:cubicBezTo>
                    <a:pt x="92" y="108"/>
                    <a:pt x="93" y="101"/>
                    <a:pt x="95" y="101"/>
                  </a:cubicBezTo>
                  <a:cubicBezTo>
                    <a:pt x="99" y="108"/>
                    <a:pt x="95" y="112"/>
                    <a:pt x="99" y="111"/>
                  </a:cubicBezTo>
                  <a:cubicBezTo>
                    <a:pt x="96" y="101"/>
                    <a:pt x="98" y="100"/>
                    <a:pt x="95" y="98"/>
                  </a:cubicBezTo>
                  <a:cubicBezTo>
                    <a:pt x="93" y="97"/>
                    <a:pt x="93" y="95"/>
                    <a:pt x="92" y="95"/>
                  </a:cubicBezTo>
                  <a:cubicBezTo>
                    <a:pt x="90" y="97"/>
                    <a:pt x="90" y="95"/>
                    <a:pt x="95" y="90"/>
                  </a:cubicBezTo>
                  <a:cubicBezTo>
                    <a:pt x="96" y="89"/>
                    <a:pt x="93" y="87"/>
                    <a:pt x="92" y="81"/>
                  </a:cubicBezTo>
                  <a:cubicBezTo>
                    <a:pt x="89" y="72"/>
                    <a:pt x="96" y="62"/>
                    <a:pt x="95" y="62"/>
                  </a:cubicBezTo>
                  <a:cubicBezTo>
                    <a:pt x="87" y="61"/>
                    <a:pt x="87" y="64"/>
                    <a:pt x="80" y="62"/>
                  </a:cubicBezTo>
                  <a:cubicBezTo>
                    <a:pt x="76" y="62"/>
                    <a:pt x="75" y="53"/>
                    <a:pt x="72" y="55"/>
                  </a:cubicBezTo>
                  <a:cubicBezTo>
                    <a:pt x="70" y="56"/>
                    <a:pt x="69" y="53"/>
                    <a:pt x="61" y="55"/>
                  </a:cubicBezTo>
                  <a:cubicBezTo>
                    <a:pt x="55" y="55"/>
                    <a:pt x="60" y="52"/>
                    <a:pt x="55" y="50"/>
                  </a:cubicBezTo>
                  <a:cubicBezTo>
                    <a:pt x="52" y="50"/>
                    <a:pt x="58" y="42"/>
                    <a:pt x="55" y="41"/>
                  </a:cubicBezTo>
                  <a:cubicBezTo>
                    <a:pt x="51" y="38"/>
                    <a:pt x="54" y="31"/>
                    <a:pt x="49" y="33"/>
                  </a:cubicBezTo>
                  <a:cubicBezTo>
                    <a:pt x="46" y="33"/>
                    <a:pt x="48" y="33"/>
                    <a:pt x="49" y="30"/>
                  </a:cubicBezTo>
                  <a:cubicBezTo>
                    <a:pt x="52" y="28"/>
                    <a:pt x="51" y="16"/>
                    <a:pt x="55" y="14"/>
                  </a:cubicBezTo>
                  <a:cubicBezTo>
                    <a:pt x="60" y="11"/>
                    <a:pt x="54" y="8"/>
                    <a:pt x="64"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 name="Freeform 21">
              <a:extLst>
                <a:ext uri="{FF2B5EF4-FFF2-40B4-BE49-F238E27FC236}">
                  <a16:creationId xmlns:a16="http://schemas.microsoft.com/office/drawing/2014/main" id="{6B82A341-E8A1-E5B4-FDF1-ECAEF7CEC03C}"/>
                </a:ext>
              </a:extLst>
            </p:cNvPr>
            <p:cNvSpPr>
              <a:spLocks/>
            </p:cNvSpPr>
            <p:nvPr/>
          </p:nvSpPr>
          <p:spPr bwMode="auto">
            <a:xfrm>
              <a:off x="8750010" y="4212768"/>
              <a:ext cx="341801" cy="364050"/>
            </a:xfrm>
            <a:custGeom>
              <a:avLst/>
              <a:gdLst/>
              <a:ahLst/>
              <a:cxnLst>
                <a:cxn ang="0">
                  <a:pos x="102" y="73"/>
                </a:cxn>
                <a:cxn ang="0">
                  <a:pos x="88" y="84"/>
                </a:cxn>
                <a:cxn ang="0">
                  <a:pos x="82" y="87"/>
                </a:cxn>
                <a:cxn ang="0">
                  <a:pos x="71" y="85"/>
                </a:cxn>
                <a:cxn ang="0">
                  <a:pos x="77" y="99"/>
                </a:cxn>
                <a:cxn ang="0">
                  <a:pos x="77" y="104"/>
                </a:cxn>
                <a:cxn ang="0">
                  <a:pos x="71" y="110"/>
                </a:cxn>
                <a:cxn ang="0">
                  <a:pos x="62" y="117"/>
                </a:cxn>
                <a:cxn ang="0">
                  <a:pos x="53" y="112"/>
                </a:cxn>
                <a:cxn ang="0">
                  <a:pos x="48" y="99"/>
                </a:cxn>
                <a:cxn ang="0">
                  <a:pos x="45" y="96"/>
                </a:cxn>
                <a:cxn ang="0">
                  <a:pos x="48" y="92"/>
                </a:cxn>
                <a:cxn ang="0">
                  <a:pos x="45" y="82"/>
                </a:cxn>
                <a:cxn ang="0">
                  <a:pos x="48" y="64"/>
                </a:cxn>
                <a:cxn ang="0">
                  <a:pos x="33" y="64"/>
                </a:cxn>
                <a:cxn ang="0">
                  <a:pos x="26" y="56"/>
                </a:cxn>
                <a:cxn ang="0">
                  <a:pos x="15" y="56"/>
                </a:cxn>
                <a:cxn ang="0">
                  <a:pos x="9" y="51"/>
                </a:cxn>
                <a:cxn ang="0">
                  <a:pos x="9" y="42"/>
                </a:cxn>
                <a:cxn ang="0">
                  <a:pos x="3" y="34"/>
                </a:cxn>
                <a:cxn ang="0">
                  <a:pos x="3" y="31"/>
                </a:cxn>
                <a:cxn ang="0">
                  <a:pos x="9" y="15"/>
                </a:cxn>
                <a:cxn ang="0">
                  <a:pos x="18" y="7"/>
                </a:cxn>
                <a:cxn ang="0">
                  <a:pos x="14" y="14"/>
                </a:cxn>
                <a:cxn ang="0">
                  <a:pos x="15" y="17"/>
                </a:cxn>
                <a:cxn ang="0">
                  <a:pos x="23" y="14"/>
                </a:cxn>
                <a:cxn ang="0">
                  <a:pos x="26" y="9"/>
                </a:cxn>
                <a:cxn ang="0">
                  <a:pos x="30" y="6"/>
                </a:cxn>
                <a:cxn ang="0">
                  <a:pos x="41" y="18"/>
                </a:cxn>
                <a:cxn ang="0">
                  <a:pos x="59" y="21"/>
                </a:cxn>
                <a:cxn ang="0">
                  <a:pos x="71" y="23"/>
                </a:cxn>
                <a:cxn ang="0">
                  <a:pos x="77" y="18"/>
                </a:cxn>
                <a:cxn ang="0">
                  <a:pos x="88" y="18"/>
                </a:cxn>
                <a:cxn ang="0">
                  <a:pos x="86" y="20"/>
                </a:cxn>
                <a:cxn ang="0">
                  <a:pos x="91" y="26"/>
                </a:cxn>
                <a:cxn ang="0">
                  <a:pos x="97" y="29"/>
                </a:cxn>
                <a:cxn ang="0">
                  <a:pos x="100" y="34"/>
                </a:cxn>
                <a:cxn ang="0">
                  <a:pos x="97" y="40"/>
                </a:cxn>
                <a:cxn ang="0">
                  <a:pos x="108" y="40"/>
                </a:cxn>
                <a:cxn ang="0">
                  <a:pos x="102" y="50"/>
                </a:cxn>
                <a:cxn ang="0">
                  <a:pos x="105" y="54"/>
                </a:cxn>
                <a:cxn ang="0">
                  <a:pos x="102" y="57"/>
                </a:cxn>
                <a:cxn ang="0">
                  <a:pos x="99" y="62"/>
                </a:cxn>
                <a:cxn ang="0">
                  <a:pos x="102" y="73"/>
                </a:cxn>
              </a:cxnLst>
              <a:rect l="0" t="0" r="r" b="b"/>
              <a:pathLst>
                <a:path w="111" h="118">
                  <a:moveTo>
                    <a:pt x="102" y="73"/>
                  </a:moveTo>
                  <a:cubicBezTo>
                    <a:pt x="103" y="79"/>
                    <a:pt x="92" y="84"/>
                    <a:pt x="88" y="84"/>
                  </a:cubicBezTo>
                  <a:cubicBezTo>
                    <a:pt x="83" y="82"/>
                    <a:pt x="90" y="92"/>
                    <a:pt x="82" y="87"/>
                  </a:cubicBezTo>
                  <a:cubicBezTo>
                    <a:pt x="76" y="84"/>
                    <a:pt x="68" y="81"/>
                    <a:pt x="71" y="85"/>
                  </a:cubicBezTo>
                  <a:cubicBezTo>
                    <a:pt x="74" y="90"/>
                    <a:pt x="74" y="101"/>
                    <a:pt x="77" y="99"/>
                  </a:cubicBezTo>
                  <a:cubicBezTo>
                    <a:pt x="80" y="98"/>
                    <a:pt x="82" y="101"/>
                    <a:pt x="77" y="104"/>
                  </a:cubicBezTo>
                  <a:cubicBezTo>
                    <a:pt x="73" y="106"/>
                    <a:pt x="77" y="110"/>
                    <a:pt x="71" y="110"/>
                  </a:cubicBezTo>
                  <a:cubicBezTo>
                    <a:pt x="65" y="112"/>
                    <a:pt x="67" y="118"/>
                    <a:pt x="62" y="117"/>
                  </a:cubicBezTo>
                  <a:cubicBezTo>
                    <a:pt x="59" y="115"/>
                    <a:pt x="56" y="118"/>
                    <a:pt x="53" y="112"/>
                  </a:cubicBezTo>
                  <a:cubicBezTo>
                    <a:pt x="50" y="103"/>
                    <a:pt x="51" y="101"/>
                    <a:pt x="48" y="99"/>
                  </a:cubicBezTo>
                  <a:cubicBezTo>
                    <a:pt x="47" y="98"/>
                    <a:pt x="47" y="96"/>
                    <a:pt x="45" y="96"/>
                  </a:cubicBezTo>
                  <a:cubicBezTo>
                    <a:pt x="44" y="98"/>
                    <a:pt x="44" y="96"/>
                    <a:pt x="48" y="92"/>
                  </a:cubicBezTo>
                  <a:cubicBezTo>
                    <a:pt x="50" y="90"/>
                    <a:pt x="47" y="89"/>
                    <a:pt x="45" y="82"/>
                  </a:cubicBezTo>
                  <a:cubicBezTo>
                    <a:pt x="42" y="73"/>
                    <a:pt x="50" y="64"/>
                    <a:pt x="48" y="64"/>
                  </a:cubicBezTo>
                  <a:cubicBezTo>
                    <a:pt x="41" y="62"/>
                    <a:pt x="41" y="65"/>
                    <a:pt x="33" y="64"/>
                  </a:cubicBezTo>
                  <a:cubicBezTo>
                    <a:pt x="30" y="64"/>
                    <a:pt x="29" y="54"/>
                    <a:pt x="26" y="56"/>
                  </a:cubicBezTo>
                  <a:cubicBezTo>
                    <a:pt x="24" y="57"/>
                    <a:pt x="23" y="54"/>
                    <a:pt x="15" y="56"/>
                  </a:cubicBezTo>
                  <a:cubicBezTo>
                    <a:pt x="9" y="56"/>
                    <a:pt x="14" y="53"/>
                    <a:pt x="9" y="51"/>
                  </a:cubicBezTo>
                  <a:cubicBezTo>
                    <a:pt x="6" y="51"/>
                    <a:pt x="12" y="43"/>
                    <a:pt x="9" y="42"/>
                  </a:cubicBezTo>
                  <a:cubicBezTo>
                    <a:pt x="4" y="39"/>
                    <a:pt x="7" y="32"/>
                    <a:pt x="3" y="34"/>
                  </a:cubicBezTo>
                  <a:cubicBezTo>
                    <a:pt x="0" y="34"/>
                    <a:pt x="1" y="34"/>
                    <a:pt x="3" y="31"/>
                  </a:cubicBezTo>
                  <a:cubicBezTo>
                    <a:pt x="6" y="29"/>
                    <a:pt x="4" y="17"/>
                    <a:pt x="9" y="15"/>
                  </a:cubicBezTo>
                  <a:cubicBezTo>
                    <a:pt x="14" y="12"/>
                    <a:pt x="7" y="9"/>
                    <a:pt x="18" y="7"/>
                  </a:cubicBezTo>
                  <a:cubicBezTo>
                    <a:pt x="15" y="9"/>
                    <a:pt x="10" y="11"/>
                    <a:pt x="14" y="14"/>
                  </a:cubicBezTo>
                  <a:cubicBezTo>
                    <a:pt x="14" y="14"/>
                    <a:pt x="15" y="15"/>
                    <a:pt x="15" y="17"/>
                  </a:cubicBezTo>
                  <a:cubicBezTo>
                    <a:pt x="15" y="21"/>
                    <a:pt x="17" y="15"/>
                    <a:pt x="23" y="14"/>
                  </a:cubicBezTo>
                  <a:cubicBezTo>
                    <a:pt x="30" y="12"/>
                    <a:pt x="27" y="11"/>
                    <a:pt x="26" y="9"/>
                  </a:cubicBezTo>
                  <a:cubicBezTo>
                    <a:pt x="26" y="6"/>
                    <a:pt x="29" y="0"/>
                    <a:pt x="30" y="6"/>
                  </a:cubicBezTo>
                  <a:cubicBezTo>
                    <a:pt x="33" y="14"/>
                    <a:pt x="41" y="9"/>
                    <a:pt x="41" y="18"/>
                  </a:cubicBezTo>
                  <a:cubicBezTo>
                    <a:pt x="41" y="26"/>
                    <a:pt x="56" y="15"/>
                    <a:pt x="59" y="21"/>
                  </a:cubicBezTo>
                  <a:cubicBezTo>
                    <a:pt x="64" y="26"/>
                    <a:pt x="68" y="25"/>
                    <a:pt x="71" y="23"/>
                  </a:cubicBezTo>
                  <a:cubicBezTo>
                    <a:pt x="74" y="21"/>
                    <a:pt x="70" y="18"/>
                    <a:pt x="77" y="18"/>
                  </a:cubicBezTo>
                  <a:cubicBezTo>
                    <a:pt x="85" y="18"/>
                    <a:pt x="82" y="17"/>
                    <a:pt x="88" y="18"/>
                  </a:cubicBezTo>
                  <a:cubicBezTo>
                    <a:pt x="94" y="18"/>
                    <a:pt x="92" y="20"/>
                    <a:pt x="86" y="20"/>
                  </a:cubicBezTo>
                  <a:cubicBezTo>
                    <a:pt x="80" y="21"/>
                    <a:pt x="90" y="25"/>
                    <a:pt x="91" y="26"/>
                  </a:cubicBezTo>
                  <a:cubicBezTo>
                    <a:pt x="92" y="29"/>
                    <a:pt x="96" y="26"/>
                    <a:pt x="97" y="29"/>
                  </a:cubicBezTo>
                  <a:cubicBezTo>
                    <a:pt x="99" y="32"/>
                    <a:pt x="103" y="31"/>
                    <a:pt x="100" y="34"/>
                  </a:cubicBezTo>
                  <a:cubicBezTo>
                    <a:pt x="97" y="36"/>
                    <a:pt x="99" y="37"/>
                    <a:pt x="97" y="40"/>
                  </a:cubicBezTo>
                  <a:cubicBezTo>
                    <a:pt x="94" y="43"/>
                    <a:pt x="103" y="37"/>
                    <a:pt x="108" y="40"/>
                  </a:cubicBezTo>
                  <a:cubicBezTo>
                    <a:pt x="111" y="45"/>
                    <a:pt x="103" y="46"/>
                    <a:pt x="102" y="50"/>
                  </a:cubicBezTo>
                  <a:cubicBezTo>
                    <a:pt x="100" y="51"/>
                    <a:pt x="103" y="51"/>
                    <a:pt x="105" y="54"/>
                  </a:cubicBezTo>
                  <a:cubicBezTo>
                    <a:pt x="105" y="56"/>
                    <a:pt x="105" y="56"/>
                    <a:pt x="102" y="57"/>
                  </a:cubicBezTo>
                  <a:cubicBezTo>
                    <a:pt x="97" y="59"/>
                    <a:pt x="97" y="57"/>
                    <a:pt x="99" y="62"/>
                  </a:cubicBezTo>
                  <a:cubicBezTo>
                    <a:pt x="100" y="67"/>
                    <a:pt x="91" y="64"/>
                    <a:pt x="102" y="7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 name="Freeform 22">
              <a:extLst>
                <a:ext uri="{FF2B5EF4-FFF2-40B4-BE49-F238E27FC236}">
                  <a16:creationId xmlns:a16="http://schemas.microsoft.com/office/drawing/2014/main" id="{361BECC4-6A6B-E6DD-0F6C-18AE151F965F}"/>
                </a:ext>
              </a:extLst>
            </p:cNvPr>
            <p:cNvSpPr>
              <a:spLocks/>
            </p:cNvSpPr>
            <p:nvPr/>
          </p:nvSpPr>
          <p:spPr bwMode="auto">
            <a:xfrm>
              <a:off x="9029811" y="4335178"/>
              <a:ext cx="135131" cy="228923"/>
            </a:xfrm>
            <a:custGeom>
              <a:avLst/>
              <a:gdLst/>
              <a:ahLst/>
              <a:cxnLst>
                <a:cxn ang="0">
                  <a:pos x="44" y="66"/>
                </a:cxn>
                <a:cxn ang="0">
                  <a:pos x="38" y="64"/>
                </a:cxn>
                <a:cxn ang="0">
                  <a:pos x="30" y="69"/>
                </a:cxn>
                <a:cxn ang="0">
                  <a:pos x="26" y="72"/>
                </a:cxn>
                <a:cxn ang="0">
                  <a:pos x="18" y="64"/>
                </a:cxn>
                <a:cxn ang="0">
                  <a:pos x="17" y="56"/>
                </a:cxn>
                <a:cxn ang="0">
                  <a:pos x="18" y="47"/>
                </a:cxn>
                <a:cxn ang="0">
                  <a:pos x="15" y="38"/>
                </a:cxn>
                <a:cxn ang="0">
                  <a:pos x="14" y="33"/>
                </a:cxn>
                <a:cxn ang="0">
                  <a:pos x="10" y="33"/>
                </a:cxn>
                <a:cxn ang="0">
                  <a:pos x="7" y="22"/>
                </a:cxn>
                <a:cxn ang="0">
                  <a:pos x="10" y="17"/>
                </a:cxn>
                <a:cxn ang="0">
                  <a:pos x="14" y="14"/>
                </a:cxn>
                <a:cxn ang="0">
                  <a:pos x="10" y="10"/>
                </a:cxn>
                <a:cxn ang="0">
                  <a:pos x="17" y="0"/>
                </a:cxn>
                <a:cxn ang="0">
                  <a:pos x="18" y="2"/>
                </a:cxn>
                <a:cxn ang="0">
                  <a:pos x="27" y="13"/>
                </a:cxn>
                <a:cxn ang="0">
                  <a:pos x="32" y="17"/>
                </a:cxn>
                <a:cxn ang="0">
                  <a:pos x="37" y="22"/>
                </a:cxn>
                <a:cxn ang="0">
                  <a:pos x="40" y="27"/>
                </a:cxn>
                <a:cxn ang="0">
                  <a:pos x="38" y="33"/>
                </a:cxn>
                <a:cxn ang="0">
                  <a:pos x="35" y="36"/>
                </a:cxn>
                <a:cxn ang="0">
                  <a:pos x="32" y="38"/>
                </a:cxn>
                <a:cxn ang="0">
                  <a:pos x="32" y="42"/>
                </a:cxn>
                <a:cxn ang="0">
                  <a:pos x="35" y="50"/>
                </a:cxn>
                <a:cxn ang="0">
                  <a:pos x="38" y="52"/>
                </a:cxn>
                <a:cxn ang="0">
                  <a:pos x="40" y="58"/>
                </a:cxn>
                <a:cxn ang="0">
                  <a:pos x="44" y="66"/>
                </a:cxn>
              </a:cxnLst>
              <a:rect l="0" t="0" r="r" b="b"/>
              <a:pathLst>
                <a:path w="44" h="74">
                  <a:moveTo>
                    <a:pt x="44" y="66"/>
                  </a:moveTo>
                  <a:cubicBezTo>
                    <a:pt x="40" y="66"/>
                    <a:pt x="41" y="64"/>
                    <a:pt x="38" y="64"/>
                  </a:cubicBezTo>
                  <a:cubicBezTo>
                    <a:pt x="35" y="66"/>
                    <a:pt x="34" y="71"/>
                    <a:pt x="30" y="69"/>
                  </a:cubicBezTo>
                  <a:cubicBezTo>
                    <a:pt x="27" y="69"/>
                    <a:pt x="29" y="71"/>
                    <a:pt x="26" y="72"/>
                  </a:cubicBezTo>
                  <a:cubicBezTo>
                    <a:pt x="24" y="74"/>
                    <a:pt x="18" y="69"/>
                    <a:pt x="18" y="64"/>
                  </a:cubicBezTo>
                  <a:cubicBezTo>
                    <a:pt x="18" y="60"/>
                    <a:pt x="15" y="63"/>
                    <a:pt x="17" y="56"/>
                  </a:cubicBezTo>
                  <a:cubicBezTo>
                    <a:pt x="18" y="50"/>
                    <a:pt x="18" y="50"/>
                    <a:pt x="18" y="47"/>
                  </a:cubicBezTo>
                  <a:cubicBezTo>
                    <a:pt x="21" y="41"/>
                    <a:pt x="14" y="42"/>
                    <a:pt x="15" y="38"/>
                  </a:cubicBezTo>
                  <a:cubicBezTo>
                    <a:pt x="17" y="35"/>
                    <a:pt x="15" y="31"/>
                    <a:pt x="14" y="33"/>
                  </a:cubicBezTo>
                  <a:cubicBezTo>
                    <a:pt x="12" y="33"/>
                    <a:pt x="10" y="33"/>
                    <a:pt x="10" y="33"/>
                  </a:cubicBezTo>
                  <a:cubicBezTo>
                    <a:pt x="0" y="24"/>
                    <a:pt x="9" y="27"/>
                    <a:pt x="7" y="22"/>
                  </a:cubicBezTo>
                  <a:cubicBezTo>
                    <a:pt x="6" y="17"/>
                    <a:pt x="6" y="19"/>
                    <a:pt x="10" y="17"/>
                  </a:cubicBezTo>
                  <a:cubicBezTo>
                    <a:pt x="14" y="16"/>
                    <a:pt x="14" y="16"/>
                    <a:pt x="14" y="14"/>
                  </a:cubicBezTo>
                  <a:cubicBezTo>
                    <a:pt x="12" y="11"/>
                    <a:pt x="9" y="11"/>
                    <a:pt x="10" y="10"/>
                  </a:cubicBezTo>
                  <a:cubicBezTo>
                    <a:pt x="12" y="6"/>
                    <a:pt x="20" y="5"/>
                    <a:pt x="17" y="0"/>
                  </a:cubicBezTo>
                  <a:cubicBezTo>
                    <a:pt x="17" y="2"/>
                    <a:pt x="18" y="2"/>
                    <a:pt x="18" y="2"/>
                  </a:cubicBezTo>
                  <a:cubicBezTo>
                    <a:pt x="26" y="6"/>
                    <a:pt x="29" y="10"/>
                    <a:pt x="27" y="13"/>
                  </a:cubicBezTo>
                  <a:cubicBezTo>
                    <a:pt x="27" y="17"/>
                    <a:pt x="26" y="16"/>
                    <a:pt x="32" y="17"/>
                  </a:cubicBezTo>
                  <a:cubicBezTo>
                    <a:pt x="37" y="19"/>
                    <a:pt x="34" y="22"/>
                    <a:pt x="37" y="22"/>
                  </a:cubicBezTo>
                  <a:cubicBezTo>
                    <a:pt x="38" y="22"/>
                    <a:pt x="38" y="25"/>
                    <a:pt x="40" y="27"/>
                  </a:cubicBezTo>
                  <a:cubicBezTo>
                    <a:pt x="40" y="30"/>
                    <a:pt x="38" y="31"/>
                    <a:pt x="38" y="33"/>
                  </a:cubicBezTo>
                  <a:cubicBezTo>
                    <a:pt x="38" y="35"/>
                    <a:pt x="38" y="35"/>
                    <a:pt x="35" y="36"/>
                  </a:cubicBezTo>
                  <a:cubicBezTo>
                    <a:pt x="32" y="36"/>
                    <a:pt x="32" y="36"/>
                    <a:pt x="32" y="38"/>
                  </a:cubicBezTo>
                  <a:cubicBezTo>
                    <a:pt x="34" y="39"/>
                    <a:pt x="34" y="39"/>
                    <a:pt x="32" y="42"/>
                  </a:cubicBezTo>
                  <a:cubicBezTo>
                    <a:pt x="30" y="47"/>
                    <a:pt x="34" y="47"/>
                    <a:pt x="35" y="50"/>
                  </a:cubicBezTo>
                  <a:cubicBezTo>
                    <a:pt x="35" y="53"/>
                    <a:pt x="37" y="50"/>
                    <a:pt x="38" y="52"/>
                  </a:cubicBezTo>
                  <a:cubicBezTo>
                    <a:pt x="38" y="53"/>
                    <a:pt x="37" y="55"/>
                    <a:pt x="40" y="58"/>
                  </a:cubicBezTo>
                  <a:cubicBezTo>
                    <a:pt x="41" y="60"/>
                    <a:pt x="41" y="63"/>
                    <a:pt x="44" y="6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 name="Freeform 23">
              <a:extLst>
                <a:ext uri="{FF2B5EF4-FFF2-40B4-BE49-F238E27FC236}">
                  <a16:creationId xmlns:a16="http://schemas.microsoft.com/office/drawing/2014/main" id="{E2A2C063-0B59-B979-2B5F-0002198A08AB}"/>
                </a:ext>
              </a:extLst>
            </p:cNvPr>
            <p:cNvSpPr>
              <a:spLocks/>
            </p:cNvSpPr>
            <p:nvPr/>
          </p:nvSpPr>
          <p:spPr bwMode="auto">
            <a:xfrm>
              <a:off x="9125197" y="4409897"/>
              <a:ext cx="101745" cy="135129"/>
            </a:xfrm>
            <a:custGeom>
              <a:avLst/>
              <a:gdLst/>
              <a:ahLst/>
              <a:cxnLst>
                <a:cxn ang="0">
                  <a:pos x="33" y="4"/>
                </a:cxn>
                <a:cxn ang="0">
                  <a:pos x="29" y="15"/>
                </a:cxn>
                <a:cxn ang="0">
                  <a:pos x="32" y="23"/>
                </a:cxn>
                <a:cxn ang="0">
                  <a:pos x="32" y="27"/>
                </a:cxn>
                <a:cxn ang="0">
                  <a:pos x="29" y="37"/>
                </a:cxn>
                <a:cxn ang="0">
                  <a:pos x="26" y="35"/>
                </a:cxn>
                <a:cxn ang="0">
                  <a:pos x="20" y="37"/>
                </a:cxn>
                <a:cxn ang="0">
                  <a:pos x="18" y="40"/>
                </a:cxn>
                <a:cxn ang="0">
                  <a:pos x="13" y="41"/>
                </a:cxn>
                <a:cxn ang="0">
                  <a:pos x="9" y="33"/>
                </a:cxn>
                <a:cxn ang="0">
                  <a:pos x="7" y="27"/>
                </a:cxn>
                <a:cxn ang="0">
                  <a:pos x="4" y="26"/>
                </a:cxn>
                <a:cxn ang="0">
                  <a:pos x="1" y="18"/>
                </a:cxn>
                <a:cxn ang="0">
                  <a:pos x="1" y="14"/>
                </a:cxn>
                <a:cxn ang="0">
                  <a:pos x="4" y="12"/>
                </a:cxn>
                <a:cxn ang="0">
                  <a:pos x="7" y="9"/>
                </a:cxn>
                <a:cxn ang="0">
                  <a:pos x="9" y="3"/>
                </a:cxn>
                <a:cxn ang="0">
                  <a:pos x="18" y="3"/>
                </a:cxn>
                <a:cxn ang="0">
                  <a:pos x="21" y="1"/>
                </a:cxn>
                <a:cxn ang="0">
                  <a:pos x="24" y="1"/>
                </a:cxn>
                <a:cxn ang="0">
                  <a:pos x="33" y="4"/>
                </a:cxn>
              </a:cxnLst>
              <a:rect l="0" t="0" r="r" b="b"/>
              <a:pathLst>
                <a:path w="33" h="44">
                  <a:moveTo>
                    <a:pt x="33" y="4"/>
                  </a:moveTo>
                  <a:cubicBezTo>
                    <a:pt x="30" y="12"/>
                    <a:pt x="29" y="9"/>
                    <a:pt x="29" y="15"/>
                  </a:cubicBezTo>
                  <a:cubicBezTo>
                    <a:pt x="30" y="20"/>
                    <a:pt x="30" y="21"/>
                    <a:pt x="32" y="23"/>
                  </a:cubicBezTo>
                  <a:cubicBezTo>
                    <a:pt x="33" y="24"/>
                    <a:pt x="33" y="26"/>
                    <a:pt x="32" y="27"/>
                  </a:cubicBezTo>
                  <a:cubicBezTo>
                    <a:pt x="30" y="29"/>
                    <a:pt x="33" y="33"/>
                    <a:pt x="29" y="37"/>
                  </a:cubicBezTo>
                  <a:cubicBezTo>
                    <a:pt x="27" y="35"/>
                    <a:pt x="26" y="37"/>
                    <a:pt x="26" y="35"/>
                  </a:cubicBezTo>
                  <a:cubicBezTo>
                    <a:pt x="26" y="32"/>
                    <a:pt x="21" y="38"/>
                    <a:pt x="20" y="37"/>
                  </a:cubicBezTo>
                  <a:cubicBezTo>
                    <a:pt x="16" y="35"/>
                    <a:pt x="16" y="37"/>
                    <a:pt x="18" y="40"/>
                  </a:cubicBezTo>
                  <a:cubicBezTo>
                    <a:pt x="20" y="44"/>
                    <a:pt x="15" y="40"/>
                    <a:pt x="13" y="41"/>
                  </a:cubicBezTo>
                  <a:cubicBezTo>
                    <a:pt x="10" y="38"/>
                    <a:pt x="10" y="35"/>
                    <a:pt x="9" y="33"/>
                  </a:cubicBezTo>
                  <a:cubicBezTo>
                    <a:pt x="6" y="30"/>
                    <a:pt x="7" y="29"/>
                    <a:pt x="7" y="27"/>
                  </a:cubicBezTo>
                  <a:cubicBezTo>
                    <a:pt x="6" y="26"/>
                    <a:pt x="4" y="29"/>
                    <a:pt x="4" y="26"/>
                  </a:cubicBezTo>
                  <a:cubicBezTo>
                    <a:pt x="3" y="23"/>
                    <a:pt x="0" y="23"/>
                    <a:pt x="1" y="18"/>
                  </a:cubicBezTo>
                  <a:cubicBezTo>
                    <a:pt x="3" y="15"/>
                    <a:pt x="3" y="15"/>
                    <a:pt x="1" y="14"/>
                  </a:cubicBezTo>
                  <a:cubicBezTo>
                    <a:pt x="1" y="12"/>
                    <a:pt x="1" y="12"/>
                    <a:pt x="4" y="12"/>
                  </a:cubicBezTo>
                  <a:cubicBezTo>
                    <a:pt x="7" y="10"/>
                    <a:pt x="7" y="10"/>
                    <a:pt x="7" y="9"/>
                  </a:cubicBezTo>
                  <a:cubicBezTo>
                    <a:pt x="7" y="7"/>
                    <a:pt x="9" y="6"/>
                    <a:pt x="9" y="3"/>
                  </a:cubicBezTo>
                  <a:cubicBezTo>
                    <a:pt x="12" y="0"/>
                    <a:pt x="18" y="4"/>
                    <a:pt x="18" y="3"/>
                  </a:cubicBezTo>
                  <a:cubicBezTo>
                    <a:pt x="18" y="1"/>
                    <a:pt x="20" y="1"/>
                    <a:pt x="21" y="1"/>
                  </a:cubicBezTo>
                  <a:cubicBezTo>
                    <a:pt x="23" y="1"/>
                    <a:pt x="24" y="3"/>
                    <a:pt x="24" y="1"/>
                  </a:cubicBezTo>
                  <a:cubicBezTo>
                    <a:pt x="24" y="1"/>
                    <a:pt x="30" y="3"/>
                    <a:pt x="33" y="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3" name="Freeform 24">
              <a:extLst>
                <a:ext uri="{FF2B5EF4-FFF2-40B4-BE49-F238E27FC236}">
                  <a16:creationId xmlns:a16="http://schemas.microsoft.com/office/drawing/2014/main" id="{42D6E659-B4BB-D6D8-63B0-46BD89D36E53}"/>
                </a:ext>
              </a:extLst>
            </p:cNvPr>
            <p:cNvSpPr>
              <a:spLocks/>
            </p:cNvSpPr>
            <p:nvPr/>
          </p:nvSpPr>
          <p:spPr bwMode="auto">
            <a:xfrm>
              <a:off x="9214224" y="4422614"/>
              <a:ext cx="71539" cy="111282"/>
            </a:xfrm>
            <a:custGeom>
              <a:avLst/>
              <a:gdLst/>
              <a:ahLst/>
              <a:cxnLst>
                <a:cxn ang="0">
                  <a:pos x="4" y="0"/>
                </a:cxn>
                <a:cxn ang="0">
                  <a:pos x="7" y="0"/>
                </a:cxn>
                <a:cxn ang="0">
                  <a:pos x="13" y="5"/>
                </a:cxn>
                <a:cxn ang="0">
                  <a:pos x="20" y="9"/>
                </a:cxn>
                <a:cxn ang="0">
                  <a:pos x="23" y="14"/>
                </a:cxn>
                <a:cxn ang="0">
                  <a:pos x="23" y="17"/>
                </a:cxn>
                <a:cxn ang="0">
                  <a:pos x="18" y="23"/>
                </a:cxn>
                <a:cxn ang="0">
                  <a:pos x="12" y="34"/>
                </a:cxn>
                <a:cxn ang="0">
                  <a:pos x="9" y="33"/>
                </a:cxn>
                <a:cxn ang="0">
                  <a:pos x="4" y="34"/>
                </a:cxn>
                <a:cxn ang="0">
                  <a:pos x="0" y="33"/>
                </a:cxn>
                <a:cxn ang="0">
                  <a:pos x="3" y="23"/>
                </a:cxn>
                <a:cxn ang="0">
                  <a:pos x="3" y="19"/>
                </a:cxn>
                <a:cxn ang="0">
                  <a:pos x="0" y="11"/>
                </a:cxn>
                <a:cxn ang="0">
                  <a:pos x="4" y="0"/>
                </a:cxn>
              </a:cxnLst>
              <a:rect l="0" t="0" r="r" b="b"/>
              <a:pathLst>
                <a:path w="23" h="36">
                  <a:moveTo>
                    <a:pt x="4" y="0"/>
                  </a:moveTo>
                  <a:cubicBezTo>
                    <a:pt x="6" y="0"/>
                    <a:pt x="6" y="0"/>
                    <a:pt x="7" y="0"/>
                  </a:cubicBezTo>
                  <a:cubicBezTo>
                    <a:pt x="10" y="2"/>
                    <a:pt x="12" y="2"/>
                    <a:pt x="13" y="5"/>
                  </a:cubicBezTo>
                  <a:cubicBezTo>
                    <a:pt x="15" y="8"/>
                    <a:pt x="18" y="8"/>
                    <a:pt x="20" y="9"/>
                  </a:cubicBezTo>
                  <a:cubicBezTo>
                    <a:pt x="21" y="14"/>
                    <a:pt x="21" y="6"/>
                    <a:pt x="23" y="14"/>
                  </a:cubicBezTo>
                  <a:cubicBezTo>
                    <a:pt x="23" y="14"/>
                    <a:pt x="21" y="16"/>
                    <a:pt x="23" y="17"/>
                  </a:cubicBezTo>
                  <a:cubicBezTo>
                    <a:pt x="21" y="19"/>
                    <a:pt x="21" y="19"/>
                    <a:pt x="18" y="23"/>
                  </a:cubicBezTo>
                  <a:cubicBezTo>
                    <a:pt x="17" y="26"/>
                    <a:pt x="15" y="34"/>
                    <a:pt x="12" y="34"/>
                  </a:cubicBezTo>
                  <a:cubicBezTo>
                    <a:pt x="9" y="34"/>
                    <a:pt x="10" y="31"/>
                    <a:pt x="9" y="33"/>
                  </a:cubicBezTo>
                  <a:cubicBezTo>
                    <a:pt x="6" y="36"/>
                    <a:pt x="6" y="31"/>
                    <a:pt x="4" y="34"/>
                  </a:cubicBezTo>
                  <a:cubicBezTo>
                    <a:pt x="3" y="36"/>
                    <a:pt x="1" y="36"/>
                    <a:pt x="0" y="33"/>
                  </a:cubicBezTo>
                  <a:cubicBezTo>
                    <a:pt x="4" y="30"/>
                    <a:pt x="1" y="25"/>
                    <a:pt x="3" y="23"/>
                  </a:cubicBezTo>
                  <a:cubicBezTo>
                    <a:pt x="4" y="22"/>
                    <a:pt x="4" y="20"/>
                    <a:pt x="3" y="19"/>
                  </a:cubicBezTo>
                  <a:cubicBezTo>
                    <a:pt x="1" y="17"/>
                    <a:pt x="1" y="16"/>
                    <a:pt x="0" y="11"/>
                  </a:cubicBezTo>
                  <a:cubicBezTo>
                    <a:pt x="0" y="5"/>
                    <a:pt x="1" y="8"/>
                    <a:pt x="4"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 name="Freeform 25">
              <a:extLst>
                <a:ext uri="{FF2B5EF4-FFF2-40B4-BE49-F238E27FC236}">
                  <a16:creationId xmlns:a16="http://schemas.microsoft.com/office/drawing/2014/main" id="{154EC644-F1EB-75A3-6206-3A5482B57CAF}"/>
                </a:ext>
              </a:extLst>
            </p:cNvPr>
            <p:cNvSpPr>
              <a:spLocks/>
            </p:cNvSpPr>
            <p:nvPr/>
          </p:nvSpPr>
          <p:spPr bwMode="auto">
            <a:xfrm>
              <a:off x="8444774" y="4252512"/>
              <a:ext cx="82668" cy="98564"/>
            </a:xfrm>
            <a:custGeom>
              <a:avLst/>
              <a:gdLst/>
              <a:ahLst/>
              <a:cxnLst>
                <a:cxn ang="0">
                  <a:pos x="27" y="18"/>
                </a:cxn>
                <a:cxn ang="0">
                  <a:pos x="26" y="17"/>
                </a:cxn>
                <a:cxn ang="0">
                  <a:pos x="24" y="23"/>
                </a:cxn>
                <a:cxn ang="0">
                  <a:pos x="26" y="24"/>
                </a:cxn>
                <a:cxn ang="0">
                  <a:pos x="24" y="28"/>
                </a:cxn>
                <a:cxn ang="0">
                  <a:pos x="24" y="32"/>
                </a:cxn>
                <a:cxn ang="0">
                  <a:pos x="23" y="31"/>
                </a:cxn>
                <a:cxn ang="0">
                  <a:pos x="23" y="28"/>
                </a:cxn>
                <a:cxn ang="0">
                  <a:pos x="21" y="26"/>
                </a:cxn>
                <a:cxn ang="0">
                  <a:pos x="21" y="29"/>
                </a:cxn>
                <a:cxn ang="0">
                  <a:pos x="20" y="29"/>
                </a:cxn>
                <a:cxn ang="0">
                  <a:pos x="18" y="26"/>
                </a:cxn>
                <a:cxn ang="0">
                  <a:pos x="20" y="23"/>
                </a:cxn>
                <a:cxn ang="0">
                  <a:pos x="15" y="20"/>
                </a:cxn>
                <a:cxn ang="0">
                  <a:pos x="11" y="17"/>
                </a:cxn>
                <a:cxn ang="0">
                  <a:pos x="11" y="14"/>
                </a:cxn>
                <a:cxn ang="0">
                  <a:pos x="6" y="12"/>
                </a:cxn>
                <a:cxn ang="0">
                  <a:pos x="6" y="12"/>
                </a:cxn>
                <a:cxn ang="0">
                  <a:pos x="9" y="15"/>
                </a:cxn>
                <a:cxn ang="0">
                  <a:pos x="6" y="17"/>
                </a:cxn>
                <a:cxn ang="0">
                  <a:pos x="3" y="14"/>
                </a:cxn>
                <a:cxn ang="0">
                  <a:pos x="1" y="9"/>
                </a:cxn>
                <a:cxn ang="0">
                  <a:pos x="3" y="7"/>
                </a:cxn>
                <a:cxn ang="0">
                  <a:pos x="1" y="4"/>
                </a:cxn>
                <a:cxn ang="0">
                  <a:pos x="3" y="3"/>
                </a:cxn>
                <a:cxn ang="0">
                  <a:pos x="6" y="3"/>
                </a:cxn>
                <a:cxn ang="0">
                  <a:pos x="12" y="3"/>
                </a:cxn>
                <a:cxn ang="0">
                  <a:pos x="14" y="4"/>
                </a:cxn>
                <a:cxn ang="0">
                  <a:pos x="18" y="4"/>
                </a:cxn>
                <a:cxn ang="0">
                  <a:pos x="21" y="10"/>
                </a:cxn>
                <a:cxn ang="0">
                  <a:pos x="27" y="18"/>
                </a:cxn>
              </a:cxnLst>
              <a:rect l="0" t="0" r="r" b="b"/>
              <a:pathLst>
                <a:path w="27" h="32">
                  <a:moveTo>
                    <a:pt x="27" y="18"/>
                  </a:moveTo>
                  <a:cubicBezTo>
                    <a:pt x="26" y="18"/>
                    <a:pt x="26" y="17"/>
                    <a:pt x="26" y="17"/>
                  </a:cubicBezTo>
                  <a:cubicBezTo>
                    <a:pt x="24" y="17"/>
                    <a:pt x="24" y="20"/>
                    <a:pt x="24" y="23"/>
                  </a:cubicBezTo>
                  <a:cubicBezTo>
                    <a:pt x="24" y="23"/>
                    <a:pt x="27" y="23"/>
                    <a:pt x="26" y="24"/>
                  </a:cubicBezTo>
                  <a:cubicBezTo>
                    <a:pt x="24" y="26"/>
                    <a:pt x="26" y="26"/>
                    <a:pt x="24" y="28"/>
                  </a:cubicBezTo>
                  <a:cubicBezTo>
                    <a:pt x="24" y="29"/>
                    <a:pt x="23" y="29"/>
                    <a:pt x="24" y="32"/>
                  </a:cubicBezTo>
                  <a:cubicBezTo>
                    <a:pt x="24" y="32"/>
                    <a:pt x="24" y="31"/>
                    <a:pt x="23" y="31"/>
                  </a:cubicBezTo>
                  <a:cubicBezTo>
                    <a:pt x="23" y="29"/>
                    <a:pt x="24" y="28"/>
                    <a:pt x="23" y="28"/>
                  </a:cubicBezTo>
                  <a:cubicBezTo>
                    <a:pt x="21" y="26"/>
                    <a:pt x="23" y="24"/>
                    <a:pt x="21" y="26"/>
                  </a:cubicBezTo>
                  <a:cubicBezTo>
                    <a:pt x="18" y="26"/>
                    <a:pt x="23" y="28"/>
                    <a:pt x="21" y="29"/>
                  </a:cubicBezTo>
                  <a:cubicBezTo>
                    <a:pt x="21" y="31"/>
                    <a:pt x="21" y="29"/>
                    <a:pt x="20" y="29"/>
                  </a:cubicBezTo>
                  <a:cubicBezTo>
                    <a:pt x="20" y="29"/>
                    <a:pt x="17" y="28"/>
                    <a:pt x="18" y="26"/>
                  </a:cubicBezTo>
                  <a:cubicBezTo>
                    <a:pt x="20" y="26"/>
                    <a:pt x="18" y="24"/>
                    <a:pt x="20" y="23"/>
                  </a:cubicBezTo>
                  <a:cubicBezTo>
                    <a:pt x="20" y="23"/>
                    <a:pt x="18" y="21"/>
                    <a:pt x="15" y="20"/>
                  </a:cubicBezTo>
                  <a:cubicBezTo>
                    <a:pt x="12" y="17"/>
                    <a:pt x="12" y="18"/>
                    <a:pt x="11" y="17"/>
                  </a:cubicBezTo>
                  <a:cubicBezTo>
                    <a:pt x="11" y="17"/>
                    <a:pt x="11" y="17"/>
                    <a:pt x="11" y="14"/>
                  </a:cubicBezTo>
                  <a:cubicBezTo>
                    <a:pt x="11" y="12"/>
                    <a:pt x="8" y="12"/>
                    <a:pt x="6" y="12"/>
                  </a:cubicBezTo>
                  <a:cubicBezTo>
                    <a:pt x="6" y="10"/>
                    <a:pt x="6" y="12"/>
                    <a:pt x="6" y="12"/>
                  </a:cubicBezTo>
                  <a:cubicBezTo>
                    <a:pt x="8" y="14"/>
                    <a:pt x="11" y="15"/>
                    <a:pt x="9" y="15"/>
                  </a:cubicBezTo>
                  <a:cubicBezTo>
                    <a:pt x="8" y="17"/>
                    <a:pt x="8" y="18"/>
                    <a:pt x="6" y="17"/>
                  </a:cubicBezTo>
                  <a:cubicBezTo>
                    <a:pt x="6" y="15"/>
                    <a:pt x="3" y="14"/>
                    <a:pt x="3" y="14"/>
                  </a:cubicBezTo>
                  <a:cubicBezTo>
                    <a:pt x="3" y="14"/>
                    <a:pt x="0" y="12"/>
                    <a:pt x="1" y="9"/>
                  </a:cubicBezTo>
                  <a:cubicBezTo>
                    <a:pt x="1" y="6"/>
                    <a:pt x="3" y="9"/>
                    <a:pt x="3" y="7"/>
                  </a:cubicBezTo>
                  <a:cubicBezTo>
                    <a:pt x="3" y="4"/>
                    <a:pt x="3" y="6"/>
                    <a:pt x="1" y="4"/>
                  </a:cubicBezTo>
                  <a:cubicBezTo>
                    <a:pt x="0" y="4"/>
                    <a:pt x="3" y="4"/>
                    <a:pt x="3" y="3"/>
                  </a:cubicBezTo>
                  <a:cubicBezTo>
                    <a:pt x="3" y="1"/>
                    <a:pt x="3" y="0"/>
                    <a:pt x="6" y="3"/>
                  </a:cubicBezTo>
                  <a:cubicBezTo>
                    <a:pt x="11" y="6"/>
                    <a:pt x="9" y="1"/>
                    <a:pt x="12" y="3"/>
                  </a:cubicBezTo>
                  <a:cubicBezTo>
                    <a:pt x="12" y="4"/>
                    <a:pt x="14" y="3"/>
                    <a:pt x="14" y="4"/>
                  </a:cubicBezTo>
                  <a:cubicBezTo>
                    <a:pt x="14" y="6"/>
                    <a:pt x="17" y="7"/>
                    <a:pt x="18" y="4"/>
                  </a:cubicBezTo>
                  <a:cubicBezTo>
                    <a:pt x="20" y="6"/>
                    <a:pt x="20" y="7"/>
                    <a:pt x="21" y="10"/>
                  </a:cubicBezTo>
                  <a:cubicBezTo>
                    <a:pt x="23" y="14"/>
                    <a:pt x="27" y="17"/>
                    <a:pt x="27" y="1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 name="Freeform 26">
              <a:extLst>
                <a:ext uri="{FF2B5EF4-FFF2-40B4-BE49-F238E27FC236}">
                  <a16:creationId xmlns:a16="http://schemas.microsoft.com/office/drawing/2014/main" id="{D91DC8D5-3D2F-98D6-D1DB-AC5E693734BF}"/>
                </a:ext>
              </a:extLst>
            </p:cNvPr>
            <p:cNvSpPr>
              <a:spLocks/>
            </p:cNvSpPr>
            <p:nvPr/>
          </p:nvSpPr>
          <p:spPr bwMode="auto">
            <a:xfrm>
              <a:off x="8400261" y="4138050"/>
              <a:ext cx="111284" cy="136718"/>
            </a:xfrm>
            <a:custGeom>
              <a:avLst/>
              <a:gdLst/>
              <a:ahLst/>
              <a:cxnLst>
                <a:cxn ang="0">
                  <a:pos x="3" y="21"/>
                </a:cxn>
                <a:cxn ang="0">
                  <a:pos x="6" y="19"/>
                </a:cxn>
                <a:cxn ang="0">
                  <a:pos x="8" y="16"/>
                </a:cxn>
                <a:cxn ang="0">
                  <a:pos x="11" y="13"/>
                </a:cxn>
                <a:cxn ang="0">
                  <a:pos x="14" y="10"/>
                </a:cxn>
                <a:cxn ang="0">
                  <a:pos x="17" y="11"/>
                </a:cxn>
                <a:cxn ang="0">
                  <a:pos x="21" y="3"/>
                </a:cxn>
                <a:cxn ang="0">
                  <a:pos x="24" y="3"/>
                </a:cxn>
                <a:cxn ang="0">
                  <a:pos x="32" y="2"/>
                </a:cxn>
                <a:cxn ang="0">
                  <a:pos x="36" y="0"/>
                </a:cxn>
                <a:cxn ang="0">
                  <a:pos x="36" y="5"/>
                </a:cxn>
                <a:cxn ang="0">
                  <a:pos x="33" y="13"/>
                </a:cxn>
                <a:cxn ang="0">
                  <a:pos x="33" y="17"/>
                </a:cxn>
                <a:cxn ang="0">
                  <a:pos x="33" y="25"/>
                </a:cxn>
                <a:cxn ang="0">
                  <a:pos x="33" y="27"/>
                </a:cxn>
                <a:cxn ang="0">
                  <a:pos x="32" y="28"/>
                </a:cxn>
                <a:cxn ang="0">
                  <a:pos x="32" y="32"/>
                </a:cxn>
                <a:cxn ang="0">
                  <a:pos x="32" y="35"/>
                </a:cxn>
                <a:cxn ang="0">
                  <a:pos x="30" y="38"/>
                </a:cxn>
                <a:cxn ang="0">
                  <a:pos x="32" y="41"/>
                </a:cxn>
                <a:cxn ang="0">
                  <a:pos x="27" y="41"/>
                </a:cxn>
                <a:cxn ang="0">
                  <a:pos x="26" y="39"/>
                </a:cxn>
                <a:cxn ang="0">
                  <a:pos x="20" y="39"/>
                </a:cxn>
                <a:cxn ang="0">
                  <a:pos x="17" y="39"/>
                </a:cxn>
                <a:cxn ang="0">
                  <a:pos x="9" y="32"/>
                </a:cxn>
                <a:cxn ang="0">
                  <a:pos x="3" y="24"/>
                </a:cxn>
                <a:cxn ang="0">
                  <a:pos x="1" y="21"/>
                </a:cxn>
                <a:cxn ang="0">
                  <a:pos x="3" y="21"/>
                </a:cxn>
              </a:cxnLst>
              <a:rect l="0" t="0" r="r" b="b"/>
              <a:pathLst>
                <a:path w="36" h="44">
                  <a:moveTo>
                    <a:pt x="3" y="21"/>
                  </a:moveTo>
                  <a:cubicBezTo>
                    <a:pt x="6" y="21"/>
                    <a:pt x="6" y="21"/>
                    <a:pt x="6" y="19"/>
                  </a:cubicBezTo>
                  <a:cubicBezTo>
                    <a:pt x="8" y="16"/>
                    <a:pt x="9" y="19"/>
                    <a:pt x="8" y="16"/>
                  </a:cubicBezTo>
                  <a:cubicBezTo>
                    <a:pt x="8" y="11"/>
                    <a:pt x="8" y="13"/>
                    <a:pt x="11" y="13"/>
                  </a:cubicBezTo>
                  <a:cubicBezTo>
                    <a:pt x="12" y="13"/>
                    <a:pt x="12" y="8"/>
                    <a:pt x="14" y="10"/>
                  </a:cubicBezTo>
                  <a:cubicBezTo>
                    <a:pt x="15" y="13"/>
                    <a:pt x="17" y="13"/>
                    <a:pt x="17" y="11"/>
                  </a:cubicBezTo>
                  <a:cubicBezTo>
                    <a:pt x="15" y="10"/>
                    <a:pt x="21" y="5"/>
                    <a:pt x="21" y="3"/>
                  </a:cubicBezTo>
                  <a:cubicBezTo>
                    <a:pt x="23" y="2"/>
                    <a:pt x="23" y="2"/>
                    <a:pt x="24" y="3"/>
                  </a:cubicBezTo>
                  <a:cubicBezTo>
                    <a:pt x="24" y="3"/>
                    <a:pt x="30" y="3"/>
                    <a:pt x="32" y="2"/>
                  </a:cubicBezTo>
                  <a:cubicBezTo>
                    <a:pt x="33" y="0"/>
                    <a:pt x="35" y="0"/>
                    <a:pt x="36" y="0"/>
                  </a:cubicBezTo>
                  <a:cubicBezTo>
                    <a:pt x="35" y="2"/>
                    <a:pt x="35" y="3"/>
                    <a:pt x="36" y="5"/>
                  </a:cubicBezTo>
                  <a:cubicBezTo>
                    <a:pt x="36" y="8"/>
                    <a:pt x="33" y="10"/>
                    <a:pt x="33" y="13"/>
                  </a:cubicBezTo>
                  <a:cubicBezTo>
                    <a:pt x="33" y="16"/>
                    <a:pt x="32" y="14"/>
                    <a:pt x="33" y="17"/>
                  </a:cubicBezTo>
                  <a:cubicBezTo>
                    <a:pt x="33" y="22"/>
                    <a:pt x="33" y="24"/>
                    <a:pt x="33" y="25"/>
                  </a:cubicBezTo>
                  <a:cubicBezTo>
                    <a:pt x="33" y="27"/>
                    <a:pt x="33" y="27"/>
                    <a:pt x="33" y="27"/>
                  </a:cubicBezTo>
                  <a:cubicBezTo>
                    <a:pt x="32" y="27"/>
                    <a:pt x="33" y="27"/>
                    <a:pt x="32" y="28"/>
                  </a:cubicBezTo>
                  <a:cubicBezTo>
                    <a:pt x="32" y="30"/>
                    <a:pt x="30" y="32"/>
                    <a:pt x="32" y="32"/>
                  </a:cubicBezTo>
                  <a:cubicBezTo>
                    <a:pt x="32" y="32"/>
                    <a:pt x="33" y="35"/>
                    <a:pt x="32" y="35"/>
                  </a:cubicBezTo>
                  <a:cubicBezTo>
                    <a:pt x="32" y="35"/>
                    <a:pt x="30" y="36"/>
                    <a:pt x="30" y="38"/>
                  </a:cubicBezTo>
                  <a:cubicBezTo>
                    <a:pt x="32" y="39"/>
                    <a:pt x="32" y="41"/>
                    <a:pt x="32" y="41"/>
                  </a:cubicBezTo>
                  <a:cubicBezTo>
                    <a:pt x="30" y="44"/>
                    <a:pt x="27" y="43"/>
                    <a:pt x="27" y="41"/>
                  </a:cubicBezTo>
                  <a:cubicBezTo>
                    <a:pt x="27" y="39"/>
                    <a:pt x="26" y="41"/>
                    <a:pt x="26" y="39"/>
                  </a:cubicBezTo>
                  <a:cubicBezTo>
                    <a:pt x="23" y="38"/>
                    <a:pt x="24" y="43"/>
                    <a:pt x="20" y="39"/>
                  </a:cubicBezTo>
                  <a:cubicBezTo>
                    <a:pt x="17" y="36"/>
                    <a:pt x="17" y="38"/>
                    <a:pt x="17" y="39"/>
                  </a:cubicBezTo>
                  <a:cubicBezTo>
                    <a:pt x="12" y="35"/>
                    <a:pt x="11" y="35"/>
                    <a:pt x="9" y="32"/>
                  </a:cubicBezTo>
                  <a:cubicBezTo>
                    <a:pt x="8" y="27"/>
                    <a:pt x="5" y="27"/>
                    <a:pt x="3" y="24"/>
                  </a:cubicBezTo>
                  <a:cubicBezTo>
                    <a:pt x="1" y="22"/>
                    <a:pt x="0" y="22"/>
                    <a:pt x="1" y="21"/>
                  </a:cubicBezTo>
                  <a:cubicBezTo>
                    <a:pt x="1" y="19"/>
                    <a:pt x="3" y="22"/>
                    <a:pt x="3" y="2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 name="Freeform 27">
              <a:extLst>
                <a:ext uri="{FF2B5EF4-FFF2-40B4-BE49-F238E27FC236}">
                  <a16:creationId xmlns:a16="http://schemas.microsoft.com/office/drawing/2014/main" id="{C70CCE38-69F6-B096-F06A-F67CCF44BF38}"/>
                </a:ext>
              </a:extLst>
            </p:cNvPr>
            <p:cNvSpPr>
              <a:spLocks/>
            </p:cNvSpPr>
            <p:nvPr/>
          </p:nvSpPr>
          <p:spPr bwMode="auto">
            <a:xfrm>
              <a:off x="8357337" y="4107845"/>
              <a:ext cx="154208" cy="95385"/>
            </a:xfrm>
            <a:custGeom>
              <a:avLst/>
              <a:gdLst/>
              <a:ahLst/>
              <a:cxnLst>
                <a:cxn ang="0">
                  <a:pos x="9" y="3"/>
                </a:cxn>
                <a:cxn ang="0">
                  <a:pos x="3" y="9"/>
                </a:cxn>
                <a:cxn ang="0">
                  <a:pos x="0" y="17"/>
                </a:cxn>
                <a:cxn ang="0">
                  <a:pos x="9" y="21"/>
                </a:cxn>
                <a:cxn ang="0">
                  <a:pos x="14" y="23"/>
                </a:cxn>
                <a:cxn ang="0">
                  <a:pos x="14" y="26"/>
                </a:cxn>
                <a:cxn ang="0">
                  <a:pos x="15" y="28"/>
                </a:cxn>
                <a:cxn ang="0">
                  <a:pos x="17" y="31"/>
                </a:cxn>
                <a:cxn ang="0">
                  <a:pos x="20" y="29"/>
                </a:cxn>
                <a:cxn ang="0">
                  <a:pos x="21" y="26"/>
                </a:cxn>
                <a:cxn ang="0">
                  <a:pos x="24" y="23"/>
                </a:cxn>
                <a:cxn ang="0">
                  <a:pos x="28" y="20"/>
                </a:cxn>
                <a:cxn ang="0">
                  <a:pos x="31" y="21"/>
                </a:cxn>
                <a:cxn ang="0">
                  <a:pos x="35" y="14"/>
                </a:cxn>
                <a:cxn ang="0">
                  <a:pos x="38" y="14"/>
                </a:cxn>
                <a:cxn ang="0">
                  <a:pos x="46" y="12"/>
                </a:cxn>
                <a:cxn ang="0">
                  <a:pos x="50" y="10"/>
                </a:cxn>
                <a:cxn ang="0">
                  <a:pos x="47" y="7"/>
                </a:cxn>
                <a:cxn ang="0">
                  <a:pos x="43" y="3"/>
                </a:cxn>
                <a:cxn ang="0">
                  <a:pos x="35" y="1"/>
                </a:cxn>
                <a:cxn ang="0">
                  <a:pos x="31" y="1"/>
                </a:cxn>
                <a:cxn ang="0">
                  <a:pos x="28" y="1"/>
                </a:cxn>
                <a:cxn ang="0">
                  <a:pos x="24" y="3"/>
                </a:cxn>
                <a:cxn ang="0">
                  <a:pos x="17" y="3"/>
                </a:cxn>
                <a:cxn ang="0">
                  <a:pos x="14" y="1"/>
                </a:cxn>
                <a:cxn ang="0">
                  <a:pos x="9" y="3"/>
                </a:cxn>
              </a:cxnLst>
              <a:rect l="0" t="0" r="r" b="b"/>
              <a:pathLst>
                <a:path w="50" h="31">
                  <a:moveTo>
                    <a:pt x="9" y="3"/>
                  </a:moveTo>
                  <a:cubicBezTo>
                    <a:pt x="8" y="4"/>
                    <a:pt x="5" y="9"/>
                    <a:pt x="3" y="9"/>
                  </a:cubicBezTo>
                  <a:cubicBezTo>
                    <a:pt x="1" y="10"/>
                    <a:pt x="5" y="15"/>
                    <a:pt x="0" y="17"/>
                  </a:cubicBezTo>
                  <a:cubicBezTo>
                    <a:pt x="6" y="18"/>
                    <a:pt x="8" y="23"/>
                    <a:pt x="9" y="21"/>
                  </a:cubicBezTo>
                  <a:cubicBezTo>
                    <a:pt x="9" y="21"/>
                    <a:pt x="14" y="20"/>
                    <a:pt x="14" y="23"/>
                  </a:cubicBezTo>
                  <a:cubicBezTo>
                    <a:pt x="14" y="24"/>
                    <a:pt x="14" y="26"/>
                    <a:pt x="14" y="26"/>
                  </a:cubicBezTo>
                  <a:cubicBezTo>
                    <a:pt x="15" y="28"/>
                    <a:pt x="14" y="24"/>
                    <a:pt x="15" y="28"/>
                  </a:cubicBezTo>
                  <a:cubicBezTo>
                    <a:pt x="17" y="31"/>
                    <a:pt x="18" y="29"/>
                    <a:pt x="17" y="31"/>
                  </a:cubicBezTo>
                  <a:cubicBezTo>
                    <a:pt x="20" y="31"/>
                    <a:pt x="20" y="31"/>
                    <a:pt x="20" y="29"/>
                  </a:cubicBezTo>
                  <a:cubicBezTo>
                    <a:pt x="21" y="26"/>
                    <a:pt x="23" y="29"/>
                    <a:pt x="21" y="26"/>
                  </a:cubicBezTo>
                  <a:cubicBezTo>
                    <a:pt x="21" y="21"/>
                    <a:pt x="21" y="23"/>
                    <a:pt x="24" y="23"/>
                  </a:cubicBezTo>
                  <a:cubicBezTo>
                    <a:pt x="26" y="23"/>
                    <a:pt x="26" y="18"/>
                    <a:pt x="28" y="20"/>
                  </a:cubicBezTo>
                  <a:cubicBezTo>
                    <a:pt x="29" y="23"/>
                    <a:pt x="31" y="23"/>
                    <a:pt x="31" y="21"/>
                  </a:cubicBezTo>
                  <a:cubicBezTo>
                    <a:pt x="29" y="20"/>
                    <a:pt x="35" y="15"/>
                    <a:pt x="35" y="14"/>
                  </a:cubicBezTo>
                  <a:cubicBezTo>
                    <a:pt x="37" y="12"/>
                    <a:pt x="37" y="12"/>
                    <a:pt x="38" y="14"/>
                  </a:cubicBezTo>
                  <a:cubicBezTo>
                    <a:pt x="38" y="14"/>
                    <a:pt x="44" y="14"/>
                    <a:pt x="46" y="12"/>
                  </a:cubicBezTo>
                  <a:cubicBezTo>
                    <a:pt x="47" y="10"/>
                    <a:pt x="49" y="10"/>
                    <a:pt x="50" y="10"/>
                  </a:cubicBezTo>
                  <a:cubicBezTo>
                    <a:pt x="50" y="10"/>
                    <a:pt x="49" y="9"/>
                    <a:pt x="47" y="7"/>
                  </a:cubicBezTo>
                  <a:cubicBezTo>
                    <a:pt x="44" y="6"/>
                    <a:pt x="44" y="6"/>
                    <a:pt x="43" y="3"/>
                  </a:cubicBezTo>
                  <a:cubicBezTo>
                    <a:pt x="41" y="1"/>
                    <a:pt x="37" y="0"/>
                    <a:pt x="35" y="1"/>
                  </a:cubicBezTo>
                  <a:cubicBezTo>
                    <a:pt x="34" y="1"/>
                    <a:pt x="32" y="1"/>
                    <a:pt x="31" y="1"/>
                  </a:cubicBezTo>
                  <a:cubicBezTo>
                    <a:pt x="29" y="0"/>
                    <a:pt x="28" y="0"/>
                    <a:pt x="28" y="1"/>
                  </a:cubicBezTo>
                  <a:cubicBezTo>
                    <a:pt x="29" y="1"/>
                    <a:pt x="26" y="3"/>
                    <a:pt x="24" y="3"/>
                  </a:cubicBezTo>
                  <a:cubicBezTo>
                    <a:pt x="21" y="3"/>
                    <a:pt x="18" y="1"/>
                    <a:pt x="17" y="3"/>
                  </a:cubicBezTo>
                  <a:cubicBezTo>
                    <a:pt x="15" y="3"/>
                    <a:pt x="15" y="1"/>
                    <a:pt x="14" y="1"/>
                  </a:cubicBezTo>
                  <a:cubicBezTo>
                    <a:pt x="12" y="1"/>
                    <a:pt x="12" y="4"/>
                    <a:pt x="9"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 name="Freeform 28">
              <a:extLst>
                <a:ext uri="{FF2B5EF4-FFF2-40B4-BE49-F238E27FC236}">
                  <a16:creationId xmlns:a16="http://schemas.microsoft.com/office/drawing/2014/main" id="{24C0F3A3-77EB-EA11-3551-6261D30FAC4E}"/>
                </a:ext>
              </a:extLst>
            </p:cNvPr>
            <p:cNvSpPr>
              <a:spLocks/>
            </p:cNvSpPr>
            <p:nvPr/>
          </p:nvSpPr>
          <p:spPr bwMode="auto">
            <a:xfrm>
              <a:off x="8343029" y="4160307"/>
              <a:ext cx="60411" cy="36564"/>
            </a:xfrm>
            <a:custGeom>
              <a:avLst/>
              <a:gdLst/>
              <a:ahLst/>
              <a:cxnLst>
                <a:cxn ang="0">
                  <a:pos x="5" y="0"/>
                </a:cxn>
                <a:cxn ang="0">
                  <a:pos x="14" y="4"/>
                </a:cxn>
                <a:cxn ang="0">
                  <a:pos x="19" y="6"/>
                </a:cxn>
                <a:cxn ang="0">
                  <a:pos x="19" y="9"/>
                </a:cxn>
                <a:cxn ang="0">
                  <a:pos x="19" y="11"/>
                </a:cxn>
                <a:cxn ang="0">
                  <a:pos x="14" y="12"/>
                </a:cxn>
                <a:cxn ang="0">
                  <a:pos x="13" y="12"/>
                </a:cxn>
                <a:cxn ang="0">
                  <a:pos x="4" y="9"/>
                </a:cxn>
                <a:cxn ang="0">
                  <a:pos x="0" y="6"/>
                </a:cxn>
                <a:cxn ang="0">
                  <a:pos x="5" y="0"/>
                </a:cxn>
                <a:cxn ang="0">
                  <a:pos x="5" y="0"/>
                </a:cxn>
              </a:cxnLst>
              <a:rect l="0" t="0" r="r" b="b"/>
              <a:pathLst>
                <a:path w="20" h="12">
                  <a:moveTo>
                    <a:pt x="5" y="0"/>
                  </a:moveTo>
                  <a:cubicBezTo>
                    <a:pt x="11" y="1"/>
                    <a:pt x="13" y="6"/>
                    <a:pt x="14" y="4"/>
                  </a:cubicBezTo>
                  <a:cubicBezTo>
                    <a:pt x="14" y="4"/>
                    <a:pt x="19" y="3"/>
                    <a:pt x="19" y="6"/>
                  </a:cubicBezTo>
                  <a:cubicBezTo>
                    <a:pt x="19" y="7"/>
                    <a:pt x="19" y="9"/>
                    <a:pt x="19" y="9"/>
                  </a:cubicBezTo>
                  <a:cubicBezTo>
                    <a:pt x="17" y="9"/>
                    <a:pt x="17" y="11"/>
                    <a:pt x="19" y="11"/>
                  </a:cubicBezTo>
                  <a:cubicBezTo>
                    <a:pt x="20" y="11"/>
                    <a:pt x="16" y="12"/>
                    <a:pt x="14" y="12"/>
                  </a:cubicBezTo>
                  <a:cubicBezTo>
                    <a:pt x="11" y="9"/>
                    <a:pt x="14" y="12"/>
                    <a:pt x="13" y="12"/>
                  </a:cubicBezTo>
                  <a:cubicBezTo>
                    <a:pt x="11" y="12"/>
                    <a:pt x="7" y="9"/>
                    <a:pt x="4" y="9"/>
                  </a:cubicBezTo>
                  <a:cubicBezTo>
                    <a:pt x="0" y="9"/>
                    <a:pt x="2" y="7"/>
                    <a:pt x="0" y="6"/>
                  </a:cubicBezTo>
                  <a:cubicBezTo>
                    <a:pt x="0" y="3"/>
                    <a:pt x="5" y="3"/>
                    <a:pt x="5" y="0"/>
                  </a:cubicBezTo>
                  <a:cubicBezTo>
                    <a:pt x="4" y="0"/>
                    <a:pt x="5" y="0"/>
                    <a:pt x="5"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 name="Freeform 29">
              <a:extLst>
                <a:ext uri="{FF2B5EF4-FFF2-40B4-BE49-F238E27FC236}">
                  <a16:creationId xmlns:a16="http://schemas.microsoft.com/office/drawing/2014/main" id="{EF0D3AAA-182F-DFC9-6336-0F408CA8B525}"/>
                </a:ext>
              </a:extLst>
            </p:cNvPr>
            <p:cNvSpPr>
              <a:spLocks/>
            </p:cNvSpPr>
            <p:nvPr/>
          </p:nvSpPr>
          <p:spPr bwMode="auto">
            <a:xfrm>
              <a:off x="8292157" y="4055384"/>
              <a:ext cx="93797" cy="123999"/>
            </a:xfrm>
            <a:custGeom>
              <a:avLst/>
              <a:gdLst/>
              <a:ahLst/>
              <a:cxnLst>
                <a:cxn ang="0">
                  <a:pos x="24" y="0"/>
                </a:cxn>
                <a:cxn ang="0">
                  <a:pos x="24" y="18"/>
                </a:cxn>
                <a:cxn ang="0">
                  <a:pos x="26" y="18"/>
                </a:cxn>
                <a:cxn ang="0">
                  <a:pos x="29" y="20"/>
                </a:cxn>
                <a:cxn ang="0">
                  <a:pos x="29" y="18"/>
                </a:cxn>
                <a:cxn ang="0">
                  <a:pos x="30" y="20"/>
                </a:cxn>
                <a:cxn ang="0">
                  <a:pos x="24" y="26"/>
                </a:cxn>
                <a:cxn ang="0">
                  <a:pos x="21" y="34"/>
                </a:cxn>
                <a:cxn ang="0">
                  <a:pos x="21" y="34"/>
                </a:cxn>
                <a:cxn ang="0">
                  <a:pos x="17" y="40"/>
                </a:cxn>
                <a:cxn ang="0">
                  <a:pos x="9" y="39"/>
                </a:cxn>
                <a:cxn ang="0">
                  <a:pos x="0" y="32"/>
                </a:cxn>
                <a:cxn ang="0">
                  <a:pos x="0" y="29"/>
                </a:cxn>
                <a:cxn ang="0">
                  <a:pos x="2" y="26"/>
                </a:cxn>
                <a:cxn ang="0">
                  <a:pos x="0" y="25"/>
                </a:cxn>
                <a:cxn ang="0">
                  <a:pos x="3" y="17"/>
                </a:cxn>
                <a:cxn ang="0">
                  <a:pos x="14" y="17"/>
                </a:cxn>
                <a:cxn ang="0">
                  <a:pos x="12" y="12"/>
                </a:cxn>
                <a:cxn ang="0">
                  <a:pos x="8" y="7"/>
                </a:cxn>
                <a:cxn ang="0">
                  <a:pos x="6" y="6"/>
                </a:cxn>
                <a:cxn ang="0">
                  <a:pos x="9" y="6"/>
                </a:cxn>
                <a:cxn ang="0">
                  <a:pos x="9" y="0"/>
                </a:cxn>
                <a:cxn ang="0">
                  <a:pos x="24" y="0"/>
                </a:cxn>
              </a:cxnLst>
              <a:rect l="0" t="0" r="r" b="b"/>
              <a:pathLst>
                <a:path w="30" h="40">
                  <a:moveTo>
                    <a:pt x="24" y="0"/>
                  </a:moveTo>
                  <a:cubicBezTo>
                    <a:pt x="24" y="18"/>
                    <a:pt x="24" y="18"/>
                    <a:pt x="24" y="18"/>
                  </a:cubicBezTo>
                  <a:cubicBezTo>
                    <a:pt x="26" y="18"/>
                    <a:pt x="26" y="18"/>
                    <a:pt x="26" y="18"/>
                  </a:cubicBezTo>
                  <a:cubicBezTo>
                    <a:pt x="27" y="20"/>
                    <a:pt x="27" y="21"/>
                    <a:pt x="29" y="20"/>
                  </a:cubicBezTo>
                  <a:cubicBezTo>
                    <a:pt x="29" y="20"/>
                    <a:pt x="29" y="20"/>
                    <a:pt x="29" y="18"/>
                  </a:cubicBezTo>
                  <a:cubicBezTo>
                    <a:pt x="27" y="18"/>
                    <a:pt x="29" y="17"/>
                    <a:pt x="30" y="20"/>
                  </a:cubicBezTo>
                  <a:cubicBezTo>
                    <a:pt x="29" y="21"/>
                    <a:pt x="26" y="26"/>
                    <a:pt x="24" y="26"/>
                  </a:cubicBezTo>
                  <a:cubicBezTo>
                    <a:pt x="23" y="28"/>
                    <a:pt x="26" y="32"/>
                    <a:pt x="21" y="34"/>
                  </a:cubicBezTo>
                  <a:cubicBezTo>
                    <a:pt x="21" y="34"/>
                    <a:pt x="20" y="34"/>
                    <a:pt x="21" y="34"/>
                  </a:cubicBezTo>
                  <a:cubicBezTo>
                    <a:pt x="21" y="37"/>
                    <a:pt x="17" y="37"/>
                    <a:pt x="17" y="40"/>
                  </a:cubicBezTo>
                  <a:cubicBezTo>
                    <a:pt x="14" y="39"/>
                    <a:pt x="12" y="37"/>
                    <a:pt x="9" y="39"/>
                  </a:cubicBezTo>
                  <a:cubicBezTo>
                    <a:pt x="6" y="39"/>
                    <a:pt x="6" y="39"/>
                    <a:pt x="0" y="32"/>
                  </a:cubicBezTo>
                  <a:cubicBezTo>
                    <a:pt x="0" y="32"/>
                    <a:pt x="0" y="31"/>
                    <a:pt x="0" y="29"/>
                  </a:cubicBezTo>
                  <a:cubicBezTo>
                    <a:pt x="0" y="28"/>
                    <a:pt x="2" y="26"/>
                    <a:pt x="2" y="26"/>
                  </a:cubicBezTo>
                  <a:cubicBezTo>
                    <a:pt x="0" y="25"/>
                    <a:pt x="0" y="25"/>
                    <a:pt x="0" y="25"/>
                  </a:cubicBezTo>
                  <a:cubicBezTo>
                    <a:pt x="3" y="17"/>
                    <a:pt x="3" y="17"/>
                    <a:pt x="3" y="17"/>
                  </a:cubicBezTo>
                  <a:cubicBezTo>
                    <a:pt x="14" y="17"/>
                    <a:pt x="14" y="17"/>
                    <a:pt x="14" y="17"/>
                  </a:cubicBezTo>
                  <a:cubicBezTo>
                    <a:pt x="15" y="11"/>
                    <a:pt x="12" y="15"/>
                    <a:pt x="12" y="12"/>
                  </a:cubicBezTo>
                  <a:cubicBezTo>
                    <a:pt x="11" y="9"/>
                    <a:pt x="9" y="9"/>
                    <a:pt x="8" y="7"/>
                  </a:cubicBezTo>
                  <a:cubicBezTo>
                    <a:pt x="8" y="6"/>
                    <a:pt x="6" y="6"/>
                    <a:pt x="6" y="6"/>
                  </a:cubicBezTo>
                  <a:cubicBezTo>
                    <a:pt x="9" y="6"/>
                    <a:pt x="9" y="6"/>
                    <a:pt x="9" y="6"/>
                  </a:cubicBezTo>
                  <a:cubicBezTo>
                    <a:pt x="9" y="0"/>
                    <a:pt x="9" y="0"/>
                    <a:pt x="9" y="0"/>
                  </a:cubicBezTo>
                  <a:cubicBezTo>
                    <a:pt x="24" y="0"/>
                    <a:pt x="24" y="0"/>
                    <a:pt x="24" y="0"/>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 name="Freeform 30">
              <a:extLst>
                <a:ext uri="{FF2B5EF4-FFF2-40B4-BE49-F238E27FC236}">
                  <a16:creationId xmlns:a16="http://schemas.microsoft.com/office/drawing/2014/main" id="{705BF7E5-EAF4-4274-4DC1-728DBED625F1}"/>
                </a:ext>
              </a:extLst>
            </p:cNvPr>
            <p:cNvSpPr>
              <a:spLocks/>
            </p:cNvSpPr>
            <p:nvPr/>
          </p:nvSpPr>
          <p:spPr bwMode="auto">
            <a:xfrm>
              <a:off x="8560828" y="4551383"/>
              <a:ext cx="144669" cy="197128"/>
            </a:xfrm>
            <a:custGeom>
              <a:avLst/>
              <a:gdLst/>
              <a:ahLst/>
              <a:cxnLst>
                <a:cxn ang="0">
                  <a:pos x="18" y="0"/>
                </a:cxn>
                <a:cxn ang="0">
                  <a:pos x="27" y="6"/>
                </a:cxn>
                <a:cxn ang="0">
                  <a:pos x="30" y="10"/>
                </a:cxn>
                <a:cxn ang="0">
                  <a:pos x="38" y="11"/>
                </a:cxn>
                <a:cxn ang="0">
                  <a:pos x="41" y="11"/>
                </a:cxn>
                <a:cxn ang="0">
                  <a:pos x="47" y="14"/>
                </a:cxn>
                <a:cxn ang="0">
                  <a:pos x="44" y="31"/>
                </a:cxn>
                <a:cxn ang="0">
                  <a:pos x="23" y="48"/>
                </a:cxn>
                <a:cxn ang="0">
                  <a:pos x="18" y="61"/>
                </a:cxn>
                <a:cxn ang="0">
                  <a:pos x="12" y="58"/>
                </a:cxn>
                <a:cxn ang="0">
                  <a:pos x="6" y="56"/>
                </a:cxn>
                <a:cxn ang="0">
                  <a:pos x="7" y="47"/>
                </a:cxn>
                <a:cxn ang="0">
                  <a:pos x="11" y="39"/>
                </a:cxn>
                <a:cxn ang="0">
                  <a:pos x="4" y="39"/>
                </a:cxn>
                <a:cxn ang="0">
                  <a:pos x="3" y="27"/>
                </a:cxn>
                <a:cxn ang="0">
                  <a:pos x="6" y="19"/>
                </a:cxn>
                <a:cxn ang="0">
                  <a:pos x="9" y="8"/>
                </a:cxn>
                <a:cxn ang="0">
                  <a:pos x="18" y="0"/>
                </a:cxn>
              </a:cxnLst>
              <a:rect l="0" t="0" r="r" b="b"/>
              <a:pathLst>
                <a:path w="47" h="64">
                  <a:moveTo>
                    <a:pt x="18" y="0"/>
                  </a:moveTo>
                  <a:cubicBezTo>
                    <a:pt x="24" y="5"/>
                    <a:pt x="26" y="6"/>
                    <a:pt x="27" y="6"/>
                  </a:cubicBezTo>
                  <a:cubicBezTo>
                    <a:pt x="27" y="6"/>
                    <a:pt x="30" y="8"/>
                    <a:pt x="30" y="10"/>
                  </a:cubicBezTo>
                  <a:cubicBezTo>
                    <a:pt x="30" y="11"/>
                    <a:pt x="38" y="13"/>
                    <a:pt x="38" y="11"/>
                  </a:cubicBezTo>
                  <a:cubicBezTo>
                    <a:pt x="38" y="10"/>
                    <a:pt x="39" y="8"/>
                    <a:pt x="41" y="11"/>
                  </a:cubicBezTo>
                  <a:cubicBezTo>
                    <a:pt x="42" y="14"/>
                    <a:pt x="44" y="14"/>
                    <a:pt x="47" y="14"/>
                  </a:cubicBezTo>
                  <a:cubicBezTo>
                    <a:pt x="47" y="22"/>
                    <a:pt x="47" y="23"/>
                    <a:pt x="44" y="31"/>
                  </a:cubicBezTo>
                  <a:cubicBezTo>
                    <a:pt x="39" y="37"/>
                    <a:pt x="27" y="41"/>
                    <a:pt x="23" y="48"/>
                  </a:cubicBezTo>
                  <a:cubicBezTo>
                    <a:pt x="18" y="58"/>
                    <a:pt x="21" y="58"/>
                    <a:pt x="18" y="61"/>
                  </a:cubicBezTo>
                  <a:cubicBezTo>
                    <a:pt x="15" y="64"/>
                    <a:pt x="15" y="58"/>
                    <a:pt x="12" y="58"/>
                  </a:cubicBezTo>
                  <a:cubicBezTo>
                    <a:pt x="7" y="56"/>
                    <a:pt x="6" y="59"/>
                    <a:pt x="6" y="56"/>
                  </a:cubicBezTo>
                  <a:cubicBezTo>
                    <a:pt x="4" y="53"/>
                    <a:pt x="11" y="53"/>
                    <a:pt x="7" y="47"/>
                  </a:cubicBezTo>
                  <a:cubicBezTo>
                    <a:pt x="11" y="47"/>
                    <a:pt x="11" y="42"/>
                    <a:pt x="11" y="39"/>
                  </a:cubicBezTo>
                  <a:cubicBezTo>
                    <a:pt x="11" y="36"/>
                    <a:pt x="9" y="44"/>
                    <a:pt x="4" y="39"/>
                  </a:cubicBezTo>
                  <a:cubicBezTo>
                    <a:pt x="0" y="34"/>
                    <a:pt x="4" y="37"/>
                    <a:pt x="3" y="27"/>
                  </a:cubicBezTo>
                  <a:cubicBezTo>
                    <a:pt x="1" y="20"/>
                    <a:pt x="6" y="25"/>
                    <a:pt x="6" y="19"/>
                  </a:cubicBezTo>
                  <a:cubicBezTo>
                    <a:pt x="6" y="14"/>
                    <a:pt x="11" y="16"/>
                    <a:pt x="9" y="8"/>
                  </a:cubicBezTo>
                  <a:cubicBezTo>
                    <a:pt x="9" y="2"/>
                    <a:pt x="20" y="5"/>
                    <a:pt x="18"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 name="Freeform 31">
              <a:extLst>
                <a:ext uri="{FF2B5EF4-FFF2-40B4-BE49-F238E27FC236}">
                  <a16:creationId xmlns:a16="http://schemas.microsoft.com/office/drawing/2014/main" id="{747BA27B-1F5A-A316-BFE2-052100FB7E35}"/>
                </a:ext>
              </a:extLst>
            </p:cNvPr>
            <p:cNvSpPr>
              <a:spLocks/>
            </p:cNvSpPr>
            <p:nvPr/>
          </p:nvSpPr>
          <p:spPr bwMode="auto">
            <a:xfrm>
              <a:off x="8308054" y="4586357"/>
              <a:ext cx="19077" cy="42923"/>
            </a:xfrm>
            <a:custGeom>
              <a:avLst/>
              <a:gdLst/>
              <a:ahLst/>
              <a:cxnLst>
                <a:cxn ang="0">
                  <a:pos x="1" y="13"/>
                </a:cxn>
                <a:cxn ang="0">
                  <a:pos x="3" y="10"/>
                </a:cxn>
                <a:cxn ang="0">
                  <a:pos x="1" y="6"/>
                </a:cxn>
                <a:cxn ang="0">
                  <a:pos x="0" y="3"/>
                </a:cxn>
                <a:cxn ang="0">
                  <a:pos x="1" y="2"/>
                </a:cxn>
                <a:cxn ang="0">
                  <a:pos x="3" y="3"/>
                </a:cxn>
                <a:cxn ang="0">
                  <a:pos x="4" y="6"/>
                </a:cxn>
                <a:cxn ang="0">
                  <a:pos x="6" y="10"/>
                </a:cxn>
                <a:cxn ang="0">
                  <a:pos x="4" y="13"/>
                </a:cxn>
                <a:cxn ang="0">
                  <a:pos x="1" y="13"/>
                </a:cxn>
              </a:cxnLst>
              <a:rect l="0" t="0" r="r" b="b"/>
              <a:pathLst>
                <a:path w="6" h="14">
                  <a:moveTo>
                    <a:pt x="1" y="13"/>
                  </a:moveTo>
                  <a:cubicBezTo>
                    <a:pt x="0" y="11"/>
                    <a:pt x="3" y="10"/>
                    <a:pt x="3" y="10"/>
                  </a:cubicBezTo>
                  <a:cubicBezTo>
                    <a:pt x="4" y="8"/>
                    <a:pt x="3" y="8"/>
                    <a:pt x="1" y="6"/>
                  </a:cubicBezTo>
                  <a:cubicBezTo>
                    <a:pt x="1" y="5"/>
                    <a:pt x="1" y="3"/>
                    <a:pt x="0" y="3"/>
                  </a:cubicBezTo>
                  <a:cubicBezTo>
                    <a:pt x="0" y="3"/>
                    <a:pt x="0" y="3"/>
                    <a:pt x="1" y="2"/>
                  </a:cubicBezTo>
                  <a:cubicBezTo>
                    <a:pt x="1" y="0"/>
                    <a:pt x="1" y="2"/>
                    <a:pt x="3" y="3"/>
                  </a:cubicBezTo>
                  <a:cubicBezTo>
                    <a:pt x="3" y="5"/>
                    <a:pt x="3" y="6"/>
                    <a:pt x="4" y="6"/>
                  </a:cubicBezTo>
                  <a:cubicBezTo>
                    <a:pt x="6" y="8"/>
                    <a:pt x="4" y="8"/>
                    <a:pt x="6" y="10"/>
                  </a:cubicBezTo>
                  <a:cubicBezTo>
                    <a:pt x="6" y="11"/>
                    <a:pt x="6" y="13"/>
                    <a:pt x="4" y="13"/>
                  </a:cubicBezTo>
                  <a:cubicBezTo>
                    <a:pt x="1" y="14"/>
                    <a:pt x="1" y="13"/>
                    <a:pt x="1" y="1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1" name="Freeform 32">
              <a:extLst>
                <a:ext uri="{FF2B5EF4-FFF2-40B4-BE49-F238E27FC236}">
                  <a16:creationId xmlns:a16="http://schemas.microsoft.com/office/drawing/2014/main" id="{03D30F05-B080-F11B-8DD8-12F66C101613}"/>
                </a:ext>
              </a:extLst>
            </p:cNvPr>
            <p:cNvSpPr>
              <a:spLocks/>
            </p:cNvSpPr>
            <p:nvPr/>
          </p:nvSpPr>
          <p:spPr bwMode="auto">
            <a:xfrm>
              <a:off x="8330312" y="4603845"/>
              <a:ext cx="12718" cy="15898"/>
            </a:xfrm>
            <a:custGeom>
              <a:avLst/>
              <a:gdLst/>
              <a:ahLst/>
              <a:cxnLst>
                <a:cxn ang="0">
                  <a:pos x="2" y="5"/>
                </a:cxn>
                <a:cxn ang="0">
                  <a:pos x="3" y="2"/>
                </a:cxn>
                <a:cxn ang="0">
                  <a:pos x="2" y="5"/>
                </a:cxn>
              </a:cxnLst>
              <a:rect l="0" t="0" r="r" b="b"/>
              <a:pathLst>
                <a:path w="4" h="5">
                  <a:moveTo>
                    <a:pt x="2" y="5"/>
                  </a:moveTo>
                  <a:cubicBezTo>
                    <a:pt x="0" y="3"/>
                    <a:pt x="2" y="0"/>
                    <a:pt x="3" y="2"/>
                  </a:cubicBezTo>
                  <a:cubicBezTo>
                    <a:pt x="4" y="2"/>
                    <a:pt x="3" y="5"/>
                    <a:pt x="2"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2" name="Freeform 33">
              <a:extLst>
                <a:ext uri="{FF2B5EF4-FFF2-40B4-BE49-F238E27FC236}">
                  <a16:creationId xmlns:a16="http://schemas.microsoft.com/office/drawing/2014/main" id="{4D6BAA67-9587-24AD-9019-0DBB93023AB0}"/>
                </a:ext>
              </a:extLst>
            </p:cNvPr>
            <p:cNvSpPr>
              <a:spLocks/>
            </p:cNvSpPr>
            <p:nvPr/>
          </p:nvSpPr>
          <p:spPr bwMode="auto">
            <a:xfrm>
              <a:off x="8350978" y="4613383"/>
              <a:ext cx="9539" cy="9538"/>
            </a:xfrm>
            <a:custGeom>
              <a:avLst/>
              <a:gdLst/>
              <a:ahLst/>
              <a:cxnLst>
                <a:cxn ang="0">
                  <a:pos x="0" y="3"/>
                </a:cxn>
                <a:cxn ang="0">
                  <a:pos x="3" y="0"/>
                </a:cxn>
                <a:cxn ang="0">
                  <a:pos x="0" y="3"/>
                </a:cxn>
              </a:cxnLst>
              <a:rect l="0" t="0" r="r" b="b"/>
              <a:pathLst>
                <a:path w="3" h="3">
                  <a:moveTo>
                    <a:pt x="0" y="3"/>
                  </a:moveTo>
                  <a:cubicBezTo>
                    <a:pt x="3" y="0"/>
                    <a:pt x="3" y="0"/>
                    <a:pt x="3" y="0"/>
                  </a:cubicBezTo>
                  <a:cubicBezTo>
                    <a:pt x="3" y="2"/>
                    <a:pt x="3" y="3"/>
                    <a:pt x="0"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3" name="Freeform 34">
              <a:extLst>
                <a:ext uri="{FF2B5EF4-FFF2-40B4-BE49-F238E27FC236}">
                  <a16:creationId xmlns:a16="http://schemas.microsoft.com/office/drawing/2014/main" id="{CFCD2DA3-54FA-FF84-1A9E-CFBB18A51A7E}"/>
                </a:ext>
              </a:extLst>
            </p:cNvPr>
            <p:cNvSpPr>
              <a:spLocks/>
            </p:cNvSpPr>
            <p:nvPr/>
          </p:nvSpPr>
          <p:spPr bwMode="auto">
            <a:xfrm>
              <a:off x="8327131" y="4594306"/>
              <a:ext cx="9539" cy="15898"/>
            </a:xfrm>
            <a:custGeom>
              <a:avLst/>
              <a:gdLst/>
              <a:ahLst/>
              <a:cxnLst>
                <a:cxn ang="0">
                  <a:pos x="0" y="2"/>
                </a:cxn>
                <a:cxn ang="0">
                  <a:pos x="1" y="3"/>
                </a:cxn>
                <a:cxn ang="0">
                  <a:pos x="0" y="2"/>
                </a:cxn>
              </a:cxnLst>
              <a:rect l="0" t="0" r="r" b="b"/>
              <a:pathLst>
                <a:path w="3" h="5">
                  <a:moveTo>
                    <a:pt x="0" y="2"/>
                  </a:moveTo>
                  <a:cubicBezTo>
                    <a:pt x="0" y="0"/>
                    <a:pt x="3" y="2"/>
                    <a:pt x="1" y="3"/>
                  </a:cubicBezTo>
                  <a:cubicBezTo>
                    <a:pt x="1" y="5"/>
                    <a:pt x="0" y="3"/>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4" name="Freeform 35">
              <a:extLst>
                <a:ext uri="{FF2B5EF4-FFF2-40B4-BE49-F238E27FC236}">
                  <a16:creationId xmlns:a16="http://schemas.microsoft.com/office/drawing/2014/main" id="{0F133744-431B-9B9F-B5C0-F817B4EEEA28}"/>
                </a:ext>
              </a:extLst>
            </p:cNvPr>
            <p:cNvSpPr>
              <a:spLocks/>
            </p:cNvSpPr>
            <p:nvPr/>
          </p:nvSpPr>
          <p:spPr bwMode="auto">
            <a:xfrm>
              <a:off x="8301696" y="4600665"/>
              <a:ext cx="15898" cy="9538"/>
            </a:xfrm>
            <a:custGeom>
              <a:avLst/>
              <a:gdLst/>
              <a:ahLst/>
              <a:cxnLst>
                <a:cxn ang="0">
                  <a:pos x="2" y="1"/>
                </a:cxn>
                <a:cxn ang="0">
                  <a:pos x="2" y="3"/>
                </a:cxn>
                <a:cxn ang="0">
                  <a:pos x="2" y="1"/>
                </a:cxn>
              </a:cxnLst>
              <a:rect l="0" t="0" r="r" b="b"/>
              <a:pathLst>
                <a:path w="5" h="3">
                  <a:moveTo>
                    <a:pt x="2" y="1"/>
                  </a:moveTo>
                  <a:cubicBezTo>
                    <a:pt x="3" y="0"/>
                    <a:pt x="5" y="3"/>
                    <a:pt x="2" y="3"/>
                  </a:cubicBezTo>
                  <a:cubicBezTo>
                    <a:pt x="0" y="3"/>
                    <a:pt x="0" y="1"/>
                    <a:pt x="2"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5" name="Freeform 36">
              <a:extLst>
                <a:ext uri="{FF2B5EF4-FFF2-40B4-BE49-F238E27FC236}">
                  <a16:creationId xmlns:a16="http://schemas.microsoft.com/office/drawing/2014/main" id="{DE804F93-09A1-F33A-D605-6339B6141D71}"/>
                </a:ext>
              </a:extLst>
            </p:cNvPr>
            <p:cNvSpPr>
              <a:spLocks/>
            </p:cNvSpPr>
            <p:nvPr/>
          </p:nvSpPr>
          <p:spPr bwMode="auto">
            <a:xfrm>
              <a:off x="8330312" y="4629281"/>
              <a:ext cx="9539" cy="9538"/>
            </a:xfrm>
            <a:custGeom>
              <a:avLst/>
              <a:gdLst/>
              <a:ahLst/>
              <a:cxnLst>
                <a:cxn ang="0">
                  <a:pos x="2" y="2"/>
                </a:cxn>
                <a:cxn ang="0">
                  <a:pos x="2" y="2"/>
                </a:cxn>
                <a:cxn ang="0">
                  <a:pos x="2" y="2"/>
                </a:cxn>
              </a:cxnLst>
              <a:rect l="0" t="0" r="r" b="b"/>
              <a:pathLst>
                <a:path w="3" h="3">
                  <a:moveTo>
                    <a:pt x="2" y="2"/>
                  </a:moveTo>
                  <a:cubicBezTo>
                    <a:pt x="0" y="0"/>
                    <a:pt x="3" y="2"/>
                    <a:pt x="2" y="2"/>
                  </a:cubicBezTo>
                  <a:cubicBezTo>
                    <a:pt x="2" y="3"/>
                    <a:pt x="2" y="3"/>
                    <a:pt x="2"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6" name="Freeform 37">
              <a:extLst>
                <a:ext uri="{FF2B5EF4-FFF2-40B4-BE49-F238E27FC236}">
                  <a16:creationId xmlns:a16="http://schemas.microsoft.com/office/drawing/2014/main" id="{47298450-CB22-9556-8FFC-2FC57059DBA2}"/>
                </a:ext>
              </a:extLst>
            </p:cNvPr>
            <p:cNvSpPr>
              <a:spLocks/>
            </p:cNvSpPr>
            <p:nvPr/>
          </p:nvSpPr>
          <p:spPr bwMode="auto">
            <a:xfrm>
              <a:off x="8330312" y="4583178"/>
              <a:ext cx="6359" cy="3179"/>
            </a:xfrm>
            <a:custGeom>
              <a:avLst/>
              <a:gdLst/>
              <a:ahLst/>
              <a:cxnLst>
                <a:cxn ang="0">
                  <a:pos x="0" y="1"/>
                </a:cxn>
                <a:cxn ang="0">
                  <a:pos x="2" y="1"/>
                </a:cxn>
                <a:cxn ang="0">
                  <a:pos x="0" y="1"/>
                </a:cxn>
              </a:cxnLst>
              <a:rect l="0" t="0" r="r" b="b"/>
              <a:pathLst>
                <a:path w="2" h="1">
                  <a:moveTo>
                    <a:pt x="0" y="1"/>
                  </a:moveTo>
                  <a:cubicBezTo>
                    <a:pt x="0" y="1"/>
                    <a:pt x="2" y="0"/>
                    <a:pt x="2" y="1"/>
                  </a:cubicBezTo>
                  <a:cubicBezTo>
                    <a:pt x="2" y="1"/>
                    <a:pt x="2" y="1"/>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7" name="Freeform 38">
              <a:extLst>
                <a:ext uri="{FF2B5EF4-FFF2-40B4-BE49-F238E27FC236}">
                  <a16:creationId xmlns:a16="http://schemas.microsoft.com/office/drawing/2014/main" id="{F7207CCF-9435-7016-B49B-6395EDE0A694}"/>
                </a:ext>
              </a:extLst>
            </p:cNvPr>
            <p:cNvSpPr>
              <a:spLocks/>
            </p:cNvSpPr>
            <p:nvPr/>
          </p:nvSpPr>
          <p:spPr bwMode="auto">
            <a:xfrm>
              <a:off x="8632367" y="4029948"/>
              <a:ext cx="55642" cy="28615"/>
            </a:xfrm>
            <a:custGeom>
              <a:avLst/>
              <a:gdLst/>
              <a:ahLst/>
              <a:cxnLst>
                <a:cxn ang="0">
                  <a:pos x="0" y="1"/>
                </a:cxn>
                <a:cxn ang="0">
                  <a:pos x="9" y="1"/>
                </a:cxn>
                <a:cxn ang="0">
                  <a:pos x="16" y="6"/>
                </a:cxn>
                <a:cxn ang="0">
                  <a:pos x="12" y="6"/>
                </a:cxn>
                <a:cxn ang="0">
                  <a:pos x="7" y="8"/>
                </a:cxn>
                <a:cxn ang="0">
                  <a:pos x="1" y="4"/>
                </a:cxn>
                <a:cxn ang="0">
                  <a:pos x="0" y="1"/>
                </a:cxn>
              </a:cxnLst>
              <a:rect l="0" t="0" r="r" b="b"/>
              <a:pathLst>
                <a:path w="18" h="9">
                  <a:moveTo>
                    <a:pt x="0" y="1"/>
                  </a:moveTo>
                  <a:cubicBezTo>
                    <a:pt x="1" y="0"/>
                    <a:pt x="4" y="0"/>
                    <a:pt x="9" y="1"/>
                  </a:cubicBezTo>
                  <a:cubicBezTo>
                    <a:pt x="15" y="3"/>
                    <a:pt x="16" y="3"/>
                    <a:pt x="16" y="6"/>
                  </a:cubicBezTo>
                  <a:cubicBezTo>
                    <a:pt x="18" y="8"/>
                    <a:pt x="15" y="6"/>
                    <a:pt x="12" y="6"/>
                  </a:cubicBezTo>
                  <a:cubicBezTo>
                    <a:pt x="9" y="6"/>
                    <a:pt x="12" y="9"/>
                    <a:pt x="7" y="8"/>
                  </a:cubicBezTo>
                  <a:cubicBezTo>
                    <a:pt x="1" y="6"/>
                    <a:pt x="4" y="4"/>
                    <a:pt x="1" y="4"/>
                  </a:cubicBezTo>
                  <a:cubicBezTo>
                    <a:pt x="0" y="3"/>
                    <a:pt x="0" y="3"/>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8" name="Freeform 39">
              <a:extLst>
                <a:ext uri="{FF2B5EF4-FFF2-40B4-BE49-F238E27FC236}">
                  <a16:creationId xmlns:a16="http://schemas.microsoft.com/office/drawing/2014/main" id="{5A1585F2-037D-56CB-C1B7-87D4C6CFBD42}"/>
                </a:ext>
              </a:extLst>
            </p:cNvPr>
            <p:cNvSpPr>
              <a:spLocks/>
            </p:cNvSpPr>
            <p:nvPr/>
          </p:nvSpPr>
          <p:spPr bwMode="auto">
            <a:xfrm>
              <a:off x="8724575" y="3987025"/>
              <a:ext cx="74720" cy="68359"/>
            </a:xfrm>
            <a:custGeom>
              <a:avLst/>
              <a:gdLst/>
              <a:ahLst/>
              <a:cxnLst>
                <a:cxn ang="0">
                  <a:pos x="23" y="18"/>
                </a:cxn>
                <a:cxn ang="0">
                  <a:pos x="12" y="18"/>
                </a:cxn>
                <a:cxn ang="0">
                  <a:pos x="4" y="18"/>
                </a:cxn>
                <a:cxn ang="0">
                  <a:pos x="0" y="14"/>
                </a:cxn>
                <a:cxn ang="0">
                  <a:pos x="15" y="14"/>
                </a:cxn>
                <a:cxn ang="0">
                  <a:pos x="17" y="11"/>
                </a:cxn>
                <a:cxn ang="0">
                  <a:pos x="14" y="4"/>
                </a:cxn>
                <a:cxn ang="0">
                  <a:pos x="9" y="1"/>
                </a:cxn>
                <a:cxn ang="0">
                  <a:pos x="17" y="1"/>
                </a:cxn>
                <a:cxn ang="0">
                  <a:pos x="23" y="1"/>
                </a:cxn>
                <a:cxn ang="0">
                  <a:pos x="21" y="12"/>
                </a:cxn>
                <a:cxn ang="0">
                  <a:pos x="23" y="18"/>
                </a:cxn>
              </a:cxnLst>
              <a:rect l="0" t="0" r="r" b="b"/>
              <a:pathLst>
                <a:path w="24" h="22">
                  <a:moveTo>
                    <a:pt x="23" y="18"/>
                  </a:moveTo>
                  <a:cubicBezTo>
                    <a:pt x="17" y="15"/>
                    <a:pt x="15" y="20"/>
                    <a:pt x="12" y="18"/>
                  </a:cubicBezTo>
                  <a:cubicBezTo>
                    <a:pt x="4" y="15"/>
                    <a:pt x="8" y="22"/>
                    <a:pt x="4" y="18"/>
                  </a:cubicBezTo>
                  <a:cubicBezTo>
                    <a:pt x="1" y="15"/>
                    <a:pt x="0" y="17"/>
                    <a:pt x="0" y="14"/>
                  </a:cubicBezTo>
                  <a:cubicBezTo>
                    <a:pt x="1" y="11"/>
                    <a:pt x="11" y="17"/>
                    <a:pt x="15" y="14"/>
                  </a:cubicBezTo>
                  <a:cubicBezTo>
                    <a:pt x="17" y="14"/>
                    <a:pt x="20" y="15"/>
                    <a:pt x="17" y="11"/>
                  </a:cubicBezTo>
                  <a:cubicBezTo>
                    <a:pt x="11" y="6"/>
                    <a:pt x="17" y="6"/>
                    <a:pt x="14" y="4"/>
                  </a:cubicBezTo>
                  <a:cubicBezTo>
                    <a:pt x="9" y="3"/>
                    <a:pt x="8" y="4"/>
                    <a:pt x="9" y="1"/>
                  </a:cubicBezTo>
                  <a:cubicBezTo>
                    <a:pt x="9" y="0"/>
                    <a:pt x="15" y="0"/>
                    <a:pt x="17" y="1"/>
                  </a:cubicBezTo>
                  <a:cubicBezTo>
                    <a:pt x="20" y="3"/>
                    <a:pt x="20" y="1"/>
                    <a:pt x="23" y="1"/>
                  </a:cubicBezTo>
                  <a:cubicBezTo>
                    <a:pt x="21" y="6"/>
                    <a:pt x="24" y="9"/>
                    <a:pt x="21" y="12"/>
                  </a:cubicBezTo>
                  <a:cubicBezTo>
                    <a:pt x="20" y="15"/>
                    <a:pt x="23" y="14"/>
                    <a:pt x="23" y="1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9" name="Freeform 40">
              <a:extLst>
                <a:ext uri="{FF2B5EF4-FFF2-40B4-BE49-F238E27FC236}">
                  <a16:creationId xmlns:a16="http://schemas.microsoft.com/office/drawing/2014/main" id="{1CC7D9B2-22EF-2E3F-E32F-9E206C8226D6}"/>
                </a:ext>
              </a:extLst>
            </p:cNvPr>
            <p:cNvSpPr>
              <a:spLocks/>
            </p:cNvSpPr>
            <p:nvPr/>
          </p:nvSpPr>
          <p:spPr bwMode="auto">
            <a:xfrm>
              <a:off x="8786575" y="3980666"/>
              <a:ext cx="92206" cy="84256"/>
            </a:xfrm>
            <a:custGeom>
              <a:avLst/>
              <a:gdLst/>
              <a:ahLst/>
              <a:cxnLst>
                <a:cxn ang="0">
                  <a:pos x="3" y="3"/>
                </a:cxn>
                <a:cxn ang="0">
                  <a:pos x="1" y="14"/>
                </a:cxn>
                <a:cxn ang="0">
                  <a:pos x="3" y="20"/>
                </a:cxn>
                <a:cxn ang="0">
                  <a:pos x="7" y="20"/>
                </a:cxn>
                <a:cxn ang="0">
                  <a:pos x="12" y="17"/>
                </a:cxn>
                <a:cxn ang="0">
                  <a:pos x="15" y="17"/>
                </a:cxn>
                <a:cxn ang="0">
                  <a:pos x="26" y="19"/>
                </a:cxn>
                <a:cxn ang="0">
                  <a:pos x="29" y="14"/>
                </a:cxn>
                <a:cxn ang="0">
                  <a:pos x="24" y="11"/>
                </a:cxn>
                <a:cxn ang="0">
                  <a:pos x="21" y="9"/>
                </a:cxn>
                <a:cxn ang="0">
                  <a:pos x="20" y="8"/>
                </a:cxn>
                <a:cxn ang="0">
                  <a:pos x="15" y="5"/>
                </a:cxn>
                <a:cxn ang="0">
                  <a:pos x="7" y="2"/>
                </a:cxn>
                <a:cxn ang="0">
                  <a:pos x="3" y="3"/>
                </a:cxn>
              </a:cxnLst>
              <a:rect l="0" t="0" r="r" b="b"/>
              <a:pathLst>
                <a:path w="30" h="27">
                  <a:moveTo>
                    <a:pt x="3" y="3"/>
                  </a:moveTo>
                  <a:cubicBezTo>
                    <a:pt x="1" y="8"/>
                    <a:pt x="4" y="11"/>
                    <a:pt x="1" y="14"/>
                  </a:cubicBezTo>
                  <a:cubicBezTo>
                    <a:pt x="0" y="17"/>
                    <a:pt x="3" y="16"/>
                    <a:pt x="3" y="20"/>
                  </a:cubicBezTo>
                  <a:cubicBezTo>
                    <a:pt x="4" y="27"/>
                    <a:pt x="6" y="23"/>
                    <a:pt x="7" y="20"/>
                  </a:cubicBezTo>
                  <a:cubicBezTo>
                    <a:pt x="9" y="17"/>
                    <a:pt x="10" y="16"/>
                    <a:pt x="12" y="17"/>
                  </a:cubicBezTo>
                  <a:cubicBezTo>
                    <a:pt x="12" y="20"/>
                    <a:pt x="14" y="20"/>
                    <a:pt x="15" y="17"/>
                  </a:cubicBezTo>
                  <a:cubicBezTo>
                    <a:pt x="18" y="16"/>
                    <a:pt x="24" y="17"/>
                    <a:pt x="26" y="19"/>
                  </a:cubicBezTo>
                  <a:cubicBezTo>
                    <a:pt x="27" y="20"/>
                    <a:pt x="30" y="16"/>
                    <a:pt x="29" y="14"/>
                  </a:cubicBezTo>
                  <a:cubicBezTo>
                    <a:pt x="26" y="13"/>
                    <a:pt x="26" y="11"/>
                    <a:pt x="24" y="11"/>
                  </a:cubicBezTo>
                  <a:cubicBezTo>
                    <a:pt x="21" y="11"/>
                    <a:pt x="20" y="9"/>
                    <a:pt x="21" y="9"/>
                  </a:cubicBezTo>
                  <a:cubicBezTo>
                    <a:pt x="24" y="9"/>
                    <a:pt x="23" y="6"/>
                    <a:pt x="20" y="8"/>
                  </a:cubicBezTo>
                  <a:cubicBezTo>
                    <a:pt x="15" y="9"/>
                    <a:pt x="18" y="3"/>
                    <a:pt x="15" y="5"/>
                  </a:cubicBezTo>
                  <a:cubicBezTo>
                    <a:pt x="14" y="6"/>
                    <a:pt x="9" y="0"/>
                    <a:pt x="7" y="2"/>
                  </a:cubicBezTo>
                  <a:cubicBezTo>
                    <a:pt x="6" y="3"/>
                    <a:pt x="4" y="0"/>
                    <a:pt x="3"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0" name="Freeform 153">
              <a:extLst>
                <a:ext uri="{FF2B5EF4-FFF2-40B4-BE49-F238E27FC236}">
                  <a16:creationId xmlns:a16="http://schemas.microsoft.com/office/drawing/2014/main" id="{40B51DE3-16A7-BB01-E409-ACA751563530}"/>
                </a:ext>
              </a:extLst>
            </p:cNvPr>
            <p:cNvSpPr>
              <a:spLocks/>
            </p:cNvSpPr>
            <p:nvPr/>
          </p:nvSpPr>
          <p:spPr bwMode="auto">
            <a:xfrm>
              <a:off x="9928032" y="4074461"/>
              <a:ext cx="11128" cy="14307"/>
            </a:xfrm>
            <a:custGeom>
              <a:avLst/>
              <a:gdLst/>
              <a:ahLst/>
              <a:cxnLst>
                <a:cxn ang="0">
                  <a:pos x="0" y="1"/>
                </a:cxn>
                <a:cxn ang="0">
                  <a:pos x="1" y="0"/>
                </a:cxn>
                <a:cxn ang="0">
                  <a:pos x="0" y="1"/>
                </a:cxn>
              </a:cxnLst>
              <a:rect l="0" t="0" r="r" b="b"/>
              <a:pathLst>
                <a:path w="4" h="5">
                  <a:moveTo>
                    <a:pt x="0" y="1"/>
                  </a:moveTo>
                  <a:cubicBezTo>
                    <a:pt x="0" y="0"/>
                    <a:pt x="1" y="0"/>
                    <a:pt x="1" y="0"/>
                  </a:cubicBezTo>
                  <a:cubicBezTo>
                    <a:pt x="4" y="0"/>
                    <a:pt x="1" y="5"/>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1" name="Freeform 154">
              <a:extLst>
                <a:ext uri="{FF2B5EF4-FFF2-40B4-BE49-F238E27FC236}">
                  <a16:creationId xmlns:a16="http://schemas.microsoft.com/office/drawing/2014/main" id="{6CD608DB-F330-48DF-3312-5062C2863622}"/>
                </a:ext>
              </a:extLst>
            </p:cNvPr>
            <p:cNvSpPr>
              <a:spLocks/>
            </p:cNvSpPr>
            <p:nvPr/>
          </p:nvSpPr>
          <p:spPr bwMode="auto">
            <a:xfrm>
              <a:off x="9948699" y="4088769"/>
              <a:ext cx="12718" cy="9538"/>
            </a:xfrm>
            <a:custGeom>
              <a:avLst/>
              <a:gdLst/>
              <a:ahLst/>
              <a:cxnLst>
                <a:cxn ang="0">
                  <a:pos x="0" y="1"/>
                </a:cxn>
                <a:cxn ang="0">
                  <a:pos x="2" y="0"/>
                </a:cxn>
                <a:cxn ang="0">
                  <a:pos x="2" y="1"/>
                </a:cxn>
                <a:cxn ang="0">
                  <a:pos x="0" y="1"/>
                </a:cxn>
              </a:cxnLst>
              <a:rect l="0" t="0" r="r" b="b"/>
              <a:pathLst>
                <a:path w="4" h="3">
                  <a:moveTo>
                    <a:pt x="0" y="1"/>
                  </a:moveTo>
                  <a:cubicBezTo>
                    <a:pt x="0" y="0"/>
                    <a:pt x="0" y="0"/>
                    <a:pt x="2" y="0"/>
                  </a:cubicBezTo>
                  <a:cubicBezTo>
                    <a:pt x="4" y="1"/>
                    <a:pt x="4" y="1"/>
                    <a:pt x="2" y="1"/>
                  </a:cubicBezTo>
                  <a:cubicBezTo>
                    <a:pt x="0" y="1"/>
                    <a:pt x="0" y="3"/>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2" name="Freeform 155">
              <a:extLst>
                <a:ext uri="{FF2B5EF4-FFF2-40B4-BE49-F238E27FC236}">
                  <a16:creationId xmlns:a16="http://schemas.microsoft.com/office/drawing/2014/main" id="{17D9B56D-A13B-5048-83A7-AED900CA5394}"/>
                </a:ext>
              </a:extLst>
            </p:cNvPr>
            <p:cNvSpPr>
              <a:spLocks/>
            </p:cNvSpPr>
            <p:nvPr/>
          </p:nvSpPr>
          <p:spPr bwMode="auto">
            <a:xfrm>
              <a:off x="9945518" y="4138050"/>
              <a:ext cx="9539" cy="12718"/>
            </a:xfrm>
            <a:custGeom>
              <a:avLst/>
              <a:gdLst/>
              <a:ahLst/>
              <a:cxnLst>
                <a:cxn ang="0">
                  <a:pos x="2" y="0"/>
                </a:cxn>
                <a:cxn ang="0">
                  <a:pos x="2" y="2"/>
                </a:cxn>
                <a:cxn ang="0">
                  <a:pos x="2" y="0"/>
                </a:cxn>
              </a:cxnLst>
              <a:rect l="0" t="0" r="r" b="b"/>
              <a:pathLst>
                <a:path w="3" h="4">
                  <a:moveTo>
                    <a:pt x="2" y="0"/>
                  </a:moveTo>
                  <a:cubicBezTo>
                    <a:pt x="2" y="0"/>
                    <a:pt x="3" y="2"/>
                    <a:pt x="2" y="2"/>
                  </a:cubicBezTo>
                  <a:cubicBezTo>
                    <a:pt x="2" y="4"/>
                    <a:pt x="0" y="2"/>
                    <a:pt x="2"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3" name="Freeform 157">
              <a:extLst>
                <a:ext uri="{FF2B5EF4-FFF2-40B4-BE49-F238E27FC236}">
                  <a16:creationId xmlns:a16="http://schemas.microsoft.com/office/drawing/2014/main" id="{5F910EC4-265B-5A03-7DE7-8438CCFB753D}"/>
                </a:ext>
              </a:extLst>
            </p:cNvPr>
            <p:cNvSpPr>
              <a:spLocks/>
            </p:cNvSpPr>
            <p:nvPr/>
          </p:nvSpPr>
          <p:spPr bwMode="auto">
            <a:xfrm>
              <a:off x="9085453" y="6250817"/>
              <a:ext cx="52462" cy="46103"/>
            </a:xfrm>
            <a:custGeom>
              <a:avLst/>
              <a:gdLst/>
              <a:ahLst/>
              <a:cxnLst>
                <a:cxn ang="0">
                  <a:pos x="2" y="14"/>
                </a:cxn>
                <a:cxn ang="0">
                  <a:pos x="0" y="10"/>
                </a:cxn>
                <a:cxn ang="0">
                  <a:pos x="2" y="7"/>
                </a:cxn>
                <a:cxn ang="0">
                  <a:pos x="5" y="6"/>
                </a:cxn>
                <a:cxn ang="0">
                  <a:pos x="5" y="4"/>
                </a:cxn>
                <a:cxn ang="0">
                  <a:pos x="5" y="3"/>
                </a:cxn>
                <a:cxn ang="0">
                  <a:pos x="6" y="1"/>
                </a:cxn>
                <a:cxn ang="0">
                  <a:pos x="10" y="1"/>
                </a:cxn>
                <a:cxn ang="0">
                  <a:pos x="11" y="3"/>
                </a:cxn>
                <a:cxn ang="0">
                  <a:pos x="11" y="4"/>
                </a:cxn>
                <a:cxn ang="0">
                  <a:pos x="13" y="3"/>
                </a:cxn>
                <a:cxn ang="0">
                  <a:pos x="16" y="3"/>
                </a:cxn>
                <a:cxn ang="0">
                  <a:pos x="16" y="4"/>
                </a:cxn>
                <a:cxn ang="0">
                  <a:pos x="14" y="6"/>
                </a:cxn>
                <a:cxn ang="0">
                  <a:pos x="11" y="7"/>
                </a:cxn>
                <a:cxn ang="0">
                  <a:pos x="8" y="9"/>
                </a:cxn>
                <a:cxn ang="0">
                  <a:pos x="8" y="10"/>
                </a:cxn>
                <a:cxn ang="0">
                  <a:pos x="6" y="10"/>
                </a:cxn>
                <a:cxn ang="0">
                  <a:pos x="5" y="12"/>
                </a:cxn>
                <a:cxn ang="0">
                  <a:pos x="2" y="14"/>
                </a:cxn>
              </a:cxnLst>
              <a:rect l="0" t="0" r="r" b="b"/>
              <a:pathLst>
                <a:path w="17" h="15">
                  <a:moveTo>
                    <a:pt x="2" y="14"/>
                  </a:moveTo>
                  <a:cubicBezTo>
                    <a:pt x="0" y="12"/>
                    <a:pt x="0" y="10"/>
                    <a:pt x="0" y="10"/>
                  </a:cubicBezTo>
                  <a:cubicBezTo>
                    <a:pt x="2" y="10"/>
                    <a:pt x="0" y="9"/>
                    <a:pt x="2" y="7"/>
                  </a:cubicBezTo>
                  <a:cubicBezTo>
                    <a:pt x="5" y="6"/>
                    <a:pt x="3" y="6"/>
                    <a:pt x="5" y="6"/>
                  </a:cubicBezTo>
                  <a:cubicBezTo>
                    <a:pt x="6" y="6"/>
                    <a:pt x="6" y="6"/>
                    <a:pt x="5" y="4"/>
                  </a:cubicBezTo>
                  <a:cubicBezTo>
                    <a:pt x="5" y="4"/>
                    <a:pt x="6" y="4"/>
                    <a:pt x="5" y="3"/>
                  </a:cubicBezTo>
                  <a:cubicBezTo>
                    <a:pt x="5" y="3"/>
                    <a:pt x="8" y="3"/>
                    <a:pt x="6" y="1"/>
                  </a:cubicBezTo>
                  <a:cubicBezTo>
                    <a:pt x="6" y="0"/>
                    <a:pt x="8" y="1"/>
                    <a:pt x="10" y="1"/>
                  </a:cubicBezTo>
                  <a:cubicBezTo>
                    <a:pt x="11" y="1"/>
                    <a:pt x="11" y="3"/>
                    <a:pt x="11" y="3"/>
                  </a:cubicBezTo>
                  <a:cubicBezTo>
                    <a:pt x="10" y="3"/>
                    <a:pt x="11" y="3"/>
                    <a:pt x="11" y="4"/>
                  </a:cubicBezTo>
                  <a:cubicBezTo>
                    <a:pt x="13" y="6"/>
                    <a:pt x="11" y="3"/>
                    <a:pt x="13" y="3"/>
                  </a:cubicBezTo>
                  <a:cubicBezTo>
                    <a:pt x="14" y="1"/>
                    <a:pt x="14" y="1"/>
                    <a:pt x="16" y="3"/>
                  </a:cubicBezTo>
                  <a:cubicBezTo>
                    <a:pt x="16" y="4"/>
                    <a:pt x="14" y="4"/>
                    <a:pt x="16" y="4"/>
                  </a:cubicBezTo>
                  <a:cubicBezTo>
                    <a:pt x="17" y="6"/>
                    <a:pt x="16" y="6"/>
                    <a:pt x="14" y="6"/>
                  </a:cubicBezTo>
                  <a:cubicBezTo>
                    <a:pt x="11" y="7"/>
                    <a:pt x="14" y="9"/>
                    <a:pt x="11" y="7"/>
                  </a:cubicBezTo>
                  <a:cubicBezTo>
                    <a:pt x="6" y="7"/>
                    <a:pt x="5" y="7"/>
                    <a:pt x="8" y="9"/>
                  </a:cubicBezTo>
                  <a:cubicBezTo>
                    <a:pt x="10" y="9"/>
                    <a:pt x="10" y="12"/>
                    <a:pt x="8" y="10"/>
                  </a:cubicBezTo>
                  <a:cubicBezTo>
                    <a:pt x="6" y="9"/>
                    <a:pt x="8" y="12"/>
                    <a:pt x="6" y="10"/>
                  </a:cubicBezTo>
                  <a:cubicBezTo>
                    <a:pt x="3" y="9"/>
                    <a:pt x="6" y="14"/>
                    <a:pt x="5" y="12"/>
                  </a:cubicBezTo>
                  <a:cubicBezTo>
                    <a:pt x="0" y="10"/>
                    <a:pt x="5" y="15"/>
                    <a:pt x="2" y="1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4" name="Freeform 158">
              <a:extLst>
                <a:ext uri="{FF2B5EF4-FFF2-40B4-BE49-F238E27FC236}">
                  <a16:creationId xmlns:a16="http://schemas.microsoft.com/office/drawing/2014/main" id="{E3A4420B-FBFB-DDAA-BF28-F40CB9485DA9}"/>
                </a:ext>
              </a:extLst>
            </p:cNvPr>
            <p:cNvSpPr>
              <a:spLocks/>
            </p:cNvSpPr>
            <p:nvPr/>
          </p:nvSpPr>
          <p:spPr bwMode="auto">
            <a:xfrm>
              <a:off x="9055246" y="6253996"/>
              <a:ext cx="46104" cy="33384"/>
            </a:xfrm>
            <a:custGeom>
              <a:avLst/>
              <a:gdLst/>
              <a:ahLst/>
              <a:cxnLst>
                <a:cxn ang="0">
                  <a:pos x="3" y="11"/>
                </a:cxn>
                <a:cxn ang="0">
                  <a:pos x="1" y="10"/>
                </a:cxn>
                <a:cxn ang="0">
                  <a:pos x="1" y="8"/>
                </a:cxn>
                <a:cxn ang="0">
                  <a:pos x="4" y="8"/>
                </a:cxn>
                <a:cxn ang="0">
                  <a:pos x="6" y="6"/>
                </a:cxn>
                <a:cxn ang="0">
                  <a:pos x="4" y="5"/>
                </a:cxn>
                <a:cxn ang="0">
                  <a:pos x="4" y="5"/>
                </a:cxn>
                <a:cxn ang="0">
                  <a:pos x="4" y="3"/>
                </a:cxn>
                <a:cxn ang="0">
                  <a:pos x="4" y="2"/>
                </a:cxn>
                <a:cxn ang="0">
                  <a:pos x="9" y="2"/>
                </a:cxn>
                <a:cxn ang="0">
                  <a:pos x="10" y="2"/>
                </a:cxn>
                <a:cxn ang="0">
                  <a:pos x="13" y="0"/>
                </a:cxn>
                <a:cxn ang="0">
                  <a:pos x="13" y="3"/>
                </a:cxn>
                <a:cxn ang="0">
                  <a:pos x="10" y="6"/>
                </a:cxn>
                <a:cxn ang="0">
                  <a:pos x="7" y="8"/>
                </a:cxn>
                <a:cxn ang="0">
                  <a:pos x="6" y="10"/>
                </a:cxn>
                <a:cxn ang="0">
                  <a:pos x="4" y="11"/>
                </a:cxn>
                <a:cxn ang="0">
                  <a:pos x="3" y="11"/>
                </a:cxn>
              </a:cxnLst>
              <a:rect l="0" t="0" r="r" b="b"/>
              <a:pathLst>
                <a:path w="15" h="11">
                  <a:moveTo>
                    <a:pt x="3" y="11"/>
                  </a:moveTo>
                  <a:cubicBezTo>
                    <a:pt x="1" y="10"/>
                    <a:pt x="3" y="11"/>
                    <a:pt x="1" y="10"/>
                  </a:cubicBezTo>
                  <a:cubicBezTo>
                    <a:pt x="0" y="8"/>
                    <a:pt x="1" y="10"/>
                    <a:pt x="1" y="8"/>
                  </a:cubicBezTo>
                  <a:cubicBezTo>
                    <a:pt x="1" y="8"/>
                    <a:pt x="3" y="10"/>
                    <a:pt x="4" y="8"/>
                  </a:cubicBezTo>
                  <a:cubicBezTo>
                    <a:pt x="4" y="6"/>
                    <a:pt x="6" y="6"/>
                    <a:pt x="6" y="6"/>
                  </a:cubicBezTo>
                  <a:cubicBezTo>
                    <a:pt x="7" y="5"/>
                    <a:pt x="6" y="5"/>
                    <a:pt x="4" y="5"/>
                  </a:cubicBezTo>
                  <a:cubicBezTo>
                    <a:pt x="3" y="6"/>
                    <a:pt x="3" y="5"/>
                    <a:pt x="4" y="5"/>
                  </a:cubicBezTo>
                  <a:cubicBezTo>
                    <a:pt x="6" y="5"/>
                    <a:pt x="6" y="3"/>
                    <a:pt x="4" y="3"/>
                  </a:cubicBezTo>
                  <a:cubicBezTo>
                    <a:pt x="3" y="2"/>
                    <a:pt x="1" y="0"/>
                    <a:pt x="4" y="2"/>
                  </a:cubicBezTo>
                  <a:cubicBezTo>
                    <a:pt x="9" y="3"/>
                    <a:pt x="7" y="2"/>
                    <a:pt x="9" y="2"/>
                  </a:cubicBezTo>
                  <a:cubicBezTo>
                    <a:pt x="9" y="0"/>
                    <a:pt x="9" y="2"/>
                    <a:pt x="10" y="2"/>
                  </a:cubicBezTo>
                  <a:cubicBezTo>
                    <a:pt x="12" y="2"/>
                    <a:pt x="12" y="0"/>
                    <a:pt x="13" y="0"/>
                  </a:cubicBezTo>
                  <a:cubicBezTo>
                    <a:pt x="15" y="2"/>
                    <a:pt x="15" y="2"/>
                    <a:pt x="13" y="3"/>
                  </a:cubicBezTo>
                  <a:cubicBezTo>
                    <a:pt x="12" y="5"/>
                    <a:pt x="12" y="3"/>
                    <a:pt x="10" y="6"/>
                  </a:cubicBezTo>
                  <a:cubicBezTo>
                    <a:pt x="9" y="8"/>
                    <a:pt x="9" y="8"/>
                    <a:pt x="7" y="8"/>
                  </a:cubicBezTo>
                  <a:cubicBezTo>
                    <a:pt x="6" y="8"/>
                    <a:pt x="6" y="10"/>
                    <a:pt x="6" y="10"/>
                  </a:cubicBezTo>
                  <a:cubicBezTo>
                    <a:pt x="4" y="11"/>
                    <a:pt x="4" y="10"/>
                    <a:pt x="4" y="11"/>
                  </a:cubicBezTo>
                  <a:cubicBezTo>
                    <a:pt x="4" y="11"/>
                    <a:pt x="4" y="11"/>
                    <a:pt x="3" y="1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5" name="Freeform 232">
              <a:extLst>
                <a:ext uri="{FF2B5EF4-FFF2-40B4-BE49-F238E27FC236}">
                  <a16:creationId xmlns:a16="http://schemas.microsoft.com/office/drawing/2014/main" id="{612256A5-6E13-63A1-1547-D943DEEEA3B2}"/>
                </a:ext>
              </a:extLst>
            </p:cNvPr>
            <p:cNvSpPr>
              <a:spLocks noEditPoints="1"/>
            </p:cNvSpPr>
            <p:nvPr/>
          </p:nvSpPr>
          <p:spPr bwMode="auto">
            <a:xfrm>
              <a:off x="8691189" y="5122101"/>
              <a:ext cx="217798" cy="1306768"/>
            </a:xfrm>
            <a:custGeom>
              <a:avLst/>
              <a:gdLst/>
              <a:ahLst/>
              <a:cxnLst>
                <a:cxn ang="0">
                  <a:pos x="69" y="59"/>
                </a:cxn>
                <a:cxn ang="0">
                  <a:pos x="46" y="158"/>
                </a:cxn>
                <a:cxn ang="0">
                  <a:pos x="33" y="251"/>
                </a:cxn>
                <a:cxn ang="0">
                  <a:pos x="33" y="313"/>
                </a:cxn>
                <a:cxn ang="0">
                  <a:pos x="46" y="375"/>
                </a:cxn>
                <a:cxn ang="0">
                  <a:pos x="31" y="391"/>
                </a:cxn>
                <a:cxn ang="0">
                  <a:pos x="25" y="389"/>
                </a:cxn>
                <a:cxn ang="0">
                  <a:pos x="20" y="386"/>
                </a:cxn>
                <a:cxn ang="0">
                  <a:pos x="28" y="374"/>
                </a:cxn>
                <a:cxn ang="0">
                  <a:pos x="17" y="369"/>
                </a:cxn>
                <a:cxn ang="0">
                  <a:pos x="14" y="357"/>
                </a:cxn>
                <a:cxn ang="0">
                  <a:pos x="14" y="341"/>
                </a:cxn>
                <a:cxn ang="0">
                  <a:pos x="19" y="327"/>
                </a:cxn>
                <a:cxn ang="0">
                  <a:pos x="3" y="313"/>
                </a:cxn>
                <a:cxn ang="0">
                  <a:pos x="22" y="293"/>
                </a:cxn>
                <a:cxn ang="0">
                  <a:pos x="22" y="256"/>
                </a:cxn>
                <a:cxn ang="0">
                  <a:pos x="34" y="165"/>
                </a:cxn>
                <a:cxn ang="0">
                  <a:pos x="43" y="58"/>
                </a:cxn>
                <a:cxn ang="0">
                  <a:pos x="59" y="383"/>
                </a:cxn>
                <a:cxn ang="0">
                  <a:pos x="46" y="399"/>
                </a:cxn>
                <a:cxn ang="0">
                  <a:pos x="34" y="406"/>
                </a:cxn>
                <a:cxn ang="0">
                  <a:pos x="48" y="411"/>
                </a:cxn>
                <a:cxn ang="0">
                  <a:pos x="22" y="287"/>
                </a:cxn>
                <a:cxn ang="0">
                  <a:pos x="45" y="403"/>
                </a:cxn>
                <a:cxn ang="0">
                  <a:pos x="13" y="271"/>
                </a:cxn>
                <a:cxn ang="0">
                  <a:pos x="14" y="259"/>
                </a:cxn>
                <a:cxn ang="0">
                  <a:pos x="16" y="296"/>
                </a:cxn>
                <a:cxn ang="0">
                  <a:pos x="14" y="290"/>
                </a:cxn>
                <a:cxn ang="0">
                  <a:pos x="17" y="299"/>
                </a:cxn>
                <a:cxn ang="0">
                  <a:pos x="14" y="301"/>
                </a:cxn>
                <a:cxn ang="0">
                  <a:pos x="6" y="305"/>
                </a:cxn>
                <a:cxn ang="0">
                  <a:pos x="16" y="284"/>
                </a:cxn>
                <a:cxn ang="0">
                  <a:pos x="10" y="302"/>
                </a:cxn>
                <a:cxn ang="0">
                  <a:pos x="53" y="417"/>
                </a:cxn>
                <a:cxn ang="0">
                  <a:pos x="59" y="416"/>
                </a:cxn>
                <a:cxn ang="0">
                  <a:pos x="48" y="413"/>
                </a:cxn>
                <a:cxn ang="0">
                  <a:pos x="39" y="411"/>
                </a:cxn>
                <a:cxn ang="0">
                  <a:pos x="66" y="421"/>
                </a:cxn>
                <a:cxn ang="0">
                  <a:pos x="33" y="403"/>
                </a:cxn>
                <a:cxn ang="0">
                  <a:pos x="25" y="396"/>
                </a:cxn>
                <a:cxn ang="0">
                  <a:pos x="23" y="402"/>
                </a:cxn>
                <a:cxn ang="0">
                  <a:pos x="17" y="383"/>
                </a:cxn>
                <a:cxn ang="0">
                  <a:pos x="19" y="389"/>
                </a:cxn>
                <a:cxn ang="0">
                  <a:pos x="16" y="374"/>
                </a:cxn>
                <a:cxn ang="0">
                  <a:pos x="11" y="372"/>
                </a:cxn>
                <a:cxn ang="0">
                  <a:pos x="13" y="378"/>
                </a:cxn>
                <a:cxn ang="0">
                  <a:pos x="10" y="380"/>
                </a:cxn>
                <a:cxn ang="0">
                  <a:pos x="16" y="368"/>
                </a:cxn>
                <a:cxn ang="0">
                  <a:pos x="13" y="366"/>
                </a:cxn>
                <a:cxn ang="0">
                  <a:pos x="6" y="343"/>
                </a:cxn>
                <a:cxn ang="0">
                  <a:pos x="5" y="360"/>
                </a:cxn>
                <a:cxn ang="0">
                  <a:pos x="13" y="361"/>
                </a:cxn>
                <a:cxn ang="0">
                  <a:pos x="8" y="355"/>
                </a:cxn>
                <a:cxn ang="0">
                  <a:pos x="10" y="363"/>
                </a:cxn>
                <a:cxn ang="0">
                  <a:pos x="8" y="341"/>
                </a:cxn>
                <a:cxn ang="0">
                  <a:pos x="10" y="336"/>
                </a:cxn>
                <a:cxn ang="0">
                  <a:pos x="6" y="333"/>
                </a:cxn>
                <a:cxn ang="0">
                  <a:pos x="8" y="329"/>
                </a:cxn>
                <a:cxn ang="0">
                  <a:pos x="3" y="336"/>
                </a:cxn>
                <a:cxn ang="0">
                  <a:pos x="6" y="326"/>
                </a:cxn>
                <a:cxn ang="0">
                  <a:pos x="5" y="338"/>
                </a:cxn>
              </a:cxnLst>
              <a:rect l="0" t="0" r="r" b="b"/>
              <a:pathLst>
                <a:path w="71" h="424">
                  <a:moveTo>
                    <a:pt x="51" y="0"/>
                  </a:moveTo>
                  <a:cubicBezTo>
                    <a:pt x="53" y="7"/>
                    <a:pt x="54" y="7"/>
                    <a:pt x="54" y="8"/>
                  </a:cubicBezTo>
                  <a:cubicBezTo>
                    <a:pt x="54" y="10"/>
                    <a:pt x="56" y="17"/>
                    <a:pt x="57" y="17"/>
                  </a:cubicBezTo>
                  <a:cubicBezTo>
                    <a:pt x="59" y="21"/>
                    <a:pt x="60" y="21"/>
                    <a:pt x="59" y="22"/>
                  </a:cubicBezTo>
                  <a:cubicBezTo>
                    <a:pt x="56" y="25"/>
                    <a:pt x="60" y="25"/>
                    <a:pt x="59" y="27"/>
                  </a:cubicBezTo>
                  <a:cubicBezTo>
                    <a:pt x="57" y="30"/>
                    <a:pt x="57" y="31"/>
                    <a:pt x="59" y="31"/>
                  </a:cubicBezTo>
                  <a:cubicBezTo>
                    <a:pt x="60" y="33"/>
                    <a:pt x="57" y="36"/>
                    <a:pt x="60" y="36"/>
                  </a:cubicBezTo>
                  <a:cubicBezTo>
                    <a:pt x="62" y="36"/>
                    <a:pt x="63" y="46"/>
                    <a:pt x="63" y="52"/>
                  </a:cubicBezTo>
                  <a:cubicBezTo>
                    <a:pt x="65" y="56"/>
                    <a:pt x="66" y="56"/>
                    <a:pt x="69" y="55"/>
                  </a:cubicBezTo>
                  <a:cubicBezTo>
                    <a:pt x="71" y="56"/>
                    <a:pt x="71" y="58"/>
                    <a:pt x="69" y="59"/>
                  </a:cubicBezTo>
                  <a:cubicBezTo>
                    <a:pt x="69" y="63"/>
                    <a:pt x="69" y="67"/>
                    <a:pt x="66" y="69"/>
                  </a:cubicBezTo>
                  <a:cubicBezTo>
                    <a:pt x="65" y="69"/>
                    <a:pt x="57" y="72"/>
                    <a:pt x="59" y="77"/>
                  </a:cubicBezTo>
                  <a:cubicBezTo>
                    <a:pt x="60" y="78"/>
                    <a:pt x="57" y="91"/>
                    <a:pt x="60" y="95"/>
                  </a:cubicBezTo>
                  <a:cubicBezTo>
                    <a:pt x="63" y="103"/>
                    <a:pt x="57" y="95"/>
                    <a:pt x="56" y="103"/>
                  </a:cubicBezTo>
                  <a:cubicBezTo>
                    <a:pt x="53" y="111"/>
                    <a:pt x="54" y="109"/>
                    <a:pt x="51" y="111"/>
                  </a:cubicBezTo>
                  <a:cubicBezTo>
                    <a:pt x="49" y="112"/>
                    <a:pt x="49" y="119"/>
                    <a:pt x="48" y="120"/>
                  </a:cubicBezTo>
                  <a:cubicBezTo>
                    <a:pt x="45" y="123"/>
                    <a:pt x="49" y="129"/>
                    <a:pt x="48" y="133"/>
                  </a:cubicBezTo>
                  <a:cubicBezTo>
                    <a:pt x="46" y="134"/>
                    <a:pt x="46" y="131"/>
                    <a:pt x="45" y="136"/>
                  </a:cubicBezTo>
                  <a:cubicBezTo>
                    <a:pt x="43" y="140"/>
                    <a:pt x="42" y="145"/>
                    <a:pt x="43" y="147"/>
                  </a:cubicBezTo>
                  <a:cubicBezTo>
                    <a:pt x="45" y="150"/>
                    <a:pt x="45" y="153"/>
                    <a:pt x="46" y="158"/>
                  </a:cubicBezTo>
                  <a:cubicBezTo>
                    <a:pt x="48" y="162"/>
                    <a:pt x="45" y="164"/>
                    <a:pt x="48" y="164"/>
                  </a:cubicBezTo>
                  <a:cubicBezTo>
                    <a:pt x="51" y="164"/>
                    <a:pt x="48" y="167"/>
                    <a:pt x="48" y="171"/>
                  </a:cubicBezTo>
                  <a:cubicBezTo>
                    <a:pt x="49" y="176"/>
                    <a:pt x="45" y="173"/>
                    <a:pt x="45" y="181"/>
                  </a:cubicBezTo>
                  <a:cubicBezTo>
                    <a:pt x="43" y="190"/>
                    <a:pt x="45" y="192"/>
                    <a:pt x="43" y="195"/>
                  </a:cubicBezTo>
                  <a:cubicBezTo>
                    <a:pt x="40" y="200"/>
                    <a:pt x="39" y="196"/>
                    <a:pt x="39" y="200"/>
                  </a:cubicBezTo>
                  <a:cubicBezTo>
                    <a:pt x="37" y="203"/>
                    <a:pt x="39" y="207"/>
                    <a:pt x="37" y="210"/>
                  </a:cubicBezTo>
                  <a:cubicBezTo>
                    <a:pt x="37" y="214"/>
                    <a:pt x="42" y="221"/>
                    <a:pt x="39" y="223"/>
                  </a:cubicBezTo>
                  <a:cubicBezTo>
                    <a:pt x="33" y="228"/>
                    <a:pt x="37" y="231"/>
                    <a:pt x="34" y="232"/>
                  </a:cubicBezTo>
                  <a:cubicBezTo>
                    <a:pt x="31" y="235"/>
                    <a:pt x="36" y="240"/>
                    <a:pt x="33" y="243"/>
                  </a:cubicBezTo>
                  <a:cubicBezTo>
                    <a:pt x="29" y="246"/>
                    <a:pt x="33" y="245"/>
                    <a:pt x="33" y="251"/>
                  </a:cubicBezTo>
                  <a:cubicBezTo>
                    <a:pt x="31" y="257"/>
                    <a:pt x="34" y="259"/>
                    <a:pt x="33" y="260"/>
                  </a:cubicBezTo>
                  <a:cubicBezTo>
                    <a:pt x="33" y="263"/>
                    <a:pt x="31" y="259"/>
                    <a:pt x="29" y="265"/>
                  </a:cubicBezTo>
                  <a:cubicBezTo>
                    <a:pt x="29" y="271"/>
                    <a:pt x="33" y="271"/>
                    <a:pt x="33" y="273"/>
                  </a:cubicBezTo>
                  <a:cubicBezTo>
                    <a:pt x="34" y="274"/>
                    <a:pt x="31" y="279"/>
                    <a:pt x="34" y="281"/>
                  </a:cubicBezTo>
                  <a:cubicBezTo>
                    <a:pt x="36" y="282"/>
                    <a:pt x="29" y="288"/>
                    <a:pt x="34" y="287"/>
                  </a:cubicBezTo>
                  <a:cubicBezTo>
                    <a:pt x="40" y="285"/>
                    <a:pt x="39" y="291"/>
                    <a:pt x="34" y="291"/>
                  </a:cubicBezTo>
                  <a:cubicBezTo>
                    <a:pt x="29" y="290"/>
                    <a:pt x="29" y="291"/>
                    <a:pt x="33" y="293"/>
                  </a:cubicBezTo>
                  <a:cubicBezTo>
                    <a:pt x="37" y="293"/>
                    <a:pt x="37" y="298"/>
                    <a:pt x="34" y="299"/>
                  </a:cubicBezTo>
                  <a:cubicBezTo>
                    <a:pt x="29" y="301"/>
                    <a:pt x="36" y="304"/>
                    <a:pt x="33" y="305"/>
                  </a:cubicBezTo>
                  <a:cubicBezTo>
                    <a:pt x="31" y="307"/>
                    <a:pt x="36" y="312"/>
                    <a:pt x="33" y="313"/>
                  </a:cubicBezTo>
                  <a:cubicBezTo>
                    <a:pt x="28" y="316"/>
                    <a:pt x="36" y="316"/>
                    <a:pt x="31" y="319"/>
                  </a:cubicBezTo>
                  <a:cubicBezTo>
                    <a:pt x="26" y="324"/>
                    <a:pt x="29" y="324"/>
                    <a:pt x="28" y="326"/>
                  </a:cubicBezTo>
                  <a:cubicBezTo>
                    <a:pt x="25" y="329"/>
                    <a:pt x="31" y="330"/>
                    <a:pt x="28" y="333"/>
                  </a:cubicBezTo>
                  <a:cubicBezTo>
                    <a:pt x="25" y="335"/>
                    <a:pt x="23" y="344"/>
                    <a:pt x="20" y="344"/>
                  </a:cubicBezTo>
                  <a:cubicBezTo>
                    <a:pt x="17" y="343"/>
                    <a:pt x="20" y="347"/>
                    <a:pt x="19" y="351"/>
                  </a:cubicBezTo>
                  <a:cubicBezTo>
                    <a:pt x="17" y="355"/>
                    <a:pt x="20" y="352"/>
                    <a:pt x="22" y="358"/>
                  </a:cubicBezTo>
                  <a:cubicBezTo>
                    <a:pt x="22" y="363"/>
                    <a:pt x="23" y="358"/>
                    <a:pt x="26" y="358"/>
                  </a:cubicBezTo>
                  <a:cubicBezTo>
                    <a:pt x="29" y="358"/>
                    <a:pt x="26" y="371"/>
                    <a:pt x="29" y="372"/>
                  </a:cubicBezTo>
                  <a:cubicBezTo>
                    <a:pt x="33" y="374"/>
                    <a:pt x="29" y="375"/>
                    <a:pt x="34" y="375"/>
                  </a:cubicBezTo>
                  <a:cubicBezTo>
                    <a:pt x="39" y="375"/>
                    <a:pt x="46" y="375"/>
                    <a:pt x="46" y="375"/>
                  </a:cubicBezTo>
                  <a:cubicBezTo>
                    <a:pt x="51" y="378"/>
                    <a:pt x="59" y="377"/>
                    <a:pt x="60" y="380"/>
                  </a:cubicBezTo>
                  <a:cubicBezTo>
                    <a:pt x="59" y="380"/>
                    <a:pt x="57" y="380"/>
                    <a:pt x="56" y="378"/>
                  </a:cubicBezTo>
                  <a:cubicBezTo>
                    <a:pt x="53" y="378"/>
                    <a:pt x="53" y="378"/>
                    <a:pt x="51" y="382"/>
                  </a:cubicBezTo>
                  <a:cubicBezTo>
                    <a:pt x="48" y="383"/>
                    <a:pt x="49" y="380"/>
                    <a:pt x="46" y="383"/>
                  </a:cubicBezTo>
                  <a:cubicBezTo>
                    <a:pt x="43" y="385"/>
                    <a:pt x="42" y="383"/>
                    <a:pt x="40" y="386"/>
                  </a:cubicBezTo>
                  <a:cubicBezTo>
                    <a:pt x="40" y="391"/>
                    <a:pt x="40" y="388"/>
                    <a:pt x="39" y="394"/>
                  </a:cubicBezTo>
                  <a:cubicBezTo>
                    <a:pt x="39" y="399"/>
                    <a:pt x="40" y="399"/>
                    <a:pt x="37" y="399"/>
                  </a:cubicBezTo>
                  <a:cubicBezTo>
                    <a:pt x="34" y="399"/>
                    <a:pt x="33" y="397"/>
                    <a:pt x="33" y="397"/>
                  </a:cubicBezTo>
                  <a:cubicBezTo>
                    <a:pt x="31" y="397"/>
                    <a:pt x="28" y="394"/>
                    <a:pt x="28" y="393"/>
                  </a:cubicBezTo>
                  <a:cubicBezTo>
                    <a:pt x="28" y="391"/>
                    <a:pt x="29" y="391"/>
                    <a:pt x="31" y="391"/>
                  </a:cubicBezTo>
                  <a:cubicBezTo>
                    <a:pt x="31" y="393"/>
                    <a:pt x="31" y="391"/>
                    <a:pt x="33" y="391"/>
                  </a:cubicBezTo>
                  <a:cubicBezTo>
                    <a:pt x="34" y="393"/>
                    <a:pt x="33" y="391"/>
                    <a:pt x="34" y="389"/>
                  </a:cubicBezTo>
                  <a:cubicBezTo>
                    <a:pt x="37" y="389"/>
                    <a:pt x="39" y="386"/>
                    <a:pt x="37" y="386"/>
                  </a:cubicBezTo>
                  <a:cubicBezTo>
                    <a:pt x="36" y="385"/>
                    <a:pt x="36" y="386"/>
                    <a:pt x="33" y="388"/>
                  </a:cubicBezTo>
                  <a:cubicBezTo>
                    <a:pt x="31" y="388"/>
                    <a:pt x="33" y="389"/>
                    <a:pt x="29" y="389"/>
                  </a:cubicBezTo>
                  <a:cubicBezTo>
                    <a:pt x="25" y="388"/>
                    <a:pt x="31" y="389"/>
                    <a:pt x="29" y="391"/>
                  </a:cubicBezTo>
                  <a:cubicBezTo>
                    <a:pt x="28" y="391"/>
                    <a:pt x="26" y="391"/>
                    <a:pt x="26" y="394"/>
                  </a:cubicBezTo>
                  <a:cubicBezTo>
                    <a:pt x="28" y="396"/>
                    <a:pt x="26" y="394"/>
                    <a:pt x="25" y="393"/>
                  </a:cubicBezTo>
                  <a:cubicBezTo>
                    <a:pt x="22" y="393"/>
                    <a:pt x="20" y="389"/>
                    <a:pt x="22" y="389"/>
                  </a:cubicBezTo>
                  <a:cubicBezTo>
                    <a:pt x="23" y="389"/>
                    <a:pt x="25" y="391"/>
                    <a:pt x="25" y="389"/>
                  </a:cubicBezTo>
                  <a:cubicBezTo>
                    <a:pt x="23" y="389"/>
                    <a:pt x="25" y="389"/>
                    <a:pt x="23" y="388"/>
                  </a:cubicBezTo>
                  <a:cubicBezTo>
                    <a:pt x="23" y="386"/>
                    <a:pt x="25" y="385"/>
                    <a:pt x="26" y="386"/>
                  </a:cubicBezTo>
                  <a:cubicBezTo>
                    <a:pt x="28" y="388"/>
                    <a:pt x="28" y="383"/>
                    <a:pt x="31" y="383"/>
                  </a:cubicBezTo>
                  <a:cubicBezTo>
                    <a:pt x="33" y="385"/>
                    <a:pt x="34" y="385"/>
                    <a:pt x="36" y="383"/>
                  </a:cubicBezTo>
                  <a:cubicBezTo>
                    <a:pt x="36" y="383"/>
                    <a:pt x="29" y="382"/>
                    <a:pt x="28" y="383"/>
                  </a:cubicBezTo>
                  <a:cubicBezTo>
                    <a:pt x="26" y="385"/>
                    <a:pt x="28" y="382"/>
                    <a:pt x="25" y="382"/>
                  </a:cubicBezTo>
                  <a:cubicBezTo>
                    <a:pt x="23" y="383"/>
                    <a:pt x="25" y="383"/>
                    <a:pt x="25" y="383"/>
                  </a:cubicBezTo>
                  <a:cubicBezTo>
                    <a:pt x="26" y="385"/>
                    <a:pt x="23" y="385"/>
                    <a:pt x="23" y="386"/>
                  </a:cubicBezTo>
                  <a:cubicBezTo>
                    <a:pt x="23" y="388"/>
                    <a:pt x="23" y="389"/>
                    <a:pt x="20" y="389"/>
                  </a:cubicBezTo>
                  <a:cubicBezTo>
                    <a:pt x="17" y="388"/>
                    <a:pt x="22" y="388"/>
                    <a:pt x="20" y="386"/>
                  </a:cubicBezTo>
                  <a:cubicBezTo>
                    <a:pt x="20" y="386"/>
                    <a:pt x="19" y="385"/>
                    <a:pt x="20" y="386"/>
                  </a:cubicBezTo>
                  <a:cubicBezTo>
                    <a:pt x="22" y="386"/>
                    <a:pt x="20" y="382"/>
                    <a:pt x="19" y="385"/>
                  </a:cubicBezTo>
                  <a:cubicBezTo>
                    <a:pt x="17" y="386"/>
                    <a:pt x="17" y="385"/>
                    <a:pt x="19" y="382"/>
                  </a:cubicBezTo>
                  <a:cubicBezTo>
                    <a:pt x="20" y="380"/>
                    <a:pt x="17" y="382"/>
                    <a:pt x="19" y="380"/>
                  </a:cubicBezTo>
                  <a:cubicBezTo>
                    <a:pt x="19" y="377"/>
                    <a:pt x="16" y="375"/>
                    <a:pt x="17" y="377"/>
                  </a:cubicBezTo>
                  <a:cubicBezTo>
                    <a:pt x="19" y="377"/>
                    <a:pt x="20" y="380"/>
                    <a:pt x="22" y="378"/>
                  </a:cubicBezTo>
                  <a:cubicBezTo>
                    <a:pt x="22" y="377"/>
                    <a:pt x="23" y="377"/>
                    <a:pt x="23" y="377"/>
                  </a:cubicBezTo>
                  <a:cubicBezTo>
                    <a:pt x="23" y="378"/>
                    <a:pt x="23" y="378"/>
                    <a:pt x="23" y="375"/>
                  </a:cubicBezTo>
                  <a:cubicBezTo>
                    <a:pt x="25" y="374"/>
                    <a:pt x="28" y="378"/>
                    <a:pt x="26" y="377"/>
                  </a:cubicBezTo>
                  <a:cubicBezTo>
                    <a:pt x="25" y="375"/>
                    <a:pt x="26" y="375"/>
                    <a:pt x="28" y="374"/>
                  </a:cubicBezTo>
                  <a:cubicBezTo>
                    <a:pt x="28" y="371"/>
                    <a:pt x="26" y="371"/>
                    <a:pt x="23" y="369"/>
                  </a:cubicBezTo>
                  <a:cubicBezTo>
                    <a:pt x="20" y="368"/>
                    <a:pt x="20" y="369"/>
                    <a:pt x="23" y="371"/>
                  </a:cubicBezTo>
                  <a:cubicBezTo>
                    <a:pt x="26" y="372"/>
                    <a:pt x="28" y="374"/>
                    <a:pt x="25" y="374"/>
                  </a:cubicBezTo>
                  <a:cubicBezTo>
                    <a:pt x="22" y="372"/>
                    <a:pt x="23" y="374"/>
                    <a:pt x="23" y="374"/>
                  </a:cubicBezTo>
                  <a:cubicBezTo>
                    <a:pt x="22" y="374"/>
                    <a:pt x="22" y="375"/>
                    <a:pt x="22" y="377"/>
                  </a:cubicBezTo>
                  <a:cubicBezTo>
                    <a:pt x="20" y="378"/>
                    <a:pt x="17" y="374"/>
                    <a:pt x="19" y="374"/>
                  </a:cubicBezTo>
                  <a:cubicBezTo>
                    <a:pt x="20" y="375"/>
                    <a:pt x="19" y="375"/>
                    <a:pt x="19" y="372"/>
                  </a:cubicBezTo>
                  <a:cubicBezTo>
                    <a:pt x="19" y="371"/>
                    <a:pt x="17" y="374"/>
                    <a:pt x="16" y="372"/>
                  </a:cubicBezTo>
                  <a:cubicBezTo>
                    <a:pt x="16" y="371"/>
                    <a:pt x="17" y="371"/>
                    <a:pt x="16" y="369"/>
                  </a:cubicBezTo>
                  <a:cubicBezTo>
                    <a:pt x="16" y="368"/>
                    <a:pt x="16" y="368"/>
                    <a:pt x="17" y="369"/>
                  </a:cubicBezTo>
                  <a:cubicBezTo>
                    <a:pt x="17" y="371"/>
                    <a:pt x="19" y="371"/>
                    <a:pt x="17" y="368"/>
                  </a:cubicBezTo>
                  <a:cubicBezTo>
                    <a:pt x="17" y="366"/>
                    <a:pt x="17" y="366"/>
                    <a:pt x="16" y="366"/>
                  </a:cubicBezTo>
                  <a:cubicBezTo>
                    <a:pt x="14" y="366"/>
                    <a:pt x="14" y="368"/>
                    <a:pt x="14" y="364"/>
                  </a:cubicBezTo>
                  <a:cubicBezTo>
                    <a:pt x="14" y="363"/>
                    <a:pt x="14" y="364"/>
                    <a:pt x="14" y="363"/>
                  </a:cubicBezTo>
                  <a:cubicBezTo>
                    <a:pt x="13" y="363"/>
                    <a:pt x="14" y="361"/>
                    <a:pt x="16" y="363"/>
                  </a:cubicBezTo>
                  <a:cubicBezTo>
                    <a:pt x="16" y="363"/>
                    <a:pt x="17" y="361"/>
                    <a:pt x="17" y="360"/>
                  </a:cubicBezTo>
                  <a:cubicBezTo>
                    <a:pt x="19" y="357"/>
                    <a:pt x="17" y="357"/>
                    <a:pt x="17" y="358"/>
                  </a:cubicBezTo>
                  <a:cubicBezTo>
                    <a:pt x="16" y="361"/>
                    <a:pt x="16" y="361"/>
                    <a:pt x="14" y="360"/>
                  </a:cubicBezTo>
                  <a:cubicBezTo>
                    <a:pt x="13" y="358"/>
                    <a:pt x="13" y="358"/>
                    <a:pt x="14" y="358"/>
                  </a:cubicBezTo>
                  <a:cubicBezTo>
                    <a:pt x="16" y="358"/>
                    <a:pt x="16" y="358"/>
                    <a:pt x="14" y="357"/>
                  </a:cubicBezTo>
                  <a:cubicBezTo>
                    <a:pt x="13" y="357"/>
                    <a:pt x="14" y="357"/>
                    <a:pt x="13" y="357"/>
                  </a:cubicBezTo>
                  <a:cubicBezTo>
                    <a:pt x="11" y="355"/>
                    <a:pt x="11" y="355"/>
                    <a:pt x="10" y="354"/>
                  </a:cubicBezTo>
                  <a:cubicBezTo>
                    <a:pt x="8" y="354"/>
                    <a:pt x="11" y="352"/>
                    <a:pt x="13" y="354"/>
                  </a:cubicBezTo>
                  <a:cubicBezTo>
                    <a:pt x="14" y="355"/>
                    <a:pt x="16" y="355"/>
                    <a:pt x="14" y="354"/>
                  </a:cubicBezTo>
                  <a:cubicBezTo>
                    <a:pt x="13" y="352"/>
                    <a:pt x="11" y="351"/>
                    <a:pt x="14" y="352"/>
                  </a:cubicBezTo>
                  <a:cubicBezTo>
                    <a:pt x="17" y="352"/>
                    <a:pt x="16" y="352"/>
                    <a:pt x="13" y="351"/>
                  </a:cubicBezTo>
                  <a:cubicBezTo>
                    <a:pt x="11" y="349"/>
                    <a:pt x="14" y="349"/>
                    <a:pt x="13" y="347"/>
                  </a:cubicBezTo>
                  <a:cubicBezTo>
                    <a:pt x="13" y="347"/>
                    <a:pt x="14" y="346"/>
                    <a:pt x="16" y="347"/>
                  </a:cubicBezTo>
                  <a:cubicBezTo>
                    <a:pt x="17" y="349"/>
                    <a:pt x="16" y="346"/>
                    <a:pt x="14" y="344"/>
                  </a:cubicBezTo>
                  <a:cubicBezTo>
                    <a:pt x="14" y="343"/>
                    <a:pt x="16" y="341"/>
                    <a:pt x="14" y="341"/>
                  </a:cubicBezTo>
                  <a:cubicBezTo>
                    <a:pt x="13" y="343"/>
                    <a:pt x="14" y="346"/>
                    <a:pt x="13" y="346"/>
                  </a:cubicBezTo>
                  <a:cubicBezTo>
                    <a:pt x="11" y="346"/>
                    <a:pt x="13" y="343"/>
                    <a:pt x="11" y="340"/>
                  </a:cubicBezTo>
                  <a:cubicBezTo>
                    <a:pt x="11" y="336"/>
                    <a:pt x="13" y="336"/>
                    <a:pt x="13" y="335"/>
                  </a:cubicBezTo>
                  <a:cubicBezTo>
                    <a:pt x="13" y="332"/>
                    <a:pt x="16" y="335"/>
                    <a:pt x="16" y="335"/>
                  </a:cubicBezTo>
                  <a:cubicBezTo>
                    <a:pt x="14" y="333"/>
                    <a:pt x="16" y="333"/>
                    <a:pt x="14" y="333"/>
                  </a:cubicBezTo>
                  <a:cubicBezTo>
                    <a:pt x="14" y="332"/>
                    <a:pt x="13" y="332"/>
                    <a:pt x="11" y="330"/>
                  </a:cubicBezTo>
                  <a:cubicBezTo>
                    <a:pt x="11" y="329"/>
                    <a:pt x="11" y="330"/>
                    <a:pt x="10" y="329"/>
                  </a:cubicBezTo>
                  <a:cubicBezTo>
                    <a:pt x="10" y="327"/>
                    <a:pt x="11" y="329"/>
                    <a:pt x="14" y="329"/>
                  </a:cubicBezTo>
                  <a:cubicBezTo>
                    <a:pt x="16" y="329"/>
                    <a:pt x="17" y="329"/>
                    <a:pt x="19" y="330"/>
                  </a:cubicBezTo>
                  <a:cubicBezTo>
                    <a:pt x="22" y="332"/>
                    <a:pt x="17" y="327"/>
                    <a:pt x="19" y="327"/>
                  </a:cubicBezTo>
                  <a:cubicBezTo>
                    <a:pt x="20" y="327"/>
                    <a:pt x="17" y="324"/>
                    <a:pt x="17" y="326"/>
                  </a:cubicBezTo>
                  <a:cubicBezTo>
                    <a:pt x="17" y="327"/>
                    <a:pt x="16" y="324"/>
                    <a:pt x="13" y="326"/>
                  </a:cubicBezTo>
                  <a:cubicBezTo>
                    <a:pt x="10" y="326"/>
                    <a:pt x="10" y="326"/>
                    <a:pt x="10" y="324"/>
                  </a:cubicBezTo>
                  <a:cubicBezTo>
                    <a:pt x="11" y="322"/>
                    <a:pt x="11" y="324"/>
                    <a:pt x="13" y="324"/>
                  </a:cubicBezTo>
                  <a:cubicBezTo>
                    <a:pt x="14" y="324"/>
                    <a:pt x="10" y="322"/>
                    <a:pt x="11" y="321"/>
                  </a:cubicBezTo>
                  <a:cubicBezTo>
                    <a:pt x="13" y="318"/>
                    <a:pt x="16" y="319"/>
                    <a:pt x="16" y="318"/>
                  </a:cubicBezTo>
                  <a:cubicBezTo>
                    <a:pt x="16" y="315"/>
                    <a:pt x="14" y="316"/>
                    <a:pt x="14" y="315"/>
                  </a:cubicBezTo>
                  <a:cubicBezTo>
                    <a:pt x="13" y="313"/>
                    <a:pt x="11" y="313"/>
                    <a:pt x="11" y="315"/>
                  </a:cubicBezTo>
                  <a:cubicBezTo>
                    <a:pt x="11" y="316"/>
                    <a:pt x="8" y="315"/>
                    <a:pt x="6" y="313"/>
                  </a:cubicBezTo>
                  <a:cubicBezTo>
                    <a:pt x="6" y="310"/>
                    <a:pt x="3" y="312"/>
                    <a:pt x="3" y="313"/>
                  </a:cubicBezTo>
                  <a:cubicBezTo>
                    <a:pt x="3" y="316"/>
                    <a:pt x="3" y="316"/>
                    <a:pt x="2" y="315"/>
                  </a:cubicBezTo>
                  <a:cubicBezTo>
                    <a:pt x="0" y="312"/>
                    <a:pt x="3" y="310"/>
                    <a:pt x="6" y="307"/>
                  </a:cubicBezTo>
                  <a:cubicBezTo>
                    <a:pt x="11" y="305"/>
                    <a:pt x="8" y="302"/>
                    <a:pt x="11" y="304"/>
                  </a:cubicBezTo>
                  <a:cubicBezTo>
                    <a:pt x="13" y="304"/>
                    <a:pt x="10" y="302"/>
                    <a:pt x="13" y="302"/>
                  </a:cubicBezTo>
                  <a:cubicBezTo>
                    <a:pt x="16" y="302"/>
                    <a:pt x="13" y="305"/>
                    <a:pt x="16" y="307"/>
                  </a:cubicBezTo>
                  <a:cubicBezTo>
                    <a:pt x="19" y="308"/>
                    <a:pt x="14" y="313"/>
                    <a:pt x="17" y="312"/>
                  </a:cubicBezTo>
                  <a:cubicBezTo>
                    <a:pt x="19" y="310"/>
                    <a:pt x="17" y="310"/>
                    <a:pt x="19" y="305"/>
                  </a:cubicBezTo>
                  <a:cubicBezTo>
                    <a:pt x="19" y="301"/>
                    <a:pt x="19" y="302"/>
                    <a:pt x="19" y="299"/>
                  </a:cubicBezTo>
                  <a:cubicBezTo>
                    <a:pt x="19" y="298"/>
                    <a:pt x="22" y="298"/>
                    <a:pt x="20" y="296"/>
                  </a:cubicBezTo>
                  <a:cubicBezTo>
                    <a:pt x="20" y="294"/>
                    <a:pt x="19" y="294"/>
                    <a:pt x="22" y="293"/>
                  </a:cubicBezTo>
                  <a:cubicBezTo>
                    <a:pt x="23" y="293"/>
                    <a:pt x="25" y="291"/>
                    <a:pt x="25" y="290"/>
                  </a:cubicBezTo>
                  <a:cubicBezTo>
                    <a:pt x="26" y="288"/>
                    <a:pt x="26" y="285"/>
                    <a:pt x="23" y="285"/>
                  </a:cubicBezTo>
                  <a:cubicBezTo>
                    <a:pt x="22" y="285"/>
                    <a:pt x="20" y="284"/>
                    <a:pt x="22" y="284"/>
                  </a:cubicBezTo>
                  <a:cubicBezTo>
                    <a:pt x="23" y="282"/>
                    <a:pt x="23" y="279"/>
                    <a:pt x="22" y="276"/>
                  </a:cubicBezTo>
                  <a:cubicBezTo>
                    <a:pt x="22" y="273"/>
                    <a:pt x="26" y="273"/>
                    <a:pt x="25" y="268"/>
                  </a:cubicBezTo>
                  <a:cubicBezTo>
                    <a:pt x="23" y="265"/>
                    <a:pt x="25" y="266"/>
                    <a:pt x="25" y="263"/>
                  </a:cubicBezTo>
                  <a:cubicBezTo>
                    <a:pt x="25" y="262"/>
                    <a:pt x="25" y="262"/>
                    <a:pt x="26" y="263"/>
                  </a:cubicBezTo>
                  <a:cubicBezTo>
                    <a:pt x="28" y="265"/>
                    <a:pt x="29" y="260"/>
                    <a:pt x="25" y="260"/>
                  </a:cubicBezTo>
                  <a:cubicBezTo>
                    <a:pt x="22" y="259"/>
                    <a:pt x="28" y="257"/>
                    <a:pt x="26" y="256"/>
                  </a:cubicBezTo>
                  <a:cubicBezTo>
                    <a:pt x="23" y="256"/>
                    <a:pt x="23" y="251"/>
                    <a:pt x="22" y="256"/>
                  </a:cubicBezTo>
                  <a:cubicBezTo>
                    <a:pt x="22" y="257"/>
                    <a:pt x="19" y="259"/>
                    <a:pt x="16" y="252"/>
                  </a:cubicBezTo>
                  <a:cubicBezTo>
                    <a:pt x="14" y="248"/>
                    <a:pt x="16" y="248"/>
                    <a:pt x="17" y="238"/>
                  </a:cubicBezTo>
                  <a:cubicBezTo>
                    <a:pt x="17" y="232"/>
                    <a:pt x="19" y="240"/>
                    <a:pt x="20" y="231"/>
                  </a:cubicBezTo>
                  <a:cubicBezTo>
                    <a:pt x="22" y="223"/>
                    <a:pt x="19" y="224"/>
                    <a:pt x="19" y="218"/>
                  </a:cubicBezTo>
                  <a:cubicBezTo>
                    <a:pt x="20" y="210"/>
                    <a:pt x="17" y="215"/>
                    <a:pt x="17" y="207"/>
                  </a:cubicBezTo>
                  <a:cubicBezTo>
                    <a:pt x="19" y="203"/>
                    <a:pt x="22" y="210"/>
                    <a:pt x="22" y="203"/>
                  </a:cubicBezTo>
                  <a:cubicBezTo>
                    <a:pt x="22" y="196"/>
                    <a:pt x="23" y="206"/>
                    <a:pt x="23" y="196"/>
                  </a:cubicBezTo>
                  <a:cubicBezTo>
                    <a:pt x="25" y="190"/>
                    <a:pt x="26" y="195"/>
                    <a:pt x="26" y="190"/>
                  </a:cubicBezTo>
                  <a:cubicBezTo>
                    <a:pt x="26" y="187"/>
                    <a:pt x="31" y="184"/>
                    <a:pt x="31" y="175"/>
                  </a:cubicBezTo>
                  <a:cubicBezTo>
                    <a:pt x="31" y="167"/>
                    <a:pt x="36" y="171"/>
                    <a:pt x="34" y="165"/>
                  </a:cubicBezTo>
                  <a:cubicBezTo>
                    <a:pt x="33" y="161"/>
                    <a:pt x="37" y="158"/>
                    <a:pt x="36" y="154"/>
                  </a:cubicBezTo>
                  <a:cubicBezTo>
                    <a:pt x="34" y="151"/>
                    <a:pt x="36" y="150"/>
                    <a:pt x="34" y="142"/>
                  </a:cubicBezTo>
                  <a:cubicBezTo>
                    <a:pt x="33" y="134"/>
                    <a:pt x="34" y="133"/>
                    <a:pt x="36" y="131"/>
                  </a:cubicBezTo>
                  <a:cubicBezTo>
                    <a:pt x="37" y="129"/>
                    <a:pt x="37" y="125"/>
                    <a:pt x="36" y="120"/>
                  </a:cubicBezTo>
                  <a:cubicBezTo>
                    <a:pt x="33" y="116"/>
                    <a:pt x="37" y="117"/>
                    <a:pt x="39" y="111"/>
                  </a:cubicBezTo>
                  <a:cubicBezTo>
                    <a:pt x="39" y="103"/>
                    <a:pt x="40" y="106"/>
                    <a:pt x="40" y="101"/>
                  </a:cubicBezTo>
                  <a:cubicBezTo>
                    <a:pt x="39" y="98"/>
                    <a:pt x="43" y="91"/>
                    <a:pt x="42" y="88"/>
                  </a:cubicBezTo>
                  <a:cubicBezTo>
                    <a:pt x="40" y="84"/>
                    <a:pt x="45" y="83"/>
                    <a:pt x="43" y="77"/>
                  </a:cubicBezTo>
                  <a:cubicBezTo>
                    <a:pt x="40" y="69"/>
                    <a:pt x="45" y="63"/>
                    <a:pt x="43" y="63"/>
                  </a:cubicBezTo>
                  <a:cubicBezTo>
                    <a:pt x="40" y="61"/>
                    <a:pt x="43" y="58"/>
                    <a:pt x="43" y="58"/>
                  </a:cubicBezTo>
                  <a:cubicBezTo>
                    <a:pt x="45" y="58"/>
                    <a:pt x="45" y="56"/>
                    <a:pt x="46" y="47"/>
                  </a:cubicBezTo>
                  <a:cubicBezTo>
                    <a:pt x="48" y="38"/>
                    <a:pt x="45" y="36"/>
                    <a:pt x="46" y="30"/>
                  </a:cubicBezTo>
                  <a:cubicBezTo>
                    <a:pt x="46" y="24"/>
                    <a:pt x="45" y="24"/>
                    <a:pt x="45" y="19"/>
                  </a:cubicBezTo>
                  <a:cubicBezTo>
                    <a:pt x="45" y="16"/>
                    <a:pt x="43" y="21"/>
                    <a:pt x="43" y="10"/>
                  </a:cubicBezTo>
                  <a:cubicBezTo>
                    <a:pt x="53" y="7"/>
                    <a:pt x="46" y="4"/>
                    <a:pt x="48" y="4"/>
                  </a:cubicBezTo>
                  <a:cubicBezTo>
                    <a:pt x="51" y="4"/>
                    <a:pt x="51" y="0"/>
                    <a:pt x="51" y="0"/>
                  </a:cubicBezTo>
                  <a:close/>
                  <a:moveTo>
                    <a:pt x="59" y="411"/>
                  </a:moveTo>
                  <a:cubicBezTo>
                    <a:pt x="59" y="383"/>
                    <a:pt x="59" y="383"/>
                    <a:pt x="59" y="383"/>
                  </a:cubicBezTo>
                  <a:moveTo>
                    <a:pt x="59" y="411"/>
                  </a:moveTo>
                  <a:cubicBezTo>
                    <a:pt x="59" y="383"/>
                    <a:pt x="59" y="383"/>
                    <a:pt x="59" y="383"/>
                  </a:cubicBezTo>
                  <a:cubicBezTo>
                    <a:pt x="57" y="382"/>
                    <a:pt x="56" y="385"/>
                    <a:pt x="54" y="385"/>
                  </a:cubicBezTo>
                  <a:cubicBezTo>
                    <a:pt x="53" y="385"/>
                    <a:pt x="53" y="382"/>
                    <a:pt x="51" y="382"/>
                  </a:cubicBezTo>
                  <a:cubicBezTo>
                    <a:pt x="49" y="382"/>
                    <a:pt x="49" y="385"/>
                    <a:pt x="48" y="386"/>
                  </a:cubicBezTo>
                  <a:cubicBezTo>
                    <a:pt x="46" y="386"/>
                    <a:pt x="45" y="385"/>
                    <a:pt x="45" y="385"/>
                  </a:cubicBezTo>
                  <a:cubicBezTo>
                    <a:pt x="43" y="385"/>
                    <a:pt x="45" y="385"/>
                    <a:pt x="45" y="386"/>
                  </a:cubicBezTo>
                  <a:cubicBezTo>
                    <a:pt x="45" y="388"/>
                    <a:pt x="46" y="386"/>
                    <a:pt x="46" y="388"/>
                  </a:cubicBezTo>
                  <a:cubicBezTo>
                    <a:pt x="45" y="389"/>
                    <a:pt x="45" y="389"/>
                    <a:pt x="45" y="388"/>
                  </a:cubicBezTo>
                  <a:cubicBezTo>
                    <a:pt x="43" y="386"/>
                    <a:pt x="43" y="389"/>
                    <a:pt x="45" y="393"/>
                  </a:cubicBezTo>
                  <a:cubicBezTo>
                    <a:pt x="45" y="396"/>
                    <a:pt x="51" y="391"/>
                    <a:pt x="53" y="393"/>
                  </a:cubicBezTo>
                  <a:cubicBezTo>
                    <a:pt x="54" y="396"/>
                    <a:pt x="45" y="396"/>
                    <a:pt x="46" y="399"/>
                  </a:cubicBezTo>
                  <a:cubicBezTo>
                    <a:pt x="46" y="403"/>
                    <a:pt x="56" y="405"/>
                    <a:pt x="56" y="406"/>
                  </a:cubicBezTo>
                  <a:cubicBezTo>
                    <a:pt x="49" y="405"/>
                    <a:pt x="51" y="403"/>
                    <a:pt x="51" y="405"/>
                  </a:cubicBezTo>
                  <a:cubicBezTo>
                    <a:pt x="49" y="406"/>
                    <a:pt x="48" y="403"/>
                    <a:pt x="46" y="403"/>
                  </a:cubicBezTo>
                  <a:cubicBezTo>
                    <a:pt x="45" y="405"/>
                    <a:pt x="48" y="406"/>
                    <a:pt x="45" y="405"/>
                  </a:cubicBezTo>
                  <a:cubicBezTo>
                    <a:pt x="42" y="402"/>
                    <a:pt x="39" y="400"/>
                    <a:pt x="40" y="402"/>
                  </a:cubicBezTo>
                  <a:cubicBezTo>
                    <a:pt x="40" y="405"/>
                    <a:pt x="45" y="403"/>
                    <a:pt x="42" y="405"/>
                  </a:cubicBezTo>
                  <a:cubicBezTo>
                    <a:pt x="39" y="405"/>
                    <a:pt x="40" y="406"/>
                    <a:pt x="39" y="406"/>
                  </a:cubicBezTo>
                  <a:cubicBezTo>
                    <a:pt x="36" y="405"/>
                    <a:pt x="36" y="405"/>
                    <a:pt x="36" y="405"/>
                  </a:cubicBezTo>
                  <a:cubicBezTo>
                    <a:pt x="36" y="406"/>
                    <a:pt x="34" y="405"/>
                    <a:pt x="33" y="405"/>
                  </a:cubicBezTo>
                  <a:cubicBezTo>
                    <a:pt x="31" y="405"/>
                    <a:pt x="34" y="406"/>
                    <a:pt x="34" y="406"/>
                  </a:cubicBezTo>
                  <a:cubicBezTo>
                    <a:pt x="33" y="408"/>
                    <a:pt x="31" y="405"/>
                    <a:pt x="31" y="406"/>
                  </a:cubicBezTo>
                  <a:cubicBezTo>
                    <a:pt x="31" y="408"/>
                    <a:pt x="31" y="408"/>
                    <a:pt x="31" y="408"/>
                  </a:cubicBezTo>
                  <a:cubicBezTo>
                    <a:pt x="33" y="410"/>
                    <a:pt x="34" y="408"/>
                    <a:pt x="36" y="408"/>
                  </a:cubicBezTo>
                  <a:cubicBezTo>
                    <a:pt x="36" y="410"/>
                    <a:pt x="36" y="406"/>
                    <a:pt x="37" y="406"/>
                  </a:cubicBezTo>
                  <a:cubicBezTo>
                    <a:pt x="37" y="406"/>
                    <a:pt x="36" y="408"/>
                    <a:pt x="37" y="408"/>
                  </a:cubicBezTo>
                  <a:cubicBezTo>
                    <a:pt x="37" y="410"/>
                    <a:pt x="40" y="406"/>
                    <a:pt x="39" y="408"/>
                  </a:cubicBezTo>
                  <a:cubicBezTo>
                    <a:pt x="39" y="411"/>
                    <a:pt x="39" y="410"/>
                    <a:pt x="40" y="410"/>
                  </a:cubicBezTo>
                  <a:cubicBezTo>
                    <a:pt x="40" y="410"/>
                    <a:pt x="40" y="411"/>
                    <a:pt x="42" y="410"/>
                  </a:cubicBezTo>
                  <a:cubicBezTo>
                    <a:pt x="43" y="410"/>
                    <a:pt x="45" y="411"/>
                    <a:pt x="45" y="411"/>
                  </a:cubicBezTo>
                  <a:cubicBezTo>
                    <a:pt x="46" y="410"/>
                    <a:pt x="46" y="411"/>
                    <a:pt x="48" y="411"/>
                  </a:cubicBezTo>
                  <a:cubicBezTo>
                    <a:pt x="48" y="410"/>
                    <a:pt x="49" y="411"/>
                    <a:pt x="49" y="410"/>
                  </a:cubicBezTo>
                  <a:cubicBezTo>
                    <a:pt x="49" y="408"/>
                    <a:pt x="49" y="411"/>
                    <a:pt x="51" y="411"/>
                  </a:cubicBezTo>
                  <a:cubicBezTo>
                    <a:pt x="56" y="411"/>
                    <a:pt x="57" y="413"/>
                    <a:pt x="57" y="411"/>
                  </a:cubicBezTo>
                  <a:cubicBezTo>
                    <a:pt x="57" y="410"/>
                    <a:pt x="57" y="411"/>
                    <a:pt x="59" y="411"/>
                  </a:cubicBezTo>
                  <a:close/>
                  <a:moveTo>
                    <a:pt x="20" y="291"/>
                  </a:moveTo>
                  <a:cubicBezTo>
                    <a:pt x="20" y="291"/>
                    <a:pt x="19" y="291"/>
                    <a:pt x="20" y="293"/>
                  </a:cubicBezTo>
                  <a:cubicBezTo>
                    <a:pt x="22" y="293"/>
                    <a:pt x="23" y="291"/>
                    <a:pt x="23" y="291"/>
                  </a:cubicBezTo>
                  <a:cubicBezTo>
                    <a:pt x="25" y="290"/>
                    <a:pt x="23" y="290"/>
                    <a:pt x="23" y="290"/>
                  </a:cubicBezTo>
                  <a:cubicBezTo>
                    <a:pt x="25" y="290"/>
                    <a:pt x="26" y="288"/>
                    <a:pt x="23" y="287"/>
                  </a:cubicBezTo>
                  <a:cubicBezTo>
                    <a:pt x="22" y="285"/>
                    <a:pt x="23" y="287"/>
                    <a:pt x="22" y="287"/>
                  </a:cubicBezTo>
                  <a:cubicBezTo>
                    <a:pt x="22" y="287"/>
                    <a:pt x="20" y="287"/>
                    <a:pt x="20" y="288"/>
                  </a:cubicBezTo>
                  <a:cubicBezTo>
                    <a:pt x="22" y="290"/>
                    <a:pt x="20" y="288"/>
                    <a:pt x="19" y="290"/>
                  </a:cubicBezTo>
                  <a:cubicBezTo>
                    <a:pt x="19" y="290"/>
                    <a:pt x="19" y="290"/>
                    <a:pt x="20" y="291"/>
                  </a:cubicBezTo>
                  <a:close/>
                  <a:moveTo>
                    <a:pt x="43" y="402"/>
                  </a:moveTo>
                  <a:cubicBezTo>
                    <a:pt x="42" y="400"/>
                    <a:pt x="42" y="400"/>
                    <a:pt x="43" y="400"/>
                  </a:cubicBezTo>
                  <a:cubicBezTo>
                    <a:pt x="45" y="402"/>
                    <a:pt x="45" y="402"/>
                    <a:pt x="43" y="400"/>
                  </a:cubicBezTo>
                  <a:cubicBezTo>
                    <a:pt x="43" y="399"/>
                    <a:pt x="43" y="397"/>
                    <a:pt x="43" y="396"/>
                  </a:cubicBezTo>
                  <a:cubicBezTo>
                    <a:pt x="43" y="394"/>
                    <a:pt x="42" y="396"/>
                    <a:pt x="42" y="397"/>
                  </a:cubicBezTo>
                  <a:cubicBezTo>
                    <a:pt x="42" y="399"/>
                    <a:pt x="40" y="397"/>
                    <a:pt x="40" y="399"/>
                  </a:cubicBezTo>
                  <a:cubicBezTo>
                    <a:pt x="40" y="400"/>
                    <a:pt x="42" y="402"/>
                    <a:pt x="45" y="403"/>
                  </a:cubicBezTo>
                  <a:cubicBezTo>
                    <a:pt x="46" y="405"/>
                    <a:pt x="45" y="403"/>
                    <a:pt x="43" y="402"/>
                  </a:cubicBezTo>
                  <a:close/>
                  <a:moveTo>
                    <a:pt x="39" y="402"/>
                  </a:moveTo>
                  <a:cubicBezTo>
                    <a:pt x="39" y="400"/>
                    <a:pt x="37" y="402"/>
                    <a:pt x="37" y="400"/>
                  </a:cubicBezTo>
                  <a:cubicBezTo>
                    <a:pt x="36" y="399"/>
                    <a:pt x="34" y="399"/>
                    <a:pt x="34" y="400"/>
                  </a:cubicBezTo>
                  <a:cubicBezTo>
                    <a:pt x="34" y="402"/>
                    <a:pt x="33" y="403"/>
                    <a:pt x="34" y="403"/>
                  </a:cubicBezTo>
                  <a:cubicBezTo>
                    <a:pt x="36" y="403"/>
                    <a:pt x="34" y="402"/>
                    <a:pt x="36" y="403"/>
                  </a:cubicBezTo>
                  <a:cubicBezTo>
                    <a:pt x="37" y="403"/>
                    <a:pt x="36" y="403"/>
                    <a:pt x="37" y="405"/>
                  </a:cubicBezTo>
                  <a:cubicBezTo>
                    <a:pt x="39" y="405"/>
                    <a:pt x="39" y="403"/>
                    <a:pt x="39" y="402"/>
                  </a:cubicBezTo>
                  <a:close/>
                  <a:moveTo>
                    <a:pt x="13" y="265"/>
                  </a:moveTo>
                  <a:cubicBezTo>
                    <a:pt x="13" y="266"/>
                    <a:pt x="14" y="266"/>
                    <a:pt x="13" y="271"/>
                  </a:cubicBezTo>
                  <a:cubicBezTo>
                    <a:pt x="11" y="276"/>
                    <a:pt x="13" y="274"/>
                    <a:pt x="16" y="276"/>
                  </a:cubicBezTo>
                  <a:cubicBezTo>
                    <a:pt x="20" y="276"/>
                    <a:pt x="16" y="273"/>
                    <a:pt x="17" y="273"/>
                  </a:cubicBezTo>
                  <a:cubicBezTo>
                    <a:pt x="20" y="273"/>
                    <a:pt x="17" y="270"/>
                    <a:pt x="19" y="270"/>
                  </a:cubicBezTo>
                  <a:cubicBezTo>
                    <a:pt x="20" y="270"/>
                    <a:pt x="20" y="270"/>
                    <a:pt x="17" y="266"/>
                  </a:cubicBezTo>
                  <a:cubicBezTo>
                    <a:pt x="16" y="265"/>
                    <a:pt x="19" y="266"/>
                    <a:pt x="17" y="265"/>
                  </a:cubicBezTo>
                  <a:cubicBezTo>
                    <a:pt x="17" y="263"/>
                    <a:pt x="17" y="263"/>
                    <a:pt x="19" y="263"/>
                  </a:cubicBezTo>
                  <a:cubicBezTo>
                    <a:pt x="22" y="263"/>
                    <a:pt x="20" y="262"/>
                    <a:pt x="19" y="260"/>
                  </a:cubicBezTo>
                  <a:cubicBezTo>
                    <a:pt x="19" y="259"/>
                    <a:pt x="19" y="257"/>
                    <a:pt x="17" y="259"/>
                  </a:cubicBezTo>
                  <a:cubicBezTo>
                    <a:pt x="14" y="259"/>
                    <a:pt x="17" y="257"/>
                    <a:pt x="16" y="257"/>
                  </a:cubicBezTo>
                  <a:cubicBezTo>
                    <a:pt x="14" y="257"/>
                    <a:pt x="14" y="257"/>
                    <a:pt x="14" y="259"/>
                  </a:cubicBezTo>
                  <a:cubicBezTo>
                    <a:pt x="16" y="262"/>
                    <a:pt x="14" y="262"/>
                    <a:pt x="13" y="265"/>
                  </a:cubicBezTo>
                  <a:close/>
                  <a:moveTo>
                    <a:pt x="22" y="281"/>
                  </a:moveTo>
                  <a:cubicBezTo>
                    <a:pt x="22" y="281"/>
                    <a:pt x="22" y="282"/>
                    <a:pt x="20" y="282"/>
                  </a:cubicBezTo>
                  <a:cubicBezTo>
                    <a:pt x="20" y="282"/>
                    <a:pt x="20" y="281"/>
                    <a:pt x="22" y="281"/>
                  </a:cubicBezTo>
                  <a:close/>
                  <a:moveTo>
                    <a:pt x="16" y="281"/>
                  </a:moveTo>
                  <a:cubicBezTo>
                    <a:pt x="17" y="281"/>
                    <a:pt x="17" y="281"/>
                    <a:pt x="17" y="281"/>
                  </a:cubicBezTo>
                  <a:cubicBezTo>
                    <a:pt x="16" y="279"/>
                    <a:pt x="16" y="281"/>
                    <a:pt x="14" y="281"/>
                  </a:cubicBezTo>
                  <a:cubicBezTo>
                    <a:pt x="14" y="279"/>
                    <a:pt x="13" y="281"/>
                    <a:pt x="14" y="281"/>
                  </a:cubicBezTo>
                  <a:cubicBezTo>
                    <a:pt x="16" y="282"/>
                    <a:pt x="16" y="282"/>
                    <a:pt x="16" y="281"/>
                  </a:cubicBezTo>
                  <a:close/>
                  <a:moveTo>
                    <a:pt x="16" y="296"/>
                  </a:moveTo>
                  <a:cubicBezTo>
                    <a:pt x="16" y="296"/>
                    <a:pt x="16" y="296"/>
                    <a:pt x="17" y="296"/>
                  </a:cubicBezTo>
                  <a:cubicBezTo>
                    <a:pt x="17" y="298"/>
                    <a:pt x="17" y="296"/>
                    <a:pt x="17" y="294"/>
                  </a:cubicBezTo>
                  <a:cubicBezTo>
                    <a:pt x="16" y="293"/>
                    <a:pt x="16" y="294"/>
                    <a:pt x="14" y="294"/>
                  </a:cubicBezTo>
                  <a:cubicBezTo>
                    <a:pt x="13" y="293"/>
                    <a:pt x="13" y="294"/>
                    <a:pt x="14" y="296"/>
                  </a:cubicBezTo>
                  <a:cubicBezTo>
                    <a:pt x="14" y="296"/>
                    <a:pt x="14" y="296"/>
                    <a:pt x="16" y="296"/>
                  </a:cubicBezTo>
                  <a:close/>
                  <a:moveTo>
                    <a:pt x="16" y="293"/>
                  </a:moveTo>
                  <a:cubicBezTo>
                    <a:pt x="16" y="293"/>
                    <a:pt x="16" y="293"/>
                    <a:pt x="14" y="291"/>
                  </a:cubicBezTo>
                  <a:cubicBezTo>
                    <a:pt x="13" y="291"/>
                    <a:pt x="13" y="293"/>
                    <a:pt x="13" y="293"/>
                  </a:cubicBezTo>
                  <a:cubicBezTo>
                    <a:pt x="11" y="294"/>
                    <a:pt x="13" y="293"/>
                    <a:pt x="16" y="293"/>
                  </a:cubicBezTo>
                  <a:close/>
                  <a:moveTo>
                    <a:pt x="14" y="290"/>
                  </a:moveTo>
                  <a:cubicBezTo>
                    <a:pt x="16" y="290"/>
                    <a:pt x="16" y="290"/>
                    <a:pt x="16" y="290"/>
                  </a:cubicBezTo>
                  <a:cubicBezTo>
                    <a:pt x="16" y="288"/>
                    <a:pt x="14" y="288"/>
                    <a:pt x="13" y="290"/>
                  </a:cubicBezTo>
                  <a:cubicBezTo>
                    <a:pt x="11" y="290"/>
                    <a:pt x="13" y="290"/>
                    <a:pt x="13" y="291"/>
                  </a:cubicBezTo>
                  <a:cubicBezTo>
                    <a:pt x="13" y="291"/>
                    <a:pt x="14" y="291"/>
                    <a:pt x="14" y="290"/>
                  </a:cubicBezTo>
                  <a:close/>
                  <a:moveTo>
                    <a:pt x="17" y="290"/>
                  </a:moveTo>
                  <a:cubicBezTo>
                    <a:pt x="19" y="290"/>
                    <a:pt x="19" y="288"/>
                    <a:pt x="17" y="288"/>
                  </a:cubicBezTo>
                  <a:cubicBezTo>
                    <a:pt x="16" y="288"/>
                    <a:pt x="17" y="288"/>
                    <a:pt x="17" y="290"/>
                  </a:cubicBezTo>
                  <a:cubicBezTo>
                    <a:pt x="17" y="290"/>
                    <a:pt x="17" y="290"/>
                    <a:pt x="17" y="290"/>
                  </a:cubicBezTo>
                  <a:close/>
                  <a:moveTo>
                    <a:pt x="19" y="301"/>
                  </a:moveTo>
                  <a:cubicBezTo>
                    <a:pt x="19" y="299"/>
                    <a:pt x="19" y="299"/>
                    <a:pt x="17" y="299"/>
                  </a:cubicBezTo>
                  <a:cubicBezTo>
                    <a:pt x="17" y="299"/>
                    <a:pt x="16" y="301"/>
                    <a:pt x="17" y="302"/>
                  </a:cubicBezTo>
                  <a:cubicBezTo>
                    <a:pt x="17" y="302"/>
                    <a:pt x="19" y="302"/>
                    <a:pt x="19" y="301"/>
                  </a:cubicBezTo>
                  <a:close/>
                  <a:moveTo>
                    <a:pt x="13" y="301"/>
                  </a:moveTo>
                  <a:cubicBezTo>
                    <a:pt x="14" y="301"/>
                    <a:pt x="13" y="299"/>
                    <a:pt x="13" y="299"/>
                  </a:cubicBezTo>
                  <a:cubicBezTo>
                    <a:pt x="11" y="298"/>
                    <a:pt x="11" y="299"/>
                    <a:pt x="11" y="301"/>
                  </a:cubicBezTo>
                  <a:cubicBezTo>
                    <a:pt x="13" y="301"/>
                    <a:pt x="11" y="302"/>
                    <a:pt x="13" y="302"/>
                  </a:cubicBezTo>
                  <a:cubicBezTo>
                    <a:pt x="13" y="301"/>
                    <a:pt x="13" y="301"/>
                    <a:pt x="13" y="301"/>
                  </a:cubicBezTo>
                  <a:close/>
                  <a:moveTo>
                    <a:pt x="14" y="301"/>
                  </a:moveTo>
                  <a:cubicBezTo>
                    <a:pt x="14" y="301"/>
                    <a:pt x="16" y="299"/>
                    <a:pt x="16" y="301"/>
                  </a:cubicBezTo>
                  <a:cubicBezTo>
                    <a:pt x="16" y="301"/>
                    <a:pt x="16" y="302"/>
                    <a:pt x="14" y="301"/>
                  </a:cubicBezTo>
                  <a:close/>
                  <a:moveTo>
                    <a:pt x="17" y="304"/>
                  </a:moveTo>
                  <a:cubicBezTo>
                    <a:pt x="17" y="304"/>
                    <a:pt x="17" y="304"/>
                    <a:pt x="17" y="302"/>
                  </a:cubicBezTo>
                  <a:cubicBezTo>
                    <a:pt x="17" y="302"/>
                    <a:pt x="16" y="302"/>
                    <a:pt x="16" y="304"/>
                  </a:cubicBezTo>
                  <a:cubicBezTo>
                    <a:pt x="16" y="305"/>
                    <a:pt x="16" y="305"/>
                    <a:pt x="17" y="304"/>
                  </a:cubicBezTo>
                  <a:close/>
                  <a:moveTo>
                    <a:pt x="6" y="305"/>
                  </a:moveTo>
                  <a:cubicBezTo>
                    <a:pt x="6" y="305"/>
                    <a:pt x="6" y="305"/>
                    <a:pt x="6" y="305"/>
                  </a:cubicBezTo>
                  <a:cubicBezTo>
                    <a:pt x="6" y="307"/>
                    <a:pt x="8" y="307"/>
                    <a:pt x="8" y="305"/>
                  </a:cubicBezTo>
                  <a:cubicBezTo>
                    <a:pt x="10" y="305"/>
                    <a:pt x="10" y="304"/>
                    <a:pt x="8" y="302"/>
                  </a:cubicBezTo>
                  <a:cubicBezTo>
                    <a:pt x="8" y="302"/>
                    <a:pt x="8" y="302"/>
                    <a:pt x="6" y="304"/>
                  </a:cubicBezTo>
                  <a:cubicBezTo>
                    <a:pt x="6" y="304"/>
                    <a:pt x="6" y="304"/>
                    <a:pt x="6" y="305"/>
                  </a:cubicBezTo>
                  <a:close/>
                  <a:moveTo>
                    <a:pt x="13" y="287"/>
                  </a:moveTo>
                  <a:cubicBezTo>
                    <a:pt x="13" y="287"/>
                    <a:pt x="13" y="287"/>
                    <a:pt x="11" y="287"/>
                  </a:cubicBezTo>
                  <a:cubicBezTo>
                    <a:pt x="11" y="288"/>
                    <a:pt x="11" y="288"/>
                    <a:pt x="11" y="288"/>
                  </a:cubicBezTo>
                  <a:cubicBezTo>
                    <a:pt x="13" y="288"/>
                    <a:pt x="13" y="287"/>
                    <a:pt x="13" y="287"/>
                  </a:cubicBezTo>
                  <a:close/>
                  <a:moveTo>
                    <a:pt x="14" y="288"/>
                  </a:moveTo>
                  <a:cubicBezTo>
                    <a:pt x="16" y="288"/>
                    <a:pt x="16" y="288"/>
                    <a:pt x="16" y="288"/>
                  </a:cubicBezTo>
                  <a:cubicBezTo>
                    <a:pt x="16" y="287"/>
                    <a:pt x="14" y="288"/>
                    <a:pt x="13" y="288"/>
                  </a:cubicBezTo>
                  <a:cubicBezTo>
                    <a:pt x="13" y="288"/>
                    <a:pt x="13" y="288"/>
                    <a:pt x="14" y="288"/>
                  </a:cubicBezTo>
                  <a:close/>
                  <a:moveTo>
                    <a:pt x="14" y="285"/>
                  </a:moveTo>
                  <a:cubicBezTo>
                    <a:pt x="14" y="284"/>
                    <a:pt x="14" y="284"/>
                    <a:pt x="16" y="284"/>
                  </a:cubicBezTo>
                  <a:cubicBezTo>
                    <a:pt x="16" y="285"/>
                    <a:pt x="14" y="287"/>
                    <a:pt x="14" y="285"/>
                  </a:cubicBezTo>
                  <a:close/>
                  <a:moveTo>
                    <a:pt x="19" y="284"/>
                  </a:moveTo>
                  <a:cubicBezTo>
                    <a:pt x="17" y="284"/>
                    <a:pt x="17" y="282"/>
                    <a:pt x="17" y="282"/>
                  </a:cubicBezTo>
                  <a:cubicBezTo>
                    <a:pt x="17" y="281"/>
                    <a:pt x="19" y="284"/>
                    <a:pt x="19" y="284"/>
                  </a:cubicBezTo>
                  <a:close/>
                  <a:moveTo>
                    <a:pt x="8" y="277"/>
                  </a:moveTo>
                  <a:cubicBezTo>
                    <a:pt x="8" y="277"/>
                    <a:pt x="10" y="276"/>
                    <a:pt x="10" y="277"/>
                  </a:cubicBezTo>
                  <a:cubicBezTo>
                    <a:pt x="11" y="277"/>
                    <a:pt x="8" y="279"/>
                    <a:pt x="8" y="277"/>
                  </a:cubicBezTo>
                  <a:close/>
                  <a:moveTo>
                    <a:pt x="10" y="302"/>
                  </a:moveTo>
                  <a:cubicBezTo>
                    <a:pt x="10" y="301"/>
                    <a:pt x="10" y="301"/>
                    <a:pt x="10" y="301"/>
                  </a:cubicBezTo>
                  <a:cubicBezTo>
                    <a:pt x="11" y="301"/>
                    <a:pt x="11" y="302"/>
                    <a:pt x="10" y="302"/>
                  </a:cubicBezTo>
                  <a:close/>
                  <a:moveTo>
                    <a:pt x="16" y="299"/>
                  </a:moveTo>
                  <a:cubicBezTo>
                    <a:pt x="16" y="299"/>
                    <a:pt x="14" y="298"/>
                    <a:pt x="14" y="299"/>
                  </a:cubicBezTo>
                  <a:cubicBezTo>
                    <a:pt x="14" y="299"/>
                    <a:pt x="14" y="299"/>
                    <a:pt x="16" y="299"/>
                  </a:cubicBezTo>
                  <a:cubicBezTo>
                    <a:pt x="16" y="299"/>
                    <a:pt x="17" y="299"/>
                    <a:pt x="16" y="299"/>
                  </a:cubicBezTo>
                  <a:close/>
                  <a:moveTo>
                    <a:pt x="17" y="293"/>
                  </a:moveTo>
                  <a:cubicBezTo>
                    <a:pt x="16" y="293"/>
                    <a:pt x="16" y="291"/>
                    <a:pt x="16" y="291"/>
                  </a:cubicBezTo>
                  <a:cubicBezTo>
                    <a:pt x="17" y="291"/>
                    <a:pt x="17" y="293"/>
                    <a:pt x="17" y="293"/>
                  </a:cubicBezTo>
                  <a:close/>
                  <a:moveTo>
                    <a:pt x="51" y="417"/>
                  </a:moveTo>
                  <a:cubicBezTo>
                    <a:pt x="53" y="417"/>
                    <a:pt x="53" y="419"/>
                    <a:pt x="54" y="419"/>
                  </a:cubicBezTo>
                  <a:cubicBezTo>
                    <a:pt x="56" y="419"/>
                    <a:pt x="54" y="419"/>
                    <a:pt x="53" y="417"/>
                  </a:cubicBezTo>
                  <a:cubicBezTo>
                    <a:pt x="51" y="416"/>
                    <a:pt x="53" y="416"/>
                    <a:pt x="54" y="416"/>
                  </a:cubicBezTo>
                  <a:cubicBezTo>
                    <a:pt x="56" y="416"/>
                    <a:pt x="57" y="416"/>
                    <a:pt x="56" y="416"/>
                  </a:cubicBezTo>
                  <a:cubicBezTo>
                    <a:pt x="56" y="417"/>
                    <a:pt x="56" y="417"/>
                    <a:pt x="56" y="419"/>
                  </a:cubicBezTo>
                  <a:cubicBezTo>
                    <a:pt x="57" y="421"/>
                    <a:pt x="57" y="417"/>
                    <a:pt x="59" y="419"/>
                  </a:cubicBezTo>
                  <a:cubicBezTo>
                    <a:pt x="59" y="421"/>
                    <a:pt x="60" y="419"/>
                    <a:pt x="60" y="421"/>
                  </a:cubicBezTo>
                  <a:cubicBezTo>
                    <a:pt x="62" y="422"/>
                    <a:pt x="62" y="421"/>
                    <a:pt x="62" y="422"/>
                  </a:cubicBezTo>
                  <a:cubicBezTo>
                    <a:pt x="63" y="424"/>
                    <a:pt x="63" y="421"/>
                    <a:pt x="63" y="421"/>
                  </a:cubicBezTo>
                  <a:cubicBezTo>
                    <a:pt x="62" y="419"/>
                    <a:pt x="63" y="419"/>
                    <a:pt x="60" y="417"/>
                  </a:cubicBezTo>
                  <a:cubicBezTo>
                    <a:pt x="57" y="416"/>
                    <a:pt x="62" y="417"/>
                    <a:pt x="60" y="416"/>
                  </a:cubicBezTo>
                  <a:cubicBezTo>
                    <a:pt x="60" y="416"/>
                    <a:pt x="60" y="416"/>
                    <a:pt x="59" y="416"/>
                  </a:cubicBezTo>
                  <a:cubicBezTo>
                    <a:pt x="57" y="414"/>
                    <a:pt x="57" y="414"/>
                    <a:pt x="59" y="414"/>
                  </a:cubicBezTo>
                  <a:cubicBezTo>
                    <a:pt x="60" y="414"/>
                    <a:pt x="60" y="413"/>
                    <a:pt x="60" y="413"/>
                  </a:cubicBezTo>
                  <a:cubicBezTo>
                    <a:pt x="59" y="411"/>
                    <a:pt x="56" y="413"/>
                    <a:pt x="54" y="413"/>
                  </a:cubicBezTo>
                  <a:cubicBezTo>
                    <a:pt x="53" y="413"/>
                    <a:pt x="51" y="413"/>
                    <a:pt x="48" y="414"/>
                  </a:cubicBezTo>
                  <a:cubicBezTo>
                    <a:pt x="46" y="414"/>
                    <a:pt x="48" y="414"/>
                    <a:pt x="49" y="416"/>
                  </a:cubicBezTo>
                  <a:cubicBezTo>
                    <a:pt x="51" y="417"/>
                    <a:pt x="46" y="416"/>
                    <a:pt x="51" y="417"/>
                  </a:cubicBezTo>
                  <a:close/>
                  <a:moveTo>
                    <a:pt x="51" y="413"/>
                  </a:moveTo>
                  <a:cubicBezTo>
                    <a:pt x="54" y="411"/>
                    <a:pt x="53" y="413"/>
                    <a:pt x="51" y="411"/>
                  </a:cubicBezTo>
                  <a:cubicBezTo>
                    <a:pt x="48" y="411"/>
                    <a:pt x="48" y="411"/>
                    <a:pt x="46" y="413"/>
                  </a:cubicBezTo>
                  <a:cubicBezTo>
                    <a:pt x="45" y="413"/>
                    <a:pt x="46" y="413"/>
                    <a:pt x="48" y="413"/>
                  </a:cubicBezTo>
                  <a:cubicBezTo>
                    <a:pt x="48" y="413"/>
                    <a:pt x="48" y="413"/>
                    <a:pt x="51" y="413"/>
                  </a:cubicBezTo>
                  <a:close/>
                  <a:moveTo>
                    <a:pt x="43" y="413"/>
                  </a:moveTo>
                  <a:cubicBezTo>
                    <a:pt x="43" y="413"/>
                    <a:pt x="42" y="413"/>
                    <a:pt x="43" y="413"/>
                  </a:cubicBezTo>
                  <a:cubicBezTo>
                    <a:pt x="46" y="413"/>
                    <a:pt x="45" y="411"/>
                    <a:pt x="43" y="411"/>
                  </a:cubicBezTo>
                  <a:cubicBezTo>
                    <a:pt x="42" y="411"/>
                    <a:pt x="42" y="413"/>
                    <a:pt x="40" y="413"/>
                  </a:cubicBezTo>
                  <a:cubicBezTo>
                    <a:pt x="39" y="413"/>
                    <a:pt x="39" y="413"/>
                    <a:pt x="39" y="413"/>
                  </a:cubicBezTo>
                  <a:cubicBezTo>
                    <a:pt x="39" y="414"/>
                    <a:pt x="40" y="414"/>
                    <a:pt x="42" y="414"/>
                  </a:cubicBezTo>
                  <a:cubicBezTo>
                    <a:pt x="43" y="414"/>
                    <a:pt x="42" y="416"/>
                    <a:pt x="43" y="416"/>
                  </a:cubicBezTo>
                  <a:cubicBezTo>
                    <a:pt x="45" y="414"/>
                    <a:pt x="45" y="413"/>
                    <a:pt x="43" y="413"/>
                  </a:cubicBezTo>
                  <a:close/>
                  <a:moveTo>
                    <a:pt x="39" y="411"/>
                  </a:moveTo>
                  <a:cubicBezTo>
                    <a:pt x="39" y="411"/>
                    <a:pt x="37" y="410"/>
                    <a:pt x="36" y="411"/>
                  </a:cubicBezTo>
                  <a:cubicBezTo>
                    <a:pt x="36" y="411"/>
                    <a:pt x="36" y="413"/>
                    <a:pt x="37" y="411"/>
                  </a:cubicBezTo>
                  <a:cubicBezTo>
                    <a:pt x="39" y="411"/>
                    <a:pt x="37" y="413"/>
                    <a:pt x="39" y="411"/>
                  </a:cubicBezTo>
                  <a:cubicBezTo>
                    <a:pt x="40" y="411"/>
                    <a:pt x="39" y="411"/>
                    <a:pt x="39" y="411"/>
                  </a:cubicBezTo>
                  <a:close/>
                  <a:moveTo>
                    <a:pt x="65" y="424"/>
                  </a:moveTo>
                  <a:cubicBezTo>
                    <a:pt x="63" y="422"/>
                    <a:pt x="66" y="422"/>
                    <a:pt x="66" y="422"/>
                  </a:cubicBezTo>
                  <a:cubicBezTo>
                    <a:pt x="68" y="424"/>
                    <a:pt x="65" y="424"/>
                    <a:pt x="65" y="424"/>
                  </a:cubicBezTo>
                  <a:close/>
                  <a:moveTo>
                    <a:pt x="68" y="421"/>
                  </a:moveTo>
                  <a:cubicBezTo>
                    <a:pt x="68" y="421"/>
                    <a:pt x="68" y="419"/>
                    <a:pt x="68" y="421"/>
                  </a:cubicBezTo>
                  <a:cubicBezTo>
                    <a:pt x="68" y="422"/>
                    <a:pt x="66" y="421"/>
                    <a:pt x="66" y="421"/>
                  </a:cubicBezTo>
                  <a:cubicBezTo>
                    <a:pt x="66" y="422"/>
                    <a:pt x="66" y="422"/>
                    <a:pt x="68" y="422"/>
                  </a:cubicBezTo>
                  <a:cubicBezTo>
                    <a:pt x="69" y="422"/>
                    <a:pt x="69" y="422"/>
                    <a:pt x="68" y="421"/>
                  </a:cubicBezTo>
                  <a:close/>
                  <a:moveTo>
                    <a:pt x="33" y="403"/>
                  </a:moveTo>
                  <a:cubicBezTo>
                    <a:pt x="33" y="402"/>
                    <a:pt x="34" y="402"/>
                    <a:pt x="34" y="402"/>
                  </a:cubicBezTo>
                  <a:cubicBezTo>
                    <a:pt x="33" y="400"/>
                    <a:pt x="34" y="399"/>
                    <a:pt x="33" y="399"/>
                  </a:cubicBezTo>
                  <a:cubicBezTo>
                    <a:pt x="31" y="399"/>
                    <a:pt x="31" y="399"/>
                    <a:pt x="31" y="399"/>
                  </a:cubicBezTo>
                  <a:cubicBezTo>
                    <a:pt x="31" y="400"/>
                    <a:pt x="29" y="399"/>
                    <a:pt x="29" y="399"/>
                  </a:cubicBezTo>
                  <a:cubicBezTo>
                    <a:pt x="28" y="400"/>
                    <a:pt x="29" y="400"/>
                    <a:pt x="29" y="402"/>
                  </a:cubicBezTo>
                  <a:cubicBezTo>
                    <a:pt x="31" y="402"/>
                    <a:pt x="33" y="402"/>
                    <a:pt x="31" y="403"/>
                  </a:cubicBezTo>
                  <a:cubicBezTo>
                    <a:pt x="31" y="405"/>
                    <a:pt x="33" y="405"/>
                    <a:pt x="33" y="403"/>
                  </a:cubicBezTo>
                  <a:cubicBezTo>
                    <a:pt x="33" y="403"/>
                    <a:pt x="33" y="403"/>
                    <a:pt x="33" y="403"/>
                  </a:cubicBezTo>
                  <a:close/>
                  <a:moveTo>
                    <a:pt x="22" y="377"/>
                  </a:moveTo>
                  <a:cubicBezTo>
                    <a:pt x="22" y="375"/>
                    <a:pt x="23" y="374"/>
                    <a:pt x="23" y="374"/>
                  </a:cubicBezTo>
                  <a:cubicBezTo>
                    <a:pt x="25" y="374"/>
                    <a:pt x="23" y="377"/>
                    <a:pt x="22" y="377"/>
                  </a:cubicBezTo>
                  <a:close/>
                  <a:moveTo>
                    <a:pt x="28" y="400"/>
                  </a:moveTo>
                  <a:cubicBezTo>
                    <a:pt x="28" y="402"/>
                    <a:pt x="28" y="402"/>
                    <a:pt x="28" y="400"/>
                  </a:cubicBezTo>
                  <a:cubicBezTo>
                    <a:pt x="28" y="399"/>
                    <a:pt x="31" y="399"/>
                    <a:pt x="29" y="397"/>
                  </a:cubicBezTo>
                  <a:cubicBezTo>
                    <a:pt x="29" y="397"/>
                    <a:pt x="28" y="397"/>
                    <a:pt x="28" y="396"/>
                  </a:cubicBezTo>
                  <a:cubicBezTo>
                    <a:pt x="28" y="396"/>
                    <a:pt x="26" y="394"/>
                    <a:pt x="25" y="396"/>
                  </a:cubicBezTo>
                  <a:cubicBezTo>
                    <a:pt x="25" y="396"/>
                    <a:pt x="25" y="394"/>
                    <a:pt x="25" y="396"/>
                  </a:cubicBezTo>
                  <a:cubicBezTo>
                    <a:pt x="23" y="396"/>
                    <a:pt x="25" y="394"/>
                    <a:pt x="23" y="393"/>
                  </a:cubicBezTo>
                  <a:cubicBezTo>
                    <a:pt x="22" y="393"/>
                    <a:pt x="23" y="394"/>
                    <a:pt x="20" y="394"/>
                  </a:cubicBezTo>
                  <a:cubicBezTo>
                    <a:pt x="19" y="393"/>
                    <a:pt x="22" y="396"/>
                    <a:pt x="20" y="396"/>
                  </a:cubicBezTo>
                  <a:cubicBezTo>
                    <a:pt x="19" y="396"/>
                    <a:pt x="19" y="394"/>
                    <a:pt x="19" y="396"/>
                  </a:cubicBezTo>
                  <a:cubicBezTo>
                    <a:pt x="17" y="397"/>
                    <a:pt x="19" y="396"/>
                    <a:pt x="19" y="397"/>
                  </a:cubicBezTo>
                  <a:cubicBezTo>
                    <a:pt x="19" y="399"/>
                    <a:pt x="20" y="396"/>
                    <a:pt x="20" y="397"/>
                  </a:cubicBezTo>
                  <a:cubicBezTo>
                    <a:pt x="22" y="399"/>
                    <a:pt x="20" y="400"/>
                    <a:pt x="22" y="400"/>
                  </a:cubicBezTo>
                  <a:cubicBezTo>
                    <a:pt x="23" y="402"/>
                    <a:pt x="22" y="397"/>
                    <a:pt x="23" y="399"/>
                  </a:cubicBezTo>
                  <a:cubicBezTo>
                    <a:pt x="23" y="400"/>
                    <a:pt x="25" y="397"/>
                    <a:pt x="25" y="399"/>
                  </a:cubicBezTo>
                  <a:cubicBezTo>
                    <a:pt x="25" y="402"/>
                    <a:pt x="22" y="402"/>
                    <a:pt x="23" y="402"/>
                  </a:cubicBezTo>
                  <a:cubicBezTo>
                    <a:pt x="25" y="402"/>
                    <a:pt x="25" y="400"/>
                    <a:pt x="26" y="402"/>
                  </a:cubicBezTo>
                  <a:cubicBezTo>
                    <a:pt x="26" y="402"/>
                    <a:pt x="26" y="400"/>
                    <a:pt x="28" y="400"/>
                  </a:cubicBezTo>
                  <a:close/>
                  <a:moveTo>
                    <a:pt x="29" y="403"/>
                  </a:moveTo>
                  <a:cubicBezTo>
                    <a:pt x="29" y="402"/>
                    <a:pt x="29" y="400"/>
                    <a:pt x="28" y="402"/>
                  </a:cubicBezTo>
                  <a:cubicBezTo>
                    <a:pt x="28" y="403"/>
                    <a:pt x="26" y="402"/>
                    <a:pt x="28" y="403"/>
                  </a:cubicBezTo>
                  <a:cubicBezTo>
                    <a:pt x="28" y="403"/>
                    <a:pt x="28" y="403"/>
                    <a:pt x="29" y="403"/>
                  </a:cubicBezTo>
                  <a:close/>
                  <a:moveTo>
                    <a:pt x="14" y="391"/>
                  </a:moveTo>
                  <a:cubicBezTo>
                    <a:pt x="16" y="391"/>
                    <a:pt x="14" y="393"/>
                    <a:pt x="13" y="393"/>
                  </a:cubicBezTo>
                  <a:cubicBezTo>
                    <a:pt x="13" y="391"/>
                    <a:pt x="14" y="391"/>
                    <a:pt x="14" y="391"/>
                  </a:cubicBezTo>
                  <a:close/>
                  <a:moveTo>
                    <a:pt x="17" y="383"/>
                  </a:moveTo>
                  <a:cubicBezTo>
                    <a:pt x="17" y="382"/>
                    <a:pt x="17" y="382"/>
                    <a:pt x="17" y="382"/>
                  </a:cubicBezTo>
                  <a:cubicBezTo>
                    <a:pt x="17" y="380"/>
                    <a:pt x="17" y="382"/>
                    <a:pt x="16" y="382"/>
                  </a:cubicBezTo>
                  <a:cubicBezTo>
                    <a:pt x="14" y="383"/>
                    <a:pt x="16" y="383"/>
                    <a:pt x="16" y="385"/>
                  </a:cubicBezTo>
                  <a:cubicBezTo>
                    <a:pt x="16" y="385"/>
                    <a:pt x="17" y="385"/>
                    <a:pt x="17" y="383"/>
                  </a:cubicBezTo>
                  <a:close/>
                  <a:moveTo>
                    <a:pt x="16" y="391"/>
                  </a:moveTo>
                  <a:cubicBezTo>
                    <a:pt x="17" y="391"/>
                    <a:pt x="17" y="389"/>
                    <a:pt x="19" y="391"/>
                  </a:cubicBezTo>
                  <a:cubicBezTo>
                    <a:pt x="19" y="391"/>
                    <a:pt x="17" y="391"/>
                    <a:pt x="19" y="393"/>
                  </a:cubicBezTo>
                  <a:cubicBezTo>
                    <a:pt x="19" y="393"/>
                    <a:pt x="19" y="391"/>
                    <a:pt x="20" y="393"/>
                  </a:cubicBezTo>
                  <a:cubicBezTo>
                    <a:pt x="22" y="393"/>
                    <a:pt x="22" y="393"/>
                    <a:pt x="22" y="391"/>
                  </a:cubicBezTo>
                  <a:cubicBezTo>
                    <a:pt x="20" y="391"/>
                    <a:pt x="20" y="389"/>
                    <a:pt x="19" y="389"/>
                  </a:cubicBezTo>
                  <a:cubicBezTo>
                    <a:pt x="19" y="389"/>
                    <a:pt x="19" y="388"/>
                    <a:pt x="17" y="389"/>
                  </a:cubicBezTo>
                  <a:cubicBezTo>
                    <a:pt x="17" y="389"/>
                    <a:pt x="17" y="388"/>
                    <a:pt x="16" y="388"/>
                  </a:cubicBezTo>
                  <a:cubicBezTo>
                    <a:pt x="14" y="388"/>
                    <a:pt x="13" y="388"/>
                    <a:pt x="11" y="386"/>
                  </a:cubicBezTo>
                  <a:cubicBezTo>
                    <a:pt x="10" y="385"/>
                    <a:pt x="8" y="385"/>
                    <a:pt x="10" y="386"/>
                  </a:cubicBezTo>
                  <a:cubicBezTo>
                    <a:pt x="11" y="386"/>
                    <a:pt x="10" y="386"/>
                    <a:pt x="11" y="388"/>
                  </a:cubicBezTo>
                  <a:cubicBezTo>
                    <a:pt x="13" y="388"/>
                    <a:pt x="11" y="389"/>
                    <a:pt x="14" y="389"/>
                  </a:cubicBezTo>
                  <a:cubicBezTo>
                    <a:pt x="14" y="389"/>
                    <a:pt x="16" y="389"/>
                    <a:pt x="16" y="391"/>
                  </a:cubicBezTo>
                  <a:close/>
                  <a:moveTo>
                    <a:pt x="14" y="371"/>
                  </a:moveTo>
                  <a:cubicBezTo>
                    <a:pt x="14" y="369"/>
                    <a:pt x="14" y="371"/>
                    <a:pt x="14" y="372"/>
                  </a:cubicBezTo>
                  <a:cubicBezTo>
                    <a:pt x="13" y="372"/>
                    <a:pt x="14" y="374"/>
                    <a:pt x="16" y="374"/>
                  </a:cubicBezTo>
                  <a:cubicBezTo>
                    <a:pt x="16" y="372"/>
                    <a:pt x="16" y="371"/>
                    <a:pt x="14" y="371"/>
                  </a:cubicBezTo>
                  <a:close/>
                  <a:moveTo>
                    <a:pt x="8" y="375"/>
                  </a:moveTo>
                  <a:cubicBezTo>
                    <a:pt x="8" y="374"/>
                    <a:pt x="10" y="374"/>
                    <a:pt x="10" y="372"/>
                  </a:cubicBezTo>
                  <a:cubicBezTo>
                    <a:pt x="8" y="371"/>
                    <a:pt x="8" y="371"/>
                    <a:pt x="8" y="372"/>
                  </a:cubicBezTo>
                  <a:cubicBezTo>
                    <a:pt x="8" y="374"/>
                    <a:pt x="8" y="374"/>
                    <a:pt x="8" y="372"/>
                  </a:cubicBezTo>
                  <a:cubicBezTo>
                    <a:pt x="6" y="372"/>
                    <a:pt x="6" y="374"/>
                    <a:pt x="6" y="374"/>
                  </a:cubicBezTo>
                  <a:cubicBezTo>
                    <a:pt x="8" y="375"/>
                    <a:pt x="6" y="375"/>
                    <a:pt x="6" y="377"/>
                  </a:cubicBezTo>
                  <a:cubicBezTo>
                    <a:pt x="6" y="377"/>
                    <a:pt x="8" y="377"/>
                    <a:pt x="8" y="375"/>
                  </a:cubicBezTo>
                  <a:close/>
                  <a:moveTo>
                    <a:pt x="13" y="374"/>
                  </a:moveTo>
                  <a:cubicBezTo>
                    <a:pt x="11" y="372"/>
                    <a:pt x="11" y="372"/>
                    <a:pt x="11" y="372"/>
                  </a:cubicBezTo>
                  <a:cubicBezTo>
                    <a:pt x="13" y="374"/>
                    <a:pt x="11" y="374"/>
                    <a:pt x="13" y="375"/>
                  </a:cubicBezTo>
                  <a:cubicBezTo>
                    <a:pt x="14" y="375"/>
                    <a:pt x="14" y="374"/>
                    <a:pt x="13" y="374"/>
                  </a:cubicBezTo>
                  <a:close/>
                  <a:moveTo>
                    <a:pt x="16" y="377"/>
                  </a:moveTo>
                  <a:cubicBezTo>
                    <a:pt x="17" y="380"/>
                    <a:pt x="17" y="378"/>
                    <a:pt x="17" y="377"/>
                  </a:cubicBezTo>
                  <a:cubicBezTo>
                    <a:pt x="16" y="375"/>
                    <a:pt x="14" y="374"/>
                    <a:pt x="14" y="375"/>
                  </a:cubicBezTo>
                  <a:cubicBezTo>
                    <a:pt x="14" y="377"/>
                    <a:pt x="14" y="375"/>
                    <a:pt x="16" y="377"/>
                  </a:cubicBezTo>
                  <a:close/>
                  <a:moveTo>
                    <a:pt x="16" y="380"/>
                  </a:moveTo>
                  <a:cubicBezTo>
                    <a:pt x="16" y="380"/>
                    <a:pt x="16" y="378"/>
                    <a:pt x="14" y="377"/>
                  </a:cubicBezTo>
                  <a:cubicBezTo>
                    <a:pt x="13" y="377"/>
                    <a:pt x="11" y="377"/>
                    <a:pt x="13" y="377"/>
                  </a:cubicBezTo>
                  <a:cubicBezTo>
                    <a:pt x="13" y="378"/>
                    <a:pt x="13" y="377"/>
                    <a:pt x="13" y="378"/>
                  </a:cubicBezTo>
                  <a:cubicBezTo>
                    <a:pt x="14" y="378"/>
                    <a:pt x="13" y="378"/>
                    <a:pt x="14" y="380"/>
                  </a:cubicBezTo>
                  <a:cubicBezTo>
                    <a:pt x="14" y="382"/>
                    <a:pt x="14" y="380"/>
                    <a:pt x="16" y="380"/>
                  </a:cubicBezTo>
                  <a:close/>
                  <a:moveTo>
                    <a:pt x="10" y="375"/>
                  </a:moveTo>
                  <a:cubicBezTo>
                    <a:pt x="11" y="374"/>
                    <a:pt x="10" y="374"/>
                    <a:pt x="10" y="375"/>
                  </a:cubicBezTo>
                  <a:cubicBezTo>
                    <a:pt x="8" y="377"/>
                    <a:pt x="8" y="378"/>
                    <a:pt x="8" y="377"/>
                  </a:cubicBezTo>
                  <a:cubicBezTo>
                    <a:pt x="10" y="377"/>
                    <a:pt x="10" y="377"/>
                    <a:pt x="10" y="375"/>
                  </a:cubicBezTo>
                  <a:close/>
                  <a:moveTo>
                    <a:pt x="10" y="380"/>
                  </a:moveTo>
                  <a:cubicBezTo>
                    <a:pt x="10" y="380"/>
                    <a:pt x="11" y="378"/>
                    <a:pt x="10" y="378"/>
                  </a:cubicBezTo>
                  <a:cubicBezTo>
                    <a:pt x="8" y="378"/>
                    <a:pt x="8" y="378"/>
                    <a:pt x="8" y="378"/>
                  </a:cubicBezTo>
                  <a:cubicBezTo>
                    <a:pt x="8" y="378"/>
                    <a:pt x="8" y="378"/>
                    <a:pt x="10" y="380"/>
                  </a:cubicBezTo>
                  <a:close/>
                  <a:moveTo>
                    <a:pt x="6" y="369"/>
                  </a:moveTo>
                  <a:cubicBezTo>
                    <a:pt x="6" y="368"/>
                    <a:pt x="6" y="368"/>
                    <a:pt x="6" y="368"/>
                  </a:cubicBezTo>
                  <a:cubicBezTo>
                    <a:pt x="5" y="366"/>
                    <a:pt x="5" y="368"/>
                    <a:pt x="5" y="369"/>
                  </a:cubicBezTo>
                  <a:cubicBezTo>
                    <a:pt x="5" y="371"/>
                    <a:pt x="3" y="372"/>
                    <a:pt x="5" y="371"/>
                  </a:cubicBezTo>
                  <a:cubicBezTo>
                    <a:pt x="6" y="371"/>
                    <a:pt x="5" y="369"/>
                    <a:pt x="6" y="369"/>
                  </a:cubicBezTo>
                  <a:close/>
                  <a:moveTo>
                    <a:pt x="14" y="369"/>
                  </a:moveTo>
                  <a:cubicBezTo>
                    <a:pt x="13" y="369"/>
                    <a:pt x="13" y="368"/>
                    <a:pt x="13" y="368"/>
                  </a:cubicBezTo>
                  <a:cubicBezTo>
                    <a:pt x="14" y="368"/>
                    <a:pt x="14" y="369"/>
                    <a:pt x="14" y="369"/>
                  </a:cubicBezTo>
                  <a:close/>
                  <a:moveTo>
                    <a:pt x="14" y="368"/>
                  </a:moveTo>
                  <a:cubicBezTo>
                    <a:pt x="14" y="366"/>
                    <a:pt x="16" y="366"/>
                    <a:pt x="16" y="368"/>
                  </a:cubicBezTo>
                  <a:cubicBezTo>
                    <a:pt x="16" y="368"/>
                    <a:pt x="14" y="369"/>
                    <a:pt x="14" y="368"/>
                  </a:cubicBezTo>
                  <a:close/>
                  <a:moveTo>
                    <a:pt x="10" y="368"/>
                  </a:moveTo>
                  <a:cubicBezTo>
                    <a:pt x="10" y="369"/>
                    <a:pt x="11" y="369"/>
                    <a:pt x="11" y="368"/>
                  </a:cubicBezTo>
                  <a:cubicBezTo>
                    <a:pt x="10" y="368"/>
                    <a:pt x="11" y="366"/>
                    <a:pt x="10" y="366"/>
                  </a:cubicBezTo>
                  <a:cubicBezTo>
                    <a:pt x="8" y="366"/>
                    <a:pt x="8" y="368"/>
                    <a:pt x="8" y="368"/>
                  </a:cubicBezTo>
                  <a:cubicBezTo>
                    <a:pt x="6" y="369"/>
                    <a:pt x="6" y="369"/>
                    <a:pt x="8" y="369"/>
                  </a:cubicBezTo>
                  <a:cubicBezTo>
                    <a:pt x="10" y="369"/>
                    <a:pt x="10" y="368"/>
                    <a:pt x="10" y="368"/>
                  </a:cubicBezTo>
                  <a:close/>
                  <a:moveTo>
                    <a:pt x="13" y="366"/>
                  </a:moveTo>
                  <a:cubicBezTo>
                    <a:pt x="13" y="363"/>
                    <a:pt x="13" y="363"/>
                    <a:pt x="13" y="363"/>
                  </a:cubicBezTo>
                  <a:cubicBezTo>
                    <a:pt x="13" y="363"/>
                    <a:pt x="14" y="366"/>
                    <a:pt x="13" y="366"/>
                  </a:cubicBezTo>
                  <a:close/>
                  <a:moveTo>
                    <a:pt x="11" y="349"/>
                  </a:moveTo>
                  <a:cubicBezTo>
                    <a:pt x="13" y="349"/>
                    <a:pt x="11" y="347"/>
                    <a:pt x="11" y="347"/>
                  </a:cubicBezTo>
                  <a:cubicBezTo>
                    <a:pt x="11" y="349"/>
                    <a:pt x="10" y="347"/>
                    <a:pt x="11" y="347"/>
                  </a:cubicBezTo>
                  <a:cubicBezTo>
                    <a:pt x="11" y="346"/>
                    <a:pt x="11" y="344"/>
                    <a:pt x="11" y="341"/>
                  </a:cubicBezTo>
                  <a:cubicBezTo>
                    <a:pt x="11" y="338"/>
                    <a:pt x="11" y="336"/>
                    <a:pt x="11" y="336"/>
                  </a:cubicBezTo>
                  <a:cubicBezTo>
                    <a:pt x="10" y="336"/>
                    <a:pt x="10" y="336"/>
                    <a:pt x="8" y="336"/>
                  </a:cubicBezTo>
                  <a:cubicBezTo>
                    <a:pt x="6" y="338"/>
                    <a:pt x="6" y="338"/>
                    <a:pt x="6" y="338"/>
                  </a:cubicBezTo>
                  <a:cubicBezTo>
                    <a:pt x="8" y="340"/>
                    <a:pt x="6" y="340"/>
                    <a:pt x="8" y="340"/>
                  </a:cubicBezTo>
                  <a:cubicBezTo>
                    <a:pt x="8" y="341"/>
                    <a:pt x="8" y="343"/>
                    <a:pt x="8" y="344"/>
                  </a:cubicBezTo>
                  <a:cubicBezTo>
                    <a:pt x="6" y="343"/>
                    <a:pt x="6" y="343"/>
                    <a:pt x="6" y="343"/>
                  </a:cubicBezTo>
                  <a:cubicBezTo>
                    <a:pt x="5" y="344"/>
                    <a:pt x="5" y="343"/>
                    <a:pt x="5" y="343"/>
                  </a:cubicBezTo>
                  <a:cubicBezTo>
                    <a:pt x="3" y="344"/>
                    <a:pt x="3" y="344"/>
                    <a:pt x="5" y="346"/>
                  </a:cubicBezTo>
                  <a:cubicBezTo>
                    <a:pt x="5" y="347"/>
                    <a:pt x="5" y="349"/>
                    <a:pt x="6" y="351"/>
                  </a:cubicBezTo>
                  <a:cubicBezTo>
                    <a:pt x="8" y="352"/>
                    <a:pt x="8" y="349"/>
                    <a:pt x="6" y="347"/>
                  </a:cubicBezTo>
                  <a:cubicBezTo>
                    <a:pt x="6" y="346"/>
                    <a:pt x="6" y="346"/>
                    <a:pt x="8" y="347"/>
                  </a:cubicBezTo>
                  <a:cubicBezTo>
                    <a:pt x="10" y="347"/>
                    <a:pt x="8" y="347"/>
                    <a:pt x="8" y="349"/>
                  </a:cubicBezTo>
                  <a:cubicBezTo>
                    <a:pt x="8" y="351"/>
                    <a:pt x="8" y="349"/>
                    <a:pt x="8" y="351"/>
                  </a:cubicBezTo>
                  <a:cubicBezTo>
                    <a:pt x="8" y="352"/>
                    <a:pt x="8" y="352"/>
                    <a:pt x="10" y="352"/>
                  </a:cubicBezTo>
                  <a:cubicBezTo>
                    <a:pt x="13" y="352"/>
                    <a:pt x="11" y="349"/>
                    <a:pt x="11" y="349"/>
                  </a:cubicBezTo>
                  <a:close/>
                  <a:moveTo>
                    <a:pt x="5" y="360"/>
                  </a:moveTo>
                  <a:cubicBezTo>
                    <a:pt x="6" y="358"/>
                    <a:pt x="6" y="358"/>
                    <a:pt x="5" y="358"/>
                  </a:cubicBezTo>
                  <a:cubicBezTo>
                    <a:pt x="2" y="357"/>
                    <a:pt x="5" y="358"/>
                    <a:pt x="3" y="360"/>
                  </a:cubicBezTo>
                  <a:cubicBezTo>
                    <a:pt x="3" y="360"/>
                    <a:pt x="2" y="361"/>
                    <a:pt x="3" y="361"/>
                  </a:cubicBezTo>
                  <a:cubicBezTo>
                    <a:pt x="5" y="361"/>
                    <a:pt x="5" y="360"/>
                    <a:pt x="5" y="360"/>
                  </a:cubicBezTo>
                  <a:close/>
                  <a:moveTo>
                    <a:pt x="13" y="361"/>
                  </a:moveTo>
                  <a:cubicBezTo>
                    <a:pt x="14" y="361"/>
                    <a:pt x="14" y="361"/>
                    <a:pt x="13" y="360"/>
                  </a:cubicBezTo>
                  <a:cubicBezTo>
                    <a:pt x="13" y="358"/>
                    <a:pt x="13" y="358"/>
                    <a:pt x="11" y="357"/>
                  </a:cubicBezTo>
                  <a:cubicBezTo>
                    <a:pt x="11" y="357"/>
                    <a:pt x="10" y="357"/>
                    <a:pt x="11" y="358"/>
                  </a:cubicBezTo>
                  <a:cubicBezTo>
                    <a:pt x="13" y="360"/>
                    <a:pt x="10" y="358"/>
                    <a:pt x="11" y="361"/>
                  </a:cubicBezTo>
                  <a:cubicBezTo>
                    <a:pt x="13" y="361"/>
                    <a:pt x="13" y="361"/>
                    <a:pt x="13" y="361"/>
                  </a:cubicBezTo>
                  <a:close/>
                  <a:moveTo>
                    <a:pt x="3" y="349"/>
                  </a:moveTo>
                  <a:cubicBezTo>
                    <a:pt x="5" y="349"/>
                    <a:pt x="3" y="351"/>
                    <a:pt x="5" y="351"/>
                  </a:cubicBezTo>
                  <a:cubicBezTo>
                    <a:pt x="5" y="351"/>
                    <a:pt x="5" y="351"/>
                    <a:pt x="5" y="349"/>
                  </a:cubicBezTo>
                  <a:cubicBezTo>
                    <a:pt x="5" y="347"/>
                    <a:pt x="5" y="347"/>
                    <a:pt x="3" y="347"/>
                  </a:cubicBezTo>
                  <a:cubicBezTo>
                    <a:pt x="2" y="347"/>
                    <a:pt x="2" y="347"/>
                    <a:pt x="2" y="351"/>
                  </a:cubicBezTo>
                  <a:cubicBezTo>
                    <a:pt x="2" y="351"/>
                    <a:pt x="3" y="351"/>
                    <a:pt x="3" y="349"/>
                  </a:cubicBezTo>
                  <a:close/>
                  <a:moveTo>
                    <a:pt x="5" y="357"/>
                  </a:moveTo>
                  <a:cubicBezTo>
                    <a:pt x="5" y="357"/>
                    <a:pt x="5" y="358"/>
                    <a:pt x="6" y="357"/>
                  </a:cubicBezTo>
                  <a:cubicBezTo>
                    <a:pt x="6" y="355"/>
                    <a:pt x="6" y="357"/>
                    <a:pt x="8" y="357"/>
                  </a:cubicBezTo>
                  <a:cubicBezTo>
                    <a:pt x="8" y="355"/>
                    <a:pt x="6" y="355"/>
                    <a:pt x="8" y="355"/>
                  </a:cubicBezTo>
                  <a:cubicBezTo>
                    <a:pt x="10" y="354"/>
                    <a:pt x="8" y="354"/>
                    <a:pt x="8" y="354"/>
                  </a:cubicBezTo>
                  <a:cubicBezTo>
                    <a:pt x="6" y="355"/>
                    <a:pt x="8" y="352"/>
                    <a:pt x="6" y="354"/>
                  </a:cubicBezTo>
                  <a:cubicBezTo>
                    <a:pt x="6" y="354"/>
                    <a:pt x="5" y="352"/>
                    <a:pt x="3" y="352"/>
                  </a:cubicBezTo>
                  <a:cubicBezTo>
                    <a:pt x="2" y="352"/>
                    <a:pt x="6" y="354"/>
                    <a:pt x="5" y="354"/>
                  </a:cubicBezTo>
                  <a:cubicBezTo>
                    <a:pt x="5" y="355"/>
                    <a:pt x="3" y="352"/>
                    <a:pt x="3" y="355"/>
                  </a:cubicBezTo>
                  <a:cubicBezTo>
                    <a:pt x="3" y="357"/>
                    <a:pt x="5" y="355"/>
                    <a:pt x="5" y="357"/>
                  </a:cubicBezTo>
                  <a:close/>
                  <a:moveTo>
                    <a:pt x="11" y="364"/>
                  </a:moveTo>
                  <a:cubicBezTo>
                    <a:pt x="11" y="364"/>
                    <a:pt x="13" y="363"/>
                    <a:pt x="11" y="363"/>
                  </a:cubicBezTo>
                  <a:cubicBezTo>
                    <a:pt x="11" y="361"/>
                    <a:pt x="10" y="360"/>
                    <a:pt x="10" y="361"/>
                  </a:cubicBezTo>
                  <a:cubicBezTo>
                    <a:pt x="10" y="363"/>
                    <a:pt x="11" y="363"/>
                    <a:pt x="10" y="363"/>
                  </a:cubicBezTo>
                  <a:cubicBezTo>
                    <a:pt x="6" y="363"/>
                    <a:pt x="6" y="363"/>
                    <a:pt x="8" y="363"/>
                  </a:cubicBezTo>
                  <a:cubicBezTo>
                    <a:pt x="10" y="364"/>
                    <a:pt x="8" y="364"/>
                    <a:pt x="10" y="364"/>
                  </a:cubicBezTo>
                  <a:cubicBezTo>
                    <a:pt x="10" y="366"/>
                    <a:pt x="11" y="363"/>
                    <a:pt x="11" y="364"/>
                  </a:cubicBezTo>
                  <a:close/>
                  <a:moveTo>
                    <a:pt x="10" y="363"/>
                  </a:moveTo>
                  <a:cubicBezTo>
                    <a:pt x="8" y="361"/>
                    <a:pt x="6" y="361"/>
                    <a:pt x="8" y="360"/>
                  </a:cubicBezTo>
                  <a:cubicBezTo>
                    <a:pt x="10" y="363"/>
                    <a:pt x="10" y="363"/>
                    <a:pt x="10" y="363"/>
                  </a:cubicBezTo>
                  <a:close/>
                  <a:moveTo>
                    <a:pt x="11" y="366"/>
                  </a:moveTo>
                  <a:cubicBezTo>
                    <a:pt x="10" y="366"/>
                    <a:pt x="11" y="364"/>
                    <a:pt x="11" y="364"/>
                  </a:cubicBezTo>
                  <a:cubicBezTo>
                    <a:pt x="11" y="366"/>
                    <a:pt x="13" y="368"/>
                    <a:pt x="11" y="366"/>
                  </a:cubicBezTo>
                  <a:close/>
                  <a:moveTo>
                    <a:pt x="8" y="341"/>
                  </a:moveTo>
                  <a:cubicBezTo>
                    <a:pt x="8" y="341"/>
                    <a:pt x="5" y="340"/>
                    <a:pt x="5" y="341"/>
                  </a:cubicBezTo>
                  <a:cubicBezTo>
                    <a:pt x="5" y="343"/>
                    <a:pt x="6" y="341"/>
                    <a:pt x="6" y="343"/>
                  </a:cubicBezTo>
                  <a:cubicBezTo>
                    <a:pt x="8" y="343"/>
                    <a:pt x="8" y="343"/>
                    <a:pt x="8" y="341"/>
                  </a:cubicBezTo>
                  <a:close/>
                  <a:moveTo>
                    <a:pt x="11" y="335"/>
                  </a:moveTo>
                  <a:cubicBezTo>
                    <a:pt x="11" y="335"/>
                    <a:pt x="11" y="336"/>
                    <a:pt x="11" y="335"/>
                  </a:cubicBezTo>
                  <a:cubicBezTo>
                    <a:pt x="10" y="333"/>
                    <a:pt x="11" y="333"/>
                    <a:pt x="11" y="332"/>
                  </a:cubicBezTo>
                  <a:cubicBezTo>
                    <a:pt x="10" y="330"/>
                    <a:pt x="10" y="329"/>
                    <a:pt x="10" y="330"/>
                  </a:cubicBezTo>
                  <a:cubicBezTo>
                    <a:pt x="8" y="332"/>
                    <a:pt x="10" y="332"/>
                    <a:pt x="10" y="333"/>
                  </a:cubicBezTo>
                  <a:cubicBezTo>
                    <a:pt x="10" y="335"/>
                    <a:pt x="8" y="332"/>
                    <a:pt x="6" y="333"/>
                  </a:cubicBezTo>
                  <a:cubicBezTo>
                    <a:pt x="6" y="335"/>
                    <a:pt x="8" y="335"/>
                    <a:pt x="10" y="336"/>
                  </a:cubicBezTo>
                  <a:cubicBezTo>
                    <a:pt x="11" y="336"/>
                    <a:pt x="11" y="336"/>
                    <a:pt x="11" y="335"/>
                  </a:cubicBezTo>
                  <a:close/>
                  <a:moveTo>
                    <a:pt x="16" y="327"/>
                  </a:moveTo>
                  <a:cubicBezTo>
                    <a:pt x="16" y="329"/>
                    <a:pt x="16" y="327"/>
                    <a:pt x="17" y="327"/>
                  </a:cubicBezTo>
                  <a:cubicBezTo>
                    <a:pt x="17" y="327"/>
                    <a:pt x="16" y="327"/>
                    <a:pt x="14" y="326"/>
                  </a:cubicBezTo>
                  <a:cubicBezTo>
                    <a:pt x="14" y="326"/>
                    <a:pt x="11" y="326"/>
                    <a:pt x="11" y="327"/>
                  </a:cubicBezTo>
                  <a:cubicBezTo>
                    <a:pt x="11" y="329"/>
                    <a:pt x="14" y="327"/>
                    <a:pt x="16" y="327"/>
                  </a:cubicBezTo>
                  <a:close/>
                  <a:moveTo>
                    <a:pt x="8" y="333"/>
                  </a:moveTo>
                  <a:cubicBezTo>
                    <a:pt x="8" y="332"/>
                    <a:pt x="8" y="332"/>
                    <a:pt x="8" y="330"/>
                  </a:cubicBezTo>
                  <a:cubicBezTo>
                    <a:pt x="8" y="330"/>
                    <a:pt x="6" y="330"/>
                    <a:pt x="6" y="329"/>
                  </a:cubicBezTo>
                  <a:cubicBezTo>
                    <a:pt x="5" y="329"/>
                    <a:pt x="5" y="332"/>
                    <a:pt x="6" y="333"/>
                  </a:cubicBezTo>
                  <a:cubicBezTo>
                    <a:pt x="8" y="333"/>
                    <a:pt x="8" y="333"/>
                    <a:pt x="8" y="333"/>
                  </a:cubicBezTo>
                  <a:close/>
                  <a:moveTo>
                    <a:pt x="3" y="343"/>
                  </a:moveTo>
                  <a:cubicBezTo>
                    <a:pt x="3" y="341"/>
                    <a:pt x="5" y="343"/>
                    <a:pt x="3" y="341"/>
                  </a:cubicBezTo>
                  <a:cubicBezTo>
                    <a:pt x="3" y="340"/>
                    <a:pt x="3" y="341"/>
                    <a:pt x="3" y="341"/>
                  </a:cubicBezTo>
                  <a:cubicBezTo>
                    <a:pt x="2" y="341"/>
                    <a:pt x="2" y="343"/>
                    <a:pt x="2" y="343"/>
                  </a:cubicBezTo>
                  <a:cubicBezTo>
                    <a:pt x="3" y="344"/>
                    <a:pt x="3" y="344"/>
                    <a:pt x="3" y="343"/>
                  </a:cubicBezTo>
                  <a:close/>
                  <a:moveTo>
                    <a:pt x="8" y="326"/>
                  </a:moveTo>
                  <a:cubicBezTo>
                    <a:pt x="8" y="326"/>
                    <a:pt x="8" y="327"/>
                    <a:pt x="6" y="327"/>
                  </a:cubicBezTo>
                  <a:cubicBezTo>
                    <a:pt x="5" y="327"/>
                    <a:pt x="5" y="329"/>
                    <a:pt x="6" y="329"/>
                  </a:cubicBezTo>
                  <a:cubicBezTo>
                    <a:pt x="8" y="329"/>
                    <a:pt x="6" y="329"/>
                    <a:pt x="8" y="329"/>
                  </a:cubicBezTo>
                  <a:cubicBezTo>
                    <a:pt x="8" y="329"/>
                    <a:pt x="10" y="326"/>
                    <a:pt x="8" y="326"/>
                  </a:cubicBezTo>
                  <a:close/>
                  <a:moveTo>
                    <a:pt x="6" y="335"/>
                  </a:moveTo>
                  <a:cubicBezTo>
                    <a:pt x="6" y="333"/>
                    <a:pt x="5" y="332"/>
                    <a:pt x="5" y="330"/>
                  </a:cubicBezTo>
                  <a:cubicBezTo>
                    <a:pt x="3" y="329"/>
                    <a:pt x="3" y="329"/>
                    <a:pt x="3" y="329"/>
                  </a:cubicBezTo>
                  <a:cubicBezTo>
                    <a:pt x="2" y="330"/>
                    <a:pt x="3" y="330"/>
                    <a:pt x="3" y="332"/>
                  </a:cubicBezTo>
                  <a:cubicBezTo>
                    <a:pt x="2" y="332"/>
                    <a:pt x="2" y="333"/>
                    <a:pt x="3" y="333"/>
                  </a:cubicBezTo>
                  <a:cubicBezTo>
                    <a:pt x="5" y="332"/>
                    <a:pt x="5" y="333"/>
                    <a:pt x="5" y="335"/>
                  </a:cubicBezTo>
                  <a:cubicBezTo>
                    <a:pt x="5" y="336"/>
                    <a:pt x="5" y="336"/>
                    <a:pt x="5" y="336"/>
                  </a:cubicBezTo>
                  <a:cubicBezTo>
                    <a:pt x="6" y="335"/>
                    <a:pt x="6" y="335"/>
                    <a:pt x="6" y="335"/>
                  </a:cubicBezTo>
                  <a:close/>
                  <a:moveTo>
                    <a:pt x="3" y="336"/>
                  </a:moveTo>
                  <a:cubicBezTo>
                    <a:pt x="5" y="335"/>
                    <a:pt x="3" y="333"/>
                    <a:pt x="3" y="333"/>
                  </a:cubicBezTo>
                  <a:cubicBezTo>
                    <a:pt x="2" y="335"/>
                    <a:pt x="2" y="333"/>
                    <a:pt x="2" y="335"/>
                  </a:cubicBezTo>
                  <a:cubicBezTo>
                    <a:pt x="2" y="336"/>
                    <a:pt x="2" y="336"/>
                    <a:pt x="3" y="336"/>
                  </a:cubicBezTo>
                  <a:close/>
                  <a:moveTo>
                    <a:pt x="3" y="340"/>
                  </a:moveTo>
                  <a:cubicBezTo>
                    <a:pt x="5" y="340"/>
                    <a:pt x="5" y="341"/>
                    <a:pt x="5" y="340"/>
                  </a:cubicBezTo>
                  <a:cubicBezTo>
                    <a:pt x="5" y="340"/>
                    <a:pt x="5" y="338"/>
                    <a:pt x="3" y="338"/>
                  </a:cubicBezTo>
                  <a:cubicBezTo>
                    <a:pt x="3" y="338"/>
                    <a:pt x="0" y="338"/>
                    <a:pt x="2" y="340"/>
                  </a:cubicBezTo>
                  <a:cubicBezTo>
                    <a:pt x="3" y="340"/>
                    <a:pt x="3" y="340"/>
                    <a:pt x="3" y="340"/>
                  </a:cubicBezTo>
                  <a:close/>
                  <a:moveTo>
                    <a:pt x="5" y="326"/>
                  </a:moveTo>
                  <a:cubicBezTo>
                    <a:pt x="5" y="326"/>
                    <a:pt x="6" y="324"/>
                    <a:pt x="6" y="326"/>
                  </a:cubicBezTo>
                  <a:cubicBezTo>
                    <a:pt x="6" y="326"/>
                    <a:pt x="5" y="327"/>
                    <a:pt x="5" y="326"/>
                  </a:cubicBezTo>
                  <a:close/>
                  <a:moveTo>
                    <a:pt x="13" y="318"/>
                  </a:moveTo>
                  <a:cubicBezTo>
                    <a:pt x="13" y="316"/>
                    <a:pt x="16" y="316"/>
                    <a:pt x="14" y="318"/>
                  </a:cubicBezTo>
                  <a:cubicBezTo>
                    <a:pt x="13" y="318"/>
                    <a:pt x="13" y="318"/>
                    <a:pt x="13" y="318"/>
                  </a:cubicBezTo>
                  <a:close/>
                  <a:moveTo>
                    <a:pt x="3" y="336"/>
                  </a:moveTo>
                  <a:cubicBezTo>
                    <a:pt x="5" y="336"/>
                    <a:pt x="5" y="336"/>
                    <a:pt x="3" y="336"/>
                  </a:cubicBezTo>
                  <a:cubicBezTo>
                    <a:pt x="2" y="336"/>
                    <a:pt x="2" y="336"/>
                    <a:pt x="2" y="338"/>
                  </a:cubicBezTo>
                  <a:cubicBezTo>
                    <a:pt x="2" y="338"/>
                    <a:pt x="2" y="338"/>
                    <a:pt x="3" y="336"/>
                  </a:cubicBezTo>
                  <a:close/>
                  <a:moveTo>
                    <a:pt x="6" y="340"/>
                  </a:moveTo>
                  <a:cubicBezTo>
                    <a:pt x="6" y="340"/>
                    <a:pt x="6" y="338"/>
                    <a:pt x="5" y="338"/>
                  </a:cubicBezTo>
                  <a:cubicBezTo>
                    <a:pt x="5" y="338"/>
                    <a:pt x="5" y="338"/>
                    <a:pt x="5" y="340"/>
                  </a:cubicBezTo>
                  <a:cubicBezTo>
                    <a:pt x="5" y="340"/>
                    <a:pt x="5" y="340"/>
                    <a:pt x="6" y="340"/>
                  </a:cubicBezTo>
                  <a:close/>
                  <a:moveTo>
                    <a:pt x="14" y="333"/>
                  </a:moveTo>
                  <a:cubicBezTo>
                    <a:pt x="14" y="333"/>
                    <a:pt x="13" y="332"/>
                    <a:pt x="11" y="332"/>
                  </a:cubicBezTo>
                  <a:cubicBezTo>
                    <a:pt x="11" y="330"/>
                    <a:pt x="11" y="329"/>
                    <a:pt x="11" y="330"/>
                  </a:cubicBezTo>
                  <a:cubicBezTo>
                    <a:pt x="11" y="333"/>
                    <a:pt x="11" y="332"/>
                    <a:pt x="11" y="333"/>
                  </a:cubicBezTo>
                  <a:cubicBezTo>
                    <a:pt x="13" y="333"/>
                    <a:pt x="14" y="333"/>
                    <a:pt x="14" y="333"/>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6" name="Freeform 233">
              <a:extLst>
                <a:ext uri="{FF2B5EF4-FFF2-40B4-BE49-F238E27FC236}">
                  <a16:creationId xmlns:a16="http://schemas.microsoft.com/office/drawing/2014/main" id="{2DD1283E-E9F0-D1CE-B242-5DC8952DF5CB}"/>
                </a:ext>
              </a:extLst>
            </p:cNvPr>
            <p:cNvSpPr>
              <a:spLocks noEditPoints="1"/>
            </p:cNvSpPr>
            <p:nvPr/>
          </p:nvSpPr>
          <p:spPr bwMode="auto">
            <a:xfrm>
              <a:off x="8743652" y="5257229"/>
              <a:ext cx="492829" cy="1150973"/>
            </a:xfrm>
            <a:custGeom>
              <a:avLst/>
              <a:gdLst/>
              <a:ahLst/>
              <a:cxnLst>
                <a:cxn ang="0">
                  <a:pos x="124" y="104"/>
                </a:cxn>
                <a:cxn ang="0">
                  <a:pos x="130" y="140"/>
                </a:cxn>
                <a:cxn ang="0">
                  <a:pos x="131" y="166"/>
                </a:cxn>
                <a:cxn ang="0">
                  <a:pos x="93" y="180"/>
                </a:cxn>
                <a:cxn ang="0">
                  <a:pos x="92" y="199"/>
                </a:cxn>
                <a:cxn ang="0">
                  <a:pos x="69" y="202"/>
                </a:cxn>
                <a:cxn ang="0">
                  <a:pos x="81" y="222"/>
                </a:cxn>
                <a:cxn ang="0">
                  <a:pos x="73" y="227"/>
                </a:cxn>
                <a:cxn ang="0">
                  <a:pos x="58" y="250"/>
                </a:cxn>
                <a:cxn ang="0">
                  <a:pos x="64" y="275"/>
                </a:cxn>
                <a:cxn ang="0">
                  <a:pos x="49" y="298"/>
                </a:cxn>
                <a:cxn ang="0">
                  <a:pos x="43" y="335"/>
                </a:cxn>
                <a:cxn ang="0">
                  <a:pos x="13" y="328"/>
                </a:cxn>
                <a:cxn ang="0">
                  <a:pos x="2" y="306"/>
                </a:cxn>
                <a:cxn ang="0">
                  <a:pos x="11" y="281"/>
                </a:cxn>
                <a:cxn ang="0">
                  <a:pos x="16" y="261"/>
                </a:cxn>
                <a:cxn ang="0">
                  <a:pos x="17" y="247"/>
                </a:cxn>
                <a:cxn ang="0">
                  <a:pos x="16" y="228"/>
                </a:cxn>
                <a:cxn ang="0">
                  <a:pos x="16" y="206"/>
                </a:cxn>
                <a:cxn ang="0">
                  <a:pos x="22" y="179"/>
                </a:cxn>
                <a:cxn ang="0">
                  <a:pos x="26" y="151"/>
                </a:cxn>
                <a:cxn ang="0">
                  <a:pos x="31" y="119"/>
                </a:cxn>
                <a:cxn ang="0">
                  <a:pos x="28" y="91"/>
                </a:cxn>
                <a:cxn ang="0">
                  <a:pos x="34" y="67"/>
                </a:cxn>
                <a:cxn ang="0">
                  <a:pos x="42" y="33"/>
                </a:cxn>
                <a:cxn ang="0">
                  <a:pos x="52" y="11"/>
                </a:cxn>
                <a:cxn ang="0">
                  <a:pos x="66" y="5"/>
                </a:cxn>
                <a:cxn ang="0">
                  <a:pos x="86" y="3"/>
                </a:cxn>
                <a:cxn ang="0">
                  <a:pos x="101" y="20"/>
                </a:cxn>
                <a:cxn ang="0">
                  <a:pos x="128" y="39"/>
                </a:cxn>
                <a:cxn ang="0">
                  <a:pos x="121" y="56"/>
                </a:cxn>
                <a:cxn ang="0">
                  <a:pos x="145" y="57"/>
                </a:cxn>
                <a:cxn ang="0">
                  <a:pos x="159" y="42"/>
                </a:cxn>
                <a:cxn ang="0">
                  <a:pos x="133" y="82"/>
                </a:cxn>
                <a:cxn ang="0">
                  <a:pos x="45" y="366"/>
                </a:cxn>
                <a:cxn ang="0">
                  <a:pos x="64" y="366"/>
                </a:cxn>
                <a:cxn ang="0">
                  <a:pos x="66" y="363"/>
                </a:cxn>
                <a:cxn ang="0">
                  <a:pos x="46" y="349"/>
                </a:cxn>
                <a:cxn ang="0">
                  <a:pos x="43" y="345"/>
                </a:cxn>
                <a:cxn ang="0">
                  <a:pos x="42" y="366"/>
                </a:cxn>
                <a:cxn ang="0">
                  <a:pos x="78" y="365"/>
                </a:cxn>
                <a:cxn ang="0">
                  <a:pos x="72" y="366"/>
                </a:cxn>
                <a:cxn ang="0">
                  <a:pos x="49" y="370"/>
                </a:cxn>
                <a:cxn ang="0">
                  <a:pos x="51" y="368"/>
                </a:cxn>
                <a:cxn ang="0">
                  <a:pos x="45" y="371"/>
                </a:cxn>
                <a:cxn ang="0">
                  <a:pos x="55" y="371"/>
                </a:cxn>
                <a:cxn ang="0">
                  <a:pos x="58" y="370"/>
                </a:cxn>
              </a:cxnLst>
              <a:rect l="0" t="0" r="r" b="b"/>
              <a:pathLst>
                <a:path w="160" h="373">
                  <a:moveTo>
                    <a:pt x="128" y="87"/>
                  </a:moveTo>
                  <a:cubicBezTo>
                    <a:pt x="125" y="91"/>
                    <a:pt x="128" y="93"/>
                    <a:pt x="125" y="98"/>
                  </a:cubicBezTo>
                  <a:cubicBezTo>
                    <a:pt x="122" y="102"/>
                    <a:pt x="127" y="102"/>
                    <a:pt x="124" y="104"/>
                  </a:cubicBezTo>
                  <a:cubicBezTo>
                    <a:pt x="122" y="107"/>
                    <a:pt x="127" y="116"/>
                    <a:pt x="124" y="118"/>
                  </a:cubicBezTo>
                  <a:cubicBezTo>
                    <a:pt x="121" y="119"/>
                    <a:pt x="121" y="126"/>
                    <a:pt x="122" y="129"/>
                  </a:cubicBezTo>
                  <a:cubicBezTo>
                    <a:pt x="118" y="135"/>
                    <a:pt x="127" y="135"/>
                    <a:pt x="130" y="140"/>
                  </a:cubicBezTo>
                  <a:cubicBezTo>
                    <a:pt x="134" y="146"/>
                    <a:pt x="128" y="144"/>
                    <a:pt x="130" y="149"/>
                  </a:cubicBezTo>
                  <a:cubicBezTo>
                    <a:pt x="133" y="155"/>
                    <a:pt x="136" y="149"/>
                    <a:pt x="136" y="155"/>
                  </a:cubicBezTo>
                  <a:cubicBezTo>
                    <a:pt x="136" y="160"/>
                    <a:pt x="134" y="163"/>
                    <a:pt x="131" y="166"/>
                  </a:cubicBezTo>
                  <a:cubicBezTo>
                    <a:pt x="128" y="171"/>
                    <a:pt x="131" y="171"/>
                    <a:pt x="127" y="174"/>
                  </a:cubicBezTo>
                  <a:cubicBezTo>
                    <a:pt x="121" y="177"/>
                    <a:pt x="110" y="180"/>
                    <a:pt x="102" y="182"/>
                  </a:cubicBezTo>
                  <a:cubicBezTo>
                    <a:pt x="95" y="182"/>
                    <a:pt x="96" y="183"/>
                    <a:pt x="93" y="180"/>
                  </a:cubicBezTo>
                  <a:cubicBezTo>
                    <a:pt x="89" y="179"/>
                    <a:pt x="90" y="183"/>
                    <a:pt x="92" y="185"/>
                  </a:cubicBezTo>
                  <a:cubicBezTo>
                    <a:pt x="95" y="186"/>
                    <a:pt x="93" y="189"/>
                    <a:pt x="92" y="192"/>
                  </a:cubicBezTo>
                  <a:cubicBezTo>
                    <a:pt x="90" y="194"/>
                    <a:pt x="89" y="197"/>
                    <a:pt x="92" y="199"/>
                  </a:cubicBezTo>
                  <a:cubicBezTo>
                    <a:pt x="93" y="200"/>
                    <a:pt x="93" y="202"/>
                    <a:pt x="87" y="205"/>
                  </a:cubicBezTo>
                  <a:cubicBezTo>
                    <a:pt x="83" y="206"/>
                    <a:pt x="86" y="205"/>
                    <a:pt x="81" y="205"/>
                  </a:cubicBezTo>
                  <a:cubicBezTo>
                    <a:pt x="77" y="206"/>
                    <a:pt x="73" y="200"/>
                    <a:pt x="69" y="202"/>
                  </a:cubicBezTo>
                  <a:cubicBezTo>
                    <a:pt x="66" y="203"/>
                    <a:pt x="70" y="208"/>
                    <a:pt x="69" y="213"/>
                  </a:cubicBezTo>
                  <a:cubicBezTo>
                    <a:pt x="69" y="219"/>
                    <a:pt x="72" y="219"/>
                    <a:pt x="78" y="216"/>
                  </a:cubicBezTo>
                  <a:cubicBezTo>
                    <a:pt x="81" y="216"/>
                    <a:pt x="81" y="220"/>
                    <a:pt x="81" y="222"/>
                  </a:cubicBezTo>
                  <a:cubicBezTo>
                    <a:pt x="80" y="227"/>
                    <a:pt x="77" y="227"/>
                    <a:pt x="75" y="224"/>
                  </a:cubicBezTo>
                  <a:cubicBezTo>
                    <a:pt x="73" y="220"/>
                    <a:pt x="67" y="222"/>
                    <a:pt x="70" y="225"/>
                  </a:cubicBezTo>
                  <a:cubicBezTo>
                    <a:pt x="73" y="227"/>
                    <a:pt x="77" y="225"/>
                    <a:pt x="73" y="227"/>
                  </a:cubicBezTo>
                  <a:cubicBezTo>
                    <a:pt x="67" y="228"/>
                    <a:pt x="66" y="234"/>
                    <a:pt x="67" y="237"/>
                  </a:cubicBezTo>
                  <a:cubicBezTo>
                    <a:pt x="70" y="245"/>
                    <a:pt x="63" y="244"/>
                    <a:pt x="64" y="247"/>
                  </a:cubicBezTo>
                  <a:cubicBezTo>
                    <a:pt x="67" y="250"/>
                    <a:pt x="60" y="248"/>
                    <a:pt x="58" y="250"/>
                  </a:cubicBezTo>
                  <a:cubicBezTo>
                    <a:pt x="57" y="253"/>
                    <a:pt x="55" y="248"/>
                    <a:pt x="52" y="256"/>
                  </a:cubicBezTo>
                  <a:cubicBezTo>
                    <a:pt x="48" y="262"/>
                    <a:pt x="48" y="262"/>
                    <a:pt x="52" y="269"/>
                  </a:cubicBezTo>
                  <a:cubicBezTo>
                    <a:pt x="58" y="276"/>
                    <a:pt x="63" y="270"/>
                    <a:pt x="64" y="275"/>
                  </a:cubicBezTo>
                  <a:cubicBezTo>
                    <a:pt x="64" y="281"/>
                    <a:pt x="61" y="279"/>
                    <a:pt x="63" y="281"/>
                  </a:cubicBezTo>
                  <a:cubicBezTo>
                    <a:pt x="64" y="284"/>
                    <a:pt x="60" y="284"/>
                    <a:pt x="60" y="287"/>
                  </a:cubicBezTo>
                  <a:cubicBezTo>
                    <a:pt x="60" y="289"/>
                    <a:pt x="51" y="290"/>
                    <a:pt x="49" y="298"/>
                  </a:cubicBezTo>
                  <a:cubicBezTo>
                    <a:pt x="48" y="304"/>
                    <a:pt x="49" y="307"/>
                    <a:pt x="43" y="309"/>
                  </a:cubicBezTo>
                  <a:cubicBezTo>
                    <a:pt x="35" y="312"/>
                    <a:pt x="37" y="318"/>
                    <a:pt x="37" y="323"/>
                  </a:cubicBezTo>
                  <a:cubicBezTo>
                    <a:pt x="38" y="331"/>
                    <a:pt x="45" y="335"/>
                    <a:pt x="43" y="335"/>
                  </a:cubicBezTo>
                  <a:cubicBezTo>
                    <a:pt x="42" y="332"/>
                    <a:pt x="34" y="334"/>
                    <a:pt x="29" y="331"/>
                  </a:cubicBezTo>
                  <a:cubicBezTo>
                    <a:pt x="29" y="331"/>
                    <a:pt x="22" y="331"/>
                    <a:pt x="17" y="331"/>
                  </a:cubicBezTo>
                  <a:cubicBezTo>
                    <a:pt x="13" y="331"/>
                    <a:pt x="16" y="329"/>
                    <a:pt x="13" y="328"/>
                  </a:cubicBezTo>
                  <a:cubicBezTo>
                    <a:pt x="10" y="326"/>
                    <a:pt x="13" y="314"/>
                    <a:pt x="10" y="314"/>
                  </a:cubicBezTo>
                  <a:cubicBezTo>
                    <a:pt x="7" y="314"/>
                    <a:pt x="5" y="318"/>
                    <a:pt x="5" y="314"/>
                  </a:cubicBezTo>
                  <a:cubicBezTo>
                    <a:pt x="3" y="307"/>
                    <a:pt x="0" y="310"/>
                    <a:pt x="2" y="306"/>
                  </a:cubicBezTo>
                  <a:cubicBezTo>
                    <a:pt x="3" y="303"/>
                    <a:pt x="0" y="298"/>
                    <a:pt x="3" y="300"/>
                  </a:cubicBezTo>
                  <a:cubicBezTo>
                    <a:pt x="7" y="300"/>
                    <a:pt x="8" y="290"/>
                    <a:pt x="11" y="289"/>
                  </a:cubicBezTo>
                  <a:cubicBezTo>
                    <a:pt x="14" y="286"/>
                    <a:pt x="8" y="284"/>
                    <a:pt x="11" y="281"/>
                  </a:cubicBezTo>
                  <a:cubicBezTo>
                    <a:pt x="13" y="279"/>
                    <a:pt x="10" y="279"/>
                    <a:pt x="14" y="275"/>
                  </a:cubicBezTo>
                  <a:cubicBezTo>
                    <a:pt x="19" y="272"/>
                    <a:pt x="11" y="272"/>
                    <a:pt x="16" y="269"/>
                  </a:cubicBezTo>
                  <a:cubicBezTo>
                    <a:pt x="19" y="267"/>
                    <a:pt x="14" y="262"/>
                    <a:pt x="16" y="261"/>
                  </a:cubicBezTo>
                  <a:cubicBezTo>
                    <a:pt x="19" y="259"/>
                    <a:pt x="13" y="256"/>
                    <a:pt x="17" y="255"/>
                  </a:cubicBezTo>
                  <a:cubicBezTo>
                    <a:pt x="20" y="253"/>
                    <a:pt x="20" y="248"/>
                    <a:pt x="16" y="248"/>
                  </a:cubicBezTo>
                  <a:cubicBezTo>
                    <a:pt x="13" y="247"/>
                    <a:pt x="13" y="245"/>
                    <a:pt x="17" y="247"/>
                  </a:cubicBezTo>
                  <a:cubicBezTo>
                    <a:pt x="22" y="247"/>
                    <a:pt x="23" y="241"/>
                    <a:pt x="17" y="242"/>
                  </a:cubicBezTo>
                  <a:cubicBezTo>
                    <a:pt x="13" y="244"/>
                    <a:pt x="19" y="237"/>
                    <a:pt x="17" y="236"/>
                  </a:cubicBezTo>
                  <a:cubicBezTo>
                    <a:pt x="14" y="234"/>
                    <a:pt x="17" y="230"/>
                    <a:pt x="16" y="228"/>
                  </a:cubicBezTo>
                  <a:cubicBezTo>
                    <a:pt x="16" y="227"/>
                    <a:pt x="13" y="227"/>
                    <a:pt x="13" y="220"/>
                  </a:cubicBezTo>
                  <a:cubicBezTo>
                    <a:pt x="14" y="214"/>
                    <a:pt x="16" y="219"/>
                    <a:pt x="16" y="216"/>
                  </a:cubicBezTo>
                  <a:cubicBezTo>
                    <a:pt x="17" y="214"/>
                    <a:pt x="14" y="213"/>
                    <a:pt x="16" y="206"/>
                  </a:cubicBezTo>
                  <a:cubicBezTo>
                    <a:pt x="16" y="200"/>
                    <a:pt x="13" y="202"/>
                    <a:pt x="16" y="199"/>
                  </a:cubicBezTo>
                  <a:cubicBezTo>
                    <a:pt x="19" y="196"/>
                    <a:pt x="14" y="191"/>
                    <a:pt x="17" y="188"/>
                  </a:cubicBezTo>
                  <a:cubicBezTo>
                    <a:pt x="20" y="186"/>
                    <a:pt x="16" y="183"/>
                    <a:pt x="22" y="179"/>
                  </a:cubicBezTo>
                  <a:cubicBezTo>
                    <a:pt x="25" y="177"/>
                    <a:pt x="20" y="169"/>
                    <a:pt x="20" y="166"/>
                  </a:cubicBezTo>
                  <a:cubicBezTo>
                    <a:pt x="22" y="163"/>
                    <a:pt x="20" y="158"/>
                    <a:pt x="22" y="155"/>
                  </a:cubicBezTo>
                  <a:cubicBezTo>
                    <a:pt x="22" y="152"/>
                    <a:pt x="23" y="155"/>
                    <a:pt x="26" y="151"/>
                  </a:cubicBezTo>
                  <a:cubicBezTo>
                    <a:pt x="28" y="147"/>
                    <a:pt x="26" y="146"/>
                    <a:pt x="28" y="136"/>
                  </a:cubicBezTo>
                  <a:cubicBezTo>
                    <a:pt x="28" y="129"/>
                    <a:pt x="32" y="132"/>
                    <a:pt x="31" y="127"/>
                  </a:cubicBezTo>
                  <a:cubicBezTo>
                    <a:pt x="31" y="123"/>
                    <a:pt x="34" y="119"/>
                    <a:pt x="31" y="119"/>
                  </a:cubicBezTo>
                  <a:cubicBezTo>
                    <a:pt x="28" y="119"/>
                    <a:pt x="31" y="118"/>
                    <a:pt x="29" y="113"/>
                  </a:cubicBezTo>
                  <a:cubicBezTo>
                    <a:pt x="28" y="109"/>
                    <a:pt x="28" y="106"/>
                    <a:pt x="26" y="102"/>
                  </a:cubicBezTo>
                  <a:cubicBezTo>
                    <a:pt x="25" y="101"/>
                    <a:pt x="26" y="96"/>
                    <a:pt x="28" y="91"/>
                  </a:cubicBezTo>
                  <a:cubicBezTo>
                    <a:pt x="29" y="87"/>
                    <a:pt x="29" y="90"/>
                    <a:pt x="31" y="88"/>
                  </a:cubicBezTo>
                  <a:cubicBezTo>
                    <a:pt x="32" y="85"/>
                    <a:pt x="28" y="79"/>
                    <a:pt x="31" y="76"/>
                  </a:cubicBezTo>
                  <a:cubicBezTo>
                    <a:pt x="32" y="74"/>
                    <a:pt x="32" y="68"/>
                    <a:pt x="34" y="67"/>
                  </a:cubicBezTo>
                  <a:cubicBezTo>
                    <a:pt x="37" y="65"/>
                    <a:pt x="35" y="67"/>
                    <a:pt x="38" y="59"/>
                  </a:cubicBezTo>
                  <a:cubicBezTo>
                    <a:pt x="40" y="51"/>
                    <a:pt x="46" y="59"/>
                    <a:pt x="43" y="51"/>
                  </a:cubicBezTo>
                  <a:cubicBezTo>
                    <a:pt x="40" y="46"/>
                    <a:pt x="43" y="34"/>
                    <a:pt x="42" y="33"/>
                  </a:cubicBezTo>
                  <a:cubicBezTo>
                    <a:pt x="40" y="28"/>
                    <a:pt x="48" y="25"/>
                    <a:pt x="49" y="25"/>
                  </a:cubicBezTo>
                  <a:cubicBezTo>
                    <a:pt x="52" y="23"/>
                    <a:pt x="52" y="19"/>
                    <a:pt x="52" y="15"/>
                  </a:cubicBezTo>
                  <a:cubicBezTo>
                    <a:pt x="54" y="14"/>
                    <a:pt x="54" y="12"/>
                    <a:pt x="52" y="11"/>
                  </a:cubicBezTo>
                  <a:cubicBezTo>
                    <a:pt x="55" y="9"/>
                    <a:pt x="55" y="6"/>
                    <a:pt x="57" y="5"/>
                  </a:cubicBezTo>
                  <a:cubicBezTo>
                    <a:pt x="60" y="3"/>
                    <a:pt x="58" y="1"/>
                    <a:pt x="60" y="0"/>
                  </a:cubicBezTo>
                  <a:cubicBezTo>
                    <a:pt x="61" y="0"/>
                    <a:pt x="61" y="5"/>
                    <a:pt x="66" y="5"/>
                  </a:cubicBezTo>
                  <a:cubicBezTo>
                    <a:pt x="70" y="3"/>
                    <a:pt x="73" y="3"/>
                    <a:pt x="75" y="11"/>
                  </a:cubicBezTo>
                  <a:cubicBezTo>
                    <a:pt x="77" y="5"/>
                    <a:pt x="78" y="3"/>
                    <a:pt x="80" y="3"/>
                  </a:cubicBezTo>
                  <a:cubicBezTo>
                    <a:pt x="83" y="3"/>
                    <a:pt x="84" y="3"/>
                    <a:pt x="86" y="3"/>
                  </a:cubicBezTo>
                  <a:cubicBezTo>
                    <a:pt x="87" y="3"/>
                    <a:pt x="87" y="5"/>
                    <a:pt x="89" y="6"/>
                  </a:cubicBezTo>
                  <a:cubicBezTo>
                    <a:pt x="90" y="8"/>
                    <a:pt x="90" y="6"/>
                    <a:pt x="92" y="11"/>
                  </a:cubicBezTo>
                  <a:cubicBezTo>
                    <a:pt x="95" y="17"/>
                    <a:pt x="99" y="17"/>
                    <a:pt x="101" y="20"/>
                  </a:cubicBezTo>
                  <a:cubicBezTo>
                    <a:pt x="102" y="23"/>
                    <a:pt x="107" y="22"/>
                    <a:pt x="112" y="26"/>
                  </a:cubicBezTo>
                  <a:cubicBezTo>
                    <a:pt x="118" y="31"/>
                    <a:pt x="121" y="33"/>
                    <a:pt x="124" y="33"/>
                  </a:cubicBezTo>
                  <a:cubicBezTo>
                    <a:pt x="125" y="33"/>
                    <a:pt x="130" y="37"/>
                    <a:pt x="128" y="39"/>
                  </a:cubicBezTo>
                  <a:cubicBezTo>
                    <a:pt x="125" y="43"/>
                    <a:pt x="128" y="43"/>
                    <a:pt x="125" y="45"/>
                  </a:cubicBezTo>
                  <a:cubicBezTo>
                    <a:pt x="122" y="46"/>
                    <a:pt x="125" y="48"/>
                    <a:pt x="124" y="51"/>
                  </a:cubicBezTo>
                  <a:cubicBezTo>
                    <a:pt x="122" y="54"/>
                    <a:pt x="119" y="54"/>
                    <a:pt x="121" y="56"/>
                  </a:cubicBezTo>
                  <a:cubicBezTo>
                    <a:pt x="121" y="59"/>
                    <a:pt x="121" y="57"/>
                    <a:pt x="125" y="57"/>
                  </a:cubicBezTo>
                  <a:cubicBezTo>
                    <a:pt x="131" y="57"/>
                    <a:pt x="134" y="62"/>
                    <a:pt x="139" y="59"/>
                  </a:cubicBezTo>
                  <a:cubicBezTo>
                    <a:pt x="142" y="54"/>
                    <a:pt x="144" y="62"/>
                    <a:pt x="145" y="57"/>
                  </a:cubicBezTo>
                  <a:cubicBezTo>
                    <a:pt x="145" y="53"/>
                    <a:pt x="150" y="53"/>
                    <a:pt x="151" y="48"/>
                  </a:cubicBezTo>
                  <a:cubicBezTo>
                    <a:pt x="151" y="43"/>
                    <a:pt x="153" y="45"/>
                    <a:pt x="151" y="39"/>
                  </a:cubicBezTo>
                  <a:cubicBezTo>
                    <a:pt x="154" y="40"/>
                    <a:pt x="156" y="34"/>
                    <a:pt x="159" y="42"/>
                  </a:cubicBezTo>
                  <a:cubicBezTo>
                    <a:pt x="160" y="48"/>
                    <a:pt x="160" y="54"/>
                    <a:pt x="156" y="57"/>
                  </a:cubicBezTo>
                  <a:cubicBezTo>
                    <a:pt x="151" y="60"/>
                    <a:pt x="145" y="64"/>
                    <a:pt x="140" y="71"/>
                  </a:cubicBezTo>
                  <a:cubicBezTo>
                    <a:pt x="134" y="79"/>
                    <a:pt x="134" y="82"/>
                    <a:pt x="133" y="82"/>
                  </a:cubicBezTo>
                  <a:cubicBezTo>
                    <a:pt x="130" y="84"/>
                    <a:pt x="130" y="85"/>
                    <a:pt x="128" y="87"/>
                  </a:cubicBezTo>
                  <a:close/>
                  <a:moveTo>
                    <a:pt x="42" y="366"/>
                  </a:moveTo>
                  <a:cubicBezTo>
                    <a:pt x="45" y="366"/>
                    <a:pt x="42" y="365"/>
                    <a:pt x="45" y="366"/>
                  </a:cubicBezTo>
                  <a:cubicBezTo>
                    <a:pt x="48" y="366"/>
                    <a:pt x="54" y="366"/>
                    <a:pt x="57" y="368"/>
                  </a:cubicBezTo>
                  <a:cubicBezTo>
                    <a:pt x="60" y="370"/>
                    <a:pt x="58" y="368"/>
                    <a:pt x="60" y="368"/>
                  </a:cubicBezTo>
                  <a:cubicBezTo>
                    <a:pt x="63" y="368"/>
                    <a:pt x="63" y="365"/>
                    <a:pt x="64" y="366"/>
                  </a:cubicBezTo>
                  <a:cubicBezTo>
                    <a:pt x="64" y="368"/>
                    <a:pt x="64" y="366"/>
                    <a:pt x="66" y="366"/>
                  </a:cubicBezTo>
                  <a:cubicBezTo>
                    <a:pt x="67" y="366"/>
                    <a:pt x="67" y="366"/>
                    <a:pt x="67" y="365"/>
                  </a:cubicBezTo>
                  <a:cubicBezTo>
                    <a:pt x="69" y="363"/>
                    <a:pt x="67" y="363"/>
                    <a:pt x="66" y="363"/>
                  </a:cubicBezTo>
                  <a:cubicBezTo>
                    <a:pt x="63" y="365"/>
                    <a:pt x="63" y="363"/>
                    <a:pt x="60" y="362"/>
                  </a:cubicBezTo>
                  <a:cubicBezTo>
                    <a:pt x="58" y="362"/>
                    <a:pt x="57" y="359"/>
                    <a:pt x="54" y="357"/>
                  </a:cubicBezTo>
                  <a:cubicBezTo>
                    <a:pt x="51" y="356"/>
                    <a:pt x="46" y="351"/>
                    <a:pt x="46" y="349"/>
                  </a:cubicBezTo>
                  <a:cubicBezTo>
                    <a:pt x="45" y="348"/>
                    <a:pt x="46" y="346"/>
                    <a:pt x="43" y="346"/>
                  </a:cubicBezTo>
                  <a:cubicBezTo>
                    <a:pt x="42" y="346"/>
                    <a:pt x="42" y="346"/>
                    <a:pt x="42" y="345"/>
                  </a:cubicBezTo>
                  <a:cubicBezTo>
                    <a:pt x="43" y="343"/>
                    <a:pt x="43" y="343"/>
                    <a:pt x="43" y="345"/>
                  </a:cubicBezTo>
                  <a:cubicBezTo>
                    <a:pt x="45" y="345"/>
                    <a:pt x="45" y="345"/>
                    <a:pt x="45" y="345"/>
                  </a:cubicBezTo>
                  <a:cubicBezTo>
                    <a:pt x="45" y="343"/>
                    <a:pt x="43" y="342"/>
                    <a:pt x="42" y="338"/>
                  </a:cubicBezTo>
                  <a:cubicBezTo>
                    <a:pt x="42" y="366"/>
                    <a:pt x="42" y="366"/>
                    <a:pt x="42" y="366"/>
                  </a:cubicBezTo>
                  <a:close/>
                  <a:moveTo>
                    <a:pt x="73" y="366"/>
                  </a:moveTo>
                  <a:cubicBezTo>
                    <a:pt x="75" y="365"/>
                    <a:pt x="75" y="366"/>
                    <a:pt x="77" y="366"/>
                  </a:cubicBezTo>
                  <a:cubicBezTo>
                    <a:pt x="78" y="365"/>
                    <a:pt x="77" y="366"/>
                    <a:pt x="78" y="365"/>
                  </a:cubicBezTo>
                  <a:cubicBezTo>
                    <a:pt x="80" y="365"/>
                    <a:pt x="80" y="363"/>
                    <a:pt x="78" y="365"/>
                  </a:cubicBezTo>
                  <a:cubicBezTo>
                    <a:pt x="77" y="365"/>
                    <a:pt x="77" y="363"/>
                    <a:pt x="73" y="365"/>
                  </a:cubicBezTo>
                  <a:cubicBezTo>
                    <a:pt x="73" y="365"/>
                    <a:pt x="70" y="365"/>
                    <a:pt x="72" y="366"/>
                  </a:cubicBezTo>
                  <a:cubicBezTo>
                    <a:pt x="73" y="366"/>
                    <a:pt x="73" y="366"/>
                    <a:pt x="73" y="366"/>
                  </a:cubicBezTo>
                  <a:close/>
                  <a:moveTo>
                    <a:pt x="48" y="371"/>
                  </a:moveTo>
                  <a:cubicBezTo>
                    <a:pt x="49" y="371"/>
                    <a:pt x="48" y="370"/>
                    <a:pt x="49" y="370"/>
                  </a:cubicBezTo>
                  <a:cubicBezTo>
                    <a:pt x="51" y="370"/>
                    <a:pt x="49" y="371"/>
                    <a:pt x="51" y="371"/>
                  </a:cubicBezTo>
                  <a:cubicBezTo>
                    <a:pt x="52" y="371"/>
                    <a:pt x="52" y="371"/>
                    <a:pt x="54" y="370"/>
                  </a:cubicBezTo>
                  <a:cubicBezTo>
                    <a:pt x="54" y="368"/>
                    <a:pt x="52" y="368"/>
                    <a:pt x="51" y="368"/>
                  </a:cubicBezTo>
                  <a:cubicBezTo>
                    <a:pt x="49" y="368"/>
                    <a:pt x="48" y="366"/>
                    <a:pt x="45" y="366"/>
                  </a:cubicBezTo>
                  <a:cubicBezTo>
                    <a:pt x="43" y="366"/>
                    <a:pt x="43" y="368"/>
                    <a:pt x="45" y="368"/>
                  </a:cubicBezTo>
                  <a:cubicBezTo>
                    <a:pt x="45" y="368"/>
                    <a:pt x="45" y="368"/>
                    <a:pt x="45" y="371"/>
                  </a:cubicBezTo>
                  <a:cubicBezTo>
                    <a:pt x="45" y="371"/>
                    <a:pt x="46" y="371"/>
                    <a:pt x="48" y="371"/>
                  </a:cubicBezTo>
                  <a:close/>
                  <a:moveTo>
                    <a:pt x="54" y="371"/>
                  </a:moveTo>
                  <a:cubicBezTo>
                    <a:pt x="54" y="371"/>
                    <a:pt x="55" y="370"/>
                    <a:pt x="55" y="371"/>
                  </a:cubicBezTo>
                  <a:cubicBezTo>
                    <a:pt x="55" y="373"/>
                    <a:pt x="54" y="373"/>
                    <a:pt x="54" y="371"/>
                  </a:cubicBezTo>
                  <a:close/>
                  <a:moveTo>
                    <a:pt x="57" y="371"/>
                  </a:moveTo>
                  <a:cubicBezTo>
                    <a:pt x="55" y="371"/>
                    <a:pt x="57" y="370"/>
                    <a:pt x="58" y="370"/>
                  </a:cubicBezTo>
                  <a:cubicBezTo>
                    <a:pt x="58" y="371"/>
                    <a:pt x="58" y="371"/>
                    <a:pt x="57" y="371"/>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7" name="Freeform 239">
              <a:extLst>
                <a:ext uri="{FF2B5EF4-FFF2-40B4-BE49-F238E27FC236}">
                  <a16:creationId xmlns:a16="http://schemas.microsoft.com/office/drawing/2014/main" id="{C3334BC9-5340-4371-428B-479734E66265}"/>
                </a:ext>
              </a:extLst>
            </p:cNvPr>
            <p:cNvSpPr>
              <a:spLocks noEditPoints="1"/>
            </p:cNvSpPr>
            <p:nvPr/>
          </p:nvSpPr>
          <p:spPr bwMode="auto">
            <a:xfrm>
              <a:off x="8613290" y="3766051"/>
              <a:ext cx="154208" cy="193948"/>
            </a:xfrm>
            <a:custGeom>
              <a:avLst/>
              <a:gdLst/>
              <a:ahLst/>
              <a:cxnLst>
                <a:cxn ang="0">
                  <a:pos x="42" y="61"/>
                </a:cxn>
                <a:cxn ang="0">
                  <a:pos x="47" y="59"/>
                </a:cxn>
                <a:cxn ang="0">
                  <a:pos x="45" y="63"/>
                </a:cxn>
                <a:cxn ang="0">
                  <a:pos x="42" y="61"/>
                </a:cxn>
                <a:cxn ang="0">
                  <a:pos x="11" y="27"/>
                </a:cxn>
                <a:cxn ang="0">
                  <a:pos x="11" y="22"/>
                </a:cxn>
                <a:cxn ang="0">
                  <a:pos x="9" y="19"/>
                </a:cxn>
                <a:cxn ang="0">
                  <a:pos x="7" y="23"/>
                </a:cxn>
                <a:cxn ang="0">
                  <a:pos x="9" y="27"/>
                </a:cxn>
                <a:cxn ang="0">
                  <a:pos x="11" y="27"/>
                </a:cxn>
                <a:cxn ang="0">
                  <a:pos x="12" y="33"/>
                </a:cxn>
                <a:cxn ang="0">
                  <a:pos x="12" y="30"/>
                </a:cxn>
                <a:cxn ang="0">
                  <a:pos x="11" y="28"/>
                </a:cxn>
                <a:cxn ang="0">
                  <a:pos x="11" y="31"/>
                </a:cxn>
                <a:cxn ang="0">
                  <a:pos x="12" y="33"/>
                </a:cxn>
                <a:cxn ang="0">
                  <a:pos x="6" y="3"/>
                </a:cxn>
                <a:cxn ang="0">
                  <a:pos x="9" y="3"/>
                </a:cxn>
                <a:cxn ang="0">
                  <a:pos x="4" y="2"/>
                </a:cxn>
                <a:cxn ang="0">
                  <a:pos x="3" y="3"/>
                </a:cxn>
                <a:cxn ang="0">
                  <a:pos x="3" y="5"/>
                </a:cxn>
                <a:cxn ang="0">
                  <a:pos x="6" y="3"/>
                </a:cxn>
                <a:cxn ang="0">
                  <a:pos x="17" y="8"/>
                </a:cxn>
                <a:cxn ang="0">
                  <a:pos x="15" y="5"/>
                </a:cxn>
                <a:cxn ang="0">
                  <a:pos x="11" y="0"/>
                </a:cxn>
                <a:cxn ang="0">
                  <a:pos x="12" y="2"/>
                </a:cxn>
                <a:cxn ang="0">
                  <a:pos x="15" y="5"/>
                </a:cxn>
                <a:cxn ang="0">
                  <a:pos x="15" y="8"/>
                </a:cxn>
                <a:cxn ang="0">
                  <a:pos x="15" y="11"/>
                </a:cxn>
                <a:cxn ang="0">
                  <a:pos x="17" y="8"/>
                </a:cxn>
                <a:cxn ang="0">
                  <a:pos x="48" y="49"/>
                </a:cxn>
                <a:cxn ang="0">
                  <a:pos x="50" y="49"/>
                </a:cxn>
                <a:cxn ang="0">
                  <a:pos x="47" y="47"/>
                </a:cxn>
                <a:cxn ang="0">
                  <a:pos x="48" y="49"/>
                </a:cxn>
                <a:cxn ang="0">
                  <a:pos x="23" y="19"/>
                </a:cxn>
                <a:cxn ang="0">
                  <a:pos x="21" y="23"/>
                </a:cxn>
                <a:cxn ang="0">
                  <a:pos x="23" y="25"/>
                </a:cxn>
                <a:cxn ang="0">
                  <a:pos x="23" y="23"/>
                </a:cxn>
                <a:cxn ang="0">
                  <a:pos x="23" y="17"/>
                </a:cxn>
                <a:cxn ang="0">
                  <a:pos x="18" y="16"/>
                </a:cxn>
                <a:cxn ang="0">
                  <a:pos x="23" y="19"/>
                </a:cxn>
                <a:cxn ang="0">
                  <a:pos x="39" y="47"/>
                </a:cxn>
                <a:cxn ang="0">
                  <a:pos x="39" y="49"/>
                </a:cxn>
                <a:cxn ang="0">
                  <a:pos x="41" y="44"/>
                </a:cxn>
                <a:cxn ang="0">
                  <a:pos x="38" y="42"/>
                </a:cxn>
                <a:cxn ang="0">
                  <a:pos x="39" y="45"/>
                </a:cxn>
                <a:cxn ang="0">
                  <a:pos x="39" y="47"/>
                </a:cxn>
                <a:cxn ang="0">
                  <a:pos x="26" y="36"/>
                </a:cxn>
                <a:cxn ang="0">
                  <a:pos x="26" y="36"/>
                </a:cxn>
                <a:cxn ang="0">
                  <a:pos x="24" y="34"/>
                </a:cxn>
                <a:cxn ang="0">
                  <a:pos x="26" y="36"/>
                </a:cxn>
                <a:cxn ang="0">
                  <a:pos x="29" y="28"/>
                </a:cxn>
                <a:cxn ang="0">
                  <a:pos x="27" y="23"/>
                </a:cxn>
                <a:cxn ang="0">
                  <a:pos x="27" y="25"/>
                </a:cxn>
                <a:cxn ang="0">
                  <a:pos x="29" y="28"/>
                </a:cxn>
                <a:cxn ang="0">
                  <a:pos x="29" y="30"/>
                </a:cxn>
                <a:cxn ang="0">
                  <a:pos x="29" y="28"/>
                </a:cxn>
                <a:cxn ang="0">
                  <a:pos x="33" y="42"/>
                </a:cxn>
                <a:cxn ang="0">
                  <a:pos x="33" y="41"/>
                </a:cxn>
                <a:cxn ang="0">
                  <a:pos x="32" y="39"/>
                </a:cxn>
                <a:cxn ang="0">
                  <a:pos x="30" y="34"/>
                </a:cxn>
                <a:cxn ang="0">
                  <a:pos x="32" y="38"/>
                </a:cxn>
                <a:cxn ang="0">
                  <a:pos x="32" y="41"/>
                </a:cxn>
                <a:cxn ang="0">
                  <a:pos x="33" y="42"/>
                </a:cxn>
              </a:cxnLst>
              <a:rect l="0" t="0" r="r" b="b"/>
              <a:pathLst>
                <a:path w="50" h="63">
                  <a:moveTo>
                    <a:pt x="42" y="61"/>
                  </a:moveTo>
                  <a:cubicBezTo>
                    <a:pt x="45" y="58"/>
                    <a:pt x="47" y="61"/>
                    <a:pt x="47" y="59"/>
                  </a:cubicBezTo>
                  <a:cubicBezTo>
                    <a:pt x="48" y="56"/>
                    <a:pt x="50" y="61"/>
                    <a:pt x="45" y="63"/>
                  </a:cubicBezTo>
                  <a:cubicBezTo>
                    <a:pt x="42" y="63"/>
                    <a:pt x="42" y="63"/>
                    <a:pt x="42" y="61"/>
                  </a:cubicBezTo>
                  <a:close/>
                  <a:moveTo>
                    <a:pt x="11" y="27"/>
                  </a:moveTo>
                  <a:cubicBezTo>
                    <a:pt x="12" y="25"/>
                    <a:pt x="12" y="23"/>
                    <a:pt x="11" y="22"/>
                  </a:cubicBezTo>
                  <a:cubicBezTo>
                    <a:pt x="9" y="20"/>
                    <a:pt x="9" y="19"/>
                    <a:pt x="9" y="19"/>
                  </a:cubicBezTo>
                  <a:cubicBezTo>
                    <a:pt x="7" y="19"/>
                    <a:pt x="7" y="20"/>
                    <a:pt x="7" y="23"/>
                  </a:cubicBezTo>
                  <a:cubicBezTo>
                    <a:pt x="6" y="25"/>
                    <a:pt x="6" y="25"/>
                    <a:pt x="9" y="27"/>
                  </a:cubicBezTo>
                  <a:cubicBezTo>
                    <a:pt x="11" y="28"/>
                    <a:pt x="11" y="27"/>
                    <a:pt x="11" y="27"/>
                  </a:cubicBezTo>
                  <a:close/>
                  <a:moveTo>
                    <a:pt x="12" y="33"/>
                  </a:moveTo>
                  <a:cubicBezTo>
                    <a:pt x="13" y="33"/>
                    <a:pt x="13" y="33"/>
                    <a:pt x="12" y="30"/>
                  </a:cubicBezTo>
                  <a:cubicBezTo>
                    <a:pt x="12" y="27"/>
                    <a:pt x="12" y="30"/>
                    <a:pt x="11" y="28"/>
                  </a:cubicBezTo>
                  <a:cubicBezTo>
                    <a:pt x="9" y="27"/>
                    <a:pt x="9" y="30"/>
                    <a:pt x="11" y="31"/>
                  </a:cubicBezTo>
                  <a:cubicBezTo>
                    <a:pt x="12" y="33"/>
                    <a:pt x="11" y="33"/>
                    <a:pt x="12" y="33"/>
                  </a:cubicBezTo>
                  <a:close/>
                  <a:moveTo>
                    <a:pt x="6" y="3"/>
                  </a:moveTo>
                  <a:cubicBezTo>
                    <a:pt x="9" y="3"/>
                    <a:pt x="9" y="5"/>
                    <a:pt x="9" y="3"/>
                  </a:cubicBezTo>
                  <a:cubicBezTo>
                    <a:pt x="11" y="2"/>
                    <a:pt x="7" y="3"/>
                    <a:pt x="4" y="2"/>
                  </a:cubicBezTo>
                  <a:cubicBezTo>
                    <a:pt x="1" y="2"/>
                    <a:pt x="6" y="5"/>
                    <a:pt x="3" y="3"/>
                  </a:cubicBezTo>
                  <a:cubicBezTo>
                    <a:pt x="1" y="3"/>
                    <a:pt x="0" y="3"/>
                    <a:pt x="3" y="5"/>
                  </a:cubicBezTo>
                  <a:cubicBezTo>
                    <a:pt x="3" y="5"/>
                    <a:pt x="3" y="5"/>
                    <a:pt x="6" y="3"/>
                  </a:cubicBezTo>
                  <a:close/>
                  <a:moveTo>
                    <a:pt x="17" y="8"/>
                  </a:moveTo>
                  <a:cubicBezTo>
                    <a:pt x="17" y="8"/>
                    <a:pt x="17" y="5"/>
                    <a:pt x="15" y="5"/>
                  </a:cubicBezTo>
                  <a:cubicBezTo>
                    <a:pt x="13" y="3"/>
                    <a:pt x="13" y="0"/>
                    <a:pt x="11" y="0"/>
                  </a:cubicBezTo>
                  <a:cubicBezTo>
                    <a:pt x="7" y="0"/>
                    <a:pt x="11" y="0"/>
                    <a:pt x="12" y="2"/>
                  </a:cubicBezTo>
                  <a:cubicBezTo>
                    <a:pt x="13" y="2"/>
                    <a:pt x="13" y="3"/>
                    <a:pt x="15" y="5"/>
                  </a:cubicBezTo>
                  <a:cubicBezTo>
                    <a:pt x="17" y="6"/>
                    <a:pt x="15" y="5"/>
                    <a:pt x="15" y="8"/>
                  </a:cubicBezTo>
                  <a:cubicBezTo>
                    <a:pt x="15" y="11"/>
                    <a:pt x="12" y="8"/>
                    <a:pt x="15" y="11"/>
                  </a:cubicBezTo>
                  <a:cubicBezTo>
                    <a:pt x="15" y="13"/>
                    <a:pt x="15" y="8"/>
                    <a:pt x="17" y="8"/>
                  </a:cubicBezTo>
                  <a:close/>
                  <a:moveTo>
                    <a:pt x="48" y="49"/>
                  </a:moveTo>
                  <a:cubicBezTo>
                    <a:pt x="50" y="49"/>
                    <a:pt x="50" y="49"/>
                    <a:pt x="50" y="49"/>
                  </a:cubicBezTo>
                  <a:cubicBezTo>
                    <a:pt x="50" y="47"/>
                    <a:pt x="47" y="47"/>
                    <a:pt x="47" y="47"/>
                  </a:cubicBezTo>
                  <a:cubicBezTo>
                    <a:pt x="47" y="47"/>
                    <a:pt x="47" y="49"/>
                    <a:pt x="48" y="49"/>
                  </a:cubicBezTo>
                  <a:close/>
                  <a:moveTo>
                    <a:pt x="23" y="19"/>
                  </a:moveTo>
                  <a:cubicBezTo>
                    <a:pt x="24" y="22"/>
                    <a:pt x="21" y="22"/>
                    <a:pt x="21" y="23"/>
                  </a:cubicBezTo>
                  <a:cubicBezTo>
                    <a:pt x="23" y="23"/>
                    <a:pt x="23" y="27"/>
                    <a:pt x="23" y="25"/>
                  </a:cubicBezTo>
                  <a:cubicBezTo>
                    <a:pt x="24" y="25"/>
                    <a:pt x="23" y="25"/>
                    <a:pt x="23" y="23"/>
                  </a:cubicBezTo>
                  <a:cubicBezTo>
                    <a:pt x="23" y="20"/>
                    <a:pt x="24" y="20"/>
                    <a:pt x="23" y="17"/>
                  </a:cubicBezTo>
                  <a:cubicBezTo>
                    <a:pt x="21" y="16"/>
                    <a:pt x="18" y="14"/>
                    <a:pt x="18" y="16"/>
                  </a:cubicBezTo>
                  <a:cubicBezTo>
                    <a:pt x="18" y="16"/>
                    <a:pt x="21" y="17"/>
                    <a:pt x="23" y="19"/>
                  </a:cubicBezTo>
                  <a:close/>
                  <a:moveTo>
                    <a:pt x="39" y="47"/>
                  </a:moveTo>
                  <a:cubicBezTo>
                    <a:pt x="38" y="49"/>
                    <a:pt x="38" y="50"/>
                    <a:pt x="39" y="49"/>
                  </a:cubicBezTo>
                  <a:cubicBezTo>
                    <a:pt x="42" y="47"/>
                    <a:pt x="42" y="45"/>
                    <a:pt x="41" y="44"/>
                  </a:cubicBezTo>
                  <a:cubicBezTo>
                    <a:pt x="41" y="42"/>
                    <a:pt x="41" y="44"/>
                    <a:pt x="38" y="42"/>
                  </a:cubicBezTo>
                  <a:cubicBezTo>
                    <a:pt x="36" y="42"/>
                    <a:pt x="38" y="45"/>
                    <a:pt x="39" y="45"/>
                  </a:cubicBezTo>
                  <a:cubicBezTo>
                    <a:pt x="41" y="44"/>
                    <a:pt x="41" y="45"/>
                    <a:pt x="39" y="47"/>
                  </a:cubicBezTo>
                  <a:close/>
                  <a:moveTo>
                    <a:pt x="26" y="36"/>
                  </a:moveTo>
                  <a:cubicBezTo>
                    <a:pt x="27" y="38"/>
                    <a:pt x="27" y="36"/>
                    <a:pt x="26" y="36"/>
                  </a:cubicBezTo>
                  <a:cubicBezTo>
                    <a:pt x="26" y="34"/>
                    <a:pt x="24" y="33"/>
                    <a:pt x="24" y="34"/>
                  </a:cubicBezTo>
                  <a:cubicBezTo>
                    <a:pt x="24" y="36"/>
                    <a:pt x="24" y="34"/>
                    <a:pt x="26" y="36"/>
                  </a:cubicBezTo>
                  <a:close/>
                  <a:moveTo>
                    <a:pt x="29" y="28"/>
                  </a:moveTo>
                  <a:cubicBezTo>
                    <a:pt x="29" y="27"/>
                    <a:pt x="29" y="25"/>
                    <a:pt x="27" y="23"/>
                  </a:cubicBezTo>
                  <a:cubicBezTo>
                    <a:pt x="26" y="23"/>
                    <a:pt x="26" y="23"/>
                    <a:pt x="27" y="25"/>
                  </a:cubicBezTo>
                  <a:cubicBezTo>
                    <a:pt x="27" y="25"/>
                    <a:pt x="27" y="27"/>
                    <a:pt x="29" y="28"/>
                  </a:cubicBezTo>
                  <a:cubicBezTo>
                    <a:pt x="30" y="30"/>
                    <a:pt x="27" y="31"/>
                    <a:pt x="29" y="30"/>
                  </a:cubicBezTo>
                  <a:cubicBezTo>
                    <a:pt x="30" y="30"/>
                    <a:pt x="30" y="28"/>
                    <a:pt x="29" y="28"/>
                  </a:cubicBezTo>
                  <a:close/>
                  <a:moveTo>
                    <a:pt x="33" y="42"/>
                  </a:moveTo>
                  <a:cubicBezTo>
                    <a:pt x="33" y="42"/>
                    <a:pt x="35" y="42"/>
                    <a:pt x="33" y="41"/>
                  </a:cubicBezTo>
                  <a:cubicBezTo>
                    <a:pt x="33" y="39"/>
                    <a:pt x="32" y="39"/>
                    <a:pt x="32" y="39"/>
                  </a:cubicBezTo>
                  <a:cubicBezTo>
                    <a:pt x="32" y="38"/>
                    <a:pt x="30" y="34"/>
                    <a:pt x="30" y="34"/>
                  </a:cubicBezTo>
                  <a:cubicBezTo>
                    <a:pt x="29" y="33"/>
                    <a:pt x="30" y="36"/>
                    <a:pt x="32" y="38"/>
                  </a:cubicBezTo>
                  <a:cubicBezTo>
                    <a:pt x="32" y="41"/>
                    <a:pt x="30" y="38"/>
                    <a:pt x="32" y="41"/>
                  </a:cubicBezTo>
                  <a:cubicBezTo>
                    <a:pt x="32" y="41"/>
                    <a:pt x="33" y="41"/>
                    <a:pt x="33" y="42"/>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8" name="Freeform 240">
              <a:extLst>
                <a:ext uri="{FF2B5EF4-FFF2-40B4-BE49-F238E27FC236}">
                  <a16:creationId xmlns:a16="http://schemas.microsoft.com/office/drawing/2014/main" id="{6D2CAF90-220F-AA0E-5E5B-59F9C29741A7}"/>
                </a:ext>
              </a:extLst>
            </p:cNvPr>
            <p:cNvSpPr>
              <a:spLocks noEditPoints="1"/>
            </p:cNvSpPr>
            <p:nvPr/>
          </p:nvSpPr>
          <p:spPr bwMode="auto">
            <a:xfrm>
              <a:off x="8471801" y="3882102"/>
              <a:ext cx="265492" cy="114461"/>
            </a:xfrm>
            <a:custGeom>
              <a:avLst/>
              <a:gdLst/>
              <a:ahLst/>
              <a:cxnLst>
                <a:cxn ang="0">
                  <a:pos x="8" y="13"/>
                </a:cxn>
                <a:cxn ang="0">
                  <a:pos x="3" y="15"/>
                </a:cxn>
                <a:cxn ang="0">
                  <a:pos x="0" y="13"/>
                </a:cxn>
                <a:cxn ang="0">
                  <a:pos x="4" y="10"/>
                </a:cxn>
                <a:cxn ang="0">
                  <a:pos x="17" y="3"/>
                </a:cxn>
                <a:cxn ang="0">
                  <a:pos x="24" y="1"/>
                </a:cxn>
                <a:cxn ang="0">
                  <a:pos x="30" y="1"/>
                </a:cxn>
                <a:cxn ang="0">
                  <a:pos x="35" y="3"/>
                </a:cxn>
                <a:cxn ang="0">
                  <a:pos x="42" y="6"/>
                </a:cxn>
                <a:cxn ang="0">
                  <a:pos x="50" y="10"/>
                </a:cxn>
                <a:cxn ang="0">
                  <a:pos x="58" y="13"/>
                </a:cxn>
                <a:cxn ang="0">
                  <a:pos x="59" y="15"/>
                </a:cxn>
                <a:cxn ang="0">
                  <a:pos x="62" y="18"/>
                </a:cxn>
                <a:cxn ang="0">
                  <a:pos x="65" y="20"/>
                </a:cxn>
                <a:cxn ang="0">
                  <a:pos x="70" y="21"/>
                </a:cxn>
                <a:cxn ang="0">
                  <a:pos x="74" y="23"/>
                </a:cxn>
                <a:cxn ang="0">
                  <a:pos x="76" y="26"/>
                </a:cxn>
                <a:cxn ang="0">
                  <a:pos x="82" y="29"/>
                </a:cxn>
                <a:cxn ang="0">
                  <a:pos x="85" y="32"/>
                </a:cxn>
                <a:cxn ang="0">
                  <a:pos x="79" y="34"/>
                </a:cxn>
                <a:cxn ang="0">
                  <a:pos x="64" y="34"/>
                </a:cxn>
                <a:cxn ang="0">
                  <a:pos x="61" y="30"/>
                </a:cxn>
                <a:cxn ang="0">
                  <a:pos x="56" y="26"/>
                </a:cxn>
                <a:cxn ang="0">
                  <a:pos x="50" y="20"/>
                </a:cxn>
                <a:cxn ang="0">
                  <a:pos x="42" y="17"/>
                </a:cxn>
                <a:cxn ang="0">
                  <a:pos x="32" y="12"/>
                </a:cxn>
                <a:cxn ang="0">
                  <a:pos x="23" y="10"/>
                </a:cxn>
                <a:cxn ang="0">
                  <a:pos x="26" y="7"/>
                </a:cxn>
                <a:cxn ang="0">
                  <a:pos x="15" y="9"/>
                </a:cxn>
                <a:cxn ang="0">
                  <a:pos x="8" y="13"/>
                </a:cxn>
                <a:cxn ang="0">
                  <a:pos x="18" y="18"/>
                </a:cxn>
                <a:cxn ang="0">
                  <a:pos x="15" y="13"/>
                </a:cxn>
                <a:cxn ang="0">
                  <a:pos x="18" y="18"/>
                </a:cxn>
                <a:cxn ang="0">
                  <a:pos x="50" y="9"/>
                </a:cxn>
                <a:cxn ang="0">
                  <a:pos x="51" y="7"/>
                </a:cxn>
                <a:cxn ang="0">
                  <a:pos x="50" y="9"/>
                </a:cxn>
                <a:cxn ang="0">
                  <a:pos x="53" y="9"/>
                </a:cxn>
                <a:cxn ang="0">
                  <a:pos x="55" y="10"/>
                </a:cxn>
                <a:cxn ang="0">
                  <a:pos x="53" y="9"/>
                </a:cxn>
              </a:cxnLst>
              <a:rect l="0" t="0" r="r" b="b"/>
              <a:pathLst>
                <a:path w="86" h="37">
                  <a:moveTo>
                    <a:pt x="8" y="13"/>
                  </a:moveTo>
                  <a:cubicBezTo>
                    <a:pt x="4" y="13"/>
                    <a:pt x="3" y="17"/>
                    <a:pt x="3" y="15"/>
                  </a:cubicBezTo>
                  <a:cubicBezTo>
                    <a:pt x="3" y="13"/>
                    <a:pt x="0" y="15"/>
                    <a:pt x="0" y="13"/>
                  </a:cubicBezTo>
                  <a:cubicBezTo>
                    <a:pt x="0" y="12"/>
                    <a:pt x="4" y="13"/>
                    <a:pt x="4" y="10"/>
                  </a:cubicBezTo>
                  <a:cubicBezTo>
                    <a:pt x="3" y="9"/>
                    <a:pt x="8" y="4"/>
                    <a:pt x="17" y="3"/>
                  </a:cubicBezTo>
                  <a:cubicBezTo>
                    <a:pt x="21" y="3"/>
                    <a:pt x="20" y="0"/>
                    <a:pt x="24" y="1"/>
                  </a:cubicBezTo>
                  <a:cubicBezTo>
                    <a:pt x="30" y="3"/>
                    <a:pt x="29" y="0"/>
                    <a:pt x="30" y="1"/>
                  </a:cubicBezTo>
                  <a:cubicBezTo>
                    <a:pt x="32" y="3"/>
                    <a:pt x="33" y="0"/>
                    <a:pt x="35" y="3"/>
                  </a:cubicBezTo>
                  <a:cubicBezTo>
                    <a:pt x="36" y="4"/>
                    <a:pt x="39" y="1"/>
                    <a:pt x="42" y="6"/>
                  </a:cubicBezTo>
                  <a:cubicBezTo>
                    <a:pt x="45" y="10"/>
                    <a:pt x="45" y="6"/>
                    <a:pt x="50" y="10"/>
                  </a:cubicBezTo>
                  <a:cubicBezTo>
                    <a:pt x="56" y="13"/>
                    <a:pt x="58" y="12"/>
                    <a:pt x="58" y="13"/>
                  </a:cubicBezTo>
                  <a:cubicBezTo>
                    <a:pt x="56" y="15"/>
                    <a:pt x="59" y="17"/>
                    <a:pt x="59" y="15"/>
                  </a:cubicBezTo>
                  <a:cubicBezTo>
                    <a:pt x="58" y="13"/>
                    <a:pt x="61" y="15"/>
                    <a:pt x="62" y="18"/>
                  </a:cubicBezTo>
                  <a:cubicBezTo>
                    <a:pt x="65" y="20"/>
                    <a:pt x="65" y="18"/>
                    <a:pt x="65" y="20"/>
                  </a:cubicBezTo>
                  <a:cubicBezTo>
                    <a:pt x="67" y="23"/>
                    <a:pt x="68" y="20"/>
                    <a:pt x="70" y="21"/>
                  </a:cubicBezTo>
                  <a:cubicBezTo>
                    <a:pt x="71" y="23"/>
                    <a:pt x="73" y="20"/>
                    <a:pt x="74" y="23"/>
                  </a:cubicBezTo>
                  <a:cubicBezTo>
                    <a:pt x="74" y="26"/>
                    <a:pt x="70" y="24"/>
                    <a:pt x="76" y="26"/>
                  </a:cubicBezTo>
                  <a:cubicBezTo>
                    <a:pt x="80" y="26"/>
                    <a:pt x="80" y="27"/>
                    <a:pt x="82" y="29"/>
                  </a:cubicBezTo>
                  <a:cubicBezTo>
                    <a:pt x="83" y="30"/>
                    <a:pt x="86" y="29"/>
                    <a:pt x="85" y="32"/>
                  </a:cubicBezTo>
                  <a:cubicBezTo>
                    <a:pt x="83" y="34"/>
                    <a:pt x="83" y="30"/>
                    <a:pt x="79" y="34"/>
                  </a:cubicBezTo>
                  <a:cubicBezTo>
                    <a:pt x="73" y="37"/>
                    <a:pt x="76" y="32"/>
                    <a:pt x="64" y="34"/>
                  </a:cubicBezTo>
                  <a:cubicBezTo>
                    <a:pt x="51" y="35"/>
                    <a:pt x="58" y="34"/>
                    <a:pt x="61" y="30"/>
                  </a:cubicBezTo>
                  <a:cubicBezTo>
                    <a:pt x="64" y="27"/>
                    <a:pt x="61" y="26"/>
                    <a:pt x="56" y="26"/>
                  </a:cubicBezTo>
                  <a:cubicBezTo>
                    <a:pt x="51" y="26"/>
                    <a:pt x="51" y="23"/>
                    <a:pt x="50" y="20"/>
                  </a:cubicBezTo>
                  <a:cubicBezTo>
                    <a:pt x="48" y="15"/>
                    <a:pt x="47" y="18"/>
                    <a:pt x="42" y="17"/>
                  </a:cubicBezTo>
                  <a:cubicBezTo>
                    <a:pt x="36" y="15"/>
                    <a:pt x="38" y="12"/>
                    <a:pt x="32" y="12"/>
                  </a:cubicBezTo>
                  <a:cubicBezTo>
                    <a:pt x="26" y="12"/>
                    <a:pt x="26" y="12"/>
                    <a:pt x="23" y="10"/>
                  </a:cubicBezTo>
                  <a:cubicBezTo>
                    <a:pt x="21" y="9"/>
                    <a:pt x="27" y="7"/>
                    <a:pt x="26" y="7"/>
                  </a:cubicBezTo>
                  <a:cubicBezTo>
                    <a:pt x="24" y="6"/>
                    <a:pt x="18" y="4"/>
                    <a:pt x="15" y="9"/>
                  </a:cubicBezTo>
                  <a:cubicBezTo>
                    <a:pt x="11" y="12"/>
                    <a:pt x="8" y="10"/>
                    <a:pt x="8" y="13"/>
                  </a:cubicBezTo>
                  <a:close/>
                  <a:moveTo>
                    <a:pt x="18" y="18"/>
                  </a:moveTo>
                  <a:cubicBezTo>
                    <a:pt x="14" y="20"/>
                    <a:pt x="14" y="13"/>
                    <a:pt x="15" y="13"/>
                  </a:cubicBezTo>
                  <a:cubicBezTo>
                    <a:pt x="18" y="13"/>
                    <a:pt x="20" y="18"/>
                    <a:pt x="18" y="18"/>
                  </a:cubicBezTo>
                  <a:close/>
                  <a:moveTo>
                    <a:pt x="50" y="9"/>
                  </a:moveTo>
                  <a:cubicBezTo>
                    <a:pt x="48" y="7"/>
                    <a:pt x="50" y="7"/>
                    <a:pt x="51" y="7"/>
                  </a:cubicBezTo>
                  <a:cubicBezTo>
                    <a:pt x="51" y="9"/>
                    <a:pt x="51" y="9"/>
                    <a:pt x="50" y="9"/>
                  </a:cubicBezTo>
                  <a:close/>
                  <a:moveTo>
                    <a:pt x="53" y="9"/>
                  </a:moveTo>
                  <a:cubicBezTo>
                    <a:pt x="53" y="9"/>
                    <a:pt x="56" y="10"/>
                    <a:pt x="55" y="10"/>
                  </a:cubicBezTo>
                  <a:cubicBezTo>
                    <a:pt x="53" y="10"/>
                    <a:pt x="51" y="10"/>
                    <a:pt x="53" y="9"/>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49" name="Freeform 241">
              <a:extLst>
                <a:ext uri="{FF2B5EF4-FFF2-40B4-BE49-F238E27FC236}">
                  <a16:creationId xmlns:a16="http://schemas.microsoft.com/office/drawing/2014/main" id="{F0DFA7D7-DA56-8385-D61F-6C0EB174B4D5}"/>
                </a:ext>
              </a:extLst>
            </p:cNvPr>
            <p:cNvSpPr>
              <a:spLocks/>
            </p:cNvSpPr>
            <p:nvPr/>
          </p:nvSpPr>
          <p:spPr bwMode="auto">
            <a:xfrm>
              <a:off x="8753191" y="4015640"/>
              <a:ext cx="14307" cy="9538"/>
            </a:xfrm>
            <a:custGeom>
              <a:avLst/>
              <a:gdLst/>
              <a:ahLst/>
              <a:cxnLst>
                <a:cxn ang="0">
                  <a:pos x="0" y="2"/>
                </a:cxn>
                <a:cxn ang="0">
                  <a:pos x="5" y="3"/>
                </a:cxn>
                <a:cxn ang="0">
                  <a:pos x="0" y="2"/>
                </a:cxn>
              </a:cxnLst>
              <a:rect l="0" t="0" r="r" b="b"/>
              <a:pathLst>
                <a:path w="5" h="3">
                  <a:moveTo>
                    <a:pt x="0" y="2"/>
                  </a:moveTo>
                  <a:cubicBezTo>
                    <a:pt x="0" y="0"/>
                    <a:pt x="5" y="2"/>
                    <a:pt x="5" y="3"/>
                  </a:cubicBezTo>
                  <a:cubicBezTo>
                    <a:pt x="0" y="2"/>
                    <a:pt x="0"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0" name="Freeform 242">
              <a:extLst>
                <a:ext uri="{FF2B5EF4-FFF2-40B4-BE49-F238E27FC236}">
                  <a16:creationId xmlns:a16="http://schemas.microsoft.com/office/drawing/2014/main" id="{DCAFD36D-8AA0-21B5-09BE-CD9F8C95D143}"/>
                </a:ext>
              </a:extLst>
            </p:cNvPr>
            <p:cNvSpPr>
              <a:spLocks/>
            </p:cNvSpPr>
            <p:nvPr/>
          </p:nvSpPr>
          <p:spPr bwMode="auto">
            <a:xfrm>
              <a:off x="8851757" y="4215948"/>
              <a:ext cx="17488" cy="17487"/>
            </a:xfrm>
            <a:custGeom>
              <a:avLst/>
              <a:gdLst/>
              <a:ahLst/>
              <a:cxnLst>
                <a:cxn ang="0">
                  <a:pos x="3" y="3"/>
                </a:cxn>
                <a:cxn ang="0">
                  <a:pos x="2" y="2"/>
                </a:cxn>
                <a:cxn ang="0">
                  <a:pos x="3" y="3"/>
                </a:cxn>
                <a:cxn ang="0">
                  <a:pos x="3" y="3"/>
                </a:cxn>
              </a:cxnLst>
              <a:rect l="0" t="0" r="r" b="b"/>
              <a:pathLst>
                <a:path w="6" h="6">
                  <a:moveTo>
                    <a:pt x="3" y="3"/>
                  </a:moveTo>
                  <a:cubicBezTo>
                    <a:pt x="2" y="2"/>
                    <a:pt x="0" y="0"/>
                    <a:pt x="2" y="2"/>
                  </a:cubicBezTo>
                  <a:cubicBezTo>
                    <a:pt x="3" y="2"/>
                    <a:pt x="2" y="3"/>
                    <a:pt x="3" y="3"/>
                  </a:cubicBezTo>
                  <a:cubicBezTo>
                    <a:pt x="5" y="3"/>
                    <a:pt x="6" y="6"/>
                    <a:pt x="3"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1" name="Freeform 243">
              <a:extLst>
                <a:ext uri="{FF2B5EF4-FFF2-40B4-BE49-F238E27FC236}">
                  <a16:creationId xmlns:a16="http://schemas.microsoft.com/office/drawing/2014/main" id="{D85C6E32-10D4-B916-D4F4-E11E9EB0AB75}"/>
                </a:ext>
              </a:extLst>
            </p:cNvPr>
            <p:cNvSpPr>
              <a:spLocks/>
            </p:cNvSpPr>
            <p:nvPr/>
          </p:nvSpPr>
          <p:spPr bwMode="auto">
            <a:xfrm>
              <a:off x="8869244" y="4222307"/>
              <a:ext cx="9539" cy="11128"/>
            </a:xfrm>
            <a:custGeom>
              <a:avLst/>
              <a:gdLst/>
              <a:ahLst/>
              <a:cxnLst>
                <a:cxn ang="0">
                  <a:pos x="2" y="1"/>
                </a:cxn>
                <a:cxn ang="0">
                  <a:pos x="2" y="0"/>
                </a:cxn>
                <a:cxn ang="0">
                  <a:pos x="2" y="3"/>
                </a:cxn>
                <a:cxn ang="0">
                  <a:pos x="2" y="1"/>
                </a:cxn>
              </a:cxnLst>
              <a:rect l="0" t="0" r="r" b="b"/>
              <a:pathLst>
                <a:path w="3" h="4">
                  <a:moveTo>
                    <a:pt x="2" y="1"/>
                  </a:moveTo>
                  <a:cubicBezTo>
                    <a:pt x="0" y="1"/>
                    <a:pt x="2" y="0"/>
                    <a:pt x="2" y="0"/>
                  </a:cubicBezTo>
                  <a:cubicBezTo>
                    <a:pt x="3" y="1"/>
                    <a:pt x="3" y="4"/>
                    <a:pt x="2" y="3"/>
                  </a:cubicBezTo>
                  <a:cubicBezTo>
                    <a:pt x="2" y="1"/>
                    <a:pt x="2" y="1"/>
                    <a:pt x="2"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2" name="Freeform 244">
              <a:extLst>
                <a:ext uri="{FF2B5EF4-FFF2-40B4-BE49-F238E27FC236}">
                  <a16:creationId xmlns:a16="http://schemas.microsoft.com/office/drawing/2014/main" id="{3A06F763-01DB-985D-B3BE-A7B663BE0123}"/>
                </a:ext>
              </a:extLst>
            </p:cNvPr>
            <p:cNvSpPr>
              <a:spLocks/>
            </p:cNvSpPr>
            <p:nvPr/>
          </p:nvSpPr>
          <p:spPr bwMode="auto">
            <a:xfrm>
              <a:off x="8974169" y="4255691"/>
              <a:ext cx="19077" cy="9538"/>
            </a:xfrm>
            <a:custGeom>
              <a:avLst/>
              <a:gdLst/>
              <a:ahLst/>
              <a:cxnLst>
                <a:cxn ang="0">
                  <a:pos x="0" y="2"/>
                </a:cxn>
                <a:cxn ang="0">
                  <a:pos x="3" y="2"/>
                </a:cxn>
                <a:cxn ang="0">
                  <a:pos x="5" y="3"/>
                </a:cxn>
                <a:cxn ang="0">
                  <a:pos x="2" y="3"/>
                </a:cxn>
                <a:cxn ang="0">
                  <a:pos x="0" y="2"/>
                </a:cxn>
              </a:cxnLst>
              <a:rect l="0" t="0" r="r" b="b"/>
              <a:pathLst>
                <a:path w="6" h="3">
                  <a:moveTo>
                    <a:pt x="0" y="2"/>
                  </a:moveTo>
                  <a:cubicBezTo>
                    <a:pt x="0" y="0"/>
                    <a:pt x="2" y="3"/>
                    <a:pt x="3" y="2"/>
                  </a:cubicBezTo>
                  <a:cubicBezTo>
                    <a:pt x="5" y="0"/>
                    <a:pt x="6" y="2"/>
                    <a:pt x="5" y="3"/>
                  </a:cubicBezTo>
                  <a:cubicBezTo>
                    <a:pt x="3" y="3"/>
                    <a:pt x="2" y="3"/>
                    <a:pt x="2" y="3"/>
                  </a:cubicBezTo>
                  <a:cubicBezTo>
                    <a:pt x="2" y="3"/>
                    <a:pt x="0" y="3"/>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3" name="Freeform 245">
              <a:extLst>
                <a:ext uri="{FF2B5EF4-FFF2-40B4-BE49-F238E27FC236}">
                  <a16:creationId xmlns:a16="http://schemas.microsoft.com/office/drawing/2014/main" id="{1C98EBF9-4F08-2702-7D25-77F6DD27F47C}"/>
                </a:ext>
              </a:extLst>
            </p:cNvPr>
            <p:cNvSpPr>
              <a:spLocks/>
            </p:cNvSpPr>
            <p:nvPr/>
          </p:nvSpPr>
          <p:spPr bwMode="auto">
            <a:xfrm>
              <a:off x="9055248" y="4324050"/>
              <a:ext cx="3179" cy="3179"/>
            </a:xfrm>
            <a:custGeom>
              <a:avLst/>
              <a:gdLst/>
              <a:ahLst/>
              <a:cxnLst>
                <a:cxn ang="0">
                  <a:pos x="1" y="0"/>
                </a:cxn>
                <a:cxn ang="0">
                  <a:pos x="0" y="1"/>
                </a:cxn>
                <a:cxn ang="0">
                  <a:pos x="1" y="0"/>
                </a:cxn>
              </a:cxnLst>
              <a:rect l="0" t="0" r="r" b="b"/>
              <a:pathLst>
                <a:path w="1" h="1">
                  <a:moveTo>
                    <a:pt x="1" y="0"/>
                  </a:moveTo>
                  <a:cubicBezTo>
                    <a:pt x="0" y="1"/>
                    <a:pt x="0" y="1"/>
                    <a:pt x="0" y="1"/>
                  </a:cubicBezTo>
                  <a:cubicBezTo>
                    <a:pt x="0" y="0"/>
                    <a:pt x="0" y="0"/>
                    <a:pt x="1"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4" name="Freeform 246">
              <a:extLst>
                <a:ext uri="{FF2B5EF4-FFF2-40B4-BE49-F238E27FC236}">
                  <a16:creationId xmlns:a16="http://schemas.microsoft.com/office/drawing/2014/main" id="{7A08079B-6CC9-67F7-4743-76BB654343FA}"/>
                </a:ext>
              </a:extLst>
            </p:cNvPr>
            <p:cNvSpPr>
              <a:spLocks/>
            </p:cNvSpPr>
            <p:nvPr/>
          </p:nvSpPr>
          <p:spPr bwMode="auto">
            <a:xfrm>
              <a:off x="9048888" y="4327229"/>
              <a:ext cx="9539" cy="4770"/>
            </a:xfrm>
            <a:custGeom>
              <a:avLst/>
              <a:gdLst/>
              <a:ahLst/>
              <a:cxnLst>
                <a:cxn ang="0">
                  <a:pos x="2" y="2"/>
                </a:cxn>
                <a:cxn ang="0">
                  <a:pos x="3" y="0"/>
                </a:cxn>
                <a:cxn ang="0">
                  <a:pos x="2" y="2"/>
                </a:cxn>
                <a:cxn ang="0">
                  <a:pos x="2" y="2"/>
                </a:cxn>
              </a:cxnLst>
              <a:rect l="0" t="0" r="r" b="b"/>
              <a:pathLst>
                <a:path w="3" h="2">
                  <a:moveTo>
                    <a:pt x="2" y="2"/>
                  </a:moveTo>
                  <a:cubicBezTo>
                    <a:pt x="2" y="0"/>
                    <a:pt x="2" y="0"/>
                    <a:pt x="3" y="0"/>
                  </a:cubicBezTo>
                  <a:cubicBezTo>
                    <a:pt x="3" y="0"/>
                    <a:pt x="3" y="2"/>
                    <a:pt x="2" y="2"/>
                  </a:cubicBezTo>
                  <a:cubicBezTo>
                    <a:pt x="2" y="2"/>
                    <a:pt x="0" y="2"/>
                    <a:pt x="2"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5" name="Freeform 247">
              <a:extLst>
                <a:ext uri="{FF2B5EF4-FFF2-40B4-BE49-F238E27FC236}">
                  <a16:creationId xmlns:a16="http://schemas.microsoft.com/office/drawing/2014/main" id="{D9FAEF1D-9457-9F71-5412-5424CF7D65B7}"/>
                </a:ext>
              </a:extLst>
            </p:cNvPr>
            <p:cNvSpPr>
              <a:spLocks/>
            </p:cNvSpPr>
            <p:nvPr/>
          </p:nvSpPr>
          <p:spPr bwMode="auto">
            <a:xfrm>
              <a:off x="9058427" y="4331999"/>
              <a:ext cx="4770" cy="3179"/>
            </a:xfrm>
            <a:custGeom>
              <a:avLst/>
              <a:gdLst/>
              <a:ahLst/>
              <a:cxnLst>
                <a:cxn ang="0">
                  <a:pos x="0" y="1"/>
                </a:cxn>
                <a:cxn ang="0">
                  <a:pos x="0" y="0"/>
                </a:cxn>
                <a:cxn ang="0">
                  <a:pos x="0" y="1"/>
                </a:cxn>
              </a:cxnLst>
              <a:rect l="0" t="0" r="r" b="b"/>
              <a:pathLst>
                <a:path w="2" h="1">
                  <a:moveTo>
                    <a:pt x="0" y="1"/>
                  </a:moveTo>
                  <a:cubicBezTo>
                    <a:pt x="0" y="0"/>
                    <a:pt x="0" y="0"/>
                    <a:pt x="0" y="0"/>
                  </a:cubicBezTo>
                  <a:cubicBezTo>
                    <a:pt x="2" y="0"/>
                    <a:pt x="0" y="0"/>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6" name="Freeform 248">
              <a:extLst>
                <a:ext uri="{FF2B5EF4-FFF2-40B4-BE49-F238E27FC236}">
                  <a16:creationId xmlns:a16="http://schemas.microsoft.com/office/drawing/2014/main" id="{E2AC4F3F-4DD0-204A-8ED8-E5F039008467}"/>
                </a:ext>
              </a:extLst>
            </p:cNvPr>
            <p:cNvSpPr>
              <a:spLocks/>
            </p:cNvSpPr>
            <p:nvPr/>
          </p:nvSpPr>
          <p:spPr bwMode="auto">
            <a:xfrm>
              <a:off x="9055248" y="4324050"/>
              <a:ext cx="3179" cy="3179"/>
            </a:xfrm>
            <a:custGeom>
              <a:avLst/>
              <a:gdLst/>
              <a:ahLst/>
              <a:cxnLst>
                <a:cxn ang="0">
                  <a:pos x="1" y="1"/>
                </a:cxn>
                <a:cxn ang="0">
                  <a:pos x="1" y="0"/>
                </a:cxn>
                <a:cxn ang="0">
                  <a:pos x="1" y="1"/>
                </a:cxn>
              </a:cxnLst>
              <a:rect l="0" t="0" r="r" b="b"/>
              <a:pathLst>
                <a:path w="1" h="1">
                  <a:moveTo>
                    <a:pt x="1" y="1"/>
                  </a:moveTo>
                  <a:cubicBezTo>
                    <a:pt x="0" y="1"/>
                    <a:pt x="1" y="0"/>
                    <a:pt x="1" y="0"/>
                  </a:cubicBezTo>
                  <a:cubicBezTo>
                    <a:pt x="1" y="1"/>
                    <a:pt x="1" y="1"/>
                    <a:pt x="1"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7" name="Freeform 249">
              <a:extLst>
                <a:ext uri="{FF2B5EF4-FFF2-40B4-BE49-F238E27FC236}">
                  <a16:creationId xmlns:a16="http://schemas.microsoft.com/office/drawing/2014/main" id="{21E85FB7-B42C-EF1B-0F06-4BDFFB05C2EC}"/>
                </a:ext>
              </a:extLst>
            </p:cNvPr>
            <p:cNvSpPr>
              <a:spLocks/>
            </p:cNvSpPr>
            <p:nvPr/>
          </p:nvSpPr>
          <p:spPr bwMode="auto">
            <a:xfrm>
              <a:off x="9058427" y="4246153"/>
              <a:ext cx="7949" cy="15898"/>
            </a:xfrm>
            <a:custGeom>
              <a:avLst/>
              <a:gdLst/>
              <a:ahLst/>
              <a:cxnLst>
                <a:cxn ang="0">
                  <a:pos x="0" y="3"/>
                </a:cxn>
                <a:cxn ang="0">
                  <a:pos x="3" y="2"/>
                </a:cxn>
                <a:cxn ang="0">
                  <a:pos x="0" y="3"/>
                </a:cxn>
              </a:cxnLst>
              <a:rect l="0" t="0" r="r" b="b"/>
              <a:pathLst>
                <a:path w="3" h="5">
                  <a:moveTo>
                    <a:pt x="0" y="3"/>
                  </a:moveTo>
                  <a:cubicBezTo>
                    <a:pt x="0" y="2"/>
                    <a:pt x="3" y="0"/>
                    <a:pt x="3" y="2"/>
                  </a:cubicBezTo>
                  <a:cubicBezTo>
                    <a:pt x="3" y="3"/>
                    <a:pt x="0" y="5"/>
                    <a:pt x="0"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8" name="Freeform 250">
              <a:extLst>
                <a:ext uri="{FF2B5EF4-FFF2-40B4-BE49-F238E27FC236}">
                  <a16:creationId xmlns:a16="http://schemas.microsoft.com/office/drawing/2014/main" id="{9EADAA8B-8689-D9C7-E789-5B2B8F33325D}"/>
                </a:ext>
              </a:extLst>
            </p:cNvPr>
            <p:cNvSpPr>
              <a:spLocks/>
            </p:cNvSpPr>
            <p:nvPr/>
          </p:nvSpPr>
          <p:spPr bwMode="auto">
            <a:xfrm>
              <a:off x="9029811" y="4265230"/>
              <a:ext cx="33385" cy="23846"/>
            </a:xfrm>
            <a:custGeom>
              <a:avLst/>
              <a:gdLst/>
              <a:ahLst/>
              <a:cxnLst>
                <a:cxn ang="0">
                  <a:pos x="6" y="8"/>
                </a:cxn>
                <a:cxn ang="0">
                  <a:pos x="1" y="8"/>
                </a:cxn>
                <a:cxn ang="0">
                  <a:pos x="4" y="5"/>
                </a:cxn>
                <a:cxn ang="0">
                  <a:pos x="4" y="2"/>
                </a:cxn>
                <a:cxn ang="0">
                  <a:pos x="9" y="2"/>
                </a:cxn>
                <a:cxn ang="0">
                  <a:pos x="6" y="8"/>
                </a:cxn>
              </a:cxnLst>
              <a:rect l="0" t="0" r="r" b="b"/>
              <a:pathLst>
                <a:path w="11" h="8">
                  <a:moveTo>
                    <a:pt x="6" y="8"/>
                  </a:moveTo>
                  <a:cubicBezTo>
                    <a:pt x="1" y="8"/>
                    <a:pt x="0" y="8"/>
                    <a:pt x="1" y="8"/>
                  </a:cubicBezTo>
                  <a:cubicBezTo>
                    <a:pt x="4" y="6"/>
                    <a:pt x="4" y="6"/>
                    <a:pt x="4" y="5"/>
                  </a:cubicBezTo>
                  <a:cubicBezTo>
                    <a:pt x="4" y="2"/>
                    <a:pt x="1" y="2"/>
                    <a:pt x="4" y="2"/>
                  </a:cubicBezTo>
                  <a:cubicBezTo>
                    <a:pt x="9" y="0"/>
                    <a:pt x="11" y="0"/>
                    <a:pt x="9" y="2"/>
                  </a:cubicBezTo>
                  <a:cubicBezTo>
                    <a:pt x="8" y="3"/>
                    <a:pt x="11" y="8"/>
                    <a:pt x="6" y="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59" name="Freeform 251">
              <a:extLst>
                <a:ext uri="{FF2B5EF4-FFF2-40B4-BE49-F238E27FC236}">
                  <a16:creationId xmlns:a16="http://schemas.microsoft.com/office/drawing/2014/main" id="{A0BB67D7-36D2-821C-3BB3-725D5E8C2677}"/>
                </a:ext>
              </a:extLst>
            </p:cNvPr>
            <p:cNvSpPr>
              <a:spLocks/>
            </p:cNvSpPr>
            <p:nvPr/>
          </p:nvSpPr>
          <p:spPr bwMode="auto">
            <a:xfrm>
              <a:off x="9032990" y="4222307"/>
              <a:ext cx="12718" cy="7949"/>
            </a:xfrm>
            <a:custGeom>
              <a:avLst/>
              <a:gdLst/>
              <a:ahLst/>
              <a:cxnLst>
                <a:cxn ang="0">
                  <a:pos x="2" y="3"/>
                </a:cxn>
                <a:cxn ang="0">
                  <a:pos x="2" y="0"/>
                </a:cxn>
                <a:cxn ang="0">
                  <a:pos x="2" y="3"/>
                </a:cxn>
              </a:cxnLst>
              <a:rect l="0" t="0" r="r" b="b"/>
              <a:pathLst>
                <a:path w="4" h="3">
                  <a:moveTo>
                    <a:pt x="2" y="3"/>
                  </a:moveTo>
                  <a:cubicBezTo>
                    <a:pt x="0" y="3"/>
                    <a:pt x="2" y="0"/>
                    <a:pt x="2" y="0"/>
                  </a:cubicBezTo>
                  <a:cubicBezTo>
                    <a:pt x="4" y="0"/>
                    <a:pt x="4" y="3"/>
                    <a:pt x="2"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0" name="Freeform 252">
              <a:extLst>
                <a:ext uri="{FF2B5EF4-FFF2-40B4-BE49-F238E27FC236}">
                  <a16:creationId xmlns:a16="http://schemas.microsoft.com/office/drawing/2014/main" id="{18419EF6-37F4-0641-8872-AA33EEDB0501}"/>
                </a:ext>
              </a:extLst>
            </p:cNvPr>
            <p:cNvSpPr>
              <a:spLocks/>
            </p:cNvSpPr>
            <p:nvPr/>
          </p:nvSpPr>
          <p:spPr bwMode="auto">
            <a:xfrm>
              <a:off x="9048888" y="4187332"/>
              <a:ext cx="6359" cy="9538"/>
            </a:xfrm>
            <a:custGeom>
              <a:avLst/>
              <a:gdLst/>
              <a:ahLst/>
              <a:cxnLst>
                <a:cxn ang="0">
                  <a:pos x="0" y="3"/>
                </a:cxn>
                <a:cxn ang="0">
                  <a:pos x="2" y="0"/>
                </a:cxn>
                <a:cxn ang="0">
                  <a:pos x="0" y="3"/>
                </a:cxn>
              </a:cxnLst>
              <a:rect l="0" t="0" r="r" b="b"/>
              <a:pathLst>
                <a:path w="2" h="3">
                  <a:moveTo>
                    <a:pt x="0" y="3"/>
                  </a:moveTo>
                  <a:cubicBezTo>
                    <a:pt x="0" y="2"/>
                    <a:pt x="0" y="0"/>
                    <a:pt x="2" y="0"/>
                  </a:cubicBezTo>
                  <a:cubicBezTo>
                    <a:pt x="2" y="0"/>
                    <a:pt x="2" y="3"/>
                    <a:pt x="0"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1" name="Freeform 253">
              <a:extLst>
                <a:ext uri="{FF2B5EF4-FFF2-40B4-BE49-F238E27FC236}">
                  <a16:creationId xmlns:a16="http://schemas.microsoft.com/office/drawing/2014/main" id="{772643FE-6AA9-6C1A-7371-2422DD60BAA8}"/>
                </a:ext>
              </a:extLst>
            </p:cNvPr>
            <p:cNvSpPr>
              <a:spLocks/>
            </p:cNvSpPr>
            <p:nvPr/>
          </p:nvSpPr>
          <p:spPr bwMode="auto">
            <a:xfrm>
              <a:off x="9055248" y="4166666"/>
              <a:ext cx="7949" cy="12718"/>
            </a:xfrm>
            <a:custGeom>
              <a:avLst/>
              <a:gdLst/>
              <a:ahLst/>
              <a:cxnLst>
                <a:cxn ang="0">
                  <a:pos x="0" y="4"/>
                </a:cxn>
                <a:cxn ang="0">
                  <a:pos x="1" y="1"/>
                </a:cxn>
                <a:cxn ang="0">
                  <a:pos x="1" y="3"/>
                </a:cxn>
                <a:cxn ang="0">
                  <a:pos x="0" y="4"/>
                </a:cxn>
              </a:cxnLst>
              <a:rect l="0" t="0" r="r" b="b"/>
              <a:pathLst>
                <a:path w="3" h="4">
                  <a:moveTo>
                    <a:pt x="0" y="4"/>
                  </a:moveTo>
                  <a:cubicBezTo>
                    <a:pt x="0" y="3"/>
                    <a:pt x="0" y="1"/>
                    <a:pt x="1" y="1"/>
                  </a:cubicBezTo>
                  <a:cubicBezTo>
                    <a:pt x="1" y="0"/>
                    <a:pt x="3" y="1"/>
                    <a:pt x="1" y="3"/>
                  </a:cubicBezTo>
                  <a:cubicBezTo>
                    <a:pt x="1" y="4"/>
                    <a:pt x="1" y="4"/>
                    <a:pt x="0" y="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2" name="Freeform 254">
              <a:extLst>
                <a:ext uri="{FF2B5EF4-FFF2-40B4-BE49-F238E27FC236}">
                  <a16:creationId xmlns:a16="http://schemas.microsoft.com/office/drawing/2014/main" id="{C6C7E771-6C25-2E54-98D3-CD60F9A6275E}"/>
                </a:ext>
              </a:extLst>
            </p:cNvPr>
            <p:cNvSpPr>
              <a:spLocks/>
            </p:cNvSpPr>
            <p:nvPr/>
          </p:nvSpPr>
          <p:spPr bwMode="auto">
            <a:xfrm>
              <a:off x="9045709" y="4120564"/>
              <a:ext cx="3179" cy="14307"/>
            </a:xfrm>
            <a:custGeom>
              <a:avLst/>
              <a:gdLst/>
              <a:ahLst/>
              <a:cxnLst>
                <a:cxn ang="0">
                  <a:pos x="1" y="3"/>
                </a:cxn>
                <a:cxn ang="0">
                  <a:pos x="0" y="2"/>
                </a:cxn>
                <a:cxn ang="0">
                  <a:pos x="1" y="0"/>
                </a:cxn>
                <a:cxn ang="0">
                  <a:pos x="1" y="3"/>
                </a:cxn>
              </a:cxnLst>
              <a:rect l="0" t="0" r="r" b="b"/>
              <a:pathLst>
                <a:path w="1" h="5">
                  <a:moveTo>
                    <a:pt x="1" y="3"/>
                  </a:moveTo>
                  <a:cubicBezTo>
                    <a:pt x="0" y="5"/>
                    <a:pt x="1" y="3"/>
                    <a:pt x="0" y="2"/>
                  </a:cubicBezTo>
                  <a:cubicBezTo>
                    <a:pt x="0" y="0"/>
                    <a:pt x="0" y="0"/>
                    <a:pt x="1" y="0"/>
                  </a:cubicBezTo>
                  <a:cubicBezTo>
                    <a:pt x="1" y="3"/>
                    <a:pt x="1" y="3"/>
                    <a:pt x="1"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3" name="Freeform 255">
              <a:extLst>
                <a:ext uri="{FF2B5EF4-FFF2-40B4-BE49-F238E27FC236}">
                  <a16:creationId xmlns:a16="http://schemas.microsoft.com/office/drawing/2014/main" id="{4D901A44-251A-D2C6-F1DF-F512B34CABE5}"/>
                </a:ext>
              </a:extLst>
            </p:cNvPr>
            <p:cNvSpPr>
              <a:spLocks/>
            </p:cNvSpPr>
            <p:nvPr/>
          </p:nvSpPr>
          <p:spPr bwMode="auto">
            <a:xfrm>
              <a:off x="9085453" y="4187332"/>
              <a:ext cx="9539" cy="15898"/>
            </a:xfrm>
            <a:custGeom>
              <a:avLst/>
              <a:gdLst/>
              <a:ahLst/>
              <a:cxnLst>
                <a:cxn ang="0">
                  <a:pos x="3" y="3"/>
                </a:cxn>
                <a:cxn ang="0">
                  <a:pos x="2" y="2"/>
                </a:cxn>
                <a:cxn ang="0">
                  <a:pos x="2" y="2"/>
                </a:cxn>
                <a:cxn ang="0">
                  <a:pos x="3" y="3"/>
                </a:cxn>
              </a:cxnLst>
              <a:rect l="0" t="0" r="r" b="b"/>
              <a:pathLst>
                <a:path w="3" h="5">
                  <a:moveTo>
                    <a:pt x="3" y="3"/>
                  </a:moveTo>
                  <a:cubicBezTo>
                    <a:pt x="2" y="5"/>
                    <a:pt x="0" y="3"/>
                    <a:pt x="2" y="2"/>
                  </a:cubicBezTo>
                  <a:cubicBezTo>
                    <a:pt x="2" y="0"/>
                    <a:pt x="2" y="0"/>
                    <a:pt x="2" y="2"/>
                  </a:cubicBezTo>
                  <a:cubicBezTo>
                    <a:pt x="3" y="2"/>
                    <a:pt x="3" y="2"/>
                    <a:pt x="3"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4" name="Freeform 256">
              <a:extLst>
                <a:ext uri="{FF2B5EF4-FFF2-40B4-BE49-F238E27FC236}">
                  <a16:creationId xmlns:a16="http://schemas.microsoft.com/office/drawing/2014/main" id="{3C5EFB12-1396-0084-59D4-F17FB0925B1B}"/>
                </a:ext>
              </a:extLst>
            </p:cNvPr>
            <p:cNvSpPr>
              <a:spLocks/>
            </p:cNvSpPr>
            <p:nvPr/>
          </p:nvSpPr>
          <p:spPr bwMode="auto">
            <a:xfrm>
              <a:off x="8947143" y="4039487"/>
              <a:ext cx="3179" cy="6359"/>
            </a:xfrm>
            <a:custGeom>
              <a:avLst/>
              <a:gdLst/>
              <a:ahLst/>
              <a:cxnLst>
                <a:cxn ang="0">
                  <a:pos x="0" y="2"/>
                </a:cxn>
                <a:cxn ang="0">
                  <a:pos x="1" y="2"/>
                </a:cxn>
                <a:cxn ang="0">
                  <a:pos x="0" y="2"/>
                </a:cxn>
              </a:cxnLst>
              <a:rect l="0" t="0" r="r" b="b"/>
              <a:pathLst>
                <a:path w="1" h="2">
                  <a:moveTo>
                    <a:pt x="0" y="2"/>
                  </a:moveTo>
                  <a:cubicBezTo>
                    <a:pt x="0" y="2"/>
                    <a:pt x="1" y="0"/>
                    <a:pt x="1" y="2"/>
                  </a:cubicBezTo>
                  <a:cubicBezTo>
                    <a:pt x="0" y="2"/>
                    <a:pt x="0"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5" name="Freeform 257">
              <a:extLst>
                <a:ext uri="{FF2B5EF4-FFF2-40B4-BE49-F238E27FC236}">
                  <a16:creationId xmlns:a16="http://schemas.microsoft.com/office/drawing/2014/main" id="{B954E6FC-3339-E7A6-DD51-8E16E9AB825D}"/>
                </a:ext>
              </a:extLst>
            </p:cNvPr>
            <p:cNvSpPr>
              <a:spLocks/>
            </p:cNvSpPr>
            <p:nvPr/>
          </p:nvSpPr>
          <p:spPr bwMode="auto">
            <a:xfrm>
              <a:off x="8958272" y="4055384"/>
              <a:ext cx="12718" cy="3179"/>
            </a:xfrm>
            <a:custGeom>
              <a:avLst/>
              <a:gdLst/>
              <a:ahLst/>
              <a:cxnLst>
                <a:cxn ang="0">
                  <a:pos x="0" y="0"/>
                </a:cxn>
                <a:cxn ang="0">
                  <a:pos x="4" y="0"/>
                </a:cxn>
                <a:cxn ang="0">
                  <a:pos x="0" y="0"/>
                </a:cxn>
              </a:cxnLst>
              <a:rect l="0" t="0" r="r" b="b"/>
              <a:pathLst>
                <a:path w="4" h="1">
                  <a:moveTo>
                    <a:pt x="0" y="0"/>
                  </a:moveTo>
                  <a:cubicBezTo>
                    <a:pt x="0" y="0"/>
                    <a:pt x="2" y="0"/>
                    <a:pt x="4" y="0"/>
                  </a:cubicBezTo>
                  <a:cubicBezTo>
                    <a:pt x="4" y="0"/>
                    <a:pt x="0" y="1"/>
                    <a:pt x="0"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6" name="Freeform 258">
              <a:extLst>
                <a:ext uri="{FF2B5EF4-FFF2-40B4-BE49-F238E27FC236}">
                  <a16:creationId xmlns:a16="http://schemas.microsoft.com/office/drawing/2014/main" id="{29AEB680-4C32-41DF-4ED9-B44A534BCCD4}"/>
                </a:ext>
              </a:extLst>
            </p:cNvPr>
            <p:cNvSpPr>
              <a:spLocks/>
            </p:cNvSpPr>
            <p:nvPr/>
          </p:nvSpPr>
          <p:spPr bwMode="auto">
            <a:xfrm>
              <a:off x="9048888" y="4138050"/>
              <a:ext cx="14307" cy="22256"/>
            </a:xfrm>
            <a:custGeom>
              <a:avLst/>
              <a:gdLst/>
              <a:ahLst/>
              <a:cxnLst>
                <a:cxn ang="0">
                  <a:pos x="3" y="5"/>
                </a:cxn>
                <a:cxn ang="0">
                  <a:pos x="2" y="2"/>
                </a:cxn>
                <a:cxn ang="0">
                  <a:pos x="3" y="2"/>
                </a:cxn>
                <a:cxn ang="0">
                  <a:pos x="5" y="7"/>
                </a:cxn>
                <a:cxn ang="0">
                  <a:pos x="3" y="5"/>
                </a:cxn>
              </a:cxnLst>
              <a:rect l="0" t="0" r="r" b="b"/>
              <a:pathLst>
                <a:path w="5" h="7">
                  <a:moveTo>
                    <a:pt x="3" y="5"/>
                  </a:moveTo>
                  <a:cubicBezTo>
                    <a:pt x="0" y="5"/>
                    <a:pt x="2" y="3"/>
                    <a:pt x="2" y="2"/>
                  </a:cubicBezTo>
                  <a:cubicBezTo>
                    <a:pt x="0" y="2"/>
                    <a:pt x="2" y="0"/>
                    <a:pt x="3" y="2"/>
                  </a:cubicBezTo>
                  <a:cubicBezTo>
                    <a:pt x="5" y="3"/>
                    <a:pt x="5" y="7"/>
                    <a:pt x="5" y="7"/>
                  </a:cubicBezTo>
                  <a:cubicBezTo>
                    <a:pt x="3" y="7"/>
                    <a:pt x="5" y="5"/>
                    <a:pt x="3"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7" name="Freeform 259">
              <a:extLst>
                <a:ext uri="{FF2B5EF4-FFF2-40B4-BE49-F238E27FC236}">
                  <a16:creationId xmlns:a16="http://schemas.microsoft.com/office/drawing/2014/main" id="{D38C0CFD-7BF8-F758-5469-0A5B2F5AF9F4}"/>
                </a:ext>
              </a:extLst>
            </p:cNvPr>
            <p:cNvSpPr>
              <a:spLocks/>
            </p:cNvSpPr>
            <p:nvPr/>
          </p:nvSpPr>
          <p:spPr bwMode="auto">
            <a:xfrm>
              <a:off x="9032990" y="4091948"/>
              <a:ext cx="12718" cy="19077"/>
            </a:xfrm>
            <a:custGeom>
              <a:avLst/>
              <a:gdLst/>
              <a:ahLst/>
              <a:cxnLst>
                <a:cxn ang="0">
                  <a:pos x="2" y="5"/>
                </a:cxn>
                <a:cxn ang="0">
                  <a:pos x="0" y="2"/>
                </a:cxn>
                <a:cxn ang="0">
                  <a:pos x="2" y="3"/>
                </a:cxn>
                <a:cxn ang="0">
                  <a:pos x="2" y="5"/>
                </a:cxn>
              </a:cxnLst>
              <a:rect l="0" t="0" r="r" b="b"/>
              <a:pathLst>
                <a:path w="4" h="6">
                  <a:moveTo>
                    <a:pt x="2" y="5"/>
                  </a:moveTo>
                  <a:cubicBezTo>
                    <a:pt x="2" y="6"/>
                    <a:pt x="0" y="5"/>
                    <a:pt x="0" y="2"/>
                  </a:cubicBezTo>
                  <a:cubicBezTo>
                    <a:pt x="2" y="0"/>
                    <a:pt x="4" y="3"/>
                    <a:pt x="2" y="3"/>
                  </a:cubicBezTo>
                  <a:cubicBezTo>
                    <a:pt x="2" y="5"/>
                    <a:pt x="4" y="5"/>
                    <a:pt x="2"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8" name="Freeform 260">
              <a:extLst>
                <a:ext uri="{FF2B5EF4-FFF2-40B4-BE49-F238E27FC236}">
                  <a16:creationId xmlns:a16="http://schemas.microsoft.com/office/drawing/2014/main" id="{EEC4A608-BD20-30BC-EFC0-3B4021322D8A}"/>
                </a:ext>
              </a:extLst>
            </p:cNvPr>
            <p:cNvSpPr>
              <a:spLocks/>
            </p:cNvSpPr>
            <p:nvPr/>
          </p:nvSpPr>
          <p:spPr bwMode="auto">
            <a:xfrm>
              <a:off x="9039350" y="4091948"/>
              <a:ext cx="15898" cy="9538"/>
            </a:xfrm>
            <a:custGeom>
              <a:avLst/>
              <a:gdLst/>
              <a:ahLst/>
              <a:cxnLst>
                <a:cxn ang="0">
                  <a:pos x="1" y="3"/>
                </a:cxn>
                <a:cxn ang="0">
                  <a:pos x="1" y="2"/>
                </a:cxn>
                <a:cxn ang="0">
                  <a:pos x="3" y="2"/>
                </a:cxn>
                <a:cxn ang="0">
                  <a:pos x="5" y="3"/>
                </a:cxn>
                <a:cxn ang="0">
                  <a:pos x="3" y="3"/>
                </a:cxn>
                <a:cxn ang="0">
                  <a:pos x="1" y="3"/>
                </a:cxn>
              </a:cxnLst>
              <a:rect l="0" t="0" r="r" b="b"/>
              <a:pathLst>
                <a:path w="5" h="3">
                  <a:moveTo>
                    <a:pt x="1" y="3"/>
                  </a:moveTo>
                  <a:cubicBezTo>
                    <a:pt x="0" y="2"/>
                    <a:pt x="1" y="2"/>
                    <a:pt x="1" y="2"/>
                  </a:cubicBezTo>
                  <a:cubicBezTo>
                    <a:pt x="1" y="0"/>
                    <a:pt x="1" y="0"/>
                    <a:pt x="3" y="2"/>
                  </a:cubicBezTo>
                  <a:cubicBezTo>
                    <a:pt x="3" y="2"/>
                    <a:pt x="3" y="2"/>
                    <a:pt x="5" y="3"/>
                  </a:cubicBezTo>
                  <a:cubicBezTo>
                    <a:pt x="3" y="3"/>
                    <a:pt x="3" y="3"/>
                    <a:pt x="3" y="3"/>
                  </a:cubicBezTo>
                  <a:cubicBezTo>
                    <a:pt x="1" y="3"/>
                    <a:pt x="1" y="3"/>
                    <a:pt x="1"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69" name="Freeform 261">
              <a:extLst>
                <a:ext uri="{FF2B5EF4-FFF2-40B4-BE49-F238E27FC236}">
                  <a16:creationId xmlns:a16="http://schemas.microsoft.com/office/drawing/2014/main" id="{BDBC553E-ECF8-ECD8-59CC-D7D759DDDE0B}"/>
                </a:ext>
              </a:extLst>
            </p:cNvPr>
            <p:cNvSpPr>
              <a:spLocks/>
            </p:cNvSpPr>
            <p:nvPr/>
          </p:nvSpPr>
          <p:spPr bwMode="auto">
            <a:xfrm>
              <a:off x="9048888" y="4107845"/>
              <a:ext cx="6359" cy="3179"/>
            </a:xfrm>
            <a:custGeom>
              <a:avLst/>
              <a:gdLst/>
              <a:ahLst/>
              <a:cxnLst>
                <a:cxn ang="0">
                  <a:pos x="0" y="1"/>
                </a:cxn>
                <a:cxn ang="0">
                  <a:pos x="0" y="0"/>
                </a:cxn>
                <a:cxn ang="0">
                  <a:pos x="0" y="1"/>
                </a:cxn>
              </a:cxnLst>
              <a:rect l="0" t="0" r="r" b="b"/>
              <a:pathLst>
                <a:path w="2" h="1">
                  <a:moveTo>
                    <a:pt x="0" y="1"/>
                  </a:moveTo>
                  <a:cubicBezTo>
                    <a:pt x="0" y="1"/>
                    <a:pt x="0" y="1"/>
                    <a:pt x="0" y="0"/>
                  </a:cubicBezTo>
                  <a:cubicBezTo>
                    <a:pt x="0" y="0"/>
                    <a:pt x="2" y="1"/>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0" name="Freeform 262">
              <a:extLst>
                <a:ext uri="{FF2B5EF4-FFF2-40B4-BE49-F238E27FC236}">
                  <a16:creationId xmlns:a16="http://schemas.microsoft.com/office/drawing/2014/main" id="{0E1C59EC-0D14-68F3-103E-2D15F1FE7953}"/>
                </a:ext>
              </a:extLst>
            </p:cNvPr>
            <p:cNvSpPr>
              <a:spLocks/>
            </p:cNvSpPr>
            <p:nvPr/>
          </p:nvSpPr>
          <p:spPr bwMode="auto">
            <a:xfrm>
              <a:off x="9002785" y="4045845"/>
              <a:ext cx="6359" cy="3179"/>
            </a:xfrm>
            <a:custGeom>
              <a:avLst/>
              <a:gdLst/>
              <a:ahLst/>
              <a:cxnLst>
                <a:cxn ang="0">
                  <a:pos x="2" y="1"/>
                </a:cxn>
                <a:cxn ang="0">
                  <a:pos x="2" y="0"/>
                </a:cxn>
                <a:cxn ang="0">
                  <a:pos x="2" y="1"/>
                </a:cxn>
              </a:cxnLst>
              <a:rect l="0" t="0" r="r" b="b"/>
              <a:pathLst>
                <a:path w="2" h="1">
                  <a:moveTo>
                    <a:pt x="2" y="1"/>
                  </a:moveTo>
                  <a:cubicBezTo>
                    <a:pt x="0" y="0"/>
                    <a:pt x="2" y="0"/>
                    <a:pt x="2" y="0"/>
                  </a:cubicBezTo>
                  <a:cubicBezTo>
                    <a:pt x="2" y="1"/>
                    <a:pt x="2" y="1"/>
                    <a:pt x="2"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1" name="Freeform 263">
              <a:extLst>
                <a:ext uri="{FF2B5EF4-FFF2-40B4-BE49-F238E27FC236}">
                  <a16:creationId xmlns:a16="http://schemas.microsoft.com/office/drawing/2014/main" id="{AE370254-5B8D-4919-05EE-9069AC50EAC9}"/>
                </a:ext>
              </a:extLst>
            </p:cNvPr>
            <p:cNvSpPr>
              <a:spLocks/>
            </p:cNvSpPr>
            <p:nvPr/>
          </p:nvSpPr>
          <p:spPr bwMode="auto">
            <a:xfrm>
              <a:off x="9002785" y="4033128"/>
              <a:ext cx="6359" cy="12718"/>
            </a:xfrm>
            <a:custGeom>
              <a:avLst/>
              <a:gdLst/>
              <a:ahLst/>
              <a:cxnLst>
                <a:cxn ang="0">
                  <a:pos x="0" y="2"/>
                </a:cxn>
                <a:cxn ang="0">
                  <a:pos x="2" y="2"/>
                </a:cxn>
                <a:cxn ang="0">
                  <a:pos x="0" y="2"/>
                </a:cxn>
              </a:cxnLst>
              <a:rect l="0" t="0" r="r" b="b"/>
              <a:pathLst>
                <a:path w="2" h="4">
                  <a:moveTo>
                    <a:pt x="0" y="2"/>
                  </a:moveTo>
                  <a:cubicBezTo>
                    <a:pt x="0" y="2"/>
                    <a:pt x="2" y="0"/>
                    <a:pt x="2" y="2"/>
                  </a:cubicBezTo>
                  <a:cubicBezTo>
                    <a:pt x="2" y="2"/>
                    <a:pt x="0" y="4"/>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2" name="Freeform 264">
              <a:extLst>
                <a:ext uri="{FF2B5EF4-FFF2-40B4-BE49-F238E27FC236}">
                  <a16:creationId xmlns:a16="http://schemas.microsoft.com/office/drawing/2014/main" id="{27D06E0C-B840-D57A-F238-4002535B188D}"/>
                </a:ext>
              </a:extLst>
            </p:cNvPr>
            <p:cNvSpPr>
              <a:spLocks/>
            </p:cNvSpPr>
            <p:nvPr/>
          </p:nvSpPr>
          <p:spPr bwMode="auto">
            <a:xfrm>
              <a:off x="9023451" y="4082410"/>
              <a:ext cx="6359" cy="6359"/>
            </a:xfrm>
            <a:custGeom>
              <a:avLst/>
              <a:gdLst/>
              <a:ahLst/>
              <a:cxnLst>
                <a:cxn ang="0">
                  <a:pos x="0" y="2"/>
                </a:cxn>
                <a:cxn ang="0">
                  <a:pos x="0" y="0"/>
                </a:cxn>
                <a:cxn ang="0">
                  <a:pos x="0" y="2"/>
                </a:cxn>
              </a:cxnLst>
              <a:rect l="0" t="0" r="r" b="b"/>
              <a:pathLst>
                <a:path w="2" h="2">
                  <a:moveTo>
                    <a:pt x="0" y="2"/>
                  </a:moveTo>
                  <a:cubicBezTo>
                    <a:pt x="0" y="0"/>
                    <a:pt x="0" y="0"/>
                    <a:pt x="0" y="0"/>
                  </a:cubicBezTo>
                  <a:cubicBezTo>
                    <a:pt x="2" y="0"/>
                    <a:pt x="2"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3" name="Freeform 265">
              <a:extLst>
                <a:ext uri="{FF2B5EF4-FFF2-40B4-BE49-F238E27FC236}">
                  <a16:creationId xmlns:a16="http://schemas.microsoft.com/office/drawing/2014/main" id="{007FEA2C-B286-2675-9146-1190D395687E}"/>
                </a:ext>
              </a:extLst>
            </p:cNvPr>
            <p:cNvSpPr>
              <a:spLocks/>
            </p:cNvSpPr>
            <p:nvPr/>
          </p:nvSpPr>
          <p:spPr bwMode="auto">
            <a:xfrm>
              <a:off x="9017093" y="4068101"/>
              <a:ext cx="3179" cy="6359"/>
            </a:xfrm>
            <a:custGeom>
              <a:avLst/>
              <a:gdLst/>
              <a:ahLst/>
              <a:cxnLst>
                <a:cxn ang="0">
                  <a:pos x="1" y="2"/>
                </a:cxn>
                <a:cxn ang="0">
                  <a:pos x="0" y="2"/>
                </a:cxn>
                <a:cxn ang="0">
                  <a:pos x="1" y="2"/>
                </a:cxn>
              </a:cxnLst>
              <a:rect l="0" t="0" r="r" b="b"/>
              <a:pathLst>
                <a:path w="1" h="2">
                  <a:moveTo>
                    <a:pt x="1" y="2"/>
                  </a:moveTo>
                  <a:cubicBezTo>
                    <a:pt x="0" y="2"/>
                    <a:pt x="0" y="2"/>
                    <a:pt x="0" y="2"/>
                  </a:cubicBezTo>
                  <a:cubicBezTo>
                    <a:pt x="0" y="0"/>
                    <a:pt x="1" y="2"/>
                    <a:pt x="1"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4" name="Freeform 266">
              <a:extLst>
                <a:ext uri="{FF2B5EF4-FFF2-40B4-BE49-F238E27FC236}">
                  <a16:creationId xmlns:a16="http://schemas.microsoft.com/office/drawing/2014/main" id="{366F1170-8A64-DEDE-B6EC-B0100A14FA79}"/>
                </a:ext>
              </a:extLst>
            </p:cNvPr>
            <p:cNvSpPr>
              <a:spLocks/>
            </p:cNvSpPr>
            <p:nvPr/>
          </p:nvSpPr>
          <p:spPr bwMode="auto">
            <a:xfrm>
              <a:off x="9010734" y="4064922"/>
              <a:ext cx="6359" cy="9538"/>
            </a:xfrm>
            <a:custGeom>
              <a:avLst/>
              <a:gdLst/>
              <a:ahLst/>
              <a:cxnLst>
                <a:cxn ang="0">
                  <a:pos x="0" y="0"/>
                </a:cxn>
                <a:cxn ang="0">
                  <a:pos x="2" y="1"/>
                </a:cxn>
                <a:cxn ang="0">
                  <a:pos x="0" y="0"/>
                </a:cxn>
              </a:cxnLst>
              <a:rect l="0" t="0" r="r" b="b"/>
              <a:pathLst>
                <a:path w="2" h="3">
                  <a:moveTo>
                    <a:pt x="0" y="0"/>
                  </a:moveTo>
                  <a:cubicBezTo>
                    <a:pt x="2" y="1"/>
                    <a:pt x="2" y="1"/>
                    <a:pt x="2" y="1"/>
                  </a:cubicBezTo>
                  <a:cubicBezTo>
                    <a:pt x="2" y="3"/>
                    <a:pt x="0" y="1"/>
                    <a:pt x="0"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5" name="Freeform 267">
              <a:extLst>
                <a:ext uri="{FF2B5EF4-FFF2-40B4-BE49-F238E27FC236}">
                  <a16:creationId xmlns:a16="http://schemas.microsoft.com/office/drawing/2014/main" id="{90B8040E-5A54-FDF1-81EF-0F772AA2F894}"/>
                </a:ext>
              </a:extLst>
            </p:cNvPr>
            <p:cNvSpPr>
              <a:spLocks/>
            </p:cNvSpPr>
            <p:nvPr/>
          </p:nvSpPr>
          <p:spPr bwMode="auto">
            <a:xfrm>
              <a:off x="9032990" y="4074461"/>
              <a:ext cx="6359" cy="3179"/>
            </a:xfrm>
            <a:custGeom>
              <a:avLst/>
              <a:gdLst/>
              <a:ahLst/>
              <a:cxnLst>
                <a:cxn ang="0">
                  <a:pos x="0" y="1"/>
                </a:cxn>
                <a:cxn ang="0">
                  <a:pos x="2" y="0"/>
                </a:cxn>
                <a:cxn ang="0">
                  <a:pos x="0" y="1"/>
                </a:cxn>
              </a:cxnLst>
              <a:rect l="0" t="0" r="r" b="b"/>
              <a:pathLst>
                <a:path w="2" h="1">
                  <a:moveTo>
                    <a:pt x="0" y="1"/>
                  </a:moveTo>
                  <a:cubicBezTo>
                    <a:pt x="0" y="1"/>
                    <a:pt x="0" y="0"/>
                    <a:pt x="2" y="0"/>
                  </a:cubicBezTo>
                  <a:cubicBezTo>
                    <a:pt x="2" y="0"/>
                    <a:pt x="2" y="1"/>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6" name="Freeform 268">
              <a:extLst>
                <a:ext uri="{FF2B5EF4-FFF2-40B4-BE49-F238E27FC236}">
                  <a16:creationId xmlns:a16="http://schemas.microsoft.com/office/drawing/2014/main" id="{F26FEA7E-4A52-E61B-ED48-56AF53B4C4CC}"/>
                </a:ext>
              </a:extLst>
            </p:cNvPr>
            <p:cNvSpPr>
              <a:spLocks/>
            </p:cNvSpPr>
            <p:nvPr/>
          </p:nvSpPr>
          <p:spPr bwMode="auto">
            <a:xfrm>
              <a:off x="9032990" y="4055384"/>
              <a:ext cx="6359" cy="9538"/>
            </a:xfrm>
            <a:custGeom>
              <a:avLst/>
              <a:gdLst/>
              <a:ahLst/>
              <a:cxnLst>
                <a:cxn ang="0">
                  <a:pos x="0" y="1"/>
                </a:cxn>
                <a:cxn ang="0">
                  <a:pos x="2" y="0"/>
                </a:cxn>
                <a:cxn ang="0">
                  <a:pos x="0" y="1"/>
                </a:cxn>
              </a:cxnLst>
              <a:rect l="0" t="0" r="r" b="b"/>
              <a:pathLst>
                <a:path w="2" h="3">
                  <a:moveTo>
                    <a:pt x="0" y="1"/>
                  </a:moveTo>
                  <a:cubicBezTo>
                    <a:pt x="0" y="1"/>
                    <a:pt x="0" y="0"/>
                    <a:pt x="2" y="0"/>
                  </a:cubicBezTo>
                  <a:cubicBezTo>
                    <a:pt x="2" y="1"/>
                    <a:pt x="2" y="3"/>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7" name="Freeform 270">
              <a:extLst>
                <a:ext uri="{FF2B5EF4-FFF2-40B4-BE49-F238E27FC236}">
                  <a16:creationId xmlns:a16="http://schemas.microsoft.com/office/drawing/2014/main" id="{C571AFE8-3BA4-417D-4242-69DB5DACFF53}"/>
                </a:ext>
              </a:extLst>
            </p:cNvPr>
            <p:cNvSpPr>
              <a:spLocks/>
            </p:cNvSpPr>
            <p:nvPr/>
          </p:nvSpPr>
          <p:spPr bwMode="auto">
            <a:xfrm>
              <a:off x="9912134" y="3405180"/>
              <a:ext cx="23846" cy="11128"/>
            </a:xfrm>
            <a:custGeom>
              <a:avLst/>
              <a:gdLst/>
              <a:ahLst/>
              <a:cxnLst>
                <a:cxn ang="0">
                  <a:pos x="0" y="2"/>
                </a:cxn>
                <a:cxn ang="0">
                  <a:pos x="6" y="2"/>
                </a:cxn>
                <a:cxn ang="0">
                  <a:pos x="0" y="2"/>
                </a:cxn>
              </a:cxnLst>
              <a:rect l="0" t="0" r="r" b="b"/>
              <a:pathLst>
                <a:path w="8" h="4">
                  <a:moveTo>
                    <a:pt x="0" y="2"/>
                  </a:moveTo>
                  <a:cubicBezTo>
                    <a:pt x="2" y="0"/>
                    <a:pt x="8" y="2"/>
                    <a:pt x="6" y="2"/>
                  </a:cubicBezTo>
                  <a:cubicBezTo>
                    <a:pt x="5" y="4"/>
                    <a:pt x="0" y="4"/>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8" name="Freeform 271">
              <a:extLst>
                <a:ext uri="{FF2B5EF4-FFF2-40B4-BE49-F238E27FC236}">
                  <a16:creationId xmlns:a16="http://schemas.microsoft.com/office/drawing/2014/main" id="{0CCCFA77-7C86-22F2-14A0-050B36A87E3B}"/>
                </a:ext>
              </a:extLst>
            </p:cNvPr>
            <p:cNvSpPr>
              <a:spLocks/>
            </p:cNvSpPr>
            <p:nvPr/>
          </p:nvSpPr>
          <p:spPr bwMode="auto">
            <a:xfrm>
              <a:off x="9875569" y="3376564"/>
              <a:ext cx="14307" cy="9538"/>
            </a:xfrm>
            <a:custGeom>
              <a:avLst/>
              <a:gdLst/>
              <a:ahLst/>
              <a:cxnLst>
                <a:cxn ang="0">
                  <a:pos x="0" y="2"/>
                </a:cxn>
                <a:cxn ang="0">
                  <a:pos x="3" y="2"/>
                </a:cxn>
                <a:cxn ang="0">
                  <a:pos x="0" y="2"/>
                </a:cxn>
              </a:cxnLst>
              <a:rect l="0" t="0" r="r" b="b"/>
              <a:pathLst>
                <a:path w="5" h="3">
                  <a:moveTo>
                    <a:pt x="0" y="2"/>
                  </a:moveTo>
                  <a:cubicBezTo>
                    <a:pt x="0" y="0"/>
                    <a:pt x="5" y="0"/>
                    <a:pt x="3" y="2"/>
                  </a:cubicBezTo>
                  <a:cubicBezTo>
                    <a:pt x="3" y="3"/>
                    <a:pt x="0"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79" name="Freeform 272">
              <a:extLst>
                <a:ext uri="{FF2B5EF4-FFF2-40B4-BE49-F238E27FC236}">
                  <a16:creationId xmlns:a16="http://schemas.microsoft.com/office/drawing/2014/main" id="{E9148FDE-6B45-20C6-F61E-ABA572DE9759}"/>
                </a:ext>
              </a:extLst>
            </p:cNvPr>
            <p:cNvSpPr>
              <a:spLocks/>
            </p:cNvSpPr>
            <p:nvPr/>
          </p:nvSpPr>
          <p:spPr bwMode="auto">
            <a:xfrm>
              <a:off x="9846953" y="3379743"/>
              <a:ext cx="19077" cy="12718"/>
            </a:xfrm>
            <a:custGeom>
              <a:avLst/>
              <a:gdLst/>
              <a:ahLst/>
              <a:cxnLst>
                <a:cxn ang="0">
                  <a:pos x="0" y="2"/>
                </a:cxn>
                <a:cxn ang="0">
                  <a:pos x="4" y="4"/>
                </a:cxn>
                <a:cxn ang="0">
                  <a:pos x="0" y="2"/>
                </a:cxn>
              </a:cxnLst>
              <a:rect l="0" t="0" r="r" b="b"/>
              <a:pathLst>
                <a:path w="6" h="4">
                  <a:moveTo>
                    <a:pt x="0" y="2"/>
                  </a:moveTo>
                  <a:cubicBezTo>
                    <a:pt x="1" y="0"/>
                    <a:pt x="6" y="4"/>
                    <a:pt x="4" y="4"/>
                  </a:cubicBezTo>
                  <a:cubicBezTo>
                    <a:pt x="1" y="4"/>
                    <a:pt x="0" y="4"/>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0" name="Freeform 290">
              <a:extLst>
                <a:ext uri="{FF2B5EF4-FFF2-40B4-BE49-F238E27FC236}">
                  <a16:creationId xmlns:a16="http://schemas.microsoft.com/office/drawing/2014/main" id="{21F6BFC0-CA1D-AF1D-31CD-A3D9ED54BE80}"/>
                </a:ext>
              </a:extLst>
            </p:cNvPr>
            <p:cNvSpPr>
              <a:spLocks/>
            </p:cNvSpPr>
            <p:nvPr/>
          </p:nvSpPr>
          <p:spPr bwMode="auto">
            <a:xfrm>
              <a:off x="8718216" y="4432153"/>
              <a:ext cx="984068" cy="1208204"/>
            </a:xfrm>
            <a:custGeom>
              <a:avLst/>
              <a:gdLst/>
              <a:ahLst/>
              <a:cxnLst>
                <a:cxn ang="0">
                  <a:pos x="169" y="380"/>
                </a:cxn>
                <a:cxn ang="0">
                  <a:pos x="157" y="368"/>
                </a:cxn>
                <a:cxn ang="0">
                  <a:pos x="145" y="357"/>
                </a:cxn>
                <a:cxn ang="0">
                  <a:pos x="140" y="350"/>
                </a:cxn>
                <a:cxn ang="0">
                  <a:pos x="163" y="325"/>
                </a:cxn>
                <a:cxn ang="0">
                  <a:pos x="159" y="307"/>
                </a:cxn>
                <a:cxn ang="0">
                  <a:pos x="154" y="291"/>
                </a:cxn>
                <a:cxn ang="0">
                  <a:pos x="143" y="273"/>
                </a:cxn>
                <a:cxn ang="0">
                  <a:pos x="134" y="263"/>
                </a:cxn>
                <a:cxn ang="0">
                  <a:pos x="133" y="248"/>
                </a:cxn>
                <a:cxn ang="0">
                  <a:pos x="133" y="224"/>
                </a:cxn>
                <a:cxn ang="0">
                  <a:pos x="118" y="213"/>
                </a:cxn>
                <a:cxn ang="0">
                  <a:pos x="101" y="184"/>
                </a:cxn>
                <a:cxn ang="0">
                  <a:pos x="80" y="171"/>
                </a:cxn>
                <a:cxn ang="0">
                  <a:pos x="58" y="154"/>
                </a:cxn>
                <a:cxn ang="0">
                  <a:pos x="34" y="161"/>
                </a:cxn>
                <a:cxn ang="0">
                  <a:pos x="20" y="148"/>
                </a:cxn>
                <a:cxn ang="0">
                  <a:pos x="10" y="118"/>
                </a:cxn>
                <a:cxn ang="0">
                  <a:pos x="31" y="94"/>
                </a:cxn>
                <a:cxn ang="0">
                  <a:pos x="41" y="70"/>
                </a:cxn>
                <a:cxn ang="0">
                  <a:pos x="37" y="48"/>
                </a:cxn>
                <a:cxn ang="0">
                  <a:pos x="45" y="47"/>
                </a:cxn>
                <a:cxn ang="0">
                  <a:pos x="38" y="42"/>
                </a:cxn>
                <a:cxn ang="0">
                  <a:pos x="52" y="36"/>
                </a:cxn>
                <a:cxn ang="0">
                  <a:pos x="58" y="31"/>
                </a:cxn>
                <a:cxn ang="0">
                  <a:pos x="72" y="45"/>
                </a:cxn>
                <a:cxn ang="0">
                  <a:pos x="87" y="33"/>
                </a:cxn>
                <a:cxn ang="0">
                  <a:pos x="81" y="14"/>
                </a:cxn>
                <a:cxn ang="0">
                  <a:pos x="98" y="13"/>
                </a:cxn>
                <a:cxn ang="0">
                  <a:pos x="115" y="2"/>
                </a:cxn>
                <a:cxn ang="0">
                  <a:pos x="119" y="16"/>
                </a:cxn>
                <a:cxn ang="0">
                  <a:pos x="119" y="33"/>
                </a:cxn>
                <a:cxn ang="0">
                  <a:pos x="131" y="38"/>
                </a:cxn>
                <a:cxn ang="0">
                  <a:pos x="145" y="34"/>
                </a:cxn>
                <a:cxn ang="0">
                  <a:pos x="151" y="30"/>
                </a:cxn>
                <a:cxn ang="0">
                  <a:pos x="160" y="30"/>
                </a:cxn>
                <a:cxn ang="0">
                  <a:pos x="169" y="30"/>
                </a:cxn>
                <a:cxn ang="0">
                  <a:pos x="179" y="20"/>
                </a:cxn>
                <a:cxn ang="0">
                  <a:pos x="185" y="10"/>
                </a:cxn>
                <a:cxn ang="0">
                  <a:pos x="188" y="16"/>
                </a:cxn>
                <a:cxn ang="0">
                  <a:pos x="189" y="28"/>
                </a:cxn>
                <a:cxn ang="0">
                  <a:pos x="192" y="33"/>
                </a:cxn>
                <a:cxn ang="0">
                  <a:pos x="197" y="44"/>
                </a:cxn>
                <a:cxn ang="0">
                  <a:pos x="185" y="59"/>
                </a:cxn>
                <a:cxn ang="0">
                  <a:pos x="191" y="64"/>
                </a:cxn>
                <a:cxn ang="0">
                  <a:pos x="206" y="55"/>
                </a:cxn>
                <a:cxn ang="0">
                  <a:pos x="217" y="59"/>
                </a:cxn>
                <a:cxn ang="0">
                  <a:pos x="235" y="67"/>
                </a:cxn>
                <a:cxn ang="0">
                  <a:pos x="239" y="83"/>
                </a:cxn>
                <a:cxn ang="0">
                  <a:pos x="270" y="80"/>
                </a:cxn>
                <a:cxn ang="0">
                  <a:pos x="297" y="100"/>
                </a:cxn>
                <a:cxn ang="0">
                  <a:pos x="317" y="123"/>
                </a:cxn>
                <a:cxn ang="0">
                  <a:pos x="296" y="168"/>
                </a:cxn>
                <a:cxn ang="0">
                  <a:pos x="284" y="198"/>
                </a:cxn>
                <a:cxn ang="0">
                  <a:pos x="281" y="232"/>
                </a:cxn>
                <a:cxn ang="0">
                  <a:pos x="268" y="268"/>
                </a:cxn>
                <a:cxn ang="0">
                  <a:pos x="250" y="282"/>
                </a:cxn>
                <a:cxn ang="0">
                  <a:pos x="223" y="294"/>
                </a:cxn>
                <a:cxn ang="0">
                  <a:pos x="207" y="336"/>
                </a:cxn>
                <a:cxn ang="0">
                  <a:pos x="186" y="371"/>
                </a:cxn>
                <a:cxn ang="0">
                  <a:pos x="168" y="392"/>
                </a:cxn>
              </a:cxnLst>
              <a:rect l="0" t="0" r="r" b="b"/>
              <a:pathLst>
                <a:path w="319" h="392">
                  <a:moveTo>
                    <a:pt x="168" y="392"/>
                  </a:moveTo>
                  <a:cubicBezTo>
                    <a:pt x="166" y="385"/>
                    <a:pt x="174" y="386"/>
                    <a:pt x="169" y="380"/>
                  </a:cubicBezTo>
                  <a:cubicBezTo>
                    <a:pt x="166" y="375"/>
                    <a:pt x="168" y="375"/>
                    <a:pt x="163" y="374"/>
                  </a:cubicBezTo>
                  <a:cubicBezTo>
                    <a:pt x="160" y="371"/>
                    <a:pt x="162" y="371"/>
                    <a:pt x="157" y="368"/>
                  </a:cubicBezTo>
                  <a:cubicBezTo>
                    <a:pt x="153" y="366"/>
                    <a:pt x="154" y="361"/>
                    <a:pt x="151" y="364"/>
                  </a:cubicBezTo>
                  <a:cubicBezTo>
                    <a:pt x="146" y="366"/>
                    <a:pt x="150" y="361"/>
                    <a:pt x="145" y="357"/>
                  </a:cubicBezTo>
                  <a:cubicBezTo>
                    <a:pt x="139" y="352"/>
                    <a:pt x="139" y="360"/>
                    <a:pt x="136" y="355"/>
                  </a:cubicBezTo>
                  <a:cubicBezTo>
                    <a:pt x="137" y="354"/>
                    <a:pt x="137" y="352"/>
                    <a:pt x="140" y="350"/>
                  </a:cubicBezTo>
                  <a:cubicBezTo>
                    <a:pt x="142" y="350"/>
                    <a:pt x="142" y="347"/>
                    <a:pt x="148" y="340"/>
                  </a:cubicBezTo>
                  <a:cubicBezTo>
                    <a:pt x="153" y="332"/>
                    <a:pt x="159" y="329"/>
                    <a:pt x="163" y="325"/>
                  </a:cubicBezTo>
                  <a:cubicBezTo>
                    <a:pt x="168" y="322"/>
                    <a:pt x="168" y="316"/>
                    <a:pt x="166" y="310"/>
                  </a:cubicBezTo>
                  <a:cubicBezTo>
                    <a:pt x="163" y="302"/>
                    <a:pt x="162" y="308"/>
                    <a:pt x="159" y="307"/>
                  </a:cubicBezTo>
                  <a:cubicBezTo>
                    <a:pt x="162" y="305"/>
                    <a:pt x="163" y="293"/>
                    <a:pt x="160" y="290"/>
                  </a:cubicBezTo>
                  <a:cubicBezTo>
                    <a:pt x="159" y="288"/>
                    <a:pt x="157" y="291"/>
                    <a:pt x="154" y="291"/>
                  </a:cubicBezTo>
                  <a:cubicBezTo>
                    <a:pt x="151" y="291"/>
                    <a:pt x="154" y="288"/>
                    <a:pt x="151" y="276"/>
                  </a:cubicBezTo>
                  <a:cubicBezTo>
                    <a:pt x="150" y="273"/>
                    <a:pt x="145" y="271"/>
                    <a:pt x="143" y="273"/>
                  </a:cubicBezTo>
                  <a:cubicBezTo>
                    <a:pt x="143" y="274"/>
                    <a:pt x="133" y="273"/>
                    <a:pt x="133" y="271"/>
                  </a:cubicBezTo>
                  <a:cubicBezTo>
                    <a:pt x="134" y="268"/>
                    <a:pt x="133" y="268"/>
                    <a:pt x="134" y="263"/>
                  </a:cubicBezTo>
                  <a:cubicBezTo>
                    <a:pt x="136" y="260"/>
                    <a:pt x="131" y="255"/>
                    <a:pt x="131" y="252"/>
                  </a:cubicBezTo>
                  <a:cubicBezTo>
                    <a:pt x="134" y="251"/>
                    <a:pt x="134" y="251"/>
                    <a:pt x="133" y="248"/>
                  </a:cubicBezTo>
                  <a:cubicBezTo>
                    <a:pt x="133" y="246"/>
                    <a:pt x="136" y="243"/>
                    <a:pt x="134" y="240"/>
                  </a:cubicBezTo>
                  <a:cubicBezTo>
                    <a:pt x="134" y="238"/>
                    <a:pt x="140" y="227"/>
                    <a:pt x="133" y="224"/>
                  </a:cubicBezTo>
                  <a:cubicBezTo>
                    <a:pt x="128" y="223"/>
                    <a:pt x="128" y="218"/>
                    <a:pt x="130" y="215"/>
                  </a:cubicBezTo>
                  <a:cubicBezTo>
                    <a:pt x="131" y="212"/>
                    <a:pt x="122" y="213"/>
                    <a:pt x="118" y="213"/>
                  </a:cubicBezTo>
                  <a:cubicBezTo>
                    <a:pt x="113" y="212"/>
                    <a:pt x="116" y="192"/>
                    <a:pt x="111" y="187"/>
                  </a:cubicBezTo>
                  <a:cubicBezTo>
                    <a:pt x="107" y="182"/>
                    <a:pt x="105" y="189"/>
                    <a:pt x="101" y="184"/>
                  </a:cubicBezTo>
                  <a:cubicBezTo>
                    <a:pt x="98" y="181"/>
                    <a:pt x="99" y="184"/>
                    <a:pt x="95" y="179"/>
                  </a:cubicBezTo>
                  <a:cubicBezTo>
                    <a:pt x="89" y="175"/>
                    <a:pt x="86" y="178"/>
                    <a:pt x="80" y="171"/>
                  </a:cubicBezTo>
                  <a:cubicBezTo>
                    <a:pt x="73" y="165"/>
                    <a:pt x="73" y="159"/>
                    <a:pt x="75" y="151"/>
                  </a:cubicBezTo>
                  <a:cubicBezTo>
                    <a:pt x="78" y="145"/>
                    <a:pt x="66" y="148"/>
                    <a:pt x="58" y="154"/>
                  </a:cubicBezTo>
                  <a:cubicBezTo>
                    <a:pt x="49" y="162"/>
                    <a:pt x="51" y="164"/>
                    <a:pt x="41" y="161"/>
                  </a:cubicBezTo>
                  <a:cubicBezTo>
                    <a:pt x="37" y="159"/>
                    <a:pt x="37" y="162"/>
                    <a:pt x="34" y="161"/>
                  </a:cubicBezTo>
                  <a:cubicBezTo>
                    <a:pt x="31" y="161"/>
                    <a:pt x="34" y="143"/>
                    <a:pt x="31" y="148"/>
                  </a:cubicBezTo>
                  <a:cubicBezTo>
                    <a:pt x="29" y="151"/>
                    <a:pt x="19" y="156"/>
                    <a:pt x="20" y="148"/>
                  </a:cubicBezTo>
                  <a:cubicBezTo>
                    <a:pt x="20" y="142"/>
                    <a:pt x="11" y="148"/>
                    <a:pt x="13" y="143"/>
                  </a:cubicBezTo>
                  <a:cubicBezTo>
                    <a:pt x="14" y="139"/>
                    <a:pt x="0" y="126"/>
                    <a:pt x="10" y="118"/>
                  </a:cubicBezTo>
                  <a:cubicBezTo>
                    <a:pt x="16" y="115"/>
                    <a:pt x="13" y="108"/>
                    <a:pt x="17" y="101"/>
                  </a:cubicBezTo>
                  <a:cubicBezTo>
                    <a:pt x="23" y="97"/>
                    <a:pt x="25" y="98"/>
                    <a:pt x="31" y="94"/>
                  </a:cubicBezTo>
                  <a:cubicBezTo>
                    <a:pt x="37" y="90"/>
                    <a:pt x="34" y="97"/>
                    <a:pt x="38" y="94"/>
                  </a:cubicBezTo>
                  <a:cubicBezTo>
                    <a:pt x="38" y="92"/>
                    <a:pt x="40" y="76"/>
                    <a:pt x="41" y="70"/>
                  </a:cubicBezTo>
                  <a:cubicBezTo>
                    <a:pt x="43" y="62"/>
                    <a:pt x="40" y="62"/>
                    <a:pt x="41" y="59"/>
                  </a:cubicBezTo>
                  <a:cubicBezTo>
                    <a:pt x="41" y="56"/>
                    <a:pt x="38" y="61"/>
                    <a:pt x="37" y="48"/>
                  </a:cubicBezTo>
                  <a:cubicBezTo>
                    <a:pt x="37" y="45"/>
                    <a:pt x="40" y="47"/>
                    <a:pt x="41" y="45"/>
                  </a:cubicBezTo>
                  <a:cubicBezTo>
                    <a:pt x="41" y="45"/>
                    <a:pt x="43" y="47"/>
                    <a:pt x="45" y="47"/>
                  </a:cubicBezTo>
                  <a:cubicBezTo>
                    <a:pt x="45" y="48"/>
                    <a:pt x="45" y="42"/>
                    <a:pt x="43" y="42"/>
                  </a:cubicBezTo>
                  <a:cubicBezTo>
                    <a:pt x="40" y="42"/>
                    <a:pt x="38" y="42"/>
                    <a:pt x="38" y="42"/>
                  </a:cubicBezTo>
                  <a:cubicBezTo>
                    <a:pt x="38" y="36"/>
                    <a:pt x="38" y="36"/>
                    <a:pt x="38" y="36"/>
                  </a:cubicBezTo>
                  <a:cubicBezTo>
                    <a:pt x="52" y="36"/>
                    <a:pt x="52" y="36"/>
                    <a:pt x="52" y="36"/>
                  </a:cubicBezTo>
                  <a:cubicBezTo>
                    <a:pt x="51" y="34"/>
                    <a:pt x="51" y="31"/>
                    <a:pt x="54" y="34"/>
                  </a:cubicBezTo>
                  <a:cubicBezTo>
                    <a:pt x="55" y="38"/>
                    <a:pt x="57" y="31"/>
                    <a:pt x="58" y="31"/>
                  </a:cubicBezTo>
                  <a:cubicBezTo>
                    <a:pt x="63" y="38"/>
                    <a:pt x="58" y="42"/>
                    <a:pt x="63" y="41"/>
                  </a:cubicBezTo>
                  <a:cubicBezTo>
                    <a:pt x="66" y="47"/>
                    <a:pt x="69" y="44"/>
                    <a:pt x="72" y="45"/>
                  </a:cubicBezTo>
                  <a:cubicBezTo>
                    <a:pt x="76" y="47"/>
                    <a:pt x="75" y="41"/>
                    <a:pt x="81" y="39"/>
                  </a:cubicBezTo>
                  <a:cubicBezTo>
                    <a:pt x="87" y="39"/>
                    <a:pt x="83" y="34"/>
                    <a:pt x="87" y="33"/>
                  </a:cubicBezTo>
                  <a:cubicBezTo>
                    <a:pt x="92" y="30"/>
                    <a:pt x="90" y="27"/>
                    <a:pt x="87" y="28"/>
                  </a:cubicBezTo>
                  <a:cubicBezTo>
                    <a:pt x="84" y="30"/>
                    <a:pt x="84" y="19"/>
                    <a:pt x="81" y="14"/>
                  </a:cubicBezTo>
                  <a:cubicBezTo>
                    <a:pt x="78" y="10"/>
                    <a:pt x="86" y="13"/>
                    <a:pt x="92" y="16"/>
                  </a:cubicBezTo>
                  <a:cubicBezTo>
                    <a:pt x="99" y="20"/>
                    <a:pt x="93" y="11"/>
                    <a:pt x="98" y="13"/>
                  </a:cubicBezTo>
                  <a:cubicBezTo>
                    <a:pt x="102" y="13"/>
                    <a:pt x="113" y="8"/>
                    <a:pt x="111" y="2"/>
                  </a:cubicBezTo>
                  <a:cubicBezTo>
                    <a:pt x="111" y="2"/>
                    <a:pt x="113" y="2"/>
                    <a:pt x="115" y="2"/>
                  </a:cubicBezTo>
                  <a:cubicBezTo>
                    <a:pt x="116" y="0"/>
                    <a:pt x="118" y="3"/>
                    <a:pt x="116" y="6"/>
                  </a:cubicBezTo>
                  <a:cubicBezTo>
                    <a:pt x="115" y="11"/>
                    <a:pt x="122" y="10"/>
                    <a:pt x="119" y="16"/>
                  </a:cubicBezTo>
                  <a:cubicBezTo>
                    <a:pt x="119" y="19"/>
                    <a:pt x="119" y="19"/>
                    <a:pt x="118" y="25"/>
                  </a:cubicBezTo>
                  <a:cubicBezTo>
                    <a:pt x="116" y="31"/>
                    <a:pt x="119" y="28"/>
                    <a:pt x="119" y="33"/>
                  </a:cubicBezTo>
                  <a:cubicBezTo>
                    <a:pt x="119" y="38"/>
                    <a:pt x="125" y="42"/>
                    <a:pt x="127" y="41"/>
                  </a:cubicBezTo>
                  <a:cubicBezTo>
                    <a:pt x="130" y="39"/>
                    <a:pt x="128" y="38"/>
                    <a:pt x="131" y="38"/>
                  </a:cubicBezTo>
                  <a:cubicBezTo>
                    <a:pt x="134" y="39"/>
                    <a:pt x="136" y="34"/>
                    <a:pt x="139" y="33"/>
                  </a:cubicBezTo>
                  <a:cubicBezTo>
                    <a:pt x="142" y="33"/>
                    <a:pt x="140" y="34"/>
                    <a:pt x="145" y="34"/>
                  </a:cubicBezTo>
                  <a:cubicBezTo>
                    <a:pt x="146" y="33"/>
                    <a:pt x="151" y="38"/>
                    <a:pt x="150" y="33"/>
                  </a:cubicBezTo>
                  <a:cubicBezTo>
                    <a:pt x="148" y="30"/>
                    <a:pt x="148" y="28"/>
                    <a:pt x="151" y="30"/>
                  </a:cubicBezTo>
                  <a:cubicBezTo>
                    <a:pt x="153" y="31"/>
                    <a:pt x="157" y="25"/>
                    <a:pt x="157" y="28"/>
                  </a:cubicBezTo>
                  <a:cubicBezTo>
                    <a:pt x="157" y="30"/>
                    <a:pt x="159" y="28"/>
                    <a:pt x="160" y="30"/>
                  </a:cubicBezTo>
                  <a:cubicBezTo>
                    <a:pt x="162" y="33"/>
                    <a:pt x="163" y="33"/>
                    <a:pt x="165" y="31"/>
                  </a:cubicBezTo>
                  <a:cubicBezTo>
                    <a:pt x="166" y="28"/>
                    <a:pt x="166" y="33"/>
                    <a:pt x="169" y="30"/>
                  </a:cubicBezTo>
                  <a:cubicBezTo>
                    <a:pt x="171" y="28"/>
                    <a:pt x="169" y="31"/>
                    <a:pt x="172" y="31"/>
                  </a:cubicBezTo>
                  <a:cubicBezTo>
                    <a:pt x="175" y="31"/>
                    <a:pt x="177" y="24"/>
                    <a:pt x="179" y="20"/>
                  </a:cubicBezTo>
                  <a:cubicBezTo>
                    <a:pt x="182" y="16"/>
                    <a:pt x="182" y="16"/>
                    <a:pt x="183" y="14"/>
                  </a:cubicBezTo>
                  <a:cubicBezTo>
                    <a:pt x="185" y="11"/>
                    <a:pt x="183" y="11"/>
                    <a:pt x="185" y="10"/>
                  </a:cubicBezTo>
                  <a:cubicBezTo>
                    <a:pt x="185" y="10"/>
                    <a:pt x="186" y="13"/>
                    <a:pt x="186" y="14"/>
                  </a:cubicBezTo>
                  <a:cubicBezTo>
                    <a:pt x="188" y="16"/>
                    <a:pt x="188" y="14"/>
                    <a:pt x="188" y="16"/>
                  </a:cubicBezTo>
                  <a:cubicBezTo>
                    <a:pt x="188" y="19"/>
                    <a:pt x="188" y="24"/>
                    <a:pt x="189" y="25"/>
                  </a:cubicBezTo>
                  <a:cubicBezTo>
                    <a:pt x="189" y="25"/>
                    <a:pt x="189" y="27"/>
                    <a:pt x="189" y="28"/>
                  </a:cubicBezTo>
                  <a:cubicBezTo>
                    <a:pt x="189" y="30"/>
                    <a:pt x="191" y="30"/>
                    <a:pt x="191" y="31"/>
                  </a:cubicBezTo>
                  <a:cubicBezTo>
                    <a:pt x="191" y="33"/>
                    <a:pt x="191" y="31"/>
                    <a:pt x="192" y="33"/>
                  </a:cubicBezTo>
                  <a:cubicBezTo>
                    <a:pt x="192" y="34"/>
                    <a:pt x="192" y="36"/>
                    <a:pt x="194" y="36"/>
                  </a:cubicBezTo>
                  <a:cubicBezTo>
                    <a:pt x="197" y="34"/>
                    <a:pt x="198" y="42"/>
                    <a:pt x="197" y="44"/>
                  </a:cubicBezTo>
                  <a:cubicBezTo>
                    <a:pt x="192" y="44"/>
                    <a:pt x="192" y="52"/>
                    <a:pt x="188" y="53"/>
                  </a:cubicBezTo>
                  <a:cubicBezTo>
                    <a:pt x="183" y="55"/>
                    <a:pt x="186" y="56"/>
                    <a:pt x="185" y="59"/>
                  </a:cubicBezTo>
                  <a:cubicBezTo>
                    <a:pt x="182" y="62"/>
                    <a:pt x="189" y="56"/>
                    <a:pt x="188" y="62"/>
                  </a:cubicBezTo>
                  <a:cubicBezTo>
                    <a:pt x="185" y="67"/>
                    <a:pt x="189" y="59"/>
                    <a:pt x="191" y="64"/>
                  </a:cubicBezTo>
                  <a:cubicBezTo>
                    <a:pt x="191" y="69"/>
                    <a:pt x="188" y="53"/>
                    <a:pt x="195" y="55"/>
                  </a:cubicBezTo>
                  <a:cubicBezTo>
                    <a:pt x="203" y="56"/>
                    <a:pt x="200" y="53"/>
                    <a:pt x="206" y="55"/>
                  </a:cubicBezTo>
                  <a:cubicBezTo>
                    <a:pt x="214" y="58"/>
                    <a:pt x="204" y="62"/>
                    <a:pt x="206" y="67"/>
                  </a:cubicBezTo>
                  <a:cubicBezTo>
                    <a:pt x="207" y="70"/>
                    <a:pt x="209" y="59"/>
                    <a:pt x="217" y="59"/>
                  </a:cubicBezTo>
                  <a:cubicBezTo>
                    <a:pt x="223" y="59"/>
                    <a:pt x="223" y="62"/>
                    <a:pt x="226" y="62"/>
                  </a:cubicBezTo>
                  <a:cubicBezTo>
                    <a:pt x="229" y="62"/>
                    <a:pt x="229" y="66"/>
                    <a:pt x="235" y="67"/>
                  </a:cubicBezTo>
                  <a:cubicBezTo>
                    <a:pt x="241" y="69"/>
                    <a:pt x="238" y="70"/>
                    <a:pt x="241" y="73"/>
                  </a:cubicBezTo>
                  <a:cubicBezTo>
                    <a:pt x="242" y="75"/>
                    <a:pt x="238" y="81"/>
                    <a:pt x="239" y="83"/>
                  </a:cubicBezTo>
                  <a:cubicBezTo>
                    <a:pt x="241" y="84"/>
                    <a:pt x="245" y="75"/>
                    <a:pt x="250" y="76"/>
                  </a:cubicBezTo>
                  <a:cubicBezTo>
                    <a:pt x="255" y="78"/>
                    <a:pt x="261" y="81"/>
                    <a:pt x="270" y="80"/>
                  </a:cubicBezTo>
                  <a:cubicBezTo>
                    <a:pt x="277" y="78"/>
                    <a:pt x="281" y="83"/>
                    <a:pt x="287" y="87"/>
                  </a:cubicBezTo>
                  <a:cubicBezTo>
                    <a:pt x="293" y="94"/>
                    <a:pt x="288" y="94"/>
                    <a:pt x="297" y="100"/>
                  </a:cubicBezTo>
                  <a:cubicBezTo>
                    <a:pt x="306" y="106"/>
                    <a:pt x="306" y="100"/>
                    <a:pt x="311" y="104"/>
                  </a:cubicBezTo>
                  <a:cubicBezTo>
                    <a:pt x="316" y="108"/>
                    <a:pt x="316" y="114"/>
                    <a:pt x="317" y="123"/>
                  </a:cubicBezTo>
                  <a:cubicBezTo>
                    <a:pt x="319" y="133"/>
                    <a:pt x="316" y="137"/>
                    <a:pt x="308" y="148"/>
                  </a:cubicBezTo>
                  <a:cubicBezTo>
                    <a:pt x="302" y="161"/>
                    <a:pt x="300" y="156"/>
                    <a:pt x="296" y="168"/>
                  </a:cubicBezTo>
                  <a:cubicBezTo>
                    <a:pt x="291" y="179"/>
                    <a:pt x="290" y="184"/>
                    <a:pt x="287" y="178"/>
                  </a:cubicBezTo>
                  <a:cubicBezTo>
                    <a:pt x="284" y="171"/>
                    <a:pt x="284" y="192"/>
                    <a:pt x="284" y="198"/>
                  </a:cubicBezTo>
                  <a:cubicBezTo>
                    <a:pt x="282" y="204"/>
                    <a:pt x="287" y="206"/>
                    <a:pt x="284" y="213"/>
                  </a:cubicBezTo>
                  <a:cubicBezTo>
                    <a:pt x="281" y="221"/>
                    <a:pt x="284" y="229"/>
                    <a:pt x="281" y="232"/>
                  </a:cubicBezTo>
                  <a:cubicBezTo>
                    <a:pt x="276" y="234"/>
                    <a:pt x="281" y="240"/>
                    <a:pt x="276" y="249"/>
                  </a:cubicBezTo>
                  <a:cubicBezTo>
                    <a:pt x="271" y="259"/>
                    <a:pt x="265" y="262"/>
                    <a:pt x="268" y="268"/>
                  </a:cubicBezTo>
                  <a:cubicBezTo>
                    <a:pt x="270" y="273"/>
                    <a:pt x="259" y="276"/>
                    <a:pt x="261" y="279"/>
                  </a:cubicBezTo>
                  <a:cubicBezTo>
                    <a:pt x="262" y="282"/>
                    <a:pt x="256" y="280"/>
                    <a:pt x="250" y="282"/>
                  </a:cubicBezTo>
                  <a:cubicBezTo>
                    <a:pt x="242" y="283"/>
                    <a:pt x="247" y="280"/>
                    <a:pt x="241" y="282"/>
                  </a:cubicBezTo>
                  <a:cubicBezTo>
                    <a:pt x="236" y="283"/>
                    <a:pt x="238" y="288"/>
                    <a:pt x="223" y="294"/>
                  </a:cubicBezTo>
                  <a:cubicBezTo>
                    <a:pt x="218" y="296"/>
                    <a:pt x="209" y="304"/>
                    <a:pt x="209" y="311"/>
                  </a:cubicBezTo>
                  <a:cubicBezTo>
                    <a:pt x="207" y="321"/>
                    <a:pt x="210" y="329"/>
                    <a:pt x="207" y="336"/>
                  </a:cubicBezTo>
                  <a:cubicBezTo>
                    <a:pt x="203" y="343"/>
                    <a:pt x="203" y="338"/>
                    <a:pt x="198" y="349"/>
                  </a:cubicBezTo>
                  <a:cubicBezTo>
                    <a:pt x="194" y="358"/>
                    <a:pt x="192" y="366"/>
                    <a:pt x="186" y="371"/>
                  </a:cubicBezTo>
                  <a:cubicBezTo>
                    <a:pt x="179" y="377"/>
                    <a:pt x="179" y="377"/>
                    <a:pt x="175" y="385"/>
                  </a:cubicBezTo>
                  <a:cubicBezTo>
                    <a:pt x="175" y="389"/>
                    <a:pt x="171" y="388"/>
                    <a:pt x="168" y="39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1" name="Freeform 291">
              <a:extLst>
                <a:ext uri="{FF2B5EF4-FFF2-40B4-BE49-F238E27FC236}">
                  <a16:creationId xmlns:a16="http://schemas.microsoft.com/office/drawing/2014/main" id="{4A8893E8-5BAD-01B5-7DBF-D62082BF1E73}"/>
                </a:ext>
              </a:extLst>
            </p:cNvPr>
            <p:cNvSpPr>
              <a:spLocks/>
            </p:cNvSpPr>
            <p:nvPr/>
          </p:nvSpPr>
          <p:spPr bwMode="auto">
            <a:xfrm>
              <a:off x="9314380" y="4527538"/>
              <a:ext cx="7949" cy="9538"/>
            </a:xfrm>
            <a:custGeom>
              <a:avLst/>
              <a:gdLst/>
              <a:ahLst/>
              <a:cxnLst>
                <a:cxn ang="0">
                  <a:pos x="0" y="0"/>
                </a:cxn>
                <a:cxn ang="0">
                  <a:pos x="1" y="3"/>
                </a:cxn>
                <a:cxn ang="0">
                  <a:pos x="0" y="0"/>
                </a:cxn>
              </a:cxnLst>
              <a:rect l="0" t="0" r="r" b="b"/>
              <a:pathLst>
                <a:path w="3" h="3">
                  <a:moveTo>
                    <a:pt x="0" y="0"/>
                  </a:moveTo>
                  <a:cubicBezTo>
                    <a:pt x="1" y="0"/>
                    <a:pt x="3" y="3"/>
                    <a:pt x="1" y="3"/>
                  </a:cubicBezTo>
                  <a:cubicBezTo>
                    <a:pt x="1" y="3"/>
                    <a:pt x="0" y="2"/>
                    <a:pt x="0"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2" name="Freeform 292">
              <a:extLst>
                <a:ext uri="{FF2B5EF4-FFF2-40B4-BE49-F238E27FC236}">
                  <a16:creationId xmlns:a16="http://schemas.microsoft.com/office/drawing/2014/main" id="{6173C720-A6B9-AB0B-32DD-16C7D1F70597}"/>
                </a:ext>
              </a:extLst>
            </p:cNvPr>
            <p:cNvSpPr>
              <a:spLocks/>
            </p:cNvSpPr>
            <p:nvPr/>
          </p:nvSpPr>
          <p:spPr bwMode="auto">
            <a:xfrm>
              <a:off x="9314380" y="4573640"/>
              <a:ext cx="11128" cy="12718"/>
            </a:xfrm>
            <a:custGeom>
              <a:avLst/>
              <a:gdLst/>
              <a:ahLst/>
              <a:cxnLst>
                <a:cxn ang="0">
                  <a:pos x="3" y="1"/>
                </a:cxn>
                <a:cxn ang="0">
                  <a:pos x="3" y="4"/>
                </a:cxn>
                <a:cxn ang="0">
                  <a:pos x="3" y="1"/>
                </a:cxn>
              </a:cxnLst>
              <a:rect l="0" t="0" r="r" b="b"/>
              <a:pathLst>
                <a:path w="4" h="4">
                  <a:moveTo>
                    <a:pt x="3" y="1"/>
                  </a:moveTo>
                  <a:cubicBezTo>
                    <a:pt x="4" y="0"/>
                    <a:pt x="3" y="3"/>
                    <a:pt x="3" y="4"/>
                  </a:cubicBezTo>
                  <a:cubicBezTo>
                    <a:pt x="1" y="4"/>
                    <a:pt x="0" y="3"/>
                    <a:pt x="3"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3" name="Freeform 293">
              <a:extLst>
                <a:ext uri="{FF2B5EF4-FFF2-40B4-BE49-F238E27FC236}">
                  <a16:creationId xmlns:a16="http://schemas.microsoft.com/office/drawing/2014/main" id="{2B15BD5B-E76A-EBFA-227E-96754167EEB8}"/>
                </a:ext>
              </a:extLst>
            </p:cNvPr>
            <p:cNvSpPr>
              <a:spLocks/>
            </p:cNvSpPr>
            <p:nvPr/>
          </p:nvSpPr>
          <p:spPr bwMode="auto">
            <a:xfrm>
              <a:off x="9308021" y="4576819"/>
              <a:ext cx="7949" cy="14307"/>
            </a:xfrm>
            <a:custGeom>
              <a:avLst/>
              <a:gdLst/>
              <a:ahLst/>
              <a:cxnLst>
                <a:cxn ang="0">
                  <a:pos x="3" y="5"/>
                </a:cxn>
                <a:cxn ang="0">
                  <a:pos x="2" y="2"/>
                </a:cxn>
                <a:cxn ang="0">
                  <a:pos x="3" y="2"/>
                </a:cxn>
                <a:cxn ang="0">
                  <a:pos x="3" y="5"/>
                </a:cxn>
              </a:cxnLst>
              <a:rect l="0" t="0" r="r" b="b"/>
              <a:pathLst>
                <a:path w="3" h="5">
                  <a:moveTo>
                    <a:pt x="3" y="5"/>
                  </a:moveTo>
                  <a:cubicBezTo>
                    <a:pt x="0" y="5"/>
                    <a:pt x="2" y="3"/>
                    <a:pt x="2" y="2"/>
                  </a:cubicBezTo>
                  <a:cubicBezTo>
                    <a:pt x="2" y="2"/>
                    <a:pt x="2" y="0"/>
                    <a:pt x="3" y="2"/>
                  </a:cubicBezTo>
                  <a:cubicBezTo>
                    <a:pt x="3" y="3"/>
                    <a:pt x="3" y="5"/>
                    <a:pt x="3"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4" name="Freeform 294">
              <a:extLst>
                <a:ext uri="{FF2B5EF4-FFF2-40B4-BE49-F238E27FC236}">
                  <a16:creationId xmlns:a16="http://schemas.microsoft.com/office/drawing/2014/main" id="{8E73FA00-807A-9DDE-0092-A688D3DEA6EC}"/>
                </a:ext>
              </a:extLst>
            </p:cNvPr>
            <p:cNvSpPr>
              <a:spLocks/>
            </p:cNvSpPr>
            <p:nvPr/>
          </p:nvSpPr>
          <p:spPr bwMode="auto">
            <a:xfrm>
              <a:off x="9288943" y="4600666"/>
              <a:ext cx="9539" cy="9538"/>
            </a:xfrm>
            <a:custGeom>
              <a:avLst/>
              <a:gdLst/>
              <a:ahLst/>
              <a:cxnLst>
                <a:cxn ang="0">
                  <a:pos x="2" y="3"/>
                </a:cxn>
                <a:cxn ang="0">
                  <a:pos x="2" y="0"/>
                </a:cxn>
                <a:cxn ang="0">
                  <a:pos x="2" y="3"/>
                </a:cxn>
              </a:cxnLst>
              <a:rect l="0" t="0" r="r" b="b"/>
              <a:pathLst>
                <a:path w="3" h="3">
                  <a:moveTo>
                    <a:pt x="2" y="3"/>
                  </a:moveTo>
                  <a:cubicBezTo>
                    <a:pt x="0" y="3"/>
                    <a:pt x="2" y="0"/>
                    <a:pt x="2" y="0"/>
                  </a:cubicBezTo>
                  <a:cubicBezTo>
                    <a:pt x="3" y="0"/>
                    <a:pt x="2" y="3"/>
                    <a:pt x="2"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5" name="Freeform 295">
              <a:extLst>
                <a:ext uri="{FF2B5EF4-FFF2-40B4-BE49-F238E27FC236}">
                  <a16:creationId xmlns:a16="http://schemas.microsoft.com/office/drawing/2014/main" id="{D2872122-9C40-2E66-42C0-118C2B16410A}"/>
                </a:ext>
              </a:extLst>
            </p:cNvPr>
            <p:cNvSpPr>
              <a:spLocks/>
            </p:cNvSpPr>
            <p:nvPr/>
          </p:nvSpPr>
          <p:spPr bwMode="auto">
            <a:xfrm>
              <a:off x="9295303" y="4610204"/>
              <a:ext cx="9539" cy="9538"/>
            </a:xfrm>
            <a:custGeom>
              <a:avLst/>
              <a:gdLst/>
              <a:ahLst/>
              <a:cxnLst>
                <a:cxn ang="0">
                  <a:pos x="1" y="3"/>
                </a:cxn>
                <a:cxn ang="0">
                  <a:pos x="3" y="1"/>
                </a:cxn>
                <a:cxn ang="0">
                  <a:pos x="1" y="3"/>
                </a:cxn>
              </a:cxnLst>
              <a:rect l="0" t="0" r="r" b="b"/>
              <a:pathLst>
                <a:path w="3" h="3">
                  <a:moveTo>
                    <a:pt x="1" y="3"/>
                  </a:moveTo>
                  <a:cubicBezTo>
                    <a:pt x="0" y="3"/>
                    <a:pt x="3" y="0"/>
                    <a:pt x="3" y="1"/>
                  </a:cubicBezTo>
                  <a:cubicBezTo>
                    <a:pt x="3" y="1"/>
                    <a:pt x="3" y="3"/>
                    <a:pt x="1"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6" name="Freeform 296">
              <a:extLst>
                <a:ext uri="{FF2B5EF4-FFF2-40B4-BE49-F238E27FC236}">
                  <a16:creationId xmlns:a16="http://schemas.microsoft.com/office/drawing/2014/main" id="{672B9265-1B36-96F4-CE7D-33947044092B}"/>
                </a:ext>
              </a:extLst>
            </p:cNvPr>
            <p:cNvSpPr>
              <a:spLocks/>
            </p:cNvSpPr>
            <p:nvPr/>
          </p:nvSpPr>
          <p:spPr bwMode="auto">
            <a:xfrm>
              <a:off x="9295303" y="4603845"/>
              <a:ext cx="9539" cy="6359"/>
            </a:xfrm>
            <a:custGeom>
              <a:avLst/>
              <a:gdLst/>
              <a:ahLst/>
              <a:cxnLst>
                <a:cxn ang="0">
                  <a:pos x="1" y="2"/>
                </a:cxn>
                <a:cxn ang="0">
                  <a:pos x="3" y="0"/>
                </a:cxn>
                <a:cxn ang="0">
                  <a:pos x="1" y="2"/>
                </a:cxn>
              </a:cxnLst>
              <a:rect l="0" t="0" r="r" b="b"/>
              <a:pathLst>
                <a:path w="3" h="2">
                  <a:moveTo>
                    <a:pt x="1" y="2"/>
                  </a:moveTo>
                  <a:cubicBezTo>
                    <a:pt x="0" y="2"/>
                    <a:pt x="1" y="0"/>
                    <a:pt x="3" y="0"/>
                  </a:cubicBezTo>
                  <a:cubicBezTo>
                    <a:pt x="1" y="2"/>
                    <a:pt x="1" y="2"/>
                    <a:pt x="1"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7" name="Freeform 297">
              <a:extLst>
                <a:ext uri="{FF2B5EF4-FFF2-40B4-BE49-F238E27FC236}">
                  <a16:creationId xmlns:a16="http://schemas.microsoft.com/office/drawing/2014/main" id="{5D3D4123-FA77-85FA-9159-614C87FB851C}"/>
                </a:ext>
              </a:extLst>
            </p:cNvPr>
            <p:cNvSpPr>
              <a:spLocks/>
            </p:cNvSpPr>
            <p:nvPr/>
          </p:nvSpPr>
          <p:spPr bwMode="auto">
            <a:xfrm>
              <a:off x="9315970" y="4567280"/>
              <a:ext cx="9539" cy="9538"/>
            </a:xfrm>
            <a:custGeom>
              <a:avLst/>
              <a:gdLst/>
              <a:ahLst/>
              <a:cxnLst>
                <a:cxn ang="0">
                  <a:pos x="0" y="2"/>
                </a:cxn>
                <a:cxn ang="0">
                  <a:pos x="3" y="2"/>
                </a:cxn>
                <a:cxn ang="0">
                  <a:pos x="0" y="2"/>
                </a:cxn>
              </a:cxnLst>
              <a:rect l="0" t="0" r="r" b="b"/>
              <a:pathLst>
                <a:path w="3" h="3">
                  <a:moveTo>
                    <a:pt x="0" y="2"/>
                  </a:moveTo>
                  <a:cubicBezTo>
                    <a:pt x="0" y="2"/>
                    <a:pt x="2" y="0"/>
                    <a:pt x="3" y="2"/>
                  </a:cubicBezTo>
                  <a:cubicBezTo>
                    <a:pt x="3" y="2"/>
                    <a:pt x="0" y="3"/>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8" name="Freeform 298">
              <a:extLst>
                <a:ext uri="{FF2B5EF4-FFF2-40B4-BE49-F238E27FC236}">
                  <a16:creationId xmlns:a16="http://schemas.microsoft.com/office/drawing/2014/main" id="{BE92D6D2-C1A4-9AAA-58E0-0CB7E7ED9071}"/>
                </a:ext>
              </a:extLst>
            </p:cNvPr>
            <p:cNvSpPr>
              <a:spLocks/>
            </p:cNvSpPr>
            <p:nvPr/>
          </p:nvSpPr>
          <p:spPr bwMode="auto">
            <a:xfrm>
              <a:off x="8511545" y="4301794"/>
              <a:ext cx="151028" cy="77898"/>
            </a:xfrm>
            <a:custGeom>
              <a:avLst/>
              <a:gdLst/>
              <a:ahLst/>
              <a:cxnLst>
                <a:cxn ang="0">
                  <a:pos x="46" y="10"/>
                </a:cxn>
                <a:cxn ang="0">
                  <a:pos x="36" y="2"/>
                </a:cxn>
                <a:cxn ang="0">
                  <a:pos x="31" y="0"/>
                </a:cxn>
                <a:cxn ang="0">
                  <a:pos x="25" y="3"/>
                </a:cxn>
                <a:cxn ang="0">
                  <a:pos x="16" y="10"/>
                </a:cxn>
                <a:cxn ang="0">
                  <a:pos x="13" y="6"/>
                </a:cxn>
                <a:cxn ang="0">
                  <a:pos x="11" y="5"/>
                </a:cxn>
                <a:cxn ang="0">
                  <a:pos x="10" y="6"/>
                </a:cxn>
                <a:cxn ang="0">
                  <a:pos x="8" y="6"/>
                </a:cxn>
                <a:cxn ang="0">
                  <a:pos x="8" y="5"/>
                </a:cxn>
                <a:cxn ang="0">
                  <a:pos x="7" y="3"/>
                </a:cxn>
                <a:cxn ang="0">
                  <a:pos x="5" y="2"/>
                </a:cxn>
                <a:cxn ang="0">
                  <a:pos x="4" y="0"/>
                </a:cxn>
                <a:cxn ang="0">
                  <a:pos x="2" y="6"/>
                </a:cxn>
                <a:cxn ang="0">
                  <a:pos x="4" y="8"/>
                </a:cxn>
                <a:cxn ang="0">
                  <a:pos x="2" y="11"/>
                </a:cxn>
                <a:cxn ang="0">
                  <a:pos x="2" y="16"/>
                </a:cxn>
                <a:cxn ang="0">
                  <a:pos x="4" y="14"/>
                </a:cxn>
                <a:cxn ang="0">
                  <a:pos x="11" y="16"/>
                </a:cxn>
                <a:cxn ang="0">
                  <a:pos x="13" y="17"/>
                </a:cxn>
                <a:cxn ang="0">
                  <a:pos x="14" y="19"/>
                </a:cxn>
                <a:cxn ang="0">
                  <a:pos x="16" y="19"/>
                </a:cxn>
                <a:cxn ang="0">
                  <a:pos x="17" y="19"/>
                </a:cxn>
                <a:cxn ang="0">
                  <a:pos x="19" y="24"/>
                </a:cxn>
                <a:cxn ang="0">
                  <a:pos x="22" y="24"/>
                </a:cxn>
                <a:cxn ang="0">
                  <a:pos x="23" y="22"/>
                </a:cxn>
                <a:cxn ang="0">
                  <a:pos x="25" y="19"/>
                </a:cxn>
                <a:cxn ang="0">
                  <a:pos x="22" y="16"/>
                </a:cxn>
                <a:cxn ang="0">
                  <a:pos x="22" y="14"/>
                </a:cxn>
                <a:cxn ang="0">
                  <a:pos x="28" y="10"/>
                </a:cxn>
                <a:cxn ang="0">
                  <a:pos x="28" y="8"/>
                </a:cxn>
                <a:cxn ang="0">
                  <a:pos x="31" y="6"/>
                </a:cxn>
                <a:cxn ang="0">
                  <a:pos x="37" y="11"/>
                </a:cxn>
                <a:cxn ang="0">
                  <a:pos x="39" y="13"/>
                </a:cxn>
                <a:cxn ang="0">
                  <a:pos x="40" y="13"/>
                </a:cxn>
                <a:cxn ang="0">
                  <a:pos x="39" y="17"/>
                </a:cxn>
                <a:cxn ang="0">
                  <a:pos x="42" y="24"/>
                </a:cxn>
                <a:cxn ang="0">
                  <a:pos x="43" y="19"/>
                </a:cxn>
                <a:cxn ang="0">
                  <a:pos x="46" y="20"/>
                </a:cxn>
                <a:cxn ang="0">
                  <a:pos x="48" y="17"/>
                </a:cxn>
                <a:cxn ang="0">
                  <a:pos x="46" y="10"/>
                </a:cxn>
              </a:cxnLst>
              <a:rect l="0" t="0" r="r" b="b"/>
              <a:pathLst>
                <a:path w="49" h="25">
                  <a:moveTo>
                    <a:pt x="46" y="10"/>
                  </a:moveTo>
                  <a:cubicBezTo>
                    <a:pt x="43" y="6"/>
                    <a:pt x="40" y="2"/>
                    <a:pt x="36" y="2"/>
                  </a:cubicBezTo>
                  <a:cubicBezTo>
                    <a:pt x="31" y="3"/>
                    <a:pt x="36" y="2"/>
                    <a:pt x="31" y="0"/>
                  </a:cubicBezTo>
                  <a:cubicBezTo>
                    <a:pt x="26" y="0"/>
                    <a:pt x="29" y="2"/>
                    <a:pt x="25" y="3"/>
                  </a:cubicBezTo>
                  <a:cubicBezTo>
                    <a:pt x="16" y="8"/>
                    <a:pt x="23" y="6"/>
                    <a:pt x="16" y="10"/>
                  </a:cubicBezTo>
                  <a:cubicBezTo>
                    <a:pt x="14" y="10"/>
                    <a:pt x="13" y="8"/>
                    <a:pt x="13" y="6"/>
                  </a:cubicBezTo>
                  <a:cubicBezTo>
                    <a:pt x="11" y="5"/>
                    <a:pt x="11" y="6"/>
                    <a:pt x="11" y="5"/>
                  </a:cubicBezTo>
                  <a:cubicBezTo>
                    <a:pt x="11" y="5"/>
                    <a:pt x="10" y="5"/>
                    <a:pt x="10" y="6"/>
                  </a:cubicBezTo>
                  <a:cubicBezTo>
                    <a:pt x="10" y="8"/>
                    <a:pt x="8" y="6"/>
                    <a:pt x="8" y="6"/>
                  </a:cubicBezTo>
                  <a:cubicBezTo>
                    <a:pt x="8" y="5"/>
                    <a:pt x="8" y="5"/>
                    <a:pt x="8" y="5"/>
                  </a:cubicBezTo>
                  <a:cubicBezTo>
                    <a:pt x="8" y="3"/>
                    <a:pt x="7" y="5"/>
                    <a:pt x="7" y="3"/>
                  </a:cubicBezTo>
                  <a:cubicBezTo>
                    <a:pt x="7" y="2"/>
                    <a:pt x="7" y="2"/>
                    <a:pt x="5" y="2"/>
                  </a:cubicBezTo>
                  <a:cubicBezTo>
                    <a:pt x="4" y="2"/>
                    <a:pt x="4" y="0"/>
                    <a:pt x="4" y="0"/>
                  </a:cubicBezTo>
                  <a:cubicBezTo>
                    <a:pt x="2" y="0"/>
                    <a:pt x="2" y="3"/>
                    <a:pt x="2" y="6"/>
                  </a:cubicBezTo>
                  <a:cubicBezTo>
                    <a:pt x="2" y="6"/>
                    <a:pt x="5" y="6"/>
                    <a:pt x="4" y="8"/>
                  </a:cubicBezTo>
                  <a:cubicBezTo>
                    <a:pt x="2" y="10"/>
                    <a:pt x="4" y="10"/>
                    <a:pt x="2" y="11"/>
                  </a:cubicBezTo>
                  <a:cubicBezTo>
                    <a:pt x="2" y="13"/>
                    <a:pt x="0" y="13"/>
                    <a:pt x="2" y="16"/>
                  </a:cubicBezTo>
                  <a:cubicBezTo>
                    <a:pt x="2" y="14"/>
                    <a:pt x="4" y="13"/>
                    <a:pt x="4" y="14"/>
                  </a:cubicBezTo>
                  <a:cubicBezTo>
                    <a:pt x="8" y="14"/>
                    <a:pt x="11" y="16"/>
                    <a:pt x="11" y="16"/>
                  </a:cubicBezTo>
                  <a:cubicBezTo>
                    <a:pt x="13" y="14"/>
                    <a:pt x="11" y="16"/>
                    <a:pt x="13" y="17"/>
                  </a:cubicBezTo>
                  <a:cubicBezTo>
                    <a:pt x="13" y="17"/>
                    <a:pt x="13" y="19"/>
                    <a:pt x="14" y="19"/>
                  </a:cubicBezTo>
                  <a:cubicBezTo>
                    <a:pt x="16" y="20"/>
                    <a:pt x="16" y="20"/>
                    <a:pt x="16" y="19"/>
                  </a:cubicBezTo>
                  <a:cubicBezTo>
                    <a:pt x="16" y="17"/>
                    <a:pt x="17" y="17"/>
                    <a:pt x="17" y="19"/>
                  </a:cubicBezTo>
                  <a:cubicBezTo>
                    <a:pt x="17" y="19"/>
                    <a:pt x="19" y="22"/>
                    <a:pt x="19" y="24"/>
                  </a:cubicBezTo>
                  <a:cubicBezTo>
                    <a:pt x="17" y="25"/>
                    <a:pt x="20" y="24"/>
                    <a:pt x="22" y="24"/>
                  </a:cubicBezTo>
                  <a:cubicBezTo>
                    <a:pt x="23" y="24"/>
                    <a:pt x="22" y="22"/>
                    <a:pt x="23" y="22"/>
                  </a:cubicBezTo>
                  <a:cubicBezTo>
                    <a:pt x="25" y="22"/>
                    <a:pt x="26" y="22"/>
                    <a:pt x="25" y="19"/>
                  </a:cubicBezTo>
                  <a:cubicBezTo>
                    <a:pt x="22" y="16"/>
                    <a:pt x="23" y="16"/>
                    <a:pt x="22" y="16"/>
                  </a:cubicBezTo>
                  <a:cubicBezTo>
                    <a:pt x="22" y="16"/>
                    <a:pt x="20" y="14"/>
                    <a:pt x="22" y="14"/>
                  </a:cubicBezTo>
                  <a:cubicBezTo>
                    <a:pt x="26" y="13"/>
                    <a:pt x="26" y="11"/>
                    <a:pt x="28" y="10"/>
                  </a:cubicBezTo>
                  <a:cubicBezTo>
                    <a:pt x="28" y="10"/>
                    <a:pt x="26" y="8"/>
                    <a:pt x="28" y="8"/>
                  </a:cubicBezTo>
                  <a:cubicBezTo>
                    <a:pt x="29" y="8"/>
                    <a:pt x="29" y="6"/>
                    <a:pt x="31" y="6"/>
                  </a:cubicBezTo>
                  <a:cubicBezTo>
                    <a:pt x="34" y="6"/>
                    <a:pt x="37" y="10"/>
                    <a:pt x="37" y="11"/>
                  </a:cubicBezTo>
                  <a:cubicBezTo>
                    <a:pt x="37" y="11"/>
                    <a:pt x="37" y="13"/>
                    <a:pt x="39" y="13"/>
                  </a:cubicBezTo>
                  <a:cubicBezTo>
                    <a:pt x="39" y="11"/>
                    <a:pt x="39" y="13"/>
                    <a:pt x="40" y="13"/>
                  </a:cubicBezTo>
                  <a:cubicBezTo>
                    <a:pt x="40" y="11"/>
                    <a:pt x="37" y="16"/>
                    <a:pt x="39" y="17"/>
                  </a:cubicBezTo>
                  <a:cubicBezTo>
                    <a:pt x="40" y="19"/>
                    <a:pt x="40" y="22"/>
                    <a:pt x="42" y="24"/>
                  </a:cubicBezTo>
                  <a:cubicBezTo>
                    <a:pt x="43" y="20"/>
                    <a:pt x="42" y="22"/>
                    <a:pt x="43" y="19"/>
                  </a:cubicBezTo>
                  <a:cubicBezTo>
                    <a:pt x="43" y="19"/>
                    <a:pt x="45" y="22"/>
                    <a:pt x="46" y="20"/>
                  </a:cubicBezTo>
                  <a:cubicBezTo>
                    <a:pt x="48" y="19"/>
                    <a:pt x="46" y="17"/>
                    <a:pt x="48" y="17"/>
                  </a:cubicBezTo>
                  <a:cubicBezTo>
                    <a:pt x="49" y="17"/>
                    <a:pt x="45" y="13"/>
                    <a:pt x="46" y="1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89" name="Freeform 299">
              <a:extLst>
                <a:ext uri="{FF2B5EF4-FFF2-40B4-BE49-F238E27FC236}">
                  <a16:creationId xmlns:a16="http://schemas.microsoft.com/office/drawing/2014/main" id="{B007368B-FF81-5356-FDD7-0808E1621BC7}"/>
                </a:ext>
              </a:extLst>
            </p:cNvPr>
            <p:cNvSpPr>
              <a:spLocks/>
            </p:cNvSpPr>
            <p:nvPr/>
          </p:nvSpPr>
          <p:spPr bwMode="auto">
            <a:xfrm>
              <a:off x="8546521" y="4360615"/>
              <a:ext cx="7949" cy="15898"/>
            </a:xfrm>
            <a:custGeom>
              <a:avLst/>
              <a:gdLst/>
              <a:ahLst/>
              <a:cxnLst>
                <a:cxn ang="0">
                  <a:pos x="2" y="3"/>
                </a:cxn>
                <a:cxn ang="0">
                  <a:pos x="0" y="2"/>
                </a:cxn>
                <a:cxn ang="0">
                  <a:pos x="2" y="3"/>
                </a:cxn>
                <a:cxn ang="0">
                  <a:pos x="2" y="3"/>
                </a:cxn>
              </a:cxnLst>
              <a:rect l="0" t="0" r="r" b="b"/>
              <a:pathLst>
                <a:path w="3" h="5">
                  <a:moveTo>
                    <a:pt x="2" y="3"/>
                  </a:moveTo>
                  <a:cubicBezTo>
                    <a:pt x="0" y="3"/>
                    <a:pt x="0" y="2"/>
                    <a:pt x="0" y="2"/>
                  </a:cubicBezTo>
                  <a:cubicBezTo>
                    <a:pt x="2" y="0"/>
                    <a:pt x="2" y="2"/>
                    <a:pt x="2" y="3"/>
                  </a:cubicBezTo>
                  <a:cubicBezTo>
                    <a:pt x="3" y="3"/>
                    <a:pt x="3" y="5"/>
                    <a:pt x="2"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90" name="Freeform 300">
              <a:extLst>
                <a:ext uri="{FF2B5EF4-FFF2-40B4-BE49-F238E27FC236}">
                  <a16:creationId xmlns:a16="http://schemas.microsoft.com/office/drawing/2014/main" id="{18E06167-627A-F672-2048-00853008FB84}"/>
                </a:ext>
              </a:extLst>
            </p:cNvPr>
            <p:cNvSpPr>
              <a:spLocks/>
            </p:cNvSpPr>
            <p:nvPr/>
          </p:nvSpPr>
          <p:spPr bwMode="auto">
            <a:xfrm>
              <a:off x="8616471" y="4335178"/>
              <a:ext cx="6359" cy="9538"/>
            </a:xfrm>
            <a:custGeom>
              <a:avLst/>
              <a:gdLst/>
              <a:ahLst/>
              <a:cxnLst>
                <a:cxn ang="0">
                  <a:pos x="0" y="3"/>
                </a:cxn>
                <a:cxn ang="0">
                  <a:pos x="2" y="0"/>
                </a:cxn>
                <a:cxn ang="0">
                  <a:pos x="0" y="3"/>
                </a:cxn>
              </a:cxnLst>
              <a:rect l="0" t="0" r="r" b="b"/>
              <a:pathLst>
                <a:path w="2" h="3">
                  <a:moveTo>
                    <a:pt x="0" y="3"/>
                  </a:moveTo>
                  <a:cubicBezTo>
                    <a:pt x="0" y="2"/>
                    <a:pt x="0" y="0"/>
                    <a:pt x="2" y="0"/>
                  </a:cubicBezTo>
                  <a:cubicBezTo>
                    <a:pt x="2" y="2"/>
                    <a:pt x="2" y="3"/>
                    <a:pt x="0"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grpSp>
      <p:grpSp>
        <p:nvGrpSpPr>
          <p:cNvPr id="91" name="组合 90">
            <a:extLst>
              <a:ext uri="{FF2B5EF4-FFF2-40B4-BE49-F238E27FC236}">
                <a16:creationId xmlns:a16="http://schemas.microsoft.com/office/drawing/2014/main" id="{45F417F4-7412-EFA5-AA45-2CCF307D2751}"/>
              </a:ext>
            </a:extLst>
          </p:cNvPr>
          <p:cNvGrpSpPr/>
          <p:nvPr/>
        </p:nvGrpSpPr>
        <p:grpSpPr>
          <a:xfrm>
            <a:off x="3400577" y="3288769"/>
            <a:ext cx="909350" cy="958614"/>
            <a:chOff x="2401771" y="3257333"/>
            <a:chExt cx="909350" cy="958614"/>
          </a:xfrm>
          <a:solidFill>
            <a:schemeClr val="accent1">
              <a:lumMod val="20000"/>
              <a:lumOff val="80000"/>
            </a:schemeClr>
          </a:solidFill>
        </p:grpSpPr>
        <p:sp>
          <p:nvSpPr>
            <p:cNvPr id="92" name="Freeform 47">
              <a:extLst>
                <a:ext uri="{FF2B5EF4-FFF2-40B4-BE49-F238E27FC236}">
                  <a16:creationId xmlns:a16="http://schemas.microsoft.com/office/drawing/2014/main" id="{4CE9D491-419D-5999-6DC0-A07E9259C483}"/>
                </a:ext>
              </a:extLst>
            </p:cNvPr>
            <p:cNvSpPr>
              <a:spLocks/>
            </p:cNvSpPr>
            <p:nvPr/>
          </p:nvSpPr>
          <p:spPr bwMode="auto">
            <a:xfrm>
              <a:off x="2838959" y="3340001"/>
              <a:ext cx="472162" cy="486461"/>
            </a:xfrm>
            <a:custGeom>
              <a:avLst/>
              <a:gdLst/>
              <a:ahLst/>
              <a:cxnLst>
                <a:cxn ang="0">
                  <a:pos x="50" y="29"/>
                </a:cxn>
                <a:cxn ang="0">
                  <a:pos x="79" y="33"/>
                </a:cxn>
                <a:cxn ang="0">
                  <a:pos x="79" y="28"/>
                </a:cxn>
                <a:cxn ang="0">
                  <a:pos x="99" y="20"/>
                </a:cxn>
                <a:cxn ang="0">
                  <a:pos x="106" y="20"/>
                </a:cxn>
                <a:cxn ang="0">
                  <a:pos x="118" y="25"/>
                </a:cxn>
                <a:cxn ang="0">
                  <a:pos x="131" y="36"/>
                </a:cxn>
                <a:cxn ang="0">
                  <a:pos x="137" y="40"/>
                </a:cxn>
                <a:cxn ang="0">
                  <a:pos x="137" y="48"/>
                </a:cxn>
                <a:cxn ang="0">
                  <a:pos x="134" y="88"/>
                </a:cxn>
                <a:cxn ang="0">
                  <a:pos x="134" y="108"/>
                </a:cxn>
                <a:cxn ang="0">
                  <a:pos x="147" y="124"/>
                </a:cxn>
                <a:cxn ang="0">
                  <a:pos x="149" y="133"/>
                </a:cxn>
                <a:cxn ang="0">
                  <a:pos x="152" y="141"/>
                </a:cxn>
                <a:cxn ang="0">
                  <a:pos x="141" y="147"/>
                </a:cxn>
                <a:cxn ang="0">
                  <a:pos x="137" y="157"/>
                </a:cxn>
                <a:cxn ang="0">
                  <a:pos x="131" y="155"/>
                </a:cxn>
                <a:cxn ang="0">
                  <a:pos x="115" y="152"/>
                </a:cxn>
                <a:cxn ang="0">
                  <a:pos x="105" y="149"/>
                </a:cxn>
                <a:cxn ang="0">
                  <a:pos x="94" y="138"/>
                </a:cxn>
                <a:cxn ang="0">
                  <a:pos x="83" y="143"/>
                </a:cxn>
                <a:cxn ang="0">
                  <a:pos x="68" y="133"/>
                </a:cxn>
                <a:cxn ang="0">
                  <a:pos x="55" y="119"/>
                </a:cxn>
                <a:cxn ang="0">
                  <a:pos x="45" y="105"/>
                </a:cxn>
                <a:cxn ang="0">
                  <a:pos x="36" y="107"/>
                </a:cxn>
                <a:cxn ang="0">
                  <a:pos x="30" y="96"/>
                </a:cxn>
                <a:cxn ang="0">
                  <a:pos x="18" y="73"/>
                </a:cxn>
                <a:cxn ang="0">
                  <a:pos x="17" y="50"/>
                </a:cxn>
                <a:cxn ang="0">
                  <a:pos x="11" y="42"/>
                </a:cxn>
                <a:cxn ang="0">
                  <a:pos x="4" y="25"/>
                </a:cxn>
                <a:cxn ang="0">
                  <a:pos x="4" y="19"/>
                </a:cxn>
                <a:cxn ang="0">
                  <a:pos x="3" y="12"/>
                </a:cxn>
                <a:cxn ang="0">
                  <a:pos x="1" y="9"/>
                </a:cxn>
                <a:cxn ang="0">
                  <a:pos x="3" y="6"/>
                </a:cxn>
                <a:cxn ang="0">
                  <a:pos x="6" y="3"/>
                </a:cxn>
                <a:cxn ang="0">
                  <a:pos x="18" y="12"/>
                </a:cxn>
                <a:cxn ang="0">
                  <a:pos x="20" y="12"/>
                </a:cxn>
                <a:cxn ang="0">
                  <a:pos x="23" y="9"/>
                </a:cxn>
                <a:cxn ang="0">
                  <a:pos x="27" y="6"/>
                </a:cxn>
                <a:cxn ang="0">
                  <a:pos x="35" y="6"/>
                </a:cxn>
                <a:cxn ang="0">
                  <a:pos x="35" y="9"/>
                </a:cxn>
                <a:cxn ang="0">
                  <a:pos x="32" y="12"/>
                </a:cxn>
                <a:cxn ang="0">
                  <a:pos x="35" y="15"/>
                </a:cxn>
                <a:cxn ang="0">
                  <a:pos x="39" y="17"/>
                </a:cxn>
              </a:cxnLst>
              <a:rect l="0" t="0" r="r" b="b"/>
              <a:pathLst>
                <a:path w="153" h="158">
                  <a:moveTo>
                    <a:pt x="39" y="17"/>
                  </a:moveTo>
                  <a:cubicBezTo>
                    <a:pt x="39" y="33"/>
                    <a:pt x="47" y="23"/>
                    <a:pt x="50" y="29"/>
                  </a:cubicBezTo>
                  <a:cubicBezTo>
                    <a:pt x="52" y="34"/>
                    <a:pt x="62" y="37"/>
                    <a:pt x="64" y="37"/>
                  </a:cubicBezTo>
                  <a:cubicBezTo>
                    <a:pt x="67" y="36"/>
                    <a:pt x="77" y="33"/>
                    <a:pt x="79" y="33"/>
                  </a:cubicBezTo>
                  <a:cubicBezTo>
                    <a:pt x="79" y="34"/>
                    <a:pt x="74" y="34"/>
                    <a:pt x="79" y="34"/>
                  </a:cubicBezTo>
                  <a:cubicBezTo>
                    <a:pt x="82" y="34"/>
                    <a:pt x="79" y="31"/>
                    <a:pt x="79" y="28"/>
                  </a:cubicBezTo>
                  <a:cubicBezTo>
                    <a:pt x="90" y="28"/>
                    <a:pt x="82" y="25"/>
                    <a:pt x="90" y="22"/>
                  </a:cubicBezTo>
                  <a:cubicBezTo>
                    <a:pt x="94" y="19"/>
                    <a:pt x="97" y="23"/>
                    <a:pt x="99" y="20"/>
                  </a:cubicBezTo>
                  <a:cubicBezTo>
                    <a:pt x="99" y="19"/>
                    <a:pt x="102" y="17"/>
                    <a:pt x="103" y="19"/>
                  </a:cubicBezTo>
                  <a:cubicBezTo>
                    <a:pt x="103" y="20"/>
                    <a:pt x="105" y="17"/>
                    <a:pt x="106" y="20"/>
                  </a:cubicBezTo>
                  <a:cubicBezTo>
                    <a:pt x="106" y="23"/>
                    <a:pt x="112" y="22"/>
                    <a:pt x="112" y="25"/>
                  </a:cubicBezTo>
                  <a:cubicBezTo>
                    <a:pt x="114" y="26"/>
                    <a:pt x="114" y="23"/>
                    <a:pt x="118" y="25"/>
                  </a:cubicBezTo>
                  <a:cubicBezTo>
                    <a:pt x="124" y="26"/>
                    <a:pt x="120" y="29"/>
                    <a:pt x="124" y="31"/>
                  </a:cubicBezTo>
                  <a:cubicBezTo>
                    <a:pt x="129" y="33"/>
                    <a:pt x="127" y="36"/>
                    <a:pt x="131" y="36"/>
                  </a:cubicBezTo>
                  <a:cubicBezTo>
                    <a:pt x="134" y="36"/>
                    <a:pt x="135" y="36"/>
                    <a:pt x="137" y="37"/>
                  </a:cubicBezTo>
                  <a:cubicBezTo>
                    <a:pt x="137" y="39"/>
                    <a:pt x="135" y="37"/>
                    <a:pt x="137" y="40"/>
                  </a:cubicBezTo>
                  <a:cubicBezTo>
                    <a:pt x="137" y="42"/>
                    <a:pt x="135" y="43"/>
                    <a:pt x="137" y="43"/>
                  </a:cubicBezTo>
                  <a:cubicBezTo>
                    <a:pt x="138" y="45"/>
                    <a:pt x="137" y="46"/>
                    <a:pt x="137" y="48"/>
                  </a:cubicBezTo>
                  <a:cubicBezTo>
                    <a:pt x="135" y="62"/>
                    <a:pt x="131" y="57"/>
                    <a:pt x="131" y="65"/>
                  </a:cubicBezTo>
                  <a:cubicBezTo>
                    <a:pt x="132" y="73"/>
                    <a:pt x="134" y="81"/>
                    <a:pt x="134" y="88"/>
                  </a:cubicBezTo>
                  <a:cubicBezTo>
                    <a:pt x="132" y="96"/>
                    <a:pt x="141" y="88"/>
                    <a:pt x="141" y="95"/>
                  </a:cubicBezTo>
                  <a:cubicBezTo>
                    <a:pt x="143" y="101"/>
                    <a:pt x="134" y="104"/>
                    <a:pt x="134" y="108"/>
                  </a:cubicBezTo>
                  <a:cubicBezTo>
                    <a:pt x="137" y="112"/>
                    <a:pt x="138" y="113"/>
                    <a:pt x="140" y="118"/>
                  </a:cubicBezTo>
                  <a:cubicBezTo>
                    <a:pt x="141" y="124"/>
                    <a:pt x="146" y="121"/>
                    <a:pt x="147" y="124"/>
                  </a:cubicBezTo>
                  <a:cubicBezTo>
                    <a:pt x="149" y="127"/>
                    <a:pt x="149" y="122"/>
                    <a:pt x="149" y="126"/>
                  </a:cubicBezTo>
                  <a:cubicBezTo>
                    <a:pt x="149" y="129"/>
                    <a:pt x="150" y="132"/>
                    <a:pt x="149" y="133"/>
                  </a:cubicBezTo>
                  <a:cubicBezTo>
                    <a:pt x="147" y="136"/>
                    <a:pt x="152" y="135"/>
                    <a:pt x="153" y="135"/>
                  </a:cubicBezTo>
                  <a:cubicBezTo>
                    <a:pt x="153" y="136"/>
                    <a:pt x="152" y="138"/>
                    <a:pt x="152" y="141"/>
                  </a:cubicBezTo>
                  <a:cubicBezTo>
                    <a:pt x="152" y="143"/>
                    <a:pt x="146" y="141"/>
                    <a:pt x="146" y="143"/>
                  </a:cubicBezTo>
                  <a:cubicBezTo>
                    <a:pt x="146" y="146"/>
                    <a:pt x="143" y="144"/>
                    <a:pt x="141" y="147"/>
                  </a:cubicBezTo>
                  <a:cubicBezTo>
                    <a:pt x="140" y="150"/>
                    <a:pt x="140" y="153"/>
                    <a:pt x="140" y="157"/>
                  </a:cubicBezTo>
                  <a:cubicBezTo>
                    <a:pt x="138" y="155"/>
                    <a:pt x="140" y="158"/>
                    <a:pt x="137" y="157"/>
                  </a:cubicBezTo>
                  <a:cubicBezTo>
                    <a:pt x="134" y="155"/>
                    <a:pt x="132" y="157"/>
                    <a:pt x="132" y="155"/>
                  </a:cubicBezTo>
                  <a:cubicBezTo>
                    <a:pt x="131" y="153"/>
                    <a:pt x="131" y="153"/>
                    <a:pt x="131" y="155"/>
                  </a:cubicBezTo>
                  <a:cubicBezTo>
                    <a:pt x="131" y="157"/>
                    <a:pt x="123" y="153"/>
                    <a:pt x="121" y="153"/>
                  </a:cubicBezTo>
                  <a:cubicBezTo>
                    <a:pt x="118" y="155"/>
                    <a:pt x="120" y="153"/>
                    <a:pt x="115" y="152"/>
                  </a:cubicBezTo>
                  <a:cubicBezTo>
                    <a:pt x="112" y="152"/>
                    <a:pt x="114" y="153"/>
                    <a:pt x="111" y="152"/>
                  </a:cubicBezTo>
                  <a:cubicBezTo>
                    <a:pt x="109" y="150"/>
                    <a:pt x="106" y="152"/>
                    <a:pt x="105" y="149"/>
                  </a:cubicBezTo>
                  <a:cubicBezTo>
                    <a:pt x="105" y="147"/>
                    <a:pt x="105" y="138"/>
                    <a:pt x="100" y="136"/>
                  </a:cubicBezTo>
                  <a:cubicBezTo>
                    <a:pt x="96" y="135"/>
                    <a:pt x="96" y="138"/>
                    <a:pt x="94" y="138"/>
                  </a:cubicBezTo>
                  <a:cubicBezTo>
                    <a:pt x="91" y="138"/>
                    <a:pt x="93" y="139"/>
                    <a:pt x="91" y="139"/>
                  </a:cubicBezTo>
                  <a:cubicBezTo>
                    <a:pt x="88" y="139"/>
                    <a:pt x="86" y="144"/>
                    <a:pt x="83" y="143"/>
                  </a:cubicBezTo>
                  <a:cubicBezTo>
                    <a:pt x="80" y="139"/>
                    <a:pt x="79" y="143"/>
                    <a:pt x="74" y="138"/>
                  </a:cubicBezTo>
                  <a:cubicBezTo>
                    <a:pt x="73" y="136"/>
                    <a:pt x="68" y="135"/>
                    <a:pt x="68" y="133"/>
                  </a:cubicBezTo>
                  <a:cubicBezTo>
                    <a:pt x="70" y="130"/>
                    <a:pt x="61" y="130"/>
                    <a:pt x="58" y="127"/>
                  </a:cubicBezTo>
                  <a:cubicBezTo>
                    <a:pt x="55" y="122"/>
                    <a:pt x="58" y="122"/>
                    <a:pt x="55" y="119"/>
                  </a:cubicBezTo>
                  <a:cubicBezTo>
                    <a:pt x="53" y="116"/>
                    <a:pt x="55" y="113"/>
                    <a:pt x="52" y="110"/>
                  </a:cubicBezTo>
                  <a:cubicBezTo>
                    <a:pt x="47" y="107"/>
                    <a:pt x="50" y="102"/>
                    <a:pt x="45" y="105"/>
                  </a:cubicBezTo>
                  <a:cubicBezTo>
                    <a:pt x="42" y="108"/>
                    <a:pt x="39" y="101"/>
                    <a:pt x="39" y="104"/>
                  </a:cubicBezTo>
                  <a:cubicBezTo>
                    <a:pt x="39" y="107"/>
                    <a:pt x="38" y="105"/>
                    <a:pt x="36" y="107"/>
                  </a:cubicBezTo>
                  <a:cubicBezTo>
                    <a:pt x="36" y="104"/>
                    <a:pt x="35" y="104"/>
                    <a:pt x="33" y="102"/>
                  </a:cubicBezTo>
                  <a:cubicBezTo>
                    <a:pt x="32" y="102"/>
                    <a:pt x="32" y="99"/>
                    <a:pt x="30" y="96"/>
                  </a:cubicBezTo>
                  <a:cubicBezTo>
                    <a:pt x="29" y="93"/>
                    <a:pt x="32" y="90"/>
                    <a:pt x="29" y="84"/>
                  </a:cubicBezTo>
                  <a:cubicBezTo>
                    <a:pt x="26" y="79"/>
                    <a:pt x="18" y="77"/>
                    <a:pt x="18" y="73"/>
                  </a:cubicBezTo>
                  <a:cubicBezTo>
                    <a:pt x="17" y="67"/>
                    <a:pt x="11" y="68"/>
                    <a:pt x="12" y="62"/>
                  </a:cubicBezTo>
                  <a:cubicBezTo>
                    <a:pt x="12" y="56"/>
                    <a:pt x="20" y="54"/>
                    <a:pt x="17" y="50"/>
                  </a:cubicBezTo>
                  <a:cubicBezTo>
                    <a:pt x="15" y="45"/>
                    <a:pt x="20" y="46"/>
                    <a:pt x="20" y="45"/>
                  </a:cubicBezTo>
                  <a:cubicBezTo>
                    <a:pt x="18" y="43"/>
                    <a:pt x="11" y="45"/>
                    <a:pt x="11" y="42"/>
                  </a:cubicBezTo>
                  <a:cubicBezTo>
                    <a:pt x="11" y="39"/>
                    <a:pt x="8" y="36"/>
                    <a:pt x="6" y="31"/>
                  </a:cubicBezTo>
                  <a:cubicBezTo>
                    <a:pt x="6" y="28"/>
                    <a:pt x="4" y="28"/>
                    <a:pt x="4" y="25"/>
                  </a:cubicBezTo>
                  <a:cubicBezTo>
                    <a:pt x="6" y="23"/>
                    <a:pt x="1" y="23"/>
                    <a:pt x="1" y="22"/>
                  </a:cubicBezTo>
                  <a:cubicBezTo>
                    <a:pt x="1" y="20"/>
                    <a:pt x="4" y="20"/>
                    <a:pt x="4" y="19"/>
                  </a:cubicBezTo>
                  <a:cubicBezTo>
                    <a:pt x="4" y="17"/>
                    <a:pt x="3" y="17"/>
                    <a:pt x="3" y="17"/>
                  </a:cubicBezTo>
                  <a:cubicBezTo>
                    <a:pt x="3" y="15"/>
                    <a:pt x="3" y="14"/>
                    <a:pt x="3" y="12"/>
                  </a:cubicBezTo>
                  <a:cubicBezTo>
                    <a:pt x="3" y="11"/>
                    <a:pt x="1" y="11"/>
                    <a:pt x="1" y="11"/>
                  </a:cubicBezTo>
                  <a:cubicBezTo>
                    <a:pt x="1" y="9"/>
                    <a:pt x="1" y="9"/>
                    <a:pt x="1" y="9"/>
                  </a:cubicBezTo>
                  <a:cubicBezTo>
                    <a:pt x="1" y="8"/>
                    <a:pt x="0" y="8"/>
                    <a:pt x="0" y="6"/>
                  </a:cubicBezTo>
                  <a:cubicBezTo>
                    <a:pt x="0" y="5"/>
                    <a:pt x="3" y="6"/>
                    <a:pt x="3" y="6"/>
                  </a:cubicBezTo>
                  <a:cubicBezTo>
                    <a:pt x="4" y="5"/>
                    <a:pt x="3" y="0"/>
                    <a:pt x="6" y="3"/>
                  </a:cubicBezTo>
                  <a:cubicBezTo>
                    <a:pt x="6" y="3"/>
                    <a:pt x="6" y="3"/>
                    <a:pt x="6" y="3"/>
                  </a:cubicBezTo>
                  <a:cubicBezTo>
                    <a:pt x="9" y="6"/>
                    <a:pt x="11" y="11"/>
                    <a:pt x="15" y="12"/>
                  </a:cubicBezTo>
                  <a:cubicBezTo>
                    <a:pt x="17" y="12"/>
                    <a:pt x="17" y="12"/>
                    <a:pt x="18" y="12"/>
                  </a:cubicBezTo>
                  <a:cubicBezTo>
                    <a:pt x="18" y="12"/>
                    <a:pt x="18" y="11"/>
                    <a:pt x="20" y="11"/>
                  </a:cubicBezTo>
                  <a:cubicBezTo>
                    <a:pt x="20" y="12"/>
                    <a:pt x="20" y="12"/>
                    <a:pt x="20" y="12"/>
                  </a:cubicBezTo>
                  <a:cubicBezTo>
                    <a:pt x="21" y="12"/>
                    <a:pt x="21" y="12"/>
                    <a:pt x="21" y="11"/>
                  </a:cubicBezTo>
                  <a:cubicBezTo>
                    <a:pt x="23" y="9"/>
                    <a:pt x="23" y="9"/>
                    <a:pt x="23" y="9"/>
                  </a:cubicBezTo>
                  <a:cubicBezTo>
                    <a:pt x="24" y="8"/>
                    <a:pt x="24" y="8"/>
                    <a:pt x="24" y="8"/>
                  </a:cubicBezTo>
                  <a:cubicBezTo>
                    <a:pt x="24" y="8"/>
                    <a:pt x="26" y="6"/>
                    <a:pt x="27" y="6"/>
                  </a:cubicBezTo>
                  <a:cubicBezTo>
                    <a:pt x="27" y="5"/>
                    <a:pt x="30" y="2"/>
                    <a:pt x="32" y="3"/>
                  </a:cubicBezTo>
                  <a:cubicBezTo>
                    <a:pt x="35" y="6"/>
                    <a:pt x="35" y="6"/>
                    <a:pt x="35" y="6"/>
                  </a:cubicBezTo>
                  <a:cubicBezTo>
                    <a:pt x="35" y="6"/>
                    <a:pt x="33" y="6"/>
                    <a:pt x="33" y="8"/>
                  </a:cubicBezTo>
                  <a:cubicBezTo>
                    <a:pt x="33" y="9"/>
                    <a:pt x="35" y="9"/>
                    <a:pt x="35" y="9"/>
                  </a:cubicBezTo>
                  <a:cubicBezTo>
                    <a:pt x="35" y="11"/>
                    <a:pt x="32" y="11"/>
                    <a:pt x="32" y="11"/>
                  </a:cubicBezTo>
                  <a:cubicBezTo>
                    <a:pt x="32" y="12"/>
                    <a:pt x="32" y="12"/>
                    <a:pt x="32" y="12"/>
                  </a:cubicBezTo>
                  <a:cubicBezTo>
                    <a:pt x="33" y="12"/>
                    <a:pt x="33" y="12"/>
                    <a:pt x="33" y="14"/>
                  </a:cubicBezTo>
                  <a:cubicBezTo>
                    <a:pt x="33" y="14"/>
                    <a:pt x="33" y="15"/>
                    <a:pt x="35" y="15"/>
                  </a:cubicBezTo>
                  <a:cubicBezTo>
                    <a:pt x="35" y="14"/>
                    <a:pt x="35" y="14"/>
                    <a:pt x="35" y="14"/>
                  </a:cubicBezTo>
                  <a:cubicBezTo>
                    <a:pt x="36" y="15"/>
                    <a:pt x="35" y="19"/>
                    <a:pt x="39" y="1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93" name="Freeform 48">
              <a:extLst>
                <a:ext uri="{FF2B5EF4-FFF2-40B4-BE49-F238E27FC236}">
                  <a16:creationId xmlns:a16="http://schemas.microsoft.com/office/drawing/2014/main" id="{29B7CA7E-AC3A-2AE9-B799-D2166A5CC29B}"/>
                </a:ext>
              </a:extLst>
            </p:cNvPr>
            <p:cNvSpPr>
              <a:spLocks/>
            </p:cNvSpPr>
            <p:nvPr/>
          </p:nvSpPr>
          <p:spPr bwMode="auto">
            <a:xfrm>
              <a:off x="2401771" y="3257333"/>
              <a:ext cx="456265" cy="220974"/>
            </a:xfrm>
            <a:custGeom>
              <a:avLst/>
              <a:gdLst/>
              <a:ahLst/>
              <a:cxnLst>
                <a:cxn ang="0">
                  <a:pos x="139" y="14"/>
                </a:cxn>
                <a:cxn ang="0">
                  <a:pos x="140" y="19"/>
                </a:cxn>
                <a:cxn ang="0">
                  <a:pos x="140" y="24"/>
                </a:cxn>
                <a:cxn ang="0">
                  <a:pos x="146" y="27"/>
                </a:cxn>
                <a:cxn ang="0">
                  <a:pos x="148" y="30"/>
                </a:cxn>
                <a:cxn ang="0">
                  <a:pos x="142" y="33"/>
                </a:cxn>
                <a:cxn ang="0">
                  <a:pos x="143" y="38"/>
                </a:cxn>
                <a:cxn ang="0">
                  <a:pos x="145" y="44"/>
                </a:cxn>
                <a:cxn ang="0">
                  <a:pos x="143" y="49"/>
                </a:cxn>
                <a:cxn ang="0">
                  <a:pos x="148" y="58"/>
                </a:cxn>
                <a:cxn ang="0">
                  <a:pos x="145" y="60"/>
                </a:cxn>
                <a:cxn ang="0">
                  <a:pos x="139" y="56"/>
                </a:cxn>
                <a:cxn ang="0">
                  <a:pos x="134" y="55"/>
                </a:cxn>
                <a:cxn ang="0">
                  <a:pos x="133" y="55"/>
                </a:cxn>
                <a:cxn ang="0">
                  <a:pos x="133" y="55"/>
                </a:cxn>
                <a:cxn ang="0">
                  <a:pos x="130" y="56"/>
                </a:cxn>
                <a:cxn ang="0">
                  <a:pos x="124" y="58"/>
                </a:cxn>
                <a:cxn ang="0">
                  <a:pos x="104" y="63"/>
                </a:cxn>
                <a:cxn ang="0">
                  <a:pos x="90" y="63"/>
                </a:cxn>
                <a:cxn ang="0">
                  <a:pos x="84" y="61"/>
                </a:cxn>
                <a:cxn ang="0">
                  <a:pos x="84" y="67"/>
                </a:cxn>
                <a:cxn ang="0">
                  <a:pos x="79" y="72"/>
                </a:cxn>
                <a:cxn ang="0">
                  <a:pos x="78" y="67"/>
                </a:cxn>
                <a:cxn ang="0">
                  <a:pos x="75" y="63"/>
                </a:cxn>
                <a:cxn ang="0">
                  <a:pos x="55" y="70"/>
                </a:cxn>
                <a:cxn ang="0">
                  <a:pos x="35" y="67"/>
                </a:cxn>
                <a:cxn ang="0">
                  <a:pos x="24" y="64"/>
                </a:cxn>
                <a:cxn ang="0">
                  <a:pos x="15" y="63"/>
                </a:cxn>
                <a:cxn ang="0">
                  <a:pos x="15" y="60"/>
                </a:cxn>
                <a:cxn ang="0">
                  <a:pos x="11" y="56"/>
                </a:cxn>
                <a:cxn ang="0">
                  <a:pos x="9" y="50"/>
                </a:cxn>
                <a:cxn ang="0">
                  <a:pos x="3" y="46"/>
                </a:cxn>
                <a:cxn ang="0">
                  <a:pos x="6" y="42"/>
                </a:cxn>
                <a:cxn ang="0">
                  <a:pos x="5" y="35"/>
                </a:cxn>
                <a:cxn ang="0">
                  <a:pos x="0" y="28"/>
                </a:cxn>
                <a:cxn ang="0">
                  <a:pos x="11" y="22"/>
                </a:cxn>
                <a:cxn ang="0">
                  <a:pos x="15" y="21"/>
                </a:cxn>
                <a:cxn ang="0">
                  <a:pos x="26" y="19"/>
                </a:cxn>
                <a:cxn ang="0">
                  <a:pos x="24" y="14"/>
                </a:cxn>
                <a:cxn ang="0">
                  <a:pos x="37" y="13"/>
                </a:cxn>
                <a:cxn ang="0">
                  <a:pos x="55" y="5"/>
                </a:cxn>
                <a:cxn ang="0">
                  <a:pos x="76" y="7"/>
                </a:cxn>
                <a:cxn ang="0">
                  <a:pos x="89" y="14"/>
                </a:cxn>
                <a:cxn ang="0">
                  <a:pos x="108" y="14"/>
                </a:cxn>
                <a:cxn ang="0">
                  <a:pos x="127" y="10"/>
                </a:cxn>
                <a:cxn ang="0">
                  <a:pos x="131" y="8"/>
                </a:cxn>
                <a:cxn ang="0">
                  <a:pos x="136" y="11"/>
                </a:cxn>
                <a:cxn ang="0">
                  <a:pos x="139" y="13"/>
                </a:cxn>
              </a:cxnLst>
              <a:rect l="0" t="0" r="r" b="b"/>
              <a:pathLst>
                <a:path w="148" h="72">
                  <a:moveTo>
                    <a:pt x="139" y="14"/>
                  </a:moveTo>
                  <a:cubicBezTo>
                    <a:pt x="139" y="14"/>
                    <a:pt x="139" y="14"/>
                    <a:pt x="139" y="14"/>
                  </a:cubicBezTo>
                  <a:cubicBezTo>
                    <a:pt x="139" y="14"/>
                    <a:pt x="137" y="14"/>
                    <a:pt x="139" y="14"/>
                  </a:cubicBezTo>
                  <a:cubicBezTo>
                    <a:pt x="139" y="16"/>
                    <a:pt x="140" y="18"/>
                    <a:pt x="140" y="19"/>
                  </a:cubicBezTo>
                  <a:cubicBezTo>
                    <a:pt x="140" y="21"/>
                    <a:pt x="139" y="21"/>
                    <a:pt x="139" y="22"/>
                  </a:cubicBezTo>
                  <a:cubicBezTo>
                    <a:pt x="139" y="24"/>
                    <a:pt x="140" y="24"/>
                    <a:pt x="140" y="24"/>
                  </a:cubicBezTo>
                  <a:cubicBezTo>
                    <a:pt x="140" y="25"/>
                    <a:pt x="139" y="25"/>
                    <a:pt x="139" y="25"/>
                  </a:cubicBezTo>
                  <a:cubicBezTo>
                    <a:pt x="142" y="27"/>
                    <a:pt x="145" y="25"/>
                    <a:pt x="146" y="27"/>
                  </a:cubicBezTo>
                  <a:cubicBezTo>
                    <a:pt x="148" y="28"/>
                    <a:pt x="148" y="28"/>
                    <a:pt x="148" y="30"/>
                  </a:cubicBezTo>
                  <a:cubicBezTo>
                    <a:pt x="148" y="30"/>
                    <a:pt x="148" y="30"/>
                    <a:pt x="148" y="30"/>
                  </a:cubicBezTo>
                  <a:cubicBezTo>
                    <a:pt x="145" y="27"/>
                    <a:pt x="146" y="32"/>
                    <a:pt x="145" y="33"/>
                  </a:cubicBezTo>
                  <a:cubicBezTo>
                    <a:pt x="145" y="33"/>
                    <a:pt x="142" y="32"/>
                    <a:pt x="142" y="33"/>
                  </a:cubicBezTo>
                  <a:cubicBezTo>
                    <a:pt x="142" y="35"/>
                    <a:pt x="143" y="35"/>
                    <a:pt x="143" y="36"/>
                  </a:cubicBezTo>
                  <a:cubicBezTo>
                    <a:pt x="143" y="38"/>
                    <a:pt x="143" y="38"/>
                    <a:pt x="143" y="38"/>
                  </a:cubicBezTo>
                  <a:cubicBezTo>
                    <a:pt x="143" y="38"/>
                    <a:pt x="145" y="38"/>
                    <a:pt x="145" y="39"/>
                  </a:cubicBezTo>
                  <a:cubicBezTo>
                    <a:pt x="145" y="41"/>
                    <a:pt x="145" y="42"/>
                    <a:pt x="145" y="44"/>
                  </a:cubicBezTo>
                  <a:cubicBezTo>
                    <a:pt x="145" y="44"/>
                    <a:pt x="146" y="44"/>
                    <a:pt x="146" y="46"/>
                  </a:cubicBezTo>
                  <a:cubicBezTo>
                    <a:pt x="146" y="47"/>
                    <a:pt x="143" y="47"/>
                    <a:pt x="143" y="49"/>
                  </a:cubicBezTo>
                  <a:cubicBezTo>
                    <a:pt x="143" y="50"/>
                    <a:pt x="148" y="50"/>
                    <a:pt x="146" y="52"/>
                  </a:cubicBezTo>
                  <a:cubicBezTo>
                    <a:pt x="146" y="55"/>
                    <a:pt x="148" y="55"/>
                    <a:pt x="148" y="58"/>
                  </a:cubicBezTo>
                  <a:cubicBezTo>
                    <a:pt x="148" y="58"/>
                    <a:pt x="148" y="58"/>
                    <a:pt x="146" y="58"/>
                  </a:cubicBezTo>
                  <a:cubicBezTo>
                    <a:pt x="145" y="60"/>
                    <a:pt x="145" y="60"/>
                    <a:pt x="145" y="60"/>
                  </a:cubicBezTo>
                  <a:cubicBezTo>
                    <a:pt x="143" y="58"/>
                    <a:pt x="145" y="56"/>
                    <a:pt x="143" y="56"/>
                  </a:cubicBezTo>
                  <a:cubicBezTo>
                    <a:pt x="142" y="55"/>
                    <a:pt x="142" y="58"/>
                    <a:pt x="139" y="56"/>
                  </a:cubicBezTo>
                  <a:cubicBezTo>
                    <a:pt x="137" y="56"/>
                    <a:pt x="137" y="55"/>
                    <a:pt x="136" y="55"/>
                  </a:cubicBezTo>
                  <a:cubicBezTo>
                    <a:pt x="136" y="55"/>
                    <a:pt x="136" y="55"/>
                    <a:pt x="134" y="55"/>
                  </a:cubicBezTo>
                  <a:cubicBezTo>
                    <a:pt x="134" y="56"/>
                    <a:pt x="134" y="56"/>
                    <a:pt x="134" y="56"/>
                  </a:cubicBezTo>
                  <a:cubicBezTo>
                    <a:pt x="134" y="56"/>
                    <a:pt x="134" y="55"/>
                    <a:pt x="133" y="55"/>
                  </a:cubicBezTo>
                  <a:cubicBezTo>
                    <a:pt x="133" y="55"/>
                    <a:pt x="133" y="55"/>
                    <a:pt x="133" y="55"/>
                  </a:cubicBezTo>
                  <a:cubicBezTo>
                    <a:pt x="133" y="55"/>
                    <a:pt x="133" y="55"/>
                    <a:pt x="133" y="55"/>
                  </a:cubicBezTo>
                  <a:cubicBezTo>
                    <a:pt x="131" y="56"/>
                    <a:pt x="131" y="58"/>
                    <a:pt x="130" y="58"/>
                  </a:cubicBezTo>
                  <a:cubicBezTo>
                    <a:pt x="130" y="56"/>
                    <a:pt x="130" y="56"/>
                    <a:pt x="130" y="56"/>
                  </a:cubicBezTo>
                  <a:cubicBezTo>
                    <a:pt x="130" y="56"/>
                    <a:pt x="128" y="55"/>
                    <a:pt x="128" y="56"/>
                  </a:cubicBezTo>
                  <a:cubicBezTo>
                    <a:pt x="127" y="58"/>
                    <a:pt x="125" y="58"/>
                    <a:pt x="124" y="58"/>
                  </a:cubicBezTo>
                  <a:cubicBezTo>
                    <a:pt x="121" y="58"/>
                    <a:pt x="119" y="58"/>
                    <a:pt x="117" y="58"/>
                  </a:cubicBezTo>
                  <a:cubicBezTo>
                    <a:pt x="113" y="60"/>
                    <a:pt x="110" y="63"/>
                    <a:pt x="104" y="63"/>
                  </a:cubicBezTo>
                  <a:cubicBezTo>
                    <a:pt x="101" y="63"/>
                    <a:pt x="101" y="61"/>
                    <a:pt x="98" y="60"/>
                  </a:cubicBezTo>
                  <a:cubicBezTo>
                    <a:pt x="95" y="60"/>
                    <a:pt x="93" y="63"/>
                    <a:pt x="90" y="63"/>
                  </a:cubicBezTo>
                  <a:cubicBezTo>
                    <a:pt x="89" y="63"/>
                    <a:pt x="89" y="63"/>
                    <a:pt x="89" y="63"/>
                  </a:cubicBezTo>
                  <a:cubicBezTo>
                    <a:pt x="87" y="63"/>
                    <a:pt x="84" y="61"/>
                    <a:pt x="84" y="61"/>
                  </a:cubicBezTo>
                  <a:cubicBezTo>
                    <a:pt x="84" y="61"/>
                    <a:pt x="82" y="64"/>
                    <a:pt x="84" y="66"/>
                  </a:cubicBezTo>
                  <a:cubicBezTo>
                    <a:pt x="84" y="67"/>
                    <a:pt x="84" y="67"/>
                    <a:pt x="84" y="67"/>
                  </a:cubicBezTo>
                  <a:cubicBezTo>
                    <a:pt x="82" y="67"/>
                    <a:pt x="82" y="67"/>
                    <a:pt x="82" y="67"/>
                  </a:cubicBezTo>
                  <a:cubicBezTo>
                    <a:pt x="81" y="67"/>
                    <a:pt x="81" y="72"/>
                    <a:pt x="79" y="72"/>
                  </a:cubicBezTo>
                  <a:cubicBezTo>
                    <a:pt x="79" y="72"/>
                    <a:pt x="79" y="70"/>
                    <a:pt x="78" y="70"/>
                  </a:cubicBezTo>
                  <a:cubicBezTo>
                    <a:pt x="79" y="69"/>
                    <a:pt x="78" y="69"/>
                    <a:pt x="78" y="67"/>
                  </a:cubicBezTo>
                  <a:cubicBezTo>
                    <a:pt x="76" y="66"/>
                    <a:pt x="81" y="64"/>
                    <a:pt x="81" y="61"/>
                  </a:cubicBezTo>
                  <a:cubicBezTo>
                    <a:pt x="79" y="60"/>
                    <a:pt x="79" y="60"/>
                    <a:pt x="75" y="63"/>
                  </a:cubicBezTo>
                  <a:cubicBezTo>
                    <a:pt x="72" y="67"/>
                    <a:pt x="72" y="56"/>
                    <a:pt x="64" y="64"/>
                  </a:cubicBezTo>
                  <a:cubicBezTo>
                    <a:pt x="60" y="70"/>
                    <a:pt x="60" y="67"/>
                    <a:pt x="55" y="70"/>
                  </a:cubicBezTo>
                  <a:cubicBezTo>
                    <a:pt x="50" y="72"/>
                    <a:pt x="50" y="64"/>
                    <a:pt x="41" y="61"/>
                  </a:cubicBezTo>
                  <a:cubicBezTo>
                    <a:pt x="32" y="58"/>
                    <a:pt x="37" y="66"/>
                    <a:pt x="35" y="67"/>
                  </a:cubicBezTo>
                  <a:cubicBezTo>
                    <a:pt x="34" y="69"/>
                    <a:pt x="34" y="66"/>
                    <a:pt x="31" y="69"/>
                  </a:cubicBezTo>
                  <a:cubicBezTo>
                    <a:pt x="29" y="70"/>
                    <a:pt x="24" y="67"/>
                    <a:pt x="24" y="64"/>
                  </a:cubicBezTo>
                  <a:cubicBezTo>
                    <a:pt x="23" y="60"/>
                    <a:pt x="23" y="64"/>
                    <a:pt x="20" y="63"/>
                  </a:cubicBezTo>
                  <a:cubicBezTo>
                    <a:pt x="18" y="60"/>
                    <a:pt x="15" y="66"/>
                    <a:pt x="15" y="63"/>
                  </a:cubicBezTo>
                  <a:cubicBezTo>
                    <a:pt x="15" y="61"/>
                    <a:pt x="11" y="64"/>
                    <a:pt x="11" y="63"/>
                  </a:cubicBezTo>
                  <a:cubicBezTo>
                    <a:pt x="9" y="61"/>
                    <a:pt x="14" y="63"/>
                    <a:pt x="15" y="60"/>
                  </a:cubicBezTo>
                  <a:cubicBezTo>
                    <a:pt x="17" y="58"/>
                    <a:pt x="11" y="61"/>
                    <a:pt x="9" y="60"/>
                  </a:cubicBezTo>
                  <a:cubicBezTo>
                    <a:pt x="8" y="56"/>
                    <a:pt x="12" y="60"/>
                    <a:pt x="11" y="56"/>
                  </a:cubicBezTo>
                  <a:cubicBezTo>
                    <a:pt x="11" y="55"/>
                    <a:pt x="9" y="56"/>
                    <a:pt x="9" y="55"/>
                  </a:cubicBezTo>
                  <a:cubicBezTo>
                    <a:pt x="9" y="52"/>
                    <a:pt x="8" y="53"/>
                    <a:pt x="9" y="50"/>
                  </a:cubicBezTo>
                  <a:cubicBezTo>
                    <a:pt x="11" y="47"/>
                    <a:pt x="8" y="49"/>
                    <a:pt x="6" y="47"/>
                  </a:cubicBezTo>
                  <a:cubicBezTo>
                    <a:pt x="5" y="46"/>
                    <a:pt x="5" y="49"/>
                    <a:pt x="3" y="46"/>
                  </a:cubicBezTo>
                  <a:cubicBezTo>
                    <a:pt x="2" y="44"/>
                    <a:pt x="3" y="39"/>
                    <a:pt x="5" y="42"/>
                  </a:cubicBezTo>
                  <a:cubicBezTo>
                    <a:pt x="5" y="47"/>
                    <a:pt x="9" y="44"/>
                    <a:pt x="6" y="42"/>
                  </a:cubicBezTo>
                  <a:cubicBezTo>
                    <a:pt x="3" y="41"/>
                    <a:pt x="9" y="39"/>
                    <a:pt x="6" y="38"/>
                  </a:cubicBezTo>
                  <a:cubicBezTo>
                    <a:pt x="5" y="38"/>
                    <a:pt x="8" y="36"/>
                    <a:pt x="5" y="35"/>
                  </a:cubicBezTo>
                  <a:cubicBezTo>
                    <a:pt x="3" y="33"/>
                    <a:pt x="9" y="30"/>
                    <a:pt x="5" y="32"/>
                  </a:cubicBezTo>
                  <a:cubicBezTo>
                    <a:pt x="0" y="33"/>
                    <a:pt x="0" y="33"/>
                    <a:pt x="0" y="28"/>
                  </a:cubicBezTo>
                  <a:cubicBezTo>
                    <a:pt x="2" y="25"/>
                    <a:pt x="2" y="27"/>
                    <a:pt x="3" y="25"/>
                  </a:cubicBezTo>
                  <a:cubicBezTo>
                    <a:pt x="6" y="21"/>
                    <a:pt x="9" y="21"/>
                    <a:pt x="11" y="22"/>
                  </a:cubicBezTo>
                  <a:cubicBezTo>
                    <a:pt x="11" y="24"/>
                    <a:pt x="14" y="24"/>
                    <a:pt x="12" y="22"/>
                  </a:cubicBezTo>
                  <a:cubicBezTo>
                    <a:pt x="11" y="21"/>
                    <a:pt x="17" y="19"/>
                    <a:pt x="15" y="21"/>
                  </a:cubicBezTo>
                  <a:cubicBezTo>
                    <a:pt x="15" y="22"/>
                    <a:pt x="23" y="22"/>
                    <a:pt x="23" y="22"/>
                  </a:cubicBezTo>
                  <a:cubicBezTo>
                    <a:pt x="24" y="21"/>
                    <a:pt x="17" y="21"/>
                    <a:pt x="26" y="19"/>
                  </a:cubicBezTo>
                  <a:cubicBezTo>
                    <a:pt x="34" y="18"/>
                    <a:pt x="28" y="19"/>
                    <a:pt x="26" y="18"/>
                  </a:cubicBezTo>
                  <a:cubicBezTo>
                    <a:pt x="24" y="16"/>
                    <a:pt x="23" y="16"/>
                    <a:pt x="24" y="14"/>
                  </a:cubicBezTo>
                  <a:cubicBezTo>
                    <a:pt x="24" y="13"/>
                    <a:pt x="24" y="13"/>
                    <a:pt x="29" y="13"/>
                  </a:cubicBezTo>
                  <a:cubicBezTo>
                    <a:pt x="32" y="14"/>
                    <a:pt x="32" y="11"/>
                    <a:pt x="37" y="13"/>
                  </a:cubicBezTo>
                  <a:cubicBezTo>
                    <a:pt x="40" y="14"/>
                    <a:pt x="41" y="14"/>
                    <a:pt x="43" y="13"/>
                  </a:cubicBezTo>
                  <a:cubicBezTo>
                    <a:pt x="43" y="11"/>
                    <a:pt x="46" y="8"/>
                    <a:pt x="55" y="5"/>
                  </a:cubicBezTo>
                  <a:cubicBezTo>
                    <a:pt x="63" y="2"/>
                    <a:pt x="66" y="7"/>
                    <a:pt x="70" y="4"/>
                  </a:cubicBezTo>
                  <a:cubicBezTo>
                    <a:pt x="75" y="0"/>
                    <a:pt x="70" y="10"/>
                    <a:pt x="76" y="7"/>
                  </a:cubicBezTo>
                  <a:cubicBezTo>
                    <a:pt x="82" y="5"/>
                    <a:pt x="79" y="13"/>
                    <a:pt x="84" y="11"/>
                  </a:cubicBezTo>
                  <a:cubicBezTo>
                    <a:pt x="87" y="10"/>
                    <a:pt x="84" y="11"/>
                    <a:pt x="89" y="14"/>
                  </a:cubicBezTo>
                  <a:cubicBezTo>
                    <a:pt x="93" y="16"/>
                    <a:pt x="90" y="11"/>
                    <a:pt x="95" y="14"/>
                  </a:cubicBezTo>
                  <a:cubicBezTo>
                    <a:pt x="98" y="19"/>
                    <a:pt x="104" y="11"/>
                    <a:pt x="108" y="14"/>
                  </a:cubicBezTo>
                  <a:cubicBezTo>
                    <a:pt x="113" y="19"/>
                    <a:pt x="122" y="11"/>
                    <a:pt x="122" y="10"/>
                  </a:cubicBezTo>
                  <a:cubicBezTo>
                    <a:pt x="125" y="11"/>
                    <a:pt x="124" y="10"/>
                    <a:pt x="127" y="10"/>
                  </a:cubicBezTo>
                  <a:cubicBezTo>
                    <a:pt x="127" y="10"/>
                    <a:pt x="130" y="11"/>
                    <a:pt x="130" y="10"/>
                  </a:cubicBezTo>
                  <a:cubicBezTo>
                    <a:pt x="131" y="8"/>
                    <a:pt x="131" y="8"/>
                    <a:pt x="131" y="8"/>
                  </a:cubicBezTo>
                  <a:cubicBezTo>
                    <a:pt x="131" y="8"/>
                    <a:pt x="133" y="8"/>
                    <a:pt x="136" y="11"/>
                  </a:cubicBezTo>
                  <a:cubicBezTo>
                    <a:pt x="136" y="11"/>
                    <a:pt x="136" y="11"/>
                    <a:pt x="136" y="11"/>
                  </a:cubicBezTo>
                  <a:cubicBezTo>
                    <a:pt x="136" y="13"/>
                    <a:pt x="136" y="13"/>
                    <a:pt x="136" y="13"/>
                  </a:cubicBezTo>
                  <a:cubicBezTo>
                    <a:pt x="137" y="14"/>
                    <a:pt x="137" y="13"/>
                    <a:pt x="139" y="13"/>
                  </a:cubicBezTo>
                  <a:cubicBezTo>
                    <a:pt x="139" y="14"/>
                    <a:pt x="139" y="14"/>
                    <a:pt x="139" y="1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94" name="Freeform 77">
              <a:extLst>
                <a:ext uri="{FF2B5EF4-FFF2-40B4-BE49-F238E27FC236}">
                  <a16:creationId xmlns:a16="http://schemas.microsoft.com/office/drawing/2014/main" id="{F7A300BE-EA88-FF4C-5283-F8743D267FE1}"/>
                </a:ext>
              </a:extLst>
            </p:cNvPr>
            <p:cNvSpPr>
              <a:spLocks/>
            </p:cNvSpPr>
            <p:nvPr/>
          </p:nvSpPr>
          <p:spPr bwMode="auto">
            <a:xfrm>
              <a:off x="2611622" y="3595948"/>
              <a:ext cx="511906" cy="524615"/>
            </a:xfrm>
            <a:custGeom>
              <a:avLst/>
              <a:gdLst/>
              <a:ahLst/>
              <a:cxnLst>
                <a:cxn ang="0">
                  <a:pos x="125" y="141"/>
                </a:cxn>
                <a:cxn ang="0">
                  <a:pos x="107" y="151"/>
                </a:cxn>
                <a:cxn ang="0">
                  <a:pos x="92" y="162"/>
                </a:cxn>
                <a:cxn ang="0">
                  <a:pos x="75" y="153"/>
                </a:cxn>
                <a:cxn ang="0">
                  <a:pos x="74" y="153"/>
                </a:cxn>
                <a:cxn ang="0">
                  <a:pos x="72" y="153"/>
                </a:cxn>
                <a:cxn ang="0">
                  <a:pos x="68" y="153"/>
                </a:cxn>
                <a:cxn ang="0">
                  <a:pos x="68" y="158"/>
                </a:cxn>
                <a:cxn ang="0">
                  <a:pos x="65" y="162"/>
                </a:cxn>
                <a:cxn ang="0">
                  <a:pos x="54" y="144"/>
                </a:cxn>
                <a:cxn ang="0">
                  <a:pos x="50" y="133"/>
                </a:cxn>
                <a:cxn ang="0">
                  <a:pos x="36" y="117"/>
                </a:cxn>
                <a:cxn ang="0">
                  <a:pos x="34" y="100"/>
                </a:cxn>
                <a:cxn ang="0">
                  <a:pos x="21" y="77"/>
                </a:cxn>
                <a:cxn ang="0">
                  <a:pos x="15" y="64"/>
                </a:cxn>
                <a:cxn ang="0">
                  <a:pos x="1" y="41"/>
                </a:cxn>
                <a:cxn ang="0">
                  <a:pos x="12" y="32"/>
                </a:cxn>
                <a:cxn ang="0">
                  <a:pos x="24" y="24"/>
                </a:cxn>
                <a:cxn ang="0">
                  <a:pos x="27" y="18"/>
                </a:cxn>
                <a:cxn ang="0">
                  <a:pos x="24" y="7"/>
                </a:cxn>
                <a:cxn ang="0">
                  <a:pos x="47" y="4"/>
                </a:cxn>
                <a:cxn ang="0">
                  <a:pos x="59" y="11"/>
                </a:cxn>
                <a:cxn ang="0">
                  <a:pos x="80" y="32"/>
                </a:cxn>
                <a:cxn ang="0">
                  <a:pos x="101" y="35"/>
                </a:cxn>
                <a:cxn ang="0">
                  <a:pos x="109" y="39"/>
                </a:cxn>
                <a:cxn ang="0">
                  <a:pos x="116" y="50"/>
                </a:cxn>
                <a:cxn ang="0">
                  <a:pos x="122" y="60"/>
                </a:cxn>
                <a:cxn ang="0">
                  <a:pos x="124" y="71"/>
                </a:cxn>
                <a:cxn ang="0">
                  <a:pos x="130" y="80"/>
                </a:cxn>
                <a:cxn ang="0">
                  <a:pos x="136" y="92"/>
                </a:cxn>
                <a:cxn ang="0">
                  <a:pos x="163" y="99"/>
                </a:cxn>
                <a:cxn ang="0">
                  <a:pos x="165" y="113"/>
                </a:cxn>
                <a:cxn ang="0">
                  <a:pos x="150" y="131"/>
                </a:cxn>
              </a:cxnLst>
              <a:rect l="0" t="0" r="r" b="b"/>
              <a:pathLst>
                <a:path w="166" h="170">
                  <a:moveTo>
                    <a:pt x="138" y="136"/>
                  </a:moveTo>
                  <a:cubicBezTo>
                    <a:pt x="133" y="137"/>
                    <a:pt x="130" y="139"/>
                    <a:pt x="125" y="141"/>
                  </a:cubicBezTo>
                  <a:cubicBezTo>
                    <a:pt x="122" y="141"/>
                    <a:pt x="115" y="142"/>
                    <a:pt x="112" y="144"/>
                  </a:cubicBezTo>
                  <a:cubicBezTo>
                    <a:pt x="110" y="145"/>
                    <a:pt x="107" y="150"/>
                    <a:pt x="107" y="151"/>
                  </a:cubicBezTo>
                  <a:cubicBezTo>
                    <a:pt x="103" y="158"/>
                    <a:pt x="97" y="164"/>
                    <a:pt x="92" y="170"/>
                  </a:cubicBezTo>
                  <a:cubicBezTo>
                    <a:pt x="92" y="167"/>
                    <a:pt x="92" y="164"/>
                    <a:pt x="92" y="162"/>
                  </a:cubicBezTo>
                  <a:cubicBezTo>
                    <a:pt x="92" y="161"/>
                    <a:pt x="92" y="159"/>
                    <a:pt x="92" y="159"/>
                  </a:cubicBezTo>
                  <a:cubicBezTo>
                    <a:pt x="92" y="159"/>
                    <a:pt x="77" y="151"/>
                    <a:pt x="75" y="153"/>
                  </a:cubicBezTo>
                  <a:cubicBezTo>
                    <a:pt x="75" y="153"/>
                    <a:pt x="75" y="153"/>
                    <a:pt x="74" y="153"/>
                  </a:cubicBezTo>
                  <a:cubicBezTo>
                    <a:pt x="74" y="153"/>
                    <a:pt x="74" y="153"/>
                    <a:pt x="74" y="153"/>
                  </a:cubicBezTo>
                  <a:cubicBezTo>
                    <a:pt x="74" y="153"/>
                    <a:pt x="74" y="153"/>
                    <a:pt x="74" y="153"/>
                  </a:cubicBezTo>
                  <a:cubicBezTo>
                    <a:pt x="72" y="153"/>
                    <a:pt x="72" y="153"/>
                    <a:pt x="72" y="153"/>
                  </a:cubicBezTo>
                  <a:cubicBezTo>
                    <a:pt x="72" y="153"/>
                    <a:pt x="71" y="151"/>
                    <a:pt x="69" y="151"/>
                  </a:cubicBezTo>
                  <a:cubicBezTo>
                    <a:pt x="68" y="153"/>
                    <a:pt x="68" y="153"/>
                    <a:pt x="68" y="153"/>
                  </a:cubicBezTo>
                  <a:cubicBezTo>
                    <a:pt x="68" y="153"/>
                    <a:pt x="69" y="153"/>
                    <a:pt x="68" y="153"/>
                  </a:cubicBezTo>
                  <a:cubicBezTo>
                    <a:pt x="68" y="155"/>
                    <a:pt x="68" y="156"/>
                    <a:pt x="68" y="158"/>
                  </a:cubicBezTo>
                  <a:cubicBezTo>
                    <a:pt x="68" y="158"/>
                    <a:pt x="68" y="158"/>
                    <a:pt x="68" y="159"/>
                  </a:cubicBezTo>
                  <a:cubicBezTo>
                    <a:pt x="68" y="159"/>
                    <a:pt x="66" y="161"/>
                    <a:pt x="65" y="162"/>
                  </a:cubicBezTo>
                  <a:cubicBezTo>
                    <a:pt x="62" y="151"/>
                    <a:pt x="62" y="159"/>
                    <a:pt x="60" y="155"/>
                  </a:cubicBezTo>
                  <a:cubicBezTo>
                    <a:pt x="60" y="150"/>
                    <a:pt x="54" y="147"/>
                    <a:pt x="54" y="144"/>
                  </a:cubicBezTo>
                  <a:cubicBezTo>
                    <a:pt x="54" y="141"/>
                    <a:pt x="53" y="141"/>
                    <a:pt x="53" y="137"/>
                  </a:cubicBezTo>
                  <a:cubicBezTo>
                    <a:pt x="53" y="134"/>
                    <a:pt x="51" y="136"/>
                    <a:pt x="50" y="133"/>
                  </a:cubicBezTo>
                  <a:cubicBezTo>
                    <a:pt x="48" y="130"/>
                    <a:pt x="47" y="125"/>
                    <a:pt x="44" y="123"/>
                  </a:cubicBezTo>
                  <a:cubicBezTo>
                    <a:pt x="39" y="123"/>
                    <a:pt x="40" y="122"/>
                    <a:pt x="36" y="117"/>
                  </a:cubicBezTo>
                  <a:cubicBezTo>
                    <a:pt x="33" y="111"/>
                    <a:pt x="37" y="114"/>
                    <a:pt x="34" y="109"/>
                  </a:cubicBezTo>
                  <a:cubicBezTo>
                    <a:pt x="33" y="105"/>
                    <a:pt x="37" y="106"/>
                    <a:pt x="34" y="100"/>
                  </a:cubicBezTo>
                  <a:cubicBezTo>
                    <a:pt x="33" y="95"/>
                    <a:pt x="30" y="85"/>
                    <a:pt x="27" y="85"/>
                  </a:cubicBezTo>
                  <a:cubicBezTo>
                    <a:pt x="22" y="83"/>
                    <a:pt x="19" y="78"/>
                    <a:pt x="21" y="77"/>
                  </a:cubicBezTo>
                  <a:cubicBezTo>
                    <a:pt x="22" y="74"/>
                    <a:pt x="21" y="71"/>
                    <a:pt x="18" y="69"/>
                  </a:cubicBezTo>
                  <a:cubicBezTo>
                    <a:pt x="16" y="66"/>
                    <a:pt x="18" y="66"/>
                    <a:pt x="15" y="64"/>
                  </a:cubicBezTo>
                  <a:cubicBezTo>
                    <a:pt x="12" y="60"/>
                    <a:pt x="7" y="44"/>
                    <a:pt x="4" y="44"/>
                  </a:cubicBezTo>
                  <a:cubicBezTo>
                    <a:pt x="0" y="43"/>
                    <a:pt x="0" y="47"/>
                    <a:pt x="1" y="41"/>
                  </a:cubicBezTo>
                  <a:cubicBezTo>
                    <a:pt x="3" y="36"/>
                    <a:pt x="1" y="39"/>
                    <a:pt x="3" y="30"/>
                  </a:cubicBezTo>
                  <a:cubicBezTo>
                    <a:pt x="4" y="30"/>
                    <a:pt x="10" y="32"/>
                    <a:pt x="12" y="32"/>
                  </a:cubicBezTo>
                  <a:cubicBezTo>
                    <a:pt x="15" y="32"/>
                    <a:pt x="15" y="27"/>
                    <a:pt x="18" y="25"/>
                  </a:cubicBezTo>
                  <a:cubicBezTo>
                    <a:pt x="18" y="24"/>
                    <a:pt x="22" y="25"/>
                    <a:pt x="24" y="24"/>
                  </a:cubicBezTo>
                  <a:cubicBezTo>
                    <a:pt x="24" y="22"/>
                    <a:pt x="24" y="21"/>
                    <a:pt x="24" y="21"/>
                  </a:cubicBezTo>
                  <a:cubicBezTo>
                    <a:pt x="25" y="19"/>
                    <a:pt x="27" y="19"/>
                    <a:pt x="27" y="18"/>
                  </a:cubicBezTo>
                  <a:cubicBezTo>
                    <a:pt x="19" y="8"/>
                    <a:pt x="19" y="8"/>
                    <a:pt x="19" y="8"/>
                  </a:cubicBezTo>
                  <a:cubicBezTo>
                    <a:pt x="19" y="7"/>
                    <a:pt x="22" y="7"/>
                    <a:pt x="24" y="7"/>
                  </a:cubicBezTo>
                  <a:cubicBezTo>
                    <a:pt x="25" y="5"/>
                    <a:pt x="34" y="4"/>
                    <a:pt x="36" y="0"/>
                  </a:cubicBezTo>
                  <a:cubicBezTo>
                    <a:pt x="39" y="2"/>
                    <a:pt x="44" y="2"/>
                    <a:pt x="47" y="4"/>
                  </a:cubicBezTo>
                  <a:cubicBezTo>
                    <a:pt x="50" y="4"/>
                    <a:pt x="51" y="7"/>
                    <a:pt x="54" y="10"/>
                  </a:cubicBezTo>
                  <a:cubicBezTo>
                    <a:pt x="56" y="10"/>
                    <a:pt x="57" y="11"/>
                    <a:pt x="59" y="11"/>
                  </a:cubicBezTo>
                  <a:cubicBezTo>
                    <a:pt x="62" y="15"/>
                    <a:pt x="65" y="16"/>
                    <a:pt x="66" y="19"/>
                  </a:cubicBezTo>
                  <a:cubicBezTo>
                    <a:pt x="69" y="21"/>
                    <a:pt x="78" y="32"/>
                    <a:pt x="80" y="32"/>
                  </a:cubicBezTo>
                  <a:cubicBezTo>
                    <a:pt x="81" y="33"/>
                    <a:pt x="94" y="33"/>
                    <a:pt x="95" y="33"/>
                  </a:cubicBezTo>
                  <a:cubicBezTo>
                    <a:pt x="95" y="33"/>
                    <a:pt x="101" y="33"/>
                    <a:pt x="101" y="35"/>
                  </a:cubicBezTo>
                  <a:cubicBezTo>
                    <a:pt x="103" y="35"/>
                    <a:pt x="103" y="38"/>
                    <a:pt x="103" y="38"/>
                  </a:cubicBezTo>
                  <a:cubicBezTo>
                    <a:pt x="104" y="39"/>
                    <a:pt x="109" y="39"/>
                    <a:pt x="109" y="39"/>
                  </a:cubicBezTo>
                  <a:cubicBezTo>
                    <a:pt x="112" y="44"/>
                    <a:pt x="113" y="46"/>
                    <a:pt x="113" y="47"/>
                  </a:cubicBezTo>
                  <a:cubicBezTo>
                    <a:pt x="113" y="49"/>
                    <a:pt x="116" y="47"/>
                    <a:pt x="116" y="50"/>
                  </a:cubicBezTo>
                  <a:cubicBezTo>
                    <a:pt x="116" y="53"/>
                    <a:pt x="122" y="57"/>
                    <a:pt x="122" y="58"/>
                  </a:cubicBezTo>
                  <a:cubicBezTo>
                    <a:pt x="124" y="60"/>
                    <a:pt x="121" y="57"/>
                    <a:pt x="122" y="60"/>
                  </a:cubicBezTo>
                  <a:cubicBezTo>
                    <a:pt x="124" y="63"/>
                    <a:pt x="121" y="64"/>
                    <a:pt x="122" y="67"/>
                  </a:cubicBezTo>
                  <a:cubicBezTo>
                    <a:pt x="124" y="69"/>
                    <a:pt x="122" y="69"/>
                    <a:pt x="124" y="71"/>
                  </a:cubicBezTo>
                  <a:cubicBezTo>
                    <a:pt x="127" y="72"/>
                    <a:pt x="125" y="75"/>
                    <a:pt x="128" y="78"/>
                  </a:cubicBezTo>
                  <a:cubicBezTo>
                    <a:pt x="128" y="80"/>
                    <a:pt x="130" y="80"/>
                    <a:pt x="130" y="80"/>
                  </a:cubicBezTo>
                  <a:cubicBezTo>
                    <a:pt x="130" y="83"/>
                    <a:pt x="130" y="83"/>
                    <a:pt x="133" y="85"/>
                  </a:cubicBezTo>
                  <a:cubicBezTo>
                    <a:pt x="136" y="88"/>
                    <a:pt x="136" y="88"/>
                    <a:pt x="136" y="92"/>
                  </a:cubicBezTo>
                  <a:cubicBezTo>
                    <a:pt x="138" y="95"/>
                    <a:pt x="136" y="95"/>
                    <a:pt x="145" y="97"/>
                  </a:cubicBezTo>
                  <a:cubicBezTo>
                    <a:pt x="154" y="99"/>
                    <a:pt x="162" y="103"/>
                    <a:pt x="163" y="99"/>
                  </a:cubicBezTo>
                  <a:cubicBezTo>
                    <a:pt x="163" y="100"/>
                    <a:pt x="166" y="105"/>
                    <a:pt x="166" y="106"/>
                  </a:cubicBezTo>
                  <a:cubicBezTo>
                    <a:pt x="166" y="108"/>
                    <a:pt x="165" y="111"/>
                    <a:pt x="165" y="113"/>
                  </a:cubicBezTo>
                  <a:cubicBezTo>
                    <a:pt x="165" y="114"/>
                    <a:pt x="162" y="125"/>
                    <a:pt x="162" y="127"/>
                  </a:cubicBezTo>
                  <a:cubicBezTo>
                    <a:pt x="160" y="128"/>
                    <a:pt x="153" y="130"/>
                    <a:pt x="150" y="131"/>
                  </a:cubicBezTo>
                  <a:cubicBezTo>
                    <a:pt x="145" y="133"/>
                    <a:pt x="142" y="134"/>
                    <a:pt x="138" y="13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95" name="Freeform 78">
              <a:extLst>
                <a:ext uri="{FF2B5EF4-FFF2-40B4-BE49-F238E27FC236}">
                  <a16:creationId xmlns:a16="http://schemas.microsoft.com/office/drawing/2014/main" id="{219DEBEE-A5A8-1AF0-FBC3-293E9FE932E9}"/>
                </a:ext>
              </a:extLst>
            </p:cNvPr>
            <p:cNvSpPr>
              <a:spLocks/>
            </p:cNvSpPr>
            <p:nvPr/>
          </p:nvSpPr>
          <p:spPr bwMode="auto">
            <a:xfrm>
              <a:off x="2710188" y="3425846"/>
              <a:ext cx="240055" cy="275026"/>
            </a:xfrm>
            <a:custGeom>
              <a:avLst/>
              <a:gdLst/>
              <a:ahLst/>
              <a:cxnLst>
                <a:cxn ang="0">
                  <a:pos x="48" y="3"/>
                </a:cxn>
                <a:cxn ang="0">
                  <a:pos x="52" y="14"/>
                </a:cxn>
                <a:cxn ang="0">
                  <a:pos x="61" y="17"/>
                </a:cxn>
                <a:cxn ang="0">
                  <a:pos x="58" y="22"/>
                </a:cxn>
                <a:cxn ang="0">
                  <a:pos x="54" y="34"/>
                </a:cxn>
                <a:cxn ang="0">
                  <a:pos x="60" y="45"/>
                </a:cxn>
                <a:cxn ang="0">
                  <a:pos x="70" y="56"/>
                </a:cxn>
                <a:cxn ang="0">
                  <a:pos x="72" y="68"/>
                </a:cxn>
                <a:cxn ang="0">
                  <a:pos x="75" y="75"/>
                </a:cxn>
                <a:cxn ang="0">
                  <a:pos x="78" y="79"/>
                </a:cxn>
                <a:cxn ang="0">
                  <a:pos x="73" y="79"/>
                </a:cxn>
                <a:cxn ang="0">
                  <a:pos x="67" y="79"/>
                </a:cxn>
                <a:cxn ang="0">
                  <a:pos x="63" y="89"/>
                </a:cxn>
                <a:cxn ang="0">
                  <a:pos x="48" y="87"/>
                </a:cxn>
                <a:cxn ang="0">
                  <a:pos x="34" y="75"/>
                </a:cxn>
                <a:cxn ang="0">
                  <a:pos x="26" y="67"/>
                </a:cxn>
                <a:cxn ang="0">
                  <a:pos x="22" y="65"/>
                </a:cxn>
                <a:cxn ang="0">
                  <a:pos x="14" y="59"/>
                </a:cxn>
                <a:cxn ang="0">
                  <a:pos x="3" y="56"/>
                </a:cxn>
                <a:cxn ang="0">
                  <a:pos x="5" y="56"/>
                </a:cxn>
                <a:cxn ang="0">
                  <a:pos x="2" y="54"/>
                </a:cxn>
                <a:cxn ang="0">
                  <a:pos x="2" y="53"/>
                </a:cxn>
                <a:cxn ang="0">
                  <a:pos x="3" y="53"/>
                </a:cxn>
                <a:cxn ang="0">
                  <a:pos x="3" y="51"/>
                </a:cxn>
                <a:cxn ang="0">
                  <a:pos x="0" y="43"/>
                </a:cxn>
                <a:cxn ang="0">
                  <a:pos x="11" y="37"/>
                </a:cxn>
                <a:cxn ang="0">
                  <a:pos x="19" y="33"/>
                </a:cxn>
                <a:cxn ang="0">
                  <a:pos x="20" y="28"/>
                </a:cxn>
                <a:cxn ang="0">
                  <a:pos x="20" y="28"/>
                </a:cxn>
                <a:cxn ang="0">
                  <a:pos x="20" y="26"/>
                </a:cxn>
                <a:cxn ang="0">
                  <a:pos x="20" y="23"/>
                </a:cxn>
                <a:cxn ang="0">
                  <a:pos x="22" y="17"/>
                </a:cxn>
                <a:cxn ang="0">
                  <a:pos x="20" y="11"/>
                </a:cxn>
                <a:cxn ang="0">
                  <a:pos x="25" y="9"/>
                </a:cxn>
                <a:cxn ang="0">
                  <a:pos x="29" y="3"/>
                </a:cxn>
                <a:cxn ang="0">
                  <a:pos x="32" y="0"/>
                </a:cxn>
                <a:cxn ang="0">
                  <a:pos x="32" y="0"/>
                </a:cxn>
                <a:cxn ang="0">
                  <a:pos x="32" y="0"/>
                </a:cxn>
                <a:cxn ang="0">
                  <a:pos x="34" y="2"/>
                </a:cxn>
                <a:cxn ang="0">
                  <a:pos x="34" y="0"/>
                </a:cxn>
                <a:cxn ang="0">
                  <a:pos x="35" y="0"/>
                </a:cxn>
                <a:cxn ang="0">
                  <a:pos x="38" y="2"/>
                </a:cxn>
                <a:cxn ang="0">
                  <a:pos x="43" y="2"/>
                </a:cxn>
                <a:cxn ang="0">
                  <a:pos x="44" y="5"/>
                </a:cxn>
                <a:cxn ang="0">
                  <a:pos x="46" y="3"/>
                </a:cxn>
                <a:cxn ang="0">
                  <a:pos x="48" y="3"/>
                </a:cxn>
              </a:cxnLst>
              <a:rect l="0" t="0" r="r" b="b"/>
              <a:pathLst>
                <a:path w="78" h="89">
                  <a:moveTo>
                    <a:pt x="48" y="3"/>
                  </a:moveTo>
                  <a:cubicBezTo>
                    <a:pt x="49" y="8"/>
                    <a:pt x="52" y="11"/>
                    <a:pt x="52" y="14"/>
                  </a:cubicBezTo>
                  <a:cubicBezTo>
                    <a:pt x="52" y="17"/>
                    <a:pt x="60" y="16"/>
                    <a:pt x="61" y="17"/>
                  </a:cubicBezTo>
                  <a:cubicBezTo>
                    <a:pt x="61" y="19"/>
                    <a:pt x="57" y="17"/>
                    <a:pt x="58" y="22"/>
                  </a:cubicBezTo>
                  <a:cubicBezTo>
                    <a:pt x="61" y="26"/>
                    <a:pt x="54" y="28"/>
                    <a:pt x="54" y="34"/>
                  </a:cubicBezTo>
                  <a:cubicBezTo>
                    <a:pt x="52" y="40"/>
                    <a:pt x="58" y="39"/>
                    <a:pt x="60" y="45"/>
                  </a:cubicBezTo>
                  <a:cubicBezTo>
                    <a:pt x="60" y="50"/>
                    <a:pt x="67" y="51"/>
                    <a:pt x="70" y="56"/>
                  </a:cubicBezTo>
                  <a:cubicBezTo>
                    <a:pt x="73" y="62"/>
                    <a:pt x="70" y="65"/>
                    <a:pt x="72" y="68"/>
                  </a:cubicBezTo>
                  <a:cubicBezTo>
                    <a:pt x="73" y="71"/>
                    <a:pt x="73" y="75"/>
                    <a:pt x="75" y="75"/>
                  </a:cubicBezTo>
                  <a:cubicBezTo>
                    <a:pt x="76" y="76"/>
                    <a:pt x="78" y="76"/>
                    <a:pt x="78" y="79"/>
                  </a:cubicBezTo>
                  <a:cubicBezTo>
                    <a:pt x="76" y="81"/>
                    <a:pt x="72" y="76"/>
                    <a:pt x="73" y="79"/>
                  </a:cubicBezTo>
                  <a:cubicBezTo>
                    <a:pt x="72" y="79"/>
                    <a:pt x="69" y="78"/>
                    <a:pt x="67" y="79"/>
                  </a:cubicBezTo>
                  <a:cubicBezTo>
                    <a:pt x="66" y="81"/>
                    <a:pt x="64" y="87"/>
                    <a:pt x="63" y="89"/>
                  </a:cubicBezTo>
                  <a:cubicBezTo>
                    <a:pt x="61" y="89"/>
                    <a:pt x="49" y="89"/>
                    <a:pt x="48" y="87"/>
                  </a:cubicBezTo>
                  <a:cubicBezTo>
                    <a:pt x="46" y="87"/>
                    <a:pt x="37" y="76"/>
                    <a:pt x="34" y="75"/>
                  </a:cubicBezTo>
                  <a:cubicBezTo>
                    <a:pt x="32" y="71"/>
                    <a:pt x="29" y="70"/>
                    <a:pt x="26" y="67"/>
                  </a:cubicBezTo>
                  <a:cubicBezTo>
                    <a:pt x="25" y="67"/>
                    <a:pt x="23" y="65"/>
                    <a:pt x="22" y="65"/>
                  </a:cubicBezTo>
                  <a:cubicBezTo>
                    <a:pt x="19" y="62"/>
                    <a:pt x="17" y="59"/>
                    <a:pt x="14" y="59"/>
                  </a:cubicBezTo>
                  <a:cubicBezTo>
                    <a:pt x="11" y="57"/>
                    <a:pt x="7" y="57"/>
                    <a:pt x="3" y="56"/>
                  </a:cubicBezTo>
                  <a:cubicBezTo>
                    <a:pt x="5" y="56"/>
                    <a:pt x="5" y="56"/>
                    <a:pt x="5" y="56"/>
                  </a:cubicBezTo>
                  <a:cubicBezTo>
                    <a:pt x="5" y="53"/>
                    <a:pt x="3" y="54"/>
                    <a:pt x="2" y="54"/>
                  </a:cubicBezTo>
                  <a:cubicBezTo>
                    <a:pt x="2" y="53"/>
                    <a:pt x="2" y="53"/>
                    <a:pt x="2" y="53"/>
                  </a:cubicBezTo>
                  <a:cubicBezTo>
                    <a:pt x="3" y="53"/>
                    <a:pt x="3" y="53"/>
                    <a:pt x="3" y="53"/>
                  </a:cubicBezTo>
                  <a:cubicBezTo>
                    <a:pt x="3" y="53"/>
                    <a:pt x="3" y="53"/>
                    <a:pt x="3" y="51"/>
                  </a:cubicBezTo>
                  <a:cubicBezTo>
                    <a:pt x="2" y="50"/>
                    <a:pt x="2" y="47"/>
                    <a:pt x="0" y="43"/>
                  </a:cubicBezTo>
                  <a:cubicBezTo>
                    <a:pt x="3" y="40"/>
                    <a:pt x="8" y="39"/>
                    <a:pt x="11" y="37"/>
                  </a:cubicBezTo>
                  <a:cubicBezTo>
                    <a:pt x="13" y="36"/>
                    <a:pt x="16" y="34"/>
                    <a:pt x="19" y="33"/>
                  </a:cubicBezTo>
                  <a:cubicBezTo>
                    <a:pt x="19" y="31"/>
                    <a:pt x="20" y="30"/>
                    <a:pt x="20" y="28"/>
                  </a:cubicBezTo>
                  <a:cubicBezTo>
                    <a:pt x="20" y="28"/>
                    <a:pt x="20" y="28"/>
                    <a:pt x="20" y="28"/>
                  </a:cubicBezTo>
                  <a:cubicBezTo>
                    <a:pt x="20" y="28"/>
                    <a:pt x="20" y="28"/>
                    <a:pt x="20" y="26"/>
                  </a:cubicBezTo>
                  <a:cubicBezTo>
                    <a:pt x="20" y="26"/>
                    <a:pt x="20" y="25"/>
                    <a:pt x="20" y="23"/>
                  </a:cubicBezTo>
                  <a:cubicBezTo>
                    <a:pt x="20" y="22"/>
                    <a:pt x="22" y="19"/>
                    <a:pt x="22" y="17"/>
                  </a:cubicBezTo>
                  <a:cubicBezTo>
                    <a:pt x="20" y="16"/>
                    <a:pt x="20" y="14"/>
                    <a:pt x="20" y="11"/>
                  </a:cubicBezTo>
                  <a:cubicBezTo>
                    <a:pt x="22" y="9"/>
                    <a:pt x="23" y="9"/>
                    <a:pt x="25" y="9"/>
                  </a:cubicBezTo>
                  <a:cubicBezTo>
                    <a:pt x="26" y="8"/>
                    <a:pt x="28" y="5"/>
                    <a:pt x="29" y="3"/>
                  </a:cubicBezTo>
                  <a:cubicBezTo>
                    <a:pt x="31" y="3"/>
                    <a:pt x="31" y="2"/>
                    <a:pt x="32" y="0"/>
                  </a:cubicBezTo>
                  <a:cubicBezTo>
                    <a:pt x="32" y="0"/>
                    <a:pt x="32" y="0"/>
                    <a:pt x="32" y="0"/>
                  </a:cubicBezTo>
                  <a:cubicBezTo>
                    <a:pt x="32" y="0"/>
                    <a:pt x="32" y="0"/>
                    <a:pt x="32" y="0"/>
                  </a:cubicBezTo>
                  <a:cubicBezTo>
                    <a:pt x="34" y="0"/>
                    <a:pt x="34" y="2"/>
                    <a:pt x="34" y="2"/>
                  </a:cubicBezTo>
                  <a:cubicBezTo>
                    <a:pt x="34" y="0"/>
                    <a:pt x="34" y="0"/>
                    <a:pt x="34" y="0"/>
                  </a:cubicBezTo>
                  <a:cubicBezTo>
                    <a:pt x="35" y="0"/>
                    <a:pt x="35" y="0"/>
                    <a:pt x="35" y="0"/>
                  </a:cubicBezTo>
                  <a:cubicBezTo>
                    <a:pt x="37" y="0"/>
                    <a:pt x="37" y="2"/>
                    <a:pt x="38" y="2"/>
                  </a:cubicBezTo>
                  <a:cubicBezTo>
                    <a:pt x="41" y="3"/>
                    <a:pt x="41" y="0"/>
                    <a:pt x="43" y="2"/>
                  </a:cubicBezTo>
                  <a:cubicBezTo>
                    <a:pt x="44" y="2"/>
                    <a:pt x="43" y="3"/>
                    <a:pt x="44" y="5"/>
                  </a:cubicBezTo>
                  <a:cubicBezTo>
                    <a:pt x="46" y="3"/>
                    <a:pt x="46" y="3"/>
                    <a:pt x="46" y="3"/>
                  </a:cubicBezTo>
                  <a:cubicBezTo>
                    <a:pt x="48" y="3"/>
                    <a:pt x="48" y="3"/>
                    <a:pt x="48"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96" name="Freeform 79">
              <a:extLst>
                <a:ext uri="{FF2B5EF4-FFF2-40B4-BE49-F238E27FC236}">
                  <a16:creationId xmlns:a16="http://schemas.microsoft.com/office/drawing/2014/main" id="{01A223C9-2966-1E28-F654-C00A5DADBB87}"/>
                </a:ext>
              </a:extLst>
            </p:cNvPr>
            <p:cNvSpPr>
              <a:spLocks/>
            </p:cNvSpPr>
            <p:nvPr/>
          </p:nvSpPr>
          <p:spPr bwMode="auto">
            <a:xfrm>
              <a:off x="2904140" y="3667487"/>
              <a:ext cx="42923" cy="52461"/>
            </a:xfrm>
            <a:custGeom>
              <a:avLst/>
              <a:gdLst/>
              <a:ahLst/>
              <a:cxnLst>
                <a:cxn ang="0">
                  <a:pos x="14" y="17"/>
                </a:cxn>
                <a:cxn ang="0">
                  <a:pos x="8" y="15"/>
                </a:cxn>
                <a:cxn ang="0">
                  <a:pos x="6" y="12"/>
                </a:cxn>
                <a:cxn ang="0">
                  <a:pos x="0" y="10"/>
                </a:cxn>
                <a:cxn ang="0">
                  <a:pos x="5" y="1"/>
                </a:cxn>
                <a:cxn ang="0">
                  <a:pos x="11" y="1"/>
                </a:cxn>
                <a:cxn ang="0">
                  <a:pos x="9" y="6"/>
                </a:cxn>
                <a:cxn ang="0">
                  <a:pos x="12" y="9"/>
                </a:cxn>
                <a:cxn ang="0">
                  <a:pos x="14" y="17"/>
                </a:cxn>
              </a:cxnLst>
              <a:rect l="0" t="0" r="r" b="b"/>
              <a:pathLst>
                <a:path w="14" h="17">
                  <a:moveTo>
                    <a:pt x="14" y="17"/>
                  </a:moveTo>
                  <a:cubicBezTo>
                    <a:pt x="14" y="17"/>
                    <a:pt x="9" y="17"/>
                    <a:pt x="8" y="15"/>
                  </a:cubicBezTo>
                  <a:cubicBezTo>
                    <a:pt x="8" y="15"/>
                    <a:pt x="8" y="12"/>
                    <a:pt x="6" y="12"/>
                  </a:cubicBezTo>
                  <a:cubicBezTo>
                    <a:pt x="6" y="10"/>
                    <a:pt x="0" y="10"/>
                    <a:pt x="0" y="10"/>
                  </a:cubicBezTo>
                  <a:cubicBezTo>
                    <a:pt x="1" y="9"/>
                    <a:pt x="3" y="3"/>
                    <a:pt x="5" y="1"/>
                  </a:cubicBezTo>
                  <a:cubicBezTo>
                    <a:pt x="6" y="0"/>
                    <a:pt x="9" y="1"/>
                    <a:pt x="11" y="1"/>
                  </a:cubicBezTo>
                  <a:cubicBezTo>
                    <a:pt x="14" y="9"/>
                    <a:pt x="11" y="3"/>
                    <a:pt x="9" y="6"/>
                  </a:cubicBezTo>
                  <a:cubicBezTo>
                    <a:pt x="8" y="9"/>
                    <a:pt x="12" y="6"/>
                    <a:pt x="12" y="9"/>
                  </a:cubicBezTo>
                  <a:cubicBezTo>
                    <a:pt x="12" y="13"/>
                    <a:pt x="14" y="10"/>
                    <a:pt x="14" y="1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97" name="Freeform 80">
              <a:extLst>
                <a:ext uri="{FF2B5EF4-FFF2-40B4-BE49-F238E27FC236}">
                  <a16:creationId xmlns:a16="http://schemas.microsoft.com/office/drawing/2014/main" id="{DF3EFBC6-B065-4821-A37E-767A00279DB3}"/>
                </a:ext>
              </a:extLst>
            </p:cNvPr>
            <p:cNvSpPr>
              <a:spLocks/>
            </p:cNvSpPr>
            <p:nvPr/>
          </p:nvSpPr>
          <p:spPr bwMode="auto">
            <a:xfrm>
              <a:off x="3031322" y="3823282"/>
              <a:ext cx="197132" cy="265487"/>
            </a:xfrm>
            <a:custGeom>
              <a:avLst/>
              <a:gdLst/>
              <a:ahLst/>
              <a:cxnLst>
                <a:cxn ang="0">
                  <a:pos x="1" y="62"/>
                </a:cxn>
                <a:cxn ang="0">
                  <a:pos x="0" y="67"/>
                </a:cxn>
                <a:cxn ang="0">
                  <a:pos x="6" y="78"/>
                </a:cxn>
                <a:cxn ang="0">
                  <a:pos x="8" y="82"/>
                </a:cxn>
                <a:cxn ang="0">
                  <a:pos x="11" y="86"/>
                </a:cxn>
                <a:cxn ang="0">
                  <a:pos x="14" y="86"/>
                </a:cxn>
                <a:cxn ang="0">
                  <a:pos x="23" y="82"/>
                </a:cxn>
                <a:cxn ang="0">
                  <a:pos x="32" y="73"/>
                </a:cxn>
                <a:cxn ang="0">
                  <a:pos x="44" y="64"/>
                </a:cxn>
                <a:cxn ang="0">
                  <a:pos x="47" y="51"/>
                </a:cxn>
                <a:cxn ang="0">
                  <a:pos x="54" y="45"/>
                </a:cxn>
                <a:cxn ang="0">
                  <a:pos x="63" y="34"/>
                </a:cxn>
                <a:cxn ang="0">
                  <a:pos x="61" y="26"/>
                </a:cxn>
                <a:cxn ang="0">
                  <a:pos x="54" y="15"/>
                </a:cxn>
                <a:cxn ang="0">
                  <a:pos x="46" y="14"/>
                </a:cxn>
                <a:cxn ang="0">
                  <a:pos x="37" y="1"/>
                </a:cxn>
                <a:cxn ang="0">
                  <a:pos x="34" y="3"/>
                </a:cxn>
                <a:cxn ang="0">
                  <a:pos x="32" y="6"/>
                </a:cxn>
                <a:cxn ang="0">
                  <a:pos x="32" y="9"/>
                </a:cxn>
                <a:cxn ang="0">
                  <a:pos x="32" y="11"/>
                </a:cxn>
                <a:cxn ang="0">
                  <a:pos x="29" y="12"/>
                </a:cxn>
                <a:cxn ang="0">
                  <a:pos x="29" y="17"/>
                </a:cxn>
                <a:cxn ang="0">
                  <a:pos x="28" y="25"/>
                </a:cxn>
                <a:cxn ang="0">
                  <a:pos x="31" y="32"/>
                </a:cxn>
                <a:cxn ang="0">
                  <a:pos x="29" y="39"/>
                </a:cxn>
                <a:cxn ang="0">
                  <a:pos x="26" y="53"/>
                </a:cxn>
                <a:cxn ang="0">
                  <a:pos x="14" y="57"/>
                </a:cxn>
                <a:cxn ang="0">
                  <a:pos x="1" y="62"/>
                </a:cxn>
              </a:cxnLst>
              <a:rect l="0" t="0" r="r" b="b"/>
              <a:pathLst>
                <a:path w="64" h="86">
                  <a:moveTo>
                    <a:pt x="1" y="62"/>
                  </a:moveTo>
                  <a:cubicBezTo>
                    <a:pt x="1" y="64"/>
                    <a:pt x="0" y="65"/>
                    <a:pt x="0" y="67"/>
                  </a:cubicBezTo>
                  <a:cubicBezTo>
                    <a:pt x="1" y="70"/>
                    <a:pt x="5" y="75"/>
                    <a:pt x="6" y="78"/>
                  </a:cubicBezTo>
                  <a:cubicBezTo>
                    <a:pt x="8" y="79"/>
                    <a:pt x="6" y="79"/>
                    <a:pt x="8" y="82"/>
                  </a:cubicBezTo>
                  <a:cubicBezTo>
                    <a:pt x="8" y="84"/>
                    <a:pt x="9" y="86"/>
                    <a:pt x="11" y="86"/>
                  </a:cubicBezTo>
                  <a:cubicBezTo>
                    <a:pt x="11" y="86"/>
                    <a:pt x="12" y="86"/>
                    <a:pt x="14" y="86"/>
                  </a:cubicBezTo>
                  <a:cubicBezTo>
                    <a:pt x="15" y="86"/>
                    <a:pt x="17" y="82"/>
                    <a:pt x="23" y="82"/>
                  </a:cubicBezTo>
                  <a:cubicBezTo>
                    <a:pt x="29" y="84"/>
                    <a:pt x="26" y="73"/>
                    <a:pt x="32" y="73"/>
                  </a:cubicBezTo>
                  <a:cubicBezTo>
                    <a:pt x="41" y="73"/>
                    <a:pt x="35" y="65"/>
                    <a:pt x="44" y="64"/>
                  </a:cubicBezTo>
                  <a:cubicBezTo>
                    <a:pt x="52" y="62"/>
                    <a:pt x="44" y="61"/>
                    <a:pt x="47" y="51"/>
                  </a:cubicBezTo>
                  <a:cubicBezTo>
                    <a:pt x="52" y="40"/>
                    <a:pt x="50" y="54"/>
                    <a:pt x="54" y="45"/>
                  </a:cubicBezTo>
                  <a:cubicBezTo>
                    <a:pt x="57" y="39"/>
                    <a:pt x="60" y="42"/>
                    <a:pt x="63" y="34"/>
                  </a:cubicBezTo>
                  <a:cubicBezTo>
                    <a:pt x="64" y="28"/>
                    <a:pt x="64" y="28"/>
                    <a:pt x="61" y="26"/>
                  </a:cubicBezTo>
                  <a:cubicBezTo>
                    <a:pt x="60" y="25"/>
                    <a:pt x="57" y="15"/>
                    <a:pt x="54" y="15"/>
                  </a:cubicBezTo>
                  <a:cubicBezTo>
                    <a:pt x="50" y="17"/>
                    <a:pt x="52" y="14"/>
                    <a:pt x="46" y="14"/>
                  </a:cubicBezTo>
                  <a:cubicBezTo>
                    <a:pt x="41" y="14"/>
                    <a:pt x="37" y="6"/>
                    <a:pt x="37" y="1"/>
                  </a:cubicBezTo>
                  <a:cubicBezTo>
                    <a:pt x="34" y="3"/>
                    <a:pt x="35" y="6"/>
                    <a:pt x="34" y="3"/>
                  </a:cubicBezTo>
                  <a:cubicBezTo>
                    <a:pt x="32" y="0"/>
                    <a:pt x="32" y="3"/>
                    <a:pt x="32" y="6"/>
                  </a:cubicBezTo>
                  <a:cubicBezTo>
                    <a:pt x="32" y="9"/>
                    <a:pt x="31" y="9"/>
                    <a:pt x="32" y="9"/>
                  </a:cubicBezTo>
                  <a:cubicBezTo>
                    <a:pt x="34" y="9"/>
                    <a:pt x="35" y="11"/>
                    <a:pt x="32" y="11"/>
                  </a:cubicBezTo>
                  <a:cubicBezTo>
                    <a:pt x="31" y="12"/>
                    <a:pt x="29" y="12"/>
                    <a:pt x="29" y="12"/>
                  </a:cubicBezTo>
                  <a:cubicBezTo>
                    <a:pt x="31" y="14"/>
                    <a:pt x="31" y="12"/>
                    <a:pt x="29" y="17"/>
                  </a:cubicBezTo>
                  <a:cubicBezTo>
                    <a:pt x="26" y="21"/>
                    <a:pt x="28" y="23"/>
                    <a:pt x="28" y="25"/>
                  </a:cubicBezTo>
                  <a:cubicBezTo>
                    <a:pt x="28" y="26"/>
                    <a:pt x="31" y="31"/>
                    <a:pt x="31" y="32"/>
                  </a:cubicBezTo>
                  <a:cubicBezTo>
                    <a:pt x="31" y="34"/>
                    <a:pt x="29" y="37"/>
                    <a:pt x="29" y="39"/>
                  </a:cubicBezTo>
                  <a:cubicBezTo>
                    <a:pt x="29" y="40"/>
                    <a:pt x="26" y="51"/>
                    <a:pt x="26" y="53"/>
                  </a:cubicBezTo>
                  <a:cubicBezTo>
                    <a:pt x="24" y="54"/>
                    <a:pt x="17" y="56"/>
                    <a:pt x="14" y="57"/>
                  </a:cubicBezTo>
                  <a:cubicBezTo>
                    <a:pt x="9" y="59"/>
                    <a:pt x="6" y="61"/>
                    <a:pt x="1" y="6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98" name="Freeform 81">
              <a:extLst>
                <a:ext uri="{FF2B5EF4-FFF2-40B4-BE49-F238E27FC236}">
                  <a16:creationId xmlns:a16="http://schemas.microsoft.com/office/drawing/2014/main" id="{9666F147-DC88-7014-9A01-C5D6110B090D}"/>
                </a:ext>
              </a:extLst>
            </p:cNvPr>
            <p:cNvSpPr>
              <a:spLocks/>
            </p:cNvSpPr>
            <p:nvPr/>
          </p:nvSpPr>
          <p:spPr bwMode="auto">
            <a:xfrm>
              <a:off x="2799215" y="4015640"/>
              <a:ext cx="265492" cy="200307"/>
            </a:xfrm>
            <a:custGeom>
              <a:avLst/>
              <a:gdLst/>
              <a:ahLst/>
              <a:cxnLst>
                <a:cxn ang="0">
                  <a:pos x="77" y="0"/>
                </a:cxn>
                <a:cxn ang="0">
                  <a:pos x="75" y="5"/>
                </a:cxn>
                <a:cxn ang="0">
                  <a:pos x="81" y="16"/>
                </a:cxn>
                <a:cxn ang="0">
                  <a:pos x="83" y="20"/>
                </a:cxn>
                <a:cxn ang="0">
                  <a:pos x="86" y="23"/>
                </a:cxn>
                <a:cxn ang="0">
                  <a:pos x="77" y="36"/>
                </a:cxn>
                <a:cxn ang="0">
                  <a:pos x="69" y="39"/>
                </a:cxn>
                <a:cxn ang="0">
                  <a:pos x="61" y="42"/>
                </a:cxn>
                <a:cxn ang="0">
                  <a:pos x="46" y="50"/>
                </a:cxn>
                <a:cxn ang="0">
                  <a:pos x="31" y="56"/>
                </a:cxn>
                <a:cxn ang="0">
                  <a:pos x="23" y="61"/>
                </a:cxn>
                <a:cxn ang="0">
                  <a:pos x="19" y="62"/>
                </a:cxn>
                <a:cxn ang="0">
                  <a:pos x="16" y="64"/>
                </a:cxn>
                <a:cxn ang="0">
                  <a:pos x="13" y="64"/>
                </a:cxn>
                <a:cxn ang="0">
                  <a:pos x="8" y="62"/>
                </a:cxn>
                <a:cxn ang="0">
                  <a:pos x="7" y="56"/>
                </a:cxn>
                <a:cxn ang="0">
                  <a:pos x="5" y="47"/>
                </a:cxn>
                <a:cxn ang="0">
                  <a:pos x="4" y="40"/>
                </a:cxn>
                <a:cxn ang="0">
                  <a:pos x="2" y="37"/>
                </a:cxn>
                <a:cxn ang="0">
                  <a:pos x="2" y="33"/>
                </a:cxn>
                <a:cxn ang="0">
                  <a:pos x="4" y="26"/>
                </a:cxn>
                <a:cxn ang="0">
                  <a:pos x="7" y="23"/>
                </a:cxn>
                <a:cxn ang="0">
                  <a:pos x="7" y="22"/>
                </a:cxn>
                <a:cxn ang="0">
                  <a:pos x="7" y="17"/>
                </a:cxn>
                <a:cxn ang="0">
                  <a:pos x="7" y="17"/>
                </a:cxn>
                <a:cxn ang="0">
                  <a:pos x="8" y="16"/>
                </a:cxn>
                <a:cxn ang="0">
                  <a:pos x="11" y="17"/>
                </a:cxn>
                <a:cxn ang="0">
                  <a:pos x="13" y="17"/>
                </a:cxn>
                <a:cxn ang="0">
                  <a:pos x="13" y="17"/>
                </a:cxn>
                <a:cxn ang="0">
                  <a:pos x="13" y="17"/>
                </a:cxn>
                <a:cxn ang="0">
                  <a:pos x="14" y="17"/>
                </a:cxn>
                <a:cxn ang="0">
                  <a:pos x="31" y="23"/>
                </a:cxn>
                <a:cxn ang="0">
                  <a:pos x="31" y="26"/>
                </a:cxn>
                <a:cxn ang="0">
                  <a:pos x="31" y="34"/>
                </a:cxn>
                <a:cxn ang="0">
                  <a:pos x="46" y="16"/>
                </a:cxn>
                <a:cxn ang="0">
                  <a:pos x="51" y="8"/>
                </a:cxn>
                <a:cxn ang="0">
                  <a:pos x="65" y="5"/>
                </a:cxn>
                <a:cxn ang="0">
                  <a:pos x="77" y="0"/>
                </a:cxn>
              </a:cxnLst>
              <a:rect l="0" t="0" r="r" b="b"/>
              <a:pathLst>
                <a:path w="86" h="65">
                  <a:moveTo>
                    <a:pt x="77" y="0"/>
                  </a:moveTo>
                  <a:cubicBezTo>
                    <a:pt x="77" y="2"/>
                    <a:pt x="75" y="3"/>
                    <a:pt x="75" y="5"/>
                  </a:cubicBezTo>
                  <a:cubicBezTo>
                    <a:pt x="77" y="8"/>
                    <a:pt x="80" y="12"/>
                    <a:pt x="81" y="16"/>
                  </a:cubicBezTo>
                  <a:cubicBezTo>
                    <a:pt x="83" y="17"/>
                    <a:pt x="81" y="17"/>
                    <a:pt x="83" y="20"/>
                  </a:cubicBezTo>
                  <a:cubicBezTo>
                    <a:pt x="83" y="22"/>
                    <a:pt x="84" y="23"/>
                    <a:pt x="86" y="23"/>
                  </a:cubicBezTo>
                  <a:cubicBezTo>
                    <a:pt x="74" y="30"/>
                    <a:pt x="83" y="34"/>
                    <a:pt x="77" y="36"/>
                  </a:cubicBezTo>
                  <a:cubicBezTo>
                    <a:pt x="74" y="36"/>
                    <a:pt x="77" y="37"/>
                    <a:pt x="69" y="39"/>
                  </a:cubicBezTo>
                  <a:cubicBezTo>
                    <a:pt x="63" y="40"/>
                    <a:pt x="63" y="43"/>
                    <a:pt x="61" y="42"/>
                  </a:cubicBezTo>
                  <a:cubicBezTo>
                    <a:pt x="54" y="42"/>
                    <a:pt x="52" y="53"/>
                    <a:pt x="46" y="50"/>
                  </a:cubicBezTo>
                  <a:cubicBezTo>
                    <a:pt x="42" y="48"/>
                    <a:pt x="40" y="57"/>
                    <a:pt x="31" y="56"/>
                  </a:cubicBezTo>
                  <a:cubicBezTo>
                    <a:pt x="25" y="56"/>
                    <a:pt x="26" y="61"/>
                    <a:pt x="23" y="61"/>
                  </a:cubicBezTo>
                  <a:cubicBezTo>
                    <a:pt x="20" y="61"/>
                    <a:pt x="23" y="64"/>
                    <a:pt x="19" y="62"/>
                  </a:cubicBezTo>
                  <a:cubicBezTo>
                    <a:pt x="16" y="62"/>
                    <a:pt x="17" y="64"/>
                    <a:pt x="16" y="64"/>
                  </a:cubicBezTo>
                  <a:cubicBezTo>
                    <a:pt x="14" y="64"/>
                    <a:pt x="14" y="65"/>
                    <a:pt x="13" y="64"/>
                  </a:cubicBezTo>
                  <a:cubicBezTo>
                    <a:pt x="10" y="62"/>
                    <a:pt x="10" y="65"/>
                    <a:pt x="8" y="62"/>
                  </a:cubicBezTo>
                  <a:cubicBezTo>
                    <a:pt x="8" y="57"/>
                    <a:pt x="7" y="59"/>
                    <a:pt x="7" y="56"/>
                  </a:cubicBezTo>
                  <a:cubicBezTo>
                    <a:pt x="8" y="53"/>
                    <a:pt x="5" y="51"/>
                    <a:pt x="5" y="47"/>
                  </a:cubicBezTo>
                  <a:cubicBezTo>
                    <a:pt x="5" y="43"/>
                    <a:pt x="4" y="43"/>
                    <a:pt x="4" y="40"/>
                  </a:cubicBezTo>
                  <a:cubicBezTo>
                    <a:pt x="4" y="39"/>
                    <a:pt x="0" y="39"/>
                    <a:pt x="2" y="37"/>
                  </a:cubicBezTo>
                  <a:cubicBezTo>
                    <a:pt x="5" y="36"/>
                    <a:pt x="2" y="36"/>
                    <a:pt x="2" y="33"/>
                  </a:cubicBezTo>
                  <a:cubicBezTo>
                    <a:pt x="4" y="31"/>
                    <a:pt x="4" y="30"/>
                    <a:pt x="4" y="26"/>
                  </a:cubicBezTo>
                  <a:cubicBezTo>
                    <a:pt x="5" y="25"/>
                    <a:pt x="7" y="23"/>
                    <a:pt x="7" y="23"/>
                  </a:cubicBezTo>
                  <a:cubicBezTo>
                    <a:pt x="7" y="22"/>
                    <a:pt x="7" y="22"/>
                    <a:pt x="7" y="22"/>
                  </a:cubicBezTo>
                  <a:cubicBezTo>
                    <a:pt x="7" y="20"/>
                    <a:pt x="7" y="19"/>
                    <a:pt x="7" y="17"/>
                  </a:cubicBezTo>
                  <a:cubicBezTo>
                    <a:pt x="8" y="17"/>
                    <a:pt x="7" y="17"/>
                    <a:pt x="7" y="17"/>
                  </a:cubicBezTo>
                  <a:cubicBezTo>
                    <a:pt x="8" y="16"/>
                    <a:pt x="8" y="16"/>
                    <a:pt x="8" y="16"/>
                  </a:cubicBezTo>
                  <a:cubicBezTo>
                    <a:pt x="10" y="16"/>
                    <a:pt x="11" y="17"/>
                    <a:pt x="11" y="17"/>
                  </a:cubicBezTo>
                  <a:cubicBezTo>
                    <a:pt x="13" y="17"/>
                    <a:pt x="13" y="17"/>
                    <a:pt x="13" y="17"/>
                  </a:cubicBezTo>
                  <a:cubicBezTo>
                    <a:pt x="13" y="17"/>
                    <a:pt x="13" y="17"/>
                    <a:pt x="13" y="17"/>
                  </a:cubicBezTo>
                  <a:cubicBezTo>
                    <a:pt x="13" y="17"/>
                    <a:pt x="13" y="17"/>
                    <a:pt x="13" y="17"/>
                  </a:cubicBezTo>
                  <a:cubicBezTo>
                    <a:pt x="14" y="17"/>
                    <a:pt x="14" y="17"/>
                    <a:pt x="14" y="17"/>
                  </a:cubicBezTo>
                  <a:cubicBezTo>
                    <a:pt x="16" y="16"/>
                    <a:pt x="31" y="23"/>
                    <a:pt x="31" y="23"/>
                  </a:cubicBezTo>
                  <a:cubicBezTo>
                    <a:pt x="31" y="23"/>
                    <a:pt x="31" y="25"/>
                    <a:pt x="31" y="26"/>
                  </a:cubicBezTo>
                  <a:cubicBezTo>
                    <a:pt x="31" y="28"/>
                    <a:pt x="31" y="31"/>
                    <a:pt x="31" y="34"/>
                  </a:cubicBezTo>
                  <a:cubicBezTo>
                    <a:pt x="36" y="28"/>
                    <a:pt x="42" y="22"/>
                    <a:pt x="46" y="16"/>
                  </a:cubicBezTo>
                  <a:cubicBezTo>
                    <a:pt x="46" y="14"/>
                    <a:pt x="49" y="9"/>
                    <a:pt x="51" y="8"/>
                  </a:cubicBezTo>
                  <a:cubicBezTo>
                    <a:pt x="54" y="6"/>
                    <a:pt x="61" y="5"/>
                    <a:pt x="65" y="5"/>
                  </a:cubicBezTo>
                  <a:cubicBezTo>
                    <a:pt x="69" y="3"/>
                    <a:pt x="72" y="2"/>
                    <a:pt x="77"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99" name="Freeform 89">
              <a:extLst>
                <a:ext uri="{FF2B5EF4-FFF2-40B4-BE49-F238E27FC236}">
                  <a16:creationId xmlns:a16="http://schemas.microsoft.com/office/drawing/2014/main" id="{2903A109-4ABD-0ECF-DE06-B53A2A223C75}"/>
                </a:ext>
              </a:extLst>
            </p:cNvPr>
            <p:cNvSpPr>
              <a:spLocks/>
            </p:cNvSpPr>
            <p:nvPr/>
          </p:nvSpPr>
          <p:spPr bwMode="auto">
            <a:xfrm>
              <a:off x="2635468" y="3425846"/>
              <a:ext cx="163747" cy="166923"/>
            </a:xfrm>
            <a:custGeom>
              <a:avLst/>
              <a:gdLst/>
              <a:ahLst/>
              <a:cxnLst>
                <a:cxn ang="0">
                  <a:pos x="2" y="29"/>
                </a:cxn>
                <a:cxn ang="0">
                  <a:pos x="5" y="29"/>
                </a:cxn>
                <a:cxn ang="0">
                  <a:pos x="5" y="29"/>
                </a:cxn>
                <a:cxn ang="0">
                  <a:pos x="5" y="31"/>
                </a:cxn>
                <a:cxn ang="0">
                  <a:pos x="8" y="34"/>
                </a:cxn>
                <a:cxn ang="0">
                  <a:pos x="5" y="37"/>
                </a:cxn>
                <a:cxn ang="0">
                  <a:pos x="6" y="39"/>
                </a:cxn>
                <a:cxn ang="0">
                  <a:pos x="3" y="39"/>
                </a:cxn>
                <a:cxn ang="0">
                  <a:pos x="2" y="40"/>
                </a:cxn>
                <a:cxn ang="0">
                  <a:pos x="3" y="40"/>
                </a:cxn>
                <a:cxn ang="0">
                  <a:pos x="0" y="45"/>
                </a:cxn>
                <a:cxn ang="0">
                  <a:pos x="0" y="45"/>
                </a:cxn>
                <a:cxn ang="0">
                  <a:pos x="0" y="45"/>
                </a:cxn>
                <a:cxn ang="0">
                  <a:pos x="0" y="48"/>
                </a:cxn>
                <a:cxn ang="0">
                  <a:pos x="0" y="49"/>
                </a:cxn>
                <a:cxn ang="0">
                  <a:pos x="2" y="49"/>
                </a:cxn>
                <a:cxn ang="0">
                  <a:pos x="3" y="52"/>
                </a:cxn>
                <a:cxn ang="0">
                  <a:pos x="9" y="54"/>
                </a:cxn>
                <a:cxn ang="0">
                  <a:pos x="18" y="48"/>
                </a:cxn>
                <a:cxn ang="0">
                  <a:pos x="24" y="43"/>
                </a:cxn>
                <a:cxn ang="0">
                  <a:pos x="35" y="37"/>
                </a:cxn>
                <a:cxn ang="0">
                  <a:pos x="43" y="32"/>
                </a:cxn>
                <a:cxn ang="0">
                  <a:pos x="44" y="28"/>
                </a:cxn>
                <a:cxn ang="0">
                  <a:pos x="44" y="28"/>
                </a:cxn>
                <a:cxn ang="0">
                  <a:pos x="44" y="26"/>
                </a:cxn>
                <a:cxn ang="0">
                  <a:pos x="44" y="23"/>
                </a:cxn>
                <a:cxn ang="0">
                  <a:pos x="46" y="17"/>
                </a:cxn>
                <a:cxn ang="0">
                  <a:pos x="44" y="11"/>
                </a:cxn>
                <a:cxn ang="0">
                  <a:pos x="49" y="9"/>
                </a:cxn>
                <a:cxn ang="0">
                  <a:pos x="53" y="3"/>
                </a:cxn>
                <a:cxn ang="0">
                  <a:pos x="53" y="2"/>
                </a:cxn>
                <a:cxn ang="0">
                  <a:pos x="52" y="2"/>
                </a:cxn>
                <a:cxn ang="0">
                  <a:pos x="47" y="3"/>
                </a:cxn>
                <a:cxn ang="0">
                  <a:pos x="41" y="3"/>
                </a:cxn>
                <a:cxn ang="0">
                  <a:pos x="27" y="8"/>
                </a:cxn>
                <a:cxn ang="0">
                  <a:pos x="21" y="5"/>
                </a:cxn>
                <a:cxn ang="0">
                  <a:pos x="14" y="8"/>
                </a:cxn>
                <a:cxn ang="0">
                  <a:pos x="12" y="8"/>
                </a:cxn>
                <a:cxn ang="0">
                  <a:pos x="8" y="6"/>
                </a:cxn>
                <a:cxn ang="0">
                  <a:pos x="8" y="11"/>
                </a:cxn>
                <a:cxn ang="0">
                  <a:pos x="8" y="12"/>
                </a:cxn>
                <a:cxn ang="0">
                  <a:pos x="6" y="12"/>
                </a:cxn>
                <a:cxn ang="0">
                  <a:pos x="3" y="17"/>
                </a:cxn>
                <a:cxn ang="0">
                  <a:pos x="2" y="15"/>
                </a:cxn>
                <a:cxn ang="0">
                  <a:pos x="2" y="22"/>
                </a:cxn>
                <a:cxn ang="0">
                  <a:pos x="2" y="29"/>
                </a:cxn>
              </a:cxnLst>
              <a:rect l="0" t="0" r="r" b="b"/>
              <a:pathLst>
                <a:path w="53" h="54">
                  <a:moveTo>
                    <a:pt x="2" y="29"/>
                  </a:moveTo>
                  <a:cubicBezTo>
                    <a:pt x="3" y="29"/>
                    <a:pt x="3" y="29"/>
                    <a:pt x="5" y="29"/>
                  </a:cubicBezTo>
                  <a:cubicBezTo>
                    <a:pt x="5" y="29"/>
                    <a:pt x="5" y="29"/>
                    <a:pt x="5" y="29"/>
                  </a:cubicBezTo>
                  <a:cubicBezTo>
                    <a:pt x="6" y="31"/>
                    <a:pt x="5" y="31"/>
                    <a:pt x="5" y="31"/>
                  </a:cubicBezTo>
                  <a:cubicBezTo>
                    <a:pt x="6" y="31"/>
                    <a:pt x="8" y="32"/>
                    <a:pt x="8" y="34"/>
                  </a:cubicBezTo>
                  <a:cubicBezTo>
                    <a:pt x="8" y="36"/>
                    <a:pt x="5" y="36"/>
                    <a:pt x="5" y="37"/>
                  </a:cubicBezTo>
                  <a:cubicBezTo>
                    <a:pt x="5" y="37"/>
                    <a:pt x="6" y="37"/>
                    <a:pt x="6" y="39"/>
                  </a:cubicBezTo>
                  <a:cubicBezTo>
                    <a:pt x="3" y="39"/>
                    <a:pt x="3" y="39"/>
                    <a:pt x="3" y="39"/>
                  </a:cubicBezTo>
                  <a:cubicBezTo>
                    <a:pt x="3" y="39"/>
                    <a:pt x="3" y="39"/>
                    <a:pt x="2" y="40"/>
                  </a:cubicBezTo>
                  <a:cubicBezTo>
                    <a:pt x="3" y="40"/>
                    <a:pt x="3" y="40"/>
                    <a:pt x="3" y="40"/>
                  </a:cubicBezTo>
                  <a:cubicBezTo>
                    <a:pt x="3" y="42"/>
                    <a:pt x="0" y="45"/>
                    <a:pt x="0" y="45"/>
                  </a:cubicBezTo>
                  <a:cubicBezTo>
                    <a:pt x="0" y="45"/>
                    <a:pt x="0" y="45"/>
                    <a:pt x="0" y="45"/>
                  </a:cubicBezTo>
                  <a:cubicBezTo>
                    <a:pt x="0" y="45"/>
                    <a:pt x="0" y="45"/>
                    <a:pt x="0" y="45"/>
                  </a:cubicBezTo>
                  <a:cubicBezTo>
                    <a:pt x="0" y="46"/>
                    <a:pt x="0" y="48"/>
                    <a:pt x="0" y="48"/>
                  </a:cubicBezTo>
                  <a:cubicBezTo>
                    <a:pt x="0" y="49"/>
                    <a:pt x="0" y="49"/>
                    <a:pt x="0" y="49"/>
                  </a:cubicBezTo>
                  <a:cubicBezTo>
                    <a:pt x="0" y="51"/>
                    <a:pt x="0" y="49"/>
                    <a:pt x="2" y="49"/>
                  </a:cubicBezTo>
                  <a:cubicBezTo>
                    <a:pt x="3" y="51"/>
                    <a:pt x="3" y="51"/>
                    <a:pt x="3" y="52"/>
                  </a:cubicBezTo>
                  <a:cubicBezTo>
                    <a:pt x="5" y="52"/>
                    <a:pt x="8" y="54"/>
                    <a:pt x="9" y="54"/>
                  </a:cubicBezTo>
                  <a:cubicBezTo>
                    <a:pt x="11" y="54"/>
                    <a:pt x="15" y="49"/>
                    <a:pt x="18" y="48"/>
                  </a:cubicBezTo>
                  <a:cubicBezTo>
                    <a:pt x="20" y="46"/>
                    <a:pt x="23" y="45"/>
                    <a:pt x="24" y="43"/>
                  </a:cubicBezTo>
                  <a:cubicBezTo>
                    <a:pt x="27" y="40"/>
                    <a:pt x="32" y="39"/>
                    <a:pt x="35" y="37"/>
                  </a:cubicBezTo>
                  <a:cubicBezTo>
                    <a:pt x="37" y="36"/>
                    <a:pt x="40" y="34"/>
                    <a:pt x="43" y="32"/>
                  </a:cubicBezTo>
                  <a:cubicBezTo>
                    <a:pt x="43" y="31"/>
                    <a:pt x="44" y="29"/>
                    <a:pt x="44" y="28"/>
                  </a:cubicBezTo>
                  <a:cubicBezTo>
                    <a:pt x="44" y="28"/>
                    <a:pt x="44" y="28"/>
                    <a:pt x="44" y="28"/>
                  </a:cubicBezTo>
                  <a:cubicBezTo>
                    <a:pt x="44" y="28"/>
                    <a:pt x="44" y="28"/>
                    <a:pt x="44" y="26"/>
                  </a:cubicBezTo>
                  <a:cubicBezTo>
                    <a:pt x="44" y="26"/>
                    <a:pt x="44" y="25"/>
                    <a:pt x="44" y="23"/>
                  </a:cubicBezTo>
                  <a:cubicBezTo>
                    <a:pt x="44" y="22"/>
                    <a:pt x="46" y="19"/>
                    <a:pt x="46" y="17"/>
                  </a:cubicBezTo>
                  <a:cubicBezTo>
                    <a:pt x="44" y="15"/>
                    <a:pt x="44" y="14"/>
                    <a:pt x="44" y="11"/>
                  </a:cubicBezTo>
                  <a:cubicBezTo>
                    <a:pt x="46" y="9"/>
                    <a:pt x="47" y="9"/>
                    <a:pt x="49" y="9"/>
                  </a:cubicBezTo>
                  <a:cubicBezTo>
                    <a:pt x="50" y="8"/>
                    <a:pt x="52" y="5"/>
                    <a:pt x="53" y="3"/>
                  </a:cubicBezTo>
                  <a:cubicBezTo>
                    <a:pt x="53" y="2"/>
                    <a:pt x="53" y="2"/>
                    <a:pt x="53" y="2"/>
                  </a:cubicBezTo>
                  <a:cubicBezTo>
                    <a:pt x="53" y="2"/>
                    <a:pt x="52" y="0"/>
                    <a:pt x="52" y="2"/>
                  </a:cubicBezTo>
                  <a:cubicBezTo>
                    <a:pt x="50" y="3"/>
                    <a:pt x="49" y="3"/>
                    <a:pt x="47" y="3"/>
                  </a:cubicBezTo>
                  <a:cubicBezTo>
                    <a:pt x="44" y="3"/>
                    <a:pt x="43" y="3"/>
                    <a:pt x="41" y="3"/>
                  </a:cubicBezTo>
                  <a:cubicBezTo>
                    <a:pt x="37" y="5"/>
                    <a:pt x="34" y="8"/>
                    <a:pt x="27" y="8"/>
                  </a:cubicBezTo>
                  <a:cubicBezTo>
                    <a:pt x="24" y="8"/>
                    <a:pt x="24" y="6"/>
                    <a:pt x="21" y="5"/>
                  </a:cubicBezTo>
                  <a:cubicBezTo>
                    <a:pt x="18" y="5"/>
                    <a:pt x="17" y="8"/>
                    <a:pt x="14" y="8"/>
                  </a:cubicBezTo>
                  <a:cubicBezTo>
                    <a:pt x="12" y="8"/>
                    <a:pt x="12" y="8"/>
                    <a:pt x="12" y="8"/>
                  </a:cubicBezTo>
                  <a:cubicBezTo>
                    <a:pt x="11" y="8"/>
                    <a:pt x="8" y="6"/>
                    <a:pt x="8" y="6"/>
                  </a:cubicBezTo>
                  <a:cubicBezTo>
                    <a:pt x="8" y="6"/>
                    <a:pt x="6" y="9"/>
                    <a:pt x="8" y="11"/>
                  </a:cubicBezTo>
                  <a:cubicBezTo>
                    <a:pt x="8" y="12"/>
                    <a:pt x="8" y="12"/>
                    <a:pt x="8" y="12"/>
                  </a:cubicBezTo>
                  <a:cubicBezTo>
                    <a:pt x="6" y="12"/>
                    <a:pt x="6" y="12"/>
                    <a:pt x="6" y="12"/>
                  </a:cubicBezTo>
                  <a:cubicBezTo>
                    <a:pt x="5" y="12"/>
                    <a:pt x="5" y="17"/>
                    <a:pt x="3" y="17"/>
                  </a:cubicBezTo>
                  <a:cubicBezTo>
                    <a:pt x="3" y="17"/>
                    <a:pt x="3" y="15"/>
                    <a:pt x="2" y="15"/>
                  </a:cubicBezTo>
                  <a:cubicBezTo>
                    <a:pt x="2" y="17"/>
                    <a:pt x="0" y="19"/>
                    <a:pt x="2" y="22"/>
                  </a:cubicBezTo>
                  <a:cubicBezTo>
                    <a:pt x="3" y="23"/>
                    <a:pt x="2" y="25"/>
                    <a:pt x="2" y="2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0" name="Freeform 90">
              <a:extLst>
                <a:ext uri="{FF2B5EF4-FFF2-40B4-BE49-F238E27FC236}">
                  <a16:creationId xmlns:a16="http://schemas.microsoft.com/office/drawing/2014/main" id="{A87717B5-9242-F343-3750-593F7883456E}"/>
                </a:ext>
              </a:extLst>
            </p:cNvPr>
            <p:cNvSpPr>
              <a:spLocks/>
            </p:cNvSpPr>
            <p:nvPr/>
          </p:nvSpPr>
          <p:spPr bwMode="auto">
            <a:xfrm>
              <a:off x="2621161" y="3514872"/>
              <a:ext cx="36565" cy="52461"/>
            </a:xfrm>
            <a:custGeom>
              <a:avLst/>
              <a:gdLst/>
              <a:ahLst/>
              <a:cxnLst>
                <a:cxn ang="0">
                  <a:pos x="5" y="16"/>
                </a:cxn>
                <a:cxn ang="0">
                  <a:pos x="3" y="16"/>
                </a:cxn>
                <a:cxn ang="0">
                  <a:pos x="3" y="17"/>
                </a:cxn>
                <a:cxn ang="0">
                  <a:pos x="0" y="17"/>
                </a:cxn>
                <a:cxn ang="0">
                  <a:pos x="3" y="11"/>
                </a:cxn>
                <a:cxn ang="0">
                  <a:pos x="5" y="6"/>
                </a:cxn>
                <a:cxn ang="0">
                  <a:pos x="6" y="0"/>
                </a:cxn>
                <a:cxn ang="0">
                  <a:pos x="9" y="0"/>
                </a:cxn>
                <a:cxn ang="0">
                  <a:pos x="9" y="0"/>
                </a:cxn>
                <a:cxn ang="0">
                  <a:pos x="9" y="2"/>
                </a:cxn>
                <a:cxn ang="0">
                  <a:pos x="12" y="5"/>
                </a:cxn>
                <a:cxn ang="0">
                  <a:pos x="9" y="8"/>
                </a:cxn>
                <a:cxn ang="0">
                  <a:pos x="11" y="10"/>
                </a:cxn>
                <a:cxn ang="0">
                  <a:pos x="8" y="10"/>
                </a:cxn>
                <a:cxn ang="0">
                  <a:pos x="6" y="11"/>
                </a:cxn>
                <a:cxn ang="0">
                  <a:pos x="8" y="11"/>
                </a:cxn>
                <a:cxn ang="0">
                  <a:pos x="5" y="16"/>
                </a:cxn>
              </a:cxnLst>
              <a:rect l="0" t="0" r="r" b="b"/>
              <a:pathLst>
                <a:path w="12" h="17">
                  <a:moveTo>
                    <a:pt x="5" y="16"/>
                  </a:moveTo>
                  <a:cubicBezTo>
                    <a:pt x="3" y="16"/>
                    <a:pt x="3" y="14"/>
                    <a:pt x="3" y="16"/>
                  </a:cubicBezTo>
                  <a:cubicBezTo>
                    <a:pt x="3" y="17"/>
                    <a:pt x="3" y="17"/>
                    <a:pt x="3" y="17"/>
                  </a:cubicBezTo>
                  <a:cubicBezTo>
                    <a:pt x="3" y="17"/>
                    <a:pt x="2" y="17"/>
                    <a:pt x="0" y="17"/>
                  </a:cubicBezTo>
                  <a:cubicBezTo>
                    <a:pt x="2" y="13"/>
                    <a:pt x="2" y="14"/>
                    <a:pt x="3" y="11"/>
                  </a:cubicBezTo>
                  <a:cubicBezTo>
                    <a:pt x="3" y="6"/>
                    <a:pt x="5" y="10"/>
                    <a:pt x="5" y="6"/>
                  </a:cubicBezTo>
                  <a:cubicBezTo>
                    <a:pt x="3" y="2"/>
                    <a:pt x="8" y="3"/>
                    <a:pt x="6" y="0"/>
                  </a:cubicBezTo>
                  <a:cubicBezTo>
                    <a:pt x="8" y="0"/>
                    <a:pt x="8" y="0"/>
                    <a:pt x="9" y="0"/>
                  </a:cubicBezTo>
                  <a:cubicBezTo>
                    <a:pt x="9" y="0"/>
                    <a:pt x="9" y="0"/>
                    <a:pt x="9" y="0"/>
                  </a:cubicBezTo>
                  <a:cubicBezTo>
                    <a:pt x="11" y="2"/>
                    <a:pt x="9" y="2"/>
                    <a:pt x="9" y="2"/>
                  </a:cubicBezTo>
                  <a:cubicBezTo>
                    <a:pt x="11" y="2"/>
                    <a:pt x="12" y="3"/>
                    <a:pt x="12" y="5"/>
                  </a:cubicBezTo>
                  <a:cubicBezTo>
                    <a:pt x="12" y="6"/>
                    <a:pt x="9" y="6"/>
                    <a:pt x="9" y="8"/>
                  </a:cubicBezTo>
                  <a:cubicBezTo>
                    <a:pt x="9" y="8"/>
                    <a:pt x="11" y="8"/>
                    <a:pt x="11" y="10"/>
                  </a:cubicBezTo>
                  <a:cubicBezTo>
                    <a:pt x="8" y="10"/>
                    <a:pt x="8" y="10"/>
                    <a:pt x="8" y="10"/>
                  </a:cubicBezTo>
                  <a:cubicBezTo>
                    <a:pt x="8" y="10"/>
                    <a:pt x="8" y="10"/>
                    <a:pt x="6" y="11"/>
                  </a:cubicBezTo>
                  <a:cubicBezTo>
                    <a:pt x="8" y="11"/>
                    <a:pt x="8" y="11"/>
                    <a:pt x="8" y="11"/>
                  </a:cubicBezTo>
                  <a:cubicBezTo>
                    <a:pt x="8" y="13"/>
                    <a:pt x="5" y="16"/>
                    <a:pt x="5" y="1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1" name="Freeform 91">
              <a:extLst>
                <a:ext uri="{FF2B5EF4-FFF2-40B4-BE49-F238E27FC236}">
                  <a16:creationId xmlns:a16="http://schemas.microsoft.com/office/drawing/2014/main" id="{26DFAF66-5B8F-79FC-61EB-8E9D3EAF3E1D}"/>
                </a:ext>
              </a:extLst>
            </p:cNvPr>
            <p:cNvSpPr>
              <a:spLocks/>
            </p:cNvSpPr>
            <p:nvPr/>
          </p:nvSpPr>
          <p:spPr bwMode="auto">
            <a:xfrm>
              <a:off x="2617980" y="3559384"/>
              <a:ext cx="108104" cy="135129"/>
            </a:xfrm>
            <a:custGeom>
              <a:avLst/>
              <a:gdLst/>
              <a:ahLst/>
              <a:cxnLst>
                <a:cxn ang="0">
                  <a:pos x="6" y="7"/>
                </a:cxn>
                <a:cxn ang="0">
                  <a:pos x="5" y="10"/>
                </a:cxn>
                <a:cxn ang="0">
                  <a:pos x="5" y="11"/>
                </a:cxn>
                <a:cxn ang="0">
                  <a:pos x="5" y="19"/>
                </a:cxn>
                <a:cxn ang="0">
                  <a:pos x="5" y="24"/>
                </a:cxn>
                <a:cxn ang="0">
                  <a:pos x="2" y="34"/>
                </a:cxn>
                <a:cxn ang="0">
                  <a:pos x="0" y="40"/>
                </a:cxn>
                <a:cxn ang="0">
                  <a:pos x="0" y="42"/>
                </a:cxn>
                <a:cxn ang="0">
                  <a:pos x="9" y="44"/>
                </a:cxn>
                <a:cxn ang="0">
                  <a:pos x="15" y="37"/>
                </a:cxn>
                <a:cxn ang="0">
                  <a:pos x="21" y="36"/>
                </a:cxn>
                <a:cxn ang="0">
                  <a:pos x="21" y="33"/>
                </a:cxn>
                <a:cxn ang="0">
                  <a:pos x="24" y="30"/>
                </a:cxn>
                <a:cxn ang="0">
                  <a:pos x="17" y="20"/>
                </a:cxn>
                <a:cxn ang="0">
                  <a:pos x="21" y="19"/>
                </a:cxn>
                <a:cxn ang="0">
                  <a:pos x="33" y="13"/>
                </a:cxn>
                <a:cxn ang="0">
                  <a:pos x="35" y="13"/>
                </a:cxn>
                <a:cxn ang="0">
                  <a:pos x="32" y="11"/>
                </a:cxn>
                <a:cxn ang="0">
                  <a:pos x="32" y="10"/>
                </a:cxn>
                <a:cxn ang="0">
                  <a:pos x="33" y="10"/>
                </a:cxn>
                <a:cxn ang="0">
                  <a:pos x="33" y="8"/>
                </a:cxn>
                <a:cxn ang="0">
                  <a:pos x="30" y="0"/>
                </a:cxn>
                <a:cxn ang="0">
                  <a:pos x="24" y="5"/>
                </a:cxn>
                <a:cxn ang="0">
                  <a:pos x="15" y="11"/>
                </a:cxn>
                <a:cxn ang="0">
                  <a:pos x="9" y="10"/>
                </a:cxn>
                <a:cxn ang="0">
                  <a:pos x="8" y="7"/>
                </a:cxn>
                <a:cxn ang="0">
                  <a:pos x="6" y="7"/>
                </a:cxn>
              </a:cxnLst>
              <a:rect l="0" t="0" r="r" b="b"/>
              <a:pathLst>
                <a:path w="35" h="44">
                  <a:moveTo>
                    <a:pt x="6" y="7"/>
                  </a:moveTo>
                  <a:cubicBezTo>
                    <a:pt x="5" y="7"/>
                    <a:pt x="5" y="8"/>
                    <a:pt x="5" y="10"/>
                  </a:cubicBezTo>
                  <a:cubicBezTo>
                    <a:pt x="5" y="11"/>
                    <a:pt x="5" y="11"/>
                    <a:pt x="5" y="11"/>
                  </a:cubicBezTo>
                  <a:cubicBezTo>
                    <a:pt x="5" y="13"/>
                    <a:pt x="6" y="17"/>
                    <a:pt x="5" y="19"/>
                  </a:cubicBezTo>
                  <a:cubicBezTo>
                    <a:pt x="5" y="20"/>
                    <a:pt x="5" y="22"/>
                    <a:pt x="5" y="24"/>
                  </a:cubicBezTo>
                  <a:cubicBezTo>
                    <a:pt x="5" y="25"/>
                    <a:pt x="2" y="30"/>
                    <a:pt x="2" y="34"/>
                  </a:cubicBezTo>
                  <a:cubicBezTo>
                    <a:pt x="2" y="36"/>
                    <a:pt x="0" y="40"/>
                    <a:pt x="0" y="40"/>
                  </a:cubicBezTo>
                  <a:cubicBezTo>
                    <a:pt x="0" y="40"/>
                    <a:pt x="0" y="40"/>
                    <a:pt x="0" y="42"/>
                  </a:cubicBezTo>
                  <a:cubicBezTo>
                    <a:pt x="2" y="42"/>
                    <a:pt x="8" y="44"/>
                    <a:pt x="9" y="44"/>
                  </a:cubicBezTo>
                  <a:cubicBezTo>
                    <a:pt x="12" y="44"/>
                    <a:pt x="12" y="39"/>
                    <a:pt x="15" y="37"/>
                  </a:cubicBezTo>
                  <a:cubicBezTo>
                    <a:pt x="15" y="36"/>
                    <a:pt x="20" y="37"/>
                    <a:pt x="21" y="36"/>
                  </a:cubicBezTo>
                  <a:cubicBezTo>
                    <a:pt x="21" y="34"/>
                    <a:pt x="21" y="33"/>
                    <a:pt x="21" y="33"/>
                  </a:cubicBezTo>
                  <a:cubicBezTo>
                    <a:pt x="23" y="31"/>
                    <a:pt x="24" y="31"/>
                    <a:pt x="24" y="30"/>
                  </a:cubicBezTo>
                  <a:cubicBezTo>
                    <a:pt x="17" y="20"/>
                    <a:pt x="17" y="20"/>
                    <a:pt x="17" y="20"/>
                  </a:cubicBezTo>
                  <a:cubicBezTo>
                    <a:pt x="17" y="19"/>
                    <a:pt x="20" y="19"/>
                    <a:pt x="21" y="19"/>
                  </a:cubicBezTo>
                  <a:cubicBezTo>
                    <a:pt x="23" y="17"/>
                    <a:pt x="32" y="16"/>
                    <a:pt x="33" y="13"/>
                  </a:cubicBezTo>
                  <a:cubicBezTo>
                    <a:pt x="35" y="13"/>
                    <a:pt x="35" y="13"/>
                    <a:pt x="35" y="13"/>
                  </a:cubicBezTo>
                  <a:cubicBezTo>
                    <a:pt x="35" y="10"/>
                    <a:pt x="33" y="11"/>
                    <a:pt x="32" y="11"/>
                  </a:cubicBezTo>
                  <a:cubicBezTo>
                    <a:pt x="32" y="10"/>
                    <a:pt x="32" y="10"/>
                    <a:pt x="32" y="10"/>
                  </a:cubicBezTo>
                  <a:cubicBezTo>
                    <a:pt x="33" y="10"/>
                    <a:pt x="33" y="10"/>
                    <a:pt x="33" y="10"/>
                  </a:cubicBezTo>
                  <a:cubicBezTo>
                    <a:pt x="33" y="10"/>
                    <a:pt x="33" y="10"/>
                    <a:pt x="33" y="8"/>
                  </a:cubicBezTo>
                  <a:cubicBezTo>
                    <a:pt x="32" y="7"/>
                    <a:pt x="32" y="4"/>
                    <a:pt x="30" y="0"/>
                  </a:cubicBezTo>
                  <a:cubicBezTo>
                    <a:pt x="29" y="2"/>
                    <a:pt x="26" y="4"/>
                    <a:pt x="24" y="5"/>
                  </a:cubicBezTo>
                  <a:cubicBezTo>
                    <a:pt x="21" y="7"/>
                    <a:pt x="17" y="11"/>
                    <a:pt x="15" y="11"/>
                  </a:cubicBezTo>
                  <a:cubicBezTo>
                    <a:pt x="14" y="11"/>
                    <a:pt x="11" y="10"/>
                    <a:pt x="9" y="10"/>
                  </a:cubicBezTo>
                  <a:cubicBezTo>
                    <a:pt x="9" y="8"/>
                    <a:pt x="9" y="8"/>
                    <a:pt x="8" y="7"/>
                  </a:cubicBezTo>
                  <a:cubicBezTo>
                    <a:pt x="6" y="7"/>
                    <a:pt x="6" y="8"/>
                    <a:pt x="6" y="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2" name="Freeform 223">
              <a:extLst>
                <a:ext uri="{FF2B5EF4-FFF2-40B4-BE49-F238E27FC236}">
                  <a16:creationId xmlns:a16="http://schemas.microsoft.com/office/drawing/2014/main" id="{63AE00D2-C812-8A0D-92AD-18EEF213C360}"/>
                </a:ext>
              </a:extLst>
            </p:cNvPr>
            <p:cNvSpPr>
              <a:spLocks/>
            </p:cNvSpPr>
            <p:nvPr/>
          </p:nvSpPr>
          <p:spPr bwMode="auto">
            <a:xfrm>
              <a:off x="3002706" y="3789898"/>
              <a:ext cx="22257" cy="52461"/>
            </a:xfrm>
            <a:custGeom>
              <a:avLst/>
              <a:gdLst/>
              <a:ahLst/>
              <a:cxnLst>
                <a:cxn ang="0">
                  <a:pos x="4" y="17"/>
                </a:cxn>
                <a:cxn ang="0">
                  <a:pos x="3" y="17"/>
                </a:cxn>
                <a:cxn ang="0">
                  <a:pos x="1" y="16"/>
                </a:cxn>
                <a:cxn ang="0">
                  <a:pos x="1" y="5"/>
                </a:cxn>
                <a:cxn ang="0">
                  <a:pos x="4" y="2"/>
                </a:cxn>
                <a:cxn ang="0">
                  <a:pos x="6" y="6"/>
                </a:cxn>
                <a:cxn ang="0">
                  <a:pos x="7" y="11"/>
                </a:cxn>
                <a:cxn ang="0">
                  <a:pos x="4" y="17"/>
                </a:cxn>
                <a:cxn ang="0">
                  <a:pos x="4" y="17"/>
                </a:cxn>
              </a:cxnLst>
              <a:rect l="0" t="0" r="r" b="b"/>
              <a:pathLst>
                <a:path w="7" h="17">
                  <a:moveTo>
                    <a:pt x="4" y="17"/>
                  </a:moveTo>
                  <a:cubicBezTo>
                    <a:pt x="4" y="17"/>
                    <a:pt x="4" y="17"/>
                    <a:pt x="3" y="17"/>
                  </a:cubicBezTo>
                  <a:cubicBezTo>
                    <a:pt x="3" y="17"/>
                    <a:pt x="1" y="17"/>
                    <a:pt x="1" y="16"/>
                  </a:cubicBezTo>
                  <a:cubicBezTo>
                    <a:pt x="1" y="8"/>
                    <a:pt x="0" y="9"/>
                    <a:pt x="1" y="5"/>
                  </a:cubicBezTo>
                  <a:cubicBezTo>
                    <a:pt x="3" y="3"/>
                    <a:pt x="3" y="0"/>
                    <a:pt x="4" y="2"/>
                  </a:cubicBezTo>
                  <a:cubicBezTo>
                    <a:pt x="6" y="3"/>
                    <a:pt x="7" y="5"/>
                    <a:pt x="6" y="6"/>
                  </a:cubicBezTo>
                  <a:cubicBezTo>
                    <a:pt x="6" y="9"/>
                    <a:pt x="7" y="9"/>
                    <a:pt x="7" y="11"/>
                  </a:cubicBezTo>
                  <a:cubicBezTo>
                    <a:pt x="7" y="14"/>
                    <a:pt x="6" y="17"/>
                    <a:pt x="4" y="17"/>
                  </a:cubicBezTo>
                  <a:cubicBezTo>
                    <a:pt x="4" y="17"/>
                    <a:pt x="4" y="17"/>
                    <a:pt x="4" y="1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3" name="Freeform 224">
              <a:extLst>
                <a:ext uri="{FF2B5EF4-FFF2-40B4-BE49-F238E27FC236}">
                  <a16:creationId xmlns:a16="http://schemas.microsoft.com/office/drawing/2014/main" id="{9943E81B-670B-DE38-3814-6491CEC6407D}"/>
                </a:ext>
              </a:extLst>
            </p:cNvPr>
            <p:cNvSpPr>
              <a:spLocks/>
            </p:cNvSpPr>
            <p:nvPr/>
          </p:nvSpPr>
          <p:spPr bwMode="auto">
            <a:xfrm>
              <a:off x="3136246" y="3786717"/>
              <a:ext cx="11128" cy="22256"/>
            </a:xfrm>
            <a:custGeom>
              <a:avLst/>
              <a:gdLst/>
              <a:ahLst/>
              <a:cxnLst>
                <a:cxn ang="0">
                  <a:pos x="1" y="7"/>
                </a:cxn>
                <a:cxn ang="0">
                  <a:pos x="0" y="3"/>
                </a:cxn>
                <a:cxn ang="0">
                  <a:pos x="1" y="1"/>
                </a:cxn>
                <a:cxn ang="0">
                  <a:pos x="3" y="0"/>
                </a:cxn>
                <a:cxn ang="0">
                  <a:pos x="3" y="4"/>
                </a:cxn>
                <a:cxn ang="0">
                  <a:pos x="1" y="7"/>
                </a:cxn>
              </a:cxnLst>
              <a:rect l="0" t="0" r="r" b="b"/>
              <a:pathLst>
                <a:path w="4" h="7">
                  <a:moveTo>
                    <a:pt x="1" y="7"/>
                  </a:moveTo>
                  <a:cubicBezTo>
                    <a:pt x="0" y="7"/>
                    <a:pt x="1" y="3"/>
                    <a:pt x="0" y="3"/>
                  </a:cubicBezTo>
                  <a:cubicBezTo>
                    <a:pt x="1" y="1"/>
                    <a:pt x="0" y="1"/>
                    <a:pt x="1" y="1"/>
                  </a:cubicBezTo>
                  <a:cubicBezTo>
                    <a:pt x="3" y="3"/>
                    <a:pt x="1" y="0"/>
                    <a:pt x="3" y="0"/>
                  </a:cubicBezTo>
                  <a:cubicBezTo>
                    <a:pt x="4" y="0"/>
                    <a:pt x="3" y="3"/>
                    <a:pt x="3" y="4"/>
                  </a:cubicBezTo>
                  <a:cubicBezTo>
                    <a:pt x="3" y="4"/>
                    <a:pt x="1" y="6"/>
                    <a:pt x="1" y="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4" name="Freeform 225">
              <a:extLst>
                <a:ext uri="{FF2B5EF4-FFF2-40B4-BE49-F238E27FC236}">
                  <a16:creationId xmlns:a16="http://schemas.microsoft.com/office/drawing/2014/main" id="{2708920C-C73B-FB1A-9819-F65DB3B3E5F0}"/>
                </a:ext>
              </a:extLst>
            </p:cNvPr>
            <p:cNvSpPr>
              <a:spLocks/>
            </p:cNvSpPr>
            <p:nvPr/>
          </p:nvSpPr>
          <p:spPr bwMode="auto">
            <a:xfrm>
              <a:off x="3012245" y="3796256"/>
              <a:ext cx="131952" cy="117641"/>
            </a:xfrm>
            <a:custGeom>
              <a:avLst/>
              <a:gdLst/>
              <a:ahLst/>
              <a:cxnLst>
                <a:cxn ang="0">
                  <a:pos x="41" y="4"/>
                </a:cxn>
                <a:cxn ang="0">
                  <a:pos x="40" y="0"/>
                </a:cxn>
                <a:cxn ang="0">
                  <a:pos x="38" y="4"/>
                </a:cxn>
                <a:cxn ang="0">
                  <a:pos x="34" y="9"/>
                </a:cxn>
                <a:cxn ang="0">
                  <a:pos x="26" y="15"/>
                </a:cxn>
                <a:cxn ang="0">
                  <a:pos x="26" y="18"/>
                </a:cxn>
                <a:cxn ang="0">
                  <a:pos x="11" y="20"/>
                </a:cxn>
                <a:cxn ang="0">
                  <a:pos x="6" y="20"/>
                </a:cxn>
                <a:cxn ang="0">
                  <a:pos x="3" y="18"/>
                </a:cxn>
                <a:cxn ang="0">
                  <a:pos x="3" y="15"/>
                </a:cxn>
                <a:cxn ang="0">
                  <a:pos x="1" y="15"/>
                </a:cxn>
                <a:cxn ang="0">
                  <a:pos x="0" y="15"/>
                </a:cxn>
                <a:cxn ang="0">
                  <a:pos x="3" y="20"/>
                </a:cxn>
                <a:cxn ang="0">
                  <a:pos x="6" y="27"/>
                </a:cxn>
                <a:cxn ang="0">
                  <a:pos x="15" y="32"/>
                </a:cxn>
                <a:cxn ang="0">
                  <a:pos x="34" y="33"/>
                </a:cxn>
                <a:cxn ang="0">
                  <a:pos x="35" y="26"/>
                </a:cxn>
                <a:cxn ang="0">
                  <a:pos x="35" y="21"/>
                </a:cxn>
                <a:cxn ang="0">
                  <a:pos x="38" y="20"/>
                </a:cxn>
                <a:cxn ang="0">
                  <a:pos x="38" y="18"/>
                </a:cxn>
                <a:cxn ang="0">
                  <a:pos x="38" y="15"/>
                </a:cxn>
                <a:cxn ang="0">
                  <a:pos x="40" y="12"/>
                </a:cxn>
                <a:cxn ang="0">
                  <a:pos x="43" y="10"/>
                </a:cxn>
                <a:cxn ang="0">
                  <a:pos x="41" y="4"/>
                </a:cxn>
              </a:cxnLst>
              <a:rect l="0" t="0" r="r" b="b"/>
              <a:pathLst>
                <a:path w="43" h="38">
                  <a:moveTo>
                    <a:pt x="41" y="4"/>
                  </a:moveTo>
                  <a:cubicBezTo>
                    <a:pt x="40" y="4"/>
                    <a:pt x="41" y="0"/>
                    <a:pt x="40" y="0"/>
                  </a:cubicBezTo>
                  <a:cubicBezTo>
                    <a:pt x="38" y="6"/>
                    <a:pt x="40" y="0"/>
                    <a:pt x="38" y="4"/>
                  </a:cubicBezTo>
                  <a:cubicBezTo>
                    <a:pt x="37" y="6"/>
                    <a:pt x="35" y="6"/>
                    <a:pt x="34" y="9"/>
                  </a:cubicBezTo>
                  <a:cubicBezTo>
                    <a:pt x="31" y="12"/>
                    <a:pt x="28" y="15"/>
                    <a:pt x="26" y="15"/>
                  </a:cubicBezTo>
                  <a:cubicBezTo>
                    <a:pt x="26" y="16"/>
                    <a:pt x="29" y="15"/>
                    <a:pt x="26" y="18"/>
                  </a:cubicBezTo>
                  <a:cubicBezTo>
                    <a:pt x="23" y="23"/>
                    <a:pt x="17" y="18"/>
                    <a:pt x="11" y="20"/>
                  </a:cubicBezTo>
                  <a:cubicBezTo>
                    <a:pt x="6" y="21"/>
                    <a:pt x="6" y="21"/>
                    <a:pt x="6" y="20"/>
                  </a:cubicBezTo>
                  <a:cubicBezTo>
                    <a:pt x="6" y="16"/>
                    <a:pt x="5" y="18"/>
                    <a:pt x="3" y="18"/>
                  </a:cubicBezTo>
                  <a:cubicBezTo>
                    <a:pt x="0" y="18"/>
                    <a:pt x="3" y="15"/>
                    <a:pt x="3" y="15"/>
                  </a:cubicBezTo>
                  <a:cubicBezTo>
                    <a:pt x="3" y="13"/>
                    <a:pt x="1" y="15"/>
                    <a:pt x="1" y="15"/>
                  </a:cubicBezTo>
                  <a:cubicBezTo>
                    <a:pt x="1" y="15"/>
                    <a:pt x="1" y="15"/>
                    <a:pt x="0" y="15"/>
                  </a:cubicBezTo>
                  <a:cubicBezTo>
                    <a:pt x="0" y="18"/>
                    <a:pt x="0" y="18"/>
                    <a:pt x="3" y="20"/>
                  </a:cubicBezTo>
                  <a:cubicBezTo>
                    <a:pt x="6" y="23"/>
                    <a:pt x="6" y="23"/>
                    <a:pt x="6" y="27"/>
                  </a:cubicBezTo>
                  <a:cubicBezTo>
                    <a:pt x="8" y="30"/>
                    <a:pt x="6" y="30"/>
                    <a:pt x="15" y="32"/>
                  </a:cubicBezTo>
                  <a:cubicBezTo>
                    <a:pt x="24" y="33"/>
                    <a:pt x="32" y="38"/>
                    <a:pt x="34" y="33"/>
                  </a:cubicBezTo>
                  <a:cubicBezTo>
                    <a:pt x="34" y="32"/>
                    <a:pt x="32" y="30"/>
                    <a:pt x="35" y="26"/>
                  </a:cubicBezTo>
                  <a:cubicBezTo>
                    <a:pt x="37" y="21"/>
                    <a:pt x="37" y="23"/>
                    <a:pt x="35" y="21"/>
                  </a:cubicBezTo>
                  <a:cubicBezTo>
                    <a:pt x="35" y="21"/>
                    <a:pt x="37" y="21"/>
                    <a:pt x="38" y="20"/>
                  </a:cubicBezTo>
                  <a:cubicBezTo>
                    <a:pt x="41" y="20"/>
                    <a:pt x="40" y="18"/>
                    <a:pt x="38" y="18"/>
                  </a:cubicBezTo>
                  <a:cubicBezTo>
                    <a:pt x="37" y="18"/>
                    <a:pt x="38" y="18"/>
                    <a:pt x="38" y="15"/>
                  </a:cubicBezTo>
                  <a:cubicBezTo>
                    <a:pt x="38" y="12"/>
                    <a:pt x="38" y="9"/>
                    <a:pt x="40" y="12"/>
                  </a:cubicBezTo>
                  <a:cubicBezTo>
                    <a:pt x="41" y="15"/>
                    <a:pt x="40" y="12"/>
                    <a:pt x="43" y="10"/>
                  </a:cubicBezTo>
                  <a:cubicBezTo>
                    <a:pt x="43" y="7"/>
                    <a:pt x="43" y="6"/>
                    <a:pt x="41" y="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5" name="Freeform 226">
              <a:extLst>
                <a:ext uri="{FF2B5EF4-FFF2-40B4-BE49-F238E27FC236}">
                  <a16:creationId xmlns:a16="http://schemas.microsoft.com/office/drawing/2014/main" id="{3E00EF79-08AD-9AE9-3EAC-28DD150D13E9}"/>
                </a:ext>
              </a:extLst>
            </p:cNvPr>
            <p:cNvSpPr>
              <a:spLocks/>
            </p:cNvSpPr>
            <p:nvPr/>
          </p:nvSpPr>
          <p:spPr bwMode="auto">
            <a:xfrm>
              <a:off x="3113990" y="3762872"/>
              <a:ext cx="30206" cy="17487"/>
            </a:xfrm>
            <a:custGeom>
              <a:avLst/>
              <a:gdLst/>
              <a:ahLst/>
              <a:cxnLst>
                <a:cxn ang="0">
                  <a:pos x="2" y="6"/>
                </a:cxn>
                <a:cxn ang="0">
                  <a:pos x="5" y="3"/>
                </a:cxn>
                <a:cxn ang="0">
                  <a:pos x="8" y="1"/>
                </a:cxn>
                <a:cxn ang="0">
                  <a:pos x="2" y="6"/>
                </a:cxn>
              </a:cxnLst>
              <a:rect l="0" t="0" r="r" b="b"/>
              <a:pathLst>
                <a:path w="10" h="6">
                  <a:moveTo>
                    <a:pt x="2" y="6"/>
                  </a:moveTo>
                  <a:cubicBezTo>
                    <a:pt x="0" y="4"/>
                    <a:pt x="5" y="4"/>
                    <a:pt x="5" y="3"/>
                  </a:cubicBezTo>
                  <a:cubicBezTo>
                    <a:pt x="5" y="1"/>
                    <a:pt x="10" y="0"/>
                    <a:pt x="8" y="1"/>
                  </a:cubicBezTo>
                  <a:cubicBezTo>
                    <a:pt x="7" y="4"/>
                    <a:pt x="2" y="6"/>
                    <a:pt x="2"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6" name="Freeform 227">
              <a:extLst>
                <a:ext uri="{FF2B5EF4-FFF2-40B4-BE49-F238E27FC236}">
                  <a16:creationId xmlns:a16="http://schemas.microsoft.com/office/drawing/2014/main" id="{7E8A393B-BBF5-B295-54EA-5F814C563DA1}"/>
                </a:ext>
              </a:extLst>
            </p:cNvPr>
            <p:cNvSpPr>
              <a:spLocks/>
            </p:cNvSpPr>
            <p:nvPr/>
          </p:nvSpPr>
          <p:spPr bwMode="auto">
            <a:xfrm>
              <a:off x="2940704" y="3669076"/>
              <a:ext cx="6359" cy="15898"/>
            </a:xfrm>
            <a:custGeom>
              <a:avLst/>
              <a:gdLst/>
              <a:ahLst/>
              <a:cxnLst>
                <a:cxn ang="0">
                  <a:pos x="2" y="5"/>
                </a:cxn>
                <a:cxn ang="0">
                  <a:pos x="0" y="2"/>
                </a:cxn>
                <a:cxn ang="0">
                  <a:pos x="2" y="5"/>
                </a:cxn>
              </a:cxnLst>
              <a:rect l="0" t="0" r="r" b="b"/>
              <a:pathLst>
                <a:path w="2" h="5">
                  <a:moveTo>
                    <a:pt x="2" y="5"/>
                  </a:moveTo>
                  <a:cubicBezTo>
                    <a:pt x="0" y="5"/>
                    <a:pt x="0" y="2"/>
                    <a:pt x="0" y="2"/>
                  </a:cubicBezTo>
                  <a:cubicBezTo>
                    <a:pt x="0" y="0"/>
                    <a:pt x="2" y="3"/>
                    <a:pt x="2"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7" name="Freeform 228">
              <a:extLst>
                <a:ext uri="{FF2B5EF4-FFF2-40B4-BE49-F238E27FC236}">
                  <a16:creationId xmlns:a16="http://schemas.microsoft.com/office/drawing/2014/main" id="{D28135D1-8A1A-3C2C-0ACA-CD1B2AAAB554}"/>
                </a:ext>
              </a:extLst>
            </p:cNvPr>
            <p:cNvSpPr>
              <a:spLocks/>
            </p:cNvSpPr>
            <p:nvPr/>
          </p:nvSpPr>
          <p:spPr bwMode="auto">
            <a:xfrm>
              <a:off x="2617982" y="3583231"/>
              <a:ext cx="17488" cy="46103"/>
            </a:xfrm>
            <a:custGeom>
              <a:avLst/>
              <a:gdLst/>
              <a:ahLst/>
              <a:cxnLst>
                <a:cxn ang="0">
                  <a:pos x="4" y="3"/>
                </a:cxn>
                <a:cxn ang="0">
                  <a:pos x="4" y="11"/>
                </a:cxn>
                <a:cxn ang="0">
                  <a:pos x="0" y="15"/>
                </a:cxn>
                <a:cxn ang="0">
                  <a:pos x="0" y="13"/>
                </a:cxn>
                <a:cxn ang="0">
                  <a:pos x="1" y="8"/>
                </a:cxn>
                <a:cxn ang="0">
                  <a:pos x="0" y="8"/>
                </a:cxn>
                <a:cxn ang="0">
                  <a:pos x="1" y="8"/>
                </a:cxn>
                <a:cxn ang="0">
                  <a:pos x="1" y="2"/>
                </a:cxn>
                <a:cxn ang="0">
                  <a:pos x="4" y="3"/>
                </a:cxn>
              </a:cxnLst>
              <a:rect l="0" t="0" r="r" b="b"/>
              <a:pathLst>
                <a:path w="6" h="15">
                  <a:moveTo>
                    <a:pt x="4" y="3"/>
                  </a:moveTo>
                  <a:cubicBezTo>
                    <a:pt x="4" y="5"/>
                    <a:pt x="6" y="10"/>
                    <a:pt x="4" y="11"/>
                  </a:cubicBezTo>
                  <a:cubicBezTo>
                    <a:pt x="3" y="13"/>
                    <a:pt x="3" y="15"/>
                    <a:pt x="0" y="15"/>
                  </a:cubicBezTo>
                  <a:cubicBezTo>
                    <a:pt x="0" y="13"/>
                    <a:pt x="0" y="13"/>
                    <a:pt x="0" y="13"/>
                  </a:cubicBezTo>
                  <a:cubicBezTo>
                    <a:pt x="0" y="11"/>
                    <a:pt x="3" y="10"/>
                    <a:pt x="1" y="8"/>
                  </a:cubicBezTo>
                  <a:cubicBezTo>
                    <a:pt x="1" y="8"/>
                    <a:pt x="0" y="10"/>
                    <a:pt x="0" y="8"/>
                  </a:cubicBezTo>
                  <a:cubicBezTo>
                    <a:pt x="1" y="8"/>
                    <a:pt x="1" y="8"/>
                    <a:pt x="1" y="8"/>
                  </a:cubicBezTo>
                  <a:cubicBezTo>
                    <a:pt x="1" y="6"/>
                    <a:pt x="0" y="3"/>
                    <a:pt x="1" y="2"/>
                  </a:cubicBezTo>
                  <a:cubicBezTo>
                    <a:pt x="3" y="0"/>
                    <a:pt x="4" y="3"/>
                    <a:pt x="4"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8" name="Freeform 229">
              <a:extLst>
                <a:ext uri="{FF2B5EF4-FFF2-40B4-BE49-F238E27FC236}">
                  <a16:creationId xmlns:a16="http://schemas.microsoft.com/office/drawing/2014/main" id="{820E4192-053E-066A-8903-6996E949DE47}"/>
                </a:ext>
              </a:extLst>
            </p:cNvPr>
            <p:cNvSpPr>
              <a:spLocks/>
            </p:cNvSpPr>
            <p:nvPr/>
          </p:nvSpPr>
          <p:spPr bwMode="auto">
            <a:xfrm>
              <a:off x="2605263" y="3559384"/>
              <a:ext cx="30206" cy="125590"/>
            </a:xfrm>
            <a:custGeom>
              <a:avLst/>
              <a:gdLst/>
              <a:ahLst/>
              <a:cxnLst>
                <a:cxn ang="0">
                  <a:pos x="9" y="11"/>
                </a:cxn>
                <a:cxn ang="0">
                  <a:pos x="9" y="10"/>
                </a:cxn>
                <a:cxn ang="0">
                  <a:pos x="10" y="7"/>
                </a:cxn>
                <a:cxn ang="0">
                  <a:pos x="10" y="5"/>
                </a:cxn>
                <a:cxn ang="0">
                  <a:pos x="10" y="2"/>
                </a:cxn>
                <a:cxn ang="0">
                  <a:pos x="10" y="2"/>
                </a:cxn>
                <a:cxn ang="0">
                  <a:pos x="10" y="2"/>
                </a:cxn>
                <a:cxn ang="0">
                  <a:pos x="9" y="2"/>
                </a:cxn>
                <a:cxn ang="0">
                  <a:pos x="9" y="4"/>
                </a:cxn>
                <a:cxn ang="0">
                  <a:pos x="6" y="4"/>
                </a:cxn>
                <a:cxn ang="0">
                  <a:pos x="1" y="19"/>
                </a:cxn>
                <a:cxn ang="0">
                  <a:pos x="0" y="22"/>
                </a:cxn>
                <a:cxn ang="0">
                  <a:pos x="0" y="24"/>
                </a:cxn>
                <a:cxn ang="0">
                  <a:pos x="4" y="41"/>
                </a:cxn>
                <a:cxn ang="0">
                  <a:pos x="4" y="41"/>
                </a:cxn>
                <a:cxn ang="0">
                  <a:pos x="6" y="34"/>
                </a:cxn>
                <a:cxn ang="0">
                  <a:pos x="9" y="24"/>
                </a:cxn>
                <a:cxn ang="0">
                  <a:pos x="9" y="19"/>
                </a:cxn>
                <a:cxn ang="0">
                  <a:pos x="4" y="22"/>
                </a:cxn>
                <a:cxn ang="0">
                  <a:pos x="4" y="21"/>
                </a:cxn>
                <a:cxn ang="0">
                  <a:pos x="6" y="16"/>
                </a:cxn>
                <a:cxn ang="0">
                  <a:pos x="4" y="16"/>
                </a:cxn>
                <a:cxn ang="0">
                  <a:pos x="6" y="16"/>
                </a:cxn>
                <a:cxn ang="0">
                  <a:pos x="6" y="10"/>
                </a:cxn>
                <a:cxn ang="0">
                  <a:pos x="9" y="11"/>
                </a:cxn>
              </a:cxnLst>
              <a:rect l="0" t="0" r="r" b="b"/>
              <a:pathLst>
                <a:path w="10" h="41">
                  <a:moveTo>
                    <a:pt x="9" y="11"/>
                  </a:moveTo>
                  <a:cubicBezTo>
                    <a:pt x="9" y="10"/>
                    <a:pt x="9" y="10"/>
                    <a:pt x="9" y="10"/>
                  </a:cubicBezTo>
                  <a:cubicBezTo>
                    <a:pt x="9" y="8"/>
                    <a:pt x="9" y="7"/>
                    <a:pt x="10" y="7"/>
                  </a:cubicBezTo>
                  <a:cubicBezTo>
                    <a:pt x="10" y="7"/>
                    <a:pt x="10" y="7"/>
                    <a:pt x="10" y="5"/>
                  </a:cubicBezTo>
                  <a:cubicBezTo>
                    <a:pt x="10" y="5"/>
                    <a:pt x="10" y="4"/>
                    <a:pt x="10" y="2"/>
                  </a:cubicBezTo>
                  <a:cubicBezTo>
                    <a:pt x="10" y="2"/>
                    <a:pt x="10" y="2"/>
                    <a:pt x="10" y="2"/>
                  </a:cubicBezTo>
                  <a:cubicBezTo>
                    <a:pt x="10" y="2"/>
                    <a:pt x="10" y="2"/>
                    <a:pt x="10" y="2"/>
                  </a:cubicBezTo>
                  <a:cubicBezTo>
                    <a:pt x="9" y="2"/>
                    <a:pt x="9" y="0"/>
                    <a:pt x="9" y="2"/>
                  </a:cubicBezTo>
                  <a:cubicBezTo>
                    <a:pt x="9" y="4"/>
                    <a:pt x="9" y="4"/>
                    <a:pt x="9" y="4"/>
                  </a:cubicBezTo>
                  <a:cubicBezTo>
                    <a:pt x="9" y="4"/>
                    <a:pt x="7" y="4"/>
                    <a:pt x="6" y="4"/>
                  </a:cubicBezTo>
                  <a:cubicBezTo>
                    <a:pt x="4" y="7"/>
                    <a:pt x="3" y="17"/>
                    <a:pt x="1" y="19"/>
                  </a:cubicBezTo>
                  <a:cubicBezTo>
                    <a:pt x="3" y="19"/>
                    <a:pt x="0" y="22"/>
                    <a:pt x="0" y="22"/>
                  </a:cubicBezTo>
                  <a:cubicBezTo>
                    <a:pt x="0" y="24"/>
                    <a:pt x="0" y="24"/>
                    <a:pt x="0" y="24"/>
                  </a:cubicBezTo>
                  <a:cubicBezTo>
                    <a:pt x="1" y="28"/>
                    <a:pt x="3" y="34"/>
                    <a:pt x="4" y="41"/>
                  </a:cubicBezTo>
                  <a:cubicBezTo>
                    <a:pt x="4" y="41"/>
                    <a:pt x="4" y="41"/>
                    <a:pt x="4" y="41"/>
                  </a:cubicBezTo>
                  <a:cubicBezTo>
                    <a:pt x="4" y="41"/>
                    <a:pt x="6" y="36"/>
                    <a:pt x="6" y="34"/>
                  </a:cubicBezTo>
                  <a:cubicBezTo>
                    <a:pt x="6" y="30"/>
                    <a:pt x="9" y="25"/>
                    <a:pt x="9" y="24"/>
                  </a:cubicBezTo>
                  <a:cubicBezTo>
                    <a:pt x="9" y="22"/>
                    <a:pt x="9" y="21"/>
                    <a:pt x="9" y="19"/>
                  </a:cubicBezTo>
                  <a:cubicBezTo>
                    <a:pt x="7" y="21"/>
                    <a:pt x="7" y="22"/>
                    <a:pt x="4" y="22"/>
                  </a:cubicBezTo>
                  <a:cubicBezTo>
                    <a:pt x="4" y="21"/>
                    <a:pt x="4" y="21"/>
                    <a:pt x="4" y="21"/>
                  </a:cubicBezTo>
                  <a:cubicBezTo>
                    <a:pt x="4" y="19"/>
                    <a:pt x="7" y="17"/>
                    <a:pt x="6" y="16"/>
                  </a:cubicBezTo>
                  <a:cubicBezTo>
                    <a:pt x="6" y="16"/>
                    <a:pt x="4" y="17"/>
                    <a:pt x="4" y="16"/>
                  </a:cubicBezTo>
                  <a:cubicBezTo>
                    <a:pt x="6" y="16"/>
                    <a:pt x="6" y="16"/>
                    <a:pt x="6" y="16"/>
                  </a:cubicBezTo>
                  <a:cubicBezTo>
                    <a:pt x="6" y="14"/>
                    <a:pt x="4" y="11"/>
                    <a:pt x="6" y="10"/>
                  </a:cubicBezTo>
                  <a:cubicBezTo>
                    <a:pt x="7" y="8"/>
                    <a:pt x="9" y="11"/>
                    <a:pt x="9" y="1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09" name="Freeform 230">
              <a:extLst>
                <a:ext uri="{FF2B5EF4-FFF2-40B4-BE49-F238E27FC236}">
                  <a16:creationId xmlns:a16="http://schemas.microsoft.com/office/drawing/2014/main" id="{4F102630-5DBB-665B-D331-A67344D54388}"/>
                </a:ext>
              </a:extLst>
            </p:cNvPr>
            <p:cNvSpPr>
              <a:spLocks/>
            </p:cNvSpPr>
            <p:nvPr/>
          </p:nvSpPr>
          <p:spPr bwMode="auto">
            <a:xfrm>
              <a:off x="2598904" y="3618205"/>
              <a:ext cx="12718" cy="14307"/>
            </a:xfrm>
            <a:custGeom>
              <a:avLst/>
              <a:gdLst/>
              <a:ahLst/>
              <a:cxnLst>
                <a:cxn ang="0">
                  <a:pos x="3" y="0"/>
                </a:cxn>
                <a:cxn ang="0">
                  <a:pos x="0" y="3"/>
                </a:cxn>
                <a:cxn ang="0">
                  <a:pos x="1" y="5"/>
                </a:cxn>
                <a:cxn ang="0">
                  <a:pos x="1" y="3"/>
                </a:cxn>
                <a:cxn ang="0">
                  <a:pos x="3" y="0"/>
                </a:cxn>
              </a:cxnLst>
              <a:rect l="0" t="0" r="r" b="b"/>
              <a:pathLst>
                <a:path w="4" h="5">
                  <a:moveTo>
                    <a:pt x="3" y="0"/>
                  </a:moveTo>
                  <a:cubicBezTo>
                    <a:pt x="1" y="1"/>
                    <a:pt x="1" y="1"/>
                    <a:pt x="0" y="3"/>
                  </a:cubicBezTo>
                  <a:cubicBezTo>
                    <a:pt x="0" y="3"/>
                    <a:pt x="0" y="5"/>
                    <a:pt x="1" y="5"/>
                  </a:cubicBezTo>
                  <a:cubicBezTo>
                    <a:pt x="1" y="3"/>
                    <a:pt x="1" y="3"/>
                    <a:pt x="1" y="3"/>
                  </a:cubicBezTo>
                  <a:cubicBezTo>
                    <a:pt x="1" y="3"/>
                    <a:pt x="4" y="0"/>
                    <a:pt x="3"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grpSp>
      <p:grpSp>
        <p:nvGrpSpPr>
          <p:cNvPr id="110" name="组合 109">
            <a:extLst>
              <a:ext uri="{FF2B5EF4-FFF2-40B4-BE49-F238E27FC236}">
                <a16:creationId xmlns:a16="http://schemas.microsoft.com/office/drawing/2014/main" id="{20C51E93-61BD-8F44-1AB9-90B804E85FA2}"/>
              </a:ext>
            </a:extLst>
          </p:cNvPr>
          <p:cNvGrpSpPr/>
          <p:nvPr/>
        </p:nvGrpSpPr>
        <p:grpSpPr>
          <a:xfrm>
            <a:off x="3823457" y="2800718"/>
            <a:ext cx="2910872" cy="2185896"/>
            <a:chOff x="2824651" y="2769282"/>
            <a:chExt cx="2910872" cy="2185896"/>
          </a:xfrm>
          <a:solidFill>
            <a:schemeClr val="accent6">
              <a:lumMod val="20000"/>
              <a:lumOff val="80000"/>
            </a:schemeClr>
          </a:solidFill>
        </p:grpSpPr>
        <p:sp>
          <p:nvSpPr>
            <p:cNvPr id="111" name="Freeform 9">
              <a:extLst>
                <a:ext uri="{FF2B5EF4-FFF2-40B4-BE49-F238E27FC236}">
                  <a16:creationId xmlns:a16="http://schemas.microsoft.com/office/drawing/2014/main" id="{8692BF69-52F7-B29B-A180-C50CB32C2008}"/>
                </a:ext>
              </a:extLst>
            </p:cNvPr>
            <p:cNvSpPr>
              <a:spLocks/>
            </p:cNvSpPr>
            <p:nvPr/>
          </p:nvSpPr>
          <p:spPr bwMode="auto">
            <a:xfrm>
              <a:off x="3910464" y="2902821"/>
              <a:ext cx="791706" cy="381538"/>
            </a:xfrm>
            <a:custGeom>
              <a:avLst/>
              <a:gdLst/>
              <a:ahLst/>
              <a:cxnLst>
                <a:cxn ang="0">
                  <a:pos x="230" y="28"/>
                </a:cxn>
                <a:cxn ang="0">
                  <a:pos x="222" y="48"/>
                </a:cxn>
                <a:cxn ang="0">
                  <a:pos x="225" y="53"/>
                </a:cxn>
                <a:cxn ang="0">
                  <a:pos x="234" y="53"/>
                </a:cxn>
                <a:cxn ang="0">
                  <a:pos x="240" y="50"/>
                </a:cxn>
                <a:cxn ang="0">
                  <a:pos x="251" y="56"/>
                </a:cxn>
                <a:cxn ang="0">
                  <a:pos x="255" y="65"/>
                </a:cxn>
                <a:cxn ang="0">
                  <a:pos x="246" y="65"/>
                </a:cxn>
                <a:cxn ang="0">
                  <a:pos x="239" y="65"/>
                </a:cxn>
                <a:cxn ang="0">
                  <a:pos x="228" y="70"/>
                </a:cxn>
                <a:cxn ang="0">
                  <a:pos x="225" y="76"/>
                </a:cxn>
                <a:cxn ang="0">
                  <a:pos x="216" y="80"/>
                </a:cxn>
                <a:cxn ang="0">
                  <a:pos x="207" y="87"/>
                </a:cxn>
                <a:cxn ang="0">
                  <a:pos x="192" y="84"/>
                </a:cxn>
                <a:cxn ang="0">
                  <a:pos x="189" y="92"/>
                </a:cxn>
                <a:cxn ang="0">
                  <a:pos x="192" y="100"/>
                </a:cxn>
                <a:cxn ang="0">
                  <a:pos x="181" y="107"/>
                </a:cxn>
                <a:cxn ang="0">
                  <a:pos x="173" y="114"/>
                </a:cxn>
                <a:cxn ang="0">
                  <a:pos x="169" y="114"/>
                </a:cxn>
                <a:cxn ang="0">
                  <a:pos x="160" y="114"/>
                </a:cxn>
                <a:cxn ang="0">
                  <a:pos x="154" y="115"/>
                </a:cxn>
                <a:cxn ang="0">
                  <a:pos x="138" y="123"/>
                </a:cxn>
                <a:cxn ang="0">
                  <a:pos x="134" y="123"/>
                </a:cxn>
                <a:cxn ang="0">
                  <a:pos x="131" y="120"/>
                </a:cxn>
                <a:cxn ang="0">
                  <a:pos x="117" y="117"/>
                </a:cxn>
                <a:cxn ang="0">
                  <a:pos x="100" y="111"/>
                </a:cxn>
                <a:cxn ang="0">
                  <a:pos x="75" y="111"/>
                </a:cxn>
                <a:cxn ang="0">
                  <a:pos x="69" y="109"/>
                </a:cxn>
                <a:cxn ang="0">
                  <a:pos x="64" y="100"/>
                </a:cxn>
                <a:cxn ang="0">
                  <a:pos x="55" y="92"/>
                </a:cxn>
                <a:cxn ang="0">
                  <a:pos x="38" y="84"/>
                </a:cxn>
                <a:cxn ang="0">
                  <a:pos x="27" y="83"/>
                </a:cxn>
                <a:cxn ang="0">
                  <a:pos x="24" y="76"/>
                </a:cxn>
                <a:cxn ang="0">
                  <a:pos x="26" y="67"/>
                </a:cxn>
                <a:cxn ang="0">
                  <a:pos x="18" y="52"/>
                </a:cxn>
                <a:cxn ang="0">
                  <a:pos x="15" y="50"/>
                </a:cxn>
                <a:cxn ang="0">
                  <a:pos x="9" y="48"/>
                </a:cxn>
                <a:cxn ang="0">
                  <a:pos x="2" y="36"/>
                </a:cxn>
                <a:cxn ang="0">
                  <a:pos x="12" y="31"/>
                </a:cxn>
                <a:cxn ang="0">
                  <a:pos x="21" y="24"/>
                </a:cxn>
                <a:cxn ang="0">
                  <a:pos x="41" y="19"/>
                </a:cxn>
                <a:cxn ang="0">
                  <a:pos x="53" y="22"/>
                </a:cxn>
                <a:cxn ang="0">
                  <a:pos x="84" y="24"/>
                </a:cxn>
                <a:cxn ang="0">
                  <a:pos x="82" y="10"/>
                </a:cxn>
                <a:cxn ang="0">
                  <a:pos x="99" y="5"/>
                </a:cxn>
                <a:cxn ang="0">
                  <a:pos x="116" y="13"/>
                </a:cxn>
                <a:cxn ang="0">
                  <a:pos x="131" y="24"/>
                </a:cxn>
                <a:cxn ang="0">
                  <a:pos x="152" y="25"/>
                </a:cxn>
                <a:cxn ang="0">
                  <a:pos x="170" y="35"/>
                </a:cxn>
                <a:cxn ang="0">
                  <a:pos x="195" y="33"/>
                </a:cxn>
                <a:cxn ang="0">
                  <a:pos x="214" y="24"/>
                </a:cxn>
                <a:cxn ang="0">
                  <a:pos x="230" y="28"/>
                </a:cxn>
              </a:cxnLst>
              <a:rect l="0" t="0" r="r" b="b"/>
              <a:pathLst>
                <a:path w="257" h="124">
                  <a:moveTo>
                    <a:pt x="230" y="28"/>
                  </a:moveTo>
                  <a:cubicBezTo>
                    <a:pt x="219" y="50"/>
                    <a:pt x="225" y="45"/>
                    <a:pt x="222" y="48"/>
                  </a:cubicBezTo>
                  <a:cubicBezTo>
                    <a:pt x="219" y="50"/>
                    <a:pt x="223" y="55"/>
                    <a:pt x="225" y="53"/>
                  </a:cubicBezTo>
                  <a:cubicBezTo>
                    <a:pt x="227" y="52"/>
                    <a:pt x="231" y="52"/>
                    <a:pt x="234" y="53"/>
                  </a:cubicBezTo>
                  <a:cubicBezTo>
                    <a:pt x="237" y="56"/>
                    <a:pt x="234" y="50"/>
                    <a:pt x="240" y="50"/>
                  </a:cubicBezTo>
                  <a:cubicBezTo>
                    <a:pt x="246" y="50"/>
                    <a:pt x="248" y="53"/>
                    <a:pt x="251" y="56"/>
                  </a:cubicBezTo>
                  <a:cubicBezTo>
                    <a:pt x="254" y="59"/>
                    <a:pt x="257" y="64"/>
                    <a:pt x="255" y="65"/>
                  </a:cubicBezTo>
                  <a:cubicBezTo>
                    <a:pt x="252" y="67"/>
                    <a:pt x="248" y="64"/>
                    <a:pt x="246" y="65"/>
                  </a:cubicBezTo>
                  <a:cubicBezTo>
                    <a:pt x="245" y="67"/>
                    <a:pt x="243" y="64"/>
                    <a:pt x="239" y="65"/>
                  </a:cubicBezTo>
                  <a:cubicBezTo>
                    <a:pt x="236" y="69"/>
                    <a:pt x="231" y="67"/>
                    <a:pt x="228" y="70"/>
                  </a:cubicBezTo>
                  <a:cubicBezTo>
                    <a:pt x="225" y="75"/>
                    <a:pt x="228" y="75"/>
                    <a:pt x="225" y="76"/>
                  </a:cubicBezTo>
                  <a:cubicBezTo>
                    <a:pt x="222" y="80"/>
                    <a:pt x="219" y="81"/>
                    <a:pt x="216" y="80"/>
                  </a:cubicBezTo>
                  <a:cubicBezTo>
                    <a:pt x="211" y="80"/>
                    <a:pt x="213" y="84"/>
                    <a:pt x="207" y="87"/>
                  </a:cubicBezTo>
                  <a:cubicBezTo>
                    <a:pt x="199" y="90"/>
                    <a:pt x="196" y="83"/>
                    <a:pt x="192" y="84"/>
                  </a:cubicBezTo>
                  <a:cubicBezTo>
                    <a:pt x="189" y="84"/>
                    <a:pt x="189" y="87"/>
                    <a:pt x="189" y="92"/>
                  </a:cubicBezTo>
                  <a:cubicBezTo>
                    <a:pt x="189" y="95"/>
                    <a:pt x="195" y="98"/>
                    <a:pt x="192" y="100"/>
                  </a:cubicBezTo>
                  <a:cubicBezTo>
                    <a:pt x="187" y="103"/>
                    <a:pt x="185" y="103"/>
                    <a:pt x="181" y="107"/>
                  </a:cubicBezTo>
                  <a:cubicBezTo>
                    <a:pt x="178" y="112"/>
                    <a:pt x="175" y="111"/>
                    <a:pt x="173" y="114"/>
                  </a:cubicBezTo>
                  <a:cubicBezTo>
                    <a:pt x="172" y="115"/>
                    <a:pt x="170" y="112"/>
                    <a:pt x="169" y="114"/>
                  </a:cubicBezTo>
                  <a:cubicBezTo>
                    <a:pt x="166" y="115"/>
                    <a:pt x="166" y="114"/>
                    <a:pt x="160" y="114"/>
                  </a:cubicBezTo>
                  <a:cubicBezTo>
                    <a:pt x="155" y="114"/>
                    <a:pt x="158" y="112"/>
                    <a:pt x="154" y="115"/>
                  </a:cubicBezTo>
                  <a:cubicBezTo>
                    <a:pt x="151" y="118"/>
                    <a:pt x="151" y="115"/>
                    <a:pt x="138" y="123"/>
                  </a:cubicBezTo>
                  <a:cubicBezTo>
                    <a:pt x="137" y="124"/>
                    <a:pt x="137" y="121"/>
                    <a:pt x="134" y="123"/>
                  </a:cubicBezTo>
                  <a:cubicBezTo>
                    <a:pt x="132" y="123"/>
                    <a:pt x="135" y="118"/>
                    <a:pt x="131" y="120"/>
                  </a:cubicBezTo>
                  <a:cubicBezTo>
                    <a:pt x="126" y="123"/>
                    <a:pt x="120" y="117"/>
                    <a:pt x="117" y="117"/>
                  </a:cubicBezTo>
                  <a:cubicBezTo>
                    <a:pt x="114" y="117"/>
                    <a:pt x="111" y="111"/>
                    <a:pt x="100" y="111"/>
                  </a:cubicBezTo>
                  <a:cubicBezTo>
                    <a:pt x="90" y="112"/>
                    <a:pt x="88" y="112"/>
                    <a:pt x="75" y="111"/>
                  </a:cubicBezTo>
                  <a:cubicBezTo>
                    <a:pt x="72" y="109"/>
                    <a:pt x="69" y="112"/>
                    <a:pt x="69" y="109"/>
                  </a:cubicBezTo>
                  <a:cubicBezTo>
                    <a:pt x="67" y="104"/>
                    <a:pt x="65" y="107"/>
                    <a:pt x="64" y="100"/>
                  </a:cubicBezTo>
                  <a:cubicBezTo>
                    <a:pt x="62" y="93"/>
                    <a:pt x="64" y="100"/>
                    <a:pt x="55" y="92"/>
                  </a:cubicBezTo>
                  <a:cubicBezTo>
                    <a:pt x="47" y="84"/>
                    <a:pt x="43" y="84"/>
                    <a:pt x="38" y="84"/>
                  </a:cubicBezTo>
                  <a:cubicBezTo>
                    <a:pt x="34" y="84"/>
                    <a:pt x="31" y="83"/>
                    <a:pt x="27" y="83"/>
                  </a:cubicBezTo>
                  <a:cubicBezTo>
                    <a:pt x="23" y="83"/>
                    <a:pt x="23" y="78"/>
                    <a:pt x="24" y="76"/>
                  </a:cubicBezTo>
                  <a:cubicBezTo>
                    <a:pt x="27" y="72"/>
                    <a:pt x="24" y="73"/>
                    <a:pt x="26" y="67"/>
                  </a:cubicBezTo>
                  <a:cubicBezTo>
                    <a:pt x="27" y="61"/>
                    <a:pt x="20" y="55"/>
                    <a:pt x="18" y="52"/>
                  </a:cubicBezTo>
                  <a:cubicBezTo>
                    <a:pt x="18" y="50"/>
                    <a:pt x="17" y="53"/>
                    <a:pt x="15" y="50"/>
                  </a:cubicBezTo>
                  <a:cubicBezTo>
                    <a:pt x="14" y="47"/>
                    <a:pt x="12" y="52"/>
                    <a:pt x="9" y="48"/>
                  </a:cubicBezTo>
                  <a:cubicBezTo>
                    <a:pt x="5" y="47"/>
                    <a:pt x="0" y="41"/>
                    <a:pt x="2" y="36"/>
                  </a:cubicBezTo>
                  <a:cubicBezTo>
                    <a:pt x="6" y="30"/>
                    <a:pt x="5" y="35"/>
                    <a:pt x="12" y="31"/>
                  </a:cubicBezTo>
                  <a:cubicBezTo>
                    <a:pt x="18" y="30"/>
                    <a:pt x="12" y="28"/>
                    <a:pt x="21" y="24"/>
                  </a:cubicBezTo>
                  <a:cubicBezTo>
                    <a:pt x="31" y="19"/>
                    <a:pt x="37" y="16"/>
                    <a:pt x="41" y="19"/>
                  </a:cubicBezTo>
                  <a:cubicBezTo>
                    <a:pt x="46" y="22"/>
                    <a:pt x="52" y="16"/>
                    <a:pt x="53" y="22"/>
                  </a:cubicBezTo>
                  <a:cubicBezTo>
                    <a:pt x="55" y="27"/>
                    <a:pt x="81" y="31"/>
                    <a:pt x="84" y="24"/>
                  </a:cubicBezTo>
                  <a:cubicBezTo>
                    <a:pt x="85" y="17"/>
                    <a:pt x="76" y="17"/>
                    <a:pt x="82" y="10"/>
                  </a:cubicBezTo>
                  <a:cubicBezTo>
                    <a:pt x="88" y="0"/>
                    <a:pt x="85" y="0"/>
                    <a:pt x="99" y="5"/>
                  </a:cubicBezTo>
                  <a:cubicBezTo>
                    <a:pt x="111" y="11"/>
                    <a:pt x="116" y="5"/>
                    <a:pt x="116" y="13"/>
                  </a:cubicBezTo>
                  <a:cubicBezTo>
                    <a:pt x="116" y="21"/>
                    <a:pt x="123" y="27"/>
                    <a:pt x="131" y="24"/>
                  </a:cubicBezTo>
                  <a:cubicBezTo>
                    <a:pt x="140" y="21"/>
                    <a:pt x="141" y="21"/>
                    <a:pt x="152" y="25"/>
                  </a:cubicBezTo>
                  <a:cubicBezTo>
                    <a:pt x="163" y="28"/>
                    <a:pt x="157" y="31"/>
                    <a:pt x="170" y="35"/>
                  </a:cubicBezTo>
                  <a:cubicBezTo>
                    <a:pt x="190" y="39"/>
                    <a:pt x="182" y="31"/>
                    <a:pt x="195" y="33"/>
                  </a:cubicBezTo>
                  <a:cubicBezTo>
                    <a:pt x="207" y="33"/>
                    <a:pt x="204" y="17"/>
                    <a:pt x="214" y="24"/>
                  </a:cubicBezTo>
                  <a:cubicBezTo>
                    <a:pt x="223" y="30"/>
                    <a:pt x="223" y="24"/>
                    <a:pt x="230" y="2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12" name="Freeform 10">
              <a:extLst>
                <a:ext uri="{FF2B5EF4-FFF2-40B4-BE49-F238E27FC236}">
                  <a16:creationId xmlns:a16="http://schemas.microsoft.com/office/drawing/2014/main" id="{294D6A70-119E-38B8-CA99-C16EEF04096F}"/>
                </a:ext>
              </a:extLst>
            </p:cNvPr>
            <p:cNvSpPr>
              <a:spLocks/>
            </p:cNvSpPr>
            <p:nvPr/>
          </p:nvSpPr>
          <p:spPr bwMode="auto">
            <a:xfrm>
              <a:off x="3557535" y="2850359"/>
              <a:ext cx="1511872" cy="1130306"/>
            </a:xfrm>
            <a:custGeom>
              <a:avLst/>
              <a:gdLst/>
              <a:ahLst/>
              <a:cxnLst>
                <a:cxn ang="0">
                  <a:pos x="441" y="136"/>
                </a:cxn>
                <a:cxn ang="0">
                  <a:pos x="427" y="142"/>
                </a:cxn>
                <a:cxn ang="0">
                  <a:pos x="414" y="150"/>
                </a:cxn>
                <a:cxn ang="0">
                  <a:pos x="398" y="160"/>
                </a:cxn>
                <a:cxn ang="0">
                  <a:pos x="383" y="171"/>
                </a:cxn>
                <a:cxn ang="0">
                  <a:pos x="382" y="160"/>
                </a:cxn>
                <a:cxn ang="0">
                  <a:pos x="376" y="151"/>
                </a:cxn>
                <a:cxn ang="0">
                  <a:pos x="351" y="168"/>
                </a:cxn>
                <a:cxn ang="0">
                  <a:pos x="365" y="190"/>
                </a:cxn>
                <a:cxn ang="0">
                  <a:pos x="383" y="187"/>
                </a:cxn>
                <a:cxn ang="0">
                  <a:pos x="385" y="193"/>
                </a:cxn>
                <a:cxn ang="0">
                  <a:pos x="371" y="204"/>
                </a:cxn>
                <a:cxn ang="0">
                  <a:pos x="379" y="240"/>
                </a:cxn>
                <a:cxn ang="0">
                  <a:pos x="371" y="246"/>
                </a:cxn>
                <a:cxn ang="0">
                  <a:pos x="383" y="257"/>
                </a:cxn>
                <a:cxn ang="0">
                  <a:pos x="386" y="268"/>
                </a:cxn>
                <a:cxn ang="0">
                  <a:pos x="380" y="285"/>
                </a:cxn>
                <a:cxn ang="0">
                  <a:pos x="368" y="300"/>
                </a:cxn>
                <a:cxn ang="0">
                  <a:pos x="365" y="313"/>
                </a:cxn>
                <a:cxn ang="0">
                  <a:pos x="357" y="322"/>
                </a:cxn>
                <a:cxn ang="0">
                  <a:pos x="345" y="333"/>
                </a:cxn>
                <a:cxn ang="0">
                  <a:pos x="335" y="342"/>
                </a:cxn>
                <a:cxn ang="0">
                  <a:pos x="325" y="345"/>
                </a:cxn>
                <a:cxn ang="0">
                  <a:pos x="316" y="347"/>
                </a:cxn>
                <a:cxn ang="0">
                  <a:pos x="303" y="353"/>
                </a:cxn>
                <a:cxn ang="0">
                  <a:pos x="290" y="364"/>
                </a:cxn>
                <a:cxn ang="0">
                  <a:pos x="287" y="353"/>
                </a:cxn>
                <a:cxn ang="0">
                  <a:pos x="277" y="353"/>
                </a:cxn>
                <a:cxn ang="0">
                  <a:pos x="265" y="342"/>
                </a:cxn>
                <a:cxn ang="0">
                  <a:pos x="245" y="341"/>
                </a:cxn>
                <a:cxn ang="0">
                  <a:pos x="233" y="341"/>
                </a:cxn>
                <a:cxn ang="0">
                  <a:pos x="220" y="353"/>
                </a:cxn>
                <a:cxn ang="0">
                  <a:pos x="205" y="345"/>
                </a:cxn>
                <a:cxn ang="0">
                  <a:pos x="195" y="328"/>
                </a:cxn>
                <a:cxn ang="0">
                  <a:pos x="201" y="310"/>
                </a:cxn>
                <a:cxn ang="0">
                  <a:pos x="190" y="285"/>
                </a:cxn>
                <a:cxn ang="0">
                  <a:pos x="176" y="274"/>
                </a:cxn>
                <a:cxn ang="0">
                  <a:pos x="144" y="289"/>
                </a:cxn>
                <a:cxn ang="0">
                  <a:pos x="126" y="289"/>
                </a:cxn>
                <a:cxn ang="0">
                  <a:pos x="105" y="286"/>
                </a:cxn>
                <a:cxn ang="0">
                  <a:pos x="93" y="280"/>
                </a:cxn>
                <a:cxn ang="0">
                  <a:pos x="67" y="261"/>
                </a:cxn>
                <a:cxn ang="0">
                  <a:pos x="41" y="241"/>
                </a:cxn>
                <a:cxn ang="0">
                  <a:pos x="47" y="223"/>
                </a:cxn>
                <a:cxn ang="0">
                  <a:pos x="45" y="202"/>
                </a:cxn>
                <a:cxn ang="0">
                  <a:pos x="21" y="196"/>
                </a:cxn>
                <a:cxn ang="0">
                  <a:pos x="12" y="179"/>
                </a:cxn>
                <a:cxn ang="0">
                  <a:pos x="7" y="157"/>
                </a:cxn>
                <a:cxn ang="0">
                  <a:pos x="39" y="143"/>
                </a:cxn>
                <a:cxn ang="0">
                  <a:pos x="56" y="106"/>
                </a:cxn>
                <a:cxn ang="0">
                  <a:pos x="76" y="78"/>
                </a:cxn>
                <a:cxn ang="0">
                  <a:pos x="111" y="55"/>
                </a:cxn>
                <a:cxn ang="0">
                  <a:pos x="140" y="84"/>
                </a:cxn>
                <a:cxn ang="0">
                  <a:pos x="178" y="117"/>
                </a:cxn>
                <a:cxn ang="0">
                  <a:pos x="245" y="137"/>
                </a:cxn>
                <a:cxn ang="0">
                  <a:pos x="283" y="131"/>
                </a:cxn>
                <a:cxn ang="0">
                  <a:pos x="306" y="101"/>
                </a:cxn>
                <a:cxn ang="0">
                  <a:pos x="353" y="83"/>
                </a:cxn>
                <a:cxn ang="0">
                  <a:pos x="348" y="70"/>
                </a:cxn>
                <a:cxn ang="0">
                  <a:pos x="373" y="24"/>
                </a:cxn>
                <a:cxn ang="0">
                  <a:pos x="441" y="50"/>
                </a:cxn>
                <a:cxn ang="0">
                  <a:pos x="481" y="64"/>
                </a:cxn>
                <a:cxn ang="0">
                  <a:pos x="458" y="123"/>
                </a:cxn>
              </a:cxnLst>
              <a:rect l="0" t="0" r="r" b="b"/>
              <a:pathLst>
                <a:path w="490" h="367">
                  <a:moveTo>
                    <a:pt x="453" y="131"/>
                  </a:moveTo>
                  <a:cubicBezTo>
                    <a:pt x="453" y="128"/>
                    <a:pt x="453" y="131"/>
                    <a:pt x="452" y="129"/>
                  </a:cubicBezTo>
                  <a:cubicBezTo>
                    <a:pt x="450" y="128"/>
                    <a:pt x="452" y="126"/>
                    <a:pt x="449" y="125"/>
                  </a:cubicBezTo>
                  <a:cubicBezTo>
                    <a:pt x="446" y="125"/>
                    <a:pt x="449" y="132"/>
                    <a:pt x="446" y="131"/>
                  </a:cubicBezTo>
                  <a:cubicBezTo>
                    <a:pt x="443" y="131"/>
                    <a:pt x="444" y="134"/>
                    <a:pt x="441" y="136"/>
                  </a:cubicBezTo>
                  <a:cubicBezTo>
                    <a:pt x="440" y="137"/>
                    <a:pt x="441" y="136"/>
                    <a:pt x="438" y="136"/>
                  </a:cubicBezTo>
                  <a:cubicBezTo>
                    <a:pt x="436" y="137"/>
                    <a:pt x="433" y="134"/>
                    <a:pt x="433" y="137"/>
                  </a:cubicBezTo>
                  <a:cubicBezTo>
                    <a:pt x="433" y="140"/>
                    <a:pt x="436" y="140"/>
                    <a:pt x="435" y="142"/>
                  </a:cubicBezTo>
                  <a:cubicBezTo>
                    <a:pt x="433" y="143"/>
                    <a:pt x="433" y="142"/>
                    <a:pt x="432" y="142"/>
                  </a:cubicBezTo>
                  <a:cubicBezTo>
                    <a:pt x="430" y="143"/>
                    <a:pt x="429" y="142"/>
                    <a:pt x="427" y="142"/>
                  </a:cubicBezTo>
                  <a:cubicBezTo>
                    <a:pt x="426" y="142"/>
                    <a:pt x="426" y="137"/>
                    <a:pt x="424" y="139"/>
                  </a:cubicBezTo>
                  <a:cubicBezTo>
                    <a:pt x="423" y="140"/>
                    <a:pt x="424" y="139"/>
                    <a:pt x="423" y="140"/>
                  </a:cubicBezTo>
                  <a:cubicBezTo>
                    <a:pt x="421" y="142"/>
                    <a:pt x="423" y="142"/>
                    <a:pt x="421" y="143"/>
                  </a:cubicBezTo>
                  <a:cubicBezTo>
                    <a:pt x="420" y="145"/>
                    <a:pt x="418" y="148"/>
                    <a:pt x="417" y="148"/>
                  </a:cubicBezTo>
                  <a:cubicBezTo>
                    <a:pt x="414" y="148"/>
                    <a:pt x="415" y="150"/>
                    <a:pt x="414" y="150"/>
                  </a:cubicBezTo>
                  <a:cubicBezTo>
                    <a:pt x="412" y="150"/>
                    <a:pt x="414" y="151"/>
                    <a:pt x="412" y="151"/>
                  </a:cubicBezTo>
                  <a:cubicBezTo>
                    <a:pt x="409" y="153"/>
                    <a:pt x="411" y="153"/>
                    <a:pt x="409" y="153"/>
                  </a:cubicBezTo>
                  <a:cubicBezTo>
                    <a:pt x="408" y="153"/>
                    <a:pt x="406" y="156"/>
                    <a:pt x="405" y="157"/>
                  </a:cubicBezTo>
                  <a:cubicBezTo>
                    <a:pt x="405" y="159"/>
                    <a:pt x="405" y="159"/>
                    <a:pt x="405" y="159"/>
                  </a:cubicBezTo>
                  <a:cubicBezTo>
                    <a:pt x="401" y="162"/>
                    <a:pt x="400" y="159"/>
                    <a:pt x="398" y="160"/>
                  </a:cubicBezTo>
                  <a:cubicBezTo>
                    <a:pt x="397" y="162"/>
                    <a:pt x="397" y="159"/>
                    <a:pt x="395" y="162"/>
                  </a:cubicBezTo>
                  <a:cubicBezTo>
                    <a:pt x="395" y="164"/>
                    <a:pt x="392" y="162"/>
                    <a:pt x="391" y="164"/>
                  </a:cubicBezTo>
                  <a:cubicBezTo>
                    <a:pt x="389" y="165"/>
                    <a:pt x="388" y="165"/>
                    <a:pt x="386" y="168"/>
                  </a:cubicBezTo>
                  <a:cubicBezTo>
                    <a:pt x="386" y="171"/>
                    <a:pt x="383" y="170"/>
                    <a:pt x="383" y="170"/>
                  </a:cubicBezTo>
                  <a:cubicBezTo>
                    <a:pt x="383" y="170"/>
                    <a:pt x="385" y="171"/>
                    <a:pt x="383" y="171"/>
                  </a:cubicBezTo>
                  <a:cubicBezTo>
                    <a:pt x="380" y="171"/>
                    <a:pt x="379" y="174"/>
                    <a:pt x="379" y="171"/>
                  </a:cubicBezTo>
                  <a:cubicBezTo>
                    <a:pt x="379" y="168"/>
                    <a:pt x="379" y="171"/>
                    <a:pt x="380" y="170"/>
                  </a:cubicBezTo>
                  <a:cubicBezTo>
                    <a:pt x="382" y="167"/>
                    <a:pt x="382" y="170"/>
                    <a:pt x="383" y="168"/>
                  </a:cubicBezTo>
                  <a:cubicBezTo>
                    <a:pt x="383" y="165"/>
                    <a:pt x="380" y="164"/>
                    <a:pt x="380" y="164"/>
                  </a:cubicBezTo>
                  <a:cubicBezTo>
                    <a:pt x="379" y="164"/>
                    <a:pt x="382" y="162"/>
                    <a:pt x="382" y="160"/>
                  </a:cubicBezTo>
                  <a:cubicBezTo>
                    <a:pt x="380" y="160"/>
                    <a:pt x="383" y="160"/>
                    <a:pt x="386" y="156"/>
                  </a:cubicBezTo>
                  <a:cubicBezTo>
                    <a:pt x="388" y="153"/>
                    <a:pt x="388" y="153"/>
                    <a:pt x="386" y="151"/>
                  </a:cubicBezTo>
                  <a:cubicBezTo>
                    <a:pt x="383" y="148"/>
                    <a:pt x="385" y="148"/>
                    <a:pt x="383" y="148"/>
                  </a:cubicBezTo>
                  <a:cubicBezTo>
                    <a:pt x="382" y="150"/>
                    <a:pt x="380" y="146"/>
                    <a:pt x="379" y="148"/>
                  </a:cubicBezTo>
                  <a:cubicBezTo>
                    <a:pt x="376" y="150"/>
                    <a:pt x="379" y="150"/>
                    <a:pt x="376" y="151"/>
                  </a:cubicBezTo>
                  <a:cubicBezTo>
                    <a:pt x="374" y="154"/>
                    <a:pt x="376" y="156"/>
                    <a:pt x="373" y="156"/>
                  </a:cubicBezTo>
                  <a:cubicBezTo>
                    <a:pt x="371" y="157"/>
                    <a:pt x="363" y="160"/>
                    <a:pt x="363" y="164"/>
                  </a:cubicBezTo>
                  <a:cubicBezTo>
                    <a:pt x="363" y="167"/>
                    <a:pt x="362" y="168"/>
                    <a:pt x="359" y="168"/>
                  </a:cubicBezTo>
                  <a:cubicBezTo>
                    <a:pt x="357" y="167"/>
                    <a:pt x="357" y="171"/>
                    <a:pt x="356" y="168"/>
                  </a:cubicBezTo>
                  <a:cubicBezTo>
                    <a:pt x="354" y="167"/>
                    <a:pt x="351" y="167"/>
                    <a:pt x="351" y="168"/>
                  </a:cubicBezTo>
                  <a:cubicBezTo>
                    <a:pt x="351" y="170"/>
                    <a:pt x="350" y="171"/>
                    <a:pt x="351" y="174"/>
                  </a:cubicBezTo>
                  <a:cubicBezTo>
                    <a:pt x="351" y="178"/>
                    <a:pt x="353" y="178"/>
                    <a:pt x="354" y="178"/>
                  </a:cubicBezTo>
                  <a:cubicBezTo>
                    <a:pt x="354" y="179"/>
                    <a:pt x="357" y="179"/>
                    <a:pt x="359" y="179"/>
                  </a:cubicBezTo>
                  <a:cubicBezTo>
                    <a:pt x="360" y="178"/>
                    <a:pt x="363" y="182"/>
                    <a:pt x="362" y="184"/>
                  </a:cubicBezTo>
                  <a:cubicBezTo>
                    <a:pt x="360" y="185"/>
                    <a:pt x="362" y="190"/>
                    <a:pt x="365" y="190"/>
                  </a:cubicBezTo>
                  <a:cubicBezTo>
                    <a:pt x="370" y="190"/>
                    <a:pt x="370" y="190"/>
                    <a:pt x="370" y="188"/>
                  </a:cubicBezTo>
                  <a:cubicBezTo>
                    <a:pt x="368" y="187"/>
                    <a:pt x="371" y="187"/>
                    <a:pt x="373" y="185"/>
                  </a:cubicBezTo>
                  <a:cubicBezTo>
                    <a:pt x="373" y="182"/>
                    <a:pt x="377" y="182"/>
                    <a:pt x="379" y="184"/>
                  </a:cubicBezTo>
                  <a:cubicBezTo>
                    <a:pt x="379" y="184"/>
                    <a:pt x="379" y="185"/>
                    <a:pt x="380" y="185"/>
                  </a:cubicBezTo>
                  <a:cubicBezTo>
                    <a:pt x="382" y="184"/>
                    <a:pt x="380" y="185"/>
                    <a:pt x="383" y="187"/>
                  </a:cubicBezTo>
                  <a:cubicBezTo>
                    <a:pt x="388" y="187"/>
                    <a:pt x="385" y="184"/>
                    <a:pt x="388" y="185"/>
                  </a:cubicBezTo>
                  <a:cubicBezTo>
                    <a:pt x="388" y="187"/>
                    <a:pt x="392" y="187"/>
                    <a:pt x="391" y="188"/>
                  </a:cubicBezTo>
                  <a:cubicBezTo>
                    <a:pt x="388" y="192"/>
                    <a:pt x="392" y="192"/>
                    <a:pt x="389" y="193"/>
                  </a:cubicBezTo>
                  <a:cubicBezTo>
                    <a:pt x="386" y="195"/>
                    <a:pt x="388" y="192"/>
                    <a:pt x="386" y="192"/>
                  </a:cubicBezTo>
                  <a:cubicBezTo>
                    <a:pt x="385" y="193"/>
                    <a:pt x="386" y="190"/>
                    <a:pt x="385" y="193"/>
                  </a:cubicBezTo>
                  <a:cubicBezTo>
                    <a:pt x="382" y="195"/>
                    <a:pt x="382" y="193"/>
                    <a:pt x="380" y="195"/>
                  </a:cubicBezTo>
                  <a:cubicBezTo>
                    <a:pt x="377" y="196"/>
                    <a:pt x="377" y="198"/>
                    <a:pt x="377" y="198"/>
                  </a:cubicBezTo>
                  <a:cubicBezTo>
                    <a:pt x="376" y="198"/>
                    <a:pt x="376" y="201"/>
                    <a:pt x="374" y="201"/>
                  </a:cubicBezTo>
                  <a:cubicBezTo>
                    <a:pt x="371" y="202"/>
                    <a:pt x="373" y="199"/>
                    <a:pt x="371" y="199"/>
                  </a:cubicBezTo>
                  <a:cubicBezTo>
                    <a:pt x="370" y="201"/>
                    <a:pt x="373" y="202"/>
                    <a:pt x="371" y="204"/>
                  </a:cubicBezTo>
                  <a:cubicBezTo>
                    <a:pt x="370" y="204"/>
                    <a:pt x="371" y="206"/>
                    <a:pt x="368" y="206"/>
                  </a:cubicBezTo>
                  <a:cubicBezTo>
                    <a:pt x="366" y="207"/>
                    <a:pt x="360" y="216"/>
                    <a:pt x="363" y="215"/>
                  </a:cubicBezTo>
                  <a:cubicBezTo>
                    <a:pt x="368" y="215"/>
                    <a:pt x="365" y="218"/>
                    <a:pt x="370" y="220"/>
                  </a:cubicBezTo>
                  <a:cubicBezTo>
                    <a:pt x="374" y="221"/>
                    <a:pt x="373" y="227"/>
                    <a:pt x="376" y="232"/>
                  </a:cubicBezTo>
                  <a:cubicBezTo>
                    <a:pt x="379" y="237"/>
                    <a:pt x="376" y="237"/>
                    <a:pt x="379" y="240"/>
                  </a:cubicBezTo>
                  <a:cubicBezTo>
                    <a:pt x="382" y="241"/>
                    <a:pt x="380" y="241"/>
                    <a:pt x="382" y="244"/>
                  </a:cubicBezTo>
                  <a:cubicBezTo>
                    <a:pt x="385" y="246"/>
                    <a:pt x="386" y="249"/>
                    <a:pt x="383" y="247"/>
                  </a:cubicBezTo>
                  <a:cubicBezTo>
                    <a:pt x="379" y="246"/>
                    <a:pt x="379" y="247"/>
                    <a:pt x="377" y="246"/>
                  </a:cubicBezTo>
                  <a:cubicBezTo>
                    <a:pt x="376" y="246"/>
                    <a:pt x="377" y="244"/>
                    <a:pt x="376" y="244"/>
                  </a:cubicBezTo>
                  <a:cubicBezTo>
                    <a:pt x="374" y="243"/>
                    <a:pt x="373" y="246"/>
                    <a:pt x="371" y="246"/>
                  </a:cubicBezTo>
                  <a:cubicBezTo>
                    <a:pt x="370" y="244"/>
                    <a:pt x="368" y="240"/>
                    <a:pt x="368" y="241"/>
                  </a:cubicBezTo>
                  <a:cubicBezTo>
                    <a:pt x="366" y="243"/>
                    <a:pt x="371" y="247"/>
                    <a:pt x="374" y="244"/>
                  </a:cubicBezTo>
                  <a:cubicBezTo>
                    <a:pt x="374" y="244"/>
                    <a:pt x="377" y="246"/>
                    <a:pt x="376" y="246"/>
                  </a:cubicBezTo>
                  <a:cubicBezTo>
                    <a:pt x="376" y="247"/>
                    <a:pt x="377" y="247"/>
                    <a:pt x="380" y="251"/>
                  </a:cubicBezTo>
                  <a:cubicBezTo>
                    <a:pt x="383" y="254"/>
                    <a:pt x="386" y="257"/>
                    <a:pt x="383" y="257"/>
                  </a:cubicBezTo>
                  <a:cubicBezTo>
                    <a:pt x="382" y="257"/>
                    <a:pt x="377" y="260"/>
                    <a:pt x="377" y="261"/>
                  </a:cubicBezTo>
                  <a:cubicBezTo>
                    <a:pt x="377" y="263"/>
                    <a:pt x="374" y="260"/>
                    <a:pt x="373" y="263"/>
                  </a:cubicBezTo>
                  <a:cubicBezTo>
                    <a:pt x="373" y="265"/>
                    <a:pt x="374" y="261"/>
                    <a:pt x="374" y="263"/>
                  </a:cubicBezTo>
                  <a:cubicBezTo>
                    <a:pt x="376" y="268"/>
                    <a:pt x="379" y="260"/>
                    <a:pt x="382" y="265"/>
                  </a:cubicBezTo>
                  <a:cubicBezTo>
                    <a:pt x="385" y="268"/>
                    <a:pt x="388" y="266"/>
                    <a:pt x="386" y="268"/>
                  </a:cubicBezTo>
                  <a:cubicBezTo>
                    <a:pt x="382" y="271"/>
                    <a:pt x="385" y="268"/>
                    <a:pt x="385" y="272"/>
                  </a:cubicBezTo>
                  <a:cubicBezTo>
                    <a:pt x="386" y="277"/>
                    <a:pt x="380" y="274"/>
                    <a:pt x="383" y="275"/>
                  </a:cubicBezTo>
                  <a:cubicBezTo>
                    <a:pt x="385" y="277"/>
                    <a:pt x="382" y="277"/>
                    <a:pt x="383" y="279"/>
                  </a:cubicBezTo>
                  <a:cubicBezTo>
                    <a:pt x="383" y="280"/>
                    <a:pt x="380" y="279"/>
                    <a:pt x="382" y="282"/>
                  </a:cubicBezTo>
                  <a:cubicBezTo>
                    <a:pt x="383" y="285"/>
                    <a:pt x="382" y="283"/>
                    <a:pt x="380" y="285"/>
                  </a:cubicBezTo>
                  <a:cubicBezTo>
                    <a:pt x="380" y="286"/>
                    <a:pt x="380" y="280"/>
                    <a:pt x="379" y="285"/>
                  </a:cubicBezTo>
                  <a:cubicBezTo>
                    <a:pt x="377" y="289"/>
                    <a:pt x="374" y="289"/>
                    <a:pt x="374" y="291"/>
                  </a:cubicBezTo>
                  <a:cubicBezTo>
                    <a:pt x="376" y="293"/>
                    <a:pt x="373" y="297"/>
                    <a:pt x="371" y="299"/>
                  </a:cubicBezTo>
                  <a:cubicBezTo>
                    <a:pt x="370" y="299"/>
                    <a:pt x="373" y="300"/>
                    <a:pt x="370" y="302"/>
                  </a:cubicBezTo>
                  <a:cubicBezTo>
                    <a:pt x="368" y="302"/>
                    <a:pt x="370" y="299"/>
                    <a:pt x="368" y="300"/>
                  </a:cubicBezTo>
                  <a:cubicBezTo>
                    <a:pt x="365" y="300"/>
                    <a:pt x="368" y="300"/>
                    <a:pt x="368" y="302"/>
                  </a:cubicBezTo>
                  <a:cubicBezTo>
                    <a:pt x="370" y="305"/>
                    <a:pt x="371" y="303"/>
                    <a:pt x="368" y="303"/>
                  </a:cubicBezTo>
                  <a:cubicBezTo>
                    <a:pt x="366" y="305"/>
                    <a:pt x="365" y="308"/>
                    <a:pt x="366" y="307"/>
                  </a:cubicBezTo>
                  <a:cubicBezTo>
                    <a:pt x="370" y="307"/>
                    <a:pt x="365" y="310"/>
                    <a:pt x="366" y="313"/>
                  </a:cubicBezTo>
                  <a:cubicBezTo>
                    <a:pt x="368" y="314"/>
                    <a:pt x="366" y="316"/>
                    <a:pt x="365" y="313"/>
                  </a:cubicBezTo>
                  <a:cubicBezTo>
                    <a:pt x="363" y="311"/>
                    <a:pt x="362" y="313"/>
                    <a:pt x="363" y="314"/>
                  </a:cubicBezTo>
                  <a:cubicBezTo>
                    <a:pt x="363" y="314"/>
                    <a:pt x="366" y="314"/>
                    <a:pt x="363" y="316"/>
                  </a:cubicBezTo>
                  <a:cubicBezTo>
                    <a:pt x="362" y="317"/>
                    <a:pt x="362" y="314"/>
                    <a:pt x="360" y="316"/>
                  </a:cubicBezTo>
                  <a:cubicBezTo>
                    <a:pt x="360" y="317"/>
                    <a:pt x="363" y="317"/>
                    <a:pt x="362" y="319"/>
                  </a:cubicBezTo>
                  <a:cubicBezTo>
                    <a:pt x="359" y="320"/>
                    <a:pt x="359" y="324"/>
                    <a:pt x="357" y="322"/>
                  </a:cubicBezTo>
                  <a:cubicBezTo>
                    <a:pt x="356" y="320"/>
                    <a:pt x="356" y="324"/>
                    <a:pt x="356" y="322"/>
                  </a:cubicBezTo>
                  <a:cubicBezTo>
                    <a:pt x="354" y="320"/>
                    <a:pt x="354" y="324"/>
                    <a:pt x="354" y="324"/>
                  </a:cubicBezTo>
                  <a:cubicBezTo>
                    <a:pt x="356" y="325"/>
                    <a:pt x="353" y="328"/>
                    <a:pt x="351" y="330"/>
                  </a:cubicBezTo>
                  <a:cubicBezTo>
                    <a:pt x="350" y="331"/>
                    <a:pt x="351" y="328"/>
                    <a:pt x="348" y="330"/>
                  </a:cubicBezTo>
                  <a:cubicBezTo>
                    <a:pt x="347" y="333"/>
                    <a:pt x="347" y="330"/>
                    <a:pt x="345" y="333"/>
                  </a:cubicBezTo>
                  <a:cubicBezTo>
                    <a:pt x="344" y="335"/>
                    <a:pt x="342" y="335"/>
                    <a:pt x="344" y="335"/>
                  </a:cubicBezTo>
                  <a:cubicBezTo>
                    <a:pt x="345" y="336"/>
                    <a:pt x="342" y="336"/>
                    <a:pt x="342" y="338"/>
                  </a:cubicBezTo>
                  <a:cubicBezTo>
                    <a:pt x="342" y="339"/>
                    <a:pt x="341" y="339"/>
                    <a:pt x="338" y="341"/>
                  </a:cubicBezTo>
                  <a:cubicBezTo>
                    <a:pt x="336" y="342"/>
                    <a:pt x="336" y="339"/>
                    <a:pt x="335" y="339"/>
                  </a:cubicBezTo>
                  <a:cubicBezTo>
                    <a:pt x="335" y="339"/>
                    <a:pt x="336" y="342"/>
                    <a:pt x="335" y="342"/>
                  </a:cubicBezTo>
                  <a:cubicBezTo>
                    <a:pt x="333" y="341"/>
                    <a:pt x="331" y="339"/>
                    <a:pt x="330" y="342"/>
                  </a:cubicBezTo>
                  <a:cubicBezTo>
                    <a:pt x="328" y="344"/>
                    <a:pt x="328" y="339"/>
                    <a:pt x="327" y="341"/>
                  </a:cubicBezTo>
                  <a:cubicBezTo>
                    <a:pt x="325" y="341"/>
                    <a:pt x="328" y="342"/>
                    <a:pt x="327" y="344"/>
                  </a:cubicBezTo>
                  <a:cubicBezTo>
                    <a:pt x="325" y="344"/>
                    <a:pt x="325" y="341"/>
                    <a:pt x="325" y="342"/>
                  </a:cubicBezTo>
                  <a:cubicBezTo>
                    <a:pt x="324" y="344"/>
                    <a:pt x="325" y="344"/>
                    <a:pt x="325" y="345"/>
                  </a:cubicBezTo>
                  <a:cubicBezTo>
                    <a:pt x="324" y="345"/>
                    <a:pt x="324" y="345"/>
                    <a:pt x="322" y="345"/>
                  </a:cubicBezTo>
                  <a:cubicBezTo>
                    <a:pt x="321" y="344"/>
                    <a:pt x="322" y="344"/>
                    <a:pt x="321" y="342"/>
                  </a:cubicBezTo>
                  <a:cubicBezTo>
                    <a:pt x="319" y="341"/>
                    <a:pt x="319" y="338"/>
                    <a:pt x="318" y="339"/>
                  </a:cubicBezTo>
                  <a:cubicBezTo>
                    <a:pt x="318" y="339"/>
                    <a:pt x="319" y="344"/>
                    <a:pt x="319" y="345"/>
                  </a:cubicBezTo>
                  <a:cubicBezTo>
                    <a:pt x="318" y="348"/>
                    <a:pt x="318" y="345"/>
                    <a:pt x="316" y="347"/>
                  </a:cubicBezTo>
                  <a:cubicBezTo>
                    <a:pt x="316" y="348"/>
                    <a:pt x="315" y="345"/>
                    <a:pt x="315" y="348"/>
                  </a:cubicBezTo>
                  <a:cubicBezTo>
                    <a:pt x="315" y="352"/>
                    <a:pt x="313" y="347"/>
                    <a:pt x="312" y="350"/>
                  </a:cubicBezTo>
                  <a:cubicBezTo>
                    <a:pt x="310" y="352"/>
                    <a:pt x="310" y="348"/>
                    <a:pt x="309" y="350"/>
                  </a:cubicBezTo>
                  <a:cubicBezTo>
                    <a:pt x="307" y="353"/>
                    <a:pt x="309" y="352"/>
                    <a:pt x="307" y="350"/>
                  </a:cubicBezTo>
                  <a:cubicBezTo>
                    <a:pt x="304" y="350"/>
                    <a:pt x="307" y="352"/>
                    <a:pt x="303" y="353"/>
                  </a:cubicBezTo>
                  <a:cubicBezTo>
                    <a:pt x="298" y="355"/>
                    <a:pt x="300" y="353"/>
                    <a:pt x="296" y="355"/>
                  </a:cubicBezTo>
                  <a:cubicBezTo>
                    <a:pt x="293" y="356"/>
                    <a:pt x="292" y="358"/>
                    <a:pt x="292" y="359"/>
                  </a:cubicBezTo>
                  <a:cubicBezTo>
                    <a:pt x="292" y="361"/>
                    <a:pt x="293" y="358"/>
                    <a:pt x="293" y="361"/>
                  </a:cubicBezTo>
                  <a:cubicBezTo>
                    <a:pt x="293" y="364"/>
                    <a:pt x="296" y="364"/>
                    <a:pt x="292" y="366"/>
                  </a:cubicBezTo>
                  <a:cubicBezTo>
                    <a:pt x="289" y="367"/>
                    <a:pt x="290" y="366"/>
                    <a:pt x="290" y="364"/>
                  </a:cubicBezTo>
                  <a:cubicBezTo>
                    <a:pt x="289" y="363"/>
                    <a:pt x="287" y="363"/>
                    <a:pt x="289" y="361"/>
                  </a:cubicBezTo>
                  <a:cubicBezTo>
                    <a:pt x="289" y="359"/>
                    <a:pt x="287" y="361"/>
                    <a:pt x="287" y="358"/>
                  </a:cubicBezTo>
                  <a:cubicBezTo>
                    <a:pt x="289" y="355"/>
                    <a:pt x="290" y="355"/>
                    <a:pt x="289" y="353"/>
                  </a:cubicBezTo>
                  <a:cubicBezTo>
                    <a:pt x="289" y="353"/>
                    <a:pt x="289" y="355"/>
                    <a:pt x="287" y="353"/>
                  </a:cubicBezTo>
                  <a:cubicBezTo>
                    <a:pt x="286" y="350"/>
                    <a:pt x="286" y="352"/>
                    <a:pt x="287" y="353"/>
                  </a:cubicBezTo>
                  <a:cubicBezTo>
                    <a:pt x="287" y="355"/>
                    <a:pt x="286" y="353"/>
                    <a:pt x="284" y="355"/>
                  </a:cubicBezTo>
                  <a:cubicBezTo>
                    <a:pt x="281" y="355"/>
                    <a:pt x="286" y="352"/>
                    <a:pt x="283" y="352"/>
                  </a:cubicBezTo>
                  <a:cubicBezTo>
                    <a:pt x="280" y="352"/>
                    <a:pt x="280" y="348"/>
                    <a:pt x="278" y="350"/>
                  </a:cubicBezTo>
                  <a:cubicBezTo>
                    <a:pt x="278" y="352"/>
                    <a:pt x="280" y="352"/>
                    <a:pt x="278" y="353"/>
                  </a:cubicBezTo>
                  <a:cubicBezTo>
                    <a:pt x="278" y="353"/>
                    <a:pt x="277" y="350"/>
                    <a:pt x="277" y="353"/>
                  </a:cubicBezTo>
                  <a:cubicBezTo>
                    <a:pt x="277" y="355"/>
                    <a:pt x="275" y="353"/>
                    <a:pt x="275" y="353"/>
                  </a:cubicBezTo>
                  <a:cubicBezTo>
                    <a:pt x="272" y="352"/>
                    <a:pt x="271" y="353"/>
                    <a:pt x="269" y="352"/>
                  </a:cubicBezTo>
                  <a:cubicBezTo>
                    <a:pt x="269" y="350"/>
                    <a:pt x="268" y="352"/>
                    <a:pt x="268" y="350"/>
                  </a:cubicBezTo>
                  <a:cubicBezTo>
                    <a:pt x="266" y="347"/>
                    <a:pt x="265" y="348"/>
                    <a:pt x="265" y="347"/>
                  </a:cubicBezTo>
                  <a:cubicBezTo>
                    <a:pt x="265" y="344"/>
                    <a:pt x="262" y="345"/>
                    <a:pt x="265" y="342"/>
                  </a:cubicBezTo>
                  <a:cubicBezTo>
                    <a:pt x="266" y="339"/>
                    <a:pt x="265" y="339"/>
                    <a:pt x="263" y="339"/>
                  </a:cubicBezTo>
                  <a:cubicBezTo>
                    <a:pt x="260" y="341"/>
                    <a:pt x="262" y="338"/>
                    <a:pt x="258" y="339"/>
                  </a:cubicBezTo>
                  <a:cubicBezTo>
                    <a:pt x="255" y="339"/>
                    <a:pt x="254" y="333"/>
                    <a:pt x="252" y="335"/>
                  </a:cubicBezTo>
                  <a:cubicBezTo>
                    <a:pt x="251" y="338"/>
                    <a:pt x="249" y="336"/>
                    <a:pt x="249" y="338"/>
                  </a:cubicBezTo>
                  <a:cubicBezTo>
                    <a:pt x="251" y="339"/>
                    <a:pt x="246" y="342"/>
                    <a:pt x="245" y="341"/>
                  </a:cubicBezTo>
                  <a:cubicBezTo>
                    <a:pt x="245" y="339"/>
                    <a:pt x="243" y="339"/>
                    <a:pt x="243" y="342"/>
                  </a:cubicBezTo>
                  <a:cubicBezTo>
                    <a:pt x="243" y="345"/>
                    <a:pt x="242" y="342"/>
                    <a:pt x="240" y="341"/>
                  </a:cubicBezTo>
                  <a:cubicBezTo>
                    <a:pt x="240" y="341"/>
                    <a:pt x="240" y="342"/>
                    <a:pt x="239" y="341"/>
                  </a:cubicBezTo>
                  <a:cubicBezTo>
                    <a:pt x="237" y="338"/>
                    <a:pt x="237" y="344"/>
                    <a:pt x="236" y="344"/>
                  </a:cubicBezTo>
                  <a:cubicBezTo>
                    <a:pt x="234" y="344"/>
                    <a:pt x="236" y="342"/>
                    <a:pt x="233" y="341"/>
                  </a:cubicBezTo>
                  <a:cubicBezTo>
                    <a:pt x="230" y="339"/>
                    <a:pt x="231" y="344"/>
                    <a:pt x="228" y="344"/>
                  </a:cubicBezTo>
                  <a:cubicBezTo>
                    <a:pt x="227" y="344"/>
                    <a:pt x="222" y="344"/>
                    <a:pt x="225" y="348"/>
                  </a:cubicBezTo>
                  <a:cubicBezTo>
                    <a:pt x="227" y="355"/>
                    <a:pt x="225" y="353"/>
                    <a:pt x="225" y="355"/>
                  </a:cubicBezTo>
                  <a:cubicBezTo>
                    <a:pt x="227" y="356"/>
                    <a:pt x="225" y="358"/>
                    <a:pt x="225" y="356"/>
                  </a:cubicBezTo>
                  <a:cubicBezTo>
                    <a:pt x="223" y="355"/>
                    <a:pt x="222" y="359"/>
                    <a:pt x="220" y="353"/>
                  </a:cubicBezTo>
                  <a:cubicBezTo>
                    <a:pt x="220" y="352"/>
                    <a:pt x="220" y="348"/>
                    <a:pt x="217" y="352"/>
                  </a:cubicBezTo>
                  <a:cubicBezTo>
                    <a:pt x="214" y="356"/>
                    <a:pt x="214" y="353"/>
                    <a:pt x="213" y="353"/>
                  </a:cubicBezTo>
                  <a:cubicBezTo>
                    <a:pt x="211" y="355"/>
                    <a:pt x="213" y="352"/>
                    <a:pt x="211" y="352"/>
                  </a:cubicBezTo>
                  <a:cubicBezTo>
                    <a:pt x="210" y="350"/>
                    <a:pt x="211" y="348"/>
                    <a:pt x="210" y="347"/>
                  </a:cubicBezTo>
                  <a:cubicBezTo>
                    <a:pt x="208" y="347"/>
                    <a:pt x="204" y="348"/>
                    <a:pt x="205" y="345"/>
                  </a:cubicBezTo>
                  <a:cubicBezTo>
                    <a:pt x="207" y="341"/>
                    <a:pt x="205" y="342"/>
                    <a:pt x="205" y="339"/>
                  </a:cubicBezTo>
                  <a:cubicBezTo>
                    <a:pt x="207" y="338"/>
                    <a:pt x="210" y="338"/>
                    <a:pt x="205" y="338"/>
                  </a:cubicBezTo>
                  <a:cubicBezTo>
                    <a:pt x="201" y="338"/>
                    <a:pt x="202" y="335"/>
                    <a:pt x="201" y="331"/>
                  </a:cubicBezTo>
                  <a:cubicBezTo>
                    <a:pt x="199" y="328"/>
                    <a:pt x="204" y="325"/>
                    <a:pt x="201" y="327"/>
                  </a:cubicBezTo>
                  <a:cubicBezTo>
                    <a:pt x="199" y="328"/>
                    <a:pt x="198" y="325"/>
                    <a:pt x="195" y="328"/>
                  </a:cubicBezTo>
                  <a:cubicBezTo>
                    <a:pt x="192" y="330"/>
                    <a:pt x="192" y="328"/>
                    <a:pt x="193" y="327"/>
                  </a:cubicBezTo>
                  <a:cubicBezTo>
                    <a:pt x="195" y="325"/>
                    <a:pt x="188" y="322"/>
                    <a:pt x="193" y="320"/>
                  </a:cubicBezTo>
                  <a:cubicBezTo>
                    <a:pt x="195" y="319"/>
                    <a:pt x="192" y="316"/>
                    <a:pt x="195" y="314"/>
                  </a:cubicBezTo>
                  <a:cubicBezTo>
                    <a:pt x="198" y="314"/>
                    <a:pt x="196" y="311"/>
                    <a:pt x="198" y="311"/>
                  </a:cubicBezTo>
                  <a:cubicBezTo>
                    <a:pt x="199" y="313"/>
                    <a:pt x="198" y="310"/>
                    <a:pt x="201" y="310"/>
                  </a:cubicBezTo>
                  <a:cubicBezTo>
                    <a:pt x="202" y="310"/>
                    <a:pt x="199" y="307"/>
                    <a:pt x="201" y="302"/>
                  </a:cubicBezTo>
                  <a:cubicBezTo>
                    <a:pt x="202" y="297"/>
                    <a:pt x="199" y="296"/>
                    <a:pt x="201" y="294"/>
                  </a:cubicBezTo>
                  <a:cubicBezTo>
                    <a:pt x="202" y="293"/>
                    <a:pt x="201" y="289"/>
                    <a:pt x="199" y="291"/>
                  </a:cubicBezTo>
                  <a:cubicBezTo>
                    <a:pt x="196" y="293"/>
                    <a:pt x="199" y="286"/>
                    <a:pt x="195" y="283"/>
                  </a:cubicBezTo>
                  <a:cubicBezTo>
                    <a:pt x="190" y="279"/>
                    <a:pt x="192" y="283"/>
                    <a:pt x="190" y="285"/>
                  </a:cubicBezTo>
                  <a:cubicBezTo>
                    <a:pt x="188" y="283"/>
                    <a:pt x="188" y="282"/>
                    <a:pt x="184" y="283"/>
                  </a:cubicBezTo>
                  <a:cubicBezTo>
                    <a:pt x="178" y="283"/>
                    <a:pt x="185" y="282"/>
                    <a:pt x="184" y="277"/>
                  </a:cubicBezTo>
                  <a:cubicBezTo>
                    <a:pt x="184" y="274"/>
                    <a:pt x="179" y="279"/>
                    <a:pt x="182" y="275"/>
                  </a:cubicBezTo>
                  <a:cubicBezTo>
                    <a:pt x="184" y="272"/>
                    <a:pt x="182" y="275"/>
                    <a:pt x="181" y="272"/>
                  </a:cubicBezTo>
                  <a:cubicBezTo>
                    <a:pt x="181" y="271"/>
                    <a:pt x="176" y="272"/>
                    <a:pt x="176" y="274"/>
                  </a:cubicBezTo>
                  <a:cubicBezTo>
                    <a:pt x="175" y="275"/>
                    <a:pt x="173" y="275"/>
                    <a:pt x="170" y="274"/>
                  </a:cubicBezTo>
                  <a:cubicBezTo>
                    <a:pt x="169" y="272"/>
                    <a:pt x="167" y="274"/>
                    <a:pt x="164" y="277"/>
                  </a:cubicBezTo>
                  <a:cubicBezTo>
                    <a:pt x="161" y="280"/>
                    <a:pt x="158" y="279"/>
                    <a:pt x="157" y="282"/>
                  </a:cubicBezTo>
                  <a:cubicBezTo>
                    <a:pt x="157" y="285"/>
                    <a:pt x="153" y="283"/>
                    <a:pt x="153" y="286"/>
                  </a:cubicBezTo>
                  <a:cubicBezTo>
                    <a:pt x="153" y="288"/>
                    <a:pt x="150" y="289"/>
                    <a:pt x="144" y="289"/>
                  </a:cubicBezTo>
                  <a:cubicBezTo>
                    <a:pt x="146" y="286"/>
                    <a:pt x="144" y="286"/>
                    <a:pt x="143" y="286"/>
                  </a:cubicBezTo>
                  <a:cubicBezTo>
                    <a:pt x="141" y="285"/>
                    <a:pt x="141" y="288"/>
                    <a:pt x="140" y="286"/>
                  </a:cubicBezTo>
                  <a:cubicBezTo>
                    <a:pt x="138" y="285"/>
                    <a:pt x="134" y="286"/>
                    <a:pt x="135" y="285"/>
                  </a:cubicBezTo>
                  <a:cubicBezTo>
                    <a:pt x="137" y="283"/>
                    <a:pt x="131" y="282"/>
                    <a:pt x="129" y="286"/>
                  </a:cubicBezTo>
                  <a:cubicBezTo>
                    <a:pt x="128" y="289"/>
                    <a:pt x="126" y="286"/>
                    <a:pt x="126" y="289"/>
                  </a:cubicBezTo>
                  <a:cubicBezTo>
                    <a:pt x="125" y="293"/>
                    <a:pt x="125" y="291"/>
                    <a:pt x="123" y="294"/>
                  </a:cubicBezTo>
                  <a:cubicBezTo>
                    <a:pt x="122" y="289"/>
                    <a:pt x="128" y="282"/>
                    <a:pt x="117" y="288"/>
                  </a:cubicBezTo>
                  <a:cubicBezTo>
                    <a:pt x="117" y="288"/>
                    <a:pt x="115" y="288"/>
                    <a:pt x="114" y="288"/>
                  </a:cubicBezTo>
                  <a:cubicBezTo>
                    <a:pt x="114" y="289"/>
                    <a:pt x="114" y="288"/>
                    <a:pt x="111" y="288"/>
                  </a:cubicBezTo>
                  <a:cubicBezTo>
                    <a:pt x="109" y="289"/>
                    <a:pt x="106" y="283"/>
                    <a:pt x="105" y="286"/>
                  </a:cubicBezTo>
                  <a:cubicBezTo>
                    <a:pt x="105" y="288"/>
                    <a:pt x="103" y="288"/>
                    <a:pt x="102" y="286"/>
                  </a:cubicBezTo>
                  <a:cubicBezTo>
                    <a:pt x="100" y="283"/>
                    <a:pt x="102" y="288"/>
                    <a:pt x="100" y="288"/>
                  </a:cubicBezTo>
                  <a:cubicBezTo>
                    <a:pt x="99" y="288"/>
                    <a:pt x="99" y="283"/>
                    <a:pt x="97" y="283"/>
                  </a:cubicBezTo>
                  <a:cubicBezTo>
                    <a:pt x="94" y="283"/>
                    <a:pt x="93" y="285"/>
                    <a:pt x="94" y="282"/>
                  </a:cubicBezTo>
                  <a:cubicBezTo>
                    <a:pt x="94" y="280"/>
                    <a:pt x="94" y="280"/>
                    <a:pt x="93" y="280"/>
                  </a:cubicBezTo>
                  <a:cubicBezTo>
                    <a:pt x="91" y="282"/>
                    <a:pt x="87" y="279"/>
                    <a:pt x="87" y="275"/>
                  </a:cubicBezTo>
                  <a:cubicBezTo>
                    <a:pt x="87" y="272"/>
                    <a:pt x="85" y="274"/>
                    <a:pt x="82" y="274"/>
                  </a:cubicBezTo>
                  <a:cubicBezTo>
                    <a:pt x="80" y="275"/>
                    <a:pt x="79" y="269"/>
                    <a:pt x="77" y="269"/>
                  </a:cubicBezTo>
                  <a:cubicBezTo>
                    <a:pt x="74" y="269"/>
                    <a:pt x="74" y="266"/>
                    <a:pt x="71" y="266"/>
                  </a:cubicBezTo>
                  <a:cubicBezTo>
                    <a:pt x="68" y="265"/>
                    <a:pt x="73" y="263"/>
                    <a:pt x="67" y="261"/>
                  </a:cubicBezTo>
                  <a:cubicBezTo>
                    <a:pt x="62" y="260"/>
                    <a:pt x="64" y="269"/>
                    <a:pt x="61" y="263"/>
                  </a:cubicBezTo>
                  <a:cubicBezTo>
                    <a:pt x="61" y="261"/>
                    <a:pt x="56" y="260"/>
                    <a:pt x="53" y="257"/>
                  </a:cubicBezTo>
                  <a:cubicBezTo>
                    <a:pt x="50" y="254"/>
                    <a:pt x="50" y="258"/>
                    <a:pt x="47" y="252"/>
                  </a:cubicBezTo>
                  <a:cubicBezTo>
                    <a:pt x="45" y="249"/>
                    <a:pt x="42" y="255"/>
                    <a:pt x="42" y="251"/>
                  </a:cubicBezTo>
                  <a:cubicBezTo>
                    <a:pt x="44" y="246"/>
                    <a:pt x="42" y="243"/>
                    <a:pt x="41" y="241"/>
                  </a:cubicBezTo>
                  <a:cubicBezTo>
                    <a:pt x="39" y="238"/>
                    <a:pt x="42" y="238"/>
                    <a:pt x="44" y="240"/>
                  </a:cubicBezTo>
                  <a:cubicBezTo>
                    <a:pt x="45" y="243"/>
                    <a:pt x="45" y="240"/>
                    <a:pt x="47" y="240"/>
                  </a:cubicBezTo>
                  <a:cubicBezTo>
                    <a:pt x="52" y="238"/>
                    <a:pt x="47" y="235"/>
                    <a:pt x="48" y="234"/>
                  </a:cubicBezTo>
                  <a:cubicBezTo>
                    <a:pt x="48" y="232"/>
                    <a:pt x="42" y="232"/>
                    <a:pt x="44" y="227"/>
                  </a:cubicBezTo>
                  <a:cubicBezTo>
                    <a:pt x="45" y="226"/>
                    <a:pt x="41" y="224"/>
                    <a:pt x="47" y="223"/>
                  </a:cubicBezTo>
                  <a:cubicBezTo>
                    <a:pt x="52" y="223"/>
                    <a:pt x="47" y="221"/>
                    <a:pt x="53" y="216"/>
                  </a:cubicBezTo>
                  <a:cubicBezTo>
                    <a:pt x="56" y="213"/>
                    <a:pt x="53" y="213"/>
                    <a:pt x="55" y="210"/>
                  </a:cubicBezTo>
                  <a:cubicBezTo>
                    <a:pt x="58" y="207"/>
                    <a:pt x="55" y="206"/>
                    <a:pt x="55" y="207"/>
                  </a:cubicBezTo>
                  <a:cubicBezTo>
                    <a:pt x="53" y="210"/>
                    <a:pt x="53" y="206"/>
                    <a:pt x="52" y="207"/>
                  </a:cubicBezTo>
                  <a:cubicBezTo>
                    <a:pt x="50" y="207"/>
                    <a:pt x="52" y="202"/>
                    <a:pt x="45" y="202"/>
                  </a:cubicBezTo>
                  <a:cubicBezTo>
                    <a:pt x="39" y="204"/>
                    <a:pt x="41" y="206"/>
                    <a:pt x="36" y="207"/>
                  </a:cubicBezTo>
                  <a:cubicBezTo>
                    <a:pt x="35" y="207"/>
                    <a:pt x="35" y="207"/>
                    <a:pt x="35" y="207"/>
                  </a:cubicBezTo>
                  <a:cubicBezTo>
                    <a:pt x="32" y="207"/>
                    <a:pt x="27" y="206"/>
                    <a:pt x="26" y="204"/>
                  </a:cubicBezTo>
                  <a:cubicBezTo>
                    <a:pt x="26" y="202"/>
                    <a:pt x="24" y="206"/>
                    <a:pt x="21" y="202"/>
                  </a:cubicBezTo>
                  <a:cubicBezTo>
                    <a:pt x="20" y="199"/>
                    <a:pt x="23" y="201"/>
                    <a:pt x="21" y="196"/>
                  </a:cubicBezTo>
                  <a:cubicBezTo>
                    <a:pt x="18" y="192"/>
                    <a:pt x="17" y="196"/>
                    <a:pt x="17" y="193"/>
                  </a:cubicBezTo>
                  <a:cubicBezTo>
                    <a:pt x="15" y="190"/>
                    <a:pt x="12" y="193"/>
                    <a:pt x="9" y="190"/>
                  </a:cubicBezTo>
                  <a:cubicBezTo>
                    <a:pt x="7" y="190"/>
                    <a:pt x="7" y="188"/>
                    <a:pt x="10" y="188"/>
                  </a:cubicBezTo>
                  <a:cubicBezTo>
                    <a:pt x="13" y="188"/>
                    <a:pt x="15" y="187"/>
                    <a:pt x="13" y="185"/>
                  </a:cubicBezTo>
                  <a:cubicBezTo>
                    <a:pt x="10" y="184"/>
                    <a:pt x="13" y="181"/>
                    <a:pt x="12" y="179"/>
                  </a:cubicBezTo>
                  <a:cubicBezTo>
                    <a:pt x="10" y="178"/>
                    <a:pt x="12" y="176"/>
                    <a:pt x="12" y="174"/>
                  </a:cubicBezTo>
                  <a:cubicBezTo>
                    <a:pt x="10" y="173"/>
                    <a:pt x="6" y="171"/>
                    <a:pt x="6" y="174"/>
                  </a:cubicBezTo>
                  <a:cubicBezTo>
                    <a:pt x="6" y="176"/>
                    <a:pt x="3" y="173"/>
                    <a:pt x="4" y="170"/>
                  </a:cubicBezTo>
                  <a:cubicBezTo>
                    <a:pt x="4" y="168"/>
                    <a:pt x="1" y="168"/>
                    <a:pt x="3" y="165"/>
                  </a:cubicBezTo>
                  <a:cubicBezTo>
                    <a:pt x="9" y="164"/>
                    <a:pt x="0" y="159"/>
                    <a:pt x="7" y="157"/>
                  </a:cubicBezTo>
                  <a:cubicBezTo>
                    <a:pt x="13" y="156"/>
                    <a:pt x="10" y="153"/>
                    <a:pt x="13" y="153"/>
                  </a:cubicBezTo>
                  <a:cubicBezTo>
                    <a:pt x="18" y="154"/>
                    <a:pt x="17" y="148"/>
                    <a:pt x="18" y="153"/>
                  </a:cubicBezTo>
                  <a:cubicBezTo>
                    <a:pt x="20" y="157"/>
                    <a:pt x="21" y="153"/>
                    <a:pt x="23" y="154"/>
                  </a:cubicBezTo>
                  <a:cubicBezTo>
                    <a:pt x="26" y="156"/>
                    <a:pt x="26" y="153"/>
                    <a:pt x="27" y="148"/>
                  </a:cubicBezTo>
                  <a:cubicBezTo>
                    <a:pt x="29" y="145"/>
                    <a:pt x="38" y="150"/>
                    <a:pt x="39" y="143"/>
                  </a:cubicBezTo>
                  <a:cubicBezTo>
                    <a:pt x="41" y="140"/>
                    <a:pt x="48" y="139"/>
                    <a:pt x="52" y="137"/>
                  </a:cubicBezTo>
                  <a:cubicBezTo>
                    <a:pt x="53" y="136"/>
                    <a:pt x="53" y="137"/>
                    <a:pt x="56" y="134"/>
                  </a:cubicBezTo>
                  <a:cubicBezTo>
                    <a:pt x="56" y="132"/>
                    <a:pt x="53" y="128"/>
                    <a:pt x="56" y="126"/>
                  </a:cubicBezTo>
                  <a:cubicBezTo>
                    <a:pt x="59" y="126"/>
                    <a:pt x="55" y="125"/>
                    <a:pt x="58" y="123"/>
                  </a:cubicBezTo>
                  <a:cubicBezTo>
                    <a:pt x="62" y="122"/>
                    <a:pt x="55" y="109"/>
                    <a:pt x="56" y="106"/>
                  </a:cubicBezTo>
                  <a:cubicBezTo>
                    <a:pt x="58" y="103"/>
                    <a:pt x="47" y="103"/>
                    <a:pt x="55" y="101"/>
                  </a:cubicBezTo>
                  <a:cubicBezTo>
                    <a:pt x="59" y="100"/>
                    <a:pt x="65" y="98"/>
                    <a:pt x="67" y="98"/>
                  </a:cubicBezTo>
                  <a:cubicBezTo>
                    <a:pt x="70" y="100"/>
                    <a:pt x="73" y="101"/>
                    <a:pt x="74" y="98"/>
                  </a:cubicBezTo>
                  <a:cubicBezTo>
                    <a:pt x="74" y="95"/>
                    <a:pt x="70" y="97"/>
                    <a:pt x="71" y="94"/>
                  </a:cubicBezTo>
                  <a:cubicBezTo>
                    <a:pt x="74" y="91"/>
                    <a:pt x="76" y="81"/>
                    <a:pt x="76" y="78"/>
                  </a:cubicBezTo>
                  <a:cubicBezTo>
                    <a:pt x="77" y="73"/>
                    <a:pt x="82" y="80"/>
                    <a:pt x="87" y="80"/>
                  </a:cubicBezTo>
                  <a:cubicBezTo>
                    <a:pt x="91" y="78"/>
                    <a:pt x="90" y="81"/>
                    <a:pt x="93" y="80"/>
                  </a:cubicBezTo>
                  <a:cubicBezTo>
                    <a:pt x="97" y="78"/>
                    <a:pt x="99" y="76"/>
                    <a:pt x="97" y="73"/>
                  </a:cubicBezTo>
                  <a:cubicBezTo>
                    <a:pt x="96" y="70"/>
                    <a:pt x="94" y="64"/>
                    <a:pt x="103" y="61"/>
                  </a:cubicBezTo>
                  <a:cubicBezTo>
                    <a:pt x="111" y="59"/>
                    <a:pt x="102" y="53"/>
                    <a:pt x="111" y="55"/>
                  </a:cubicBezTo>
                  <a:cubicBezTo>
                    <a:pt x="115" y="53"/>
                    <a:pt x="115" y="53"/>
                    <a:pt x="115" y="53"/>
                  </a:cubicBezTo>
                  <a:cubicBezTo>
                    <a:pt x="114" y="58"/>
                    <a:pt x="118" y="64"/>
                    <a:pt x="123" y="66"/>
                  </a:cubicBezTo>
                  <a:cubicBezTo>
                    <a:pt x="126" y="69"/>
                    <a:pt x="128" y="64"/>
                    <a:pt x="129" y="67"/>
                  </a:cubicBezTo>
                  <a:cubicBezTo>
                    <a:pt x="131" y="70"/>
                    <a:pt x="132" y="67"/>
                    <a:pt x="132" y="69"/>
                  </a:cubicBezTo>
                  <a:cubicBezTo>
                    <a:pt x="134" y="72"/>
                    <a:pt x="141" y="78"/>
                    <a:pt x="140" y="84"/>
                  </a:cubicBezTo>
                  <a:cubicBezTo>
                    <a:pt x="138" y="91"/>
                    <a:pt x="141" y="89"/>
                    <a:pt x="138" y="94"/>
                  </a:cubicBezTo>
                  <a:cubicBezTo>
                    <a:pt x="137" y="95"/>
                    <a:pt x="137" y="100"/>
                    <a:pt x="141" y="100"/>
                  </a:cubicBezTo>
                  <a:cubicBezTo>
                    <a:pt x="144" y="100"/>
                    <a:pt x="147" y="101"/>
                    <a:pt x="152" y="101"/>
                  </a:cubicBezTo>
                  <a:cubicBezTo>
                    <a:pt x="157" y="101"/>
                    <a:pt x="161" y="101"/>
                    <a:pt x="169" y="109"/>
                  </a:cubicBezTo>
                  <a:cubicBezTo>
                    <a:pt x="178" y="117"/>
                    <a:pt x="176" y="111"/>
                    <a:pt x="178" y="117"/>
                  </a:cubicBezTo>
                  <a:cubicBezTo>
                    <a:pt x="179" y="125"/>
                    <a:pt x="181" y="122"/>
                    <a:pt x="182" y="126"/>
                  </a:cubicBezTo>
                  <a:cubicBezTo>
                    <a:pt x="182" y="129"/>
                    <a:pt x="185" y="126"/>
                    <a:pt x="188" y="128"/>
                  </a:cubicBezTo>
                  <a:cubicBezTo>
                    <a:pt x="202" y="129"/>
                    <a:pt x="204" y="129"/>
                    <a:pt x="214" y="128"/>
                  </a:cubicBezTo>
                  <a:cubicBezTo>
                    <a:pt x="225" y="128"/>
                    <a:pt x="228" y="134"/>
                    <a:pt x="231" y="134"/>
                  </a:cubicBezTo>
                  <a:cubicBezTo>
                    <a:pt x="234" y="134"/>
                    <a:pt x="240" y="140"/>
                    <a:pt x="245" y="137"/>
                  </a:cubicBezTo>
                  <a:cubicBezTo>
                    <a:pt x="249" y="136"/>
                    <a:pt x="246" y="140"/>
                    <a:pt x="248" y="140"/>
                  </a:cubicBezTo>
                  <a:cubicBezTo>
                    <a:pt x="251" y="139"/>
                    <a:pt x="251" y="142"/>
                    <a:pt x="252" y="140"/>
                  </a:cubicBezTo>
                  <a:cubicBezTo>
                    <a:pt x="265" y="132"/>
                    <a:pt x="265" y="136"/>
                    <a:pt x="268" y="132"/>
                  </a:cubicBezTo>
                  <a:cubicBezTo>
                    <a:pt x="272" y="129"/>
                    <a:pt x="269" y="131"/>
                    <a:pt x="274" y="131"/>
                  </a:cubicBezTo>
                  <a:cubicBezTo>
                    <a:pt x="280" y="131"/>
                    <a:pt x="280" y="132"/>
                    <a:pt x="283" y="131"/>
                  </a:cubicBezTo>
                  <a:cubicBezTo>
                    <a:pt x="284" y="129"/>
                    <a:pt x="286" y="132"/>
                    <a:pt x="287" y="131"/>
                  </a:cubicBezTo>
                  <a:cubicBezTo>
                    <a:pt x="289" y="128"/>
                    <a:pt x="292" y="129"/>
                    <a:pt x="295" y="125"/>
                  </a:cubicBezTo>
                  <a:cubicBezTo>
                    <a:pt x="300" y="120"/>
                    <a:pt x="301" y="120"/>
                    <a:pt x="306" y="117"/>
                  </a:cubicBezTo>
                  <a:cubicBezTo>
                    <a:pt x="309" y="115"/>
                    <a:pt x="303" y="112"/>
                    <a:pt x="303" y="109"/>
                  </a:cubicBezTo>
                  <a:cubicBezTo>
                    <a:pt x="303" y="104"/>
                    <a:pt x="303" y="101"/>
                    <a:pt x="306" y="101"/>
                  </a:cubicBezTo>
                  <a:cubicBezTo>
                    <a:pt x="310" y="100"/>
                    <a:pt x="313" y="108"/>
                    <a:pt x="321" y="104"/>
                  </a:cubicBezTo>
                  <a:cubicBezTo>
                    <a:pt x="327" y="101"/>
                    <a:pt x="325" y="97"/>
                    <a:pt x="330" y="97"/>
                  </a:cubicBezTo>
                  <a:cubicBezTo>
                    <a:pt x="333" y="98"/>
                    <a:pt x="336" y="97"/>
                    <a:pt x="339" y="94"/>
                  </a:cubicBezTo>
                  <a:cubicBezTo>
                    <a:pt x="342" y="92"/>
                    <a:pt x="339" y="92"/>
                    <a:pt x="342" y="87"/>
                  </a:cubicBezTo>
                  <a:cubicBezTo>
                    <a:pt x="345" y="84"/>
                    <a:pt x="350" y="86"/>
                    <a:pt x="353" y="83"/>
                  </a:cubicBezTo>
                  <a:cubicBezTo>
                    <a:pt x="357" y="81"/>
                    <a:pt x="359" y="84"/>
                    <a:pt x="360" y="83"/>
                  </a:cubicBezTo>
                  <a:cubicBezTo>
                    <a:pt x="362" y="81"/>
                    <a:pt x="366" y="84"/>
                    <a:pt x="370" y="83"/>
                  </a:cubicBezTo>
                  <a:cubicBezTo>
                    <a:pt x="371" y="81"/>
                    <a:pt x="368" y="76"/>
                    <a:pt x="365" y="73"/>
                  </a:cubicBezTo>
                  <a:cubicBezTo>
                    <a:pt x="362" y="70"/>
                    <a:pt x="360" y="67"/>
                    <a:pt x="354" y="67"/>
                  </a:cubicBezTo>
                  <a:cubicBezTo>
                    <a:pt x="348" y="67"/>
                    <a:pt x="351" y="73"/>
                    <a:pt x="348" y="70"/>
                  </a:cubicBezTo>
                  <a:cubicBezTo>
                    <a:pt x="345" y="69"/>
                    <a:pt x="341" y="69"/>
                    <a:pt x="339" y="70"/>
                  </a:cubicBezTo>
                  <a:cubicBezTo>
                    <a:pt x="338" y="72"/>
                    <a:pt x="333" y="67"/>
                    <a:pt x="336" y="66"/>
                  </a:cubicBezTo>
                  <a:cubicBezTo>
                    <a:pt x="339" y="63"/>
                    <a:pt x="333" y="67"/>
                    <a:pt x="344" y="46"/>
                  </a:cubicBezTo>
                  <a:cubicBezTo>
                    <a:pt x="351" y="50"/>
                    <a:pt x="354" y="50"/>
                    <a:pt x="360" y="44"/>
                  </a:cubicBezTo>
                  <a:cubicBezTo>
                    <a:pt x="366" y="38"/>
                    <a:pt x="365" y="33"/>
                    <a:pt x="373" y="24"/>
                  </a:cubicBezTo>
                  <a:cubicBezTo>
                    <a:pt x="379" y="16"/>
                    <a:pt x="376" y="13"/>
                    <a:pt x="371" y="13"/>
                  </a:cubicBezTo>
                  <a:cubicBezTo>
                    <a:pt x="366" y="13"/>
                    <a:pt x="373" y="3"/>
                    <a:pt x="388" y="2"/>
                  </a:cubicBezTo>
                  <a:cubicBezTo>
                    <a:pt x="401" y="0"/>
                    <a:pt x="406" y="5"/>
                    <a:pt x="411" y="5"/>
                  </a:cubicBezTo>
                  <a:cubicBezTo>
                    <a:pt x="415" y="5"/>
                    <a:pt x="424" y="18"/>
                    <a:pt x="427" y="33"/>
                  </a:cubicBezTo>
                  <a:cubicBezTo>
                    <a:pt x="429" y="50"/>
                    <a:pt x="432" y="49"/>
                    <a:pt x="441" y="50"/>
                  </a:cubicBezTo>
                  <a:cubicBezTo>
                    <a:pt x="450" y="52"/>
                    <a:pt x="447" y="56"/>
                    <a:pt x="452" y="56"/>
                  </a:cubicBezTo>
                  <a:cubicBezTo>
                    <a:pt x="456" y="58"/>
                    <a:pt x="452" y="61"/>
                    <a:pt x="455" y="63"/>
                  </a:cubicBezTo>
                  <a:cubicBezTo>
                    <a:pt x="458" y="64"/>
                    <a:pt x="452" y="66"/>
                    <a:pt x="456" y="69"/>
                  </a:cubicBezTo>
                  <a:cubicBezTo>
                    <a:pt x="461" y="73"/>
                    <a:pt x="467" y="72"/>
                    <a:pt x="471" y="67"/>
                  </a:cubicBezTo>
                  <a:cubicBezTo>
                    <a:pt x="476" y="64"/>
                    <a:pt x="476" y="69"/>
                    <a:pt x="481" y="64"/>
                  </a:cubicBezTo>
                  <a:cubicBezTo>
                    <a:pt x="485" y="59"/>
                    <a:pt x="490" y="67"/>
                    <a:pt x="485" y="73"/>
                  </a:cubicBezTo>
                  <a:cubicBezTo>
                    <a:pt x="481" y="81"/>
                    <a:pt x="478" y="104"/>
                    <a:pt x="471" y="101"/>
                  </a:cubicBezTo>
                  <a:cubicBezTo>
                    <a:pt x="465" y="98"/>
                    <a:pt x="464" y="97"/>
                    <a:pt x="462" y="100"/>
                  </a:cubicBezTo>
                  <a:cubicBezTo>
                    <a:pt x="461" y="104"/>
                    <a:pt x="455" y="100"/>
                    <a:pt x="458" y="106"/>
                  </a:cubicBezTo>
                  <a:cubicBezTo>
                    <a:pt x="459" y="112"/>
                    <a:pt x="461" y="119"/>
                    <a:pt x="458" y="123"/>
                  </a:cubicBezTo>
                  <a:cubicBezTo>
                    <a:pt x="456" y="129"/>
                    <a:pt x="455" y="123"/>
                    <a:pt x="453" y="129"/>
                  </a:cubicBezTo>
                  <a:cubicBezTo>
                    <a:pt x="453" y="131"/>
                    <a:pt x="453" y="131"/>
                    <a:pt x="453" y="131"/>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13" name="Freeform 41">
              <a:extLst>
                <a:ext uri="{FF2B5EF4-FFF2-40B4-BE49-F238E27FC236}">
                  <a16:creationId xmlns:a16="http://schemas.microsoft.com/office/drawing/2014/main" id="{0F7F971E-7BC2-7CB1-EA76-6AA830E6101B}"/>
                </a:ext>
              </a:extLst>
            </p:cNvPr>
            <p:cNvSpPr>
              <a:spLocks/>
            </p:cNvSpPr>
            <p:nvPr/>
          </p:nvSpPr>
          <p:spPr bwMode="auto">
            <a:xfrm>
              <a:off x="3428764" y="3475128"/>
              <a:ext cx="721757" cy="891845"/>
            </a:xfrm>
            <a:custGeom>
              <a:avLst/>
              <a:gdLst/>
              <a:ahLst/>
              <a:cxnLst>
                <a:cxn ang="0">
                  <a:pos x="15" y="122"/>
                </a:cxn>
                <a:cxn ang="0">
                  <a:pos x="23" y="116"/>
                </a:cxn>
                <a:cxn ang="0">
                  <a:pos x="14" y="90"/>
                </a:cxn>
                <a:cxn ang="0">
                  <a:pos x="32" y="80"/>
                </a:cxn>
                <a:cxn ang="0">
                  <a:pos x="48" y="56"/>
                </a:cxn>
                <a:cxn ang="0">
                  <a:pos x="51" y="34"/>
                </a:cxn>
                <a:cxn ang="0">
                  <a:pos x="48" y="20"/>
                </a:cxn>
                <a:cxn ang="0">
                  <a:pos x="67" y="12"/>
                </a:cxn>
                <a:cxn ang="0">
                  <a:pos x="87" y="0"/>
                </a:cxn>
                <a:cxn ang="0">
                  <a:pos x="96" y="7"/>
                </a:cxn>
                <a:cxn ang="0">
                  <a:pos x="86" y="24"/>
                </a:cxn>
                <a:cxn ang="0">
                  <a:pos x="86" y="37"/>
                </a:cxn>
                <a:cxn ang="0">
                  <a:pos x="89" y="49"/>
                </a:cxn>
                <a:cxn ang="0">
                  <a:pos x="96" y="68"/>
                </a:cxn>
                <a:cxn ang="0">
                  <a:pos x="107" y="84"/>
                </a:cxn>
                <a:cxn ang="0">
                  <a:pos x="125" y="90"/>
                </a:cxn>
                <a:cxn ang="0">
                  <a:pos x="138" y="96"/>
                </a:cxn>
                <a:cxn ang="0">
                  <a:pos x="154" y="101"/>
                </a:cxn>
                <a:cxn ang="0">
                  <a:pos x="159" y="85"/>
                </a:cxn>
                <a:cxn ang="0">
                  <a:pos x="176" y="96"/>
                </a:cxn>
                <a:cxn ang="0">
                  <a:pos x="191" y="94"/>
                </a:cxn>
                <a:cxn ang="0">
                  <a:pos x="195" y="84"/>
                </a:cxn>
                <a:cxn ang="0">
                  <a:pos x="212" y="71"/>
                </a:cxn>
                <a:cxn ang="0">
                  <a:pos x="224" y="73"/>
                </a:cxn>
                <a:cxn ang="0">
                  <a:pos x="232" y="82"/>
                </a:cxn>
                <a:cxn ang="0">
                  <a:pos x="218" y="96"/>
                </a:cxn>
                <a:cxn ang="0">
                  <a:pos x="211" y="113"/>
                </a:cxn>
                <a:cxn ang="0">
                  <a:pos x="200" y="129"/>
                </a:cxn>
                <a:cxn ang="0">
                  <a:pos x="194" y="146"/>
                </a:cxn>
                <a:cxn ang="0">
                  <a:pos x="183" y="129"/>
                </a:cxn>
                <a:cxn ang="0">
                  <a:pos x="173" y="111"/>
                </a:cxn>
                <a:cxn ang="0">
                  <a:pos x="162" y="99"/>
                </a:cxn>
                <a:cxn ang="0">
                  <a:pos x="163" y="110"/>
                </a:cxn>
                <a:cxn ang="0">
                  <a:pos x="159" y="118"/>
                </a:cxn>
                <a:cxn ang="0">
                  <a:pos x="165" y="133"/>
                </a:cxn>
                <a:cxn ang="0">
                  <a:pos x="167" y="147"/>
                </a:cxn>
                <a:cxn ang="0">
                  <a:pos x="153" y="150"/>
                </a:cxn>
                <a:cxn ang="0">
                  <a:pos x="119" y="191"/>
                </a:cxn>
                <a:cxn ang="0">
                  <a:pos x="95" y="216"/>
                </a:cxn>
                <a:cxn ang="0">
                  <a:pos x="92" y="262"/>
                </a:cxn>
                <a:cxn ang="0">
                  <a:pos x="83" y="273"/>
                </a:cxn>
                <a:cxn ang="0">
                  <a:pos x="54" y="236"/>
                </a:cxn>
                <a:cxn ang="0">
                  <a:pos x="37" y="155"/>
                </a:cxn>
                <a:cxn ang="0">
                  <a:pos x="31" y="153"/>
                </a:cxn>
                <a:cxn ang="0">
                  <a:pos x="14" y="136"/>
                </a:cxn>
                <a:cxn ang="0">
                  <a:pos x="5" y="124"/>
                </a:cxn>
              </a:cxnLst>
              <a:rect l="0" t="0" r="r" b="b"/>
              <a:pathLst>
                <a:path w="234" h="289">
                  <a:moveTo>
                    <a:pt x="5" y="124"/>
                  </a:moveTo>
                  <a:cubicBezTo>
                    <a:pt x="5" y="121"/>
                    <a:pt x="8" y="122"/>
                    <a:pt x="9" y="122"/>
                  </a:cubicBezTo>
                  <a:cubicBezTo>
                    <a:pt x="14" y="121"/>
                    <a:pt x="14" y="125"/>
                    <a:pt x="15" y="122"/>
                  </a:cubicBezTo>
                  <a:cubicBezTo>
                    <a:pt x="17" y="121"/>
                    <a:pt x="19" y="119"/>
                    <a:pt x="20" y="122"/>
                  </a:cubicBezTo>
                  <a:cubicBezTo>
                    <a:pt x="20" y="124"/>
                    <a:pt x="25" y="121"/>
                    <a:pt x="23" y="121"/>
                  </a:cubicBezTo>
                  <a:cubicBezTo>
                    <a:pt x="22" y="119"/>
                    <a:pt x="25" y="118"/>
                    <a:pt x="23" y="116"/>
                  </a:cubicBezTo>
                  <a:cubicBezTo>
                    <a:pt x="17" y="108"/>
                    <a:pt x="23" y="108"/>
                    <a:pt x="19" y="107"/>
                  </a:cubicBezTo>
                  <a:cubicBezTo>
                    <a:pt x="12" y="107"/>
                    <a:pt x="20" y="99"/>
                    <a:pt x="14" y="97"/>
                  </a:cubicBezTo>
                  <a:cubicBezTo>
                    <a:pt x="8" y="97"/>
                    <a:pt x="11" y="93"/>
                    <a:pt x="14" y="90"/>
                  </a:cubicBezTo>
                  <a:cubicBezTo>
                    <a:pt x="17" y="87"/>
                    <a:pt x="17" y="80"/>
                    <a:pt x="20" y="85"/>
                  </a:cubicBezTo>
                  <a:cubicBezTo>
                    <a:pt x="22" y="88"/>
                    <a:pt x="23" y="85"/>
                    <a:pt x="29" y="85"/>
                  </a:cubicBezTo>
                  <a:cubicBezTo>
                    <a:pt x="32" y="85"/>
                    <a:pt x="29" y="82"/>
                    <a:pt x="32" y="80"/>
                  </a:cubicBezTo>
                  <a:cubicBezTo>
                    <a:pt x="34" y="79"/>
                    <a:pt x="32" y="76"/>
                    <a:pt x="37" y="74"/>
                  </a:cubicBezTo>
                  <a:cubicBezTo>
                    <a:pt x="41" y="73"/>
                    <a:pt x="38" y="65"/>
                    <a:pt x="44" y="62"/>
                  </a:cubicBezTo>
                  <a:cubicBezTo>
                    <a:pt x="51" y="60"/>
                    <a:pt x="44" y="62"/>
                    <a:pt x="48" y="56"/>
                  </a:cubicBezTo>
                  <a:cubicBezTo>
                    <a:pt x="55" y="45"/>
                    <a:pt x="46" y="45"/>
                    <a:pt x="54" y="41"/>
                  </a:cubicBezTo>
                  <a:cubicBezTo>
                    <a:pt x="60" y="38"/>
                    <a:pt x="58" y="38"/>
                    <a:pt x="54" y="37"/>
                  </a:cubicBezTo>
                  <a:cubicBezTo>
                    <a:pt x="51" y="37"/>
                    <a:pt x="55" y="32"/>
                    <a:pt x="51" y="34"/>
                  </a:cubicBezTo>
                  <a:cubicBezTo>
                    <a:pt x="49" y="34"/>
                    <a:pt x="51" y="32"/>
                    <a:pt x="48" y="31"/>
                  </a:cubicBezTo>
                  <a:cubicBezTo>
                    <a:pt x="44" y="28"/>
                    <a:pt x="51" y="28"/>
                    <a:pt x="48" y="24"/>
                  </a:cubicBezTo>
                  <a:cubicBezTo>
                    <a:pt x="43" y="21"/>
                    <a:pt x="54" y="21"/>
                    <a:pt x="48" y="20"/>
                  </a:cubicBezTo>
                  <a:cubicBezTo>
                    <a:pt x="43" y="20"/>
                    <a:pt x="49" y="20"/>
                    <a:pt x="46" y="17"/>
                  </a:cubicBezTo>
                  <a:cubicBezTo>
                    <a:pt x="43" y="15"/>
                    <a:pt x="48" y="10"/>
                    <a:pt x="57" y="15"/>
                  </a:cubicBezTo>
                  <a:cubicBezTo>
                    <a:pt x="63" y="17"/>
                    <a:pt x="64" y="12"/>
                    <a:pt x="67" y="12"/>
                  </a:cubicBezTo>
                  <a:cubicBezTo>
                    <a:pt x="72" y="14"/>
                    <a:pt x="69" y="9"/>
                    <a:pt x="76" y="4"/>
                  </a:cubicBezTo>
                  <a:cubicBezTo>
                    <a:pt x="78" y="4"/>
                    <a:pt x="78" y="4"/>
                    <a:pt x="78" y="4"/>
                  </a:cubicBezTo>
                  <a:cubicBezTo>
                    <a:pt x="83" y="3"/>
                    <a:pt x="81" y="1"/>
                    <a:pt x="87" y="0"/>
                  </a:cubicBezTo>
                  <a:cubicBezTo>
                    <a:pt x="93" y="0"/>
                    <a:pt x="92" y="4"/>
                    <a:pt x="93" y="4"/>
                  </a:cubicBezTo>
                  <a:cubicBezTo>
                    <a:pt x="95" y="3"/>
                    <a:pt x="95" y="7"/>
                    <a:pt x="96" y="4"/>
                  </a:cubicBezTo>
                  <a:cubicBezTo>
                    <a:pt x="96" y="3"/>
                    <a:pt x="99" y="4"/>
                    <a:pt x="96" y="7"/>
                  </a:cubicBezTo>
                  <a:cubicBezTo>
                    <a:pt x="95" y="10"/>
                    <a:pt x="98" y="10"/>
                    <a:pt x="95" y="14"/>
                  </a:cubicBezTo>
                  <a:cubicBezTo>
                    <a:pt x="89" y="18"/>
                    <a:pt x="93" y="20"/>
                    <a:pt x="89" y="20"/>
                  </a:cubicBezTo>
                  <a:cubicBezTo>
                    <a:pt x="83" y="21"/>
                    <a:pt x="87" y="23"/>
                    <a:pt x="86" y="24"/>
                  </a:cubicBezTo>
                  <a:cubicBezTo>
                    <a:pt x="84" y="29"/>
                    <a:pt x="90" y="29"/>
                    <a:pt x="90" y="31"/>
                  </a:cubicBezTo>
                  <a:cubicBezTo>
                    <a:pt x="89" y="32"/>
                    <a:pt x="93" y="35"/>
                    <a:pt x="89" y="37"/>
                  </a:cubicBezTo>
                  <a:cubicBezTo>
                    <a:pt x="87" y="37"/>
                    <a:pt x="87" y="40"/>
                    <a:pt x="86" y="37"/>
                  </a:cubicBezTo>
                  <a:cubicBezTo>
                    <a:pt x="84" y="35"/>
                    <a:pt x="81" y="35"/>
                    <a:pt x="83" y="38"/>
                  </a:cubicBezTo>
                  <a:cubicBezTo>
                    <a:pt x="84" y="40"/>
                    <a:pt x="86" y="43"/>
                    <a:pt x="84" y="48"/>
                  </a:cubicBezTo>
                  <a:cubicBezTo>
                    <a:pt x="84" y="52"/>
                    <a:pt x="87" y="46"/>
                    <a:pt x="89" y="49"/>
                  </a:cubicBezTo>
                  <a:cubicBezTo>
                    <a:pt x="92" y="56"/>
                    <a:pt x="92" y="51"/>
                    <a:pt x="95" y="54"/>
                  </a:cubicBezTo>
                  <a:cubicBezTo>
                    <a:pt x="98" y="57"/>
                    <a:pt x="102" y="59"/>
                    <a:pt x="102" y="60"/>
                  </a:cubicBezTo>
                  <a:cubicBezTo>
                    <a:pt x="95" y="65"/>
                    <a:pt x="99" y="66"/>
                    <a:pt x="96" y="68"/>
                  </a:cubicBezTo>
                  <a:cubicBezTo>
                    <a:pt x="95" y="71"/>
                    <a:pt x="98" y="71"/>
                    <a:pt x="96" y="73"/>
                  </a:cubicBezTo>
                  <a:cubicBezTo>
                    <a:pt x="93" y="74"/>
                    <a:pt x="98" y="79"/>
                    <a:pt x="99" y="77"/>
                  </a:cubicBezTo>
                  <a:cubicBezTo>
                    <a:pt x="99" y="74"/>
                    <a:pt x="104" y="80"/>
                    <a:pt x="107" y="84"/>
                  </a:cubicBezTo>
                  <a:cubicBezTo>
                    <a:pt x="112" y="87"/>
                    <a:pt x="108" y="82"/>
                    <a:pt x="113" y="87"/>
                  </a:cubicBezTo>
                  <a:cubicBezTo>
                    <a:pt x="116" y="90"/>
                    <a:pt x="115" y="85"/>
                    <a:pt x="116" y="88"/>
                  </a:cubicBezTo>
                  <a:cubicBezTo>
                    <a:pt x="118" y="91"/>
                    <a:pt x="122" y="88"/>
                    <a:pt x="125" y="90"/>
                  </a:cubicBezTo>
                  <a:cubicBezTo>
                    <a:pt x="127" y="91"/>
                    <a:pt x="125" y="88"/>
                    <a:pt x="130" y="90"/>
                  </a:cubicBezTo>
                  <a:cubicBezTo>
                    <a:pt x="134" y="93"/>
                    <a:pt x="130" y="94"/>
                    <a:pt x="133" y="94"/>
                  </a:cubicBezTo>
                  <a:cubicBezTo>
                    <a:pt x="138" y="96"/>
                    <a:pt x="134" y="97"/>
                    <a:pt x="138" y="96"/>
                  </a:cubicBezTo>
                  <a:cubicBezTo>
                    <a:pt x="141" y="94"/>
                    <a:pt x="139" y="99"/>
                    <a:pt x="142" y="97"/>
                  </a:cubicBezTo>
                  <a:cubicBezTo>
                    <a:pt x="145" y="96"/>
                    <a:pt x="147" y="102"/>
                    <a:pt x="150" y="99"/>
                  </a:cubicBezTo>
                  <a:cubicBezTo>
                    <a:pt x="153" y="97"/>
                    <a:pt x="150" y="102"/>
                    <a:pt x="154" y="101"/>
                  </a:cubicBezTo>
                  <a:cubicBezTo>
                    <a:pt x="159" y="99"/>
                    <a:pt x="157" y="102"/>
                    <a:pt x="159" y="99"/>
                  </a:cubicBezTo>
                  <a:cubicBezTo>
                    <a:pt x="160" y="94"/>
                    <a:pt x="157" y="94"/>
                    <a:pt x="159" y="90"/>
                  </a:cubicBezTo>
                  <a:cubicBezTo>
                    <a:pt x="160" y="85"/>
                    <a:pt x="160" y="87"/>
                    <a:pt x="159" y="85"/>
                  </a:cubicBezTo>
                  <a:cubicBezTo>
                    <a:pt x="170" y="79"/>
                    <a:pt x="163" y="87"/>
                    <a:pt x="165" y="91"/>
                  </a:cubicBezTo>
                  <a:cubicBezTo>
                    <a:pt x="162" y="93"/>
                    <a:pt x="167" y="96"/>
                    <a:pt x="168" y="96"/>
                  </a:cubicBezTo>
                  <a:cubicBezTo>
                    <a:pt x="171" y="94"/>
                    <a:pt x="171" y="99"/>
                    <a:pt x="176" y="96"/>
                  </a:cubicBezTo>
                  <a:cubicBezTo>
                    <a:pt x="180" y="94"/>
                    <a:pt x="179" y="99"/>
                    <a:pt x="183" y="96"/>
                  </a:cubicBezTo>
                  <a:cubicBezTo>
                    <a:pt x="188" y="94"/>
                    <a:pt x="186" y="97"/>
                    <a:pt x="188" y="96"/>
                  </a:cubicBezTo>
                  <a:cubicBezTo>
                    <a:pt x="189" y="94"/>
                    <a:pt x="191" y="97"/>
                    <a:pt x="191" y="94"/>
                  </a:cubicBezTo>
                  <a:cubicBezTo>
                    <a:pt x="189" y="91"/>
                    <a:pt x="192" y="88"/>
                    <a:pt x="189" y="90"/>
                  </a:cubicBezTo>
                  <a:cubicBezTo>
                    <a:pt x="186" y="90"/>
                    <a:pt x="186" y="87"/>
                    <a:pt x="186" y="87"/>
                  </a:cubicBezTo>
                  <a:cubicBezTo>
                    <a:pt x="192" y="87"/>
                    <a:pt x="195" y="85"/>
                    <a:pt x="195" y="84"/>
                  </a:cubicBezTo>
                  <a:cubicBezTo>
                    <a:pt x="195" y="80"/>
                    <a:pt x="199" y="82"/>
                    <a:pt x="199" y="79"/>
                  </a:cubicBezTo>
                  <a:cubicBezTo>
                    <a:pt x="200" y="76"/>
                    <a:pt x="203" y="77"/>
                    <a:pt x="206" y="74"/>
                  </a:cubicBezTo>
                  <a:cubicBezTo>
                    <a:pt x="209" y="71"/>
                    <a:pt x="211" y="69"/>
                    <a:pt x="212" y="71"/>
                  </a:cubicBezTo>
                  <a:cubicBezTo>
                    <a:pt x="215" y="73"/>
                    <a:pt x="217" y="73"/>
                    <a:pt x="218" y="71"/>
                  </a:cubicBezTo>
                  <a:cubicBezTo>
                    <a:pt x="218" y="69"/>
                    <a:pt x="223" y="68"/>
                    <a:pt x="223" y="69"/>
                  </a:cubicBezTo>
                  <a:cubicBezTo>
                    <a:pt x="224" y="73"/>
                    <a:pt x="226" y="69"/>
                    <a:pt x="224" y="73"/>
                  </a:cubicBezTo>
                  <a:cubicBezTo>
                    <a:pt x="221" y="76"/>
                    <a:pt x="226" y="71"/>
                    <a:pt x="226" y="74"/>
                  </a:cubicBezTo>
                  <a:cubicBezTo>
                    <a:pt x="227" y="79"/>
                    <a:pt x="220" y="80"/>
                    <a:pt x="226" y="80"/>
                  </a:cubicBezTo>
                  <a:cubicBezTo>
                    <a:pt x="231" y="79"/>
                    <a:pt x="231" y="80"/>
                    <a:pt x="232" y="82"/>
                  </a:cubicBezTo>
                  <a:cubicBezTo>
                    <a:pt x="234" y="87"/>
                    <a:pt x="227" y="87"/>
                    <a:pt x="229" y="90"/>
                  </a:cubicBezTo>
                  <a:cubicBezTo>
                    <a:pt x="232" y="94"/>
                    <a:pt x="231" y="94"/>
                    <a:pt x="229" y="91"/>
                  </a:cubicBezTo>
                  <a:cubicBezTo>
                    <a:pt x="226" y="88"/>
                    <a:pt x="221" y="93"/>
                    <a:pt x="218" y="96"/>
                  </a:cubicBezTo>
                  <a:cubicBezTo>
                    <a:pt x="215" y="99"/>
                    <a:pt x="215" y="96"/>
                    <a:pt x="215" y="99"/>
                  </a:cubicBezTo>
                  <a:cubicBezTo>
                    <a:pt x="214" y="102"/>
                    <a:pt x="217" y="101"/>
                    <a:pt x="215" y="105"/>
                  </a:cubicBezTo>
                  <a:cubicBezTo>
                    <a:pt x="212" y="111"/>
                    <a:pt x="209" y="111"/>
                    <a:pt x="211" y="113"/>
                  </a:cubicBezTo>
                  <a:cubicBezTo>
                    <a:pt x="214" y="116"/>
                    <a:pt x="209" y="116"/>
                    <a:pt x="208" y="122"/>
                  </a:cubicBezTo>
                  <a:cubicBezTo>
                    <a:pt x="206" y="130"/>
                    <a:pt x="206" y="125"/>
                    <a:pt x="203" y="125"/>
                  </a:cubicBezTo>
                  <a:cubicBezTo>
                    <a:pt x="200" y="124"/>
                    <a:pt x="200" y="121"/>
                    <a:pt x="200" y="129"/>
                  </a:cubicBezTo>
                  <a:cubicBezTo>
                    <a:pt x="202" y="141"/>
                    <a:pt x="199" y="130"/>
                    <a:pt x="199" y="138"/>
                  </a:cubicBezTo>
                  <a:cubicBezTo>
                    <a:pt x="199" y="141"/>
                    <a:pt x="200" y="139"/>
                    <a:pt x="199" y="144"/>
                  </a:cubicBezTo>
                  <a:cubicBezTo>
                    <a:pt x="195" y="149"/>
                    <a:pt x="197" y="141"/>
                    <a:pt x="194" y="146"/>
                  </a:cubicBezTo>
                  <a:cubicBezTo>
                    <a:pt x="194" y="136"/>
                    <a:pt x="191" y="136"/>
                    <a:pt x="192" y="130"/>
                  </a:cubicBezTo>
                  <a:cubicBezTo>
                    <a:pt x="192" y="127"/>
                    <a:pt x="189" y="127"/>
                    <a:pt x="189" y="130"/>
                  </a:cubicBezTo>
                  <a:cubicBezTo>
                    <a:pt x="188" y="138"/>
                    <a:pt x="185" y="136"/>
                    <a:pt x="183" y="129"/>
                  </a:cubicBezTo>
                  <a:cubicBezTo>
                    <a:pt x="182" y="122"/>
                    <a:pt x="191" y="124"/>
                    <a:pt x="191" y="118"/>
                  </a:cubicBezTo>
                  <a:cubicBezTo>
                    <a:pt x="191" y="113"/>
                    <a:pt x="195" y="118"/>
                    <a:pt x="194" y="115"/>
                  </a:cubicBezTo>
                  <a:cubicBezTo>
                    <a:pt x="191" y="111"/>
                    <a:pt x="173" y="115"/>
                    <a:pt x="173" y="111"/>
                  </a:cubicBezTo>
                  <a:cubicBezTo>
                    <a:pt x="173" y="107"/>
                    <a:pt x="173" y="101"/>
                    <a:pt x="171" y="104"/>
                  </a:cubicBezTo>
                  <a:cubicBezTo>
                    <a:pt x="170" y="108"/>
                    <a:pt x="168" y="101"/>
                    <a:pt x="167" y="101"/>
                  </a:cubicBezTo>
                  <a:cubicBezTo>
                    <a:pt x="162" y="104"/>
                    <a:pt x="163" y="99"/>
                    <a:pt x="162" y="99"/>
                  </a:cubicBezTo>
                  <a:cubicBezTo>
                    <a:pt x="160" y="97"/>
                    <a:pt x="160" y="99"/>
                    <a:pt x="162" y="101"/>
                  </a:cubicBezTo>
                  <a:cubicBezTo>
                    <a:pt x="163" y="101"/>
                    <a:pt x="156" y="105"/>
                    <a:pt x="159" y="107"/>
                  </a:cubicBezTo>
                  <a:cubicBezTo>
                    <a:pt x="162" y="107"/>
                    <a:pt x="162" y="110"/>
                    <a:pt x="163" y="110"/>
                  </a:cubicBezTo>
                  <a:cubicBezTo>
                    <a:pt x="165" y="110"/>
                    <a:pt x="165" y="110"/>
                    <a:pt x="165" y="111"/>
                  </a:cubicBezTo>
                  <a:cubicBezTo>
                    <a:pt x="168" y="115"/>
                    <a:pt x="160" y="110"/>
                    <a:pt x="162" y="113"/>
                  </a:cubicBezTo>
                  <a:cubicBezTo>
                    <a:pt x="162" y="118"/>
                    <a:pt x="159" y="113"/>
                    <a:pt x="159" y="118"/>
                  </a:cubicBezTo>
                  <a:cubicBezTo>
                    <a:pt x="157" y="122"/>
                    <a:pt x="163" y="119"/>
                    <a:pt x="163" y="124"/>
                  </a:cubicBezTo>
                  <a:cubicBezTo>
                    <a:pt x="165" y="129"/>
                    <a:pt x="160" y="127"/>
                    <a:pt x="163" y="129"/>
                  </a:cubicBezTo>
                  <a:cubicBezTo>
                    <a:pt x="165" y="132"/>
                    <a:pt x="162" y="133"/>
                    <a:pt x="165" y="133"/>
                  </a:cubicBezTo>
                  <a:cubicBezTo>
                    <a:pt x="167" y="133"/>
                    <a:pt x="165" y="133"/>
                    <a:pt x="165" y="139"/>
                  </a:cubicBezTo>
                  <a:cubicBezTo>
                    <a:pt x="167" y="143"/>
                    <a:pt x="167" y="144"/>
                    <a:pt x="167" y="146"/>
                  </a:cubicBezTo>
                  <a:cubicBezTo>
                    <a:pt x="165" y="146"/>
                    <a:pt x="165" y="146"/>
                    <a:pt x="167" y="147"/>
                  </a:cubicBezTo>
                  <a:cubicBezTo>
                    <a:pt x="168" y="150"/>
                    <a:pt x="167" y="150"/>
                    <a:pt x="165" y="149"/>
                  </a:cubicBezTo>
                  <a:cubicBezTo>
                    <a:pt x="162" y="149"/>
                    <a:pt x="160" y="152"/>
                    <a:pt x="160" y="147"/>
                  </a:cubicBezTo>
                  <a:cubicBezTo>
                    <a:pt x="159" y="143"/>
                    <a:pt x="159" y="147"/>
                    <a:pt x="153" y="150"/>
                  </a:cubicBezTo>
                  <a:cubicBezTo>
                    <a:pt x="145" y="153"/>
                    <a:pt x="154" y="155"/>
                    <a:pt x="148" y="163"/>
                  </a:cubicBezTo>
                  <a:cubicBezTo>
                    <a:pt x="142" y="171"/>
                    <a:pt x="144" y="166"/>
                    <a:pt x="139" y="169"/>
                  </a:cubicBezTo>
                  <a:cubicBezTo>
                    <a:pt x="131" y="174"/>
                    <a:pt x="130" y="181"/>
                    <a:pt x="119" y="191"/>
                  </a:cubicBezTo>
                  <a:cubicBezTo>
                    <a:pt x="108" y="200"/>
                    <a:pt x="116" y="195"/>
                    <a:pt x="112" y="202"/>
                  </a:cubicBezTo>
                  <a:cubicBezTo>
                    <a:pt x="107" y="206"/>
                    <a:pt x="105" y="199"/>
                    <a:pt x="104" y="205"/>
                  </a:cubicBezTo>
                  <a:cubicBezTo>
                    <a:pt x="102" y="211"/>
                    <a:pt x="92" y="203"/>
                    <a:pt x="95" y="216"/>
                  </a:cubicBezTo>
                  <a:cubicBezTo>
                    <a:pt x="98" y="223"/>
                    <a:pt x="95" y="222"/>
                    <a:pt x="96" y="225"/>
                  </a:cubicBezTo>
                  <a:cubicBezTo>
                    <a:pt x="98" y="236"/>
                    <a:pt x="96" y="237"/>
                    <a:pt x="93" y="244"/>
                  </a:cubicBezTo>
                  <a:cubicBezTo>
                    <a:pt x="90" y="254"/>
                    <a:pt x="96" y="262"/>
                    <a:pt x="92" y="262"/>
                  </a:cubicBezTo>
                  <a:cubicBezTo>
                    <a:pt x="86" y="262"/>
                    <a:pt x="90" y="262"/>
                    <a:pt x="87" y="267"/>
                  </a:cubicBezTo>
                  <a:cubicBezTo>
                    <a:pt x="84" y="272"/>
                    <a:pt x="90" y="272"/>
                    <a:pt x="90" y="273"/>
                  </a:cubicBezTo>
                  <a:cubicBezTo>
                    <a:pt x="90" y="273"/>
                    <a:pt x="89" y="272"/>
                    <a:pt x="83" y="273"/>
                  </a:cubicBezTo>
                  <a:cubicBezTo>
                    <a:pt x="78" y="275"/>
                    <a:pt x="83" y="278"/>
                    <a:pt x="76" y="282"/>
                  </a:cubicBezTo>
                  <a:cubicBezTo>
                    <a:pt x="72" y="289"/>
                    <a:pt x="66" y="276"/>
                    <a:pt x="63" y="261"/>
                  </a:cubicBezTo>
                  <a:cubicBezTo>
                    <a:pt x="60" y="245"/>
                    <a:pt x="54" y="245"/>
                    <a:pt x="54" y="236"/>
                  </a:cubicBezTo>
                  <a:cubicBezTo>
                    <a:pt x="52" y="227"/>
                    <a:pt x="46" y="211"/>
                    <a:pt x="43" y="206"/>
                  </a:cubicBezTo>
                  <a:cubicBezTo>
                    <a:pt x="41" y="203"/>
                    <a:pt x="40" y="194"/>
                    <a:pt x="37" y="177"/>
                  </a:cubicBezTo>
                  <a:cubicBezTo>
                    <a:pt x="34" y="160"/>
                    <a:pt x="40" y="161"/>
                    <a:pt x="37" y="155"/>
                  </a:cubicBezTo>
                  <a:cubicBezTo>
                    <a:pt x="34" y="149"/>
                    <a:pt x="37" y="150"/>
                    <a:pt x="35" y="147"/>
                  </a:cubicBezTo>
                  <a:cubicBezTo>
                    <a:pt x="34" y="144"/>
                    <a:pt x="38" y="141"/>
                    <a:pt x="34" y="143"/>
                  </a:cubicBezTo>
                  <a:cubicBezTo>
                    <a:pt x="31" y="144"/>
                    <a:pt x="35" y="150"/>
                    <a:pt x="31" y="153"/>
                  </a:cubicBezTo>
                  <a:cubicBezTo>
                    <a:pt x="22" y="161"/>
                    <a:pt x="20" y="160"/>
                    <a:pt x="11" y="149"/>
                  </a:cubicBezTo>
                  <a:cubicBezTo>
                    <a:pt x="2" y="136"/>
                    <a:pt x="6" y="143"/>
                    <a:pt x="12" y="141"/>
                  </a:cubicBezTo>
                  <a:cubicBezTo>
                    <a:pt x="20" y="139"/>
                    <a:pt x="19" y="133"/>
                    <a:pt x="14" y="136"/>
                  </a:cubicBezTo>
                  <a:cubicBezTo>
                    <a:pt x="11" y="139"/>
                    <a:pt x="5" y="135"/>
                    <a:pt x="3" y="132"/>
                  </a:cubicBezTo>
                  <a:cubicBezTo>
                    <a:pt x="2" y="129"/>
                    <a:pt x="0" y="130"/>
                    <a:pt x="0" y="129"/>
                  </a:cubicBezTo>
                  <a:cubicBezTo>
                    <a:pt x="0" y="124"/>
                    <a:pt x="6" y="127"/>
                    <a:pt x="5" y="124"/>
                  </a:cubicBezTo>
                </a:path>
              </a:pathLst>
            </a:custGeom>
            <a:solidFill>
              <a:schemeClr val="accent1">
                <a:lumMod val="20000"/>
                <a:lumOff val="80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14" name="Freeform 42">
              <a:extLst>
                <a:ext uri="{FF2B5EF4-FFF2-40B4-BE49-F238E27FC236}">
                  <a16:creationId xmlns:a16="http://schemas.microsoft.com/office/drawing/2014/main" id="{BAF1109F-293D-A84B-8EAF-5B0C63E7BC78}"/>
                </a:ext>
              </a:extLst>
            </p:cNvPr>
            <p:cNvSpPr>
              <a:spLocks/>
            </p:cNvSpPr>
            <p:nvPr/>
          </p:nvSpPr>
          <p:spPr bwMode="auto">
            <a:xfrm>
              <a:off x="3714923" y="3651590"/>
              <a:ext cx="209849" cy="138308"/>
            </a:xfrm>
            <a:custGeom>
              <a:avLst/>
              <a:gdLst/>
              <a:ahLst/>
              <a:cxnLst>
                <a:cxn ang="0">
                  <a:pos x="9" y="3"/>
                </a:cxn>
                <a:cxn ang="0">
                  <a:pos x="3" y="11"/>
                </a:cxn>
                <a:cxn ang="0">
                  <a:pos x="3" y="16"/>
                </a:cxn>
                <a:cxn ang="0">
                  <a:pos x="6" y="20"/>
                </a:cxn>
                <a:cxn ang="0">
                  <a:pos x="14" y="27"/>
                </a:cxn>
                <a:cxn ang="0">
                  <a:pos x="20" y="30"/>
                </a:cxn>
                <a:cxn ang="0">
                  <a:pos x="23" y="31"/>
                </a:cxn>
                <a:cxn ang="0">
                  <a:pos x="32" y="33"/>
                </a:cxn>
                <a:cxn ang="0">
                  <a:pos x="37" y="33"/>
                </a:cxn>
                <a:cxn ang="0">
                  <a:pos x="40" y="37"/>
                </a:cxn>
                <a:cxn ang="0">
                  <a:pos x="45" y="39"/>
                </a:cxn>
                <a:cxn ang="0">
                  <a:pos x="49" y="40"/>
                </a:cxn>
                <a:cxn ang="0">
                  <a:pos x="57" y="42"/>
                </a:cxn>
                <a:cxn ang="0">
                  <a:pos x="62" y="44"/>
                </a:cxn>
                <a:cxn ang="0">
                  <a:pos x="66" y="42"/>
                </a:cxn>
                <a:cxn ang="0">
                  <a:pos x="66" y="33"/>
                </a:cxn>
                <a:cxn ang="0">
                  <a:pos x="66" y="28"/>
                </a:cxn>
                <a:cxn ang="0">
                  <a:pos x="63" y="28"/>
                </a:cxn>
                <a:cxn ang="0">
                  <a:pos x="60" y="28"/>
                </a:cxn>
                <a:cxn ang="0">
                  <a:pos x="54" y="27"/>
                </a:cxn>
                <a:cxn ang="0">
                  <a:pos x="51" y="27"/>
                </a:cxn>
                <a:cxn ang="0">
                  <a:pos x="49" y="28"/>
                </a:cxn>
                <a:cxn ang="0">
                  <a:pos x="46" y="23"/>
                </a:cxn>
                <a:cxn ang="0">
                  <a:pos x="43" y="22"/>
                </a:cxn>
                <a:cxn ang="0">
                  <a:pos x="42" y="20"/>
                </a:cxn>
                <a:cxn ang="0">
                  <a:pos x="35" y="16"/>
                </a:cxn>
                <a:cxn ang="0">
                  <a:pos x="31" y="14"/>
                </a:cxn>
                <a:cxn ang="0">
                  <a:pos x="26" y="9"/>
                </a:cxn>
                <a:cxn ang="0">
                  <a:pos x="20" y="6"/>
                </a:cxn>
                <a:cxn ang="0">
                  <a:pos x="15" y="2"/>
                </a:cxn>
                <a:cxn ang="0">
                  <a:pos x="9" y="3"/>
                </a:cxn>
              </a:cxnLst>
              <a:rect l="0" t="0" r="r" b="b"/>
              <a:pathLst>
                <a:path w="68" h="45">
                  <a:moveTo>
                    <a:pt x="9" y="3"/>
                  </a:moveTo>
                  <a:cubicBezTo>
                    <a:pt x="2" y="8"/>
                    <a:pt x="6" y="9"/>
                    <a:pt x="3" y="11"/>
                  </a:cubicBezTo>
                  <a:cubicBezTo>
                    <a:pt x="2" y="14"/>
                    <a:pt x="5" y="14"/>
                    <a:pt x="3" y="16"/>
                  </a:cubicBezTo>
                  <a:cubicBezTo>
                    <a:pt x="0" y="17"/>
                    <a:pt x="5" y="22"/>
                    <a:pt x="6" y="20"/>
                  </a:cubicBezTo>
                  <a:cubicBezTo>
                    <a:pt x="6" y="17"/>
                    <a:pt x="11" y="23"/>
                    <a:pt x="14" y="27"/>
                  </a:cubicBezTo>
                  <a:cubicBezTo>
                    <a:pt x="19" y="30"/>
                    <a:pt x="15" y="25"/>
                    <a:pt x="20" y="30"/>
                  </a:cubicBezTo>
                  <a:cubicBezTo>
                    <a:pt x="23" y="33"/>
                    <a:pt x="22" y="28"/>
                    <a:pt x="23" y="31"/>
                  </a:cubicBezTo>
                  <a:cubicBezTo>
                    <a:pt x="25" y="34"/>
                    <a:pt x="29" y="31"/>
                    <a:pt x="32" y="33"/>
                  </a:cubicBezTo>
                  <a:cubicBezTo>
                    <a:pt x="34" y="34"/>
                    <a:pt x="32" y="31"/>
                    <a:pt x="37" y="33"/>
                  </a:cubicBezTo>
                  <a:cubicBezTo>
                    <a:pt x="42" y="36"/>
                    <a:pt x="37" y="37"/>
                    <a:pt x="40" y="37"/>
                  </a:cubicBezTo>
                  <a:cubicBezTo>
                    <a:pt x="45" y="39"/>
                    <a:pt x="42" y="40"/>
                    <a:pt x="45" y="39"/>
                  </a:cubicBezTo>
                  <a:cubicBezTo>
                    <a:pt x="48" y="37"/>
                    <a:pt x="46" y="42"/>
                    <a:pt x="49" y="40"/>
                  </a:cubicBezTo>
                  <a:cubicBezTo>
                    <a:pt x="52" y="39"/>
                    <a:pt x="54" y="45"/>
                    <a:pt x="57" y="42"/>
                  </a:cubicBezTo>
                  <a:cubicBezTo>
                    <a:pt x="60" y="40"/>
                    <a:pt x="57" y="45"/>
                    <a:pt x="62" y="44"/>
                  </a:cubicBezTo>
                  <a:cubicBezTo>
                    <a:pt x="66" y="42"/>
                    <a:pt x="65" y="45"/>
                    <a:pt x="66" y="42"/>
                  </a:cubicBezTo>
                  <a:cubicBezTo>
                    <a:pt x="68" y="37"/>
                    <a:pt x="65" y="37"/>
                    <a:pt x="66" y="33"/>
                  </a:cubicBezTo>
                  <a:cubicBezTo>
                    <a:pt x="68" y="28"/>
                    <a:pt x="68" y="30"/>
                    <a:pt x="66" y="28"/>
                  </a:cubicBezTo>
                  <a:cubicBezTo>
                    <a:pt x="66" y="28"/>
                    <a:pt x="65" y="28"/>
                    <a:pt x="63" y="28"/>
                  </a:cubicBezTo>
                  <a:cubicBezTo>
                    <a:pt x="63" y="30"/>
                    <a:pt x="63" y="28"/>
                    <a:pt x="60" y="28"/>
                  </a:cubicBezTo>
                  <a:cubicBezTo>
                    <a:pt x="58" y="30"/>
                    <a:pt x="55" y="23"/>
                    <a:pt x="54" y="27"/>
                  </a:cubicBezTo>
                  <a:cubicBezTo>
                    <a:pt x="54" y="28"/>
                    <a:pt x="52" y="28"/>
                    <a:pt x="51" y="27"/>
                  </a:cubicBezTo>
                  <a:cubicBezTo>
                    <a:pt x="49" y="23"/>
                    <a:pt x="51" y="28"/>
                    <a:pt x="49" y="28"/>
                  </a:cubicBezTo>
                  <a:cubicBezTo>
                    <a:pt x="48" y="28"/>
                    <a:pt x="48" y="23"/>
                    <a:pt x="46" y="23"/>
                  </a:cubicBezTo>
                  <a:cubicBezTo>
                    <a:pt x="43" y="23"/>
                    <a:pt x="42" y="25"/>
                    <a:pt x="43" y="22"/>
                  </a:cubicBezTo>
                  <a:cubicBezTo>
                    <a:pt x="43" y="20"/>
                    <a:pt x="43" y="20"/>
                    <a:pt x="42" y="20"/>
                  </a:cubicBezTo>
                  <a:cubicBezTo>
                    <a:pt x="40" y="22"/>
                    <a:pt x="35" y="19"/>
                    <a:pt x="35" y="16"/>
                  </a:cubicBezTo>
                  <a:cubicBezTo>
                    <a:pt x="35" y="12"/>
                    <a:pt x="34" y="14"/>
                    <a:pt x="31" y="14"/>
                  </a:cubicBezTo>
                  <a:cubicBezTo>
                    <a:pt x="29" y="16"/>
                    <a:pt x="28" y="9"/>
                    <a:pt x="26" y="9"/>
                  </a:cubicBezTo>
                  <a:cubicBezTo>
                    <a:pt x="23" y="9"/>
                    <a:pt x="23" y="6"/>
                    <a:pt x="20" y="6"/>
                  </a:cubicBezTo>
                  <a:cubicBezTo>
                    <a:pt x="17" y="5"/>
                    <a:pt x="22" y="3"/>
                    <a:pt x="15" y="2"/>
                  </a:cubicBezTo>
                  <a:cubicBezTo>
                    <a:pt x="11" y="0"/>
                    <a:pt x="12" y="9"/>
                    <a:pt x="9"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15" name="Freeform 43">
              <a:extLst>
                <a:ext uri="{FF2B5EF4-FFF2-40B4-BE49-F238E27FC236}">
                  <a16:creationId xmlns:a16="http://schemas.microsoft.com/office/drawing/2014/main" id="{87A6C3A1-C9CD-EBB2-BD9F-248943681E6C}"/>
                </a:ext>
              </a:extLst>
            </p:cNvPr>
            <p:cNvSpPr>
              <a:spLocks/>
            </p:cNvSpPr>
            <p:nvPr/>
          </p:nvSpPr>
          <p:spPr bwMode="auto">
            <a:xfrm>
              <a:off x="3927952" y="3719949"/>
              <a:ext cx="92206" cy="60410"/>
            </a:xfrm>
            <a:custGeom>
              <a:avLst/>
              <a:gdLst/>
              <a:ahLst/>
              <a:cxnLst>
                <a:cxn ang="0">
                  <a:pos x="3" y="12"/>
                </a:cxn>
                <a:cxn ang="0">
                  <a:pos x="6" y="17"/>
                </a:cxn>
                <a:cxn ang="0">
                  <a:pos x="14" y="17"/>
                </a:cxn>
                <a:cxn ang="0">
                  <a:pos x="21" y="17"/>
                </a:cxn>
                <a:cxn ang="0">
                  <a:pos x="26" y="17"/>
                </a:cxn>
                <a:cxn ang="0">
                  <a:pos x="29" y="15"/>
                </a:cxn>
                <a:cxn ang="0">
                  <a:pos x="27" y="11"/>
                </a:cxn>
                <a:cxn ang="0">
                  <a:pos x="24" y="8"/>
                </a:cxn>
                <a:cxn ang="0">
                  <a:pos x="23" y="4"/>
                </a:cxn>
                <a:cxn ang="0">
                  <a:pos x="20" y="4"/>
                </a:cxn>
                <a:cxn ang="0">
                  <a:pos x="15" y="3"/>
                </a:cxn>
                <a:cxn ang="0">
                  <a:pos x="9" y="4"/>
                </a:cxn>
                <a:cxn ang="0">
                  <a:pos x="6" y="8"/>
                </a:cxn>
                <a:cxn ang="0">
                  <a:pos x="3" y="12"/>
                </a:cxn>
              </a:cxnLst>
              <a:rect l="0" t="0" r="r" b="b"/>
              <a:pathLst>
                <a:path w="30" h="20">
                  <a:moveTo>
                    <a:pt x="3" y="12"/>
                  </a:moveTo>
                  <a:cubicBezTo>
                    <a:pt x="0" y="14"/>
                    <a:pt x="5" y="17"/>
                    <a:pt x="6" y="17"/>
                  </a:cubicBezTo>
                  <a:cubicBezTo>
                    <a:pt x="9" y="15"/>
                    <a:pt x="9" y="20"/>
                    <a:pt x="14" y="17"/>
                  </a:cubicBezTo>
                  <a:cubicBezTo>
                    <a:pt x="18" y="15"/>
                    <a:pt x="17" y="20"/>
                    <a:pt x="21" y="17"/>
                  </a:cubicBezTo>
                  <a:cubicBezTo>
                    <a:pt x="26" y="15"/>
                    <a:pt x="24" y="19"/>
                    <a:pt x="26" y="17"/>
                  </a:cubicBezTo>
                  <a:cubicBezTo>
                    <a:pt x="27" y="15"/>
                    <a:pt x="29" y="19"/>
                    <a:pt x="29" y="15"/>
                  </a:cubicBezTo>
                  <a:cubicBezTo>
                    <a:pt x="27" y="12"/>
                    <a:pt x="30" y="9"/>
                    <a:pt x="27" y="11"/>
                  </a:cubicBezTo>
                  <a:cubicBezTo>
                    <a:pt x="24" y="11"/>
                    <a:pt x="24" y="8"/>
                    <a:pt x="24" y="8"/>
                  </a:cubicBezTo>
                  <a:cubicBezTo>
                    <a:pt x="26" y="4"/>
                    <a:pt x="24" y="4"/>
                    <a:pt x="23" y="4"/>
                  </a:cubicBezTo>
                  <a:cubicBezTo>
                    <a:pt x="21" y="3"/>
                    <a:pt x="21" y="6"/>
                    <a:pt x="20" y="4"/>
                  </a:cubicBezTo>
                  <a:cubicBezTo>
                    <a:pt x="18" y="3"/>
                    <a:pt x="14" y="4"/>
                    <a:pt x="15" y="3"/>
                  </a:cubicBezTo>
                  <a:cubicBezTo>
                    <a:pt x="17" y="1"/>
                    <a:pt x="11" y="0"/>
                    <a:pt x="9" y="4"/>
                  </a:cubicBezTo>
                  <a:cubicBezTo>
                    <a:pt x="8" y="8"/>
                    <a:pt x="6" y="4"/>
                    <a:pt x="6" y="8"/>
                  </a:cubicBezTo>
                  <a:cubicBezTo>
                    <a:pt x="5" y="11"/>
                    <a:pt x="5" y="9"/>
                    <a:pt x="3" y="1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16" name="Freeform 44">
              <a:extLst>
                <a:ext uri="{FF2B5EF4-FFF2-40B4-BE49-F238E27FC236}">
                  <a16:creationId xmlns:a16="http://schemas.microsoft.com/office/drawing/2014/main" id="{0239DAD0-2B09-4E06-0658-60A09D5FA6EB}"/>
                </a:ext>
              </a:extLst>
            </p:cNvPr>
            <p:cNvSpPr>
              <a:spLocks/>
            </p:cNvSpPr>
            <p:nvPr/>
          </p:nvSpPr>
          <p:spPr bwMode="auto">
            <a:xfrm>
              <a:off x="3910464" y="3777179"/>
              <a:ext cx="119233" cy="195539"/>
            </a:xfrm>
            <a:custGeom>
              <a:avLst/>
              <a:gdLst/>
              <a:ahLst/>
              <a:cxnLst>
                <a:cxn ang="0">
                  <a:pos x="9" y="41"/>
                </a:cxn>
                <a:cxn ang="0">
                  <a:pos x="9" y="35"/>
                </a:cxn>
                <a:cxn ang="0">
                  <a:pos x="8" y="31"/>
                </a:cxn>
                <a:cxn ang="0">
                  <a:pos x="8" y="26"/>
                </a:cxn>
                <a:cxn ang="0">
                  <a:pos x="3" y="20"/>
                </a:cxn>
                <a:cxn ang="0">
                  <a:pos x="6" y="15"/>
                </a:cxn>
                <a:cxn ang="0">
                  <a:pos x="9" y="13"/>
                </a:cxn>
                <a:cxn ang="0">
                  <a:pos x="8" y="12"/>
                </a:cxn>
                <a:cxn ang="0">
                  <a:pos x="3" y="9"/>
                </a:cxn>
                <a:cxn ang="0">
                  <a:pos x="6" y="3"/>
                </a:cxn>
                <a:cxn ang="0">
                  <a:pos x="6" y="1"/>
                </a:cxn>
                <a:cxn ang="0">
                  <a:pos x="11" y="3"/>
                </a:cxn>
                <a:cxn ang="0">
                  <a:pos x="15" y="6"/>
                </a:cxn>
                <a:cxn ang="0">
                  <a:pos x="17" y="13"/>
                </a:cxn>
                <a:cxn ang="0">
                  <a:pos x="38" y="17"/>
                </a:cxn>
                <a:cxn ang="0">
                  <a:pos x="35" y="20"/>
                </a:cxn>
                <a:cxn ang="0">
                  <a:pos x="27" y="31"/>
                </a:cxn>
                <a:cxn ang="0">
                  <a:pos x="33" y="32"/>
                </a:cxn>
                <a:cxn ang="0">
                  <a:pos x="36" y="32"/>
                </a:cxn>
                <a:cxn ang="0">
                  <a:pos x="38" y="48"/>
                </a:cxn>
                <a:cxn ang="0">
                  <a:pos x="35" y="57"/>
                </a:cxn>
                <a:cxn ang="0">
                  <a:pos x="35" y="57"/>
                </a:cxn>
                <a:cxn ang="0">
                  <a:pos x="33" y="52"/>
                </a:cxn>
                <a:cxn ang="0">
                  <a:pos x="33" y="48"/>
                </a:cxn>
                <a:cxn ang="0">
                  <a:pos x="29" y="40"/>
                </a:cxn>
                <a:cxn ang="0">
                  <a:pos x="24" y="38"/>
                </a:cxn>
                <a:cxn ang="0">
                  <a:pos x="23" y="32"/>
                </a:cxn>
                <a:cxn ang="0">
                  <a:pos x="21" y="34"/>
                </a:cxn>
                <a:cxn ang="0">
                  <a:pos x="23" y="41"/>
                </a:cxn>
                <a:cxn ang="0">
                  <a:pos x="18" y="49"/>
                </a:cxn>
                <a:cxn ang="0">
                  <a:pos x="15" y="49"/>
                </a:cxn>
                <a:cxn ang="0">
                  <a:pos x="11" y="48"/>
                </a:cxn>
                <a:cxn ang="0">
                  <a:pos x="9" y="41"/>
                </a:cxn>
              </a:cxnLst>
              <a:rect l="0" t="0" r="r" b="b"/>
              <a:pathLst>
                <a:path w="39" h="63">
                  <a:moveTo>
                    <a:pt x="9" y="41"/>
                  </a:moveTo>
                  <a:cubicBezTo>
                    <a:pt x="9" y="35"/>
                    <a:pt x="11" y="35"/>
                    <a:pt x="9" y="35"/>
                  </a:cubicBezTo>
                  <a:cubicBezTo>
                    <a:pt x="6" y="35"/>
                    <a:pt x="9" y="34"/>
                    <a:pt x="8" y="31"/>
                  </a:cubicBezTo>
                  <a:cubicBezTo>
                    <a:pt x="5" y="29"/>
                    <a:pt x="9" y="31"/>
                    <a:pt x="8" y="26"/>
                  </a:cubicBezTo>
                  <a:cubicBezTo>
                    <a:pt x="8" y="21"/>
                    <a:pt x="2" y="24"/>
                    <a:pt x="3" y="20"/>
                  </a:cubicBezTo>
                  <a:cubicBezTo>
                    <a:pt x="3" y="15"/>
                    <a:pt x="6" y="20"/>
                    <a:pt x="6" y="15"/>
                  </a:cubicBezTo>
                  <a:cubicBezTo>
                    <a:pt x="5" y="12"/>
                    <a:pt x="12" y="17"/>
                    <a:pt x="9" y="13"/>
                  </a:cubicBezTo>
                  <a:cubicBezTo>
                    <a:pt x="9" y="12"/>
                    <a:pt x="9" y="12"/>
                    <a:pt x="8" y="12"/>
                  </a:cubicBezTo>
                  <a:cubicBezTo>
                    <a:pt x="6" y="12"/>
                    <a:pt x="6" y="9"/>
                    <a:pt x="3" y="9"/>
                  </a:cubicBezTo>
                  <a:cubicBezTo>
                    <a:pt x="0" y="7"/>
                    <a:pt x="8" y="3"/>
                    <a:pt x="6" y="3"/>
                  </a:cubicBezTo>
                  <a:cubicBezTo>
                    <a:pt x="5" y="1"/>
                    <a:pt x="5" y="0"/>
                    <a:pt x="6" y="1"/>
                  </a:cubicBezTo>
                  <a:cubicBezTo>
                    <a:pt x="8" y="1"/>
                    <a:pt x="6" y="6"/>
                    <a:pt x="11" y="3"/>
                  </a:cubicBezTo>
                  <a:cubicBezTo>
                    <a:pt x="12" y="3"/>
                    <a:pt x="14" y="10"/>
                    <a:pt x="15" y="6"/>
                  </a:cubicBezTo>
                  <a:cubicBezTo>
                    <a:pt x="17" y="3"/>
                    <a:pt x="17" y="9"/>
                    <a:pt x="17" y="13"/>
                  </a:cubicBezTo>
                  <a:cubicBezTo>
                    <a:pt x="17" y="17"/>
                    <a:pt x="35" y="13"/>
                    <a:pt x="38" y="17"/>
                  </a:cubicBezTo>
                  <a:cubicBezTo>
                    <a:pt x="39" y="20"/>
                    <a:pt x="35" y="15"/>
                    <a:pt x="35" y="20"/>
                  </a:cubicBezTo>
                  <a:cubicBezTo>
                    <a:pt x="35" y="26"/>
                    <a:pt x="26" y="24"/>
                    <a:pt x="27" y="31"/>
                  </a:cubicBezTo>
                  <a:cubicBezTo>
                    <a:pt x="29" y="38"/>
                    <a:pt x="32" y="40"/>
                    <a:pt x="33" y="32"/>
                  </a:cubicBezTo>
                  <a:cubicBezTo>
                    <a:pt x="33" y="29"/>
                    <a:pt x="36" y="29"/>
                    <a:pt x="36" y="32"/>
                  </a:cubicBezTo>
                  <a:cubicBezTo>
                    <a:pt x="35" y="38"/>
                    <a:pt x="38" y="38"/>
                    <a:pt x="38" y="48"/>
                  </a:cubicBezTo>
                  <a:cubicBezTo>
                    <a:pt x="39" y="63"/>
                    <a:pt x="35" y="46"/>
                    <a:pt x="35" y="57"/>
                  </a:cubicBezTo>
                  <a:cubicBezTo>
                    <a:pt x="36" y="60"/>
                    <a:pt x="35" y="59"/>
                    <a:pt x="35" y="57"/>
                  </a:cubicBezTo>
                  <a:cubicBezTo>
                    <a:pt x="33" y="55"/>
                    <a:pt x="33" y="54"/>
                    <a:pt x="33" y="52"/>
                  </a:cubicBezTo>
                  <a:cubicBezTo>
                    <a:pt x="35" y="51"/>
                    <a:pt x="33" y="51"/>
                    <a:pt x="33" y="48"/>
                  </a:cubicBezTo>
                  <a:cubicBezTo>
                    <a:pt x="30" y="41"/>
                    <a:pt x="30" y="38"/>
                    <a:pt x="29" y="40"/>
                  </a:cubicBezTo>
                  <a:cubicBezTo>
                    <a:pt x="26" y="43"/>
                    <a:pt x="24" y="41"/>
                    <a:pt x="24" y="38"/>
                  </a:cubicBezTo>
                  <a:cubicBezTo>
                    <a:pt x="23" y="35"/>
                    <a:pt x="23" y="31"/>
                    <a:pt x="23" y="32"/>
                  </a:cubicBezTo>
                  <a:cubicBezTo>
                    <a:pt x="21" y="34"/>
                    <a:pt x="21" y="32"/>
                    <a:pt x="21" y="34"/>
                  </a:cubicBezTo>
                  <a:cubicBezTo>
                    <a:pt x="23" y="37"/>
                    <a:pt x="21" y="38"/>
                    <a:pt x="23" y="41"/>
                  </a:cubicBezTo>
                  <a:cubicBezTo>
                    <a:pt x="23" y="45"/>
                    <a:pt x="20" y="51"/>
                    <a:pt x="18" y="49"/>
                  </a:cubicBezTo>
                  <a:cubicBezTo>
                    <a:pt x="17" y="46"/>
                    <a:pt x="15" y="52"/>
                    <a:pt x="15" y="49"/>
                  </a:cubicBezTo>
                  <a:cubicBezTo>
                    <a:pt x="14" y="48"/>
                    <a:pt x="12" y="52"/>
                    <a:pt x="11" y="48"/>
                  </a:cubicBezTo>
                  <a:cubicBezTo>
                    <a:pt x="11" y="46"/>
                    <a:pt x="11" y="45"/>
                    <a:pt x="9" y="4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17" name="Freeform 45">
              <a:extLst>
                <a:ext uri="{FF2B5EF4-FFF2-40B4-BE49-F238E27FC236}">
                  <a16:creationId xmlns:a16="http://schemas.microsoft.com/office/drawing/2014/main" id="{2CAA23D0-8133-DC13-ECE6-9AAB8CC00161}"/>
                </a:ext>
              </a:extLst>
            </p:cNvPr>
            <p:cNvSpPr>
              <a:spLocks/>
            </p:cNvSpPr>
            <p:nvPr/>
          </p:nvSpPr>
          <p:spPr bwMode="auto">
            <a:xfrm>
              <a:off x="3244350" y="3386102"/>
              <a:ext cx="351340" cy="314769"/>
            </a:xfrm>
            <a:custGeom>
              <a:avLst/>
              <a:gdLst/>
              <a:ahLst/>
              <a:cxnLst>
                <a:cxn ang="0">
                  <a:pos x="6" y="33"/>
                </a:cxn>
                <a:cxn ang="0">
                  <a:pos x="0" y="50"/>
                </a:cxn>
                <a:cxn ang="0">
                  <a:pos x="3" y="74"/>
                </a:cxn>
                <a:cxn ang="0">
                  <a:pos x="10" y="80"/>
                </a:cxn>
                <a:cxn ang="0">
                  <a:pos x="3" y="94"/>
                </a:cxn>
                <a:cxn ang="0">
                  <a:pos x="29" y="97"/>
                </a:cxn>
                <a:cxn ang="0">
                  <a:pos x="47" y="88"/>
                </a:cxn>
                <a:cxn ang="0">
                  <a:pos x="59" y="75"/>
                </a:cxn>
                <a:cxn ang="0">
                  <a:pos x="69" y="74"/>
                </a:cxn>
                <a:cxn ang="0">
                  <a:pos x="70" y="64"/>
                </a:cxn>
                <a:cxn ang="0">
                  <a:pos x="76" y="53"/>
                </a:cxn>
                <a:cxn ang="0">
                  <a:pos x="85" y="46"/>
                </a:cxn>
                <a:cxn ang="0">
                  <a:pos x="87" y="33"/>
                </a:cxn>
                <a:cxn ang="0">
                  <a:pos x="96" y="21"/>
                </a:cxn>
                <a:cxn ang="0">
                  <a:pos x="111" y="16"/>
                </a:cxn>
                <a:cxn ang="0">
                  <a:pos x="113" y="15"/>
                </a:cxn>
                <a:cxn ang="0">
                  <a:pos x="108" y="13"/>
                </a:cxn>
                <a:cxn ang="0">
                  <a:pos x="105" y="13"/>
                </a:cxn>
                <a:cxn ang="0">
                  <a:pos x="101" y="13"/>
                </a:cxn>
                <a:cxn ang="0">
                  <a:pos x="97" y="16"/>
                </a:cxn>
                <a:cxn ang="0">
                  <a:pos x="91" y="19"/>
                </a:cxn>
                <a:cxn ang="0">
                  <a:pos x="88" y="10"/>
                </a:cxn>
                <a:cxn ang="0">
                  <a:pos x="85" y="7"/>
                </a:cxn>
                <a:cxn ang="0">
                  <a:pos x="84" y="2"/>
                </a:cxn>
                <a:cxn ang="0">
                  <a:pos x="78" y="7"/>
                </a:cxn>
                <a:cxn ang="0">
                  <a:pos x="78" y="11"/>
                </a:cxn>
                <a:cxn ang="0">
                  <a:pos x="72" y="11"/>
                </a:cxn>
                <a:cxn ang="0">
                  <a:pos x="70" y="16"/>
                </a:cxn>
                <a:cxn ang="0">
                  <a:pos x="67" y="15"/>
                </a:cxn>
                <a:cxn ang="0">
                  <a:pos x="61" y="16"/>
                </a:cxn>
                <a:cxn ang="0">
                  <a:pos x="58" y="16"/>
                </a:cxn>
                <a:cxn ang="0">
                  <a:pos x="55" y="15"/>
                </a:cxn>
                <a:cxn ang="0">
                  <a:pos x="49" y="13"/>
                </a:cxn>
                <a:cxn ang="0">
                  <a:pos x="41" y="13"/>
                </a:cxn>
                <a:cxn ang="0">
                  <a:pos x="33" y="21"/>
                </a:cxn>
                <a:cxn ang="0">
                  <a:pos x="24" y="28"/>
                </a:cxn>
                <a:cxn ang="0">
                  <a:pos x="17" y="36"/>
                </a:cxn>
                <a:cxn ang="0">
                  <a:pos x="10" y="35"/>
                </a:cxn>
                <a:cxn ang="0">
                  <a:pos x="6" y="33"/>
                </a:cxn>
              </a:cxnLst>
              <a:rect l="0" t="0" r="r" b="b"/>
              <a:pathLst>
                <a:path w="114" h="102">
                  <a:moveTo>
                    <a:pt x="6" y="33"/>
                  </a:moveTo>
                  <a:cubicBezTo>
                    <a:pt x="4" y="47"/>
                    <a:pt x="0" y="43"/>
                    <a:pt x="0" y="50"/>
                  </a:cubicBezTo>
                  <a:cubicBezTo>
                    <a:pt x="1" y="58"/>
                    <a:pt x="3" y="66"/>
                    <a:pt x="3" y="74"/>
                  </a:cubicBezTo>
                  <a:cubicBezTo>
                    <a:pt x="1" y="81"/>
                    <a:pt x="10" y="74"/>
                    <a:pt x="10" y="80"/>
                  </a:cubicBezTo>
                  <a:cubicBezTo>
                    <a:pt x="12" y="86"/>
                    <a:pt x="3" y="89"/>
                    <a:pt x="3" y="94"/>
                  </a:cubicBezTo>
                  <a:cubicBezTo>
                    <a:pt x="7" y="92"/>
                    <a:pt x="14" y="102"/>
                    <a:pt x="29" y="97"/>
                  </a:cubicBezTo>
                  <a:cubicBezTo>
                    <a:pt x="46" y="94"/>
                    <a:pt x="47" y="94"/>
                    <a:pt x="47" y="88"/>
                  </a:cubicBezTo>
                  <a:cubicBezTo>
                    <a:pt x="46" y="80"/>
                    <a:pt x="55" y="78"/>
                    <a:pt x="59" y="75"/>
                  </a:cubicBezTo>
                  <a:cubicBezTo>
                    <a:pt x="64" y="70"/>
                    <a:pt x="67" y="77"/>
                    <a:pt x="69" y="74"/>
                  </a:cubicBezTo>
                  <a:cubicBezTo>
                    <a:pt x="70" y="72"/>
                    <a:pt x="69" y="70"/>
                    <a:pt x="70" y="64"/>
                  </a:cubicBezTo>
                  <a:cubicBezTo>
                    <a:pt x="73" y="56"/>
                    <a:pt x="81" y="61"/>
                    <a:pt x="76" y="53"/>
                  </a:cubicBezTo>
                  <a:cubicBezTo>
                    <a:pt x="70" y="44"/>
                    <a:pt x="85" y="55"/>
                    <a:pt x="85" y="46"/>
                  </a:cubicBezTo>
                  <a:cubicBezTo>
                    <a:pt x="85" y="41"/>
                    <a:pt x="90" y="39"/>
                    <a:pt x="87" y="33"/>
                  </a:cubicBezTo>
                  <a:cubicBezTo>
                    <a:pt x="84" y="27"/>
                    <a:pt x="85" y="24"/>
                    <a:pt x="96" y="21"/>
                  </a:cubicBezTo>
                  <a:cubicBezTo>
                    <a:pt x="105" y="16"/>
                    <a:pt x="108" y="22"/>
                    <a:pt x="111" y="16"/>
                  </a:cubicBezTo>
                  <a:cubicBezTo>
                    <a:pt x="110" y="16"/>
                    <a:pt x="110" y="15"/>
                    <a:pt x="113" y="15"/>
                  </a:cubicBezTo>
                  <a:cubicBezTo>
                    <a:pt x="114" y="13"/>
                    <a:pt x="111" y="11"/>
                    <a:pt x="108" y="13"/>
                  </a:cubicBezTo>
                  <a:cubicBezTo>
                    <a:pt x="105" y="16"/>
                    <a:pt x="104" y="16"/>
                    <a:pt x="105" y="13"/>
                  </a:cubicBezTo>
                  <a:cubicBezTo>
                    <a:pt x="107" y="11"/>
                    <a:pt x="102" y="11"/>
                    <a:pt x="101" y="13"/>
                  </a:cubicBezTo>
                  <a:cubicBezTo>
                    <a:pt x="99" y="15"/>
                    <a:pt x="97" y="15"/>
                    <a:pt x="97" y="16"/>
                  </a:cubicBezTo>
                  <a:cubicBezTo>
                    <a:pt x="97" y="18"/>
                    <a:pt x="94" y="18"/>
                    <a:pt x="91" y="19"/>
                  </a:cubicBezTo>
                  <a:cubicBezTo>
                    <a:pt x="88" y="22"/>
                    <a:pt x="87" y="19"/>
                    <a:pt x="88" y="10"/>
                  </a:cubicBezTo>
                  <a:cubicBezTo>
                    <a:pt x="88" y="4"/>
                    <a:pt x="87" y="8"/>
                    <a:pt x="85" y="7"/>
                  </a:cubicBezTo>
                  <a:cubicBezTo>
                    <a:pt x="85" y="5"/>
                    <a:pt x="88" y="4"/>
                    <a:pt x="84" y="2"/>
                  </a:cubicBezTo>
                  <a:cubicBezTo>
                    <a:pt x="79" y="0"/>
                    <a:pt x="81" y="5"/>
                    <a:pt x="78" y="7"/>
                  </a:cubicBezTo>
                  <a:cubicBezTo>
                    <a:pt x="76" y="8"/>
                    <a:pt x="79" y="10"/>
                    <a:pt x="78" y="11"/>
                  </a:cubicBezTo>
                  <a:cubicBezTo>
                    <a:pt x="76" y="13"/>
                    <a:pt x="75" y="10"/>
                    <a:pt x="72" y="11"/>
                  </a:cubicBezTo>
                  <a:cubicBezTo>
                    <a:pt x="70" y="13"/>
                    <a:pt x="72" y="16"/>
                    <a:pt x="70" y="16"/>
                  </a:cubicBezTo>
                  <a:cubicBezTo>
                    <a:pt x="70" y="16"/>
                    <a:pt x="69" y="13"/>
                    <a:pt x="67" y="15"/>
                  </a:cubicBezTo>
                  <a:cubicBezTo>
                    <a:pt x="64" y="15"/>
                    <a:pt x="62" y="15"/>
                    <a:pt x="61" y="16"/>
                  </a:cubicBezTo>
                  <a:cubicBezTo>
                    <a:pt x="61" y="19"/>
                    <a:pt x="59" y="19"/>
                    <a:pt x="58" y="16"/>
                  </a:cubicBezTo>
                  <a:cubicBezTo>
                    <a:pt x="56" y="15"/>
                    <a:pt x="56" y="15"/>
                    <a:pt x="55" y="15"/>
                  </a:cubicBezTo>
                  <a:cubicBezTo>
                    <a:pt x="53" y="16"/>
                    <a:pt x="53" y="11"/>
                    <a:pt x="49" y="13"/>
                  </a:cubicBezTo>
                  <a:cubicBezTo>
                    <a:pt x="44" y="15"/>
                    <a:pt x="43" y="10"/>
                    <a:pt x="41" y="13"/>
                  </a:cubicBezTo>
                  <a:cubicBezTo>
                    <a:pt x="38" y="16"/>
                    <a:pt x="35" y="13"/>
                    <a:pt x="33" y="21"/>
                  </a:cubicBezTo>
                  <a:cubicBezTo>
                    <a:pt x="32" y="28"/>
                    <a:pt x="27" y="27"/>
                    <a:pt x="24" y="28"/>
                  </a:cubicBezTo>
                  <a:cubicBezTo>
                    <a:pt x="21" y="30"/>
                    <a:pt x="21" y="35"/>
                    <a:pt x="17" y="36"/>
                  </a:cubicBezTo>
                  <a:cubicBezTo>
                    <a:pt x="12" y="38"/>
                    <a:pt x="15" y="33"/>
                    <a:pt x="10" y="35"/>
                  </a:cubicBezTo>
                  <a:cubicBezTo>
                    <a:pt x="7" y="35"/>
                    <a:pt x="9" y="33"/>
                    <a:pt x="6" y="3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18" name="Freeform 46">
              <a:extLst>
                <a:ext uri="{FF2B5EF4-FFF2-40B4-BE49-F238E27FC236}">
                  <a16:creationId xmlns:a16="http://schemas.microsoft.com/office/drawing/2014/main" id="{E8D1BF35-65B3-E5D9-1617-ECCE28AE1209}"/>
                </a:ext>
              </a:extLst>
            </p:cNvPr>
            <p:cNvSpPr>
              <a:spLocks/>
            </p:cNvSpPr>
            <p:nvPr/>
          </p:nvSpPr>
          <p:spPr bwMode="auto">
            <a:xfrm>
              <a:off x="3252299" y="3435384"/>
              <a:ext cx="413340" cy="437179"/>
            </a:xfrm>
            <a:custGeom>
              <a:avLst/>
              <a:gdLst/>
              <a:ahLst/>
              <a:cxnLst>
                <a:cxn ang="0">
                  <a:pos x="108" y="0"/>
                </a:cxn>
                <a:cxn ang="0">
                  <a:pos x="116" y="3"/>
                </a:cxn>
                <a:cxn ang="0">
                  <a:pos x="120" y="6"/>
                </a:cxn>
                <a:cxn ang="0">
                  <a:pos x="120" y="12"/>
                </a:cxn>
                <a:cxn ang="0">
                  <a:pos x="125" y="14"/>
                </a:cxn>
                <a:cxn ang="0">
                  <a:pos x="134" y="17"/>
                </a:cxn>
                <a:cxn ang="0">
                  <a:pos x="125" y="25"/>
                </a:cxn>
                <a:cxn ang="0">
                  <a:pos x="114" y="28"/>
                </a:cxn>
                <a:cxn ang="0">
                  <a:pos x="103" y="30"/>
                </a:cxn>
                <a:cxn ang="0">
                  <a:pos x="105" y="33"/>
                </a:cxn>
                <a:cxn ang="0">
                  <a:pos x="105" y="37"/>
                </a:cxn>
                <a:cxn ang="0">
                  <a:pos x="105" y="44"/>
                </a:cxn>
                <a:cxn ang="0">
                  <a:pos x="108" y="47"/>
                </a:cxn>
                <a:cxn ang="0">
                  <a:pos x="111" y="50"/>
                </a:cxn>
                <a:cxn ang="0">
                  <a:pos x="111" y="54"/>
                </a:cxn>
                <a:cxn ang="0">
                  <a:pos x="105" y="69"/>
                </a:cxn>
                <a:cxn ang="0">
                  <a:pos x="102" y="75"/>
                </a:cxn>
                <a:cxn ang="0">
                  <a:pos x="94" y="87"/>
                </a:cxn>
                <a:cxn ang="0">
                  <a:pos x="90" y="93"/>
                </a:cxn>
                <a:cxn ang="0">
                  <a:pos x="86" y="98"/>
                </a:cxn>
                <a:cxn ang="0">
                  <a:pos x="77" y="98"/>
                </a:cxn>
                <a:cxn ang="0">
                  <a:pos x="71" y="103"/>
                </a:cxn>
                <a:cxn ang="0">
                  <a:pos x="71" y="110"/>
                </a:cxn>
                <a:cxn ang="0">
                  <a:pos x="76" y="120"/>
                </a:cxn>
                <a:cxn ang="0">
                  <a:pos x="81" y="129"/>
                </a:cxn>
                <a:cxn ang="0">
                  <a:pos x="81" y="134"/>
                </a:cxn>
                <a:cxn ang="0">
                  <a:pos x="77" y="135"/>
                </a:cxn>
                <a:cxn ang="0">
                  <a:pos x="73" y="135"/>
                </a:cxn>
                <a:cxn ang="0">
                  <a:pos x="67" y="135"/>
                </a:cxn>
                <a:cxn ang="0">
                  <a:pos x="62" y="137"/>
                </a:cxn>
                <a:cxn ang="0">
                  <a:pos x="58" y="142"/>
                </a:cxn>
                <a:cxn ang="0">
                  <a:pos x="53" y="140"/>
                </a:cxn>
                <a:cxn ang="0">
                  <a:pos x="52" y="137"/>
                </a:cxn>
                <a:cxn ang="0">
                  <a:pos x="50" y="134"/>
                </a:cxn>
                <a:cxn ang="0">
                  <a:pos x="48" y="129"/>
                </a:cxn>
                <a:cxn ang="0">
                  <a:pos x="45" y="124"/>
                </a:cxn>
                <a:cxn ang="0">
                  <a:pos x="30" y="124"/>
                </a:cxn>
                <a:cxn ang="0">
                  <a:pos x="24" y="124"/>
                </a:cxn>
                <a:cxn ang="0">
                  <a:pos x="18" y="126"/>
                </a:cxn>
                <a:cxn ang="0">
                  <a:pos x="12" y="126"/>
                </a:cxn>
                <a:cxn ang="0">
                  <a:pos x="6" y="126"/>
                </a:cxn>
                <a:cxn ang="0">
                  <a:pos x="7" y="117"/>
                </a:cxn>
                <a:cxn ang="0">
                  <a:pos x="12" y="112"/>
                </a:cxn>
                <a:cxn ang="0">
                  <a:pos x="18" y="110"/>
                </a:cxn>
                <a:cxn ang="0">
                  <a:pos x="20" y="104"/>
                </a:cxn>
                <a:cxn ang="0">
                  <a:pos x="15" y="103"/>
                </a:cxn>
                <a:cxn ang="0">
                  <a:pos x="15" y="95"/>
                </a:cxn>
                <a:cxn ang="0">
                  <a:pos x="13" y="93"/>
                </a:cxn>
                <a:cxn ang="0">
                  <a:pos x="6" y="87"/>
                </a:cxn>
                <a:cxn ang="0">
                  <a:pos x="0" y="78"/>
                </a:cxn>
                <a:cxn ang="0">
                  <a:pos x="26" y="81"/>
                </a:cxn>
                <a:cxn ang="0">
                  <a:pos x="44" y="72"/>
                </a:cxn>
                <a:cxn ang="0">
                  <a:pos x="56" y="59"/>
                </a:cxn>
                <a:cxn ang="0">
                  <a:pos x="65" y="58"/>
                </a:cxn>
                <a:cxn ang="0">
                  <a:pos x="67" y="48"/>
                </a:cxn>
                <a:cxn ang="0">
                  <a:pos x="73" y="37"/>
                </a:cxn>
                <a:cxn ang="0">
                  <a:pos x="82" y="30"/>
                </a:cxn>
                <a:cxn ang="0">
                  <a:pos x="83" y="17"/>
                </a:cxn>
                <a:cxn ang="0">
                  <a:pos x="93" y="5"/>
                </a:cxn>
                <a:cxn ang="0">
                  <a:pos x="108" y="0"/>
                </a:cxn>
              </a:cxnLst>
              <a:rect l="0" t="0" r="r" b="b"/>
              <a:pathLst>
                <a:path w="134" h="142">
                  <a:moveTo>
                    <a:pt x="108" y="0"/>
                  </a:moveTo>
                  <a:cubicBezTo>
                    <a:pt x="111" y="3"/>
                    <a:pt x="114" y="0"/>
                    <a:pt x="116" y="3"/>
                  </a:cubicBezTo>
                  <a:cubicBezTo>
                    <a:pt x="116" y="6"/>
                    <a:pt x="117" y="2"/>
                    <a:pt x="120" y="6"/>
                  </a:cubicBezTo>
                  <a:cubicBezTo>
                    <a:pt x="122" y="11"/>
                    <a:pt x="119" y="9"/>
                    <a:pt x="120" y="12"/>
                  </a:cubicBezTo>
                  <a:cubicBezTo>
                    <a:pt x="123" y="16"/>
                    <a:pt x="125" y="12"/>
                    <a:pt x="125" y="14"/>
                  </a:cubicBezTo>
                  <a:cubicBezTo>
                    <a:pt x="126" y="16"/>
                    <a:pt x="131" y="17"/>
                    <a:pt x="134" y="17"/>
                  </a:cubicBezTo>
                  <a:cubicBezTo>
                    <a:pt x="126" y="22"/>
                    <a:pt x="129" y="27"/>
                    <a:pt x="125" y="25"/>
                  </a:cubicBezTo>
                  <a:cubicBezTo>
                    <a:pt x="122" y="25"/>
                    <a:pt x="120" y="30"/>
                    <a:pt x="114" y="28"/>
                  </a:cubicBezTo>
                  <a:cubicBezTo>
                    <a:pt x="105" y="23"/>
                    <a:pt x="100" y="28"/>
                    <a:pt x="103" y="30"/>
                  </a:cubicBezTo>
                  <a:cubicBezTo>
                    <a:pt x="106" y="33"/>
                    <a:pt x="100" y="33"/>
                    <a:pt x="105" y="33"/>
                  </a:cubicBezTo>
                  <a:cubicBezTo>
                    <a:pt x="111" y="34"/>
                    <a:pt x="100" y="34"/>
                    <a:pt x="105" y="37"/>
                  </a:cubicBezTo>
                  <a:cubicBezTo>
                    <a:pt x="108" y="40"/>
                    <a:pt x="102" y="40"/>
                    <a:pt x="105" y="44"/>
                  </a:cubicBezTo>
                  <a:cubicBezTo>
                    <a:pt x="108" y="45"/>
                    <a:pt x="106" y="47"/>
                    <a:pt x="108" y="47"/>
                  </a:cubicBezTo>
                  <a:cubicBezTo>
                    <a:pt x="112" y="45"/>
                    <a:pt x="108" y="50"/>
                    <a:pt x="111" y="50"/>
                  </a:cubicBezTo>
                  <a:cubicBezTo>
                    <a:pt x="116" y="51"/>
                    <a:pt x="117" y="51"/>
                    <a:pt x="111" y="54"/>
                  </a:cubicBezTo>
                  <a:cubicBezTo>
                    <a:pt x="103" y="58"/>
                    <a:pt x="112" y="58"/>
                    <a:pt x="105" y="69"/>
                  </a:cubicBezTo>
                  <a:cubicBezTo>
                    <a:pt x="102" y="75"/>
                    <a:pt x="108" y="73"/>
                    <a:pt x="102" y="75"/>
                  </a:cubicBezTo>
                  <a:cubicBezTo>
                    <a:pt x="96" y="78"/>
                    <a:pt x="99" y="86"/>
                    <a:pt x="94" y="87"/>
                  </a:cubicBezTo>
                  <a:cubicBezTo>
                    <a:pt x="90" y="89"/>
                    <a:pt x="91" y="92"/>
                    <a:pt x="90" y="93"/>
                  </a:cubicBezTo>
                  <a:cubicBezTo>
                    <a:pt x="86" y="95"/>
                    <a:pt x="90" y="98"/>
                    <a:pt x="86" y="98"/>
                  </a:cubicBezTo>
                  <a:cubicBezTo>
                    <a:pt x="81" y="98"/>
                    <a:pt x="79" y="101"/>
                    <a:pt x="77" y="98"/>
                  </a:cubicBezTo>
                  <a:cubicBezTo>
                    <a:pt x="74" y="93"/>
                    <a:pt x="74" y="100"/>
                    <a:pt x="71" y="103"/>
                  </a:cubicBezTo>
                  <a:cubicBezTo>
                    <a:pt x="68" y="106"/>
                    <a:pt x="65" y="110"/>
                    <a:pt x="71" y="110"/>
                  </a:cubicBezTo>
                  <a:cubicBezTo>
                    <a:pt x="77" y="112"/>
                    <a:pt x="70" y="120"/>
                    <a:pt x="76" y="120"/>
                  </a:cubicBezTo>
                  <a:cubicBezTo>
                    <a:pt x="81" y="121"/>
                    <a:pt x="74" y="121"/>
                    <a:pt x="81" y="129"/>
                  </a:cubicBezTo>
                  <a:cubicBezTo>
                    <a:pt x="82" y="131"/>
                    <a:pt x="79" y="132"/>
                    <a:pt x="81" y="134"/>
                  </a:cubicBezTo>
                  <a:cubicBezTo>
                    <a:pt x="82" y="134"/>
                    <a:pt x="77" y="137"/>
                    <a:pt x="77" y="135"/>
                  </a:cubicBezTo>
                  <a:cubicBezTo>
                    <a:pt x="76" y="132"/>
                    <a:pt x="74" y="134"/>
                    <a:pt x="73" y="135"/>
                  </a:cubicBezTo>
                  <a:cubicBezTo>
                    <a:pt x="71" y="139"/>
                    <a:pt x="71" y="134"/>
                    <a:pt x="67" y="135"/>
                  </a:cubicBezTo>
                  <a:cubicBezTo>
                    <a:pt x="65" y="135"/>
                    <a:pt x="62" y="134"/>
                    <a:pt x="62" y="137"/>
                  </a:cubicBezTo>
                  <a:cubicBezTo>
                    <a:pt x="64" y="140"/>
                    <a:pt x="58" y="137"/>
                    <a:pt x="58" y="142"/>
                  </a:cubicBezTo>
                  <a:cubicBezTo>
                    <a:pt x="55" y="139"/>
                    <a:pt x="55" y="142"/>
                    <a:pt x="53" y="140"/>
                  </a:cubicBezTo>
                  <a:cubicBezTo>
                    <a:pt x="52" y="139"/>
                    <a:pt x="53" y="139"/>
                    <a:pt x="52" y="137"/>
                  </a:cubicBezTo>
                  <a:cubicBezTo>
                    <a:pt x="50" y="135"/>
                    <a:pt x="52" y="135"/>
                    <a:pt x="50" y="134"/>
                  </a:cubicBezTo>
                  <a:cubicBezTo>
                    <a:pt x="48" y="132"/>
                    <a:pt x="52" y="129"/>
                    <a:pt x="48" y="129"/>
                  </a:cubicBezTo>
                  <a:cubicBezTo>
                    <a:pt x="44" y="129"/>
                    <a:pt x="47" y="128"/>
                    <a:pt x="45" y="124"/>
                  </a:cubicBezTo>
                  <a:cubicBezTo>
                    <a:pt x="45" y="123"/>
                    <a:pt x="32" y="124"/>
                    <a:pt x="30" y="124"/>
                  </a:cubicBezTo>
                  <a:cubicBezTo>
                    <a:pt x="30" y="128"/>
                    <a:pt x="30" y="126"/>
                    <a:pt x="24" y="124"/>
                  </a:cubicBezTo>
                  <a:cubicBezTo>
                    <a:pt x="18" y="123"/>
                    <a:pt x="23" y="128"/>
                    <a:pt x="18" y="126"/>
                  </a:cubicBezTo>
                  <a:cubicBezTo>
                    <a:pt x="12" y="123"/>
                    <a:pt x="13" y="128"/>
                    <a:pt x="12" y="126"/>
                  </a:cubicBezTo>
                  <a:cubicBezTo>
                    <a:pt x="10" y="124"/>
                    <a:pt x="7" y="131"/>
                    <a:pt x="6" y="126"/>
                  </a:cubicBezTo>
                  <a:cubicBezTo>
                    <a:pt x="6" y="123"/>
                    <a:pt x="6" y="120"/>
                    <a:pt x="7" y="117"/>
                  </a:cubicBezTo>
                  <a:cubicBezTo>
                    <a:pt x="9" y="114"/>
                    <a:pt x="12" y="115"/>
                    <a:pt x="12" y="112"/>
                  </a:cubicBezTo>
                  <a:cubicBezTo>
                    <a:pt x="12" y="110"/>
                    <a:pt x="18" y="112"/>
                    <a:pt x="18" y="110"/>
                  </a:cubicBezTo>
                  <a:cubicBezTo>
                    <a:pt x="18" y="107"/>
                    <a:pt x="20" y="106"/>
                    <a:pt x="20" y="104"/>
                  </a:cubicBezTo>
                  <a:cubicBezTo>
                    <a:pt x="18" y="104"/>
                    <a:pt x="13" y="106"/>
                    <a:pt x="15" y="103"/>
                  </a:cubicBezTo>
                  <a:cubicBezTo>
                    <a:pt x="17" y="101"/>
                    <a:pt x="15" y="98"/>
                    <a:pt x="15" y="95"/>
                  </a:cubicBezTo>
                  <a:cubicBezTo>
                    <a:pt x="15" y="92"/>
                    <a:pt x="15" y="97"/>
                    <a:pt x="13" y="93"/>
                  </a:cubicBezTo>
                  <a:cubicBezTo>
                    <a:pt x="12" y="90"/>
                    <a:pt x="7" y="93"/>
                    <a:pt x="6" y="87"/>
                  </a:cubicBezTo>
                  <a:cubicBezTo>
                    <a:pt x="4" y="82"/>
                    <a:pt x="3" y="81"/>
                    <a:pt x="0" y="78"/>
                  </a:cubicBezTo>
                  <a:cubicBezTo>
                    <a:pt x="4" y="76"/>
                    <a:pt x="10" y="86"/>
                    <a:pt x="26" y="81"/>
                  </a:cubicBezTo>
                  <a:cubicBezTo>
                    <a:pt x="42" y="78"/>
                    <a:pt x="44" y="78"/>
                    <a:pt x="44" y="72"/>
                  </a:cubicBezTo>
                  <a:cubicBezTo>
                    <a:pt x="42" y="64"/>
                    <a:pt x="52" y="62"/>
                    <a:pt x="56" y="59"/>
                  </a:cubicBezTo>
                  <a:cubicBezTo>
                    <a:pt x="61" y="54"/>
                    <a:pt x="64" y="61"/>
                    <a:pt x="65" y="58"/>
                  </a:cubicBezTo>
                  <a:cubicBezTo>
                    <a:pt x="67" y="56"/>
                    <a:pt x="65" y="54"/>
                    <a:pt x="67" y="48"/>
                  </a:cubicBezTo>
                  <a:cubicBezTo>
                    <a:pt x="70" y="40"/>
                    <a:pt x="77" y="45"/>
                    <a:pt x="73" y="37"/>
                  </a:cubicBezTo>
                  <a:cubicBezTo>
                    <a:pt x="67" y="28"/>
                    <a:pt x="82" y="39"/>
                    <a:pt x="82" y="30"/>
                  </a:cubicBezTo>
                  <a:cubicBezTo>
                    <a:pt x="82" y="25"/>
                    <a:pt x="86" y="23"/>
                    <a:pt x="83" y="17"/>
                  </a:cubicBezTo>
                  <a:cubicBezTo>
                    <a:pt x="81" y="11"/>
                    <a:pt x="82" y="8"/>
                    <a:pt x="93" y="5"/>
                  </a:cubicBezTo>
                  <a:cubicBezTo>
                    <a:pt x="102" y="0"/>
                    <a:pt x="105" y="6"/>
                    <a:pt x="108"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19" name="Freeform 49">
              <a:extLst>
                <a:ext uri="{FF2B5EF4-FFF2-40B4-BE49-F238E27FC236}">
                  <a16:creationId xmlns:a16="http://schemas.microsoft.com/office/drawing/2014/main" id="{32580313-DAB6-CC49-E311-2BA53ED46900}"/>
                </a:ext>
              </a:extLst>
            </p:cNvPr>
            <p:cNvSpPr>
              <a:spLocks/>
            </p:cNvSpPr>
            <p:nvPr/>
          </p:nvSpPr>
          <p:spPr bwMode="auto">
            <a:xfrm>
              <a:off x="3042450" y="3238256"/>
              <a:ext cx="356108" cy="265487"/>
            </a:xfrm>
            <a:custGeom>
              <a:avLst/>
              <a:gdLst/>
              <a:ahLst/>
              <a:cxnLst>
                <a:cxn ang="0">
                  <a:pos x="2" y="16"/>
                </a:cxn>
                <a:cxn ang="0">
                  <a:pos x="5" y="14"/>
                </a:cxn>
                <a:cxn ang="0">
                  <a:pos x="13" y="11"/>
                </a:cxn>
                <a:cxn ang="0">
                  <a:pos x="17" y="24"/>
                </a:cxn>
                <a:cxn ang="0">
                  <a:pos x="11" y="24"/>
                </a:cxn>
                <a:cxn ang="0">
                  <a:pos x="7" y="24"/>
                </a:cxn>
                <a:cxn ang="0">
                  <a:pos x="3" y="30"/>
                </a:cxn>
                <a:cxn ang="0">
                  <a:pos x="7" y="33"/>
                </a:cxn>
                <a:cxn ang="0">
                  <a:pos x="9" y="36"/>
                </a:cxn>
                <a:cxn ang="0">
                  <a:pos x="8" y="36"/>
                </a:cxn>
                <a:cxn ang="0">
                  <a:pos x="8" y="39"/>
                </a:cxn>
                <a:cxn ang="0">
                  <a:pos x="13" y="45"/>
                </a:cxn>
                <a:cxn ang="0">
                  <a:pos x="13" y="61"/>
                </a:cxn>
                <a:cxn ang="0">
                  <a:pos x="32" y="53"/>
                </a:cxn>
                <a:cxn ang="0">
                  <a:pos x="40" y="53"/>
                </a:cxn>
                <a:cxn ang="0">
                  <a:pos x="52" y="58"/>
                </a:cxn>
                <a:cxn ang="0">
                  <a:pos x="64" y="68"/>
                </a:cxn>
                <a:cxn ang="0">
                  <a:pos x="71" y="73"/>
                </a:cxn>
                <a:cxn ang="0">
                  <a:pos x="71" y="81"/>
                </a:cxn>
                <a:cxn ang="0">
                  <a:pos x="81" y="84"/>
                </a:cxn>
                <a:cxn ang="0">
                  <a:pos x="98" y="68"/>
                </a:cxn>
                <a:cxn ang="0">
                  <a:pos x="113" y="61"/>
                </a:cxn>
                <a:cxn ang="0">
                  <a:pos x="107" y="51"/>
                </a:cxn>
                <a:cxn ang="0">
                  <a:pos x="84" y="34"/>
                </a:cxn>
                <a:cxn ang="0">
                  <a:pos x="75" y="19"/>
                </a:cxn>
                <a:cxn ang="0">
                  <a:pos x="63" y="17"/>
                </a:cxn>
                <a:cxn ang="0">
                  <a:pos x="63" y="11"/>
                </a:cxn>
                <a:cxn ang="0">
                  <a:pos x="54" y="5"/>
                </a:cxn>
                <a:cxn ang="0">
                  <a:pos x="46" y="4"/>
                </a:cxn>
                <a:cxn ang="0">
                  <a:pos x="37" y="11"/>
                </a:cxn>
                <a:cxn ang="0">
                  <a:pos x="29" y="17"/>
                </a:cxn>
                <a:cxn ang="0">
                  <a:pos x="19" y="10"/>
                </a:cxn>
                <a:cxn ang="0">
                  <a:pos x="5" y="10"/>
                </a:cxn>
              </a:cxnLst>
              <a:rect l="0" t="0" r="r" b="b"/>
              <a:pathLst>
                <a:path w="115" h="86">
                  <a:moveTo>
                    <a:pt x="0" y="13"/>
                  </a:moveTo>
                  <a:cubicBezTo>
                    <a:pt x="3" y="14"/>
                    <a:pt x="2" y="14"/>
                    <a:pt x="2" y="16"/>
                  </a:cubicBezTo>
                  <a:cubicBezTo>
                    <a:pt x="3" y="17"/>
                    <a:pt x="3" y="21"/>
                    <a:pt x="3" y="17"/>
                  </a:cubicBezTo>
                  <a:cubicBezTo>
                    <a:pt x="3" y="16"/>
                    <a:pt x="5" y="14"/>
                    <a:pt x="5" y="14"/>
                  </a:cubicBezTo>
                  <a:cubicBezTo>
                    <a:pt x="3" y="14"/>
                    <a:pt x="3" y="10"/>
                    <a:pt x="8" y="10"/>
                  </a:cubicBezTo>
                  <a:cubicBezTo>
                    <a:pt x="11" y="8"/>
                    <a:pt x="13" y="8"/>
                    <a:pt x="13" y="11"/>
                  </a:cubicBezTo>
                  <a:cubicBezTo>
                    <a:pt x="13" y="13"/>
                    <a:pt x="13" y="16"/>
                    <a:pt x="17" y="19"/>
                  </a:cubicBezTo>
                  <a:cubicBezTo>
                    <a:pt x="22" y="21"/>
                    <a:pt x="17" y="25"/>
                    <a:pt x="17" y="24"/>
                  </a:cubicBezTo>
                  <a:cubicBezTo>
                    <a:pt x="16" y="22"/>
                    <a:pt x="14" y="22"/>
                    <a:pt x="16" y="24"/>
                  </a:cubicBezTo>
                  <a:cubicBezTo>
                    <a:pt x="16" y="25"/>
                    <a:pt x="11" y="27"/>
                    <a:pt x="11" y="24"/>
                  </a:cubicBezTo>
                  <a:cubicBezTo>
                    <a:pt x="11" y="21"/>
                    <a:pt x="9" y="25"/>
                    <a:pt x="8" y="24"/>
                  </a:cubicBezTo>
                  <a:cubicBezTo>
                    <a:pt x="8" y="22"/>
                    <a:pt x="7" y="25"/>
                    <a:pt x="7" y="24"/>
                  </a:cubicBezTo>
                  <a:cubicBezTo>
                    <a:pt x="7" y="22"/>
                    <a:pt x="3" y="19"/>
                    <a:pt x="5" y="22"/>
                  </a:cubicBezTo>
                  <a:cubicBezTo>
                    <a:pt x="5" y="25"/>
                    <a:pt x="2" y="28"/>
                    <a:pt x="3" y="30"/>
                  </a:cubicBezTo>
                  <a:cubicBezTo>
                    <a:pt x="3" y="31"/>
                    <a:pt x="5" y="36"/>
                    <a:pt x="5" y="34"/>
                  </a:cubicBezTo>
                  <a:cubicBezTo>
                    <a:pt x="7" y="34"/>
                    <a:pt x="5" y="33"/>
                    <a:pt x="7" y="33"/>
                  </a:cubicBezTo>
                  <a:cubicBezTo>
                    <a:pt x="8" y="33"/>
                    <a:pt x="9" y="31"/>
                    <a:pt x="9" y="33"/>
                  </a:cubicBezTo>
                  <a:cubicBezTo>
                    <a:pt x="8" y="36"/>
                    <a:pt x="8" y="36"/>
                    <a:pt x="9" y="36"/>
                  </a:cubicBezTo>
                  <a:cubicBezTo>
                    <a:pt x="11" y="36"/>
                    <a:pt x="11" y="38"/>
                    <a:pt x="9" y="38"/>
                  </a:cubicBezTo>
                  <a:cubicBezTo>
                    <a:pt x="7" y="38"/>
                    <a:pt x="8" y="36"/>
                    <a:pt x="8" y="36"/>
                  </a:cubicBezTo>
                  <a:cubicBezTo>
                    <a:pt x="7" y="36"/>
                    <a:pt x="5" y="41"/>
                    <a:pt x="7" y="41"/>
                  </a:cubicBezTo>
                  <a:cubicBezTo>
                    <a:pt x="8" y="42"/>
                    <a:pt x="7" y="39"/>
                    <a:pt x="8" y="39"/>
                  </a:cubicBezTo>
                  <a:cubicBezTo>
                    <a:pt x="9" y="41"/>
                    <a:pt x="9" y="41"/>
                    <a:pt x="11" y="42"/>
                  </a:cubicBezTo>
                  <a:cubicBezTo>
                    <a:pt x="11" y="44"/>
                    <a:pt x="14" y="44"/>
                    <a:pt x="13" y="45"/>
                  </a:cubicBezTo>
                  <a:cubicBezTo>
                    <a:pt x="11" y="47"/>
                    <a:pt x="11" y="51"/>
                    <a:pt x="13" y="61"/>
                  </a:cubicBezTo>
                  <a:cubicBezTo>
                    <a:pt x="13" y="61"/>
                    <a:pt x="13" y="61"/>
                    <a:pt x="13" y="61"/>
                  </a:cubicBezTo>
                  <a:cubicBezTo>
                    <a:pt x="23" y="61"/>
                    <a:pt x="16" y="58"/>
                    <a:pt x="23" y="55"/>
                  </a:cubicBezTo>
                  <a:cubicBezTo>
                    <a:pt x="28" y="51"/>
                    <a:pt x="31" y="56"/>
                    <a:pt x="32" y="53"/>
                  </a:cubicBezTo>
                  <a:cubicBezTo>
                    <a:pt x="32" y="51"/>
                    <a:pt x="35" y="50"/>
                    <a:pt x="37" y="51"/>
                  </a:cubicBezTo>
                  <a:cubicBezTo>
                    <a:pt x="37" y="53"/>
                    <a:pt x="39" y="50"/>
                    <a:pt x="40" y="53"/>
                  </a:cubicBezTo>
                  <a:cubicBezTo>
                    <a:pt x="40" y="56"/>
                    <a:pt x="46" y="55"/>
                    <a:pt x="46" y="58"/>
                  </a:cubicBezTo>
                  <a:cubicBezTo>
                    <a:pt x="48" y="59"/>
                    <a:pt x="48" y="56"/>
                    <a:pt x="52" y="58"/>
                  </a:cubicBezTo>
                  <a:cubicBezTo>
                    <a:pt x="58" y="59"/>
                    <a:pt x="54" y="62"/>
                    <a:pt x="58" y="64"/>
                  </a:cubicBezTo>
                  <a:cubicBezTo>
                    <a:pt x="63" y="65"/>
                    <a:pt x="61" y="68"/>
                    <a:pt x="64" y="68"/>
                  </a:cubicBezTo>
                  <a:cubicBezTo>
                    <a:pt x="67" y="68"/>
                    <a:pt x="69" y="68"/>
                    <a:pt x="71" y="70"/>
                  </a:cubicBezTo>
                  <a:cubicBezTo>
                    <a:pt x="71" y="72"/>
                    <a:pt x="69" y="70"/>
                    <a:pt x="71" y="73"/>
                  </a:cubicBezTo>
                  <a:cubicBezTo>
                    <a:pt x="71" y="75"/>
                    <a:pt x="69" y="76"/>
                    <a:pt x="71" y="76"/>
                  </a:cubicBezTo>
                  <a:cubicBezTo>
                    <a:pt x="72" y="78"/>
                    <a:pt x="71" y="79"/>
                    <a:pt x="71" y="81"/>
                  </a:cubicBezTo>
                  <a:cubicBezTo>
                    <a:pt x="74" y="81"/>
                    <a:pt x="72" y="82"/>
                    <a:pt x="75" y="82"/>
                  </a:cubicBezTo>
                  <a:cubicBezTo>
                    <a:pt x="80" y="81"/>
                    <a:pt x="77" y="86"/>
                    <a:pt x="81" y="84"/>
                  </a:cubicBezTo>
                  <a:cubicBezTo>
                    <a:pt x="86" y="82"/>
                    <a:pt x="86" y="78"/>
                    <a:pt x="89" y="76"/>
                  </a:cubicBezTo>
                  <a:cubicBezTo>
                    <a:pt x="92" y="75"/>
                    <a:pt x="96" y="76"/>
                    <a:pt x="98" y="68"/>
                  </a:cubicBezTo>
                  <a:cubicBezTo>
                    <a:pt x="100" y="61"/>
                    <a:pt x="103" y="64"/>
                    <a:pt x="106" y="61"/>
                  </a:cubicBezTo>
                  <a:cubicBezTo>
                    <a:pt x="107" y="58"/>
                    <a:pt x="109" y="62"/>
                    <a:pt x="113" y="61"/>
                  </a:cubicBezTo>
                  <a:cubicBezTo>
                    <a:pt x="112" y="55"/>
                    <a:pt x="115" y="55"/>
                    <a:pt x="113" y="55"/>
                  </a:cubicBezTo>
                  <a:cubicBezTo>
                    <a:pt x="110" y="53"/>
                    <a:pt x="109" y="50"/>
                    <a:pt x="107" y="51"/>
                  </a:cubicBezTo>
                  <a:cubicBezTo>
                    <a:pt x="104" y="53"/>
                    <a:pt x="96" y="44"/>
                    <a:pt x="95" y="44"/>
                  </a:cubicBezTo>
                  <a:cubicBezTo>
                    <a:pt x="92" y="44"/>
                    <a:pt x="89" y="39"/>
                    <a:pt x="84" y="34"/>
                  </a:cubicBezTo>
                  <a:cubicBezTo>
                    <a:pt x="80" y="31"/>
                    <a:pt x="81" y="28"/>
                    <a:pt x="78" y="27"/>
                  </a:cubicBezTo>
                  <a:cubicBezTo>
                    <a:pt x="77" y="25"/>
                    <a:pt x="78" y="21"/>
                    <a:pt x="75" y="19"/>
                  </a:cubicBezTo>
                  <a:cubicBezTo>
                    <a:pt x="71" y="17"/>
                    <a:pt x="72" y="21"/>
                    <a:pt x="71" y="19"/>
                  </a:cubicBezTo>
                  <a:cubicBezTo>
                    <a:pt x="67" y="17"/>
                    <a:pt x="66" y="21"/>
                    <a:pt x="63" y="17"/>
                  </a:cubicBezTo>
                  <a:cubicBezTo>
                    <a:pt x="60" y="14"/>
                    <a:pt x="63" y="16"/>
                    <a:pt x="61" y="14"/>
                  </a:cubicBezTo>
                  <a:cubicBezTo>
                    <a:pt x="60" y="13"/>
                    <a:pt x="64" y="13"/>
                    <a:pt x="63" y="11"/>
                  </a:cubicBezTo>
                  <a:cubicBezTo>
                    <a:pt x="58" y="8"/>
                    <a:pt x="64" y="7"/>
                    <a:pt x="60" y="7"/>
                  </a:cubicBezTo>
                  <a:cubicBezTo>
                    <a:pt x="52" y="7"/>
                    <a:pt x="57" y="5"/>
                    <a:pt x="54" y="5"/>
                  </a:cubicBezTo>
                  <a:cubicBezTo>
                    <a:pt x="51" y="4"/>
                    <a:pt x="51" y="0"/>
                    <a:pt x="49" y="2"/>
                  </a:cubicBezTo>
                  <a:cubicBezTo>
                    <a:pt x="48" y="4"/>
                    <a:pt x="45" y="2"/>
                    <a:pt x="46" y="4"/>
                  </a:cubicBezTo>
                  <a:cubicBezTo>
                    <a:pt x="51" y="7"/>
                    <a:pt x="45" y="4"/>
                    <a:pt x="45" y="7"/>
                  </a:cubicBezTo>
                  <a:cubicBezTo>
                    <a:pt x="45" y="10"/>
                    <a:pt x="39" y="7"/>
                    <a:pt x="37" y="11"/>
                  </a:cubicBezTo>
                  <a:cubicBezTo>
                    <a:pt x="35" y="16"/>
                    <a:pt x="39" y="16"/>
                    <a:pt x="39" y="17"/>
                  </a:cubicBezTo>
                  <a:cubicBezTo>
                    <a:pt x="37" y="19"/>
                    <a:pt x="32" y="17"/>
                    <a:pt x="29" y="17"/>
                  </a:cubicBezTo>
                  <a:cubicBezTo>
                    <a:pt x="26" y="17"/>
                    <a:pt x="25" y="19"/>
                    <a:pt x="25" y="17"/>
                  </a:cubicBezTo>
                  <a:cubicBezTo>
                    <a:pt x="20" y="11"/>
                    <a:pt x="22" y="11"/>
                    <a:pt x="19" y="10"/>
                  </a:cubicBezTo>
                  <a:cubicBezTo>
                    <a:pt x="17" y="8"/>
                    <a:pt x="16" y="5"/>
                    <a:pt x="13" y="7"/>
                  </a:cubicBezTo>
                  <a:cubicBezTo>
                    <a:pt x="9" y="7"/>
                    <a:pt x="7" y="8"/>
                    <a:pt x="5" y="10"/>
                  </a:cubicBezTo>
                  <a:cubicBezTo>
                    <a:pt x="2" y="11"/>
                    <a:pt x="0" y="13"/>
                    <a:pt x="0" y="1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0" name="Freeform 50">
              <a:extLst>
                <a:ext uri="{FF2B5EF4-FFF2-40B4-BE49-F238E27FC236}">
                  <a16:creationId xmlns:a16="http://schemas.microsoft.com/office/drawing/2014/main" id="{110B27CC-241A-DAC5-3B93-E0F3449F5CBC}"/>
                </a:ext>
              </a:extLst>
            </p:cNvPr>
            <p:cNvSpPr>
              <a:spLocks/>
            </p:cNvSpPr>
            <p:nvPr/>
          </p:nvSpPr>
          <p:spPr bwMode="auto">
            <a:xfrm>
              <a:off x="3129887" y="3142872"/>
              <a:ext cx="430828" cy="292512"/>
            </a:xfrm>
            <a:custGeom>
              <a:avLst/>
              <a:gdLst/>
              <a:ahLst/>
              <a:cxnLst>
                <a:cxn ang="0">
                  <a:pos x="41" y="20"/>
                </a:cxn>
                <a:cxn ang="0">
                  <a:pos x="32" y="25"/>
                </a:cxn>
                <a:cxn ang="0">
                  <a:pos x="20" y="22"/>
                </a:cxn>
                <a:cxn ang="0">
                  <a:pos x="21" y="0"/>
                </a:cxn>
                <a:cxn ang="0">
                  <a:pos x="1" y="11"/>
                </a:cxn>
                <a:cxn ang="0">
                  <a:pos x="11" y="48"/>
                </a:cxn>
                <a:cxn ang="0">
                  <a:pos x="17" y="37"/>
                </a:cxn>
                <a:cxn ang="0">
                  <a:pos x="21" y="33"/>
                </a:cxn>
                <a:cxn ang="0">
                  <a:pos x="32" y="37"/>
                </a:cxn>
                <a:cxn ang="0">
                  <a:pos x="33" y="45"/>
                </a:cxn>
                <a:cxn ang="0">
                  <a:pos x="43" y="50"/>
                </a:cxn>
                <a:cxn ang="0">
                  <a:pos x="50" y="58"/>
                </a:cxn>
                <a:cxn ang="0">
                  <a:pos x="67" y="75"/>
                </a:cxn>
                <a:cxn ang="0">
                  <a:pos x="85" y="86"/>
                </a:cxn>
                <a:cxn ang="0">
                  <a:pos x="91" y="93"/>
                </a:cxn>
                <a:cxn ang="0">
                  <a:pos x="96" y="89"/>
                </a:cxn>
                <a:cxn ang="0">
                  <a:pos x="97" y="75"/>
                </a:cxn>
                <a:cxn ang="0">
                  <a:pos x="91" y="72"/>
                </a:cxn>
                <a:cxn ang="0">
                  <a:pos x="102" y="65"/>
                </a:cxn>
                <a:cxn ang="0">
                  <a:pos x="108" y="54"/>
                </a:cxn>
                <a:cxn ang="0">
                  <a:pos x="116" y="51"/>
                </a:cxn>
                <a:cxn ang="0">
                  <a:pos x="117" y="56"/>
                </a:cxn>
                <a:cxn ang="0">
                  <a:pos x="120" y="61"/>
                </a:cxn>
                <a:cxn ang="0">
                  <a:pos x="130" y="59"/>
                </a:cxn>
                <a:cxn ang="0">
                  <a:pos x="131" y="51"/>
                </a:cxn>
                <a:cxn ang="0">
                  <a:pos x="114" y="47"/>
                </a:cxn>
                <a:cxn ang="0">
                  <a:pos x="119" y="39"/>
                </a:cxn>
                <a:cxn ang="0">
                  <a:pos x="116" y="40"/>
                </a:cxn>
                <a:cxn ang="0">
                  <a:pos x="107" y="47"/>
                </a:cxn>
                <a:cxn ang="0">
                  <a:pos x="101" y="54"/>
                </a:cxn>
                <a:cxn ang="0">
                  <a:pos x="96" y="54"/>
                </a:cxn>
                <a:cxn ang="0">
                  <a:pos x="96" y="51"/>
                </a:cxn>
                <a:cxn ang="0">
                  <a:pos x="85" y="47"/>
                </a:cxn>
                <a:cxn ang="0">
                  <a:pos x="81" y="40"/>
                </a:cxn>
                <a:cxn ang="0">
                  <a:pos x="81" y="31"/>
                </a:cxn>
                <a:cxn ang="0">
                  <a:pos x="70" y="22"/>
                </a:cxn>
                <a:cxn ang="0">
                  <a:pos x="46" y="22"/>
                </a:cxn>
                <a:cxn ang="0">
                  <a:pos x="43" y="14"/>
                </a:cxn>
              </a:cxnLst>
              <a:rect l="0" t="0" r="r" b="b"/>
              <a:pathLst>
                <a:path w="140" h="95">
                  <a:moveTo>
                    <a:pt x="43" y="14"/>
                  </a:moveTo>
                  <a:cubicBezTo>
                    <a:pt x="36" y="20"/>
                    <a:pt x="40" y="19"/>
                    <a:pt x="41" y="20"/>
                  </a:cubicBezTo>
                  <a:cubicBezTo>
                    <a:pt x="43" y="22"/>
                    <a:pt x="38" y="23"/>
                    <a:pt x="36" y="23"/>
                  </a:cubicBezTo>
                  <a:cubicBezTo>
                    <a:pt x="33" y="22"/>
                    <a:pt x="35" y="25"/>
                    <a:pt x="32" y="25"/>
                  </a:cubicBezTo>
                  <a:cubicBezTo>
                    <a:pt x="29" y="25"/>
                    <a:pt x="33" y="22"/>
                    <a:pt x="29" y="20"/>
                  </a:cubicBezTo>
                  <a:cubicBezTo>
                    <a:pt x="23" y="20"/>
                    <a:pt x="20" y="25"/>
                    <a:pt x="20" y="22"/>
                  </a:cubicBezTo>
                  <a:cubicBezTo>
                    <a:pt x="20" y="17"/>
                    <a:pt x="18" y="14"/>
                    <a:pt x="20" y="12"/>
                  </a:cubicBezTo>
                  <a:cubicBezTo>
                    <a:pt x="20" y="11"/>
                    <a:pt x="17" y="11"/>
                    <a:pt x="21" y="0"/>
                  </a:cubicBezTo>
                  <a:cubicBezTo>
                    <a:pt x="20" y="0"/>
                    <a:pt x="6" y="5"/>
                    <a:pt x="3" y="6"/>
                  </a:cubicBezTo>
                  <a:cubicBezTo>
                    <a:pt x="0" y="6"/>
                    <a:pt x="1" y="6"/>
                    <a:pt x="1" y="11"/>
                  </a:cubicBezTo>
                  <a:cubicBezTo>
                    <a:pt x="1" y="14"/>
                    <a:pt x="1" y="48"/>
                    <a:pt x="1" y="48"/>
                  </a:cubicBezTo>
                  <a:cubicBezTo>
                    <a:pt x="4" y="48"/>
                    <a:pt x="9" y="50"/>
                    <a:pt x="11" y="48"/>
                  </a:cubicBezTo>
                  <a:cubicBezTo>
                    <a:pt x="11" y="47"/>
                    <a:pt x="7" y="47"/>
                    <a:pt x="9" y="42"/>
                  </a:cubicBezTo>
                  <a:cubicBezTo>
                    <a:pt x="11" y="37"/>
                    <a:pt x="17" y="40"/>
                    <a:pt x="17" y="37"/>
                  </a:cubicBezTo>
                  <a:cubicBezTo>
                    <a:pt x="17" y="34"/>
                    <a:pt x="23" y="37"/>
                    <a:pt x="18" y="34"/>
                  </a:cubicBezTo>
                  <a:cubicBezTo>
                    <a:pt x="17" y="33"/>
                    <a:pt x="20" y="34"/>
                    <a:pt x="21" y="33"/>
                  </a:cubicBezTo>
                  <a:cubicBezTo>
                    <a:pt x="23" y="31"/>
                    <a:pt x="23" y="34"/>
                    <a:pt x="26" y="36"/>
                  </a:cubicBezTo>
                  <a:cubicBezTo>
                    <a:pt x="29" y="36"/>
                    <a:pt x="24" y="37"/>
                    <a:pt x="32" y="37"/>
                  </a:cubicBezTo>
                  <a:cubicBezTo>
                    <a:pt x="36" y="37"/>
                    <a:pt x="30" y="39"/>
                    <a:pt x="35" y="42"/>
                  </a:cubicBezTo>
                  <a:cubicBezTo>
                    <a:pt x="36" y="44"/>
                    <a:pt x="32" y="44"/>
                    <a:pt x="33" y="45"/>
                  </a:cubicBezTo>
                  <a:cubicBezTo>
                    <a:pt x="35" y="47"/>
                    <a:pt x="32" y="45"/>
                    <a:pt x="35" y="48"/>
                  </a:cubicBezTo>
                  <a:cubicBezTo>
                    <a:pt x="38" y="51"/>
                    <a:pt x="40" y="48"/>
                    <a:pt x="43" y="50"/>
                  </a:cubicBezTo>
                  <a:cubicBezTo>
                    <a:pt x="44" y="51"/>
                    <a:pt x="43" y="48"/>
                    <a:pt x="47" y="50"/>
                  </a:cubicBezTo>
                  <a:cubicBezTo>
                    <a:pt x="50" y="51"/>
                    <a:pt x="49" y="56"/>
                    <a:pt x="50" y="58"/>
                  </a:cubicBezTo>
                  <a:cubicBezTo>
                    <a:pt x="53" y="59"/>
                    <a:pt x="52" y="62"/>
                    <a:pt x="56" y="65"/>
                  </a:cubicBezTo>
                  <a:cubicBezTo>
                    <a:pt x="61" y="70"/>
                    <a:pt x="64" y="75"/>
                    <a:pt x="67" y="75"/>
                  </a:cubicBezTo>
                  <a:cubicBezTo>
                    <a:pt x="68" y="75"/>
                    <a:pt x="76" y="84"/>
                    <a:pt x="79" y="83"/>
                  </a:cubicBezTo>
                  <a:cubicBezTo>
                    <a:pt x="81" y="81"/>
                    <a:pt x="82" y="84"/>
                    <a:pt x="85" y="86"/>
                  </a:cubicBezTo>
                  <a:cubicBezTo>
                    <a:pt x="87" y="86"/>
                    <a:pt x="84" y="86"/>
                    <a:pt x="85" y="92"/>
                  </a:cubicBezTo>
                  <a:cubicBezTo>
                    <a:pt x="90" y="90"/>
                    <a:pt x="90" y="95"/>
                    <a:pt x="91" y="93"/>
                  </a:cubicBezTo>
                  <a:cubicBezTo>
                    <a:pt x="93" y="93"/>
                    <a:pt x="93" y="93"/>
                    <a:pt x="94" y="95"/>
                  </a:cubicBezTo>
                  <a:cubicBezTo>
                    <a:pt x="94" y="93"/>
                    <a:pt x="94" y="92"/>
                    <a:pt x="96" y="89"/>
                  </a:cubicBezTo>
                  <a:cubicBezTo>
                    <a:pt x="99" y="84"/>
                    <a:pt x="101" y="84"/>
                    <a:pt x="97" y="81"/>
                  </a:cubicBezTo>
                  <a:cubicBezTo>
                    <a:pt x="96" y="78"/>
                    <a:pt x="99" y="76"/>
                    <a:pt x="97" y="75"/>
                  </a:cubicBezTo>
                  <a:cubicBezTo>
                    <a:pt x="96" y="73"/>
                    <a:pt x="94" y="76"/>
                    <a:pt x="94" y="73"/>
                  </a:cubicBezTo>
                  <a:cubicBezTo>
                    <a:pt x="94" y="72"/>
                    <a:pt x="93" y="72"/>
                    <a:pt x="91" y="72"/>
                  </a:cubicBezTo>
                  <a:cubicBezTo>
                    <a:pt x="90" y="72"/>
                    <a:pt x="93" y="67"/>
                    <a:pt x="96" y="67"/>
                  </a:cubicBezTo>
                  <a:cubicBezTo>
                    <a:pt x="99" y="69"/>
                    <a:pt x="101" y="69"/>
                    <a:pt x="102" y="65"/>
                  </a:cubicBezTo>
                  <a:cubicBezTo>
                    <a:pt x="105" y="61"/>
                    <a:pt x="101" y="61"/>
                    <a:pt x="105" y="61"/>
                  </a:cubicBezTo>
                  <a:cubicBezTo>
                    <a:pt x="108" y="61"/>
                    <a:pt x="105" y="56"/>
                    <a:pt x="108" y="54"/>
                  </a:cubicBezTo>
                  <a:cubicBezTo>
                    <a:pt x="108" y="53"/>
                    <a:pt x="108" y="56"/>
                    <a:pt x="113" y="54"/>
                  </a:cubicBezTo>
                  <a:cubicBezTo>
                    <a:pt x="116" y="53"/>
                    <a:pt x="114" y="51"/>
                    <a:pt x="116" y="51"/>
                  </a:cubicBezTo>
                  <a:cubicBezTo>
                    <a:pt x="117" y="51"/>
                    <a:pt x="117" y="54"/>
                    <a:pt x="117" y="54"/>
                  </a:cubicBezTo>
                  <a:cubicBezTo>
                    <a:pt x="119" y="54"/>
                    <a:pt x="119" y="54"/>
                    <a:pt x="117" y="56"/>
                  </a:cubicBezTo>
                  <a:cubicBezTo>
                    <a:pt x="116" y="58"/>
                    <a:pt x="114" y="59"/>
                    <a:pt x="116" y="59"/>
                  </a:cubicBezTo>
                  <a:cubicBezTo>
                    <a:pt x="117" y="59"/>
                    <a:pt x="116" y="62"/>
                    <a:pt x="120" y="61"/>
                  </a:cubicBezTo>
                  <a:cubicBezTo>
                    <a:pt x="122" y="59"/>
                    <a:pt x="122" y="59"/>
                    <a:pt x="125" y="62"/>
                  </a:cubicBezTo>
                  <a:cubicBezTo>
                    <a:pt x="128" y="64"/>
                    <a:pt x="128" y="58"/>
                    <a:pt x="130" y="59"/>
                  </a:cubicBezTo>
                  <a:cubicBezTo>
                    <a:pt x="133" y="59"/>
                    <a:pt x="133" y="58"/>
                    <a:pt x="136" y="54"/>
                  </a:cubicBezTo>
                  <a:cubicBezTo>
                    <a:pt x="140" y="53"/>
                    <a:pt x="136" y="54"/>
                    <a:pt x="131" y="51"/>
                  </a:cubicBezTo>
                  <a:cubicBezTo>
                    <a:pt x="125" y="48"/>
                    <a:pt x="126" y="44"/>
                    <a:pt x="123" y="48"/>
                  </a:cubicBezTo>
                  <a:cubicBezTo>
                    <a:pt x="122" y="53"/>
                    <a:pt x="117" y="48"/>
                    <a:pt x="114" y="47"/>
                  </a:cubicBezTo>
                  <a:cubicBezTo>
                    <a:pt x="111" y="45"/>
                    <a:pt x="126" y="39"/>
                    <a:pt x="120" y="37"/>
                  </a:cubicBezTo>
                  <a:cubicBezTo>
                    <a:pt x="119" y="39"/>
                    <a:pt x="119" y="39"/>
                    <a:pt x="119" y="39"/>
                  </a:cubicBezTo>
                  <a:cubicBezTo>
                    <a:pt x="117" y="39"/>
                    <a:pt x="119" y="40"/>
                    <a:pt x="117" y="40"/>
                  </a:cubicBezTo>
                  <a:cubicBezTo>
                    <a:pt x="116" y="40"/>
                    <a:pt x="117" y="39"/>
                    <a:pt x="116" y="40"/>
                  </a:cubicBezTo>
                  <a:cubicBezTo>
                    <a:pt x="113" y="42"/>
                    <a:pt x="111" y="44"/>
                    <a:pt x="110" y="45"/>
                  </a:cubicBezTo>
                  <a:cubicBezTo>
                    <a:pt x="108" y="47"/>
                    <a:pt x="108" y="47"/>
                    <a:pt x="107" y="47"/>
                  </a:cubicBezTo>
                  <a:cubicBezTo>
                    <a:pt x="104" y="48"/>
                    <a:pt x="105" y="50"/>
                    <a:pt x="104" y="50"/>
                  </a:cubicBezTo>
                  <a:cubicBezTo>
                    <a:pt x="102" y="51"/>
                    <a:pt x="101" y="53"/>
                    <a:pt x="101" y="54"/>
                  </a:cubicBezTo>
                  <a:cubicBezTo>
                    <a:pt x="102" y="56"/>
                    <a:pt x="101" y="58"/>
                    <a:pt x="99" y="56"/>
                  </a:cubicBezTo>
                  <a:cubicBezTo>
                    <a:pt x="96" y="54"/>
                    <a:pt x="96" y="54"/>
                    <a:pt x="96" y="54"/>
                  </a:cubicBezTo>
                  <a:cubicBezTo>
                    <a:pt x="97" y="51"/>
                    <a:pt x="97" y="51"/>
                    <a:pt x="97" y="51"/>
                  </a:cubicBezTo>
                  <a:cubicBezTo>
                    <a:pt x="97" y="51"/>
                    <a:pt x="97" y="53"/>
                    <a:pt x="96" y="51"/>
                  </a:cubicBezTo>
                  <a:cubicBezTo>
                    <a:pt x="96" y="50"/>
                    <a:pt x="96" y="50"/>
                    <a:pt x="90" y="50"/>
                  </a:cubicBezTo>
                  <a:cubicBezTo>
                    <a:pt x="85" y="51"/>
                    <a:pt x="85" y="50"/>
                    <a:pt x="85" y="47"/>
                  </a:cubicBezTo>
                  <a:cubicBezTo>
                    <a:pt x="85" y="44"/>
                    <a:pt x="85" y="40"/>
                    <a:pt x="84" y="40"/>
                  </a:cubicBezTo>
                  <a:cubicBezTo>
                    <a:pt x="81" y="40"/>
                    <a:pt x="81" y="40"/>
                    <a:pt x="81" y="40"/>
                  </a:cubicBezTo>
                  <a:cubicBezTo>
                    <a:pt x="81" y="40"/>
                    <a:pt x="81" y="39"/>
                    <a:pt x="81" y="36"/>
                  </a:cubicBezTo>
                  <a:cubicBezTo>
                    <a:pt x="82" y="31"/>
                    <a:pt x="82" y="28"/>
                    <a:pt x="81" y="31"/>
                  </a:cubicBezTo>
                  <a:cubicBezTo>
                    <a:pt x="78" y="33"/>
                    <a:pt x="79" y="26"/>
                    <a:pt x="76" y="25"/>
                  </a:cubicBezTo>
                  <a:cubicBezTo>
                    <a:pt x="73" y="23"/>
                    <a:pt x="73" y="20"/>
                    <a:pt x="70" y="22"/>
                  </a:cubicBezTo>
                  <a:cubicBezTo>
                    <a:pt x="65" y="25"/>
                    <a:pt x="62" y="22"/>
                    <a:pt x="55" y="23"/>
                  </a:cubicBezTo>
                  <a:cubicBezTo>
                    <a:pt x="49" y="25"/>
                    <a:pt x="49" y="25"/>
                    <a:pt x="46" y="22"/>
                  </a:cubicBezTo>
                  <a:cubicBezTo>
                    <a:pt x="44" y="19"/>
                    <a:pt x="43" y="17"/>
                    <a:pt x="43" y="16"/>
                  </a:cubicBezTo>
                  <a:cubicBezTo>
                    <a:pt x="41" y="16"/>
                    <a:pt x="43" y="14"/>
                    <a:pt x="43" y="1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1" name="Freeform 51">
              <a:extLst>
                <a:ext uri="{FF2B5EF4-FFF2-40B4-BE49-F238E27FC236}">
                  <a16:creationId xmlns:a16="http://schemas.microsoft.com/office/drawing/2014/main" id="{9C6B853A-4E3E-34D3-D01B-E0C4BCF12F29}"/>
                </a:ext>
              </a:extLst>
            </p:cNvPr>
            <p:cNvSpPr>
              <a:spLocks/>
            </p:cNvSpPr>
            <p:nvPr/>
          </p:nvSpPr>
          <p:spPr bwMode="auto">
            <a:xfrm>
              <a:off x="3458969" y="3225539"/>
              <a:ext cx="265492" cy="141487"/>
            </a:xfrm>
            <a:custGeom>
              <a:avLst/>
              <a:gdLst/>
              <a:ahLst/>
              <a:cxnLst>
                <a:cxn ang="0">
                  <a:pos x="13" y="10"/>
                </a:cxn>
                <a:cxn ang="0">
                  <a:pos x="7" y="20"/>
                </a:cxn>
                <a:cxn ang="0">
                  <a:pos x="16" y="21"/>
                </a:cxn>
                <a:cxn ang="0">
                  <a:pos x="24" y="24"/>
                </a:cxn>
                <a:cxn ang="0">
                  <a:pos x="29" y="27"/>
                </a:cxn>
                <a:cxn ang="0">
                  <a:pos x="22" y="32"/>
                </a:cxn>
                <a:cxn ang="0">
                  <a:pos x="18" y="35"/>
                </a:cxn>
                <a:cxn ang="0">
                  <a:pos x="13" y="34"/>
                </a:cxn>
                <a:cxn ang="0">
                  <a:pos x="10" y="37"/>
                </a:cxn>
                <a:cxn ang="0">
                  <a:pos x="9" y="35"/>
                </a:cxn>
                <a:cxn ang="0">
                  <a:pos x="1" y="35"/>
                </a:cxn>
                <a:cxn ang="0">
                  <a:pos x="0" y="38"/>
                </a:cxn>
                <a:cxn ang="0">
                  <a:pos x="10" y="41"/>
                </a:cxn>
                <a:cxn ang="0">
                  <a:pos x="18" y="41"/>
                </a:cxn>
                <a:cxn ang="0">
                  <a:pos x="22" y="44"/>
                </a:cxn>
                <a:cxn ang="0">
                  <a:pos x="29" y="43"/>
                </a:cxn>
                <a:cxn ang="0">
                  <a:pos x="35" y="43"/>
                </a:cxn>
                <a:cxn ang="0">
                  <a:pos x="39" y="35"/>
                </a:cxn>
                <a:cxn ang="0">
                  <a:pos x="45" y="31"/>
                </a:cxn>
                <a:cxn ang="0">
                  <a:pos x="50" y="31"/>
                </a:cxn>
                <a:cxn ang="0">
                  <a:pos x="54" y="32"/>
                </a:cxn>
                <a:cxn ang="0">
                  <a:pos x="59" y="26"/>
                </a:cxn>
                <a:cxn ang="0">
                  <a:pos x="71" y="21"/>
                </a:cxn>
                <a:cxn ang="0">
                  <a:pos x="83" y="15"/>
                </a:cxn>
                <a:cxn ang="0">
                  <a:pos x="86" y="12"/>
                </a:cxn>
                <a:cxn ang="0">
                  <a:pos x="79" y="7"/>
                </a:cxn>
                <a:cxn ang="0">
                  <a:pos x="62" y="4"/>
                </a:cxn>
                <a:cxn ang="0">
                  <a:pos x="47" y="4"/>
                </a:cxn>
                <a:cxn ang="0">
                  <a:pos x="36" y="1"/>
                </a:cxn>
                <a:cxn ang="0">
                  <a:pos x="32" y="9"/>
                </a:cxn>
                <a:cxn ang="0">
                  <a:pos x="18" y="4"/>
                </a:cxn>
                <a:cxn ang="0">
                  <a:pos x="13" y="10"/>
                </a:cxn>
              </a:cxnLst>
              <a:rect l="0" t="0" r="r" b="b"/>
              <a:pathLst>
                <a:path w="86" h="46">
                  <a:moveTo>
                    <a:pt x="13" y="10"/>
                  </a:moveTo>
                  <a:cubicBezTo>
                    <a:pt x="19" y="12"/>
                    <a:pt x="4" y="18"/>
                    <a:pt x="7" y="20"/>
                  </a:cubicBezTo>
                  <a:cubicBezTo>
                    <a:pt x="10" y="21"/>
                    <a:pt x="15" y="26"/>
                    <a:pt x="16" y="21"/>
                  </a:cubicBezTo>
                  <a:cubicBezTo>
                    <a:pt x="19" y="17"/>
                    <a:pt x="18" y="21"/>
                    <a:pt x="24" y="24"/>
                  </a:cubicBezTo>
                  <a:cubicBezTo>
                    <a:pt x="29" y="27"/>
                    <a:pt x="33" y="26"/>
                    <a:pt x="29" y="27"/>
                  </a:cubicBezTo>
                  <a:cubicBezTo>
                    <a:pt x="25" y="31"/>
                    <a:pt x="25" y="32"/>
                    <a:pt x="22" y="32"/>
                  </a:cubicBezTo>
                  <a:cubicBezTo>
                    <a:pt x="21" y="31"/>
                    <a:pt x="21" y="37"/>
                    <a:pt x="18" y="35"/>
                  </a:cubicBezTo>
                  <a:cubicBezTo>
                    <a:pt x="15" y="32"/>
                    <a:pt x="15" y="32"/>
                    <a:pt x="13" y="34"/>
                  </a:cubicBezTo>
                  <a:cubicBezTo>
                    <a:pt x="12" y="35"/>
                    <a:pt x="12" y="34"/>
                    <a:pt x="10" y="37"/>
                  </a:cubicBezTo>
                  <a:cubicBezTo>
                    <a:pt x="9" y="38"/>
                    <a:pt x="10" y="35"/>
                    <a:pt x="9" y="35"/>
                  </a:cubicBezTo>
                  <a:cubicBezTo>
                    <a:pt x="6" y="34"/>
                    <a:pt x="1" y="34"/>
                    <a:pt x="1" y="35"/>
                  </a:cubicBezTo>
                  <a:cubicBezTo>
                    <a:pt x="1" y="38"/>
                    <a:pt x="0" y="35"/>
                    <a:pt x="0" y="38"/>
                  </a:cubicBezTo>
                  <a:cubicBezTo>
                    <a:pt x="0" y="43"/>
                    <a:pt x="10" y="40"/>
                    <a:pt x="10" y="41"/>
                  </a:cubicBezTo>
                  <a:cubicBezTo>
                    <a:pt x="12" y="44"/>
                    <a:pt x="16" y="38"/>
                    <a:pt x="18" y="41"/>
                  </a:cubicBezTo>
                  <a:cubicBezTo>
                    <a:pt x="19" y="46"/>
                    <a:pt x="21" y="43"/>
                    <a:pt x="22" y="44"/>
                  </a:cubicBezTo>
                  <a:cubicBezTo>
                    <a:pt x="24" y="46"/>
                    <a:pt x="24" y="41"/>
                    <a:pt x="29" y="43"/>
                  </a:cubicBezTo>
                  <a:cubicBezTo>
                    <a:pt x="33" y="44"/>
                    <a:pt x="32" y="41"/>
                    <a:pt x="35" y="43"/>
                  </a:cubicBezTo>
                  <a:cubicBezTo>
                    <a:pt x="41" y="41"/>
                    <a:pt x="32" y="37"/>
                    <a:pt x="39" y="35"/>
                  </a:cubicBezTo>
                  <a:cubicBezTo>
                    <a:pt x="45" y="34"/>
                    <a:pt x="42" y="31"/>
                    <a:pt x="45" y="31"/>
                  </a:cubicBezTo>
                  <a:cubicBezTo>
                    <a:pt x="50" y="32"/>
                    <a:pt x="48" y="26"/>
                    <a:pt x="50" y="31"/>
                  </a:cubicBezTo>
                  <a:cubicBezTo>
                    <a:pt x="51" y="35"/>
                    <a:pt x="53" y="31"/>
                    <a:pt x="54" y="32"/>
                  </a:cubicBezTo>
                  <a:cubicBezTo>
                    <a:pt x="57" y="34"/>
                    <a:pt x="57" y="31"/>
                    <a:pt x="59" y="26"/>
                  </a:cubicBezTo>
                  <a:cubicBezTo>
                    <a:pt x="60" y="23"/>
                    <a:pt x="69" y="27"/>
                    <a:pt x="71" y="21"/>
                  </a:cubicBezTo>
                  <a:cubicBezTo>
                    <a:pt x="72" y="18"/>
                    <a:pt x="80" y="17"/>
                    <a:pt x="83" y="15"/>
                  </a:cubicBezTo>
                  <a:cubicBezTo>
                    <a:pt x="85" y="13"/>
                    <a:pt x="85" y="15"/>
                    <a:pt x="86" y="12"/>
                  </a:cubicBezTo>
                  <a:cubicBezTo>
                    <a:pt x="83" y="7"/>
                    <a:pt x="80" y="10"/>
                    <a:pt x="79" y="7"/>
                  </a:cubicBezTo>
                  <a:cubicBezTo>
                    <a:pt x="79" y="4"/>
                    <a:pt x="72" y="4"/>
                    <a:pt x="62" y="4"/>
                  </a:cubicBezTo>
                  <a:cubicBezTo>
                    <a:pt x="50" y="3"/>
                    <a:pt x="50" y="6"/>
                    <a:pt x="47" y="4"/>
                  </a:cubicBezTo>
                  <a:cubicBezTo>
                    <a:pt x="45" y="3"/>
                    <a:pt x="41" y="0"/>
                    <a:pt x="36" y="1"/>
                  </a:cubicBezTo>
                  <a:cubicBezTo>
                    <a:pt x="30" y="3"/>
                    <a:pt x="35" y="10"/>
                    <a:pt x="32" y="9"/>
                  </a:cubicBezTo>
                  <a:cubicBezTo>
                    <a:pt x="29" y="7"/>
                    <a:pt x="22" y="4"/>
                    <a:pt x="18" y="4"/>
                  </a:cubicBezTo>
                  <a:cubicBezTo>
                    <a:pt x="13" y="6"/>
                    <a:pt x="13" y="9"/>
                    <a:pt x="13" y="1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2" name="Freeform 52">
              <a:extLst>
                <a:ext uri="{FF2B5EF4-FFF2-40B4-BE49-F238E27FC236}">
                  <a16:creationId xmlns:a16="http://schemas.microsoft.com/office/drawing/2014/main" id="{F6460DF2-D87E-F87C-FF5B-C2C99CC9A066}"/>
                </a:ext>
              </a:extLst>
            </p:cNvPr>
            <p:cNvSpPr>
              <a:spLocks/>
            </p:cNvSpPr>
            <p:nvPr/>
          </p:nvSpPr>
          <p:spPr bwMode="auto">
            <a:xfrm>
              <a:off x="3406507" y="3300256"/>
              <a:ext cx="197132" cy="154206"/>
            </a:xfrm>
            <a:custGeom>
              <a:avLst/>
              <a:gdLst/>
              <a:ahLst/>
              <a:cxnLst>
                <a:cxn ang="0">
                  <a:pos x="31" y="9"/>
                </a:cxn>
                <a:cxn ang="0">
                  <a:pos x="26" y="8"/>
                </a:cxn>
                <a:cxn ang="0">
                  <a:pos x="27" y="5"/>
                </a:cxn>
                <a:cxn ang="0">
                  <a:pos x="27" y="3"/>
                </a:cxn>
                <a:cxn ang="0">
                  <a:pos x="26" y="0"/>
                </a:cxn>
                <a:cxn ang="0">
                  <a:pos x="23" y="3"/>
                </a:cxn>
                <a:cxn ang="0">
                  <a:pos x="18" y="3"/>
                </a:cxn>
                <a:cxn ang="0">
                  <a:pos x="15" y="9"/>
                </a:cxn>
                <a:cxn ang="0">
                  <a:pos x="12" y="14"/>
                </a:cxn>
                <a:cxn ang="0">
                  <a:pos x="6" y="16"/>
                </a:cxn>
                <a:cxn ang="0">
                  <a:pos x="1" y="20"/>
                </a:cxn>
                <a:cxn ang="0">
                  <a:pos x="4" y="22"/>
                </a:cxn>
                <a:cxn ang="0">
                  <a:pos x="7" y="23"/>
                </a:cxn>
                <a:cxn ang="0">
                  <a:pos x="7" y="30"/>
                </a:cxn>
                <a:cxn ang="0">
                  <a:pos x="6" y="37"/>
                </a:cxn>
                <a:cxn ang="0">
                  <a:pos x="4" y="44"/>
                </a:cxn>
                <a:cxn ang="0">
                  <a:pos x="7" y="44"/>
                </a:cxn>
                <a:cxn ang="0">
                  <a:pos x="14" y="42"/>
                </a:cxn>
                <a:cxn ang="0">
                  <a:pos x="17" y="44"/>
                </a:cxn>
                <a:cxn ang="0">
                  <a:pos x="18" y="39"/>
                </a:cxn>
                <a:cxn ang="0">
                  <a:pos x="24" y="39"/>
                </a:cxn>
                <a:cxn ang="0">
                  <a:pos x="24" y="34"/>
                </a:cxn>
                <a:cxn ang="0">
                  <a:pos x="31" y="30"/>
                </a:cxn>
                <a:cxn ang="0">
                  <a:pos x="32" y="34"/>
                </a:cxn>
                <a:cxn ang="0">
                  <a:pos x="35" y="37"/>
                </a:cxn>
                <a:cxn ang="0">
                  <a:pos x="38" y="47"/>
                </a:cxn>
                <a:cxn ang="0">
                  <a:pos x="44" y="44"/>
                </a:cxn>
                <a:cxn ang="0">
                  <a:pos x="47" y="41"/>
                </a:cxn>
                <a:cxn ang="0">
                  <a:pos x="52" y="41"/>
                </a:cxn>
                <a:cxn ang="0">
                  <a:pos x="55" y="41"/>
                </a:cxn>
                <a:cxn ang="0">
                  <a:pos x="60" y="42"/>
                </a:cxn>
                <a:cxn ang="0">
                  <a:pos x="63" y="39"/>
                </a:cxn>
                <a:cxn ang="0">
                  <a:pos x="61" y="33"/>
                </a:cxn>
                <a:cxn ang="0">
                  <a:pos x="61" y="28"/>
                </a:cxn>
                <a:cxn ang="0">
                  <a:pos x="55" y="28"/>
                </a:cxn>
                <a:cxn ang="0">
                  <a:pos x="54" y="23"/>
                </a:cxn>
                <a:cxn ang="0">
                  <a:pos x="52" y="19"/>
                </a:cxn>
                <a:cxn ang="0">
                  <a:pos x="46" y="19"/>
                </a:cxn>
                <a:cxn ang="0">
                  <a:pos x="40" y="20"/>
                </a:cxn>
                <a:cxn ang="0">
                  <a:pos x="35" y="17"/>
                </a:cxn>
                <a:cxn ang="0">
                  <a:pos x="27" y="17"/>
                </a:cxn>
                <a:cxn ang="0">
                  <a:pos x="17" y="14"/>
                </a:cxn>
                <a:cxn ang="0">
                  <a:pos x="18" y="11"/>
                </a:cxn>
                <a:cxn ang="0">
                  <a:pos x="26" y="11"/>
                </a:cxn>
                <a:cxn ang="0">
                  <a:pos x="27" y="13"/>
                </a:cxn>
                <a:cxn ang="0">
                  <a:pos x="31" y="9"/>
                </a:cxn>
              </a:cxnLst>
              <a:rect l="0" t="0" r="r" b="b"/>
              <a:pathLst>
                <a:path w="64" h="50">
                  <a:moveTo>
                    <a:pt x="31" y="9"/>
                  </a:moveTo>
                  <a:cubicBezTo>
                    <a:pt x="26" y="11"/>
                    <a:pt x="27" y="8"/>
                    <a:pt x="26" y="8"/>
                  </a:cubicBezTo>
                  <a:cubicBezTo>
                    <a:pt x="24" y="8"/>
                    <a:pt x="26" y="6"/>
                    <a:pt x="27" y="5"/>
                  </a:cubicBezTo>
                  <a:cubicBezTo>
                    <a:pt x="29" y="3"/>
                    <a:pt x="29" y="3"/>
                    <a:pt x="27" y="3"/>
                  </a:cubicBezTo>
                  <a:cubicBezTo>
                    <a:pt x="27" y="3"/>
                    <a:pt x="27" y="0"/>
                    <a:pt x="26" y="0"/>
                  </a:cubicBezTo>
                  <a:cubicBezTo>
                    <a:pt x="24" y="0"/>
                    <a:pt x="26" y="2"/>
                    <a:pt x="23" y="3"/>
                  </a:cubicBezTo>
                  <a:cubicBezTo>
                    <a:pt x="18" y="5"/>
                    <a:pt x="18" y="2"/>
                    <a:pt x="18" y="3"/>
                  </a:cubicBezTo>
                  <a:cubicBezTo>
                    <a:pt x="15" y="5"/>
                    <a:pt x="18" y="9"/>
                    <a:pt x="15" y="9"/>
                  </a:cubicBezTo>
                  <a:cubicBezTo>
                    <a:pt x="10" y="9"/>
                    <a:pt x="15" y="9"/>
                    <a:pt x="12" y="14"/>
                  </a:cubicBezTo>
                  <a:cubicBezTo>
                    <a:pt x="10" y="17"/>
                    <a:pt x="9" y="17"/>
                    <a:pt x="6" y="16"/>
                  </a:cubicBezTo>
                  <a:cubicBezTo>
                    <a:pt x="3" y="16"/>
                    <a:pt x="0" y="20"/>
                    <a:pt x="1" y="20"/>
                  </a:cubicBezTo>
                  <a:cubicBezTo>
                    <a:pt x="3" y="20"/>
                    <a:pt x="4" y="20"/>
                    <a:pt x="4" y="22"/>
                  </a:cubicBezTo>
                  <a:cubicBezTo>
                    <a:pt x="4" y="25"/>
                    <a:pt x="6" y="22"/>
                    <a:pt x="7" y="23"/>
                  </a:cubicBezTo>
                  <a:cubicBezTo>
                    <a:pt x="9" y="25"/>
                    <a:pt x="6" y="27"/>
                    <a:pt x="7" y="30"/>
                  </a:cubicBezTo>
                  <a:cubicBezTo>
                    <a:pt x="10" y="33"/>
                    <a:pt x="9" y="33"/>
                    <a:pt x="6" y="37"/>
                  </a:cubicBezTo>
                  <a:cubicBezTo>
                    <a:pt x="4" y="41"/>
                    <a:pt x="4" y="42"/>
                    <a:pt x="4" y="44"/>
                  </a:cubicBezTo>
                  <a:cubicBezTo>
                    <a:pt x="6" y="47"/>
                    <a:pt x="7" y="47"/>
                    <a:pt x="7" y="44"/>
                  </a:cubicBezTo>
                  <a:cubicBezTo>
                    <a:pt x="9" y="42"/>
                    <a:pt x="10" y="42"/>
                    <a:pt x="14" y="42"/>
                  </a:cubicBezTo>
                  <a:cubicBezTo>
                    <a:pt x="15" y="41"/>
                    <a:pt x="17" y="44"/>
                    <a:pt x="17" y="44"/>
                  </a:cubicBezTo>
                  <a:cubicBezTo>
                    <a:pt x="18" y="44"/>
                    <a:pt x="17" y="41"/>
                    <a:pt x="18" y="39"/>
                  </a:cubicBezTo>
                  <a:cubicBezTo>
                    <a:pt x="21" y="37"/>
                    <a:pt x="23" y="41"/>
                    <a:pt x="24" y="39"/>
                  </a:cubicBezTo>
                  <a:cubicBezTo>
                    <a:pt x="26" y="37"/>
                    <a:pt x="23" y="36"/>
                    <a:pt x="24" y="34"/>
                  </a:cubicBezTo>
                  <a:cubicBezTo>
                    <a:pt x="27" y="33"/>
                    <a:pt x="26" y="28"/>
                    <a:pt x="31" y="30"/>
                  </a:cubicBezTo>
                  <a:cubicBezTo>
                    <a:pt x="35" y="31"/>
                    <a:pt x="32" y="33"/>
                    <a:pt x="32" y="34"/>
                  </a:cubicBezTo>
                  <a:cubicBezTo>
                    <a:pt x="33" y="36"/>
                    <a:pt x="35" y="31"/>
                    <a:pt x="35" y="37"/>
                  </a:cubicBezTo>
                  <a:cubicBezTo>
                    <a:pt x="33" y="47"/>
                    <a:pt x="35" y="50"/>
                    <a:pt x="38" y="47"/>
                  </a:cubicBezTo>
                  <a:cubicBezTo>
                    <a:pt x="41" y="45"/>
                    <a:pt x="44" y="45"/>
                    <a:pt x="44" y="44"/>
                  </a:cubicBezTo>
                  <a:cubicBezTo>
                    <a:pt x="44" y="42"/>
                    <a:pt x="46" y="42"/>
                    <a:pt x="47" y="41"/>
                  </a:cubicBezTo>
                  <a:cubicBezTo>
                    <a:pt x="49" y="39"/>
                    <a:pt x="54" y="39"/>
                    <a:pt x="52" y="41"/>
                  </a:cubicBezTo>
                  <a:cubicBezTo>
                    <a:pt x="50" y="44"/>
                    <a:pt x="52" y="44"/>
                    <a:pt x="55" y="41"/>
                  </a:cubicBezTo>
                  <a:cubicBezTo>
                    <a:pt x="58" y="39"/>
                    <a:pt x="61" y="41"/>
                    <a:pt x="60" y="42"/>
                  </a:cubicBezTo>
                  <a:cubicBezTo>
                    <a:pt x="63" y="42"/>
                    <a:pt x="64" y="41"/>
                    <a:pt x="63" y="39"/>
                  </a:cubicBezTo>
                  <a:cubicBezTo>
                    <a:pt x="60" y="37"/>
                    <a:pt x="63" y="34"/>
                    <a:pt x="61" y="33"/>
                  </a:cubicBezTo>
                  <a:cubicBezTo>
                    <a:pt x="60" y="31"/>
                    <a:pt x="61" y="30"/>
                    <a:pt x="61" y="28"/>
                  </a:cubicBezTo>
                  <a:cubicBezTo>
                    <a:pt x="60" y="27"/>
                    <a:pt x="55" y="25"/>
                    <a:pt x="55" y="28"/>
                  </a:cubicBezTo>
                  <a:cubicBezTo>
                    <a:pt x="55" y="30"/>
                    <a:pt x="52" y="27"/>
                    <a:pt x="54" y="23"/>
                  </a:cubicBezTo>
                  <a:cubicBezTo>
                    <a:pt x="54" y="22"/>
                    <a:pt x="50" y="22"/>
                    <a:pt x="52" y="19"/>
                  </a:cubicBezTo>
                  <a:cubicBezTo>
                    <a:pt x="49" y="17"/>
                    <a:pt x="50" y="20"/>
                    <a:pt x="46" y="19"/>
                  </a:cubicBezTo>
                  <a:cubicBezTo>
                    <a:pt x="41" y="17"/>
                    <a:pt x="41" y="22"/>
                    <a:pt x="40" y="20"/>
                  </a:cubicBezTo>
                  <a:cubicBezTo>
                    <a:pt x="38" y="19"/>
                    <a:pt x="37" y="22"/>
                    <a:pt x="35" y="17"/>
                  </a:cubicBezTo>
                  <a:cubicBezTo>
                    <a:pt x="33" y="14"/>
                    <a:pt x="29" y="20"/>
                    <a:pt x="27" y="17"/>
                  </a:cubicBezTo>
                  <a:cubicBezTo>
                    <a:pt x="27" y="16"/>
                    <a:pt x="17" y="19"/>
                    <a:pt x="17" y="14"/>
                  </a:cubicBezTo>
                  <a:cubicBezTo>
                    <a:pt x="17" y="11"/>
                    <a:pt x="18" y="14"/>
                    <a:pt x="18" y="11"/>
                  </a:cubicBezTo>
                  <a:cubicBezTo>
                    <a:pt x="18" y="9"/>
                    <a:pt x="23" y="9"/>
                    <a:pt x="26" y="11"/>
                  </a:cubicBezTo>
                  <a:cubicBezTo>
                    <a:pt x="27" y="11"/>
                    <a:pt x="26" y="14"/>
                    <a:pt x="27" y="13"/>
                  </a:cubicBezTo>
                  <a:cubicBezTo>
                    <a:pt x="29" y="9"/>
                    <a:pt x="29" y="11"/>
                    <a:pt x="31" y="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3" name="Freeform 53">
              <a:extLst>
                <a:ext uri="{FF2B5EF4-FFF2-40B4-BE49-F238E27FC236}">
                  <a16:creationId xmlns:a16="http://schemas.microsoft.com/office/drawing/2014/main" id="{8CBF37A2-0554-0125-838B-DA885961FF8C}"/>
                </a:ext>
              </a:extLst>
            </p:cNvPr>
            <p:cNvSpPr>
              <a:spLocks/>
            </p:cNvSpPr>
            <p:nvPr/>
          </p:nvSpPr>
          <p:spPr bwMode="auto">
            <a:xfrm>
              <a:off x="4695811" y="3815333"/>
              <a:ext cx="52462" cy="125590"/>
            </a:xfrm>
            <a:custGeom>
              <a:avLst/>
              <a:gdLst/>
              <a:ahLst/>
              <a:cxnLst>
                <a:cxn ang="0">
                  <a:pos x="3" y="12"/>
                </a:cxn>
                <a:cxn ang="0">
                  <a:pos x="11" y="3"/>
                </a:cxn>
                <a:cxn ang="0">
                  <a:pos x="14" y="3"/>
                </a:cxn>
                <a:cxn ang="0">
                  <a:pos x="16" y="9"/>
                </a:cxn>
                <a:cxn ang="0">
                  <a:pos x="13" y="22"/>
                </a:cxn>
                <a:cxn ang="0">
                  <a:pos x="8" y="34"/>
                </a:cxn>
                <a:cxn ang="0">
                  <a:pos x="5" y="33"/>
                </a:cxn>
                <a:cxn ang="0">
                  <a:pos x="2" y="26"/>
                </a:cxn>
                <a:cxn ang="0">
                  <a:pos x="3" y="12"/>
                </a:cxn>
              </a:cxnLst>
              <a:rect l="0" t="0" r="r" b="b"/>
              <a:pathLst>
                <a:path w="17" h="41">
                  <a:moveTo>
                    <a:pt x="3" y="12"/>
                  </a:moveTo>
                  <a:cubicBezTo>
                    <a:pt x="8" y="6"/>
                    <a:pt x="10" y="4"/>
                    <a:pt x="11" y="3"/>
                  </a:cubicBezTo>
                  <a:cubicBezTo>
                    <a:pt x="13" y="3"/>
                    <a:pt x="13" y="0"/>
                    <a:pt x="14" y="3"/>
                  </a:cubicBezTo>
                  <a:cubicBezTo>
                    <a:pt x="17" y="6"/>
                    <a:pt x="14" y="6"/>
                    <a:pt x="16" y="9"/>
                  </a:cubicBezTo>
                  <a:cubicBezTo>
                    <a:pt x="16" y="11"/>
                    <a:pt x="14" y="14"/>
                    <a:pt x="13" y="22"/>
                  </a:cubicBezTo>
                  <a:cubicBezTo>
                    <a:pt x="11" y="31"/>
                    <a:pt x="8" y="28"/>
                    <a:pt x="8" y="34"/>
                  </a:cubicBezTo>
                  <a:cubicBezTo>
                    <a:pt x="8" y="41"/>
                    <a:pt x="7" y="36"/>
                    <a:pt x="5" y="33"/>
                  </a:cubicBezTo>
                  <a:cubicBezTo>
                    <a:pt x="5" y="30"/>
                    <a:pt x="3" y="33"/>
                    <a:pt x="2" y="26"/>
                  </a:cubicBezTo>
                  <a:cubicBezTo>
                    <a:pt x="0" y="22"/>
                    <a:pt x="0" y="19"/>
                    <a:pt x="3" y="1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4" name="Freeform 54">
              <a:extLst>
                <a:ext uri="{FF2B5EF4-FFF2-40B4-BE49-F238E27FC236}">
                  <a16:creationId xmlns:a16="http://schemas.microsoft.com/office/drawing/2014/main" id="{1DEE0095-2E57-2670-DC06-C009D3D5A12B}"/>
                </a:ext>
              </a:extLst>
            </p:cNvPr>
            <p:cNvSpPr>
              <a:spLocks/>
            </p:cNvSpPr>
            <p:nvPr/>
          </p:nvSpPr>
          <p:spPr bwMode="auto">
            <a:xfrm>
              <a:off x="4807096" y="3235077"/>
              <a:ext cx="154208" cy="187590"/>
            </a:xfrm>
            <a:custGeom>
              <a:avLst/>
              <a:gdLst/>
              <a:ahLst/>
              <a:cxnLst>
                <a:cxn ang="0">
                  <a:pos x="0" y="34"/>
                </a:cxn>
                <a:cxn ang="0">
                  <a:pos x="3" y="37"/>
                </a:cxn>
                <a:cxn ang="0">
                  <a:pos x="7" y="42"/>
                </a:cxn>
                <a:cxn ang="0">
                  <a:pos x="6" y="48"/>
                </a:cxn>
                <a:cxn ang="0">
                  <a:pos x="4" y="51"/>
                </a:cxn>
                <a:cxn ang="0">
                  <a:pos x="4" y="54"/>
                </a:cxn>
                <a:cxn ang="0">
                  <a:pos x="6" y="57"/>
                </a:cxn>
                <a:cxn ang="0">
                  <a:pos x="9" y="59"/>
                </a:cxn>
                <a:cxn ang="0">
                  <a:pos x="12" y="57"/>
                </a:cxn>
                <a:cxn ang="0">
                  <a:pos x="14" y="57"/>
                </a:cxn>
                <a:cxn ang="0">
                  <a:pos x="18" y="57"/>
                </a:cxn>
                <a:cxn ang="0">
                  <a:pos x="21" y="53"/>
                </a:cxn>
                <a:cxn ang="0">
                  <a:pos x="30" y="51"/>
                </a:cxn>
                <a:cxn ang="0">
                  <a:pos x="32" y="48"/>
                </a:cxn>
                <a:cxn ang="0">
                  <a:pos x="27" y="45"/>
                </a:cxn>
                <a:cxn ang="0">
                  <a:pos x="24" y="42"/>
                </a:cxn>
                <a:cxn ang="0">
                  <a:pos x="24" y="39"/>
                </a:cxn>
                <a:cxn ang="0">
                  <a:pos x="27" y="34"/>
                </a:cxn>
                <a:cxn ang="0">
                  <a:pos x="33" y="31"/>
                </a:cxn>
                <a:cxn ang="0">
                  <a:pos x="41" y="25"/>
                </a:cxn>
                <a:cxn ang="0">
                  <a:pos x="43" y="19"/>
                </a:cxn>
                <a:cxn ang="0">
                  <a:pos x="43" y="14"/>
                </a:cxn>
                <a:cxn ang="0">
                  <a:pos x="47" y="8"/>
                </a:cxn>
                <a:cxn ang="0">
                  <a:pos x="50" y="8"/>
                </a:cxn>
                <a:cxn ang="0">
                  <a:pos x="49" y="6"/>
                </a:cxn>
                <a:cxn ang="0">
                  <a:pos x="47" y="5"/>
                </a:cxn>
                <a:cxn ang="0">
                  <a:pos x="44" y="0"/>
                </a:cxn>
                <a:cxn ang="0">
                  <a:pos x="41" y="6"/>
                </a:cxn>
                <a:cxn ang="0">
                  <a:pos x="36" y="11"/>
                </a:cxn>
                <a:cxn ang="0">
                  <a:pos x="33" y="11"/>
                </a:cxn>
                <a:cxn ang="0">
                  <a:pos x="29" y="12"/>
                </a:cxn>
                <a:cxn ang="0">
                  <a:pos x="30" y="17"/>
                </a:cxn>
                <a:cxn ang="0">
                  <a:pos x="27" y="17"/>
                </a:cxn>
                <a:cxn ang="0">
                  <a:pos x="23" y="17"/>
                </a:cxn>
                <a:cxn ang="0">
                  <a:pos x="20" y="14"/>
                </a:cxn>
                <a:cxn ang="0">
                  <a:pos x="18" y="15"/>
                </a:cxn>
                <a:cxn ang="0">
                  <a:pos x="17" y="19"/>
                </a:cxn>
                <a:cxn ang="0">
                  <a:pos x="12" y="23"/>
                </a:cxn>
                <a:cxn ang="0">
                  <a:pos x="9" y="25"/>
                </a:cxn>
                <a:cxn ang="0">
                  <a:pos x="7" y="26"/>
                </a:cxn>
                <a:cxn ang="0">
                  <a:pos x="4" y="28"/>
                </a:cxn>
                <a:cxn ang="0">
                  <a:pos x="0" y="33"/>
                </a:cxn>
                <a:cxn ang="0">
                  <a:pos x="0" y="34"/>
                </a:cxn>
              </a:cxnLst>
              <a:rect l="0" t="0" r="r" b="b"/>
              <a:pathLst>
                <a:path w="50" h="61">
                  <a:moveTo>
                    <a:pt x="0" y="34"/>
                  </a:moveTo>
                  <a:cubicBezTo>
                    <a:pt x="0" y="36"/>
                    <a:pt x="1" y="39"/>
                    <a:pt x="3" y="37"/>
                  </a:cubicBezTo>
                  <a:cubicBezTo>
                    <a:pt x="4" y="36"/>
                    <a:pt x="9" y="39"/>
                    <a:pt x="7" y="42"/>
                  </a:cubicBezTo>
                  <a:cubicBezTo>
                    <a:pt x="7" y="45"/>
                    <a:pt x="4" y="47"/>
                    <a:pt x="6" y="48"/>
                  </a:cubicBezTo>
                  <a:cubicBezTo>
                    <a:pt x="7" y="50"/>
                    <a:pt x="4" y="48"/>
                    <a:pt x="4" y="51"/>
                  </a:cubicBezTo>
                  <a:cubicBezTo>
                    <a:pt x="3" y="54"/>
                    <a:pt x="0" y="54"/>
                    <a:pt x="4" y="54"/>
                  </a:cubicBezTo>
                  <a:cubicBezTo>
                    <a:pt x="7" y="56"/>
                    <a:pt x="1" y="56"/>
                    <a:pt x="6" y="57"/>
                  </a:cubicBezTo>
                  <a:cubicBezTo>
                    <a:pt x="9" y="57"/>
                    <a:pt x="6" y="61"/>
                    <a:pt x="9" y="59"/>
                  </a:cubicBezTo>
                  <a:cubicBezTo>
                    <a:pt x="11" y="57"/>
                    <a:pt x="9" y="54"/>
                    <a:pt x="12" y="57"/>
                  </a:cubicBezTo>
                  <a:cubicBezTo>
                    <a:pt x="14" y="59"/>
                    <a:pt x="14" y="59"/>
                    <a:pt x="14" y="57"/>
                  </a:cubicBezTo>
                  <a:cubicBezTo>
                    <a:pt x="15" y="56"/>
                    <a:pt x="17" y="57"/>
                    <a:pt x="18" y="57"/>
                  </a:cubicBezTo>
                  <a:cubicBezTo>
                    <a:pt x="18" y="56"/>
                    <a:pt x="18" y="54"/>
                    <a:pt x="21" y="53"/>
                  </a:cubicBezTo>
                  <a:cubicBezTo>
                    <a:pt x="26" y="51"/>
                    <a:pt x="27" y="53"/>
                    <a:pt x="30" y="51"/>
                  </a:cubicBezTo>
                  <a:cubicBezTo>
                    <a:pt x="32" y="51"/>
                    <a:pt x="29" y="50"/>
                    <a:pt x="32" y="48"/>
                  </a:cubicBezTo>
                  <a:cubicBezTo>
                    <a:pt x="30" y="47"/>
                    <a:pt x="30" y="48"/>
                    <a:pt x="27" y="45"/>
                  </a:cubicBezTo>
                  <a:cubicBezTo>
                    <a:pt x="26" y="42"/>
                    <a:pt x="24" y="43"/>
                    <a:pt x="24" y="42"/>
                  </a:cubicBezTo>
                  <a:cubicBezTo>
                    <a:pt x="23" y="40"/>
                    <a:pt x="26" y="43"/>
                    <a:pt x="24" y="39"/>
                  </a:cubicBezTo>
                  <a:cubicBezTo>
                    <a:pt x="24" y="34"/>
                    <a:pt x="26" y="37"/>
                    <a:pt x="27" y="34"/>
                  </a:cubicBezTo>
                  <a:cubicBezTo>
                    <a:pt x="29" y="31"/>
                    <a:pt x="29" y="36"/>
                    <a:pt x="33" y="31"/>
                  </a:cubicBezTo>
                  <a:cubicBezTo>
                    <a:pt x="38" y="28"/>
                    <a:pt x="40" y="25"/>
                    <a:pt x="41" y="25"/>
                  </a:cubicBezTo>
                  <a:cubicBezTo>
                    <a:pt x="43" y="25"/>
                    <a:pt x="43" y="20"/>
                    <a:pt x="43" y="19"/>
                  </a:cubicBezTo>
                  <a:cubicBezTo>
                    <a:pt x="43" y="17"/>
                    <a:pt x="41" y="17"/>
                    <a:pt x="43" y="14"/>
                  </a:cubicBezTo>
                  <a:cubicBezTo>
                    <a:pt x="46" y="11"/>
                    <a:pt x="46" y="9"/>
                    <a:pt x="47" y="8"/>
                  </a:cubicBezTo>
                  <a:cubicBezTo>
                    <a:pt x="49" y="8"/>
                    <a:pt x="49" y="9"/>
                    <a:pt x="50" y="8"/>
                  </a:cubicBezTo>
                  <a:cubicBezTo>
                    <a:pt x="49" y="6"/>
                    <a:pt x="49" y="6"/>
                    <a:pt x="49" y="6"/>
                  </a:cubicBezTo>
                  <a:cubicBezTo>
                    <a:pt x="49" y="3"/>
                    <a:pt x="49" y="6"/>
                    <a:pt x="47" y="5"/>
                  </a:cubicBezTo>
                  <a:cubicBezTo>
                    <a:pt x="46" y="3"/>
                    <a:pt x="47" y="2"/>
                    <a:pt x="44" y="0"/>
                  </a:cubicBezTo>
                  <a:cubicBezTo>
                    <a:pt x="41" y="0"/>
                    <a:pt x="44" y="8"/>
                    <a:pt x="41" y="6"/>
                  </a:cubicBezTo>
                  <a:cubicBezTo>
                    <a:pt x="38" y="6"/>
                    <a:pt x="40" y="9"/>
                    <a:pt x="36" y="11"/>
                  </a:cubicBezTo>
                  <a:cubicBezTo>
                    <a:pt x="35" y="12"/>
                    <a:pt x="36" y="11"/>
                    <a:pt x="33" y="11"/>
                  </a:cubicBezTo>
                  <a:cubicBezTo>
                    <a:pt x="32" y="12"/>
                    <a:pt x="29" y="9"/>
                    <a:pt x="29" y="12"/>
                  </a:cubicBezTo>
                  <a:cubicBezTo>
                    <a:pt x="29" y="15"/>
                    <a:pt x="32" y="15"/>
                    <a:pt x="30" y="17"/>
                  </a:cubicBezTo>
                  <a:cubicBezTo>
                    <a:pt x="29" y="19"/>
                    <a:pt x="29" y="17"/>
                    <a:pt x="27" y="17"/>
                  </a:cubicBezTo>
                  <a:cubicBezTo>
                    <a:pt x="26" y="19"/>
                    <a:pt x="24" y="17"/>
                    <a:pt x="23" y="17"/>
                  </a:cubicBezTo>
                  <a:cubicBezTo>
                    <a:pt x="21" y="17"/>
                    <a:pt x="21" y="12"/>
                    <a:pt x="20" y="14"/>
                  </a:cubicBezTo>
                  <a:cubicBezTo>
                    <a:pt x="18" y="15"/>
                    <a:pt x="20" y="14"/>
                    <a:pt x="18" y="15"/>
                  </a:cubicBezTo>
                  <a:cubicBezTo>
                    <a:pt x="17" y="17"/>
                    <a:pt x="18" y="17"/>
                    <a:pt x="17" y="19"/>
                  </a:cubicBezTo>
                  <a:cubicBezTo>
                    <a:pt x="15" y="20"/>
                    <a:pt x="14" y="23"/>
                    <a:pt x="12" y="23"/>
                  </a:cubicBezTo>
                  <a:cubicBezTo>
                    <a:pt x="9" y="23"/>
                    <a:pt x="11" y="25"/>
                    <a:pt x="9" y="25"/>
                  </a:cubicBezTo>
                  <a:cubicBezTo>
                    <a:pt x="7" y="25"/>
                    <a:pt x="9" y="26"/>
                    <a:pt x="7" y="26"/>
                  </a:cubicBezTo>
                  <a:cubicBezTo>
                    <a:pt x="4" y="28"/>
                    <a:pt x="6" y="28"/>
                    <a:pt x="4" y="28"/>
                  </a:cubicBezTo>
                  <a:cubicBezTo>
                    <a:pt x="3" y="28"/>
                    <a:pt x="1" y="31"/>
                    <a:pt x="0" y="33"/>
                  </a:cubicBezTo>
                  <a:cubicBezTo>
                    <a:pt x="0" y="34"/>
                    <a:pt x="0" y="34"/>
                    <a:pt x="0" y="34"/>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5" name="Freeform 55">
              <a:extLst>
                <a:ext uri="{FF2B5EF4-FFF2-40B4-BE49-F238E27FC236}">
                  <a16:creationId xmlns:a16="http://schemas.microsoft.com/office/drawing/2014/main" id="{EE44811C-8B4B-FB72-69E4-67F522828FB5}"/>
                </a:ext>
              </a:extLst>
            </p:cNvPr>
            <p:cNvSpPr>
              <a:spLocks/>
            </p:cNvSpPr>
            <p:nvPr/>
          </p:nvSpPr>
          <p:spPr bwMode="auto">
            <a:xfrm>
              <a:off x="4846840" y="3382923"/>
              <a:ext cx="87438" cy="147846"/>
            </a:xfrm>
            <a:custGeom>
              <a:avLst/>
              <a:gdLst/>
              <a:ahLst/>
              <a:cxnLst>
                <a:cxn ang="0">
                  <a:pos x="5" y="9"/>
                </a:cxn>
                <a:cxn ang="0">
                  <a:pos x="3" y="10"/>
                </a:cxn>
                <a:cxn ang="0">
                  <a:pos x="5" y="15"/>
                </a:cxn>
                <a:cxn ang="0">
                  <a:pos x="6" y="20"/>
                </a:cxn>
                <a:cxn ang="0">
                  <a:pos x="5" y="18"/>
                </a:cxn>
                <a:cxn ang="0">
                  <a:pos x="2" y="18"/>
                </a:cxn>
                <a:cxn ang="0">
                  <a:pos x="2" y="20"/>
                </a:cxn>
                <a:cxn ang="0">
                  <a:pos x="0" y="21"/>
                </a:cxn>
                <a:cxn ang="0">
                  <a:pos x="3" y="23"/>
                </a:cxn>
                <a:cxn ang="0">
                  <a:pos x="3" y="28"/>
                </a:cxn>
                <a:cxn ang="0">
                  <a:pos x="5" y="31"/>
                </a:cxn>
                <a:cxn ang="0">
                  <a:pos x="3" y="34"/>
                </a:cxn>
                <a:cxn ang="0">
                  <a:pos x="2" y="39"/>
                </a:cxn>
                <a:cxn ang="0">
                  <a:pos x="2" y="42"/>
                </a:cxn>
                <a:cxn ang="0">
                  <a:pos x="2" y="43"/>
                </a:cxn>
                <a:cxn ang="0">
                  <a:pos x="3" y="45"/>
                </a:cxn>
                <a:cxn ang="0">
                  <a:pos x="5" y="45"/>
                </a:cxn>
                <a:cxn ang="0">
                  <a:pos x="6" y="47"/>
                </a:cxn>
                <a:cxn ang="0">
                  <a:pos x="8" y="43"/>
                </a:cxn>
                <a:cxn ang="0">
                  <a:pos x="9" y="43"/>
                </a:cxn>
                <a:cxn ang="0">
                  <a:pos x="11" y="45"/>
                </a:cxn>
                <a:cxn ang="0">
                  <a:pos x="11" y="43"/>
                </a:cxn>
                <a:cxn ang="0">
                  <a:pos x="11" y="42"/>
                </a:cxn>
                <a:cxn ang="0">
                  <a:pos x="13" y="43"/>
                </a:cxn>
                <a:cxn ang="0">
                  <a:pos x="13" y="40"/>
                </a:cxn>
                <a:cxn ang="0">
                  <a:pos x="19" y="42"/>
                </a:cxn>
                <a:cxn ang="0">
                  <a:pos x="20" y="39"/>
                </a:cxn>
                <a:cxn ang="0">
                  <a:pos x="25" y="39"/>
                </a:cxn>
                <a:cxn ang="0">
                  <a:pos x="28" y="29"/>
                </a:cxn>
                <a:cxn ang="0">
                  <a:pos x="26" y="28"/>
                </a:cxn>
                <a:cxn ang="0">
                  <a:pos x="26" y="20"/>
                </a:cxn>
                <a:cxn ang="0">
                  <a:pos x="22" y="7"/>
                </a:cxn>
                <a:cxn ang="0">
                  <a:pos x="19" y="0"/>
                </a:cxn>
                <a:cxn ang="0">
                  <a:pos x="17" y="3"/>
                </a:cxn>
                <a:cxn ang="0">
                  <a:pos x="8" y="4"/>
                </a:cxn>
                <a:cxn ang="0">
                  <a:pos x="5" y="9"/>
                </a:cxn>
              </a:cxnLst>
              <a:rect l="0" t="0" r="r" b="b"/>
              <a:pathLst>
                <a:path w="28" h="48">
                  <a:moveTo>
                    <a:pt x="5" y="9"/>
                  </a:moveTo>
                  <a:cubicBezTo>
                    <a:pt x="5" y="10"/>
                    <a:pt x="5" y="9"/>
                    <a:pt x="3" y="10"/>
                  </a:cubicBezTo>
                  <a:cubicBezTo>
                    <a:pt x="3" y="12"/>
                    <a:pt x="6" y="14"/>
                    <a:pt x="5" y="15"/>
                  </a:cubicBezTo>
                  <a:cubicBezTo>
                    <a:pt x="3" y="17"/>
                    <a:pt x="8" y="17"/>
                    <a:pt x="6" y="20"/>
                  </a:cubicBezTo>
                  <a:cubicBezTo>
                    <a:pt x="6" y="21"/>
                    <a:pt x="6" y="18"/>
                    <a:pt x="5" y="18"/>
                  </a:cubicBezTo>
                  <a:cubicBezTo>
                    <a:pt x="2" y="18"/>
                    <a:pt x="2" y="18"/>
                    <a:pt x="2" y="18"/>
                  </a:cubicBezTo>
                  <a:cubicBezTo>
                    <a:pt x="3" y="20"/>
                    <a:pt x="2" y="20"/>
                    <a:pt x="2" y="20"/>
                  </a:cubicBezTo>
                  <a:cubicBezTo>
                    <a:pt x="0" y="18"/>
                    <a:pt x="0" y="21"/>
                    <a:pt x="0" y="21"/>
                  </a:cubicBezTo>
                  <a:cubicBezTo>
                    <a:pt x="2" y="23"/>
                    <a:pt x="3" y="20"/>
                    <a:pt x="3" y="23"/>
                  </a:cubicBezTo>
                  <a:cubicBezTo>
                    <a:pt x="3" y="25"/>
                    <a:pt x="3" y="28"/>
                    <a:pt x="3" y="28"/>
                  </a:cubicBezTo>
                  <a:cubicBezTo>
                    <a:pt x="5" y="29"/>
                    <a:pt x="3" y="29"/>
                    <a:pt x="5" y="31"/>
                  </a:cubicBezTo>
                  <a:cubicBezTo>
                    <a:pt x="6" y="32"/>
                    <a:pt x="3" y="31"/>
                    <a:pt x="3" y="34"/>
                  </a:cubicBezTo>
                  <a:cubicBezTo>
                    <a:pt x="2" y="37"/>
                    <a:pt x="0" y="39"/>
                    <a:pt x="2" y="39"/>
                  </a:cubicBezTo>
                  <a:cubicBezTo>
                    <a:pt x="2" y="40"/>
                    <a:pt x="2" y="40"/>
                    <a:pt x="2" y="42"/>
                  </a:cubicBezTo>
                  <a:cubicBezTo>
                    <a:pt x="3" y="43"/>
                    <a:pt x="2" y="42"/>
                    <a:pt x="2" y="43"/>
                  </a:cubicBezTo>
                  <a:cubicBezTo>
                    <a:pt x="2" y="45"/>
                    <a:pt x="3" y="43"/>
                    <a:pt x="3" y="45"/>
                  </a:cubicBezTo>
                  <a:cubicBezTo>
                    <a:pt x="3" y="48"/>
                    <a:pt x="3" y="48"/>
                    <a:pt x="5" y="45"/>
                  </a:cubicBezTo>
                  <a:cubicBezTo>
                    <a:pt x="6" y="42"/>
                    <a:pt x="5" y="47"/>
                    <a:pt x="6" y="47"/>
                  </a:cubicBezTo>
                  <a:cubicBezTo>
                    <a:pt x="6" y="47"/>
                    <a:pt x="6" y="45"/>
                    <a:pt x="8" y="43"/>
                  </a:cubicBezTo>
                  <a:cubicBezTo>
                    <a:pt x="9" y="42"/>
                    <a:pt x="11" y="42"/>
                    <a:pt x="9" y="43"/>
                  </a:cubicBezTo>
                  <a:cubicBezTo>
                    <a:pt x="8" y="45"/>
                    <a:pt x="9" y="47"/>
                    <a:pt x="11" y="45"/>
                  </a:cubicBezTo>
                  <a:cubicBezTo>
                    <a:pt x="11" y="43"/>
                    <a:pt x="11" y="43"/>
                    <a:pt x="11" y="43"/>
                  </a:cubicBezTo>
                  <a:cubicBezTo>
                    <a:pt x="11" y="42"/>
                    <a:pt x="11" y="40"/>
                    <a:pt x="11" y="42"/>
                  </a:cubicBezTo>
                  <a:cubicBezTo>
                    <a:pt x="13" y="43"/>
                    <a:pt x="13" y="43"/>
                    <a:pt x="13" y="43"/>
                  </a:cubicBezTo>
                  <a:cubicBezTo>
                    <a:pt x="14" y="42"/>
                    <a:pt x="11" y="42"/>
                    <a:pt x="13" y="40"/>
                  </a:cubicBezTo>
                  <a:cubicBezTo>
                    <a:pt x="16" y="40"/>
                    <a:pt x="17" y="42"/>
                    <a:pt x="19" y="42"/>
                  </a:cubicBezTo>
                  <a:cubicBezTo>
                    <a:pt x="20" y="40"/>
                    <a:pt x="19" y="40"/>
                    <a:pt x="20" y="39"/>
                  </a:cubicBezTo>
                  <a:cubicBezTo>
                    <a:pt x="22" y="39"/>
                    <a:pt x="23" y="40"/>
                    <a:pt x="25" y="39"/>
                  </a:cubicBezTo>
                  <a:cubicBezTo>
                    <a:pt x="25" y="37"/>
                    <a:pt x="28" y="32"/>
                    <a:pt x="28" y="29"/>
                  </a:cubicBezTo>
                  <a:cubicBezTo>
                    <a:pt x="28" y="26"/>
                    <a:pt x="26" y="31"/>
                    <a:pt x="26" y="28"/>
                  </a:cubicBezTo>
                  <a:cubicBezTo>
                    <a:pt x="26" y="23"/>
                    <a:pt x="28" y="23"/>
                    <a:pt x="26" y="20"/>
                  </a:cubicBezTo>
                  <a:cubicBezTo>
                    <a:pt x="26" y="15"/>
                    <a:pt x="23" y="10"/>
                    <a:pt x="22" y="7"/>
                  </a:cubicBezTo>
                  <a:cubicBezTo>
                    <a:pt x="20" y="4"/>
                    <a:pt x="19" y="1"/>
                    <a:pt x="19" y="0"/>
                  </a:cubicBezTo>
                  <a:cubicBezTo>
                    <a:pt x="16" y="1"/>
                    <a:pt x="19" y="3"/>
                    <a:pt x="17" y="3"/>
                  </a:cubicBezTo>
                  <a:cubicBezTo>
                    <a:pt x="14" y="4"/>
                    <a:pt x="13" y="3"/>
                    <a:pt x="8" y="4"/>
                  </a:cubicBezTo>
                  <a:cubicBezTo>
                    <a:pt x="5" y="6"/>
                    <a:pt x="5" y="7"/>
                    <a:pt x="5" y="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6" name="Freeform 56">
              <a:extLst>
                <a:ext uri="{FF2B5EF4-FFF2-40B4-BE49-F238E27FC236}">
                  <a16:creationId xmlns:a16="http://schemas.microsoft.com/office/drawing/2014/main" id="{B8ED33A2-C6CD-5449-B548-50F929CA3D67}"/>
                </a:ext>
              </a:extLst>
            </p:cNvPr>
            <p:cNvSpPr>
              <a:spLocks/>
            </p:cNvSpPr>
            <p:nvPr/>
          </p:nvSpPr>
          <p:spPr bwMode="auto">
            <a:xfrm>
              <a:off x="4843660" y="3553026"/>
              <a:ext cx="28616" cy="17487"/>
            </a:xfrm>
            <a:custGeom>
              <a:avLst/>
              <a:gdLst/>
              <a:ahLst/>
              <a:cxnLst>
                <a:cxn ang="0">
                  <a:pos x="1" y="4"/>
                </a:cxn>
                <a:cxn ang="0">
                  <a:pos x="8" y="1"/>
                </a:cxn>
                <a:cxn ang="0">
                  <a:pos x="1" y="4"/>
                </a:cxn>
              </a:cxnLst>
              <a:rect l="0" t="0" r="r" b="b"/>
              <a:pathLst>
                <a:path w="9" h="6">
                  <a:moveTo>
                    <a:pt x="1" y="4"/>
                  </a:moveTo>
                  <a:cubicBezTo>
                    <a:pt x="0" y="1"/>
                    <a:pt x="8" y="0"/>
                    <a:pt x="8" y="1"/>
                  </a:cubicBezTo>
                  <a:cubicBezTo>
                    <a:pt x="9" y="3"/>
                    <a:pt x="3" y="6"/>
                    <a:pt x="1" y="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7" name="Freeform 57">
              <a:extLst>
                <a:ext uri="{FF2B5EF4-FFF2-40B4-BE49-F238E27FC236}">
                  <a16:creationId xmlns:a16="http://schemas.microsoft.com/office/drawing/2014/main" id="{4DD31D9F-59B8-18A1-5C3B-2119C1CCE6C0}"/>
                </a:ext>
              </a:extLst>
            </p:cNvPr>
            <p:cNvSpPr>
              <a:spLocks/>
            </p:cNvSpPr>
            <p:nvPr/>
          </p:nvSpPr>
          <p:spPr bwMode="auto">
            <a:xfrm>
              <a:off x="4924739" y="3514872"/>
              <a:ext cx="9539" cy="22256"/>
            </a:xfrm>
            <a:custGeom>
              <a:avLst/>
              <a:gdLst/>
              <a:ahLst/>
              <a:cxnLst>
                <a:cxn ang="0">
                  <a:pos x="0" y="7"/>
                </a:cxn>
                <a:cxn ang="0">
                  <a:pos x="0" y="3"/>
                </a:cxn>
                <a:cxn ang="0">
                  <a:pos x="1" y="0"/>
                </a:cxn>
                <a:cxn ang="0">
                  <a:pos x="1" y="3"/>
                </a:cxn>
                <a:cxn ang="0">
                  <a:pos x="0" y="7"/>
                </a:cxn>
              </a:cxnLst>
              <a:rect l="0" t="0" r="r" b="b"/>
              <a:pathLst>
                <a:path w="3" h="7">
                  <a:moveTo>
                    <a:pt x="0" y="7"/>
                  </a:moveTo>
                  <a:cubicBezTo>
                    <a:pt x="0" y="7"/>
                    <a:pt x="0" y="5"/>
                    <a:pt x="0" y="3"/>
                  </a:cubicBezTo>
                  <a:cubicBezTo>
                    <a:pt x="1" y="2"/>
                    <a:pt x="0" y="0"/>
                    <a:pt x="1" y="0"/>
                  </a:cubicBezTo>
                  <a:cubicBezTo>
                    <a:pt x="3" y="0"/>
                    <a:pt x="3" y="2"/>
                    <a:pt x="1" y="3"/>
                  </a:cubicBezTo>
                  <a:cubicBezTo>
                    <a:pt x="0" y="5"/>
                    <a:pt x="1" y="7"/>
                    <a:pt x="0" y="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8" name="Freeform 58">
              <a:extLst>
                <a:ext uri="{FF2B5EF4-FFF2-40B4-BE49-F238E27FC236}">
                  <a16:creationId xmlns:a16="http://schemas.microsoft.com/office/drawing/2014/main" id="{15D91662-DE5B-1549-EA6A-821772AFFC99}"/>
                </a:ext>
              </a:extLst>
            </p:cNvPr>
            <p:cNvSpPr>
              <a:spLocks/>
            </p:cNvSpPr>
            <p:nvPr/>
          </p:nvSpPr>
          <p:spPr bwMode="auto">
            <a:xfrm>
              <a:off x="4843660" y="3521231"/>
              <a:ext cx="12718" cy="6359"/>
            </a:xfrm>
            <a:custGeom>
              <a:avLst/>
              <a:gdLst/>
              <a:ahLst/>
              <a:cxnLst>
                <a:cxn ang="0">
                  <a:pos x="1" y="2"/>
                </a:cxn>
                <a:cxn ang="0">
                  <a:pos x="3" y="0"/>
                </a:cxn>
                <a:cxn ang="0">
                  <a:pos x="1" y="2"/>
                </a:cxn>
              </a:cxnLst>
              <a:rect l="0" t="0" r="r" b="b"/>
              <a:pathLst>
                <a:path w="4" h="2">
                  <a:moveTo>
                    <a:pt x="1" y="2"/>
                  </a:moveTo>
                  <a:cubicBezTo>
                    <a:pt x="0" y="2"/>
                    <a:pt x="3" y="0"/>
                    <a:pt x="3" y="0"/>
                  </a:cubicBezTo>
                  <a:cubicBezTo>
                    <a:pt x="4" y="2"/>
                    <a:pt x="1" y="2"/>
                    <a:pt x="1"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29" name="Freeform 59">
              <a:extLst>
                <a:ext uri="{FF2B5EF4-FFF2-40B4-BE49-F238E27FC236}">
                  <a16:creationId xmlns:a16="http://schemas.microsoft.com/office/drawing/2014/main" id="{D97472F2-13D1-45EE-2111-3C29F813268C}"/>
                </a:ext>
              </a:extLst>
            </p:cNvPr>
            <p:cNvSpPr>
              <a:spLocks/>
            </p:cNvSpPr>
            <p:nvPr/>
          </p:nvSpPr>
          <p:spPr bwMode="auto">
            <a:xfrm>
              <a:off x="4843660" y="3506923"/>
              <a:ext cx="3179" cy="7949"/>
            </a:xfrm>
            <a:custGeom>
              <a:avLst/>
              <a:gdLst/>
              <a:ahLst/>
              <a:cxnLst>
                <a:cxn ang="0">
                  <a:pos x="1" y="3"/>
                </a:cxn>
                <a:cxn ang="0">
                  <a:pos x="1" y="0"/>
                </a:cxn>
                <a:cxn ang="0">
                  <a:pos x="1" y="2"/>
                </a:cxn>
                <a:cxn ang="0">
                  <a:pos x="1" y="3"/>
                </a:cxn>
              </a:cxnLst>
              <a:rect l="0" t="0" r="r" b="b"/>
              <a:pathLst>
                <a:path w="1" h="3">
                  <a:moveTo>
                    <a:pt x="1" y="3"/>
                  </a:moveTo>
                  <a:cubicBezTo>
                    <a:pt x="1" y="2"/>
                    <a:pt x="0" y="2"/>
                    <a:pt x="1" y="0"/>
                  </a:cubicBezTo>
                  <a:cubicBezTo>
                    <a:pt x="1" y="2"/>
                    <a:pt x="1" y="2"/>
                    <a:pt x="1" y="2"/>
                  </a:cubicBezTo>
                  <a:cubicBezTo>
                    <a:pt x="1" y="3"/>
                    <a:pt x="1" y="3"/>
                    <a:pt x="1"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0" name="Freeform 60">
              <a:extLst>
                <a:ext uri="{FF2B5EF4-FFF2-40B4-BE49-F238E27FC236}">
                  <a16:creationId xmlns:a16="http://schemas.microsoft.com/office/drawing/2014/main" id="{50495332-A409-6950-13BB-786C7A1B00F6}"/>
                </a:ext>
              </a:extLst>
            </p:cNvPr>
            <p:cNvSpPr>
              <a:spLocks/>
            </p:cNvSpPr>
            <p:nvPr/>
          </p:nvSpPr>
          <p:spPr bwMode="auto">
            <a:xfrm>
              <a:off x="4853199" y="3454461"/>
              <a:ext cx="3179" cy="6359"/>
            </a:xfrm>
            <a:custGeom>
              <a:avLst/>
              <a:gdLst/>
              <a:ahLst/>
              <a:cxnLst>
                <a:cxn ang="0">
                  <a:pos x="0" y="2"/>
                </a:cxn>
                <a:cxn ang="0">
                  <a:pos x="0" y="0"/>
                </a:cxn>
                <a:cxn ang="0">
                  <a:pos x="0" y="2"/>
                </a:cxn>
              </a:cxnLst>
              <a:rect l="0" t="0" r="r" b="b"/>
              <a:pathLst>
                <a:path w="1" h="2">
                  <a:moveTo>
                    <a:pt x="0" y="2"/>
                  </a:moveTo>
                  <a:cubicBezTo>
                    <a:pt x="0" y="0"/>
                    <a:pt x="0" y="0"/>
                    <a:pt x="0" y="0"/>
                  </a:cubicBezTo>
                  <a:cubicBezTo>
                    <a:pt x="1" y="0"/>
                    <a:pt x="1"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1" name="Freeform 61">
              <a:extLst>
                <a:ext uri="{FF2B5EF4-FFF2-40B4-BE49-F238E27FC236}">
                  <a16:creationId xmlns:a16="http://schemas.microsoft.com/office/drawing/2014/main" id="{CA12842A-3D91-4D5F-1808-8E090DAA9FBE}"/>
                </a:ext>
              </a:extLst>
            </p:cNvPr>
            <p:cNvSpPr>
              <a:spLocks/>
            </p:cNvSpPr>
            <p:nvPr/>
          </p:nvSpPr>
          <p:spPr bwMode="auto">
            <a:xfrm>
              <a:off x="4905662" y="3506923"/>
              <a:ext cx="9539" cy="7949"/>
            </a:xfrm>
            <a:custGeom>
              <a:avLst/>
              <a:gdLst/>
              <a:ahLst/>
              <a:cxnLst>
                <a:cxn ang="0">
                  <a:pos x="1" y="3"/>
                </a:cxn>
                <a:cxn ang="0">
                  <a:pos x="1" y="0"/>
                </a:cxn>
                <a:cxn ang="0">
                  <a:pos x="1" y="3"/>
                </a:cxn>
              </a:cxnLst>
              <a:rect l="0" t="0" r="r" b="b"/>
              <a:pathLst>
                <a:path w="3" h="3">
                  <a:moveTo>
                    <a:pt x="1" y="3"/>
                  </a:moveTo>
                  <a:cubicBezTo>
                    <a:pt x="0" y="3"/>
                    <a:pt x="0" y="0"/>
                    <a:pt x="1" y="0"/>
                  </a:cubicBezTo>
                  <a:cubicBezTo>
                    <a:pt x="3" y="0"/>
                    <a:pt x="3" y="2"/>
                    <a:pt x="1"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2" name="Freeform 62">
              <a:extLst>
                <a:ext uri="{FF2B5EF4-FFF2-40B4-BE49-F238E27FC236}">
                  <a16:creationId xmlns:a16="http://schemas.microsoft.com/office/drawing/2014/main" id="{8BB11716-4815-46CD-A774-399C8F80F488}"/>
                </a:ext>
              </a:extLst>
            </p:cNvPr>
            <p:cNvSpPr>
              <a:spLocks/>
            </p:cNvSpPr>
            <p:nvPr/>
          </p:nvSpPr>
          <p:spPr bwMode="auto">
            <a:xfrm>
              <a:off x="4889764" y="3506923"/>
              <a:ext cx="6359" cy="7949"/>
            </a:xfrm>
            <a:custGeom>
              <a:avLst/>
              <a:gdLst/>
              <a:ahLst/>
              <a:cxnLst>
                <a:cxn ang="0">
                  <a:pos x="2" y="3"/>
                </a:cxn>
                <a:cxn ang="0">
                  <a:pos x="0" y="0"/>
                </a:cxn>
                <a:cxn ang="0">
                  <a:pos x="2" y="2"/>
                </a:cxn>
                <a:cxn ang="0">
                  <a:pos x="2" y="3"/>
                </a:cxn>
              </a:cxnLst>
              <a:rect l="0" t="0" r="r" b="b"/>
              <a:pathLst>
                <a:path w="2" h="3">
                  <a:moveTo>
                    <a:pt x="2" y="3"/>
                  </a:moveTo>
                  <a:cubicBezTo>
                    <a:pt x="0" y="2"/>
                    <a:pt x="0" y="2"/>
                    <a:pt x="0" y="0"/>
                  </a:cubicBezTo>
                  <a:cubicBezTo>
                    <a:pt x="0" y="0"/>
                    <a:pt x="2" y="0"/>
                    <a:pt x="2" y="2"/>
                  </a:cubicBezTo>
                  <a:cubicBezTo>
                    <a:pt x="2" y="3"/>
                    <a:pt x="2" y="3"/>
                    <a:pt x="2"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3" name="Freeform 63">
              <a:extLst>
                <a:ext uri="{FF2B5EF4-FFF2-40B4-BE49-F238E27FC236}">
                  <a16:creationId xmlns:a16="http://schemas.microsoft.com/office/drawing/2014/main" id="{B1B66F64-C396-5B08-A29E-57B54883895E}"/>
                </a:ext>
              </a:extLst>
            </p:cNvPr>
            <p:cNvSpPr>
              <a:spLocks/>
            </p:cNvSpPr>
            <p:nvPr/>
          </p:nvSpPr>
          <p:spPr bwMode="auto">
            <a:xfrm>
              <a:off x="4856379" y="3530769"/>
              <a:ext cx="6359" cy="6359"/>
            </a:xfrm>
            <a:custGeom>
              <a:avLst/>
              <a:gdLst/>
              <a:ahLst/>
              <a:cxnLst>
                <a:cxn ang="0">
                  <a:pos x="2" y="2"/>
                </a:cxn>
                <a:cxn ang="0">
                  <a:pos x="0" y="0"/>
                </a:cxn>
                <a:cxn ang="0">
                  <a:pos x="2" y="2"/>
                </a:cxn>
              </a:cxnLst>
              <a:rect l="0" t="0" r="r" b="b"/>
              <a:pathLst>
                <a:path w="2" h="2">
                  <a:moveTo>
                    <a:pt x="2" y="2"/>
                  </a:moveTo>
                  <a:cubicBezTo>
                    <a:pt x="0" y="2"/>
                    <a:pt x="0" y="2"/>
                    <a:pt x="0" y="0"/>
                  </a:cubicBezTo>
                  <a:cubicBezTo>
                    <a:pt x="2" y="0"/>
                    <a:pt x="2" y="2"/>
                    <a:pt x="2"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4" name="Freeform 64">
              <a:extLst>
                <a:ext uri="{FF2B5EF4-FFF2-40B4-BE49-F238E27FC236}">
                  <a16:creationId xmlns:a16="http://schemas.microsoft.com/office/drawing/2014/main" id="{CF638FB9-48DF-6889-FD19-19C1D6622ADF}"/>
                </a:ext>
              </a:extLst>
            </p:cNvPr>
            <p:cNvSpPr>
              <a:spLocks/>
            </p:cNvSpPr>
            <p:nvPr/>
          </p:nvSpPr>
          <p:spPr bwMode="auto">
            <a:xfrm>
              <a:off x="4853199" y="3411539"/>
              <a:ext cx="3179" cy="11128"/>
            </a:xfrm>
            <a:custGeom>
              <a:avLst/>
              <a:gdLst/>
              <a:ahLst/>
              <a:cxnLst>
                <a:cxn ang="0">
                  <a:pos x="1" y="4"/>
                </a:cxn>
                <a:cxn ang="0">
                  <a:pos x="0" y="0"/>
                </a:cxn>
                <a:cxn ang="0">
                  <a:pos x="1" y="4"/>
                </a:cxn>
              </a:cxnLst>
              <a:rect l="0" t="0" r="r" b="b"/>
              <a:pathLst>
                <a:path w="1" h="4">
                  <a:moveTo>
                    <a:pt x="1" y="4"/>
                  </a:moveTo>
                  <a:cubicBezTo>
                    <a:pt x="0" y="4"/>
                    <a:pt x="0" y="0"/>
                    <a:pt x="0" y="0"/>
                  </a:cubicBezTo>
                  <a:cubicBezTo>
                    <a:pt x="1" y="0"/>
                    <a:pt x="1" y="4"/>
                    <a:pt x="1" y="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5" name="Freeform 65">
              <a:extLst>
                <a:ext uri="{FF2B5EF4-FFF2-40B4-BE49-F238E27FC236}">
                  <a16:creationId xmlns:a16="http://schemas.microsoft.com/office/drawing/2014/main" id="{8392CD30-0EC4-581A-D6CB-37AA448F04F6}"/>
                </a:ext>
              </a:extLst>
            </p:cNvPr>
            <p:cNvSpPr>
              <a:spLocks/>
            </p:cNvSpPr>
            <p:nvPr/>
          </p:nvSpPr>
          <p:spPr bwMode="auto">
            <a:xfrm>
              <a:off x="4416012" y="3980666"/>
              <a:ext cx="60411" cy="65180"/>
            </a:xfrm>
            <a:custGeom>
              <a:avLst/>
              <a:gdLst/>
              <a:ahLst/>
              <a:cxnLst>
                <a:cxn ang="0">
                  <a:pos x="3" y="6"/>
                </a:cxn>
                <a:cxn ang="0">
                  <a:pos x="6" y="3"/>
                </a:cxn>
                <a:cxn ang="0">
                  <a:pos x="9" y="2"/>
                </a:cxn>
                <a:cxn ang="0">
                  <a:pos x="12" y="2"/>
                </a:cxn>
                <a:cxn ang="0">
                  <a:pos x="17" y="2"/>
                </a:cxn>
                <a:cxn ang="0">
                  <a:pos x="18" y="2"/>
                </a:cxn>
                <a:cxn ang="0">
                  <a:pos x="20" y="6"/>
                </a:cxn>
                <a:cxn ang="0">
                  <a:pos x="17" y="13"/>
                </a:cxn>
                <a:cxn ang="0">
                  <a:pos x="12" y="17"/>
                </a:cxn>
                <a:cxn ang="0">
                  <a:pos x="9" y="19"/>
                </a:cxn>
                <a:cxn ang="0">
                  <a:pos x="8" y="19"/>
                </a:cxn>
                <a:cxn ang="0">
                  <a:pos x="3" y="17"/>
                </a:cxn>
                <a:cxn ang="0">
                  <a:pos x="2" y="13"/>
                </a:cxn>
                <a:cxn ang="0">
                  <a:pos x="3" y="6"/>
                </a:cxn>
              </a:cxnLst>
              <a:rect l="0" t="0" r="r" b="b"/>
              <a:pathLst>
                <a:path w="20" h="21">
                  <a:moveTo>
                    <a:pt x="3" y="6"/>
                  </a:moveTo>
                  <a:cubicBezTo>
                    <a:pt x="6" y="3"/>
                    <a:pt x="5" y="5"/>
                    <a:pt x="6" y="3"/>
                  </a:cubicBezTo>
                  <a:cubicBezTo>
                    <a:pt x="8" y="2"/>
                    <a:pt x="8" y="5"/>
                    <a:pt x="9" y="2"/>
                  </a:cubicBezTo>
                  <a:cubicBezTo>
                    <a:pt x="9" y="0"/>
                    <a:pt x="11" y="3"/>
                    <a:pt x="12" y="2"/>
                  </a:cubicBezTo>
                  <a:cubicBezTo>
                    <a:pt x="14" y="0"/>
                    <a:pt x="15" y="2"/>
                    <a:pt x="17" y="2"/>
                  </a:cubicBezTo>
                  <a:cubicBezTo>
                    <a:pt x="17" y="0"/>
                    <a:pt x="18" y="2"/>
                    <a:pt x="18" y="2"/>
                  </a:cubicBezTo>
                  <a:cubicBezTo>
                    <a:pt x="20" y="2"/>
                    <a:pt x="20" y="5"/>
                    <a:pt x="20" y="6"/>
                  </a:cubicBezTo>
                  <a:cubicBezTo>
                    <a:pt x="18" y="6"/>
                    <a:pt x="17" y="10"/>
                    <a:pt x="17" y="13"/>
                  </a:cubicBezTo>
                  <a:cubicBezTo>
                    <a:pt x="17" y="16"/>
                    <a:pt x="14" y="14"/>
                    <a:pt x="12" y="17"/>
                  </a:cubicBezTo>
                  <a:cubicBezTo>
                    <a:pt x="12" y="19"/>
                    <a:pt x="11" y="17"/>
                    <a:pt x="9" y="19"/>
                  </a:cubicBezTo>
                  <a:cubicBezTo>
                    <a:pt x="9" y="21"/>
                    <a:pt x="8" y="21"/>
                    <a:pt x="8" y="19"/>
                  </a:cubicBezTo>
                  <a:cubicBezTo>
                    <a:pt x="6" y="19"/>
                    <a:pt x="6" y="21"/>
                    <a:pt x="3" y="17"/>
                  </a:cubicBezTo>
                  <a:cubicBezTo>
                    <a:pt x="0" y="16"/>
                    <a:pt x="2" y="16"/>
                    <a:pt x="2" y="13"/>
                  </a:cubicBezTo>
                  <a:cubicBezTo>
                    <a:pt x="0" y="8"/>
                    <a:pt x="3" y="8"/>
                    <a:pt x="3"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6" name="Freeform 66">
              <a:extLst>
                <a:ext uri="{FF2B5EF4-FFF2-40B4-BE49-F238E27FC236}">
                  <a16:creationId xmlns:a16="http://schemas.microsoft.com/office/drawing/2014/main" id="{FCA24631-1F4B-06DD-6156-BAA5D0C180A4}"/>
                </a:ext>
              </a:extLst>
            </p:cNvPr>
            <p:cNvSpPr>
              <a:spLocks/>
            </p:cNvSpPr>
            <p:nvPr/>
          </p:nvSpPr>
          <p:spPr bwMode="auto">
            <a:xfrm>
              <a:off x="3711743" y="4298615"/>
              <a:ext cx="55642" cy="123999"/>
            </a:xfrm>
            <a:custGeom>
              <a:avLst/>
              <a:gdLst/>
              <a:ahLst/>
              <a:cxnLst>
                <a:cxn ang="0">
                  <a:pos x="4" y="37"/>
                </a:cxn>
                <a:cxn ang="0">
                  <a:pos x="0" y="18"/>
                </a:cxn>
                <a:cxn ang="0">
                  <a:pos x="1" y="15"/>
                </a:cxn>
                <a:cxn ang="0">
                  <a:pos x="1" y="9"/>
                </a:cxn>
                <a:cxn ang="0">
                  <a:pos x="3" y="4"/>
                </a:cxn>
                <a:cxn ang="0">
                  <a:pos x="1" y="0"/>
                </a:cxn>
                <a:cxn ang="0">
                  <a:pos x="7" y="1"/>
                </a:cxn>
                <a:cxn ang="0">
                  <a:pos x="11" y="9"/>
                </a:cxn>
                <a:cxn ang="0">
                  <a:pos x="15" y="18"/>
                </a:cxn>
                <a:cxn ang="0">
                  <a:pos x="17" y="21"/>
                </a:cxn>
                <a:cxn ang="0">
                  <a:pos x="13" y="34"/>
                </a:cxn>
                <a:cxn ang="0">
                  <a:pos x="4" y="37"/>
                </a:cxn>
              </a:cxnLst>
              <a:rect l="0" t="0" r="r" b="b"/>
              <a:pathLst>
                <a:path w="18" h="40">
                  <a:moveTo>
                    <a:pt x="4" y="37"/>
                  </a:moveTo>
                  <a:cubicBezTo>
                    <a:pt x="0" y="32"/>
                    <a:pt x="1" y="23"/>
                    <a:pt x="0" y="18"/>
                  </a:cubicBezTo>
                  <a:cubicBezTo>
                    <a:pt x="0" y="14"/>
                    <a:pt x="1" y="14"/>
                    <a:pt x="1" y="15"/>
                  </a:cubicBezTo>
                  <a:cubicBezTo>
                    <a:pt x="1" y="17"/>
                    <a:pt x="1" y="12"/>
                    <a:pt x="1" y="9"/>
                  </a:cubicBezTo>
                  <a:cubicBezTo>
                    <a:pt x="1" y="8"/>
                    <a:pt x="3" y="8"/>
                    <a:pt x="3" y="4"/>
                  </a:cubicBezTo>
                  <a:cubicBezTo>
                    <a:pt x="3" y="1"/>
                    <a:pt x="1" y="1"/>
                    <a:pt x="1" y="0"/>
                  </a:cubicBezTo>
                  <a:cubicBezTo>
                    <a:pt x="1" y="0"/>
                    <a:pt x="4" y="0"/>
                    <a:pt x="7" y="1"/>
                  </a:cubicBezTo>
                  <a:cubicBezTo>
                    <a:pt x="9" y="4"/>
                    <a:pt x="9" y="6"/>
                    <a:pt x="11" y="9"/>
                  </a:cubicBezTo>
                  <a:cubicBezTo>
                    <a:pt x="13" y="11"/>
                    <a:pt x="13" y="17"/>
                    <a:pt x="15" y="18"/>
                  </a:cubicBezTo>
                  <a:cubicBezTo>
                    <a:pt x="17" y="20"/>
                    <a:pt x="15" y="20"/>
                    <a:pt x="17" y="21"/>
                  </a:cubicBezTo>
                  <a:cubicBezTo>
                    <a:pt x="18" y="25"/>
                    <a:pt x="18" y="32"/>
                    <a:pt x="13" y="34"/>
                  </a:cubicBezTo>
                  <a:cubicBezTo>
                    <a:pt x="11" y="37"/>
                    <a:pt x="7" y="40"/>
                    <a:pt x="4" y="3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7" name="Freeform 67">
              <a:extLst>
                <a:ext uri="{FF2B5EF4-FFF2-40B4-BE49-F238E27FC236}">
                  <a16:creationId xmlns:a16="http://schemas.microsoft.com/office/drawing/2014/main" id="{9D2CAD69-B7C4-D122-3494-6D70C58AB7FD}"/>
                </a:ext>
              </a:extLst>
            </p:cNvPr>
            <p:cNvSpPr>
              <a:spLocks/>
            </p:cNvSpPr>
            <p:nvPr/>
          </p:nvSpPr>
          <p:spPr bwMode="auto">
            <a:xfrm>
              <a:off x="4016979" y="3710410"/>
              <a:ext cx="222568" cy="588205"/>
            </a:xfrm>
            <a:custGeom>
              <a:avLst/>
              <a:gdLst/>
              <a:ahLst/>
              <a:cxnLst>
                <a:cxn ang="0">
                  <a:pos x="7" y="68"/>
                </a:cxn>
                <a:cxn ang="0">
                  <a:pos x="9" y="52"/>
                </a:cxn>
                <a:cxn ang="0">
                  <a:pos x="16" y="46"/>
                </a:cxn>
                <a:cxn ang="0">
                  <a:pos x="24" y="29"/>
                </a:cxn>
                <a:cxn ang="0">
                  <a:pos x="27" y="20"/>
                </a:cxn>
                <a:cxn ang="0">
                  <a:pos x="38" y="14"/>
                </a:cxn>
                <a:cxn ang="0">
                  <a:pos x="46" y="4"/>
                </a:cxn>
                <a:cxn ang="0">
                  <a:pos x="52" y="15"/>
                </a:cxn>
                <a:cxn ang="0">
                  <a:pos x="52" y="31"/>
                </a:cxn>
                <a:cxn ang="0">
                  <a:pos x="46" y="35"/>
                </a:cxn>
                <a:cxn ang="0">
                  <a:pos x="44" y="48"/>
                </a:cxn>
                <a:cxn ang="0">
                  <a:pos x="52" y="48"/>
                </a:cxn>
                <a:cxn ang="0">
                  <a:pos x="56" y="59"/>
                </a:cxn>
                <a:cxn ang="0">
                  <a:pos x="56" y="66"/>
                </a:cxn>
                <a:cxn ang="0">
                  <a:pos x="62" y="73"/>
                </a:cxn>
                <a:cxn ang="0">
                  <a:pos x="68" y="73"/>
                </a:cxn>
                <a:cxn ang="0">
                  <a:pos x="67" y="79"/>
                </a:cxn>
                <a:cxn ang="0">
                  <a:pos x="59" y="87"/>
                </a:cxn>
                <a:cxn ang="0">
                  <a:pos x="55" y="90"/>
                </a:cxn>
                <a:cxn ang="0">
                  <a:pos x="47" y="93"/>
                </a:cxn>
                <a:cxn ang="0">
                  <a:pos x="44" y="102"/>
                </a:cxn>
                <a:cxn ang="0">
                  <a:pos x="44" y="108"/>
                </a:cxn>
                <a:cxn ang="0">
                  <a:pos x="50" y="121"/>
                </a:cxn>
                <a:cxn ang="0">
                  <a:pos x="52" y="129"/>
                </a:cxn>
                <a:cxn ang="0">
                  <a:pos x="49" y="136"/>
                </a:cxn>
                <a:cxn ang="0">
                  <a:pos x="55" y="158"/>
                </a:cxn>
                <a:cxn ang="0">
                  <a:pos x="59" y="169"/>
                </a:cxn>
                <a:cxn ang="0">
                  <a:pos x="55" y="180"/>
                </a:cxn>
                <a:cxn ang="0">
                  <a:pos x="50" y="188"/>
                </a:cxn>
                <a:cxn ang="0">
                  <a:pos x="52" y="172"/>
                </a:cxn>
                <a:cxn ang="0">
                  <a:pos x="52" y="161"/>
                </a:cxn>
                <a:cxn ang="0">
                  <a:pos x="47" y="149"/>
                </a:cxn>
                <a:cxn ang="0">
                  <a:pos x="42" y="127"/>
                </a:cxn>
                <a:cxn ang="0">
                  <a:pos x="41" y="122"/>
                </a:cxn>
                <a:cxn ang="0">
                  <a:pos x="38" y="115"/>
                </a:cxn>
                <a:cxn ang="0">
                  <a:pos x="24" y="132"/>
                </a:cxn>
                <a:cxn ang="0">
                  <a:pos x="20" y="127"/>
                </a:cxn>
                <a:cxn ang="0">
                  <a:pos x="20" y="116"/>
                </a:cxn>
                <a:cxn ang="0">
                  <a:pos x="13" y="101"/>
                </a:cxn>
                <a:cxn ang="0">
                  <a:pos x="13" y="96"/>
                </a:cxn>
                <a:cxn ang="0">
                  <a:pos x="7" y="90"/>
                </a:cxn>
                <a:cxn ang="0">
                  <a:pos x="0" y="79"/>
                </a:cxn>
              </a:cxnLst>
              <a:rect l="0" t="0" r="r" b="b"/>
              <a:pathLst>
                <a:path w="72" h="191">
                  <a:moveTo>
                    <a:pt x="3" y="69"/>
                  </a:moveTo>
                  <a:cubicBezTo>
                    <a:pt x="6" y="65"/>
                    <a:pt x="4" y="73"/>
                    <a:pt x="7" y="68"/>
                  </a:cubicBezTo>
                  <a:cubicBezTo>
                    <a:pt x="9" y="63"/>
                    <a:pt x="7" y="65"/>
                    <a:pt x="7" y="62"/>
                  </a:cubicBezTo>
                  <a:cubicBezTo>
                    <a:pt x="7" y="54"/>
                    <a:pt x="10" y="65"/>
                    <a:pt x="9" y="52"/>
                  </a:cubicBezTo>
                  <a:cubicBezTo>
                    <a:pt x="9" y="45"/>
                    <a:pt x="9" y="48"/>
                    <a:pt x="12" y="49"/>
                  </a:cubicBezTo>
                  <a:cubicBezTo>
                    <a:pt x="15" y="49"/>
                    <a:pt x="15" y="54"/>
                    <a:pt x="16" y="46"/>
                  </a:cubicBezTo>
                  <a:cubicBezTo>
                    <a:pt x="18" y="40"/>
                    <a:pt x="23" y="40"/>
                    <a:pt x="20" y="37"/>
                  </a:cubicBezTo>
                  <a:cubicBezTo>
                    <a:pt x="18" y="35"/>
                    <a:pt x="21" y="35"/>
                    <a:pt x="24" y="29"/>
                  </a:cubicBezTo>
                  <a:cubicBezTo>
                    <a:pt x="26" y="24"/>
                    <a:pt x="23" y="26"/>
                    <a:pt x="24" y="23"/>
                  </a:cubicBezTo>
                  <a:cubicBezTo>
                    <a:pt x="24" y="20"/>
                    <a:pt x="24" y="23"/>
                    <a:pt x="27" y="20"/>
                  </a:cubicBezTo>
                  <a:cubicBezTo>
                    <a:pt x="30" y="17"/>
                    <a:pt x="35" y="12"/>
                    <a:pt x="38" y="15"/>
                  </a:cubicBezTo>
                  <a:cubicBezTo>
                    <a:pt x="39" y="18"/>
                    <a:pt x="41" y="18"/>
                    <a:pt x="38" y="14"/>
                  </a:cubicBezTo>
                  <a:cubicBezTo>
                    <a:pt x="36" y="11"/>
                    <a:pt x="42" y="11"/>
                    <a:pt x="41" y="6"/>
                  </a:cubicBezTo>
                  <a:cubicBezTo>
                    <a:pt x="42" y="4"/>
                    <a:pt x="41" y="0"/>
                    <a:pt x="46" y="4"/>
                  </a:cubicBezTo>
                  <a:cubicBezTo>
                    <a:pt x="50" y="7"/>
                    <a:pt x="47" y="14"/>
                    <a:pt x="50" y="12"/>
                  </a:cubicBezTo>
                  <a:cubicBezTo>
                    <a:pt x="52" y="11"/>
                    <a:pt x="53" y="14"/>
                    <a:pt x="52" y="15"/>
                  </a:cubicBezTo>
                  <a:cubicBezTo>
                    <a:pt x="50" y="17"/>
                    <a:pt x="53" y="18"/>
                    <a:pt x="52" y="23"/>
                  </a:cubicBezTo>
                  <a:cubicBezTo>
                    <a:pt x="50" y="28"/>
                    <a:pt x="53" y="31"/>
                    <a:pt x="52" y="31"/>
                  </a:cubicBezTo>
                  <a:cubicBezTo>
                    <a:pt x="49" y="31"/>
                    <a:pt x="50" y="34"/>
                    <a:pt x="49" y="32"/>
                  </a:cubicBezTo>
                  <a:cubicBezTo>
                    <a:pt x="47" y="32"/>
                    <a:pt x="49" y="35"/>
                    <a:pt x="46" y="35"/>
                  </a:cubicBezTo>
                  <a:cubicBezTo>
                    <a:pt x="42" y="37"/>
                    <a:pt x="46" y="40"/>
                    <a:pt x="44" y="41"/>
                  </a:cubicBezTo>
                  <a:cubicBezTo>
                    <a:pt x="39" y="43"/>
                    <a:pt x="46" y="46"/>
                    <a:pt x="44" y="48"/>
                  </a:cubicBezTo>
                  <a:cubicBezTo>
                    <a:pt x="42" y="49"/>
                    <a:pt x="42" y="51"/>
                    <a:pt x="46" y="49"/>
                  </a:cubicBezTo>
                  <a:cubicBezTo>
                    <a:pt x="49" y="46"/>
                    <a:pt x="50" y="49"/>
                    <a:pt x="52" y="48"/>
                  </a:cubicBezTo>
                  <a:cubicBezTo>
                    <a:pt x="55" y="46"/>
                    <a:pt x="50" y="49"/>
                    <a:pt x="52" y="52"/>
                  </a:cubicBezTo>
                  <a:cubicBezTo>
                    <a:pt x="53" y="56"/>
                    <a:pt x="52" y="59"/>
                    <a:pt x="56" y="59"/>
                  </a:cubicBezTo>
                  <a:cubicBezTo>
                    <a:pt x="61" y="59"/>
                    <a:pt x="58" y="59"/>
                    <a:pt x="56" y="60"/>
                  </a:cubicBezTo>
                  <a:cubicBezTo>
                    <a:pt x="56" y="63"/>
                    <a:pt x="58" y="62"/>
                    <a:pt x="56" y="66"/>
                  </a:cubicBezTo>
                  <a:cubicBezTo>
                    <a:pt x="55" y="69"/>
                    <a:pt x="59" y="68"/>
                    <a:pt x="61" y="68"/>
                  </a:cubicBezTo>
                  <a:cubicBezTo>
                    <a:pt x="62" y="69"/>
                    <a:pt x="61" y="71"/>
                    <a:pt x="62" y="73"/>
                  </a:cubicBezTo>
                  <a:cubicBezTo>
                    <a:pt x="64" y="73"/>
                    <a:pt x="62" y="76"/>
                    <a:pt x="64" y="74"/>
                  </a:cubicBezTo>
                  <a:cubicBezTo>
                    <a:pt x="65" y="74"/>
                    <a:pt x="65" y="77"/>
                    <a:pt x="68" y="73"/>
                  </a:cubicBezTo>
                  <a:cubicBezTo>
                    <a:pt x="72" y="69"/>
                    <a:pt x="72" y="73"/>
                    <a:pt x="72" y="74"/>
                  </a:cubicBezTo>
                  <a:cubicBezTo>
                    <a:pt x="70" y="76"/>
                    <a:pt x="67" y="74"/>
                    <a:pt x="67" y="79"/>
                  </a:cubicBezTo>
                  <a:cubicBezTo>
                    <a:pt x="65" y="84"/>
                    <a:pt x="64" y="79"/>
                    <a:pt x="64" y="85"/>
                  </a:cubicBezTo>
                  <a:cubicBezTo>
                    <a:pt x="61" y="85"/>
                    <a:pt x="62" y="87"/>
                    <a:pt x="59" y="87"/>
                  </a:cubicBezTo>
                  <a:cubicBezTo>
                    <a:pt x="56" y="85"/>
                    <a:pt x="59" y="88"/>
                    <a:pt x="58" y="88"/>
                  </a:cubicBezTo>
                  <a:cubicBezTo>
                    <a:pt x="56" y="90"/>
                    <a:pt x="56" y="87"/>
                    <a:pt x="55" y="90"/>
                  </a:cubicBezTo>
                  <a:cubicBezTo>
                    <a:pt x="55" y="93"/>
                    <a:pt x="53" y="91"/>
                    <a:pt x="50" y="93"/>
                  </a:cubicBezTo>
                  <a:cubicBezTo>
                    <a:pt x="47" y="94"/>
                    <a:pt x="47" y="90"/>
                    <a:pt x="47" y="93"/>
                  </a:cubicBezTo>
                  <a:cubicBezTo>
                    <a:pt x="46" y="96"/>
                    <a:pt x="44" y="94"/>
                    <a:pt x="46" y="97"/>
                  </a:cubicBezTo>
                  <a:cubicBezTo>
                    <a:pt x="47" y="101"/>
                    <a:pt x="42" y="97"/>
                    <a:pt x="44" y="102"/>
                  </a:cubicBezTo>
                  <a:cubicBezTo>
                    <a:pt x="46" y="107"/>
                    <a:pt x="41" y="102"/>
                    <a:pt x="41" y="105"/>
                  </a:cubicBezTo>
                  <a:cubicBezTo>
                    <a:pt x="42" y="108"/>
                    <a:pt x="44" y="104"/>
                    <a:pt x="44" y="108"/>
                  </a:cubicBezTo>
                  <a:cubicBezTo>
                    <a:pt x="44" y="113"/>
                    <a:pt x="46" y="115"/>
                    <a:pt x="49" y="118"/>
                  </a:cubicBezTo>
                  <a:cubicBezTo>
                    <a:pt x="50" y="121"/>
                    <a:pt x="50" y="118"/>
                    <a:pt x="50" y="121"/>
                  </a:cubicBezTo>
                  <a:cubicBezTo>
                    <a:pt x="50" y="124"/>
                    <a:pt x="52" y="127"/>
                    <a:pt x="52" y="127"/>
                  </a:cubicBezTo>
                  <a:cubicBezTo>
                    <a:pt x="55" y="122"/>
                    <a:pt x="55" y="129"/>
                    <a:pt x="52" y="129"/>
                  </a:cubicBezTo>
                  <a:cubicBezTo>
                    <a:pt x="50" y="129"/>
                    <a:pt x="52" y="136"/>
                    <a:pt x="50" y="136"/>
                  </a:cubicBezTo>
                  <a:cubicBezTo>
                    <a:pt x="49" y="135"/>
                    <a:pt x="50" y="138"/>
                    <a:pt x="49" y="136"/>
                  </a:cubicBezTo>
                  <a:cubicBezTo>
                    <a:pt x="47" y="136"/>
                    <a:pt x="47" y="141"/>
                    <a:pt x="52" y="146"/>
                  </a:cubicBezTo>
                  <a:cubicBezTo>
                    <a:pt x="56" y="150"/>
                    <a:pt x="58" y="153"/>
                    <a:pt x="55" y="158"/>
                  </a:cubicBezTo>
                  <a:cubicBezTo>
                    <a:pt x="58" y="163"/>
                    <a:pt x="58" y="166"/>
                    <a:pt x="58" y="167"/>
                  </a:cubicBezTo>
                  <a:cubicBezTo>
                    <a:pt x="58" y="169"/>
                    <a:pt x="59" y="167"/>
                    <a:pt x="59" y="169"/>
                  </a:cubicBezTo>
                  <a:cubicBezTo>
                    <a:pt x="59" y="172"/>
                    <a:pt x="61" y="170"/>
                    <a:pt x="59" y="172"/>
                  </a:cubicBezTo>
                  <a:cubicBezTo>
                    <a:pt x="56" y="175"/>
                    <a:pt x="58" y="175"/>
                    <a:pt x="55" y="180"/>
                  </a:cubicBezTo>
                  <a:cubicBezTo>
                    <a:pt x="52" y="183"/>
                    <a:pt x="53" y="183"/>
                    <a:pt x="52" y="186"/>
                  </a:cubicBezTo>
                  <a:cubicBezTo>
                    <a:pt x="52" y="189"/>
                    <a:pt x="50" y="191"/>
                    <a:pt x="50" y="188"/>
                  </a:cubicBezTo>
                  <a:cubicBezTo>
                    <a:pt x="50" y="178"/>
                    <a:pt x="52" y="181"/>
                    <a:pt x="52" y="178"/>
                  </a:cubicBezTo>
                  <a:cubicBezTo>
                    <a:pt x="52" y="175"/>
                    <a:pt x="55" y="172"/>
                    <a:pt x="52" y="172"/>
                  </a:cubicBezTo>
                  <a:cubicBezTo>
                    <a:pt x="49" y="172"/>
                    <a:pt x="53" y="169"/>
                    <a:pt x="52" y="167"/>
                  </a:cubicBezTo>
                  <a:cubicBezTo>
                    <a:pt x="50" y="166"/>
                    <a:pt x="52" y="164"/>
                    <a:pt x="52" y="161"/>
                  </a:cubicBezTo>
                  <a:cubicBezTo>
                    <a:pt x="50" y="160"/>
                    <a:pt x="50" y="157"/>
                    <a:pt x="49" y="153"/>
                  </a:cubicBezTo>
                  <a:cubicBezTo>
                    <a:pt x="47" y="149"/>
                    <a:pt x="47" y="158"/>
                    <a:pt x="47" y="149"/>
                  </a:cubicBezTo>
                  <a:cubicBezTo>
                    <a:pt x="47" y="146"/>
                    <a:pt x="44" y="144"/>
                    <a:pt x="44" y="136"/>
                  </a:cubicBezTo>
                  <a:cubicBezTo>
                    <a:pt x="44" y="130"/>
                    <a:pt x="42" y="130"/>
                    <a:pt x="42" y="127"/>
                  </a:cubicBezTo>
                  <a:cubicBezTo>
                    <a:pt x="42" y="125"/>
                    <a:pt x="46" y="124"/>
                    <a:pt x="44" y="124"/>
                  </a:cubicBezTo>
                  <a:cubicBezTo>
                    <a:pt x="42" y="124"/>
                    <a:pt x="41" y="125"/>
                    <a:pt x="41" y="122"/>
                  </a:cubicBezTo>
                  <a:cubicBezTo>
                    <a:pt x="39" y="118"/>
                    <a:pt x="39" y="119"/>
                    <a:pt x="39" y="118"/>
                  </a:cubicBezTo>
                  <a:cubicBezTo>
                    <a:pt x="39" y="116"/>
                    <a:pt x="38" y="116"/>
                    <a:pt x="38" y="115"/>
                  </a:cubicBezTo>
                  <a:cubicBezTo>
                    <a:pt x="39" y="122"/>
                    <a:pt x="35" y="124"/>
                    <a:pt x="32" y="125"/>
                  </a:cubicBezTo>
                  <a:cubicBezTo>
                    <a:pt x="27" y="127"/>
                    <a:pt x="27" y="135"/>
                    <a:pt x="24" y="132"/>
                  </a:cubicBezTo>
                  <a:cubicBezTo>
                    <a:pt x="21" y="129"/>
                    <a:pt x="23" y="133"/>
                    <a:pt x="20" y="130"/>
                  </a:cubicBezTo>
                  <a:cubicBezTo>
                    <a:pt x="18" y="129"/>
                    <a:pt x="21" y="127"/>
                    <a:pt x="20" y="127"/>
                  </a:cubicBezTo>
                  <a:cubicBezTo>
                    <a:pt x="18" y="125"/>
                    <a:pt x="18" y="130"/>
                    <a:pt x="16" y="130"/>
                  </a:cubicBezTo>
                  <a:cubicBezTo>
                    <a:pt x="15" y="130"/>
                    <a:pt x="18" y="122"/>
                    <a:pt x="20" y="116"/>
                  </a:cubicBezTo>
                  <a:cubicBezTo>
                    <a:pt x="21" y="111"/>
                    <a:pt x="16" y="105"/>
                    <a:pt x="15" y="101"/>
                  </a:cubicBezTo>
                  <a:cubicBezTo>
                    <a:pt x="15" y="96"/>
                    <a:pt x="13" y="99"/>
                    <a:pt x="13" y="101"/>
                  </a:cubicBezTo>
                  <a:cubicBezTo>
                    <a:pt x="13" y="102"/>
                    <a:pt x="9" y="97"/>
                    <a:pt x="10" y="96"/>
                  </a:cubicBezTo>
                  <a:cubicBezTo>
                    <a:pt x="12" y="94"/>
                    <a:pt x="12" y="97"/>
                    <a:pt x="13" y="96"/>
                  </a:cubicBezTo>
                  <a:cubicBezTo>
                    <a:pt x="16" y="94"/>
                    <a:pt x="13" y="94"/>
                    <a:pt x="12" y="93"/>
                  </a:cubicBezTo>
                  <a:cubicBezTo>
                    <a:pt x="10" y="90"/>
                    <a:pt x="9" y="87"/>
                    <a:pt x="7" y="90"/>
                  </a:cubicBezTo>
                  <a:cubicBezTo>
                    <a:pt x="7" y="93"/>
                    <a:pt x="7" y="90"/>
                    <a:pt x="4" y="87"/>
                  </a:cubicBezTo>
                  <a:cubicBezTo>
                    <a:pt x="1" y="84"/>
                    <a:pt x="1" y="79"/>
                    <a:pt x="0" y="79"/>
                  </a:cubicBezTo>
                  <a:cubicBezTo>
                    <a:pt x="0" y="68"/>
                    <a:pt x="4" y="85"/>
                    <a:pt x="3" y="6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8" name="Freeform 68">
              <a:extLst>
                <a:ext uri="{FF2B5EF4-FFF2-40B4-BE49-F238E27FC236}">
                  <a16:creationId xmlns:a16="http://schemas.microsoft.com/office/drawing/2014/main" id="{CECBB56C-FC58-1CD0-A3A6-325A132B55B5}"/>
                </a:ext>
              </a:extLst>
            </p:cNvPr>
            <p:cNvSpPr>
              <a:spLocks/>
            </p:cNvSpPr>
            <p:nvPr/>
          </p:nvSpPr>
          <p:spPr bwMode="auto">
            <a:xfrm>
              <a:off x="4144161" y="3972717"/>
              <a:ext cx="206670" cy="456256"/>
            </a:xfrm>
            <a:custGeom>
              <a:avLst/>
              <a:gdLst/>
              <a:ahLst/>
              <a:cxnLst>
                <a:cxn ang="0">
                  <a:pos x="41" y="82"/>
                </a:cxn>
                <a:cxn ang="0">
                  <a:pos x="32" y="78"/>
                </a:cxn>
                <a:cxn ang="0">
                  <a:pos x="26" y="69"/>
                </a:cxn>
                <a:cxn ang="0">
                  <a:pos x="18" y="89"/>
                </a:cxn>
                <a:cxn ang="0">
                  <a:pos x="15" y="110"/>
                </a:cxn>
                <a:cxn ang="0">
                  <a:pos x="23" y="120"/>
                </a:cxn>
                <a:cxn ang="0">
                  <a:pos x="34" y="135"/>
                </a:cxn>
                <a:cxn ang="0">
                  <a:pos x="35" y="145"/>
                </a:cxn>
                <a:cxn ang="0">
                  <a:pos x="30" y="142"/>
                </a:cxn>
                <a:cxn ang="0">
                  <a:pos x="24" y="137"/>
                </a:cxn>
                <a:cxn ang="0">
                  <a:pos x="20" y="135"/>
                </a:cxn>
                <a:cxn ang="0">
                  <a:pos x="15" y="129"/>
                </a:cxn>
                <a:cxn ang="0">
                  <a:pos x="8" y="121"/>
                </a:cxn>
                <a:cxn ang="0">
                  <a:pos x="9" y="109"/>
                </a:cxn>
                <a:cxn ang="0">
                  <a:pos x="11" y="101"/>
                </a:cxn>
                <a:cxn ang="0">
                  <a:pos x="18" y="87"/>
                </a:cxn>
                <a:cxn ang="0">
                  <a:pos x="17" y="82"/>
                </a:cxn>
                <a:cxn ang="0">
                  <a:pos x="11" y="61"/>
                </a:cxn>
                <a:cxn ang="0">
                  <a:pos x="9" y="51"/>
                </a:cxn>
                <a:cxn ang="0">
                  <a:pos x="11" y="42"/>
                </a:cxn>
                <a:cxn ang="0">
                  <a:pos x="8" y="33"/>
                </a:cxn>
                <a:cxn ang="0">
                  <a:pos x="0" y="20"/>
                </a:cxn>
                <a:cxn ang="0">
                  <a:pos x="5" y="13"/>
                </a:cxn>
                <a:cxn ang="0">
                  <a:pos x="9" y="8"/>
                </a:cxn>
                <a:cxn ang="0">
                  <a:pos x="17" y="3"/>
                </a:cxn>
                <a:cxn ang="0">
                  <a:pos x="23" y="0"/>
                </a:cxn>
                <a:cxn ang="0">
                  <a:pos x="26" y="9"/>
                </a:cxn>
                <a:cxn ang="0">
                  <a:pos x="32" y="13"/>
                </a:cxn>
                <a:cxn ang="0">
                  <a:pos x="29" y="30"/>
                </a:cxn>
                <a:cxn ang="0">
                  <a:pos x="41" y="25"/>
                </a:cxn>
                <a:cxn ang="0">
                  <a:pos x="50" y="20"/>
                </a:cxn>
                <a:cxn ang="0">
                  <a:pos x="59" y="36"/>
                </a:cxn>
                <a:cxn ang="0">
                  <a:pos x="65" y="56"/>
                </a:cxn>
                <a:cxn ang="0">
                  <a:pos x="58" y="61"/>
                </a:cxn>
                <a:cxn ang="0">
                  <a:pos x="41" y="69"/>
                </a:cxn>
                <a:cxn ang="0">
                  <a:pos x="43" y="79"/>
                </a:cxn>
              </a:cxnLst>
              <a:rect l="0" t="0" r="r" b="b"/>
              <a:pathLst>
                <a:path w="67" h="148">
                  <a:moveTo>
                    <a:pt x="44" y="87"/>
                  </a:moveTo>
                  <a:cubicBezTo>
                    <a:pt x="43" y="87"/>
                    <a:pt x="44" y="84"/>
                    <a:pt x="41" y="82"/>
                  </a:cubicBezTo>
                  <a:cubicBezTo>
                    <a:pt x="40" y="82"/>
                    <a:pt x="38" y="79"/>
                    <a:pt x="35" y="78"/>
                  </a:cubicBezTo>
                  <a:cubicBezTo>
                    <a:pt x="34" y="76"/>
                    <a:pt x="34" y="79"/>
                    <a:pt x="32" y="78"/>
                  </a:cubicBezTo>
                  <a:cubicBezTo>
                    <a:pt x="29" y="76"/>
                    <a:pt x="27" y="81"/>
                    <a:pt x="27" y="76"/>
                  </a:cubicBezTo>
                  <a:cubicBezTo>
                    <a:pt x="29" y="70"/>
                    <a:pt x="30" y="69"/>
                    <a:pt x="26" y="69"/>
                  </a:cubicBezTo>
                  <a:cubicBezTo>
                    <a:pt x="21" y="69"/>
                    <a:pt x="20" y="72"/>
                    <a:pt x="21" y="73"/>
                  </a:cubicBezTo>
                  <a:cubicBezTo>
                    <a:pt x="23" y="73"/>
                    <a:pt x="20" y="86"/>
                    <a:pt x="18" y="89"/>
                  </a:cubicBezTo>
                  <a:cubicBezTo>
                    <a:pt x="18" y="90"/>
                    <a:pt x="18" y="95"/>
                    <a:pt x="17" y="96"/>
                  </a:cubicBezTo>
                  <a:cubicBezTo>
                    <a:pt x="14" y="100"/>
                    <a:pt x="15" y="109"/>
                    <a:pt x="15" y="110"/>
                  </a:cubicBezTo>
                  <a:cubicBezTo>
                    <a:pt x="15" y="115"/>
                    <a:pt x="20" y="109"/>
                    <a:pt x="20" y="112"/>
                  </a:cubicBezTo>
                  <a:cubicBezTo>
                    <a:pt x="20" y="115"/>
                    <a:pt x="21" y="120"/>
                    <a:pt x="23" y="120"/>
                  </a:cubicBezTo>
                  <a:cubicBezTo>
                    <a:pt x="24" y="118"/>
                    <a:pt x="24" y="129"/>
                    <a:pt x="27" y="132"/>
                  </a:cubicBezTo>
                  <a:cubicBezTo>
                    <a:pt x="32" y="138"/>
                    <a:pt x="30" y="132"/>
                    <a:pt x="34" y="135"/>
                  </a:cubicBezTo>
                  <a:cubicBezTo>
                    <a:pt x="37" y="138"/>
                    <a:pt x="37" y="140"/>
                    <a:pt x="38" y="142"/>
                  </a:cubicBezTo>
                  <a:cubicBezTo>
                    <a:pt x="37" y="146"/>
                    <a:pt x="37" y="146"/>
                    <a:pt x="35" y="145"/>
                  </a:cubicBezTo>
                  <a:cubicBezTo>
                    <a:pt x="32" y="142"/>
                    <a:pt x="32" y="148"/>
                    <a:pt x="30" y="146"/>
                  </a:cubicBezTo>
                  <a:cubicBezTo>
                    <a:pt x="29" y="145"/>
                    <a:pt x="30" y="143"/>
                    <a:pt x="30" y="142"/>
                  </a:cubicBezTo>
                  <a:cubicBezTo>
                    <a:pt x="30" y="138"/>
                    <a:pt x="29" y="142"/>
                    <a:pt x="27" y="140"/>
                  </a:cubicBezTo>
                  <a:cubicBezTo>
                    <a:pt x="27" y="137"/>
                    <a:pt x="26" y="138"/>
                    <a:pt x="24" y="137"/>
                  </a:cubicBezTo>
                  <a:cubicBezTo>
                    <a:pt x="23" y="135"/>
                    <a:pt x="23" y="135"/>
                    <a:pt x="23" y="138"/>
                  </a:cubicBezTo>
                  <a:cubicBezTo>
                    <a:pt x="21" y="137"/>
                    <a:pt x="21" y="137"/>
                    <a:pt x="20" y="135"/>
                  </a:cubicBezTo>
                  <a:cubicBezTo>
                    <a:pt x="18" y="134"/>
                    <a:pt x="18" y="132"/>
                    <a:pt x="18" y="131"/>
                  </a:cubicBezTo>
                  <a:cubicBezTo>
                    <a:pt x="18" y="131"/>
                    <a:pt x="17" y="132"/>
                    <a:pt x="15" y="129"/>
                  </a:cubicBezTo>
                  <a:cubicBezTo>
                    <a:pt x="12" y="126"/>
                    <a:pt x="12" y="121"/>
                    <a:pt x="11" y="120"/>
                  </a:cubicBezTo>
                  <a:cubicBezTo>
                    <a:pt x="9" y="120"/>
                    <a:pt x="9" y="124"/>
                    <a:pt x="8" y="121"/>
                  </a:cubicBezTo>
                  <a:cubicBezTo>
                    <a:pt x="8" y="121"/>
                    <a:pt x="6" y="118"/>
                    <a:pt x="8" y="115"/>
                  </a:cubicBezTo>
                  <a:cubicBezTo>
                    <a:pt x="9" y="112"/>
                    <a:pt x="8" y="114"/>
                    <a:pt x="9" y="109"/>
                  </a:cubicBezTo>
                  <a:cubicBezTo>
                    <a:pt x="11" y="107"/>
                    <a:pt x="8" y="109"/>
                    <a:pt x="9" y="106"/>
                  </a:cubicBezTo>
                  <a:cubicBezTo>
                    <a:pt x="11" y="103"/>
                    <a:pt x="12" y="103"/>
                    <a:pt x="11" y="101"/>
                  </a:cubicBezTo>
                  <a:cubicBezTo>
                    <a:pt x="12" y="98"/>
                    <a:pt x="11" y="98"/>
                    <a:pt x="14" y="95"/>
                  </a:cubicBezTo>
                  <a:cubicBezTo>
                    <a:pt x="17" y="90"/>
                    <a:pt x="15" y="90"/>
                    <a:pt x="18" y="87"/>
                  </a:cubicBezTo>
                  <a:cubicBezTo>
                    <a:pt x="20" y="86"/>
                    <a:pt x="18" y="87"/>
                    <a:pt x="18" y="84"/>
                  </a:cubicBezTo>
                  <a:cubicBezTo>
                    <a:pt x="18" y="82"/>
                    <a:pt x="17" y="84"/>
                    <a:pt x="17" y="82"/>
                  </a:cubicBezTo>
                  <a:cubicBezTo>
                    <a:pt x="17" y="81"/>
                    <a:pt x="17" y="78"/>
                    <a:pt x="14" y="73"/>
                  </a:cubicBezTo>
                  <a:cubicBezTo>
                    <a:pt x="17" y="69"/>
                    <a:pt x="15" y="65"/>
                    <a:pt x="11" y="61"/>
                  </a:cubicBezTo>
                  <a:cubicBezTo>
                    <a:pt x="6" y="56"/>
                    <a:pt x="6" y="51"/>
                    <a:pt x="8" y="51"/>
                  </a:cubicBezTo>
                  <a:cubicBezTo>
                    <a:pt x="9" y="53"/>
                    <a:pt x="8" y="50"/>
                    <a:pt x="9" y="51"/>
                  </a:cubicBezTo>
                  <a:cubicBezTo>
                    <a:pt x="11" y="51"/>
                    <a:pt x="9" y="44"/>
                    <a:pt x="11" y="44"/>
                  </a:cubicBezTo>
                  <a:cubicBezTo>
                    <a:pt x="14" y="44"/>
                    <a:pt x="14" y="37"/>
                    <a:pt x="11" y="42"/>
                  </a:cubicBezTo>
                  <a:cubicBezTo>
                    <a:pt x="11" y="42"/>
                    <a:pt x="9" y="39"/>
                    <a:pt x="9" y="36"/>
                  </a:cubicBezTo>
                  <a:cubicBezTo>
                    <a:pt x="9" y="33"/>
                    <a:pt x="9" y="36"/>
                    <a:pt x="8" y="33"/>
                  </a:cubicBezTo>
                  <a:cubicBezTo>
                    <a:pt x="5" y="30"/>
                    <a:pt x="3" y="28"/>
                    <a:pt x="3" y="23"/>
                  </a:cubicBezTo>
                  <a:cubicBezTo>
                    <a:pt x="3" y="19"/>
                    <a:pt x="2" y="23"/>
                    <a:pt x="0" y="20"/>
                  </a:cubicBezTo>
                  <a:cubicBezTo>
                    <a:pt x="0" y="17"/>
                    <a:pt x="5" y="22"/>
                    <a:pt x="3" y="17"/>
                  </a:cubicBezTo>
                  <a:cubicBezTo>
                    <a:pt x="2" y="13"/>
                    <a:pt x="6" y="16"/>
                    <a:pt x="5" y="13"/>
                  </a:cubicBezTo>
                  <a:cubicBezTo>
                    <a:pt x="3" y="9"/>
                    <a:pt x="5" y="11"/>
                    <a:pt x="6" y="8"/>
                  </a:cubicBezTo>
                  <a:cubicBezTo>
                    <a:pt x="6" y="5"/>
                    <a:pt x="6" y="9"/>
                    <a:pt x="9" y="8"/>
                  </a:cubicBezTo>
                  <a:cubicBezTo>
                    <a:pt x="12" y="6"/>
                    <a:pt x="14" y="8"/>
                    <a:pt x="14" y="5"/>
                  </a:cubicBezTo>
                  <a:cubicBezTo>
                    <a:pt x="15" y="2"/>
                    <a:pt x="15" y="5"/>
                    <a:pt x="17" y="3"/>
                  </a:cubicBezTo>
                  <a:cubicBezTo>
                    <a:pt x="18" y="3"/>
                    <a:pt x="15" y="0"/>
                    <a:pt x="18" y="2"/>
                  </a:cubicBezTo>
                  <a:cubicBezTo>
                    <a:pt x="21" y="2"/>
                    <a:pt x="20" y="0"/>
                    <a:pt x="23" y="0"/>
                  </a:cubicBezTo>
                  <a:cubicBezTo>
                    <a:pt x="23" y="3"/>
                    <a:pt x="23" y="0"/>
                    <a:pt x="24" y="2"/>
                  </a:cubicBezTo>
                  <a:cubicBezTo>
                    <a:pt x="27" y="5"/>
                    <a:pt x="23" y="9"/>
                    <a:pt x="26" y="9"/>
                  </a:cubicBezTo>
                  <a:cubicBezTo>
                    <a:pt x="29" y="9"/>
                    <a:pt x="27" y="8"/>
                    <a:pt x="30" y="8"/>
                  </a:cubicBezTo>
                  <a:cubicBezTo>
                    <a:pt x="34" y="9"/>
                    <a:pt x="30" y="11"/>
                    <a:pt x="32" y="13"/>
                  </a:cubicBezTo>
                  <a:cubicBezTo>
                    <a:pt x="34" y="16"/>
                    <a:pt x="29" y="20"/>
                    <a:pt x="30" y="22"/>
                  </a:cubicBezTo>
                  <a:cubicBezTo>
                    <a:pt x="32" y="23"/>
                    <a:pt x="27" y="28"/>
                    <a:pt x="29" y="30"/>
                  </a:cubicBezTo>
                  <a:cubicBezTo>
                    <a:pt x="30" y="30"/>
                    <a:pt x="30" y="30"/>
                    <a:pt x="35" y="25"/>
                  </a:cubicBezTo>
                  <a:cubicBezTo>
                    <a:pt x="40" y="20"/>
                    <a:pt x="38" y="25"/>
                    <a:pt x="41" y="25"/>
                  </a:cubicBezTo>
                  <a:cubicBezTo>
                    <a:pt x="43" y="25"/>
                    <a:pt x="41" y="26"/>
                    <a:pt x="43" y="25"/>
                  </a:cubicBezTo>
                  <a:cubicBezTo>
                    <a:pt x="47" y="23"/>
                    <a:pt x="46" y="19"/>
                    <a:pt x="50" y="20"/>
                  </a:cubicBezTo>
                  <a:cubicBezTo>
                    <a:pt x="53" y="22"/>
                    <a:pt x="53" y="20"/>
                    <a:pt x="55" y="23"/>
                  </a:cubicBezTo>
                  <a:cubicBezTo>
                    <a:pt x="56" y="30"/>
                    <a:pt x="61" y="28"/>
                    <a:pt x="59" y="36"/>
                  </a:cubicBezTo>
                  <a:cubicBezTo>
                    <a:pt x="58" y="44"/>
                    <a:pt x="64" y="44"/>
                    <a:pt x="64" y="45"/>
                  </a:cubicBezTo>
                  <a:cubicBezTo>
                    <a:pt x="64" y="47"/>
                    <a:pt x="67" y="47"/>
                    <a:pt x="65" y="56"/>
                  </a:cubicBezTo>
                  <a:cubicBezTo>
                    <a:pt x="65" y="58"/>
                    <a:pt x="67" y="59"/>
                    <a:pt x="62" y="61"/>
                  </a:cubicBezTo>
                  <a:cubicBezTo>
                    <a:pt x="61" y="62"/>
                    <a:pt x="62" y="59"/>
                    <a:pt x="58" y="61"/>
                  </a:cubicBezTo>
                  <a:cubicBezTo>
                    <a:pt x="53" y="61"/>
                    <a:pt x="46" y="59"/>
                    <a:pt x="44" y="64"/>
                  </a:cubicBezTo>
                  <a:cubicBezTo>
                    <a:pt x="43" y="69"/>
                    <a:pt x="41" y="67"/>
                    <a:pt x="41" y="69"/>
                  </a:cubicBezTo>
                  <a:cubicBezTo>
                    <a:pt x="41" y="70"/>
                    <a:pt x="38" y="67"/>
                    <a:pt x="40" y="72"/>
                  </a:cubicBezTo>
                  <a:cubicBezTo>
                    <a:pt x="43" y="76"/>
                    <a:pt x="40" y="78"/>
                    <a:pt x="43" y="79"/>
                  </a:cubicBezTo>
                  <a:cubicBezTo>
                    <a:pt x="44" y="81"/>
                    <a:pt x="41" y="82"/>
                    <a:pt x="44" y="8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39" name="Freeform 69">
              <a:extLst>
                <a:ext uri="{FF2B5EF4-FFF2-40B4-BE49-F238E27FC236}">
                  <a16:creationId xmlns:a16="http://schemas.microsoft.com/office/drawing/2014/main" id="{9B20AA59-7EA8-984A-F50E-509B396478F3}"/>
                </a:ext>
              </a:extLst>
            </p:cNvPr>
            <p:cNvSpPr>
              <a:spLocks/>
            </p:cNvSpPr>
            <p:nvPr/>
          </p:nvSpPr>
          <p:spPr bwMode="auto">
            <a:xfrm>
              <a:off x="4026518" y="4184153"/>
              <a:ext cx="15898" cy="71538"/>
            </a:xfrm>
            <a:custGeom>
              <a:avLst/>
              <a:gdLst/>
              <a:ahLst/>
              <a:cxnLst>
                <a:cxn ang="0">
                  <a:pos x="3" y="0"/>
                </a:cxn>
                <a:cxn ang="0">
                  <a:pos x="3" y="6"/>
                </a:cxn>
                <a:cxn ang="0">
                  <a:pos x="3" y="11"/>
                </a:cxn>
                <a:cxn ang="0">
                  <a:pos x="3" y="15"/>
                </a:cxn>
                <a:cxn ang="0">
                  <a:pos x="1" y="20"/>
                </a:cxn>
                <a:cxn ang="0">
                  <a:pos x="1" y="9"/>
                </a:cxn>
                <a:cxn ang="0">
                  <a:pos x="3" y="0"/>
                </a:cxn>
              </a:cxnLst>
              <a:rect l="0" t="0" r="r" b="b"/>
              <a:pathLst>
                <a:path w="5" h="23">
                  <a:moveTo>
                    <a:pt x="3" y="0"/>
                  </a:moveTo>
                  <a:cubicBezTo>
                    <a:pt x="5" y="1"/>
                    <a:pt x="5" y="4"/>
                    <a:pt x="3" y="6"/>
                  </a:cubicBezTo>
                  <a:cubicBezTo>
                    <a:pt x="3" y="6"/>
                    <a:pt x="5" y="11"/>
                    <a:pt x="3" y="11"/>
                  </a:cubicBezTo>
                  <a:cubicBezTo>
                    <a:pt x="1" y="12"/>
                    <a:pt x="3" y="12"/>
                    <a:pt x="3" y="15"/>
                  </a:cubicBezTo>
                  <a:cubicBezTo>
                    <a:pt x="1" y="17"/>
                    <a:pt x="1" y="23"/>
                    <a:pt x="1" y="20"/>
                  </a:cubicBezTo>
                  <a:cubicBezTo>
                    <a:pt x="0" y="15"/>
                    <a:pt x="1" y="17"/>
                    <a:pt x="1" y="9"/>
                  </a:cubicBezTo>
                  <a:cubicBezTo>
                    <a:pt x="1" y="3"/>
                    <a:pt x="3" y="0"/>
                    <a:pt x="3"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0" name="Freeform 70">
              <a:extLst>
                <a:ext uri="{FF2B5EF4-FFF2-40B4-BE49-F238E27FC236}">
                  <a16:creationId xmlns:a16="http://schemas.microsoft.com/office/drawing/2014/main" id="{913E31C0-F1D0-7F14-C0BD-1ED9B18362DD}"/>
                </a:ext>
              </a:extLst>
            </p:cNvPr>
            <p:cNvSpPr>
              <a:spLocks/>
            </p:cNvSpPr>
            <p:nvPr/>
          </p:nvSpPr>
          <p:spPr bwMode="auto">
            <a:xfrm>
              <a:off x="4020160" y="4265230"/>
              <a:ext cx="9539" cy="15898"/>
            </a:xfrm>
            <a:custGeom>
              <a:avLst/>
              <a:gdLst/>
              <a:ahLst/>
              <a:cxnLst>
                <a:cxn ang="0">
                  <a:pos x="2" y="0"/>
                </a:cxn>
                <a:cxn ang="0">
                  <a:pos x="0" y="5"/>
                </a:cxn>
                <a:cxn ang="0">
                  <a:pos x="2" y="0"/>
                </a:cxn>
              </a:cxnLst>
              <a:rect l="0" t="0" r="r" b="b"/>
              <a:pathLst>
                <a:path w="3" h="5">
                  <a:moveTo>
                    <a:pt x="2" y="0"/>
                  </a:moveTo>
                  <a:cubicBezTo>
                    <a:pt x="3" y="0"/>
                    <a:pt x="2" y="5"/>
                    <a:pt x="0" y="5"/>
                  </a:cubicBezTo>
                  <a:cubicBezTo>
                    <a:pt x="0" y="3"/>
                    <a:pt x="0" y="0"/>
                    <a:pt x="2"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1" name="Freeform 71">
              <a:extLst>
                <a:ext uri="{FF2B5EF4-FFF2-40B4-BE49-F238E27FC236}">
                  <a16:creationId xmlns:a16="http://schemas.microsoft.com/office/drawing/2014/main" id="{6BBC063F-4DE6-1BC9-F364-2D4C4F605CCE}"/>
                </a:ext>
              </a:extLst>
            </p:cNvPr>
            <p:cNvSpPr>
              <a:spLocks/>
            </p:cNvSpPr>
            <p:nvPr/>
          </p:nvSpPr>
          <p:spPr bwMode="auto">
            <a:xfrm>
              <a:off x="4051955" y="4376511"/>
              <a:ext cx="12718" cy="17487"/>
            </a:xfrm>
            <a:custGeom>
              <a:avLst/>
              <a:gdLst/>
              <a:ahLst/>
              <a:cxnLst>
                <a:cxn ang="0">
                  <a:pos x="1" y="1"/>
                </a:cxn>
                <a:cxn ang="0">
                  <a:pos x="3" y="4"/>
                </a:cxn>
                <a:cxn ang="0">
                  <a:pos x="1" y="1"/>
                </a:cxn>
              </a:cxnLst>
              <a:rect l="0" t="0" r="r" b="b"/>
              <a:pathLst>
                <a:path w="4" h="6">
                  <a:moveTo>
                    <a:pt x="1" y="1"/>
                  </a:moveTo>
                  <a:cubicBezTo>
                    <a:pt x="3" y="0"/>
                    <a:pt x="4" y="3"/>
                    <a:pt x="3" y="4"/>
                  </a:cubicBezTo>
                  <a:cubicBezTo>
                    <a:pt x="1" y="6"/>
                    <a:pt x="0" y="1"/>
                    <a:pt x="1"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2" name="Freeform 72">
              <a:extLst>
                <a:ext uri="{FF2B5EF4-FFF2-40B4-BE49-F238E27FC236}">
                  <a16:creationId xmlns:a16="http://schemas.microsoft.com/office/drawing/2014/main" id="{C25E420D-E573-227E-0FF9-7AED215FA813}"/>
                </a:ext>
              </a:extLst>
            </p:cNvPr>
            <p:cNvSpPr>
              <a:spLocks/>
            </p:cNvSpPr>
            <p:nvPr/>
          </p:nvSpPr>
          <p:spPr bwMode="auto">
            <a:xfrm>
              <a:off x="4026518" y="4311332"/>
              <a:ext cx="9539" cy="12718"/>
            </a:xfrm>
            <a:custGeom>
              <a:avLst/>
              <a:gdLst/>
              <a:ahLst/>
              <a:cxnLst>
                <a:cxn ang="0">
                  <a:pos x="1" y="0"/>
                </a:cxn>
                <a:cxn ang="0">
                  <a:pos x="1" y="4"/>
                </a:cxn>
                <a:cxn ang="0">
                  <a:pos x="1" y="0"/>
                </a:cxn>
              </a:cxnLst>
              <a:rect l="0" t="0" r="r" b="b"/>
              <a:pathLst>
                <a:path w="3" h="4">
                  <a:moveTo>
                    <a:pt x="1" y="0"/>
                  </a:moveTo>
                  <a:cubicBezTo>
                    <a:pt x="1" y="0"/>
                    <a:pt x="3" y="2"/>
                    <a:pt x="1" y="4"/>
                  </a:cubicBezTo>
                  <a:cubicBezTo>
                    <a:pt x="1" y="4"/>
                    <a:pt x="0" y="2"/>
                    <a:pt x="1"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3" name="Freeform 73">
              <a:extLst>
                <a:ext uri="{FF2B5EF4-FFF2-40B4-BE49-F238E27FC236}">
                  <a16:creationId xmlns:a16="http://schemas.microsoft.com/office/drawing/2014/main" id="{DD21E91D-BE22-E45E-5876-80DF02968355}"/>
                </a:ext>
              </a:extLst>
            </p:cNvPr>
            <p:cNvSpPr>
              <a:spLocks/>
            </p:cNvSpPr>
            <p:nvPr/>
          </p:nvSpPr>
          <p:spPr bwMode="auto">
            <a:xfrm>
              <a:off x="4045595" y="4351076"/>
              <a:ext cx="6359" cy="6359"/>
            </a:xfrm>
            <a:custGeom>
              <a:avLst/>
              <a:gdLst/>
              <a:ahLst/>
              <a:cxnLst>
                <a:cxn ang="0">
                  <a:pos x="0" y="2"/>
                </a:cxn>
                <a:cxn ang="0">
                  <a:pos x="2" y="0"/>
                </a:cxn>
                <a:cxn ang="0">
                  <a:pos x="0" y="2"/>
                </a:cxn>
              </a:cxnLst>
              <a:rect l="0" t="0" r="r" b="b"/>
              <a:pathLst>
                <a:path w="2" h="2">
                  <a:moveTo>
                    <a:pt x="0" y="2"/>
                  </a:moveTo>
                  <a:cubicBezTo>
                    <a:pt x="0" y="2"/>
                    <a:pt x="0" y="0"/>
                    <a:pt x="2" y="0"/>
                  </a:cubicBezTo>
                  <a:cubicBezTo>
                    <a:pt x="2" y="2"/>
                    <a:pt x="2"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4" name="Freeform 74">
              <a:extLst>
                <a:ext uri="{FF2B5EF4-FFF2-40B4-BE49-F238E27FC236}">
                  <a16:creationId xmlns:a16="http://schemas.microsoft.com/office/drawing/2014/main" id="{C795DD74-960D-7551-629E-C0DA4BFD3CFD}"/>
                </a:ext>
              </a:extLst>
            </p:cNvPr>
            <p:cNvSpPr>
              <a:spLocks/>
            </p:cNvSpPr>
            <p:nvPr/>
          </p:nvSpPr>
          <p:spPr bwMode="auto">
            <a:xfrm>
              <a:off x="4261804" y="3875743"/>
              <a:ext cx="181233" cy="468974"/>
            </a:xfrm>
            <a:custGeom>
              <a:avLst/>
              <a:gdLst/>
              <a:ahLst/>
              <a:cxnLst>
                <a:cxn ang="0">
                  <a:pos x="41" y="25"/>
                </a:cxn>
                <a:cxn ang="0">
                  <a:pos x="34" y="34"/>
                </a:cxn>
                <a:cxn ang="0">
                  <a:pos x="35" y="56"/>
                </a:cxn>
                <a:cxn ang="0">
                  <a:pos x="49" y="76"/>
                </a:cxn>
                <a:cxn ang="0">
                  <a:pos x="56" y="104"/>
                </a:cxn>
                <a:cxn ang="0">
                  <a:pos x="56" y="118"/>
                </a:cxn>
                <a:cxn ang="0">
                  <a:pos x="38" y="129"/>
                </a:cxn>
                <a:cxn ang="0">
                  <a:pos x="32" y="141"/>
                </a:cxn>
                <a:cxn ang="0">
                  <a:pos x="21" y="143"/>
                </a:cxn>
                <a:cxn ang="0">
                  <a:pos x="18" y="130"/>
                </a:cxn>
                <a:cxn ang="0">
                  <a:pos x="24" y="126"/>
                </a:cxn>
                <a:cxn ang="0">
                  <a:pos x="31" y="124"/>
                </a:cxn>
                <a:cxn ang="0">
                  <a:pos x="34" y="118"/>
                </a:cxn>
                <a:cxn ang="0">
                  <a:pos x="41" y="112"/>
                </a:cxn>
                <a:cxn ang="0">
                  <a:pos x="43" y="99"/>
                </a:cxn>
                <a:cxn ang="0">
                  <a:pos x="43" y="89"/>
                </a:cxn>
                <a:cxn ang="0">
                  <a:pos x="41" y="76"/>
                </a:cxn>
                <a:cxn ang="0">
                  <a:pos x="37" y="72"/>
                </a:cxn>
                <a:cxn ang="0">
                  <a:pos x="27" y="56"/>
                </a:cxn>
                <a:cxn ang="0">
                  <a:pos x="24" y="48"/>
                </a:cxn>
                <a:cxn ang="0">
                  <a:pos x="15" y="40"/>
                </a:cxn>
                <a:cxn ang="0">
                  <a:pos x="23" y="34"/>
                </a:cxn>
                <a:cxn ang="0">
                  <a:pos x="18" y="31"/>
                </a:cxn>
                <a:cxn ang="0">
                  <a:pos x="14" y="27"/>
                </a:cxn>
                <a:cxn ang="0">
                  <a:pos x="6" y="23"/>
                </a:cxn>
                <a:cxn ang="0">
                  <a:pos x="6" y="19"/>
                </a:cxn>
                <a:cxn ang="0">
                  <a:pos x="0" y="11"/>
                </a:cxn>
                <a:cxn ang="0">
                  <a:pos x="8" y="11"/>
                </a:cxn>
                <a:cxn ang="0">
                  <a:pos x="12" y="8"/>
                </a:cxn>
                <a:cxn ang="0">
                  <a:pos x="17" y="8"/>
                </a:cxn>
                <a:cxn ang="0">
                  <a:pos x="24" y="2"/>
                </a:cxn>
                <a:cxn ang="0">
                  <a:pos x="35" y="6"/>
                </a:cxn>
                <a:cxn ang="0">
                  <a:pos x="37" y="14"/>
                </a:cxn>
                <a:cxn ang="0">
                  <a:pos x="41" y="19"/>
                </a:cxn>
                <a:cxn ang="0">
                  <a:pos x="43" y="22"/>
                </a:cxn>
              </a:cxnLst>
              <a:rect l="0" t="0" r="r" b="b"/>
              <a:pathLst>
                <a:path w="59" h="152">
                  <a:moveTo>
                    <a:pt x="43" y="22"/>
                  </a:moveTo>
                  <a:cubicBezTo>
                    <a:pt x="41" y="23"/>
                    <a:pt x="43" y="25"/>
                    <a:pt x="41" y="25"/>
                  </a:cubicBezTo>
                  <a:cubicBezTo>
                    <a:pt x="40" y="27"/>
                    <a:pt x="40" y="25"/>
                    <a:pt x="38" y="27"/>
                  </a:cubicBezTo>
                  <a:cubicBezTo>
                    <a:pt x="35" y="28"/>
                    <a:pt x="38" y="31"/>
                    <a:pt x="34" y="34"/>
                  </a:cubicBezTo>
                  <a:cubicBezTo>
                    <a:pt x="31" y="37"/>
                    <a:pt x="27" y="44"/>
                    <a:pt x="29" y="50"/>
                  </a:cubicBezTo>
                  <a:cubicBezTo>
                    <a:pt x="32" y="54"/>
                    <a:pt x="34" y="53"/>
                    <a:pt x="35" y="56"/>
                  </a:cubicBezTo>
                  <a:cubicBezTo>
                    <a:pt x="35" y="59"/>
                    <a:pt x="38" y="64"/>
                    <a:pt x="43" y="68"/>
                  </a:cubicBezTo>
                  <a:cubicBezTo>
                    <a:pt x="47" y="73"/>
                    <a:pt x="49" y="72"/>
                    <a:pt x="49" y="76"/>
                  </a:cubicBezTo>
                  <a:cubicBezTo>
                    <a:pt x="50" y="79"/>
                    <a:pt x="53" y="79"/>
                    <a:pt x="56" y="89"/>
                  </a:cubicBezTo>
                  <a:cubicBezTo>
                    <a:pt x="58" y="98"/>
                    <a:pt x="56" y="103"/>
                    <a:pt x="56" y="104"/>
                  </a:cubicBezTo>
                  <a:cubicBezTo>
                    <a:pt x="58" y="106"/>
                    <a:pt x="59" y="109"/>
                    <a:pt x="58" y="109"/>
                  </a:cubicBezTo>
                  <a:cubicBezTo>
                    <a:pt x="56" y="109"/>
                    <a:pt x="58" y="113"/>
                    <a:pt x="56" y="118"/>
                  </a:cubicBezTo>
                  <a:cubicBezTo>
                    <a:pt x="55" y="124"/>
                    <a:pt x="50" y="123"/>
                    <a:pt x="46" y="127"/>
                  </a:cubicBezTo>
                  <a:cubicBezTo>
                    <a:pt x="40" y="134"/>
                    <a:pt x="40" y="130"/>
                    <a:pt x="38" y="129"/>
                  </a:cubicBezTo>
                  <a:cubicBezTo>
                    <a:pt x="37" y="127"/>
                    <a:pt x="37" y="138"/>
                    <a:pt x="34" y="140"/>
                  </a:cubicBezTo>
                  <a:cubicBezTo>
                    <a:pt x="32" y="140"/>
                    <a:pt x="35" y="140"/>
                    <a:pt x="32" y="141"/>
                  </a:cubicBezTo>
                  <a:cubicBezTo>
                    <a:pt x="29" y="143"/>
                    <a:pt x="27" y="144"/>
                    <a:pt x="24" y="148"/>
                  </a:cubicBezTo>
                  <a:cubicBezTo>
                    <a:pt x="21" y="152"/>
                    <a:pt x="21" y="149"/>
                    <a:pt x="21" y="143"/>
                  </a:cubicBezTo>
                  <a:cubicBezTo>
                    <a:pt x="21" y="135"/>
                    <a:pt x="24" y="137"/>
                    <a:pt x="23" y="134"/>
                  </a:cubicBezTo>
                  <a:cubicBezTo>
                    <a:pt x="21" y="130"/>
                    <a:pt x="20" y="135"/>
                    <a:pt x="18" y="130"/>
                  </a:cubicBezTo>
                  <a:cubicBezTo>
                    <a:pt x="20" y="129"/>
                    <a:pt x="24" y="130"/>
                    <a:pt x="23" y="127"/>
                  </a:cubicBezTo>
                  <a:cubicBezTo>
                    <a:pt x="23" y="127"/>
                    <a:pt x="24" y="124"/>
                    <a:pt x="24" y="126"/>
                  </a:cubicBezTo>
                  <a:cubicBezTo>
                    <a:pt x="26" y="127"/>
                    <a:pt x="29" y="123"/>
                    <a:pt x="29" y="126"/>
                  </a:cubicBezTo>
                  <a:cubicBezTo>
                    <a:pt x="31" y="127"/>
                    <a:pt x="35" y="127"/>
                    <a:pt x="31" y="124"/>
                  </a:cubicBezTo>
                  <a:cubicBezTo>
                    <a:pt x="29" y="123"/>
                    <a:pt x="31" y="121"/>
                    <a:pt x="31" y="120"/>
                  </a:cubicBezTo>
                  <a:cubicBezTo>
                    <a:pt x="29" y="118"/>
                    <a:pt x="31" y="117"/>
                    <a:pt x="34" y="118"/>
                  </a:cubicBezTo>
                  <a:cubicBezTo>
                    <a:pt x="37" y="120"/>
                    <a:pt x="32" y="115"/>
                    <a:pt x="37" y="115"/>
                  </a:cubicBezTo>
                  <a:cubicBezTo>
                    <a:pt x="40" y="115"/>
                    <a:pt x="40" y="112"/>
                    <a:pt x="41" y="112"/>
                  </a:cubicBezTo>
                  <a:cubicBezTo>
                    <a:pt x="44" y="113"/>
                    <a:pt x="44" y="110"/>
                    <a:pt x="43" y="107"/>
                  </a:cubicBezTo>
                  <a:cubicBezTo>
                    <a:pt x="43" y="104"/>
                    <a:pt x="44" y="103"/>
                    <a:pt x="43" y="99"/>
                  </a:cubicBezTo>
                  <a:cubicBezTo>
                    <a:pt x="43" y="96"/>
                    <a:pt x="43" y="96"/>
                    <a:pt x="41" y="95"/>
                  </a:cubicBezTo>
                  <a:cubicBezTo>
                    <a:pt x="41" y="95"/>
                    <a:pt x="43" y="90"/>
                    <a:pt x="43" y="89"/>
                  </a:cubicBezTo>
                  <a:cubicBezTo>
                    <a:pt x="43" y="85"/>
                    <a:pt x="46" y="84"/>
                    <a:pt x="43" y="81"/>
                  </a:cubicBezTo>
                  <a:cubicBezTo>
                    <a:pt x="40" y="78"/>
                    <a:pt x="40" y="78"/>
                    <a:pt x="41" y="76"/>
                  </a:cubicBezTo>
                  <a:cubicBezTo>
                    <a:pt x="43" y="76"/>
                    <a:pt x="43" y="75"/>
                    <a:pt x="41" y="75"/>
                  </a:cubicBezTo>
                  <a:cubicBezTo>
                    <a:pt x="41" y="76"/>
                    <a:pt x="38" y="70"/>
                    <a:pt x="37" y="72"/>
                  </a:cubicBezTo>
                  <a:cubicBezTo>
                    <a:pt x="35" y="72"/>
                    <a:pt x="37" y="64"/>
                    <a:pt x="34" y="62"/>
                  </a:cubicBezTo>
                  <a:cubicBezTo>
                    <a:pt x="31" y="62"/>
                    <a:pt x="27" y="59"/>
                    <a:pt x="27" y="56"/>
                  </a:cubicBezTo>
                  <a:cubicBezTo>
                    <a:pt x="26" y="51"/>
                    <a:pt x="26" y="54"/>
                    <a:pt x="24" y="51"/>
                  </a:cubicBezTo>
                  <a:cubicBezTo>
                    <a:pt x="23" y="50"/>
                    <a:pt x="24" y="50"/>
                    <a:pt x="24" y="48"/>
                  </a:cubicBezTo>
                  <a:cubicBezTo>
                    <a:pt x="23" y="48"/>
                    <a:pt x="21" y="48"/>
                    <a:pt x="17" y="45"/>
                  </a:cubicBezTo>
                  <a:cubicBezTo>
                    <a:pt x="12" y="40"/>
                    <a:pt x="17" y="42"/>
                    <a:pt x="15" y="40"/>
                  </a:cubicBezTo>
                  <a:cubicBezTo>
                    <a:pt x="14" y="36"/>
                    <a:pt x="20" y="40"/>
                    <a:pt x="21" y="39"/>
                  </a:cubicBezTo>
                  <a:cubicBezTo>
                    <a:pt x="21" y="36"/>
                    <a:pt x="24" y="36"/>
                    <a:pt x="23" y="34"/>
                  </a:cubicBezTo>
                  <a:cubicBezTo>
                    <a:pt x="21" y="33"/>
                    <a:pt x="21" y="34"/>
                    <a:pt x="20" y="33"/>
                  </a:cubicBezTo>
                  <a:cubicBezTo>
                    <a:pt x="20" y="31"/>
                    <a:pt x="17" y="33"/>
                    <a:pt x="18" y="31"/>
                  </a:cubicBezTo>
                  <a:cubicBezTo>
                    <a:pt x="21" y="30"/>
                    <a:pt x="21" y="28"/>
                    <a:pt x="18" y="27"/>
                  </a:cubicBezTo>
                  <a:cubicBezTo>
                    <a:pt x="15" y="25"/>
                    <a:pt x="15" y="25"/>
                    <a:pt x="14" y="27"/>
                  </a:cubicBezTo>
                  <a:cubicBezTo>
                    <a:pt x="12" y="31"/>
                    <a:pt x="11" y="27"/>
                    <a:pt x="9" y="27"/>
                  </a:cubicBezTo>
                  <a:cubicBezTo>
                    <a:pt x="8" y="28"/>
                    <a:pt x="8" y="25"/>
                    <a:pt x="6" y="23"/>
                  </a:cubicBezTo>
                  <a:cubicBezTo>
                    <a:pt x="6" y="22"/>
                    <a:pt x="8" y="22"/>
                    <a:pt x="6" y="22"/>
                  </a:cubicBezTo>
                  <a:cubicBezTo>
                    <a:pt x="6" y="20"/>
                    <a:pt x="8" y="19"/>
                    <a:pt x="6" y="19"/>
                  </a:cubicBezTo>
                  <a:cubicBezTo>
                    <a:pt x="6" y="19"/>
                    <a:pt x="6" y="16"/>
                    <a:pt x="5" y="19"/>
                  </a:cubicBezTo>
                  <a:cubicBezTo>
                    <a:pt x="5" y="20"/>
                    <a:pt x="6" y="17"/>
                    <a:pt x="0" y="11"/>
                  </a:cubicBezTo>
                  <a:cubicBezTo>
                    <a:pt x="3" y="11"/>
                    <a:pt x="2" y="6"/>
                    <a:pt x="5" y="8"/>
                  </a:cubicBezTo>
                  <a:cubicBezTo>
                    <a:pt x="8" y="9"/>
                    <a:pt x="6" y="11"/>
                    <a:pt x="8" y="11"/>
                  </a:cubicBezTo>
                  <a:cubicBezTo>
                    <a:pt x="9" y="11"/>
                    <a:pt x="9" y="5"/>
                    <a:pt x="11" y="8"/>
                  </a:cubicBezTo>
                  <a:cubicBezTo>
                    <a:pt x="12" y="9"/>
                    <a:pt x="12" y="8"/>
                    <a:pt x="12" y="8"/>
                  </a:cubicBezTo>
                  <a:cubicBezTo>
                    <a:pt x="14" y="9"/>
                    <a:pt x="15" y="13"/>
                    <a:pt x="15" y="9"/>
                  </a:cubicBezTo>
                  <a:cubicBezTo>
                    <a:pt x="15" y="6"/>
                    <a:pt x="17" y="6"/>
                    <a:pt x="17" y="8"/>
                  </a:cubicBezTo>
                  <a:cubicBezTo>
                    <a:pt x="18" y="9"/>
                    <a:pt x="23" y="6"/>
                    <a:pt x="21" y="5"/>
                  </a:cubicBezTo>
                  <a:cubicBezTo>
                    <a:pt x="21" y="3"/>
                    <a:pt x="23" y="5"/>
                    <a:pt x="24" y="2"/>
                  </a:cubicBezTo>
                  <a:cubicBezTo>
                    <a:pt x="26" y="0"/>
                    <a:pt x="27" y="6"/>
                    <a:pt x="31" y="6"/>
                  </a:cubicBezTo>
                  <a:cubicBezTo>
                    <a:pt x="34" y="5"/>
                    <a:pt x="32" y="8"/>
                    <a:pt x="35" y="6"/>
                  </a:cubicBezTo>
                  <a:cubicBezTo>
                    <a:pt x="37" y="6"/>
                    <a:pt x="38" y="6"/>
                    <a:pt x="37" y="9"/>
                  </a:cubicBezTo>
                  <a:cubicBezTo>
                    <a:pt x="34" y="13"/>
                    <a:pt x="37" y="11"/>
                    <a:pt x="37" y="14"/>
                  </a:cubicBezTo>
                  <a:cubicBezTo>
                    <a:pt x="37" y="16"/>
                    <a:pt x="38" y="14"/>
                    <a:pt x="40" y="17"/>
                  </a:cubicBezTo>
                  <a:cubicBezTo>
                    <a:pt x="40" y="19"/>
                    <a:pt x="41" y="17"/>
                    <a:pt x="41" y="19"/>
                  </a:cubicBezTo>
                  <a:cubicBezTo>
                    <a:pt x="43" y="20"/>
                    <a:pt x="44" y="19"/>
                    <a:pt x="47" y="20"/>
                  </a:cubicBezTo>
                  <a:cubicBezTo>
                    <a:pt x="47" y="20"/>
                    <a:pt x="46" y="20"/>
                    <a:pt x="43" y="2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5" name="Freeform 75">
              <a:extLst>
                <a:ext uri="{FF2B5EF4-FFF2-40B4-BE49-F238E27FC236}">
                  <a16:creationId xmlns:a16="http://schemas.microsoft.com/office/drawing/2014/main" id="{565B6009-8ACC-A382-640D-C2C1AEA2D368}"/>
                </a:ext>
              </a:extLst>
            </p:cNvPr>
            <p:cNvSpPr>
              <a:spLocks/>
            </p:cNvSpPr>
            <p:nvPr/>
          </p:nvSpPr>
          <p:spPr bwMode="auto">
            <a:xfrm>
              <a:off x="4215700" y="3910718"/>
              <a:ext cx="184414" cy="268666"/>
            </a:xfrm>
            <a:custGeom>
              <a:avLst/>
              <a:gdLst/>
              <a:ahLst/>
              <a:cxnLst>
                <a:cxn ang="0">
                  <a:pos x="0" y="20"/>
                </a:cxn>
                <a:cxn ang="0">
                  <a:pos x="2" y="22"/>
                </a:cxn>
                <a:cxn ang="0">
                  <a:pos x="3" y="29"/>
                </a:cxn>
                <a:cxn ang="0">
                  <a:pos x="8" y="28"/>
                </a:cxn>
                <a:cxn ang="0">
                  <a:pos x="9" y="32"/>
                </a:cxn>
                <a:cxn ang="0">
                  <a:pos x="8" y="42"/>
                </a:cxn>
                <a:cxn ang="0">
                  <a:pos x="6" y="50"/>
                </a:cxn>
                <a:cxn ang="0">
                  <a:pos x="12" y="45"/>
                </a:cxn>
                <a:cxn ang="0">
                  <a:pos x="18" y="45"/>
                </a:cxn>
                <a:cxn ang="0">
                  <a:pos x="20" y="45"/>
                </a:cxn>
                <a:cxn ang="0">
                  <a:pos x="27" y="40"/>
                </a:cxn>
                <a:cxn ang="0">
                  <a:pos x="32" y="43"/>
                </a:cxn>
                <a:cxn ang="0">
                  <a:pos x="36" y="56"/>
                </a:cxn>
                <a:cxn ang="0">
                  <a:pos x="41" y="65"/>
                </a:cxn>
                <a:cxn ang="0">
                  <a:pos x="42" y="76"/>
                </a:cxn>
                <a:cxn ang="0">
                  <a:pos x="39" y="81"/>
                </a:cxn>
                <a:cxn ang="0">
                  <a:pos x="44" y="84"/>
                </a:cxn>
                <a:cxn ang="0">
                  <a:pos x="47" y="83"/>
                </a:cxn>
                <a:cxn ang="0">
                  <a:pos x="50" y="79"/>
                </a:cxn>
                <a:cxn ang="0">
                  <a:pos x="53" y="81"/>
                </a:cxn>
                <a:cxn ang="0">
                  <a:pos x="56" y="79"/>
                </a:cxn>
                <a:cxn ang="0">
                  <a:pos x="57" y="78"/>
                </a:cxn>
                <a:cxn ang="0">
                  <a:pos x="57" y="70"/>
                </a:cxn>
                <a:cxn ang="0">
                  <a:pos x="56" y="65"/>
                </a:cxn>
                <a:cxn ang="0">
                  <a:pos x="56" y="64"/>
                </a:cxn>
                <a:cxn ang="0">
                  <a:pos x="51" y="61"/>
                </a:cxn>
                <a:cxn ang="0">
                  <a:pos x="48" y="51"/>
                </a:cxn>
                <a:cxn ang="0">
                  <a:pos x="42" y="45"/>
                </a:cxn>
                <a:cxn ang="0">
                  <a:pos x="39" y="40"/>
                </a:cxn>
                <a:cxn ang="0">
                  <a:pos x="39" y="37"/>
                </a:cxn>
                <a:cxn ang="0">
                  <a:pos x="32" y="34"/>
                </a:cxn>
                <a:cxn ang="0">
                  <a:pos x="30" y="29"/>
                </a:cxn>
                <a:cxn ang="0">
                  <a:pos x="36" y="28"/>
                </a:cxn>
                <a:cxn ang="0">
                  <a:pos x="38" y="23"/>
                </a:cxn>
                <a:cxn ang="0">
                  <a:pos x="35" y="22"/>
                </a:cxn>
                <a:cxn ang="0">
                  <a:pos x="33" y="20"/>
                </a:cxn>
                <a:cxn ang="0">
                  <a:pos x="33" y="15"/>
                </a:cxn>
                <a:cxn ang="0">
                  <a:pos x="29" y="15"/>
                </a:cxn>
                <a:cxn ang="0">
                  <a:pos x="24" y="15"/>
                </a:cxn>
                <a:cxn ang="0">
                  <a:pos x="21" y="12"/>
                </a:cxn>
                <a:cxn ang="0">
                  <a:pos x="21" y="11"/>
                </a:cxn>
                <a:cxn ang="0">
                  <a:pos x="21" y="7"/>
                </a:cxn>
                <a:cxn ang="0">
                  <a:pos x="20" y="7"/>
                </a:cxn>
                <a:cxn ang="0">
                  <a:pos x="15" y="0"/>
                </a:cxn>
                <a:cxn ang="0">
                  <a:pos x="12" y="4"/>
                </a:cxn>
                <a:cxn ang="0">
                  <a:pos x="12" y="11"/>
                </a:cxn>
                <a:cxn ang="0">
                  <a:pos x="12" y="12"/>
                </a:cxn>
                <a:cxn ang="0">
                  <a:pos x="8" y="9"/>
                </a:cxn>
                <a:cxn ang="0">
                  <a:pos x="3" y="14"/>
                </a:cxn>
                <a:cxn ang="0">
                  <a:pos x="0" y="20"/>
                </a:cxn>
              </a:cxnLst>
              <a:rect l="0" t="0" r="r" b="b"/>
              <a:pathLst>
                <a:path w="60" h="87">
                  <a:moveTo>
                    <a:pt x="0" y="20"/>
                  </a:moveTo>
                  <a:cubicBezTo>
                    <a:pt x="0" y="23"/>
                    <a:pt x="0" y="20"/>
                    <a:pt x="2" y="22"/>
                  </a:cubicBezTo>
                  <a:cubicBezTo>
                    <a:pt x="5" y="25"/>
                    <a:pt x="0" y="29"/>
                    <a:pt x="3" y="29"/>
                  </a:cubicBezTo>
                  <a:cubicBezTo>
                    <a:pt x="6" y="29"/>
                    <a:pt x="5" y="28"/>
                    <a:pt x="8" y="28"/>
                  </a:cubicBezTo>
                  <a:cubicBezTo>
                    <a:pt x="11" y="29"/>
                    <a:pt x="8" y="31"/>
                    <a:pt x="9" y="32"/>
                  </a:cubicBezTo>
                  <a:cubicBezTo>
                    <a:pt x="11" y="36"/>
                    <a:pt x="6" y="40"/>
                    <a:pt x="8" y="42"/>
                  </a:cubicBezTo>
                  <a:cubicBezTo>
                    <a:pt x="9" y="43"/>
                    <a:pt x="5" y="48"/>
                    <a:pt x="6" y="50"/>
                  </a:cubicBezTo>
                  <a:cubicBezTo>
                    <a:pt x="8" y="50"/>
                    <a:pt x="8" y="50"/>
                    <a:pt x="12" y="45"/>
                  </a:cubicBezTo>
                  <a:cubicBezTo>
                    <a:pt x="17" y="40"/>
                    <a:pt x="15" y="45"/>
                    <a:pt x="18" y="45"/>
                  </a:cubicBezTo>
                  <a:cubicBezTo>
                    <a:pt x="20" y="45"/>
                    <a:pt x="18" y="46"/>
                    <a:pt x="20" y="45"/>
                  </a:cubicBezTo>
                  <a:cubicBezTo>
                    <a:pt x="24" y="43"/>
                    <a:pt x="23" y="39"/>
                    <a:pt x="27" y="40"/>
                  </a:cubicBezTo>
                  <a:cubicBezTo>
                    <a:pt x="30" y="42"/>
                    <a:pt x="30" y="40"/>
                    <a:pt x="32" y="43"/>
                  </a:cubicBezTo>
                  <a:cubicBezTo>
                    <a:pt x="33" y="50"/>
                    <a:pt x="38" y="48"/>
                    <a:pt x="36" y="56"/>
                  </a:cubicBezTo>
                  <a:cubicBezTo>
                    <a:pt x="35" y="64"/>
                    <a:pt x="41" y="64"/>
                    <a:pt x="41" y="65"/>
                  </a:cubicBezTo>
                  <a:cubicBezTo>
                    <a:pt x="41" y="67"/>
                    <a:pt x="44" y="67"/>
                    <a:pt x="42" y="76"/>
                  </a:cubicBezTo>
                  <a:cubicBezTo>
                    <a:pt x="42" y="78"/>
                    <a:pt x="44" y="79"/>
                    <a:pt x="39" y="81"/>
                  </a:cubicBezTo>
                  <a:cubicBezTo>
                    <a:pt x="41" y="86"/>
                    <a:pt x="42" y="81"/>
                    <a:pt x="44" y="84"/>
                  </a:cubicBezTo>
                  <a:cubicBezTo>
                    <a:pt x="45" y="87"/>
                    <a:pt x="48" y="86"/>
                    <a:pt x="47" y="83"/>
                  </a:cubicBezTo>
                  <a:cubicBezTo>
                    <a:pt x="44" y="79"/>
                    <a:pt x="48" y="81"/>
                    <a:pt x="50" y="79"/>
                  </a:cubicBezTo>
                  <a:cubicBezTo>
                    <a:pt x="51" y="78"/>
                    <a:pt x="51" y="83"/>
                    <a:pt x="53" y="81"/>
                  </a:cubicBezTo>
                  <a:cubicBezTo>
                    <a:pt x="54" y="81"/>
                    <a:pt x="56" y="78"/>
                    <a:pt x="56" y="79"/>
                  </a:cubicBezTo>
                  <a:cubicBezTo>
                    <a:pt x="57" y="79"/>
                    <a:pt x="57" y="78"/>
                    <a:pt x="57" y="78"/>
                  </a:cubicBezTo>
                  <a:cubicBezTo>
                    <a:pt x="57" y="75"/>
                    <a:pt x="60" y="73"/>
                    <a:pt x="57" y="70"/>
                  </a:cubicBezTo>
                  <a:cubicBezTo>
                    <a:pt x="54" y="67"/>
                    <a:pt x="54" y="67"/>
                    <a:pt x="56" y="65"/>
                  </a:cubicBezTo>
                  <a:cubicBezTo>
                    <a:pt x="57" y="65"/>
                    <a:pt x="57" y="64"/>
                    <a:pt x="56" y="64"/>
                  </a:cubicBezTo>
                  <a:cubicBezTo>
                    <a:pt x="56" y="65"/>
                    <a:pt x="53" y="59"/>
                    <a:pt x="51" y="61"/>
                  </a:cubicBezTo>
                  <a:cubicBezTo>
                    <a:pt x="50" y="61"/>
                    <a:pt x="51" y="53"/>
                    <a:pt x="48" y="51"/>
                  </a:cubicBezTo>
                  <a:cubicBezTo>
                    <a:pt x="45" y="51"/>
                    <a:pt x="42" y="48"/>
                    <a:pt x="42" y="45"/>
                  </a:cubicBezTo>
                  <a:cubicBezTo>
                    <a:pt x="41" y="40"/>
                    <a:pt x="41" y="43"/>
                    <a:pt x="39" y="40"/>
                  </a:cubicBezTo>
                  <a:cubicBezTo>
                    <a:pt x="38" y="39"/>
                    <a:pt x="39" y="39"/>
                    <a:pt x="39" y="37"/>
                  </a:cubicBezTo>
                  <a:cubicBezTo>
                    <a:pt x="38" y="37"/>
                    <a:pt x="36" y="37"/>
                    <a:pt x="32" y="34"/>
                  </a:cubicBezTo>
                  <a:cubicBezTo>
                    <a:pt x="27" y="29"/>
                    <a:pt x="32" y="31"/>
                    <a:pt x="30" y="29"/>
                  </a:cubicBezTo>
                  <a:cubicBezTo>
                    <a:pt x="29" y="25"/>
                    <a:pt x="35" y="29"/>
                    <a:pt x="36" y="28"/>
                  </a:cubicBezTo>
                  <a:cubicBezTo>
                    <a:pt x="36" y="25"/>
                    <a:pt x="39" y="25"/>
                    <a:pt x="38" y="23"/>
                  </a:cubicBezTo>
                  <a:cubicBezTo>
                    <a:pt x="36" y="22"/>
                    <a:pt x="36" y="23"/>
                    <a:pt x="35" y="22"/>
                  </a:cubicBezTo>
                  <a:cubicBezTo>
                    <a:pt x="35" y="20"/>
                    <a:pt x="32" y="22"/>
                    <a:pt x="33" y="20"/>
                  </a:cubicBezTo>
                  <a:cubicBezTo>
                    <a:pt x="36" y="18"/>
                    <a:pt x="36" y="17"/>
                    <a:pt x="33" y="15"/>
                  </a:cubicBezTo>
                  <a:cubicBezTo>
                    <a:pt x="30" y="14"/>
                    <a:pt x="30" y="14"/>
                    <a:pt x="29" y="15"/>
                  </a:cubicBezTo>
                  <a:cubicBezTo>
                    <a:pt x="27" y="20"/>
                    <a:pt x="26" y="15"/>
                    <a:pt x="24" y="15"/>
                  </a:cubicBezTo>
                  <a:cubicBezTo>
                    <a:pt x="23" y="17"/>
                    <a:pt x="23" y="14"/>
                    <a:pt x="21" y="12"/>
                  </a:cubicBezTo>
                  <a:cubicBezTo>
                    <a:pt x="21" y="11"/>
                    <a:pt x="23" y="11"/>
                    <a:pt x="21" y="11"/>
                  </a:cubicBezTo>
                  <a:cubicBezTo>
                    <a:pt x="21" y="9"/>
                    <a:pt x="23" y="7"/>
                    <a:pt x="21" y="7"/>
                  </a:cubicBezTo>
                  <a:cubicBezTo>
                    <a:pt x="21" y="7"/>
                    <a:pt x="21" y="4"/>
                    <a:pt x="20" y="7"/>
                  </a:cubicBezTo>
                  <a:cubicBezTo>
                    <a:pt x="20" y="9"/>
                    <a:pt x="21" y="6"/>
                    <a:pt x="15" y="0"/>
                  </a:cubicBezTo>
                  <a:cubicBezTo>
                    <a:pt x="14" y="0"/>
                    <a:pt x="9" y="0"/>
                    <a:pt x="12" y="4"/>
                  </a:cubicBezTo>
                  <a:cubicBezTo>
                    <a:pt x="14" y="11"/>
                    <a:pt x="12" y="9"/>
                    <a:pt x="12" y="11"/>
                  </a:cubicBezTo>
                  <a:cubicBezTo>
                    <a:pt x="14" y="12"/>
                    <a:pt x="12" y="14"/>
                    <a:pt x="12" y="12"/>
                  </a:cubicBezTo>
                  <a:cubicBezTo>
                    <a:pt x="11" y="11"/>
                    <a:pt x="9" y="15"/>
                    <a:pt x="8" y="9"/>
                  </a:cubicBezTo>
                  <a:cubicBezTo>
                    <a:pt x="6" y="11"/>
                    <a:pt x="3" y="9"/>
                    <a:pt x="3" y="14"/>
                  </a:cubicBezTo>
                  <a:cubicBezTo>
                    <a:pt x="2" y="18"/>
                    <a:pt x="0" y="14"/>
                    <a:pt x="0" y="2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6" name="Freeform 76">
              <a:extLst>
                <a:ext uri="{FF2B5EF4-FFF2-40B4-BE49-F238E27FC236}">
                  <a16:creationId xmlns:a16="http://schemas.microsoft.com/office/drawing/2014/main" id="{7612B636-AE48-0E61-C275-DA4AE1E194DD}"/>
                </a:ext>
              </a:extLst>
            </p:cNvPr>
            <p:cNvSpPr>
              <a:spLocks/>
            </p:cNvSpPr>
            <p:nvPr/>
          </p:nvSpPr>
          <p:spPr bwMode="auto">
            <a:xfrm>
              <a:off x="4261804" y="4150769"/>
              <a:ext cx="135131" cy="130359"/>
            </a:xfrm>
            <a:custGeom>
              <a:avLst/>
              <a:gdLst/>
              <a:ahLst/>
              <a:cxnLst>
                <a:cxn ang="0">
                  <a:pos x="42" y="0"/>
                </a:cxn>
                <a:cxn ang="0">
                  <a:pos x="41" y="6"/>
                </a:cxn>
                <a:cxn ang="0">
                  <a:pos x="42" y="11"/>
                </a:cxn>
                <a:cxn ang="0">
                  <a:pos x="42" y="18"/>
                </a:cxn>
                <a:cxn ang="0">
                  <a:pos x="41" y="23"/>
                </a:cxn>
                <a:cxn ang="0">
                  <a:pos x="36" y="26"/>
                </a:cxn>
                <a:cxn ang="0">
                  <a:pos x="33" y="29"/>
                </a:cxn>
                <a:cxn ang="0">
                  <a:pos x="30" y="31"/>
                </a:cxn>
                <a:cxn ang="0">
                  <a:pos x="30" y="35"/>
                </a:cxn>
                <a:cxn ang="0">
                  <a:pos x="29" y="37"/>
                </a:cxn>
                <a:cxn ang="0">
                  <a:pos x="24" y="37"/>
                </a:cxn>
                <a:cxn ang="0">
                  <a:pos x="23" y="39"/>
                </a:cxn>
                <a:cxn ang="0">
                  <a:pos x="18" y="42"/>
                </a:cxn>
                <a:cxn ang="0">
                  <a:pos x="14" y="40"/>
                </a:cxn>
                <a:cxn ang="0">
                  <a:pos x="12" y="40"/>
                </a:cxn>
                <a:cxn ang="0">
                  <a:pos x="12" y="35"/>
                </a:cxn>
                <a:cxn ang="0">
                  <a:pos x="11" y="37"/>
                </a:cxn>
                <a:cxn ang="0">
                  <a:pos x="8" y="35"/>
                </a:cxn>
                <a:cxn ang="0">
                  <a:pos x="6" y="29"/>
                </a:cxn>
                <a:cxn ang="0">
                  <a:pos x="5" y="21"/>
                </a:cxn>
                <a:cxn ang="0">
                  <a:pos x="2" y="14"/>
                </a:cxn>
                <a:cxn ang="0">
                  <a:pos x="3" y="11"/>
                </a:cxn>
                <a:cxn ang="0">
                  <a:pos x="6" y="6"/>
                </a:cxn>
                <a:cxn ang="0">
                  <a:pos x="20" y="3"/>
                </a:cxn>
                <a:cxn ang="0">
                  <a:pos x="24" y="3"/>
                </a:cxn>
                <a:cxn ang="0">
                  <a:pos x="29" y="6"/>
                </a:cxn>
                <a:cxn ang="0">
                  <a:pos x="32" y="4"/>
                </a:cxn>
                <a:cxn ang="0">
                  <a:pos x="35" y="1"/>
                </a:cxn>
                <a:cxn ang="0">
                  <a:pos x="38" y="3"/>
                </a:cxn>
                <a:cxn ang="0">
                  <a:pos x="41" y="1"/>
                </a:cxn>
                <a:cxn ang="0">
                  <a:pos x="42" y="0"/>
                </a:cxn>
              </a:cxnLst>
              <a:rect l="0" t="0" r="r" b="b"/>
              <a:pathLst>
                <a:path w="44" h="42">
                  <a:moveTo>
                    <a:pt x="42" y="0"/>
                  </a:moveTo>
                  <a:cubicBezTo>
                    <a:pt x="42" y="1"/>
                    <a:pt x="41" y="6"/>
                    <a:pt x="41" y="6"/>
                  </a:cubicBezTo>
                  <a:cubicBezTo>
                    <a:pt x="42" y="7"/>
                    <a:pt x="42" y="7"/>
                    <a:pt x="42" y="11"/>
                  </a:cubicBezTo>
                  <a:cubicBezTo>
                    <a:pt x="44" y="14"/>
                    <a:pt x="42" y="15"/>
                    <a:pt x="42" y="18"/>
                  </a:cubicBezTo>
                  <a:cubicBezTo>
                    <a:pt x="44" y="21"/>
                    <a:pt x="44" y="25"/>
                    <a:pt x="41" y="23"/>
                  </a:cubicBezTo>
                  <a:cubicBezTo>
                    <a:pt x="39" y="23"/>
                    <a:pt x="39" y="26"/>
                    <a:pt x="36" y="26"/>
                  </a:cubicBezTo>
                  <a:cubicBezTo>
                    <a:pt x="32" y="26"/>
                    <a:pt x="36" y="31"/>
                    <a:pt x="33" y="29"/>
                  </a:cubicBezTo>
                  <a:cubicBezTo>
                    <a:pt x="30" y="28"/>
                    <a:pt x="29" y="29"/>
                    <a:pt x="30" y="31"/>
                  </a:cubicBezTo>
                  <a:cubicBezTo>
                    <a:pt x="30" y="32"/>
                    <a:pt x="29" y="34"/>
                    <a:pt x="30" y="35"/>
                  </a:cubicBezTo>
                  <a:cubicBezTo>
                    <a:pt x="35" y="39"/>
                    <a:pt x="30" y="39"/>
                    <a:pt x="29" y="37"/>
                  </a:cubicBezTo>
                  <a:cubicBezTo>
                    <a:pt x="29" y="34"/>
                    <a:pt x="26" y="39"/>
                    <a:pt x="24" y="37"/>
                  </a:cubicBezTo>
                  <a:cubicBezTo>
                    <a:pt x="24" y="35"/>
                    <a:pt x="23" y="39"/>
                    <a:pt x="23" y="39"/>
                  </a:cubicBezTo>
                  <a:cubicBezTo>
                    <a:pt x="24" y="42"/>
                    <a:pt x="20" y="40"/>
                    <a:pt x="18" y="42"/>
                  </a:cubicBezTo>
                  <a:cubicBezTo>
                    <a:pt x="17" y="40"/>
                    <a:pt x="15" y="42"/>
                    <a:pt x="14" y="40"/>
                  </a:cubicBezTo>
                  <a:cubicBezTo>
                    <a:pt x="14" y="39"/>
                    <a:pt x="14" y="42"/>
                    <a:pt x="12" y="40"/>
                  </a:cubicBezTo>
                  <a:cubicBezTo>
                    <a:pt x="9" y="39"/>
                    <a:pt x="14" y="39"/>
                    <a:pt x="12" y="35"/>
                  </a:cubicBezTo>
                  <a:cubicBezTo>
                    <a:pt x="9" y="32"/>
                    <a:pt x="11" y="37"/>
                    <a:pt x="11" y="37"/>
                  </a:cubicBezTo>
                  <a:cubicBezTo>
                    <a:pt x="9" y="37"/>
                    <a:pt x="8" y="40"/>
                    <a:pt x="8" y="35"/>
                  </a:cubicBezTo>
                  <a:cubicBezTo>
                    <a:pt x="8" y="32"/>
                    <a:pt x="9" y="34"/>
                    <a:pt x="6" y="29"/>
                  </a:cubicBezTo>
                  <a:cubicBezTo>
                    <a:pt x="3" y="25"/>
                    <a:pt x="6" y="23"/>
                    <a:pt x="5" y="21"/>
                  </a:cubicBezTo>
                  <a:cubicBezTo>
                    <a:pt x="2" y="20"/>
                    <a:pt x="5" y="18"/>
                    <a:pt x="2" y="14"/>
                  </a:cubicBezTo>
                  <a:cubicBezTo>
                    <a:pt x="0" y="9"/>
                    <a:pt x="3" y="12"/>
                    <a:pt x="3" y="11"/>
                  </a:cubicBezTo>
                  <a:cubicBezTo>
                    <a:pt x="3" y="9"/>
                    <a:pt x="5" y="11"/>
                    <a:pt x="6" y="6"/>
                  </a:cubicBezTo>
                  <a:cubicBezTo>
                    <a:pt x="8" y="1"/>
                    <a:pt x="15" y="3"/>
                    <a:pt x="20" y="3"/>
                  </a:cubicBezTo>
                  <a:cubicBezTo>
                    <a:pt x="24" y="1"/>
                    <a:pt x="23" y="4"/>
                    <a:pt x="24" y="3"/>
                  </a:cubicBezTo>
                  <a:cubicBezTo>
                    <a:pt x="26" y="7"/>
                    <a:pt x="27" y="3"/>
                    <a:pt x="29" y="6"/>
                  </a:cubicBezTo>
                  <a:cubicBezTo>
                    <a:pt x="30" y="9"/>
                    <a:pt x="33" y="7"/>
                    <a:pt x="32" y="4"/>
                  </a:cubicBezTo>
                  <a:cubicBezTo>
                    <a:pt x="29" y="1"/>
                    <a:pt x="33" y="3"/>
                    <a:pt x="35" y="1"/>
                  </a:cubicBezTo>
                  <a:cubicBezTo>
                    <a:pt x="36" y="0"/>
                    <a:pt x="36" y="4"/>
                    <a:pt x="38" y="3"/>
                  </a:cubicBezTo>
                  <a:cubicBezTo>
                    <a:pt x="39" y="3"/>
                    <a:pt x="41" y="0"/>
                    <a:pt x="41" y="1"/>
                  </a:cubicBezTo>
                  <a:cubicBezTo>
                    <a:pt x="42" y="1"/>
                    <a:pt x="42" y="0"/>
                    <a:pt x="42"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7" name="Freeform 194">
              <a:extLst>
                <a:ext uri="{FF2B5EF4-FFF2-40B4-BE49-F238E27FC236}">
                  <a16:creationId xmlns:a16="http://schemas.microsoft.com/office/drawing/2014/main" id="{C9767E91-44CD-5EFC-1FE3-7F35DEBD42D8}"/>
                </a:ext>
              </a:extLst>
            </p:cNvPr>
            <p:cNvSpPr>
              <a:spLocks/>
            </p:cNvSpPr>
            <p:nvPr/>
          </p:nvSpPr>
          <p:spPr bwMode="auto">
            <a:xfrm>
              <a:off x="2867575" y="3265282"/>
              <a:ext cx="128771" cy="130359"/>
            </a:xfrm>
            <a:custGeom>
              <a:avLst/>
              <a:gdLst/>
              <a:ahLst/>
              <a:cxnLst>
                <a:cxn ang="0">
                  <a:pos x="30" y="41"/>
                </a:cxn>
                <a:cxn ang="0">
                  <a:pos x="26" y="38"/>
                </a:cxn>
                <a:cxn ang="0">
                  <a:pos x="26" y="39"/>
                </a:cxn>
                <a:cxn ang="0">
                  <a:pos x="24" y="38"/>
                </a:cxn>
                <a:cxn ang="0">
                  <a:pos x="23" y="36"/>
                </a:cxn>
                <a:cxn ang="0">
                  <a:pos x="23" y="35"/>
                </a:cxn>
                <a:cxn ang="0">
                  <a:pos x="26" y="33"/>
                </a:cxn>
                <a:cxn ang="0">
                  <a:pos x="24" y="32"/>
                </a:cxn>
                <a:cxn ang="0">
                  <a:pos x="26" y="30"/>
                </a:cxn>
                <a:cxn ang="0">
                  <a:pos x="23" y="27"/>
                </a:cxn>
                <a:cxn ang="0">
                  <a:pos x="18" y="30"/>
                </a:cxn>
                <a:cxn ang="0">
                  <a:pos x="15" y="32"/>
                </a:cxn>
                <a:cxn ang="0">
                  <a:pos x="14" y="33"/>
                </a:cxn>
                <a:cxn ang="0">
                  <a:pos x="12" y="35"/>
                </a:cxn>
                <a:cxn ang="0">
                  <a:pos x="11" y="36"/>
                </a:cxn>
                <a:cxn ang="0">
                  <a:pos x="11" y="33"/>
                </a:cxn>
                <a:cxn ang="0">
                  <a:pos x="11" y="33"/>
                </a:cxn>
                <a:cxn ang="0">
                  <a:pos x="12" y="32"/>
                </a:cxn>
                <a:cxn ang="0">
                  <a:pos x="11" y="30"/>
                </a:cxn>
                <a:cxn ang="0">
                  <a:pos x="12" y="28"/>
                </a:cxn>
                <a:cxn ang="0">
                  <a:pos x="9" y="27"/>
                </a:cxn>
                <a:cxn ang="0">
                  <a:pos x="6" y="24"/>
                </a:cxn>
                <a:cxn ang="0">
                  <a:pos x="4" y="24"/>
                </a:cxn>
                <a:cxn ang="0">
                  <a:pos x="6" y="24"/>
                </a:cxn>
                <a:cxn ang="0">
                  <a:pos x="8" y="21"/>
                </a:cxn>
                <a:cxn ang="0">
                  <a:pos x="3" y="18"/>
                </a:cxn>
                <a:cxn ang="0">
                  <a:pos x="4" y="14"/>
                </a:cxn>
                <a:cxn ang="0">
                  <a:pos x="0" y="8"/>
                </a:cxn>
                <a:cxn ang="0">
                  <a:pos x="1" y="7"/>
                </a:cxn>
                <a:cxn ang="0">
                  <a:pos x="4" y="8"/>
                </a:cxn>
                <a:cxn ang="0">
                  <a:pos x="6" y="10"/>
                </a:cxn>
                <a:cxn ang="0">
                  <a:pos x="9" y="10"/>
                </a:cxn>
                <a:cxn ang="0">
                  <a:pos x="12" y="10"/>
                </a:cxn>
                <a:cxn ang="0">
                  <a:pos x="9" y="7"/>
                </a:cxn>
                <a:cxn ang="0">
                  <a:pos x="9" y="5"/>
                </a:cxn>
                <a:cxn ang="0">
                  <a:pos x="11" y="2"/>
                </a:cxn>
                <a:cxn ang="0">
                  <a:pos x="14" y="4"/>
                </a:cxn>
                <a:cxn ang="0">
                  <a:pos x="17" y="7"/>
                </a:cxn>
                <a:cxn ang="0">
                  <a:pos x="23" y="8"/>
                </a:cxn>
                <a:cxn ang="0">
                  <a:pos x="27" y="4"/>
                </a:cxn>
                <a:cxn ang="0">
                  <a:pos x="32" y="11"/>
                </a:cxn>
                <a:cxn ang="0">
                  <a:pos x="35" y="16"/>
                </a:cxn>
                <a:cxn ang="0">
                  <a:pos x="42" y="19"/>
                </a:cxn>
                <a:cxn ang="0">
                  <a:pos x="36" y="19"/>
                </a:cxn>
                <a:cxn ang="0">
                  <a:pos x="33" y="27"/>
                </a:cxn>
                <a:cxn ang="0">
                  <a:pos x="33" y="32"/>
                </a:cxn>
                <a:cxn ang="0">
                  <a:pos x="32" y="35"/>
                </a:cxn>
                <a:cxn ang="0">
                  <a:pos x="30" y="35"/>
                </a:cxn>
                <a:cxn ang="0">
                  <a:pos x="30" y="41"/>
                </a:cxn>
              </a:cxnLst>
              <a:rect l="0" t="0" r="r" b="b"/>
              <a:pathLst>
                <a:path w="42" h="42">
                  <a:moveTo>
                    <a:pt x="30" y="41"/>
                  </a:moveTo>
                  <a:cubicBezTo>
                    <a:pt x="26" y="42"/>
                    <a:pt x="27" y="39"/>
                    <a:pt x="26" y="38"/>
                  </a:cubicBezTo>
                  <a:cubicBezTo>
                    <a:pt x="26" y="39"/>
                    <a:pt x="26" y="39"/>
                    <a:pt x="26" y="39"/>
                  </a:cubicBezTo>
                  <a:cubicBezTo>
                    <a:pt x="24" y="39"/>
                    <a:pt x="24" y="38"/>
                    <a:pt x="24" y="38"/>
                  </a:cubicBezTo>
                  <a:cubicBezTo>
                    <a:pt x="24" y="36"/>
                    <a:pt x="24" y="36"/>
                    <a:pt x="23" y="36"/>
                  </a:cubicBezTo>
                  <a:cubicBezTo>
                    <a:pt x="23" y="36"/>
                    <a:pt x="23" y="36"/>
                    <a:pt x="23" y="35"/>
                  </a:cubicBezTo>
                  <a:cubicBezTo>
                    <a:pt x="23" y="35"/>
                    <a:pt x="26" y="35"/>
                    <a:pt x="26" y="33"/>
                  </a:cubicBezTo>
                  <a:cubicBezTo>
                    <a:pt x="26" y="33"/>
                    <a:pt x="24" y="33"/>
                    <a:pt x="24" y="32"/>
                  </a:cubicBezTo>
                  <a:cubicBezTo>
                    <a:pt x="24" y="30"/>
                    <a:pt x="26" y="30"/>
                    <a:pt x="26" y="30"/>
                  </a:cubicBezTo>
                  <a:cubicBezTo>
                    <a:pt x="23" y="27"/>
                    <a:pt x="23" y="27"/>
                    <a:pt x="23" y="27"/>
                  </a:cubicBezTo>
                  <a:cubicBezTo>
                    <a:pt x="21" y="25"/>
                    <a:pt x="18" y="28"/>
                    <a:pt x="18" y="30"/>
                  </a:cubicBezTo>
                  <a:cubicBezTo>
                    <a:pt x="17" y="30"/>
                    <a:pt x="15" y="32"/>
                    <a:pt x="15" y="32"/>
                  </a:cubicBezTo>
                  <a:cubicBezTo>
                    <a:pt x="14" y="33"/>
                    <a:pt x="14" y="33"/>
                    <a:pt x="14" y="33"/>
                  </a:cubicBezTo>
                  <a:cubicBezTo>
                    <a:pt x="12" y="35"/>
                    <a:pt x="12" y="35"/>
                    <a:pt x="12" y="35"/>
                  </a:cubicBezTo>
                  <a:cubicBezTo>
                    <a:pt x="12" y="36"/>
                    <a:pt x="12" y="36"/>
                    <a:pt x="11" y="36"/>
                  </a:cubicBezTo>
                  <a:cubicBezTo>
                    <a:pt x="11" y="35"/>
                    <a:pt x="11" y="35"/>
                    <a:pt x="11" y="33"/>
                  </a:cubicBezTo>
                  <a:cubicBezTo>
                    <a:pt x="11" y="33"/>
                    <a:pt x="11" y="33"/>
                    <a:pt x="11" y="33"/>
                  </a:cubicBezTo>
                  <a:cubicBezTo>
                    <a:pt x="9" y="32"/>
                    <a:pt x="12" y="32"/>
                    <a:pt x="12" y="32"/>
                  </a:cubicBezTo>
                  <a:cubicBezTo>
                    <a:pt x="12" y="32"/>
                    <a:pt x="9" y="30"/>
                    <a:pt x="11" y="30"/>
                  </a:cubicBezTo>
                  <a:cubicBezTo>
                    <a:pt x="11" y="28"/>
                    <a:pt x="12" y="30"/>
                    <a:pt x="12" y="28"/>
                  </a:cubicBezTo>
                  <a:cubicBezTo>
                    <a:pt x="12" y="27"/>
                    <a:pt x="9" y="28"/>
                    <a:pt x="9" y="27"/>
                  </a:cubicBezTo>
                  <a:cubicBezTo>
                    <a:pt x="8" y="27"/>
                    <a:pt x="6" y="25"/>
                    <a:pt x="6" y="24"/>
                  </a:cubicBezTo>
                  <a:cubicBezTo>
                    <a:pt x="4" y="24"/>
                    <a:pt x="4" y="24"/>
                    <a:pt x="4" y="24"/>
                  </a:cubicBezTo>
                  <a:cubicBezTo>
                    <a:pt x="3" y="22"/>
                    <a:pt x="6" y="24"/>
                    <a:pt x="6" y="24"/>
                  </a:cubicBezTo>
                  <a:cubicBezTo>
                    <a:pt x="6" y="22"/>
                    <a:pt x="8" y="21"/>
                    <a:pt x="8" y="21"/>
                  </a:cubicBezTo>
                  <a:cubicBezTo>
                    <a:pt x="3" y="18"/>
                    <a:pt x="3" y="18"/>
                    <a:pt x="3" y="18"/>
                  </a:cubicBezTo>
                  <a:cubicBezTo>
                    <a:pt x="1" y="14"/>
                    <a:pt x="4" y="14"/>
                    <a:pt x="4" y="14"/>
                  </a:cubicBezTo>
                  <a:cubicBezTo>
                    <a:pt x="4" y="13"/>
                    <a:pt x="0" y="10"/>
                    <a:pt x="0" y="8"/>
                  </a:cubicBezTo>
                  <a:cubicBezTo>
                    <a:pt x="1" y="7"/>
                    <a:pt x="1" y="7"/>
                    <a:pt x="1" y="7"/>
                  </a:cubicBezTo>
                  <a:cubicBezTo>
                    <a:pt x="4" y="8"/>
                    <a:pt x="4" y="8"/>
                    <a:pt x="4" y="8"/>
                  </a:cubicBezTo>
                  <a:cubicBezTo>
                    <a:pt x="6" y="8"/>
                    <a:pt x="4" y="10"/>
                    <a:pt x="6" y="10"/>
                  </a:cubicBezTo>
                  <a:cubicBezTo>
                    <a:pt x="8" y="10"/>
                    <a:pt x="8" y="10"/>
                    <a:pt x="9" y="10"/>
                  </a:cubicBezTo>
                  <a:cubicBezTo>
                    <a:pt x="11" y="10"/>
                    <a:pt x="11" y="13"/>
                    <a:pt x="12" y="10"/>
                  </a:cubicBezTo>
                  <a:cubicBezTo>
                    <a:pt x="14" y="8"/>
                    <a:pt x="9" y="7"/>
                    <a:pt x="9" y="7"/>
                  </a:cubicBezTo>
                  <a:cubicBezTo>
                    <a:pt x="9" y="5"/>
                    <a:pt x="9" y="5"/>
                    <a:pt x="9" y="5"/>
                  </a:cubicBezTo>
                  <a:cubicBezTo>
                    <a:pt x="9" y="4"/>
                    <a:pt x="11" y="2"/>
                    <a:pt x="11" y="2"/>
                  </a:cubicBezTo>
                  <a:cubicBezTo>
                    <a:pt x="12" y="5"/>
                    <a:pt x="14" y="0"/>
                    <a:pt x="14" y="4"/>
                  </a:cubicBezTo>
                  <a:cubicBezTo>
                    <a:pt x="15" y="7"/>
                    <a:pt x="17" y="4"/>
                    <a:pt x="17" y="7"/>
                  </a:cubicBezTo>
                  <a:cubicBezTo>
                    <a:pt x="18" y="11"/>
                    <a:pt x="23" y="10"/>
                    <a:pt x="23" y="8"/>
                  </a:cubicBezTo>
                  <a:cubicBezTo>
                    <a:pt x="24" y="7"/>
                    <a:pt x="26" y="5"/>
                    <a:pt x="27" y="4"/>
                  </a:cubicBezTo>
                  <a:cubicBezTo>
                    <a:pt x="29" y="4"/>
                    <a:pt x="32" y="10"/>
                    <a:pt x="32" y="11"/>
                  </a:cubicBezTo>
                  <a:cubicBezTo>
                    <a:pt x="33" y="13"/>
                    <a:pt x="35" y="13"/>
                    <a:pt x="35" y="16"/>
                  </a:cubicBezTo>
                  <a:cubicBezTo>
                    <a:pt x="35" y="18"/>
                    <a:pt x="41" y="16"/>
                    <a:pt x="42" y="19"/>
                  </a:cubicBezTo>
                  <a:cubicBezTo>
                    <a:pt x="42" y="22"/>
                    <a:pt x="41" y="18"/>
                    <a:pt x="36" y="19"/>
                  </a:cubicBezTo>
                  <a:cubicBezTo>
                    <a:pt x="33" y="22"/>
                    <a:pt x="36" y="25"/>
                    <a:pt x="33" y="27"/>
                  </a:cubicBezTo>
                  <a:cubicBezTo>
                    <a:pt x="32" y="28"/>
                    <a:pt x="35" y="30"/>
                    <a:pt x="33" y="32"/>
                  </a:cubicBezTo>
                  <a:cubicBezTo>
                    <a:pt x="32" y="32"/>
                    <a:pt x="33" y="33"/>
                    <a:pt x="32" y="35"/>
                  </a:cubicBezTo>
                  <a:cubicBezTo>
                    <a:pt x="32" y="35"/>
                    <a:pt x="32" y="28"/>
                    <a:pt x="30" y="35"/>
                  </a:cubicBezTo>
                  <a:cubicBezTo>
                    <a:pt x="29" y="38"/>
                    <a:pt x="29" y="39"/>
                    <a:pt x="30" y="4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8" name="Freeform 195">
              <a:extLst>
                <a:ext uri="{FF2B5EF4-FFF2-40B4-BE49-F238E27FC236}">
                  <a16:creationId xmlns:a16="http://schemas.microsoft.com/office/drawing/2014/main" id="{6D63F42D-B5FD-9D1F-CBE3-67F918E6D680}"/>
                </a:ext>
              </a:extLst>
            </p:cNvPr>
            <p:cNvSpPr>
              <a:spLocks/>
            </p:cNvSpPr>
            <p:nvPr/>
          </p:nvSpPr>
          <p:spPr bwMode="auto">
            <a:xfrm>
              <a:off x="2858036" y="3343180"/>
              <a:ext cx="36565" cy="33384"/>
            </a:xfrm>
            <a:custGeom>
              <a:avLst/>
              <a:gdLst/>
              <a:ahLst/>
              <a:cxnLst>
                <a:cxn ang="0">
                  <a:pos x="0" y="2"/>
                </a:cxn>
                <a:cxn ang="0">
                  <a:pos x="3" y="0"/>
                </a:cxn>
                <a:cxn ang="0">
                  <a:pos x="4" y="3"/>
                </a:cxn>
                <a:cxn ang="0">
                  <a:pos x="6" y="3"/>
                </a:cxn>
                <a:cxn ang="0">
                  <a:pos x="7" y="3"/>
                </a:cxn>
                <a:cxn ang="0">
                  <a:pos x="9" y="5"/>
                </a:cxn>
                <a:cxn ang="0">
                  <a:pos x="10" y="6"/>
                </a:cxn>
                <a:cxn ang="0">
                  <a:pos x="12" y="11"/>
                </a:cxn>
                <a:cxn ang="0">
                  <a:pos x="9" y="11"/>
                </a:cxn>
                <a:cxn ang="0">
                  <a:pos x="0" y="2"/>
                </a:cxn>
              </a:cxnLst>
              <a:rect l="0" t="0" r="r" b="b"/>
              <a:pathLst>
                <a:path w="12" h="11">
                  <a:moveTo>
                    <a:pt x="0" y="2"/>
                  </a:moveTo>
                  <a:cubicBezTo>
                    <a:pt x="1" y="2"/>
                    <a:pt x="1" y="0"/>
                    <a:pt x="3" y="0"/>
                  </a:cubicBezTo>
                  <a:cubicBezTo>
                    <a:pt x="4" y="2"/>
                    <a:pt x="3" y="3"/>
                    <a:pt x="4" y="3"/>
                  </a:cubicBezTo>
                  <a:cubicBezTo>
                    <a:pt x="6" y="2"/>
                    <a:pt x="4" y="3"/>
                    <a:pt x="6" y="3"/>
                  </a:cubicBezTo>
                  <a:cubicBezTo>
                    <a:pt x="7" y="3"/>
                    <a:pt x="7" y="3"/>
                    <a:pt x="7" y="3"/>
                  </a:cubicBezTo>
                  <a:cubicBezTo>
                    <a:pt x="9" y="3"/>
                    <a:pt x="7" y="5"/>
                    <a:pt x="9" y="5"/>
                  </a:cubicBezTo>
                  <a:cubicBezTo>
                    <a:pt x="10" y="6"/>
                    <a:pt x="10" y="6"/>
                    <a:pt x="10" y="6"/>
                  </a:cubicBezTo>
                  <a:cubicBezTo>
                    <a:pt x="10" y="8"/>
                    <a:pt x="10" y="9"/>
                    <a:pt x="12" y="11"/>
                  </a:cubicBezTo>
                  <a:cubicBezTo>
                    <a:pt x="10" y="11"/>
                    <a:pt x="10" y="11"/>
                    <a:pt x="9" y="11"/>
                  </a:cubicBezTo>
                  <a:cubicBezTo>
                    <a:pt x="4" y="9"/>
                    <a:pt x="3" y="5"/>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49" name="Freeform 196">
              <a:extLst>
                <a:ext uri="{FF2B5EF4-FFF2-40B4-BE49-F238E27FC236}">
                  <a16:creationId xmlns:a16="http://schemas.microsoft.com/office/drawing/2014/main" id="{93415F2F-E571-B135-0C4A-9FEDB89D72C7}"/>
                </a:ext>
              </a:extLst>
            </p:cNvPr>
            <p:cNvSpPr>
              <a:spLocks/>
            </p:cNvSpPr>
            <p:nvPr/>
          </p:nvSpPr>
          <p:spPr bwMode="auto">
            <a:xfrm>
              <a:off x="2824651" y="3290717"/>
              <a:ext cx="79488" cy="85846"/>
            </a:xfrm>
            <a:custGeom>
              <a:avLst/>
              <a:gdLst/>
              <a:ahLst/>
              <a:cxnLst>
                <a:cxn ang="0">
                  <a:pos x="24" y="28"/>
                </a:cxn>
                <a:cxn ang="0">
                  <a:pos x="24" y="25"/>
                </a:cxn>
                <a:cxn ang="0">
                  <a:pos x="24" y="25"/>
                </a:cxn>
                <a:cxn ang="0">
                  <a:pos x="26" y="23"/>
                </a:cxn>
                <a:cxn ang="0">
                  <a:pos x="24" y="22"/>
                </a:cxn>
                <a:cxn ang="0">
                  <a:pos x="26" y="20"/>
                </a:cxn>
                <a:cxn ang="0">
                  <a:pos x="23" y="19"/>
                </a:cxn>
                <a:cxn ang="0">
                  <a:pos x="20" y="16"/>
                </a:cxn>
                <a:cxn ang="0">
                  <a:pos x="18" y="16"/>
                </a:cxn>
                <a:cxn ang="0">
                  <a:pos x="20" y="16"/>
                </a:cxn>
                <a:cxn ang="0">
                  <a:pos x="21" y="12"/>
                </a:cxn>
                <a:cxn ang="0">
                  <a:pos x="17" y="9"/>
                </a:cxn>
                <a:cxn ang="0">
                  <a:pos x="18" y="6"/>
                </a:cxn>
                <a:cxn ang="0">
                  <a:pos x="14" y="0"/>
                </a:cxn>
                <a:cxn ang="0">
                  <a:pos x="12" y="2"/>
                </a:cxn>
                <a:cxn ang="0">
                  <a:pos x="8" y="2"/>
                </a:cxn>
                <a:cxn ang="0">
                  <a:pos x="6" y="2"/>
                </a:cxn>
                <a:cxn ang="0">
                  <a:pos x="1" y="3"/>
                </a:cxn>
                <a:cxn ang="0">
                  <a:pos x="1" y="3"/>
                </a:cxn>
                <a:cxn ang="0">
                  <a:pos x="1" y="3"/>
                </a:cxn>
                <a:cxn ang="0">
                  <a:pos x="3" y="8"/>
                </a:cxn>
                <a:cxn ang="0">
                  <a:pos x="1" y="11"/>
                </a:cxn>
                <a:cxn ang="0">
                  <a:pos x="3" y="12"/>
                </a:cxn>
                <a:cxn ang="0">
                  <a:pos x="1" y="14"/>
                </a:cxn>
                <a:cxn ang="0">
                  <a:pos x="9" y="16"/>
                </a:cxn>
                <a:cxn ang="0">
                  <a:pos x="11" y="19"/>
                </a:cxn>
                <a:cxn ang="0">
                  <a:pos x="14" y="17"/>
                </a:cxn>
                <a:cxn ang="0">
                  <a:pos x="15" y="20"/>
                </a:cxn>
                <a:cxn ang="0">
                  <a:pos x="17" y="20"/>
                </a:cxn>
                <a:cxn ang="0">
                  <a:pos x="18" y="20"/>
                </a:cxn>
                <a:cxn ang="0">
                  <a:pos x="20" y="22"/>
                </a:cxn>
                <a:cxn ang="0">
                  <a:pos x="21" y="23"/>
                </a:cxn>
                <a:cxn ang="0">
                  <a:pos x="23" y="28"/>
                </a:cxn>
                <a:cxn ang="0">
                  <a:pos x="24" y="26"/>
                </a:cxn>
                <a:cxn ang="0">
                  <a:pos x="24" y="28"/>
                </a:cxn>
              </a:cxnLst>
              <a:rect l="0" t="0" r="r" b="b"/>
              <a:pathLst>
                <a:path w="26" h="28">
                  <a:moveTo>
                    <a:pt x="24" y="28"/>
                  </a:moveTo>
                  <a:cubicBezTo>
                    <a:pt x="24" y="26"/>
                    <a:pt x="24" y="26"/>
                    <a:pt x="24" y="25"/>
                  </a:cubicBezTo>
                  <a:cubicBezTo>
                    <a:pt x="24" y="25"/>
                    <a:pt x="24" y="25"/>
                    <a:pt x="24" y="25"/>
                  </a:cubicBezTo>
                  <a:cubicBezTo>
                    <a:pt x="23" y="23"/>
                    <a:pt x="26" y="23"/>
                    <a:pt x="26" y="23"/>
                  </a:cubicBezTo>
                  <a:cubicBezTo>
                    <a:pt x="26" y="23"/>
                    <a:pt x="23" y="22"/>
                    <a:pt x="24" y="22"/>
                  </a:cubicBezTo>
                  <a:cubicBezTo>
                    <a:pt x="24" y="20"/>
                    <a:pt x="26" y="22"/>
                    <a:pt x="26" y="20"/>
                  </a:cubicBezTo>
                  <a:cubicBezTo>
                    <a:pt x="26" y="19"/>
                    <a:pt x="23" y="20"/>
                    <a:pt x="23" y="19"/>
                  </a:cubicBezTo>
                  <a:cubicBezTo>
                    <a:pt x="21" y="19"/>
                    <a:pt x="20" y="17"/>
                    <a:pt x="20" y="16"/>
                  </a:cubicBezTo>
                  <a:cubicBezTo>
                    <a:pt x="18" y="16"/>
                    <a:pt x="18" y="16"/>
                    <a:pt x="18" y="16"/>
                  </a:cubicBezTo>
                  <a:cubicBezTo>
                    <a:pt x="17" y="14"/>
                    <a:pt x="20" y="16"/>
                    <a:pt x="20" y="16"/>
                  </a:cubicBezTo>
                  <a:cubicBezTo>
                    <a:pt x="20" y="14"/>
                    <a:pt x="21" y="12"/>
                    <a:pt x="21" y="12"/>
                  </a:cubicBezTo>
                  <a:cubicBezTo>
                    <a:pt x="17" y="9"/>
                    <a:pt x="17" y="9"/>
                    <a:pt x="17" y="9"/>
                  </a:cubicBezTo>
                  <a:cubicBezTo>
                    <a:pt x="15" y="6"/>
                    <a:pt x="18" y="6"/>
                    <a:pt x="18" y="6"/>
                  </a:cubicBezTo>
                  <a:cubicBezTo>
                    <a:pt x="18" y="5"/>
                    <a:pt x="14" y="2"/>
                    <a:pt x="14" y="0"/>
                  </a:cubicBezTo>
                  <a:cubicBezTo>
                    <a:pt x="12" y="0"/>
                    <a:pt x="12" y="2"/>
                    <a:pt x="12" y="2"/>
                  </a:cubicBezTo>
                  <a:cubicBezTo>
                    <a:pt x="8" y="2"/>
                    <a:pt x="8" y="2"/>
                    <a:pt x="8" y="2"/>
                  </a:cubicBezTo>
                  <a:cubicBezTo>
                    <a:pt x="8" y="2"/>
                    <a:pt x="8" y="2"/>
                    <a:pt x="6" y="2"/>
                  </a:cubicBezTo>
                  <a:cubicBezTo>
                    <a:pt x="5" y="2"/>
                    <a:pt x="3" y="3"/>
                    <a:pt x="1" y="3"/>
                  </a:cubicBezTo>
                  <a:cubicBezTo>
                    <a:pt x="1" y="3"/>
                    <a:pt x="1" y="3"/>
                    <a:pt x="1" y="3"/>
                  </a:cubicBezTo>
                  <a:cubicBezTo>
                    <a:pt x="1" y="3"/>
                    <a:pt x="0" y="3"/>
                    <a:pt x="1" y="3"/>
                  </a:cubicBezTo>
                  <a:cubicBezTo>
                    <a:pt x="1" y="5"/>
                    <a:pt x="3" y="6"/>
                    <a:pt x="3" y="8"/>
                  </a:cubicBezTo>
                  <a:cubicBezTo>
                    <a:pt x="3" y="9"/>
                    <a:pt x="1" y="9"/>
                    <a:pt x="1" y="11"/>
                  </a:cubicBezTo>
                  <a:cubicBezTo>
                    <a:pt x="1" y="12"/>
                    <a:pt x="3" y="12"/>
                    <a:pt x="3" y="12"/>
                  </a:cubicBezTo>
                  <a:cubicBezTo>
                    <a:pt x="3" y="14"/>
                    <a:pt x="1" y="14"/>
                    <a:pt x="1" y="14"/>
                  </a:cubicBezTo>
                  <a:cubicBezTo>
                    <a:pt x="5" y="16"/>
                    <a:pt x="8" y="14"/>
                    <a:pt x="9" y="16"/>
                  </a:cubicBezTo>
                  <a:cubicBezTo>
                    <a:pt x="11" y="17"/>
                    <a:pt x="11" y="17"/>
                    <a:pt x="11" y="19"/>
                  </a:cubicBezTo>
                  <a:cubicBezTo>
                    <a:pt x="12" y="19"/>
                    <a:pt x="12" y="17"/>
                    <a:pt x="14" y="17"/>
                  </a:cubicBezTo>
                  <a:cubicBezTo>
                    <a:pt x="15" y="19"/>
                    <a:pt x="14" y="20"/>
                    <a:pt x="15" y="20"/>
                  </a:cubicBezTo>
                  <a:cubicBezTo>
                    <a:pt x="17" y="19"/>
                    <a:pt x="15" y="20"/>
                    <a:pt x="17" y="20"/>
                  </a:cubicBezTo>
                  <a:cubicBezTo>
                    <a:pt x="18" y="20"/>
                    <a:pt x="18" y="20"/>
                    <a:pt x="18" y="20"/>
                  </a:cubicBezTo>
                  <a:cubicBezTo>
                    <a:pt x="20" y="20"/>
                    <a:pt x="18" y="22"/>
                    <a:pt x="20" y="22"/>
                  </a:cubicBezTo>
                  <a:cubicBezTo>
                    <a:pt x="21" y="23"/>
                    <a:pt x="21" y="23"/>
                    <a:pt x="21" y="23"/>
                  </a:cubicBezTo>
                  <a:cubicBezTo>
                    <a:pt x="21" y="25"/>
                    <a:pt x="21" y="26"/>
                    <a:pt x="23" y="28"/>
                  </a:cubicBezTo>
                  <a:cubicBezTo>
                    <a:pt x="23" y="28"/>
                    <a:pt x="23" y="26"/>
                    <a:pt x="24" y="26"/>
                  </a:cubicBezTo>
                  <a:cubicBezTo>
                    <a:pt x="24" y="28"/>
                    <a:pt x="24" y="28"/>
                    <a:pt x="24" y="2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0" name="Freeform 198">
              <a:extLst>
                <a:ext uri="{FF2B5EF4-FFF2-40B4-BE49-F238E27FC236}">
                  <a16:creationId xmlns:a16="http://schemas.microsoft.com/office/drawing/2014/main" id="{F9548025-3953-633B-D77F-31126309B676}"/>
                </a:ext>
              </a:extLst>
            </p:cNvPr>
            <p:cNvSpPr>
              <a:spLocks/>
            </p:cNvSpPr>
            <p:nvPr/>
          </p:nvSpPr>
          <p:spPr bwMode="auto">
            <a:xfrm>
              <a:off x="2888242" y="2769282"/>
              <a:ext cx="1012684" cy="551640"/>
            </a:xfrm>
            <a:custGeom>
              <a:avLst/>
              <a:gdLst/>
              <a:ahLst/>
              <a:cxnLst>
                <a:cxn ang="0">
                  <a:pos x="197" y="160"/>
                </a:cxn>
                <a:cxn ang="0">
                  <a:pos x="194" y="162"/>
                </a:cxn>
                <a:cxn ang="0">
                  <a:pos x="185" y="168"/>
                </a:cxn>
                <a:cxn ang="0">
                  <a:pos x="179" y="176"/>
                </a:cxn>
                <a:cxn ang="0">
                  <a:pos x="174" y="176"/>
                </a:cxn>
                <a:cxn ang="0">
                  <a:pos x="174" y="173"/>
                </a:cxn>
                <a:cxn ang="0">
                  <a:pos x="163" y="168"/>
                </a:cxn>
                <a:cxn ang="0">
                  <a:pos x="159" y="162"/>
                </a:cxn>
                <a:cxn ang="0">
                  <a:pos x="159" y="153"/>
                </a:cxn>
                <a:cxn ang="0">
                  <a:pos x="148" y="143"/>
                </a:cxn>
                <a:cxn ang="0">
                  <a:pos x="124" y="143"/>
                </a:cxn>
                <a:cxn ang="0">
                  <a:pos x="121" y="135"/>
                </a:cxn>
                <a:cxn ang="0">
                  <a:pos x="122" y="124"/>
                </a:cxn>
                <a:cxn ang="0">
                  <a:pos x="122" y="114"/>
                </a:cxn>
                <a:cxn ang="0">
                  <a:pos x="121" y="109"/>
                </a:cxn>
                <a:cxn ang="0">
                  <a:pos x="112" y="109"/>
                </a:cxn>
                <a:cxn ang="0">
                  <a:pos x="107" y="114"/>
                </a:cxn>
                <a:cxn ang="0">
                  <a:pos x="99" y="121"/>
                </a:cxn>
                <a:cxn ang="0">
                  <a:pos x="80" y="132"/>
                </a:cxn>
                <a:cxn ang="0">
                  <a:pos x="75" y="170"/>
                </a:cxn>
                <a:cxn ang="0">
                  <a:pos x="63" y="159"/>
                </a:cxn>
                <a:cxn ang="0">
                  <a:pos x="51" y="165"/>
                </a:cxn>
                <a:cxn ang="0">
                  <a:pos x="46" y="151"/>
                </a:cxn>
                <a:cxn ang="0">
                  <a:pos x="37" y="137"/>
                </a:cxn>
                <a:cxn ang="0">
                  <a:pos x="43" y="134"/>
                </a:cxn>
                <a:cxn ang="0">
                  <a:pos x="43" y="124"/>
                </a:cxn>
                <a:cxn ang="0">
                  <a:pos x="55" y="123"/>
                </a:cxn>
                <a:cxn ang="0">
                  <a:pos x="57" y="107"/>
                </a:cxn>
                <a:cxn ang="0">
                  <a:pos x="45" y="106"/>
                </a:cxn>
                <a:cxn ang="0">
                  <a:pos x="25" y="112"/>
                </a:cxn>
                <a:cxn ang="0">
                  <a:pos x="23" y="112"/>
                </a:cxn>
                <a:cxn ang="0">
                  <a:pos x="11" y="96"/>
                </a:cxn>
                <a:cxn ang="0">
                  <a:pos x="7" y="76"/>
                </a:cxn>
                <a:cxn ang="0">
                  <a:pos x="22" y="65"/>
                </a:cxn>
                <a:cxn ang="0">
                  <a:pos x="46" y="50"/>
                </a:cxn>
                <a:cxn ang="0">
                  <a:pos x="80" y="62"/>
                </a:cxn>
                <a:cxn ang="0">
                  <a:pos x="103" y="61"/>
                </a:cxn>
                <a:cxn ang="0">
                  <a:pos x="119" y="51"/>
                </a:cxn>
                <a:cxn ang="0">
                  <a:pos x="125" y="31"/>
                </a:cxn>
                <a:cxn ang="0">
                  <a:pos x="171" y="9"/>
                </a:cxn>
                <a:cxn ang="0">
                  <a:pos x="199" y="11"/>
                </a:cxn>
                <a:cxn ang="0">
                  <a:pos x="218" y="23"/>
                </a:cxn>
                <a:cxn ang="0">
                  <a:pos x="243" y="20"/>
                </a:cxn>
                <a:cxn ang="0">
                  <a:pos x="279" y="56"/>
                </a:cxn>
                <a:cxn ang="0">
                  <a:pos x="321" y="73"/>
                </a:cxn>
                <a:cxn ang="0">
                  <a:pos x="321" y="87"/>
                </a:cxn>
                <a:cxn ang="0">
                  <a:pos x="310" y="106"/>
                </a:cxn>
                <a:cxn ang="0">
                  <a:pos x="293" y="104"/>
                </a:cxn>
                <a:cxn ang="0">
                  <a:pos x="292" y="124"/>
                </a:cxn>
                <a:cxn ang="0">
                  <a:pos x="272" y="128"/>
                </a:cxn>
                <a:cxn ang="0">
                  <a:pos x="275" y="149"/>
                </a:cxn>
                <a:cxn ang="0">
                  <a:pos x="272" y="160"/>
                </a:cxn>
                <a:cxn ang="0">
                  <a:pos x="247" y="153"/>
                </a:cxn>
                <a:cxn ang="0">
                  <a:pos x="221" y="149"/>
                </a:cxn>
                <a:cxn ang="0">
                  <a:pos x="203" y="153"/>
                </a:cxn>
              </a:cxnLst>
              <a:rect l="0" t="0" r="r" b="b"/>
              <a:pathLst>
                <a:path w="328" h="179">
                  <a:moveTo>
                    <a:pt x="199" y="159"/>
                  </a:moveTo>
                  <a:cubicBezTo>
                    <a:pt x="197" y="160"/>
                    <a:pt x="197" y="160"/>
                    <a:pt x="197" y="160"/>
                  </a:cubicBezTo>
                  <a:cubicBezTo>
                    <a:pt x="196" y="160"/>
                    <a:pt x="197" y="162"/>
                    <a:pt x="196" y="162"/>
                  </a:cubicBezTo>
                  <a:cubicBezTo>
                    <a:pt x="194" y="162"/>
                    <a:pt x="196" y="160"/>
                    <a:pt x="194" y="162"/>
                  </a:cubicBezTo>
                  <a:cubicBezTo>
                    <a:pt x="191" y="163"/>
                    <a:pt x="189" y="165"/>
                    <a:pt x="188" y="166"/>
                  </a:cubicBezTo>
                  <a:cubicBezTo>
                    <a:pt x="186" y="168"/>
                    <a:pt x="186" y="168"/>
                    <a:pt x="185" y="168"/>
                  </a:cubicBezTo>
                  <a:cubicBezTo>
                    <a:pt x="182" y="170"/>
                    <a:pt x="183" y="171"/>
                    <a:pt x="182" y="171"/>
                  </a:cubicBezTo>
                  <a:cubicBezTo>
                    <a:pt x="180" y="173"/>
                    <a:pt x="179" y="174"/>
                    <a:pt x="179" y="176"/>
                  </a:cubicBezTo>
                  <a:cubicBezTo>
                    <a:pt x="180" y="177"/>
                    <a:pt x="179" y="179"/>
                    <a:pt x="177" y="177"/>
                  </a:cubicBezTo>
                  <a:cubicBezTo>
                    <a:pt x="174" y="176"/>
                    <a:pt x="174" y="176"/>
                    <a:pt x="174" y="176"/>
                  </a:cubicBezTo>
                  <a:cubicBezTo>
                    <a:pt x="176" y="173"/>
                    <a:pt x="176" y="173"/>
                    <a:pt x="176" y="173"/>
                  </a:cubicBezTo>
                  <a:cubicBezTo>
                    <a:pt x="176" y="173"/>
                    <a:pt x="176" y="174"/>
                    <a:pt x="174" y="173"/>
                  </a:cubicBezTo>
                  <a:cubicBezTo>
                    <a:pt x="174" y="171"/>
                    <a:pt x="174" y="171"/>
                    <a:pt x="168" y="171"/>
                  </a:cubicBezTo>
                  <a:cubicBezTo>
                    <a:pt x="163" y="173"/>
                    <a:pt x="163" y="171"/>
                    <a:pt x="163" y="168"/>
                  </a:cubicBezTo>
                  <a:cubicBezTo>
                    <a:pt x="163" y="165"/>
                    <a:pt x="163" y="162"/>
                    <a:pt x="162" y="162"/>
                  </a:cubicBezTo>
                  <a:cubicBezTo>
                    <a:pt x="159" y="162"/>
                    <a:pt x="159" y="162"/>
                    <a:pt x="159" y="162"/>
                  </a:cubicBezTo>
                  <a:cubicBezTo>
                    <a:pt x="159" y="162"/>
                    <a:pt x="159" y="160"/>
                    <a:pt x="159" y="157"/>
                  </a:cubicBezTo>
                  <a:cubicBezTo>
                    <a:pt x="160" y="153"/>
                    <a:pt x="160" y="149"/>
                    <a:pt x="159" y="153"/>
                  </a:cubicBezTo>
                  <a:cubicBezTo>
                    <a:pt x="156" y="154"/>
                    <a:pt x="157" y="148"/>
                    <a:pt x="154" y="146"/>
                  </a:cubicBezTo>
                  <a:cubicBezTo>
                    <a:pt x="151" y="145"/>
                    <a:pt x="151" y="142"/>
                    <a:pt x="148" y="143"/>
                  </a:cubicBezTo>
                  <a:cubicBezTo>
                    <a:pt x="144" y="146"/>
                    <a:pt x="141" y="143"/>
                    <a:pt x="133" y="145"/>
                  </a:cubicBezTo>
                  <a:cubicBezTo>
                    <a:pt x="127" y="146"/>
                    <a:pt x="127" y="146"/>
                    <a:pt x="124" y="143"/>
                  </a:cubicBezTo>
                  <a:cubicBezTo>
                    <a:pt x="122" y="140"/>
                    <a:pt x="121" y="139"/>
                    <a:pt x="121" y="137"/>
                  </a:cubicBezTo>
                  <a:cubicBezTo>
                    <a:pt x="119" y="137"/>
                    <a:pt x="121" y="135"/>
                    <a:pt x="121" y="135"/>
                  </a:cubicBezTo>
                  <a:cubicBezTo>
                    <a:pt x="119" y="131"/>
                    <a:pt x="121" y="135"/>
                    <a:pt x="127" y="128"/>
                  </a:cubicBezTo>
                  <a:cubicBezTo>
                    <a:pt x="125" y="123"/>
                    <a:pt x="122" y="129"/>
                    <a:pt x="122" y="124"/>
                  </a:cubicBezTo>
                  <a:cubicBezTo>
                    <a:pt x="122" y="120"/>
                    <a:pt x="121" y="121"/>
                    <a:pt x="119" y="117"/>
                  </a:cubicBezTo>
                  <a:cubicBezTo>
                    <a:pt x="118" y="112"/>
                    <a:pt x="122" y="117"/>
                    <a:pt x="122" y="114"/>
                  </a:cubicBezTo>
                  <a:cubicBezTo>
                    <a:pt x="122" y="110"/>
                    <a:pt x="124" y="114"/>
                    <a:pt x="124" y="107"/>
                  </a:cubicBezTo>
                  <a:cubicBezTo>
                    <a:pt x="124" y="106"/>
                    <a:pt x="121" y="107"/>
                    <a:pt x="121" y="109"/>
                  </a:cubicBezTo>
                  <a:cubicBezTo>
                    <a:pt x="119" y="112"/>
                    <a:pt x="116" y="112"/>
                    <a:pt x="118" y="109"/>
                  </a:cubicBezTo>
                  <a:cubicBezTo>
                    <a:pt x="119" y="106"/>
                    <a:pt x="116" y="107"/>
                    <a:pt x="112" y="109"/>
                  </a:cubicBezTo>
                  <a:cubicBezTo>
                    <a:pt x="107" y="112"/>
                    <a:pt x="113" y="110"/>
                    <a:pt x="112" y="114"/>
                  </a:cubicBezTo>
                  <a:cubicBezTo>
                    <a:pt x="110" y="117"/>
                    <a:pt x="109" y="112"/>
                    <a:pt x="107" y="114"/>
                  </a:cubicBezTo>
                  <a:cubicBezTo>
                    <a:pt x="106" y="114"/>
                    <a:pt x="109" y="115"/>
                    <a:pt x="107" y="117"/>
                  </a:cubicBezTo>
                  <a:cubicBezTo>
                    <a:pt x="104" y="118"/>
                    <a:pt x="103" y="114"/>
                    <a:pt x="99" y="121"/>
                  </a:cubicBezTo>
                  <a:cubicBezTo>
                    <a:pt x="98" y="121"/>
                    <a:pt x="84" y="126"/>
                    <a:pt x="81" y="128"/>
                  </a:cubicBezTo>
                  <a:cubicBezTo>
                    <a:pt x="78" y="128"/>
                    <a:pt x="80" y="128"/>
                    <a:pt x="80" y="132"/>
                  </a:cubicBezTo>
                  <a:cubicBezTo>
                    <a:pt x="80" y="135"/>
                    <a:pt x="80" y="170"/>
                    <a:pt x="80" y="170"/>
                  </a:cubicBezTo>
                  <a:cubicBezTo>
                    <a:pt x="77" y="170"/>
                    <a:pt x="75" y="171"/>
                    <a:pt x="75" y="170"/>
                  </a:cubicBezTo>
                  <a:cubicBezTo>
                    <a:pt x="71" y="163"/>
                    <a:pt x="72" y="163"/>
                    <a:pt x="69" y="162"/>
                  </a:cubicBezTo>
                  <a:cubicBezTo>
                    <a:pt x="67" y="160"/>
                    <a:pt x="66" y="157"/>
                    <a:pt x="63" y="159"/>
                  </a:cubicBezTo>
                  <a:cubicBezTo>
                    <a:pt x="60" y="159"/>
                    <a:pt x="57" y="160"/>
                    <a:pt x="55" y="162"/>
                  </a:cubicBezTo>
                  <a:cubicBezTo>
                    <a:pt x="52" y="163"/>
                    <a:pt x="51" y="165"/>
                    <a:pt x="51" y="165"/>
                  </a:cubicBezTo>
                  <a:cubicBezTo>
                    <a:pt x="49" y="157"/>
                    <a:pt x="57" y="157"/>
                    <a:pt x="52" y="154"/>
                  </a:cubicBezTo>
                  <a:cubicBezTo>
                    <a:pt x="49" y="149"/>
                    <a:pt x="48" y="154"/>
                    <a:pt x="46" y="151"/>
                  </a:cubicBezTo>
                  <a:cubicBezTo>
                    <a:pt x="45" y="148"/>
                    <a:pt x="42" y="151"/>
                    <a:pt x="42" y="148"/>
                  </a:cubicBezTo>
                  <a:cubicBezTo>
                    <a:pt x="42" y="148"/>
                    <a:pt x="40" y="137"/>
                    <a:pt x="37" y="137"/>
                  </a:cubicBezTo>
                  <a:cubicBezTo>
                    <a:pt x="32" y="137"/>
                    <a:pt x="31" y="134"/>
                    <a:pt x="35" y="132"/>
                  </a:cubicBezTo>
                  <a:cubicBezTo>
                    <a:pt x="42" y="132"/>
                    <a:pt x="37" y="135"/>
                    <a:pt x="43" y="134"/>
                  </a:cubicBezTo>
                  <a:cubicBezTo>
                    <a:pt x="48" y="134"/>
                    <a:pt x="35" y="129"/>
                    <a:pt x="40" y="128"/>
                  </a:cubicBezTo>
                  <a:cubicBezTo>
                    <a:pt x="45" y="126"/>
                    <a:pt x="40" y="126"/>
                    <a:pt x="43" y="124"/>
                  </a:cubicBezTo>
                  <a:cubicBezTo>
                    <a:pt x="46" y="121"/>
                    <a:pt x="45" y="124"/>
                    <a:pt x="49" y="124"/>
                  </a:cubicBezTo>
                  <a:cubicBezTo>
                    <a:pt x="52" y="123"/>
                    <a:pt x="60" y="126"/>
                    <a:pt x="55" y="123"/>
                  </a:cubicBezTo>
                  <a:cubicBezTo>
                    <a:pt x="52" y="120"/>
                    <a:pt x="58" y="115"/>
                    <a:pt x="57" y="112"/>
                  </a:cubicBezTo>
                  <a:cubicBezTo>
                    <a:pt x="55" y="110"/>
                    <a:pt x="57" y="109"/>
                    <a:pt x="57" y="107"/>
                  </a:cubicBezTo>
                  <a:cubicBezTo>
                    <a:pt x="55" y="106"/>
                    <a:pt x="52" y="104"/>
                    <a:pt x="51" y="106"/>
                  </a:cubicBezTo>
                  <a:cubicBezTo>
                    <a:pt x="49" y="109"/>
                    <a:pt x="49" y="107"/>
                    <a:pt x="45" y="106"/>
                  </a:cubicBezTo>
                  <a:cubicBezTo>
                    <a:pt x="42" y="103"/>
                    <a:pt x="39" y="104"/>
                    <a:pt x="32" y="109"/>
                  </a:cubicBezTo>
                  <a:cubicBezTo>
                    <a:pt x="28" y="114"/>
                    <a:pt x="28" y="109"/>
                    <a:pt x="25" y="112"/>
                  </a:cubicBezTo>
                  <a:cubicBezTo>
                    <a:pt x="23" y="117"/>
                    <a:pt x="22" y="115"/>
                    <a:pt x="22" y="117"/>
                  </a:cubicBezTo>
                  <a:cubicBezTo>
                    <a:pt x="22" y="115"/>
                    <a:pt x="22" y="117"/>
                    <a:pt x="23" y="112"/>
                  </a:cubicBezTo>
                  <a:cubicBezTo>
                    <a:pt x="16" y="107"/>
                    <a:pt x="28" y="110"/>
                    <a:pt x="20" y="103"/>
                  </a:cubicBezTo>
                  <a:cubicBezTo>
                    <a:pt x="14" y="95"/>
                    <a:pt x="14" y="95"/>
                    <a:pt x="11" y="96"/>
                  </a:cubicBezTo>
                  <a:cubicBezTo>
                    <a:pt x="8" y="96"/>
                    <a:pt x="11" y="92"/>
                    <a:pt x="7" y="89"/>
                  </a:cubicBezTo>
                  <a:cubicBezTo>
                    <a:pt x="0" y="87"/>
                    <a:pt x="10" y="81"/>
                    <a:pt x="7" y="76"/>
                  </a:cubicBezTo>
                  <a:cubicBezTo>
                    <a:pt x="3" y="73"/>
                    <a:pt x="11" y="62"/>
                    <a:pt x="14" y="65"/>
                  </a:cubicBezTo>
                  <a:cubicBezTo>
                    <a:pt x="20" y="75"/>
                    <a:pt x="22" y="72"/>
                    <a:pt x="22" y="65"/>
                  </a:cubicBezTo>
                  <a:cubicBezTo>
                    <a:pt x="22" y="59"/>
                    <a:pt x="32" y="56"/>
                    <a:pt x="37" y="51"/>
                  </a:cubicBezTo>
                  <a:cubicBezTo>
                    <a:pt x="40" y="45"/>
                    <a:pt x="42" y="54"/>
                    <a:pt x="46" y="50"/>
                  </a:cubicBezTo>
                  <a:cubicBezTo>
                    <a:pt x="52" y="47"/>
                    <a:pt x="51" y="51"/>
                    <a:pt x="58" y="53"/>
                  </a:cubicBezTo>
                  <a:cubicBezTo>
                    <a:pt x="66" y="53"/>
                    <a:pt x="74" y="67"/>
                    <a:pt x="80" y="62"/>
                  </a:cubicBezTo>
                  <a:cubicBezTo>
                    <a:pt x="83" y="57"/>
                    <a:pt x="84" y="54"/>
                    <a:pt x="89" y="57"/>
                  </a:cubicBezTo>
                  <a:cubicBezTo>
                    <a:pt x="93" y="61"/>
                    <a:pt x="93" y="53"/>
                    <a:pt x="103" y="61"/>
                  </a:cubicBezTo>
                  <a:cubicBezTo>
                    <a:pt x="112" y="67"/>
                    <a:pt x="107" y="56"/>
                    <a:pt x="113" y="61"/>
                  </a:cubicBezTo>
                  <a:cubicBezTo>
                    <a:pt x="121" y="65"/>
                    <a:pt x="128" y="54"/>
                    <a:pt x="119" y="51"/>
                  </a:cubicBezTo>
                  <a:cubicBezTo>
                    <a:pt x="103" y="44"/>
                    <a:pt x="124" y="45"/>
                    <a:pt x="118" y="39"/>
                  </a:cubicBezTo>
                  <a:cubicBezTo>
                    <a:pt x="112" y="34"/>
                    <a:pt x="133" y="34"/>
                    <a:pt x="125" y="31"/>
                  </a:cubicBezTo>
                  <a:cubicBezTo>
                    <a:pt x="118" y="28"/>
                    <a:pt x="115" y="20"/>
                    <a:pt x="124" y="20"/>
                  </a:cubicBezTo>
                  <a:cubicBezTo>
                    <a:pt x="133" y="20"/>
                    <a:pt x="163" y="14"/>
                    <a:pt x="171" y="9"/>
                  </a:cubicBezTo>
                  <a:cubicBezTo>
                    <a:pt x="180" y="6"/>
                    <a:pt x="182" y="0"/>
                    <a:pt x="188" y="5"/>
                  </a:cubicBezTo>
                  <a:cubicBezTo>
                    <a:pt x="193" y="8"/>
                    <a:pt x="196" y="0"/>
                    <a:pt x="199" y="11"/>
                  </a:cubicBezTo>
                  <a:cubicBezTo>
                    <a:pt x="202" y="23"/>
                    <a:pt x="206" y="15"/>
                    <a:pt x="212" y="19"/>
                  </a:cubicBezTo>
                  <a:cubicBezTo>
                    <a:pt x="218" y="22"/>
                    <a:pt x="223" y="19"/>
                    <a:pt x="218" y="23"/>
                  </a:cubicBezTo>
                  <a:cubicBezTo>
                    <a:pt x="214" y="28"/>
                    <a:pt x="223" y="28"/>
                    <a:pt x="235" y="20"/>
                  </a:cubicBezTo>
                  <a:cubicBezTo>
                    <a:pt x="247" y="11"/>
                    <a:pt x="246" y="17"/>
                    <a:pt x="243" y="20"/>
                  </a:cubicBezTo>
                  <a:cubicBezTo>
                    <a:pt x="240" y="23"/>
                    <a:pt x="252" y="25"/>
                    <a:pt x="263" y="45"/>
                  </a:cubicBezTo>
                  <a:cubicBezTo>
                    <a:pt x="276" y="75"/>
                    <a:pt x="270" y="48"/>
                    <a:pt x="279" y="56"/>
                  </a:cubicBezTo>
                  <a:cubicBezTo>
                    <a:pt x="290" y="65"/>
                    <a:pt x="295" y="53"/>
                    <a:pt x="304" y="62"/>
                  </a:cubicBezTo>
                  <a:cubicBezTo>
                    <a:pt x="311" y="73"/>
                    <a:pt x="314" y="79"/>
                    <a:pt x="321" y="73"/>
                  </a:cubicBezTo>
                  <a:cubicBezTo>
                    <a:pt x="328" y="68"/>
                    <a:pt x="321" y="75"/>
                    <a:pt x="328" y="81"/>
                  </a:cubicBezTo>
                  <a:cubicBezTo>
                    <a:pt x="319" y="79"/>
                    <a:pt x="328" y="86"/>
                    <a:pt x="321" y="87"/>
                  </a:cubicBezTo>
                  <a:cubicBezTo>
                    <a:pt x="311" y="90"/>
                    <a:pt x="313" y="96"/>
                    <a:pt x="314" y="100"/>
                  </a:cubicBezTo>
                  <a:cubicBezTo>
                    <a:pt x="316" y="103"/>
                    <a:pt x="314" y="104"/>
                    <a:pt x="310" y="106"/>
                  </a:cubicBezTo>
                  <a:cubicBezTo>
                    <a:pt x="307" y="107"/>
                    <a:pt x="308" y="104"/>
                    <a:pt x="304" y="106"/>
                  </a:cubicBezTo>
                  <a:cubicBezTo>
                    <a:pt x="299" y="106"/>
                    <a:pt x="295" y="100"/>
                    <a:pt x="293" y="104"/>
                  </a:cubicBezTo>
                  <a:cubicBezTo>
                    <a:pt x="293" y="107"/>
                    <a:pt x="292" y="117"/>
                    <a:pt x="289" y="120"/>
                  </a:cubicBezTo>
                  <a:cubicBezTo>
                    <a:pt x="287" y="123"/>
                    <a:pt x="292" y="121"/>
                    <a:pt x="292" y="124"/>
                  </a:cubicBezTo>
                  <a:cubicBezTo>
                    <a:pt x="290" y="128"/>
                    <a:pt x="287" y="126"/>
                    <a:pt x="284" y="124"/>
                  </a:cubicBezTo>
                  <a:cubicBezTo>
                    <a:pt x="282" y="124"/>
                    <a:pt x="276" y="126"/>
                    <a:pt x="272" y="128"/>
                  </a:cubicBezTo>
                  <a:cubicBezTo>
                    <a:pt x="264" y="129"/>
                    <a:pt x="275" y="129"/>
                    <a:pt x="273" y="132"/>
                  </a:cubicBezTo>
                  <a:cubicBezTo>
                    <a:pt x="272" y="135"/>
                    <a:pt x="279" y="148"/>
                    <a:pt x="275" y="149"/>
                  </a:cubicBezTo>
                  <a:cubicBezTo>
                    <a:pt x="272" y="151"/>
                    <a:pt x="276" y="153"/>
                    <a:pt x="273" y="153"/>
                  </a:cubicBezTo>
                  <a:cubicBezTo>
                    <a:pt x="270" y="154"/>
                    <a:pt x="273" y="159"/>
                    <a:pt x="272" y="160"/>
                  </a:cubicBezTo>
                  <a:cubicBezTo>
                    <a:pt x="269" y="156"/>
                    <a:pt x="266" y="159"/>
                    <a:pt x="264" y="156"/>
                  </a:cubicBezTo>
                  <a:cubicBezTo>
                    <a:pt x="264" y="153"/>
                    <a:pt x="258" y="153"/>
                    <a:pt x="247" y="153"/>
                  </a:cubicBezTo>
                  <a:cubicBezTo>
                    <a:pt x="235" y="151"/>
                    <a:pt x="235" y="154"/>
                    <a:pt x="232" y="153"/>
                  </a:cubicBezTo>
                  <a:cubicBezTo>
                    <a:pt x="231" y="151"/>
                    <a:pt x="226" y="148"/>
                    <a:pt x="221" y="149"/>
                  </a:cubicBezTo>
                  <a:cubicBezTo>
                    <a:pt x="215" y="151"/>
                    <a:pt x="220" y="159"/>
                    <a:pt x="217" y="157"/>
                  </a:cubicBezTo>
                  <a:cubicBezTo>
                    <a:pt x="214" y="156"/>
                    <a:pt x="208" y="153"/>
                    <a:pt x="203" y="153"/>
                  </a:cubicBezTo>
                  <a:cubicBezTo>
                    <a:pt x="199" y="154"/>
                    <a:pt x="199" y="157"/>
                    <a:pt x="199" y="15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1" name="Freeform 210">
              <a:extLst>
                <a:ext uri="{FF2B5EF4-FFF2-40B4-BE49-F238E27FC236}">
                  <a16:creationId xmlns:a16="http://schemas.microsoft.com/office/drawing/2014/main" id="{B2A3B434-FFA1-1FF0-098E-9FC9223B607F}"/>
                </a:ext>
              </a:extLst>
            </p:cNvPr>
            <p:cNvSpPr>
              <a:spLocks noEditPoints="1"/>
            </p:cNvSpPr>
            <p:nvPr/>
          </p:nvSpPr>
          <p:spPr bwMode="auto">
            <a:xfrm>
              <a:off x="4627452" y="4025179"/>
              <a:ext cx="238465" cy="453076"/>
            </a:xfrm>
            <a:custGeom>
              <a:avLst/>
              <a:gdLst/>
              <a:ahLst/>
              <a:cxnLst>
                <a:cxn ang="0">
                  <a:pos x="38" y="38"/>
                </a:cxn>
                <a:cxn ang="0">
                  <a:pos x="56" y="52"/>
                </a:cxn>
                <a:cxn ang="0">
                  <a:pos x="59" y="78"/>
                </a:cxn>
                <a:cxn ang="0">
                  <a:pos x="62" y="84"/>
                </a:cxn>
                <a:cxn ang="0">
                  <a:pos x="64" y="81"/>
                </a:cxn>
                <a:cxn ang="0">
                  <a:pos x="58" y="72"/>
                </a:cxn>
                <a:cxn ang="0">
                  <a:pos x="48" y="95"/>
                </a:cxn>
                <a:cxn ang="0">
                  <a:pos x="47" y="78"/>
                </a:cxn>
                <a:cxn ang="0">
                  <a:pos x="42" y="91"/>
                </a:cxn>
                <a:cxn ang="0">
                  <a:pos x="45" y="80"/>
                </a:cxn>
                <a:cxn ang="0">
                  <a:pos x="53" y="66"/>
                </a:cxn>
                <a:cxn ang="0">
                  <a:pos x="50" y="66"/>
                </a:cxn>
                <a:cxn ang="0">
                  <a:pos x="68" y="80"/>
                </a:cxn>
                <a:cxn ang="0">
                  <a:pos x="53" y="77"/>
                </a:cxn>
                <a:cxn ang="0">
                  <a:pos x="55" y="81"/>
                </a:cxn>
                <a:cxn ang="0">
                  <a:pos x="50" y="87"/>
                </a:cxn>
                <a:cxn ang="0">
                  <a:pos x="59" y="89"/>
                </a:cxn>
                <a:cxn ang="0">
                  <a:pos x="55" y="87"/>
                </a:cxn>
                <a:cxn ang="0">
                  <a:pos x="41" y="114"/>
                </a:cxn>
                <a:cxn ang="0">
                  <a:pos x="47" y="111"/>
                </a:cxn>
                <a:cxn ang="0">
                  <a:pos x="53" y="109"/>
                </a:cxn>
                <a:cxn ang="0">
                  <a:pos x="56" y="123"/>
                </a:cxn>
                <a:cxn ang="0">
                  <a:pos x="67" y="130"/>
                </a:cxn>
                <a:cxn ang="0">
                  <a:pos x="68" y="114"/>
                </a:cxn>
                <a:cxn ang="0">
                  <a:pos x="71" y="119"/>
                </a:cxn>
                <a:cxn ang="0">
                  <a:pos x="74" y="109"/>
                </a:cxn>
                <a:cxn ang="0">
                  <a:pos x="73" y="97"/>
                </a:cxn>
                <a:cxn ang="0">
                  <a:pos x="67" y="94"/>
                </a:cxn>
                <a:cxn ang="0">
                  <a:pos x="58" y="103"/>
                </a:cxn>
                <a:cxn ang="0">
                  <a:pos x="50" y="100"/>
                </a:cxn>
                <a:cxn ang="0">
                  <a:pos x="42" y="106"/>
                </a:cxn>
                <a:cxn ang="0">
                  <a:pos x="41" y="122"/>
                </a:cxn>
                <a:cxn ang="0">
                  <a:pos x="33" y="126"/>
                </a:cxn>
                <a:cxn ang="0">
                  <a:pos x="52" y="97"/>
                </a:cxn>
                <a:cxn ang="0">
                  <a:pos x="61" y="97"/>
                </a:cxn>
                <a:cxn ang="0">
                  <a:pos x="39" y="61"/>
                </a:cxn>
                <a:cxn ang="0">
                  <a:pos x="38" y="53"/>
                </a:cxn>
                <a:cxn ang="0">
                  <a:pos x="42" y="63"/>
                </a:cxn>
                <a:cxn ang="0">
                  <a:pos x="50" y="61"/>
                </a:cxn>
                <a:cxn ang="0">
                  <a:pos x="52" y="61"/>
                </a:cxn>
                <a:cxn ang="0">
                  <a:pos x="23" y="81"/>
                </a:cxn>
                <a:cxn ang="0">
                  <a:pos x="67" y="73"/>
                </a:cxn>
                <a:cxn ang="0">
                  <a:pos x="59" y="67"/>
                </a:cxn>
                <a:cxn ang="0">
                  <a:pos x="68" y="77"/>
                </a:cxn>
                <a:cxn ang="0">
                  <a:pos x="70" y="87"/>
                </a:cxn>
                <a:cxn ang="0">
                  <a:pos x="47" y="77"/>
                </a:cxn>
                <a:cxn ang="0">
                  <a:pos x="39" y="70"/>
                </a:cxn>
                <a:cxn ang="0">
                  <a:pos x="35" y="63"/>
                </a:cxn>
                <a:cxn ang="0">
                  <a:pos x="27" y="56"/>
                </a:cxn>
                <a:cxn ang="0">
                  <a:pos x="11" y="94"/>
                </a:cxn>
                <a:cxn ang="0">
                  <a:pos x="20" y="73"/>
                </a:cxn>
                <a:cxn ang="0">
                  <a:pos x="7" y="94"/>
                </a:cxn>
                <a:cxn ang="0">
                  <a:pos x="53" y="56"/>
                </a:cxn>
                <a:cxn ang="0">
                  <a:pos x="47" y="50"/>
                </a:cxn>
                <a:cxn ang="0">
                  <a:pos x="36" y="41"/>
                </a:cxn>
                <a:cxn ang="0">
                  <a:pos x="42" y="19"/>
                </a:cxn>
                <a:cxn ang="0">
                  <a:pos x="26" y="8"/>
                </a:cxn>
                <a:cxn ang="0">
                  <a:pos x="21" y="28"/>
                </a:cxn>
                <a:cxn ang="0">
                  <a:pos x="29" y="41"/>
                </a:cxn>
                <a:cxn ang="0">
                  <a:pos x="35" y="49"/>
                </a:cxn>
                <a:cxn ang="0">
                  <a:pos x="45" y="52"/>
                </a:cxn>
                <a:cxn ang="0">
                  <a:pos x="56" y="59"/>
                </a:cxn>
                <a:cxn ang="0">
                  <a:pos x="77" y="142"/>
                </a:cxn>
              </a:cxnLst>
              <a:rect l="0" t="0" r="r" b="b"/>
              <a:pathLst>
                <a:path w="77" h="147">
                  <a:moveTo>
                    <a:pt x="38" y="38"/>
                  </a:moveTo>
                  <a:cubicBezTo>
                    <a:pt x="38" y="36"/>
                    <a:pt x="38" y="38"/>
                    <a:pt x="39" y="39"/>
                  </a:cubicBezTo>
                  <a:cubicBezTo>
                    <a:pt x="39" y="41"/>
                    <a:pt x="38" y="42"/>
                    <a:pt x="38" y="41"/>
                  </a:cubicBezTo>
                  <a:cubicBezTo>
                    <a:pt x="38" y="38"/>
                    <a:pt x="36" y="38"/>
                    <a:pt x="38" y="38"/>
                  </a:cubicBezTo>
                  <a:close/>
                  <a:moveTo>
                    <a:pt x="58" y="50"/>
                  </a:moveTo>
                  <a:cubicBezTo>
                    <a:pt x="58" y="49"/>
                    <a:pt x="58" y="49"/>
                    <a:pt x="58" y="49"/>
                  </a:cubicBezTo>
                  <a:cubicBezTo>
                    <a:pt x="56" y="47"/>
                    <a:pt x="55" y="45"/>
                    <a:pt x="56" y="49"/>
                  </a:cubicBezTo>
                  <a:cubicBezTo>
                    <a:pt x="56" y="52"/>
                    <a:pt x="55" y="50"/>
                    <a:pt x="56" y="52"/>
                  </a:cubicBezTo>
                  <a:cubicBezTo>
                    <a:pt x="56" y="53"/>
                    <a:pt x="58" y="52"/>
                    <a:pt x="58" y="50"/>
                  </a:cubicBezTo>
                  <a:close/>
                  <a:moveTo>
                    <a:pt x="58" y="75"/>
                  </a:moveTo>
                  <a:cubicBezTo>
                    <a:pt x="58" y="77"/>
                    <a:pt x="59" y="77"/>
                    <a:pt x="58" y="78"/>
                  </a:cubicBezTo>
                  <a:cubicBezTo>
                    <a:pt x="56" y="78"/>
                    <a:pt x="59" y="80"/>
                    <a:pt x="59" y="78"/>
                  </a:cubicBezTo>
                  <a:cubicBezTo>
                    <a:pt x="59" y="77"/>
                    <a:pt x="62" y="80"/>
                    <a:pt x="61" y="81"/>
                  </a:cubicBezTo>
                  <a:cubicBezTo>
                    <a:pt x="59" y="83"/>
                    <a:pt x="61" y="83"/>
                    <a:pt x="61" y="84"/>
                  </a:cubicBezTo>
                  <a:cubicBezTo>
                    <a:pt x="61" y="86"/>
                    <a:pt x="61" y="86"/>
                    <a:pt x="62" y="86"/>
                  </a:cubicBezTo>
                  <a:cubicBezTo>
                    <a:pt x="64" y="87"/>
                    <a:pt x="62" y="84"/>
                    <a:pt x="62" y="84"/>
                  </a:cubicBezTo>
                  <a:cubicBezTo>
                    <a:pt x="64" y="84"/>
                    <a:pt x="64" y="86"/>
                    <a:pt x="64" y="87"/>
                  </a:cubicBezTo>
                  <a:cubicBezTo>
                    <a:pt x="65" y="89"/>
                    <a:pt x="65" y="87"/>
                    <a:pt x="64" y="86"/>
                  </a:cubicBezTo>
                  <a:cubicBezTo>
                    <a:pt x="64" y="84"/>
                    <a:pt x="67" y="84"/>
                    <a:pt x="65" y="83"/>
                  </a:cubicBezTo>
                  <a:cubicBezTo>
                    <a:pt x="64" y="83"/>
                    <a:pt x="65" y="81"/>
                    <a:pt x="64" y="81"/>
                  </a:cubicBezTo>
                  <a:cubicBezTo>
                    <a:pt x="62" y="80"/>
                    <a:pt x="64" y="75"/>
                    <a:pt x="62" y="75"/>
                  </a:cubicBezTo>
                  <a:cubicBezTo>
                    <a:pt x="62" y="75"/>
                    <a:pt x="64" y="73"/>
                    <a:pt x="62" y="73"/>
                  </a:cubicBezTo>
                  <a:cubicBezTo>
                    <a:pt x="61" y="73"/>
                    <a:pt x="61" y="75"/>
                    <a:pt x="59" y="73"/>
                  </a:cubicBezTo>
                  <a:cubicBezTo>
                    <a:pt x="58" y="72"/>
                    <a:pt x="58" y="72"/>
                    <a:pt x="58" y="72"/>
                  </a:cubicBezTo>
                  <a:cubicBezTo>
                    <a:pt x="56" y="73"/>
                    <a:pt x="58" y="75"/>
                    <a:pt x="58" y="75"/>
                  </a:cubicBezTo>
                  <a:close/>
                  <a:moveTo>
                    <a:pt x="42" y="91"/>
                  </a:moveTo>
                  <a:cubicBezTo>
                    <a:pt x="44" y="94"/>
                    <a:pt x="45" y="92"/>
                    <a:pt x="45" y="95"/>
                  </a:cubicBezTo>
                  <a:cubicBezTo>
                    <a:pt x="47" y="98"/>
                    <a:pt x="48" y="97"/>
                    <a:pt x="48" y="95"/>
                  </a:cubicBezTo>
                  <a:cubicBezTo>
                    <a:pt x="50" y="94"/>
                    <a:pt x="47" y="91"/>
                    <a:pt x="48" y="87"/>
                  </a:cubicBezTo>
                  <a:cubicBezTo>
                    <a:pt x="50" y="86"/>
                    <a:pt x="48" y="86"/>
                    <a:pt x="50" y="83"/>
                  </a:cubicBezTo>
                  <a:cubicBezTo>
                    <a:pt x="52" y="81"/>
                    <a:pt x="52" y="78"/>
                    <a:pt x="50" y="78"/>
                  </a:cubicBezTo>
                  <a:cubicBezTo>
                    <a:pt x="48" y="78"/>
                    <a:pt x="48" y="77"/>
                    <a:pt x="47" y="78"/>
                  </a:cubicBezTo>
                  <a:cubicBezTo>
                    <a:pt x="45" y="80"/>
                    <a:pt x="47" y="81"/>
                    <a:pt x="45" y="81"/>
                  </a:cubicBezTo>
                  <a:cubicBezTo>
                    <a:pt x="44" y="83"/>
                    <a:pt x="47" y="86"/>
                    <a:pt x="45" y="87"/>
                  </a:cubicBezTo>
                  <a:cubicBezTo>
                    <a:pt x="42" y="89"/>
                    <a:pt x="42" y="86"/>
                    <a:pt x="42" y="89"/>
                  </a:cubicBezTo>
                  <a:cubicBezTo>
                    <a:pt x="42" y="91"/>
                    <a:pt x="42" y="91"/>
                    <a:pt x="42" y="91"/>
                  </a:cubicBezTo>
                  <a:close/>
                  <a:moveTo>
                    <a:pt x="45" y="80"/>
                  </a:moveTo>
                  <a:cubicBezTo>
                    <a:pt x="44" y="80"/>
                    <a:pt x="42" y="81"/>
                    <a:pt x="44" y="81"/>
                  </a:cubicBezTo>
                  <a:cubicBezTo>
                    <a:pt x="44" y="83"/>
                    <a:pt x="42" y="83"/>
                    <a:pt x="44" y="83"/>
                  </a:cubicBezTo>
                  <a:cubicBezTo>
                    <a:pt x="44" y="84"/>
                    <a:pt x="45" y="81"/>
                    <a:pt x="45" y="80"/>
                  </a:cubicBezTo>
                  <a:close/>
                  <a:moveTo>
                    <a:pt x="50" y="66"/>
                  </a:moveTo>
                  <a:cubicBezTo>
                    <a:pt x="52" y="64"/>
                    <a:pt x="52" y="69"/>
                    <a:pt x="53" y="69"/>
                  </a:cubicBezTo>
                  <a:cubicBezTo>
                    <a:pt x="55" y="69"/>
                    <a:pt x="56" y="72"/>
                    <a:pt x="56" y="70"/>
                  </a:cubicBezTo>
                  <a:cubicBezTo>
                    <a:pt x="55" y="67"/>
                    <a:pt x="55" y="66"/>
                    <a:pt x="53" y="66"/>
                  </a:cubicBezTo>
                  <a:cubicBezTo>
                    <a:pt x="52" y="64"/>
                    <a:pt x="52" y="63"/>
                    <a:pt x="50" y="63"/>
                  </a:cubicBezTo>
                  <a:cubicBezTo>
                    <a:pt x="50" y="63"/>
                    <a:pt x="48" y="61"/>
                    <a:pt x="48" y="63"/>
                  </a:cubicBezTo>
                  <a:cubicBezTo>
                    <a:pt x="48" y="64"/>
                    <a:pt x="48" y="66"/>
                    <a:pt x="48" y="69"/>
                  </a:cubicBezTo>
                  <a:cubicBezTo>
                    <a:pt x="47" y="69"/>
                    <a:pt x="50" y="67"/>
                    <a:pt x="50" y="66"/>
                  </a:cubicBezTo>
                  <a:close/>
                  <a:moveTo>
                    <a:pt x="59" y="70"/>
                  </a:moveTo>
                  <a:cubicBezTo>
                    <a:pt x="59" y="70"/>
                    <a:pt x="61" y="73"/>
                    <a:pt x="59" y="72"/>
                  </a:cubicBezTo>
                  <a:cubicBezTo>
                    <a:pt x="58" y="72"/>
                    <a:pt x="58" y="70"/>
                    <a:pt x="59" y="70"/>
                  </a:cubicBezTo>
                  <a:close/>
                  <a:moveTo>
                    <a:pt x="68" y="80"/>
                  </a:moveTo>
                  <a:cubicBezTo>
                    <a:pt x="68" y="80"/>
                    <a:pt x="70" y="80"/>
                    <a:pt x="68" y="80"/>
                  </a:cubicBezTo>
                  <a:cubicBezTo>
                    <a:pt x="68" y="81"/>
                    <a:pt x="68" y="80"/>
                    <a:pt x="68" y="80"/>
                  </a:cubicBezTo>
                  <a:close/>
                  <a:moveTo>
                    <a:pt x="53" y="75"/>
                  </a:moveTo>
                  <a:cubicBezTo>
                    <a:pt x="53" y="73"/>
                    <a:pt x="53" y="77"/>
                    <a:pt x="53" y="77"/>
                  </a:cubicBezTo>
                  <a:cubicBezTo>
                    <a:pt x="53" y="77"/>
                    <a:pt x="52" y="75"/>
                    <a:pt x="53" y="75"/>
                  </a:cubicBezTo>
                  <a:close/>
                  <a:moveTo>
                    <a:pt x="52" y="91"/>
                  </a:moveTo>
                  <a:cubicBezTo>
                    <a:pt x="52" y="87"/>
                    <a:pt x="52" y="89"/>
                    <a:pt x="52" y="87"/>
                  </a:cubicBezTo>
                  <a:cubicBezTo>
                    <a:pt x="52" y="84"/>
                    <a:pt x="56" y="84"/>
                    <a:pt x="55" y="81"/>
                  </a:cubicBezTo>
                  <a:cubicBezTo>
                    <a:pt x="55" y="80"/>
                    <a:pt x="56" y="80"/>
                    <a:pt x="56" y="78"/>
                  </a:cubicBezTo>
                  <a:cubicBezTo>
                    <a:pt x="55" y="77"/>
                    <a:pt x="56" y="72"/>
                    <a:pt x="55" y="77"/>
                  </a:cubicBezTo>
                  <a:cubicBezTo>
                    <a:pt x="53" y="80"/>
                    <a:pt x="53" y="78"/>
                    <a:pt x="53" y="81"/>
                  </a:cubicBezTo>
                  <a:cubicBezTo>
                    <a:pt x="52" y="84"/>
                    <a:pt x="50" y="86"/>
                    <a:pt x="50" y="87"/>
                  </a:cubicBezTo>
                  <a:cubicBezTo>
                    <a:pt x="50" y="89"/>
                    <a:pt x="50" y="89"/>
                    <a:pt x="50" y="92"/>
                  </a:cubicBezTo>
                  <a:cubicBezTo>
                    <a:pt x="50" y="94"/>
                    <a:pt x="50" y="92"/>
                    <a:pt x="52" y="91"/>
                  </a:cubicBezTo>
                  <a:close/>
                  <a:moveTo>
                    <a:pt x="58" y="91"/>
                  </a:moveTo>
                  <a:cubicBezTo>
                    <a:pt x="59" y="89"/>
                    <a:pt x="59" y="91"/>
                    <a:pt x="59" y="89"/>
                  </a:cubicBezTo>
                  <a:cubicBezTo>
                    <a:pt x="59" y="87"/>
                    <a:pt x="61" y="86"/>
                    <a:pt x="59" y="86"/>
                  </a:cubicBezTo>
                  <a:cubicBezTo>
                    <a:pt x="59" y="86"/>
                    <a:pt x="59" y="87"/>
                    <a:pt x="58" y="86"/>
                  </a:cubicBezTo>
                  <a:cubicBezTo>
                    <a:pt x="58" y="86"/>
                    <a:pt x="56" y="84"/>
                    <a:pt x="56" y="86"/>
                  </a:cubicBezTo>
                  <a:cubicBezTo>
                    <a:pt x="55" y="87"/>
                    <a:pt x="55" y="87"/>
                    <a:pt x="55" y="87"/>
                  </a:cubicBezTo>
                  <a:cubicBezTo>
                    <a:pt x="53" y="87"/>
                    <a:pt x="53" y="89"/>
                    <a:pt x="53" y="91"/>
                  </a:cubicBezTo>
                  <a:cubicBezTo>
                    <a:pt x="55" y="92"/>
                    <a:pt x="58" y="91"/>
                    <a:pt x="58" y="91"/>
                  </a:cubicBezTo>
                  <a:close/>
                  <a:moveTo>
                    <a:pt x="39" y="117"/>
                  </a:moveTo>
                  <a:cubicBezTo>
                    <a:pt x="41" y="119"/>
                    <a:pt x="41" y="116"/>
                    <a:pt x="41" y="114"/>
                  </a:cubicBezTo>
                  <a:cubicBezTo>
                    <a:pt x="42" y="112"/>
                    <a:pt x="41" y="112"/>
                    <a:pt x="42" y="112"/>
                  </a:cubicBezTo>
                  <a:cubicBezTo>
                    <a:pt x="44" y="111"/>
                    <a:pt x="42" y="111"/>
                    <a:pt x="44" y="109"/>
                  </a:cubicBezTo>
                  <a:cubicBezTo>
                    <a:pt x="45" y="108"/>
                    <a:pt x="45" y="109"/>
                    <a:pt x="45" y="111"/>
                  </a:cubicBezTo>
                  <a:cubicBezTo>
                    <a:pt x="44" y="112"/>
                    <a:pt x="47" y="112"/>
                    <a:pt x="47" y="111"/>
                  </a:cubicBezTo>
                  <a:cubicBezTo>
                    <a:pt x="48" y="108"/>
                    <a:pt x="47" y="112"/>
                    <a:pt x="48" y="112"/>
                  </a:cubicBezTo>
                  <a:cubicBezTo>
                    <a:pt x="50" y="112"/>
                    <a:pt x="52" y="114"/>
                    <a:pt x="50" y="112"/>
                  </a:cubicBezTo>
                  <a:cubicBezTo>
                    <a:pt x="50" y="111"/>
                    <a:pt x="52" y="109"/>
                    <a:pt x="50" y="109"/>
                  </a:cubicBezTo>
                  <a:cubicBezTo>
                    <a:pt x="50" y="109"/>
                    <a:pt x="52" y="108"/>
                    <a:pt x="53" y="109"/>
                  </a:cubicBezTo>
                  <a:cubicBezTo>
                    <a:pt x="53" y="111"/>
                    <a:pt x="55" y="109"/>
                    <a:pt x="56" y="111"/>
                  </a:cubicBezTo>
                  <a:cubicBezTo>
                    <a:pt x="56" y="114"/>
                    <a:pt x="56" y="112"/>
                    <a:pt x="56" y="114"/>
                  </a:cubicBezTo>
                  <a:cubicBezTo>
                    <a:pt x="56" y="114"/>
                    <a:pt x="53" y="116"/>
                    <a:pt x="55" y="119"/>
                  </a:cubicBezTo>
                  <a:cubicBezTo>
                    <a:pt x="55" y="120"/>
                    <a:pt x="55" y="123"/>
                    <a:pt x="56" y="123"/>
                  </a:cubicBezTo>
                  <a:cubicBezTo>
                    <a:pt x="58" y="125"/>
                    <a:pt x="55" y="125"/>
                    <a:pt x="58" y="126"/>
                  </a:cubicBezTo>
                  <a:cubicBezTo>
                    <a:pt x="61" y="128"/>
                    <a:pt x="62" y="130"/>
                    <a:pt x="64" y="126"/>
                  </a:cubicBezTo>
                  <a:cubicBezTo>
                    <a:pt x="64" y="125"/>
                    <a:pt x="65" y="125"/>
                    <a:pt x="65" y="126"/>
                  </a:cubicBezTo>
                  <a:cubicBezTo>
                    <a:pt x="64" y="128"/>
                    <a:pt x="65" y="133"/>
                    <a:pt x="67" y="130"/>
                  </a:cubicBezTo>
                  <a:cubicBezTo>
                    <a:pt x="68" y="128"/>
                    <a:pt x="68" y="125"/>
                    <a:pt x="68" y="123"/>
                  </a:cubicBezTo>
                  <a:cubicBezTo>
                    <a:pt x="67" y="122"/>
                    <a:pt x="67" y="120"/>
                    <a:pt x="67" y="120"/>
                  </a:cubicBezTo>
                  <a:cubicBezTo>
                    <a:pt x="65" y="120"/>
                    <a:pt x="65" y="117"/>
                    <a:pt x="67" y="117"/>
                  </a:cubicBezTo>
                  <a:cubicBezTo>
                    <a:pt x="68" y="116"/>
                    <a:pt x="67" y="114"/>
                    <a:pt x="68" y="114"/>
                  </a:cubicBezTo>
                  <a:cubicBezTo>
                    <a:pt x="70" y="112"/>
                    <a:pt x="68" y="114"/>
                    <a:pt x="70" y="116"/>
                  </a:cubicBezTo>
                  <a:cubicBezTo>
                    <a:pt x="70" y="117"/>
                    <a:pt x="70" y="117"/>
                    <a:pt x="71" y="119"/>
                  </a:cubicBezTo>
                  <a:cubicBezTo>
                    <a:pt x="71" y="120"/>
                    <a:pt x="70" y="119"/>
                    <a:pt x="71" y="123"/>
                  </a:cubicBezTo>
                  <a:cubicBezTo>
                    <a:pt x="73" y="125"/>
                    <a:pt x="73" y="122"/>
                    <a:pt x="71" y="119"/>
                  </a:cubicBezTo>
                  <a:cubicBezTo>
                    <a:pt x="71" y="116"/>
                    <a:pt x="74" y="120"/>
                    <a:pt x="73" y="117"/>
                  </a:cubicBezTo>
                  <a:cubicBezTo>
                    <a:pt x="73" y="116"/>
                    <a:pt x="74" y="119"/>
                    <a:pt x="74" y="116"/>
                  </a:cubicBezTo>
                  <a:cubicBezTo>
                    <a:pt x="76" y="114"/>
                    <a:pt x="76" y="112"/>
                    <a:pt x="74" y="111"/>
                  </a:cubicBezTo>
                  <a:cubicBezTo>
                    <a:pt x="74" y="109"/>
                    <a:pt x="74" y="109"/>
                    <a:pt x="74" y="109"/>
                  </a:cubicBezTo>
                  <a:cubicBezTo>
                    <a:pt x="73" y="108"/>
                    <a:pt x="74" y="105"/>
                    <a:pt x="74" y="105"/>
                  </a:cubicBezTo>
                  <a:cubicBezTo>
                    <a:pt x="73" y="103"/>
                    <a:pt x="74" y="101"/>
                    <a:pt x="73" y="101"/>
                  </a:cubicBezTo>
                  <a:cubicBezTo>
                    <a:pt x="71" y="101"/>
                    <a:pt x="71" y="101"/>
                    <a:pt x="71" y="100"/>
                  </a:cubicBezTo>
                  <a:cubicBezTo>
                    <a:pt x="73" y="100"/>
                    <a:pt x="74" y="98"/>
                    <a:pt x="73" y="97"/>
                  </a:cubicBezTo>
                  <a:cubicBezTo>
                    <a:pt x="71" y="95"/>
                    <a:pt x="73" y="94"/>
                    <a:pt x="71" y="94"/>
                  </a:cubicBezTo>
                  <a:cubicBezTo>
                    <a:pt x="70" y="95"/>
                    <a:pt x="71" y="92"/>
                    <a:pt x="68" y="92"/>
                  </a:cubicBezTo>
                  <a:cubicBezTo>
                    <a:pt x="67" y="91"/>
                    <a:pt x="68" y="91"/>
                    <a:pt x="67" y="89"/>
                  </a:cubicBezTo>
                  <a:cubicBezTo>
                    <a:pt x="65" y="89"/>
                    <a:pt x="65" y="89"/>
                    <a:pt x="67" y="94"/>
                  </a:cubicBezTo>
                  <a:cubicBezTo>
                    <a:pt x="68" y="98"/>
                    <a:pt x="65" y="97"/>
                    <a:pt x="65" y="97"/>
                  </a:cubicBezTo>
                  <a:cubicBezTo>
                    <a:pt x="64" y="95"/>
                    <a:pt x="65" y="100"/>
                    <a:pt x="62" y="98"/>
                  </a:cubicBezTo>
                  <a:cubicBezTo>
                    <a:pt x="61" y="95"/>
                    <a:pt x="61" y="98"/>
                    <a:pt x="61" y="101"/>
                  </a:cubicBezTo>
                  <a:cubicBezTo>
                    <a:pt x="61" y="105"/>
                    <a:pt x="58" y="98"/>
                    <a:pt x="58" y="103"/>
                  </a:cubicBezTo>
                  <a:cubicBezTo>
                    <a:pt x="56" y="106"/>
                    <a:pt x="56" y="105"/>
                    <a:pt x="55" y="106"/>
                  </a:cubicBezTo>
                  <a:cubicBezTo>
                    <a:pt x="52" y="108"/>
                    <a:pt x="55" y="106"/>
                    <a:pt x="53" y="103"/>
                  </a:cubicBezTo>
                  <a:cubicBezTo>
                    <a:pt x="53" y="101"/>
                    <a:pt x="53" y="100"/>
                    <a:pt x="52" y="101"/>
                  </a:cubicBezTo>
                  <a:cubicBezTo>
                    <a:pt x="50" y="101"/>
                    <a:pt x="52" y="100"/>
                    <a:pt x="50" y="100"/>
                  </a:cubicBezTo>
                  <a:cubicBezTo>
                    <a:pt x="50" y="100"/>
                    <a:pt x="50" y="101"/>
                    <a:pt x="48" y="101"/>
                  </a:cubicBezTo>
                  <a:cubicBezTo>
                    <a:pt x="47" y="101"/>
                    <a:pt x="45" y="103"/>
                    <a:pt x="47" y="105"/>
                  </a:cubicBezTo>
                  <a:cubicBezTo>
                    <a:pt x="45" y="106"/>
                    <a:pt x="45" y="106"/>
                    <a:pt x="45" y="106"/>
                  </a:cubicBezTo>
                  <a:cubicBezTo>
                    <a:pt x="44" y="105"/>
                    <a:pt x="44" y="106"/>
                    <a:pt x="42" y="106"/>
                  </a:cubicBezTo>
                  <a:cubicBezTo>
                    <a:pt x="41" y="106"/>
                    <a:pt x="39" y="108"/>
                    <a:pt x="39" y="109"/>
                  </a:cubicBezTo>
                  <a:cubicBezTo>
                    <a:pt x="39" y="111"/>
                    <a:pt x="39" y="112"/>
                    <a:pt x="38" y="114"/>
                  </a:cubicBezTo>
                  <a:cubicBezTo>
                    <a:pt x="38" y="116"/>
                    <a:pt x="38" y="116"/>
                    <a:pt x="39" y="117"/>
                  </a:cubicBezTo>
                  <a:close/>
                  <a:moveTo>
                    <a:pt x="41" y="122"/>
                  </a:moveTo>
                  <a:cubicBezTo>
                    <a:pt x="41" y="122"/>
                    <a:pt x="38" y="123"/>
                    <a:pt x="38" y="122"/>
                  </a:cubicBezTo>
                  <a:cubicBezTo>
                    <a:pt x="38" y="119"/>
                    <a:pt x="41" y="120"/>
                    <a:pt x="41" y="122"/>
                  </a:cubicBezTo>
                  <a:close/>
                  <a:moveTo>
                    <a:pt x="32" y="128"/>
                  </a:moveTo>
                  <a:cubicBezTo>
                    <a:pt x="33" y="128"/>
                    <a:pt x="35" y="126"/>
                    <a:pt x="33" y="126"/>
                  </a:cubicBezTo>
                  <a:cubicBezTo>
                    <a:pt x="33" y="126"/>
                    <a:pt x="32" y="123"/>
                    <a:pt x="30" y="126"/>
                  </a:cubicBezTo>
                  <a:cubicBezTo>
                    <a:pt x="29" y="128"/>
                    <a:pt x="32" y="126"/>
                    <a:pt x="32" y="128"/>
                  </a:cubicBezTo>
                  <a:close/>
                  <a:moveTo>
                    <a:pt x="50" y="95"/>
                  </a:moveTo>
                  <a:cubicBezTo>
                    <a:pt x="52" y="97"/>
                    <a:pt x="52" y="97"/>
                    <a:pt x="52" y="97"/>
                  </a:cubicBezTo>
                  <a:cubicBezTo>
                    <a:pt x="53" y="95"/>
                    <a:pt x="52" y="94"/>
                    <a:pt x="52" y="95"/>
                  </a:cubicBezTo>
                  <a:cubicBezTo>
                    <a:pt x="52" y="95"/>
                    <a:pt x="52" y="95"/>
                    <a:pt x="50" y="95"/>
                  </a:cubicBezTo>
                  <a:close/>
                  <a:moveTo>
                    <a:pt x="59" y="95"/>
                  </a:moveTo>
                  <a:cubicBezTo>
                    <a:pt x="61" y="95"/>
                    <a:pt x="62" y="95"/>
                    <a:pt x="61" y="97"/>
                  </a:cubicBezTo>
                  <a:cubicBezTo>
                    <a:pt x="59" y="95"/>
                    <a:pt x="59" y="95"/>
                    <a:pt x="59" y="95"/>
                  </a:cubicBezTo>
                  <a:close/>
                  <a:moveTo>
                    <a:pt x="38" y="64"/>
                  </a:moveTo>
                  <a:cubicBezTo>
                    <a:pt x="38" y="66"/>
                    <a:pt x="39" y="66"/>
                    <a:pt x="39" y="64"/>
                  </a:cubicBezTo>
                  <a:cubicBezTo>
                    <a:pt x="39" y="61"/>
                    <a:pt x="41" y="61"/>
                    <a:pt x="39" y="61"/>
                  </a:cubicBezTo>
                  <a:cubicBezTo>
                    <a:pt x="38" y="63"/>
                    <a:pt x="39" y="61"/>
                    <a:pt x="38" y="64"/>
                  </a:cubicBezTo>
                  <a:close/>
                  <a:moveTo>
                    <a:pt x="39" y="55"/>
                  </a:moveTo>
                  <a:cubicBezTo>
                    <a:pt x="39" y="55"/>
                    <a:pt x="41" y="53"/>
                    <a:pt x="38" y="52"/>
                  </a:cubicBezTo>
                  <a:cubicBezTo>
                    <a:pt x="38" y="53"/>
                    <a:pt x="38" y="53"/>
                    <a:pt x="38" y="53"/>
                  </a:cubicBezTo>
                  <a:cubicBezTo>
                    <a:pt x="38" y="55"/>
                    <a:pt x="38" y="56"/>
                    <a:pt x="39" y="55"/>
                  </a:cubicBezTo>
                  <a:close/>
                  <a:moveTo>
                    <a:pt x="42" y="64"/>
                  </a:moveTo>
                  <a:cubicBezTo>
                    <a:pt x="44" y="64"/>
                    <a:pt x="44" y="66"/>
                    <a:pt x="44" y="64"/>
                  </a:cubicBezTo>
                  <a:cubicBezTo>
                    <a:pt x="45" y="63"/>
                    <a:pt x="42" y="63"/>
                    <a:pt x="42" y="63"/>
                  </a:cubicBezTo>
                  <a:cubicBezTo>
                    <a:pt x="42" y="64"/>
                    <a:pt x="42" y="64"/>
                    <a:pt x="42" y="64"/>
                  </a:cubicBezTo>
                  <a:close/>
                  <a:moveTo>
                    <a:pt x="47" y="58"/>
                  </a:moveTo>
                  <a:cubicBezTo>
                    <a:pt x="47" y="59"/>
                    <a:pt x="47" y="59"/>
                    <a:pt x="48" y="59"/>
                  </a:cubicBezTo>
                  <a:cubicBezTo>
                    <a:pt x="48" y="59"/>
                    <a:pt x="48" y="59"/>
                    <a:pt x="50" y="61"/>
                  </a:cubicBezTo>
                  <a:cubicBezTo>
                    <a:pt x="48" y="59"/>
                    <a:pt x="48" y="59"/>
                    <a:pt x="48" y="59"/>
                  </a:cubicBezTo>
                  <a:cubicBezTo>
                    <a:pt x="48" y="58"/>
                    <a:pt x="47" y="56"/>
                    <a:pt x="47" y="56"/>
                  </a:cubicBezTo>
                  <a:cubicBezTo>
                    <a:pt x="45" y="56"/>
                    <a:pt x="45" y="58"/>
                    <a:pt x="47" y="58"/>
                  </a:cubicBezTo>
                  <a:close/>
                  <a:moveTo>
                    <a:pt x="52" y="61"/>
                  </a:moveTo>
                  <a:cubicBezTo>
                    <a:pt x="53" y="64"/>
                    <a:pt x="53" y="64"/>
                    <a:pt x="53" y="64"/>
                  </a:cubicBezTo>
                  <a:cubicBezTo>
                    <a:pt x="52" y="61"/>
                    <a:pt x="52" y="61"/>
                    <a:pt x="52" y="61"/>
                  </a:cubicBezTo>
                  <a:close/>
                  <a:moveTo>
                    <a:pt x="21" y="83"/>
                  </a:moveTo>
                  <a:cubicBezTo>
                    <a:pt x="23" y="80"/>
                    <a:pt x="24" y="81"/>
                    <a:pt x="23" y="81"/>
                  </a:cubicBezTo>
                  <a:cubicBezTo>
                    <a:pt x="23" y="83"/>
                    <a:pt x="21" y="84"/>
                    <a:pt x="21" y="83"/>
                  </a:cubicBezTo>
                  <a:close/>
                  <a:moveTo>
                    <a:pt x="68" y="77"/>
                  </a:moveTo>
                  <a:cubicBezTo>
                    <a:pt x="70" y="78"/>
                    <a:pt x="68" y="77"/>
                    <a:pt x="68" y="75"/>
                  </a:cubicBezTo>
                  <a:cubicBezTo>
                    <a:pt x="67" y="75"/>
                    <a:pt x="68" y="73"/>
                    <a:pt x="67" y="73"/>
                  </a:cubicBezTo>
                  <a:cubicBezTo>
                    <a:pt x="65" y="72"/>
                    <a:pt x="67" y="66"/>
                    <a:pt x="65" y="64"/>
                  </a:cubicBezTo>
                  <a:cubicBezTo>
                    <a:pt x="65" y="64"/>
                    <a:pt x="65" y="63"/>
                    <a:pt x="64" y="63"/>
                  </a:cubicBezTo>
                  <a:cubicBezTo>
                    <a:pt x="62" y="61"/>
                    <a:pt x="61" y="63"/>
                    <a:pt x="58" y="63"/>
                  </a:cubicBezTo>
                  <a:cubicBezTo>
                    <a:pt x="56" y="61"/>
                    <a:pt x="58" y="66"/>
                    <a:pt x="59" y="67"/>
                  </a:cubicBezTo>
                  <a:cubicBezTo>
                    <a:pt x="62" y="69"/>
                    <a:pt x="61" y="69"/>
                    <a:pt x="62" y="70"/>
                  </a:cubicBezTo>
                  <a:cubicBezTo>
                    <a:pt x="64" y="70"/>
                    <a:pt x="62" y="70"/>
                    <a:pt x="62" y="72"/>
                  </a:cubicBezTo>
                  <a:cubicBezTo>
                    <a:pt x="61" y="72"/>
                    <a:pt x="64" y="73"/>
                    <a:pt x="64" y="77"/>
                  </a:cubicBezTo>
                  <a:cubicBezTo>
                    <a:pt x="64" y="78"/>
                    <a:pt x="67" y="75"/>
                    <a:pt x="68" y="77"/>
                  </a:cubicBezTo>
                  <a:close/>
                  <a:moveTo>
                    <a:pt x="67" y="87"/>
                  </a:moveTo>
                  <a:cubicBezTo>
                    <a:pt x="65" y="86"/>
                    <a:pt x="68" y="81"/>
                    <a:pt x="68" y="83"/>
                  </a:cubicBezTo>
                  <a:cubicBezTo>
                    <a:pt x="68" y="86"/>
                    <a:pt x="70" y="91"/>
                    <a:pt x="67" y="87"/>
                  </a:cubicBezTo>
                  <a:close/>
                  <a:moveTo>
                    <a:pt x="70" y="87"/>
                  </a:moveTo>
                  <a:cubicBezTo>
                    <a:pt x="71" y="86"/>
                    <a:pt x="71" y="86"/>
                    <a:pt x="71" y="87"/>
                  </a:cubicBezTo>
                  <a:cubicBezTo>
                    <a:pt x="73" y="91"/>
                    <a:pt x="70" y="91"/>
                    <a:pt x="70" y="87"/>
                  </a:cubicBezTo>
                  <a:close/>
                  <a:moveTo>
                    <a:pt x="42" y="81"/>
                  </a:moveTo>
                  <a:cubicBezTo>
                    <a:pt x="44" y="81"/>
                    <a:pt x="45" y="78"/>
                    <a:pt x="47" y="77"/>
                  </a:cubicBezTo>
                  <a:cubicBezTo>
                    <a:pt x="48" y="75"/>
                    <a:pt x="48" y="72"/>
                    <a:pt x="47" y="72"/>
                  </a:cubicBezTo>
                  <a:cubicBezTo>
                    <a:pt x="45" y="73"/>
                    <a:pt x="45" y="70"/>
                    <a:pt x="44" y="72"/>
                  </a:cubicBezTo>
                  <a:cubicBezTo>
                    <a:pt x="44" y="73"/>
                    <a:pt x="41" y="69"/>
                    <a:pt x="39" y="69"/>
                  </a:cubicBezTo>
                  <a:cubicBezTo>
                    <a:pt x="38" y="67"/>
                    <a:pt x="36" y="69"/>
                    <a:pt x="39" y="70"/>
                  </a:cubicBezTo>
                  <a:cubicBezTo>
                    <a:pt x="41" y="72"/>
                    <a:pt x="39" y="73"/>
                    <a:pt x="39" y="77"/>
                  </a:cubicBezTo>
                  <a:cubicBezTo>
                    <a:pt x="39" y="78"/>
                    <a:pt x="38" y="77"/>
                    <a:pt x="38" y="81"/>
                  </a:cubicBezTo>
                  <a:cubicBezTo>
                    <a:pt x="38" y="86"/>
                    <a:pt x="39" y="81"/>
                    <a:pt x="42" y="81"/>
                  </a:cubicBezTo>
                  <a:close/>
                  <a:moveTo>
                    <a:pt x="35" y="63"/>
                  </a:moveTo>
                  <a:cubicBezTo>
                    <a:pt x="36" y="59"/>
                    <a:pt x="35" y="61"/>
                    <a:pt x="35" y="58"/>
                  </a:cubicBezTo>
                  <a:cubicBezTo>
                    <a:pt x="36" y="55"/>
                    <a:pt x="33" y="53"/>
                    <a:pt x="29" y="53"/>
                  </a:cubicBezTo>
                  <a:cubicBezTo>
                    <a:pt x="26" y="52"/>
                    <a:pt x="24" y="53"/>
                    <a:pt x="26" y="53"/>
                  </a:cubicBezTo>
                  <a:cubicBezTo>
                    <a:pt x="27" y="55"/>
                    <a:pt x="27" y="55"/>
                    <a:pt x="27" y="56"/>
                  </a:cubicBezTo>
                  <a:cubicBezTo>
                    <a:pt x="29" y="56"/>
                    <a:pt x="30" y="61"/>
                    <a:pt x="32" y="64"/>
                  </a:cubicBezTo>
                  <a:cubicBezTo>
                    <a:pt x="32" y="67"/>
                    <a:pt x="33" y="66"/>
                    <a:pt x="35" y="63"/>
                  </a:cubicBezTo>
                  <a:close/>
                  <a:moveTo>
                    <a:pt x="4" y="101"/>
                  </a:moveTo>
                  <a:cubicBezTo>
                    <a:pt x="4" y="100"/>
                    <a:pt x="6" y="98"/>
                    <a:pt x="11" y="94"/>
                  </a:cubicBezTo>
                  <a:cubicBezTo>
                    <a:pt x="17" y="89"/>
                    <a:pt x="12" y="89"/>
                    <a:pt x="15" y="87"/>
                  </a:cubicBezTo>
                  <a:cubicBezTo>
                    <a:pt x="18" y="87"/>
                    <a:pt x="17" y="84"/>
                    <a:pt x="18" y="84"/>
                  </a:cubicBezTo>
                  <a:cubicBezTo>
                    <a:pt x="20" y="84"/>
                    <a:pt x="21" y="83"/>
                    <a:pt x="20" y="80"/>
                  </a:cubicBezTo>
                  <a:cubicBezTo>
                    <a:pt x="20" y="78"/>
                    <a:pt x="21" y="73"/>
                    <a:pt x="20" y="73"/>
                  </a:cubicBezTo>
                  <a:cubicBezTo>
                    <a:pt x="18" y="73"/>
                    <a:pt x="18" y="78"/>
                    <a:pt x="17" y="78"/>
                  </a:cubicBezTo>
                  <a:cubicBezTo>
                    <a:pt x="15" y="78"/>
                    <a:pt x="18" y="80"/>
                    <a:pt x="17" y="83"/>
                  </a:cubicBezTo>
                  <a:cubicBezTo>
                    <a:pt x="17" y="84"/>
                    <a:pt x="17" y="81"/>
                    <a:pt x="15" y="84"/>
                  </a:cubicBezTo>
                  <a:cubicBezTo>
                    <a:pt x="14" y="87"/>
                    <a:pt x="9" y="92"/>
                    <a:pt x="7" y="94"/>
                  </a:cubicBezTo>
                  <a:cubicBezTo>
                    <a:pt x="6" y="95"/>
                    <a:pt x="3" y="98"/>
                    <a:pt x="1" y="103"/>
                  </a:cubicBezTo>
                  <a:cubicBezTo>
                    <a:pt x="0" y="105"/>
                    <a:pt x="3" y="103"/>
                    <a:pt x="4" y="101"/>
                  </a:cubicBezTo>
                  <a:close/>
                  <a:moveTo>
                    <a:pt x="56" y="59"/>
                  </a:moveTo>
                  <a:cubicBezTo>
                    <a:pt x="56" y="58"/>
                    <a:pt x="56" y="56"/>
                    <a:pt x="53" y="56"/>
                  </a:cubicBezTo>
                  <a:cubicBezTo>
                    <a:pt x="50" y="56"/>
                    <a:pt x="55" y="56"/>
                    <a:pt x="52" y="53"/>
                  </a:cubicBezTo>
                  <a:cubicBezTo>
                    <a:pt x="48" y="50"/>
                    <a:pt x="53" y="52"/>
                    <a:pt x="55" y="52"/>
                  </a:cubicBezTo>
                  <a:cubicBezTo>
                    <a:pt x="55" y="50"/>
                    <a:pt x="53" y="50"/>
                    <a:pt x="50" y="49"/>
                  </a:cubicBezTo>
                  <a:cubicBezTo>
                    <a:pt x="47" y="45"/>
                    <a:pt x="48" y="52"/>
                    <a:pt x="47" y="50"/>
                  </a:cubicBezTo>
                  <a:cubicBezTo>
                    <a:pt x="45" y="50"/>
                    <a:pt x="48" y="47"/>
                    <a:pt x="44" y="45"/>
                  </a:cubicBezTo>
                  <a:cubicBezTo>
                    <a:pt x="41" y="44"/>
                    <a:pt x="42" y="47"/>
                    <a:pt x="41" y="45"/>
                  </a:cubicBezTo>
                  <a:cubicBezTo>
                    <a:pt x="38" y="45"/>
                    <a:pt x="41" y="49"/>
                    <a:pt x="39" y="49"/>
                  </a:cubicBezTo>
                  <a:cubicBezTo>
                    <a:pt x="36" y="47"/>
                    <a:pt x="35" y="42"/>
                    <a:pt x="36" y="41"/>
                  </a:cubicBezTo>
                  <a:cubicBezTo>
                    <a:pt x="36" y="39"/>
                    <a:pt x="33" y="36"/>
                    <a:pt x="35" y="33"/>
                  </a:cubicBezTo>
                  <a:cubicBezTo>
                    <a:pt x="36" y="30"/>
                    <a:pt x="35" y="30"/>
                    <a:pt x="36" y="27"/>
                  </a:cubicBezTo>
                  <a:cubicBezTo>
                    <a:pt x="39" y="25"/>
                    <a:pt x="38" y="28"/>
                    <a:pt x="39" y="28"/>
                  </a:cubicBezTo>
                  <a:cubicBezTo>
                    <a:pt x="41" y="27"/>
                    <a:pt x="42" y="20"/>
                    <a:pt x="42" y="19"/>
                  </a:cubicBezTo>
                  <a:cubicBezTo>
                    <a:pt x="42" y="16"/>
                    <a:pt x="38" y="14"/>
                    <a:pt x="41" y="8"/>
                  </a:cubicBezTo>
                  <a:cubicBezTo>
                    <a:pt x="42" y="3"/>
                    <a:pt x="41" y="2"/>
                    <a:pt x="39" y="5"/>
                  </a:cubicBezTo>
                  <a:cubicBezTo>
                    <a:pt x="36" y="8"/>
                    <a:pt x="33" y="0"/>
                    <a:pt x="29" y="2"/>
                  </a:cubicBezTo>
                  <a:cubicBezTo>
                    <a:pt x="26" y="3"/>
                    <a:pt x="27" y="3"/>
                    <a:pt x="26" y="8"/>
                  </a:cubicBezTo>
                  <a:cubicBezTo>
                    <a:pt x="24" y="13"/>
                    <a:pt x="27" y="14"/>
                    <a:pt x="26" y="20"/>
                  </a:cubicBezTo>
                  <a:cubicBezTo>
                    <a:pt x="23" y="25"/>
                    <a:pt x="27" y="24"/>
                    <a:pt x="26" y="27"/>
                  </a:cubicBezTo>
                  <a:cubicBezTo>
                    <a:pt x="24" y="31"/>
                    <a:pt x="23" y="24"/>
                    <a:pt x="21" y="25"/>
                  </a:cubicBezTo>
                  <a:cubicBezTo>
                    <a:pt x="20" y="25"/>
                    <a:pt x="20" y="28"/>
                    <a:pt x="21" y="28"/>
                  </a:cubicBezTo>
                  <a:cubicBezTo>
                    <a:pt x="23" y="30"/>
                    <a:pt x="21" y="28"/>
                    <a:pt x="23" y="36"/>
                  </a:cubicBezTo>
                  <a:cubicBezTo>
                    <a:pt x="23" y="44"/>
                    <a:pt x="24" y="39"/>
                    <a:pt x="26" y="42"/>
                  </a:cubicBezTo>
                  <a:cubicBezTo>
                    <a:pt x="26" y="45"/>
                    <a:pt x="27" y="44"/>
                    <a:pt x="27" y="42"/>
                  </a:cubicBezTo>
                  <a:cubicBezTo>
                    <a:pt x="27" y="39"/>
                    <a:pt x="27" y="39"/>
                    <a:pt x="29" y="41"/>
                  </a:cubicBezTo>
                  <a:cubicBezTo>
                    <a:pt x="30" y="42"/>
                    <a:pt x="30" y="44"/>
                    <a:pt x="29" y="44"/>
                  </a:cubicBezTo>
                  <a:cubicBezTo>
                    <a:pt x="27" y="45"/>
                    <a:pt x="26" y="50"/>
                    <a:pt x="29" y="50"/>
                  </a:cubicBezTo>
                  <a:cubicBezTo>
                    <a:pt x="30" y="49"/>
                    <a:pt x="30" y="52"/>
                    <a:pt x="33" y="52"/>
                  </a:cubicBezTo>
                  <a:cubicBezTo>
                    <a:pt x="35" y="52"/>
                    <a:pt x="33" y="50"/>
                    <a:pt x="35" y="49"/>
                  </a:cubicBezTo>
                  <a:cubicBezTo>
                    <a:pt x="36" y="49"/>
                    <a:pt x="36" y="49"/>
                    <a:pt x="39" y="52"/>
                  </a:cubicBezTo>
                  <a:cubicBezTo>
                    <a:pt x="42" y="53"/>
                    <a:pt x="41" y="56"/>
                    <a:pt x="44" y="56"/>
                  </a:cubicBezTo>
                  <a:cubicBezTo>
                    <a:pt x="45" y="56"/>
                    <a:pt x="42" y="53"/>
                    <a:pt x="42" y="50"/>
                  </a:cubicBezTo>
                  <a:cubicBezTo>
                    <a:pt x="42" y="49"/>
                    <a:pt x="45" y="50"/>
                    <a:pt x="45" y="52"/>
                  </a:cubicBezTo>
                  <a:cubicBezTo>
                    <a:pt x="45" y="53"/>
                    <a:pt x="47" y="53"/>
                    <a:pt x="48" y="55"/>
                  </a:cubicBezTo>
                  <a:cubicBezTo>
                    <a:pt x="48" y="56"/>
                    <a:pt x="47" y="58"/>
                    <a:pt x="50" y="59"/>
                  </a:cubicBezTo>
                  <a:cubicBezTo>
                    <a:pt x="55" y="61"/>
                    <a:pt x="53" y="61"/>
                    <a:pt x="55" y="63"/>
                  </a:cubicBezTo>
                  <a:cubicBezTo>
                    <a:pt x="55" y="64"/>
                    <a:pt x="56" y="63"/>
                    <a:pt x="56" y="59"/>
                  </a:cubicBezTo>
                  <a:close/>
                  <a:moveTo>
                    <a:pt x="76" y="144"/>
                  </a:moveTo>
                  <a:cubicBezTo>
                    <a:pt x="76" y="144"/>
                    <a:pt x="77" y="144"/>
                    <a:pt x="76" y="145"/>
                  </a:cubicBezTo>
                  <a:cubicBezTo>
                    <a:pt x="74" y="147"/>
                    <a:pt x="77" y="147"/>
                    <a:pt x="77" y="145"/>
                  </a:cubicBezTo>
                  <a:cubicBezTo>
                    <a:pt x="77" y="144"/>
                    <a:pt x="77" y="144"/>
                    <a:pt x="77" y="142"/>
                  </a:cubicBezTo>
                  <a:cubicBezTo>
                    <a:pt x="77" y="142"/>
                    <a:pt x="77" y="140"/>
                    <a:pt x="76" y="140"/>
                  </a:cubicBezTo>
                  <a:cubicBezTo>
                    <a:pt x="76" y="140"/>
                    <a:pt x="76" y="142"/>
                    <a:pt x="76" y="144"/>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2" name="Freeform 213">
              <a:extLst>
                <a:ext uri="{FF2B5EF4-FFF2-40B4-BE49-F238E27FC236}">
                  <a16:creationId xmlns:a16="http://schemas.microsoft.com/office/drawing/2014/main" id="{974127E9-AA0C-0D94-8619-C07FF9A10BE3}"/>
                </a:ext>
              </a:extLst>
            </p:cNvPr>
            <p:cNvSpPr>
              <a:spLocks/>
            </p:cNvSpPr>
            <p:nvPr/>
          </p:nvSpPr>
          <p:spPr bwMode="auto">
            <a:xfrm>
              <a:off x="4439859" y="4384460"/>
              <a:ext cx="243235" cy="192358"/>
            </a:xfrm>
            <a:custGeom>
              <a:avLst/>
              <a:gdLst/>
              <a:ahLst/>
              <a:cxnLst>
                <a:cxn ang="0">
                  <a:pos x="44" y="20"/>
                </a:cxn>
                <a:cxn ang="0">
                  <a:pos x="42" y="22"/>
                </a:cxn>
                <a:cxn ang="0">
                  <a:pos x="42" y="25"/>
                </a:cxn>
                <a:cxn ang="0">
                  <a:pos x="41" y="29"/>
                </a:cxn>
                <a:cxn ang="0">
                  <a:pos x="39" y="26"/>
                </a:cxn>
                <a:cxn ang="0">
                  <a:pos x="36" y="23"/>
                </a:cxn>
                <a:cxn ang="0">
                  <a:pos x="36" y="26"/>
                </a:cxn>
                <a:cxn ang="0">
                  <a:pos x="29" y="37"/>
                </a:cxn>
                <a:cxn ang="0">
                  <a:pos x="17" y="42"/>
                </a:cxn>
                <a:cxn ang="0">
                  <a:pos x="15" y="45"/>
                </a:cxn>
                <a:cxn ang="0">
                  <a:pos x="14" y="48"/>
                </a:cxn>
                <a:cxn ang="0">
                  <a:pos x="14" y="50"/>
                </a:cxn>
                <a:cxn ang="0">
                  <a:pos x="14" y="54"/>
                </a:cxn>
                <a:cxn ang="0">
                  <a:pos x="12" y="54"/>
                </a:cxn>
                <a:cxn ang="0">
                  <a:pos x="9" y="53"/>
                </a:cxn>
                <a:cxn ang="0">
                  <a:pos x="8" y="51"/>
                </a:cxn>
                <a:cxn ang="0">
                  <a:pos x="6" y="51"/>
                </a:cxn>
                <a:cxn ang="0">
                  <a:pos x="1" y="48"/>
                </a:cxn>
                <a:cxn ang="0">
                  <a:pos x="1" y="51"/>
                </a:cxn>
                <a:cxn ang="0">
                  <a:pos x="3" y="54"/>
                </a:cxn>
                <a:cxn ang="0">
                  <a:pos x="8" y="59"/>
                </a:cxn>
                <a:cxn ang="0">
                  <a:pos x="15" y="59"/>
                </a:cxn>
                <a:cxn ang="0">
                  <a:pos x="21" y="58"/>
                </a:cxn>
                <a:cxn ang="0">
                  <a:pos x="26" y="53"/>
                </a:cxn>
                <a:cxn ang="0">
                  <a:pos x="29" y="54"/>
                </a:cxn>
                <a:cxn ang="0">
                  <a:pos x="35" y="56"/>
                </a:cxn>
                <a:cxn ang="0">
                  <a:pos x="41" y="53"/>
                </a:cxn>
                <a:cxn ang="0">
                  <a:pos x="42" y="48"/>
                </a:cxn>
                <a:cxn ang="0">
                  <a:pos x="45" y="44"/>
                </a:cxn>
                <a:cxn ang="0">
                  <a:pos x="45" y="40"/>
                </a:cxn>
                <a:cxn ang="0">
                  <a:pos x="49" y="37"/>
                </a:cxn>
                <a:cxn ang="0">
                  <a:pos x="50" y="28"/>
                </a:cxn>
                <a:cxn ang="0">
                  <a:pos x="59" y="26"/>
                </a:cxn>
                <a:cxn ang="0">
                  <a:pos x="64" y="28"/>
                </a:cxn>
                <a:cxn ang="0">
                  <a:pos x="67" y="26"/>
                </a:cxn>
                <a:cxn ang="0">
                  <a:pos x="70" y="26"/>
                </a:cxn>
                <a:cxn ang="0">
                  <a:pos x="71" y="23"/>
                </a:cxn>
                <a:cxn ang="0">
                  <a:pos x="70" y="20"/>
                </a:cxn>
                <a:cxn ang="0">
                  <a:pos x="73" y="20"/>
                </a:cxn>
                <a:cxn ang="0">
                  <a:pos x="77" y="15"/>
                </a:cxn>
                <a:cxn ang="0">
                  <a:pos x="74" y="15"/>
                </a:cxn>
                <a:cxn ang="0">
                  <a:pos x="73" y="14"/>
                </a:cxn>
                <a:cxn ang="0">
                  <a:pos x="70" y="12"/>
                </a:cxn>
                <a:cxn ang="0">
                  <a:pos x="67" y="12"/>
                </a:cxn>
                <a:cxn ang="0">
                  <a:pos x="68" y="11"/>
                </a:cxn>
                <a:cxn ang="0">
                  <a:pos x="65" y="9"/>
                </a:cxn>
                <a:cxn ang="0">
                  <a:pos x="65" y="4"/>
                </a:cxn>
                <a:cxn ang="0">
                  <a:pos x="64" y="4"/>
                </a:cxn>
                <a:cxn ang="0">
                  <a:pos x="61" y="0"/>
                </a:cxn>
                <a:cxn ang="0">
                  <a:pos x="59" y="4"/>
                </a:cxn>
                <a:cxn ang="0">
                  <a:pos x="58" y="0"/>
                </a:cxn>
                <a:cxn ang="0">
                  <a:pos x="55" y="6"/>
                </a:cxn>
                <a:cxn ang="0">
                  <a:pos x="53" y="9"/>
                </a:cxn>
                <a:cxn ang="0">
                  <a:pos x="52" y="12"/>
                </a:cxn>
                <a:cxn ang="0">
                  <a:pos x="50" y="14"/>
                </a:cxn>
                <a:cxn ang="0">
                  <a:pos x="47" y="15"/>
                </a:cxn>
                <a:cxn ang="0">
                  <a:pos x="49" y="20"/>
                </a:cxn>
                <a:cxn ang="0">
                  <a:pos x="45" y="20"/>
                </a:cxn>
                <a:cxn ang="0">
                  <a:pos x="47" y="25"/>
                </a:cxn>
                <a:cxn ang="0">
                  <a:pos x="45" y="26"/>
                </a:cxn>
                <a:cxn ang="0">
                  <a:pos x="44" y="22"/>
                </a:cxn>
                <a:cxn ang="0">
                  <a:pos x="44" y="20"/>
                </a:cxn>
              </a:cxnLst>
              <a:rect l="0" t="0" r="r" b="b"/>
              <a:pathLst>
                <a:path w="79" h="62">
                  <a:moveTo>
                    <a:pt x="44" y="20"/>
                  </a:moveTo>
                  <a:cubicBezTo>
                    <a:pt x="44" y="22"/>
                    <a:pt x="42" y="22"/>
                    <a:pt x="42" y="22"/>
                  </a:cubicBezTo>
                  <a:cubicBezTo>
                    <a:pt x="42" y="23"/>
                    <a:pt x="42" y="25"/>
                    <a:pt x="42" y="25"/>
                  </a:cubicBezTo>
                  <a:cubicBezTo>
                    <a:pt x="44" y="25"/>
                    <a:pt x="42" y="29"/>
                    <a:pt x="41" y="29"/>
                  </a:cubicBezTo>
                  <a:cubicBezTo>
                    <a:pt x="39" y="29"/>
                    <a:pt x="41" y="26"/>
                    <a:pt x="39" y="26"/>
                  </a:cubicBezTo>
                  <a:cubicBezTo>
                    <a:pt x="38" y="28"/>
                    <a:pt x="39" y="25"/>
                    <a:pt x="36" y="23"/>
                  </a:cubicBezTo>
                  <a:cubicBezTo>
                    <a:pt x="36" y="23"/>
                    <a:pt x="36" y="23"/>
                    <a:pt x="36" y="26"/>
                  </a:cubicBezTo>
                  <a:cubicBezTo>
                    <a:pt x="36" y="29"/>
                    <a:pt x="30" y="31"/>
                    <a:pt x="29" y="37"/>
                  </a:cubicBezTo>
                  <a:cubicBezTo>
                    <a:pt x="29" y="40"/>
                    <a:pt x="18" y="39"/>
                    <a:pt x="17" y="42"/>
                  </a:cubicBezTo>
                  <a:cubicBezTo>
                    <a:pt x="15" y="44"/>
                    <a:pt x="17" y="47"/>
                    <a:pt x="15" y="45"/>
                  </a:cubicBezTo>
                  <a:cubicBezTo>
                    <a:pt x="14" y="44"/>
                    <a:pt x="14" y="47"/>
                    <a:pt x="14" y="48"/>
                  </a:cubicBezTo>
                  <a:cubicBezTo>
                    <a:pt x="15" y="48"/>
                    <a:pt x="14" y="48"/>
                    <a:pt x="14" y="50"/>
                  </a:cubicBezTo>
                  <a:cubicBezTo>
                    <a:pt x="14" y="53"/>
                    <a:pt x="12" y="53"/>
                    <a:pt x="14" y="54"/>
                  </a:cubicBezTo>
                  <a:cubicBezTo>
                    <a:pt x="15" y="56"/>
                    <a:pt x="14" y="54"/>
                    <a:pt x="12" y="54"/>
                  </a:cubicBezTo>
                  <a:cubicBezTo>
                    <a:pt x="11" y="53"/>
                    <a:pt x="8" y="54"/>
                    <a:pt x="9" y="53"/>
                  </a:cubicBezTo>
                  <a:cubicBezTo>
                    <a:pt x="9" y="51"/>
                    <a:pt x="8" y="53"/>
                    <a:pt x="8" y="51"/>
                  </a:cubicBezTo>
                  <a:cubicBezTo>
                    <a:pt x="6" y="50"/>
                    <a:pt x="8" y="51"/>
                    <a:pt x="6" y="51"/>
                  </a:cubicBezTo>
                  <a:cubicBezTo>
                    <a:pt x="5" y="53"/>
                    <a:pt x="1" y="51"/>
                    <a:pt x="1" y="48"/>
                  </a:cubicBezTo>
                  <a:cubicBezTo>
                    <a:pt x="1" y="48"/>
                    <a:pt x="0" y="51"/>
                    <a:pt x="1" y="51"/>
                  </a:cubicBezTo>
                  <a:cubicBezTo>
                    <a:pt x="3" y="53"/>
                    <a:pt x="1" y="54"/>
                    <a:pt x="3" y="54"/>
                  </a:cubicBezTo>
                  <a:cubicBezTo>
                    <a:pt x="5" y="54"/>
                    <a:pt x="6" y="58"/>
                    <a:pt x="8" y="59"/>
                  </a:cubicBezTo>
                  <a:cubicBezTo>
                    <a:pt x="11" y="62"/>
                    <a:pt x="11" y="58"/>
                    <a:pt x="15" y="59"/>
                  </a:cubicBezTo>
                  <a:cubicBezTo>
                    <a:pt x="20" y="61"/>
                    <a:pt x="18" y="58"/>
                    <a:pt x="21" y="58"/>
                  </a:cubicBezTo>
                  <a:cubicBezTo>
                    <a:pt x="23" y="58"/>
                    <a:pt x="20" y="53"/>
                    <a:pt x="26" y="53"/>
                  </a:cubicBezTo>
                  <a:cubicBezTo>
                    <a:pt x="30" y="53"/>
                    <a:pt x="27" y="54"/>
                    <a:pt x="29" y="54"/>
                  </a:cubicBezTo>
                  <a:cubicBezTo>
                    <a:pt x="30" y="56"/>
                    <a:pt x="33" y="58"/>
                    <a:pt x="35" y="56"/>
                  </a:cubicBezTo>
                  <a:cubicBezTo>
                    <a:pt x="36" y="53"/>
                    <a:pt x="41" y="56"/>
                    <a:pt x="41" y="53"/>
                  </a:cubicBezTo>
                  <a:cubicBezTo>
                    <a:pt x="42" y="51"/>
                    <a:pt x="42" y="50"/>
                    <a:pt x="42" y="48"/>
                  </a:cubicBezTo>
                  <a:cubicBezTo>
                    <a:pt x="42" y="45"/>
                    <a:pt x="47" y="45"/>
                    <a:pt x="45" y="44"/>
                  </a:cubicBezTo>
                  <a:cubicBezTo>
                    <a:pt x="44" y="44"/>
                    <a:pt x="44" y="44"/>
                    <a:pt x="45" y="40"/>
                  </a:cubicBezTo>
                  <a:cubicBezTo>
                    <a:pt x="45" y="37"/>
                    <a:pt x="49" y="40"/>
                    <a:pt x="49" y="37"/>
                  </a:cubicBezTo>
                  <a:cubicBezTo>
                    <a:pt x="49" y="34"/>
                    <a:pt x="49" y="31"/>
                    <a:pt x="50" y="28"/>
                  </a:cubicBezTo>
                  <a:cubicBezTo>
                    <a:pt x="52" y="25"/>
                    <a:pt x="55" y="26"/>
                    <a:pt x="59" y="26"/>
                  </a:cubicBezTo>
                  <a:cubicBezTo>
                    <a:pt x="62" y="26"/>
                    <a:pt x="61" y="25"/>
                    <a:pt x="64" y="28"/>
                  </a:cubicBezTo>
                  <a:cubicBezTo>
                    <a:pt x="67" y="28"/>
                    <a:pt x="64" y="23"/>
                    <a:pt x="67" y="26"/>
                  </a:cubicBezTo>
                  <a:cubicBezTo>
                    <a:pt x="68" y="28"/>
                    <a:pt x="68" y="26"/>
                    <a:pt x="70" y="26"/>
                  </a:cubicBezTo>
                  <a:cubicBezTo>
                    <a:pt x="71" y="26"/>
                    <a:pt x="74" y="26"/>
                    <a:pt x="71" y="23"/>
                  </a:cubicBezTo>
                  <a:cubicBezTo>
                    <a:pt x="68" y="22"/>
                    <a:pt x="68" y="20"/>
                    <a:pt x="70" y="20"/>
                  </a:cubicBezTo>
                  <a:cubicBezTo>
                    <a:pt x="71" y="18"/>
                    <a:pt x="70" y="20"/>
                    <a:pt x="73" y="20"/>
                  </a:cubicBezTo>
                  <a:cubicBezTo>
                    <a:pt x="76" y="18"/>
                    <a:pt x="79" y="18"/>
                    <a:pt x="77" y="15"/>
                  </a:cubicBezTo>
                  <a:cubicBezTo>
                    <a:pt x="77" y="14"/>
                    <a:pt x="76" y="17"/>
                    <a:pt x="74" y="15"/>
                  </a:cubicBezTo>
                  <a:cubicBezTo>
                    <a:pt x="74" y="14"/>
                    <a:pt x="73" y="14"/>
                    <a:pt x="73" y="14"/>
                  </a:cubicBezTo>
                  <a:cubicBezTo>
                    <a:pt x="71" y="12"/>
                    <a:pt x="70" y="11"/>
                    <a:pt x="70" y="12"/>
                  </a:cubicBezTo>
                  <a:cubicBezTo>
                    <a:pt x="68" y="12"/>
                    <a:pt x="68" y="14"/>
                    <a:pt x="67" y="12"/>
                  </a:cubicBezTo>
                  <a:cubicBezTo>
                    <a:pt x="67" y="11"/>
                    <a:pt x="68" y="12"/>
                    <a:pt x="68" y="11"/>
                  </a:cubicBezTo>
                  <a:cubicBezTo>
                    <a:pt x="67" y="8"/>
                    <a:pt x="65" y="11"/>
                    <a:pt x="65" y="9"/>
                  </a:cubicBezTo>
                  <a:cubicBezTo>
                    <a:pt x="64" y="8"/>
                    <a:pt x="67" y="6"/>
                    <a:pt x="65" y="4"/>
                  </a:cubicBezTo>
                  <a:cubicBezTo>
                    <a:pt x="64" y="3"/>
                    <a:pt x="64" y="4"/>
                    <a:pt x="64" y="4"/>
                  </a:cubicBezTo>
                  <a:cubicBezTo>
                    <a:pt x="62" y="4"/>
                    <a:pt x="62" y="0"/>
                    <a:pt x="61" y="0"/>
                  </a:cubicBezTo>
                  <a:cubicBezTo>
                    <a:pt x="59" y="0"/>
                    <a:pt x="61" y="3"/>
                    <a:pt x="59" y="4"/>
                  </a:cubicBezTo>
                  <a:cubicBezTo>
                    <a:pt x="58" y="6"/>
                    <a:pt x="59" y="0"/>
                    <a:pt x="58" y="0"/>
                  </a:cubicBezTo>
                  <a:cubicBezTo>
                    <a:pt x="56" y="0"/>
                    <a:pt x="58" y="1"/>
                    <a:pt x="55" y="6"/>
                  </a:cubicBezTo>
                  <a:cubicBezTo>
                    <a:pt x="53" y="9"/>
                    <a:pt x="53" y="8"/>
                    <a:pt x="53" y="9"/>
                  </a:cubicBezTo>
                  <a:cubicBezTo>
                    <a:pt x="52" y="12"/>
                    <a:pt x="52" y="11"/>
                    <a:pt x="52" y="12"/>
                  </a:cubicBezTo>
                  <a:cubicBezTo>
                    <a:pt x="52" y="15"/>
                    <a:pt x="50" y="15"/>
                    <a:pt x="50" y="14"/>
                  </a:cubicBezTo>
                  <a:cubicBezTo>
                    <a:pt x="49" y="14"/>
                    <a:pt x="47" y="15"/>
                    <a:pt x="47" y="15"/>
                  </a:cubicBezTo>
                  <a:cubicBezTo>
                    <a:pt x="47" y="17"/>
                    <a:pt x="50" y="17"/>
                    <a:pt x="49" y="20"/>
                  </a:cubicBezTo>
                  <a:cubicBezTo>
                    <a:pt x="45" y="22"/>
                    <a:pt x="47" y="18"/>
                    <a:pt x="45" y="20"/>
                  </a:cubicBezTo>
                  <a:cubicBezTo>
                    <a:pt x="47" y="23"/>
                    <a:pt x="45" y="22"/>
                    <a:pt x="47" y="25"/>
                  </a:cubicBezTo>
                  <a:cubicBezTo>
                    <a:pt x="47" y="28"/>
                    <a:pt x="47" y="26"/>
                    <a:pt x="45" y="26"/>
                  </a:cubicBezTo>
                  <a:cubicBezTo>
                    <a:pt x="44" y="26"/>
                    <a:pt x="44" y="25"/>
                    <a:pt x="44" y="22"/>
                  </a:cubicBezTo>
                  <a:cubicBezTo>
                    <a:pt x="44" y="20"/>
                    <a:pt x="44" y="20"/>
                    <a:pt x="44" y="20"/>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3" name="Freeform 214">
              <a:extLst>
                <a:ext uri="{FF2B5EF4-FFF2-40B4-BE49-F238E27FC236}">
                  <a16:creationId xmlns:a16="http://schemas.microsoft.com/office/drawing/2014/main" id="{B717D63C-BDD4-4036-6107-7B567C02F63C}"/>
                </a:ext>
              </a:extLst>
            </p:cNvPr>
            <p:cNvSpPr>
              <a:spLocks/>
            </p:cNvSpPr>
            <p:nvPr/>
          </p:nvSpPr>
          <p:spPr bwMode="auto">
            <a:xfrm>
              <a:off x="4551143" y="4440102"/>
              <a:ext cx="30206" cy="38154"/>
            </a:xfrm>
            <a:custGeom>
              <a:avLst/>
              <a:gdLst/>
              <a:ahLst/>
              <a:cxnLst>
                <a:cxn ang="0">
                  <a:pos x="8" y="2"/>
                </a:cxn>
                <a:cxn ang="0">
                  <a:pos x="8" y="2"/>
                </a:cxn>
                <a:cxn ang="0">
                  <a:pos x="0" y="5"/>
                </a:cxn>
                <a:cxn ang="0">
                  <a:pos x="4" y="8"/>
                </a:cxn>
                <a:cxn ang="0">
                  <a:pos x="5" y="12"/>
                </a:cxn>
                <a:cxn ang="0">
                  <a:pos x="7" y="7"/>
                </a:cxn>
                <a:cxn ang="0">
                  <a:pos x="7" y="4"/>
                </a:cxn>
                <a:cxn ang="0">
                  <a:pos x="8" y="2"/>
                </a:cxn>
              </a:cxnLst>
              <a:rect l="0" t="0" r="r" b="b"/>
              <a:pathLst>
                <a:path w="10" h="12">
                  <a:moveTo>
                    <a:pt x="8" y="2"/>
                  </a:moveTo>
                  <a:cubicBezTo>
                    <a:pt x="10" y="0"/>
                    <a:pt x="8" y="0"/>
                    <a:pt x="8" y="2"/>
                  </a:cubicBezTo>
                  <a:cubicBezTo>
                    <a:pt x="7" y="2"/>
                    <a:pt x="4" y="5"/>
                    <a:pt x="0" y="5"/>
                  </a:cubicBezTo>
                  <a:cubicBezTo>
                    <a:pt x="4" y="7"/>
                    <a:pt x="2" y="10"/>
                    <a:pt x="4" y="8"/>
                  </a:cubicBezTo>
                  <a:cubicBezTo>
                    <a:pt x="5" y="8"/>
                    <a:pt x="4" y="12"/>
                    <a:pt x="5" y="12"/>
                  </a:cubicBezTo>
                  <a:cubicBezTo>
                    <a:pt x="7" y="12"/>
                    <a:pt x="8" y="7"/>
                    <a:pt x="7" y="7"/>
                  </a:cubicBezTo>
                  <a:cubicBezTo>
                    <a:pt x="7" y="7"/>
                    <a:pt x="7" y="5"/>
                    <a:pt x="7" y="4"/>
                  </a:cubicBezTo>
                  <a:cubicBezTo>
                    <a:pt x="7" y="4"/>
                    <a:pt x="8" y="4"/>
                    <a:pt x="8"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4" name="Freeform 215">
              <a:extLst>
                <a:ext uri="{FF2B5EF4-FFF2-40B4-BE49-F238E27FC236}">
                  <a16:creationId xmlns:a16="http://schemas.microsoft.com/office/drawing/2014/main" id="{9E718BB2-9319-C303-F1E3-CF448070B0A7}"/>
                </a:ext>
              </a:extLst>
            </p:cNvPr>
            <p:cNvSpPr>
              <a:spLocks/>
            </p:cNvSpPr>
            <p:nvPr/>
          </p:nvSpPr>
          <p:spPr bwMode="auto">
            <a:xfrm>
              <a:off x="4576579" y="4446460"/>
              <a:ext cx="7949" cy="25436"/>
            </a:xfrm>
            <a:custGeom>
              <a:avLst/>
              <a:gdLst/>
              <a:ahLst/>
              <a:cxnLst>
                <a:cxn ang="0">
                  <a:pos x="0" y="1"/>
                </a:cxn>
                <a:cxn ang="0">
                  <a:pos x="2" y="0"/>
                </a:cxn>
                <a:cxn ang="0">
                  <a:pos x="3" y="5"/>
                </a:cxn>
                <a:cxn ang="0">
                  <a:pos x="2" y="6"/>
                </a:cxn>
                <a:cxn ang="0">
                  <a:pos x="0" y="1"/>
                </a:cxn>
              </a:cxnLst>
              <a:rect l="0" t="0" r="r" b="b"/>
              <a:pathLst>
                <a:path w="3" h="8">
                  <a:moveTo>
                    <a:pt x="0" y="1"/>
                  </a:moveTo>
                  <a:cubicBezTo>
                    <a:pt x="2" y="0"/>
                    <a:pt x="2" y="0"/>
                    <a:pt x="2" y="0"/>
                  </a:cubicBezTo>
                  <a:cubicBezTo>
                    <a:pt x="3" y="3"/>
                    <a:pt x="2" y="1"/>
                    <a:pt x="3" y="5"/>
                  </a:cubicBezTo>
                  <a:cubicBezTo>
                    <a:pt x="3" y="8"/>
                    <a:pt x="3" y="6"/>
                    <a:pt x="2" y="6"/>
                  </a:cubicBezTo>
                  <a:cubicBezTo>
                    <a:pt x="0" y="6"/>
                    <a:pt x="0" y="5"/>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5" name="Freeform 216">
              <a:extLst>
                <a:ext uri="{FF2B5EF4-FFF2-40B4-BE49-F238E27FC236}">
                  <a16:creationId xmlns:a16="http://schemas.microsoft.com/office/drawing/2014/main" id="{FFDE0D84-06A2-1FA9-AC91-F3303A6E6A52}"/>
                </a:ext>
              </a:extLst>
            </p:cNvPr>
            <p:cNvSpPr>
              <a:spLocks noEditPoints="1"/>
            </p:cNvSpPr>
            <p:nvPr/>
          </p:nvSpPr>
          <p:spPr bwMode="auto">
            <a:xfrm>
              <a:off x="5191821" y="4635639"/>
              <a:ext cx="389494" cy="310000"/>
            </a:xfrm>
            <a:custGeom>
              <a:avLst/>
              <a:gdLst/>
              <a:ahLst/>
              <a:cxnLst>
                <a:cxn ang="0">
                  <a:pos x="22" y="20"/>
                </a:cxn>
                <a:cxn ang="0">
                  <a:pos x="45" y="37"/>
                </a:cxn>
                <a:cxn ang="0">
                  <a:pos x="56" y="45"/>
                </a:cxn>
                <a:cxn ang="0">
                  <a:pos x="53" y="54"/>
                </a:cxn>
                <a:cxn ang="0">
                  <a:pos x="70" y="76"/>
                </a:cxn>
                <a:cxn ang="0">
                  <a:pos x="80" y="87"/>
                </a:cxn>
                <a:cxn ang="0">
                  <a:pos x="68" y="87"/>
                </a:cxn>
                <a:cxn ang="0">
                  <a:pos x="41" y="65"/>
                </a:cxn>
                <a:cxn ang="0">
                  <a:pos x="29" y="60"/>
                </a:cxn>
                <a:cxn ang="0">
                  <a:pos x="24" y="70"/>
                </a:cxn>
                <a:cxn ang="0">
                  <a:pos x="17" y="77"/>
                </a:cxn>
                <a:cxn ang="0">
                  <a:pos x="0" y="68"/>
                </a:cxn>
                <a:cxn ang="0">
                  <a:pos x="68" y="46"/>
                </a:cxn>
                <a:cxn ang="0">
                  <a:pos x="90" y="43"/>
                </a:cxn>
                <a:cxn ang="0">
                  <a:pos x="94" y="36"/>
                </a:cxn>
                <a:cxn ang="0">
                  <a:pos x="91" y="28"/>
                </a:cxn>
                <a:cxn ang="0">
                  <a:pos x="82" y="40"/>
                </a:cxn>
                <a:cxn ang="0">
                  <a:pos x="79" y="37"/>
                </a:cxn>
                <a:cxn ang="0">
                  <a:pos x="65" y="42"/>
                </a:cxn>
                <a:cxn ang="0">
                  <a:pos x="55" y="9"/>
                </a:cxn>
                <a:cxn ang="0">
                  <a:pos x="50" y="8"/>
                </a:cxn>
                <a:cxn ang="0">
                  <a:pos x="79" y="11"/>
                </a:cxn>
                <a:cxn ang="0">
                  <a:pos x="79" y="11"/>
                </a:cxn>
                <a:cxn ang="0">
                  <a:pos x="97" y="26"/>
                </a:cxn>
                <a:cxn ang="0">
                  <a:pos x="100" y="25"/>
                </a:cxn>
                <a:cxn ang="0">
                  <a:pos x="85" y="14"/>
                </a:cxn>
                <a:cxn ang="0">
                  <a:pos x="74" y="1"/>
                </a:cxn>
                <a:cxn ang="0">
                  <a:pos x="74" y="1"/>
                </a:cxn>
                <a:cxn ang="0">
                  <a:pos x="117" y="42"/>
                </a:cxn>
                <a:cxn ang="0">
                  <a:pos x="115" y="43"/>
                </a:cxn>
                <a:cxn ang="0">
                  <a:pos x="125" y="54"/>
                </a:cxn>
                <a:cxn ang="0">
                  <a:pos x="61" y="43"/>
                </a:cxn>
                <a:cxn ang="0">
                  <a:pos x="61" y="43"/>
                </a:cxn>
                <a:cxn ang="0">
                  <a:pos x="56" y="40"/>
                </a:cxn>
                <a:cxn ang="0">
                  <a:pos x="47" y="31"/>
                </a:cxn>
                <a:cxn ang="0">
                  <a:pos x="47" y="31"/>
                </a:cxn>
                <a:cxn ang="0">
                  <a:pos x="99" y="76"/>
                </a:cxn>
                <a:cxn ang="0">
                  <a:pos x="102" y="76"/>
                </a:cxn>
                <a:cxn ang="0">
                  <a:pos x="108" y="101"/>
                </a:cxn>
                <a:cxn ang="0">
                  <a:pos x="79" y="79"/>
                </a:cxn>
                <a:cxn ang="0">
                  <a:pos x="79" y="79"/>
                </a:cxn>
                <a:cxn ang="0">
                  <a:pos x="85" y="81"/>
                </a:cxn>
                <a:cxn ang="0">
                  <a:pos x="82" y="82"/>
                </a:cxn>
                <a:cxn ang="0">
                  <a:pos x="88" y="87"/>
                </a:cxn>
                <a:cxn ang="0">
                  <a:pos x="85" y="84"/>
                </a:cxn>
              </a:cxnLst>
              <a:rect l="0" t="0" r="r" b="b"/>
              <a:pathLst>
                <a:path w="126" h="101">
                  <a:moveTo>
                    <a:pt x="0" y="11"/>
                  </a:moveTo>
                  <a:cubicBezTo>
                    <a:pt x="6" y="9"/>
                    <a:pt x="17" y="18"/>
                    <a:pt x="22" y="20"/>
                  </a:cubicBezTo>
                  <a:cubicBezTo>
                    <a:pt x="29" y="21"/>
                    <a:pt x="29" y="25"/>
                    <a:pt x="32" y="25"/>
                  </a:cubicBezTo>
                  <a:cubicBezTo>
                    <a:pt x="35" y="25"/>
                    <a:pt x="45" y="34"/>
                    <a:pt x="45" y="37"/>
                  </a:cubicBezTo>
                  <a:cubicBezTo>
                    <a:pt x="44" y="40"/>
                    <a:pt x="42" y="40"/>
                    <a:pt x="48" y="42"/>
                  </a:cubicBezTo>
                  <a:cubicBezTo>
                    <a:pt x="53" y="43"/>
                    <a:pt x="52" y="46"/>
                    <a:pt x="56" y="45"/>
                  </a:cubicBezTo>
                  <a:cubicBezTo>
                    <a:pt x="59" y="45"/>
                    <a:pt x="62" y="51"/>
                    <a:pt x="61" y="53"/>
                  </a:cubicBezTo>
                  <a:cubicBezTo>
                    <a:pt x="59" y="54"/>
                    <a:pt x="56" y="53"/>
                    <a:pt x="53" y="54"/>
                  </a:cubicBezTo>
                  <a:cubicBezTo>
                    <a:pt x="52" y="54"/>
                    <a:pt x="59" y="64"/>
                    <a:pt x="62" y="65"/>
                  </a:cubicBezTo>
                  <a:cubicBezTo>
                    <a:pt x="65" y="67"/>
                    <a:pt x="64" y="77"/>
                    <a:pt x="70" y="76"/>
                  </a:cubicBezTo>
                  <a:cubicBezTo>
                    <a:pt x="77" y="73"/>
                    <a:pt x="67" y="81"/>
                    <a:pt x="74" y="81"/>
                  </a:cubicBezTo>
                  <a:cubicBezTo>
                    <a:pt x="82" y="81"/>
                    <a:pt x="70" y="84"/>
                    <a:pt x="80" y="87"/>
                  </a:cubicBezTo>
                  <a:cubicBezTo>
                    <a:pt x="87" y="88"/>
                    <a:pt x="84" y="91"/>
                    <a:pt x="80" y="91"/>
                  </a:cubicBezTo>
                  <a:cubicBezTo>
                    <a:pt x="76" y="91"/>
                    <a:pt x="79" y="90"/>
                    <a:pt x="68" y="87"/>
                  </a:cubicBezTo>
                  <a:cubicBezTo>
                    <a:pt x="58" y="85"/>
                    <a:pt x="59" y="85"/>
                    <a:pt x="53" y="77"/>
                  </a:cubicBezTo>
                  <a:cubicBezTo>
                    <a:pt x="47" y="70"/>
                    <a:pt x="48" y="65"/>
                    <a:pt x="41" y="65"/>
                  </a:cubicBezTo>
                  <a:cubicBezTo>
                    <a:pt x="35" y="64"/>
                    <a:pt x="39" y="60"/>
                    <a:pt x="33" y="64"/>
                  </a:cubicBezTo>
                  <a:cubicBezTo>
                    <a:pt x="30" y="64"/>
                    <a:pt x="30" y="64"/>
                    <a:pt x="29" y="60"/>
                  </a:cubicBezTo>
                  <a:cubicBezTo>
                    <a:pt x="30" y="68"/>
                    <a:pt x="27" y="64"/>
                    <a:pt x="27" y="67"/>
                  </a:cubicBezTo>
                  <a:cubicBezTo>
                    <a:pt x="27" y="70"/>
                    <a:pt x="20" y="68"/>
                    <a:pt x="24" y="70"/>
                  </a:cubicBezTo>
                  <a:cubicBezTo>
                    <a:pt x="26" y="71"/>
                    <a:pt x="27" y="76"/>
                    <a:pt x="24" y="76"/>
                  </a:cubicBezTo>
                  <a:cubicBezTo>
                    <a:pt x="22" y="76"/>
                    <a:pt x="21" y="81"/>
                    <a:pt x="17" y="77"/>
                  </a:cubicBezTo>
                  <a:cubicBezTo>
                    <a:pt x="13" y="76"/>
                    <a:pt x="7" y="79"/>
                    <a:pt x="6" y="77"/>
                  </a:cubicBezTo>
                  <a:cubicBezTo>
                    <a:pt x="4" y="74"/>
                    <a:pt x="4" y="71"/>
                    <a:pt x="0" y="68"/>
                  </a:cubicBezTo>
                  <a:cubicBezTo>
                    <a:pt x="0" y="11"/>
                    <a:pt x="0" y="11"/>
                    <a:pt x="0" y="11"/>
                  </a:cubicBezTo>
                  <a:close/>
                  <a:moveTo>
                    <a:pt x="68" y="46"/>
                  </a:moveTo>
                  <a:cubicBezTo>
                    <a:pt x="73" y="49"/>
                    <a:pt x="71" y="45"/>
                    <a:pt x="74" y="48"/>
                  </a:cubicBezTo>
                  <a:cubicBezTo>
                    <a:pt x="77" y="51"/>
                    <a:pt x="88" y="46"/>
                    <a:pt x="90" y="43"/>
                  </a:cubicBezTo>
                  <a:cubicBezTo>
                    <a:pt x="91" y="40"/>
                    <a:pt x="91" y="43"/>
                    <a:pt x="94" y="42"/>
                  </a:cubicBezTo>
                  <a:cubicBezTo>
                    <a:pt x="97" y="39"/>
                    <a:pt x="93" y="36"/>
                    <a:pt x="94" y="36"/>
                  </a:cubicBezTo>
                  <a:cubicBezTo>
                    <a:pt x="97" y="36"/>
                    <a:pt x="99" y="31"/>
                    <a:pt x="97" y="29"/>
                  </a:cubicBezTo>
                  <a:cubicBezTo>
                    <a:pt x="96" y="28"/>
                    <a:pt x="94" y="28"/>
                    <a:pt x="91" y="28"/>
                  </a:cubicBezTo>
                  <a:cubicBezTo>
                    <a:pt x="88" y="28"/>
                    <a:pt x="94" y="37"/>
                    <a:pt x="90" y="36"/>
                  </a:cubicBezTo>
                  <a:cubicBezTo>
                    <a:pt x="87" y="34"/>
                    <a:pt x="87" y="43"/>
                    <a:pt x="82" y="40"/>
                  </a:cubicBezTo>
                  <a:cubicBezTo>
                    <a:pt x="80" y="39"/>
                    <a:pt x="80" y="43"/>
                    <a:pt x="79" y="40"/>
                  </a:cubicBezTo>
                  <a:cubicBezTo>
                    <a:pt x="77" y="37"/>
                    <a:pt x="80" y="37"/>
                    <a:pt x="79" y="37"/>
                  </a:cubicBezTo>
                  <a:cubicBezTo>
                    <a:pt x="79" y="36"/>
                    <a:pt x="77" y="36"/>
                    <a:pt x="77" y="40"/>
                  </a:cubicBezTo>
                  <a:cubicBezTo>
                    <a:pt x="77" y="43"/>
                    <a:pt x="65" y="39"/>
                    <a:pt x="65" y="42"/>
                  </a:cubicBezTo>
                  <a:cubicBezTo>
                    <a:pt x="65" y="45"/>
                    <a:pt x="67" y="43"/>
                    <a:pt x="68" y="46"/>
                  </a:cubicBezTo>
                  <a:close/>
                  <a:moveTo>
                    <a:pt x="55" y="9"/>
                  </a:moveTo>
                  <a:cubicBezTo>
                    <a:pt x="58" y="9"/>
                    <a:pt x="58" y="8"/>
                    <a:pt x="56" y="6"/>
                  </a:cubicBezTo>
                  <a:cubicBezTo>
                    <a:pt x="55" y="6"/>
                    <a:pt x="50" y="6"/>
                    <a:pt x="50" y="8"/>
                  </a:cubicBezTo>
                  <a:cubicBezTo>
                    <a:pt x="50" y="11"/>
                    <a:pt x="52" y="9"/>
                    <a:pt x="55" y="9"/>
                  </a:cubicBezTo>
                  <a:close/>
                  <a:moveTo>
                    <a:pt x="79" y="11"/>
                  </a:moveTo>
                  <a:cubicBezTo>
                    <a:pt x="79" y="9"/>
                    <a:pt x="84" y="12"/>
                    <a:pt x="82" y="12"/>
                  </a:cubicBezTo>
                  <a:cubicBezTo>
                    <a:pt x="80" y="14"/>
                    <a:pt x="77" y="12"/>
                    <a:pt x="79" y="11"/>
                  </a:cubicBezTo>
                  <a:close/>
                  <a:moveTo>
                    <a:pt x="91" y="18"/>
                  </a:moveTo>
                  <a:cubicBezTo>
                    <a:pt x="91" y="20"/>
                    <a:pt x="96" y="21"/>
                    <a:pt x="97" y="26"/>
                  </a:cubicBezTo>
                  <a:cubicBezTo>
                    <a:pt x="100" y="29"/>
                    <a:pt x="99" y="29"/>
                    <a:pt x="100" y="34"/>
                  </a:cubicBezTo>
                  <a:cubicBezTo>
                    <a:pt x="102" y="37"/>
                    <a:pt x="105" y="28"/>
                    <a:pt x="100" y="25"/>
                  </a:cubicBezTo>
                  <a:cubicBezTo>
                    <a:pt x="96" y="23"/>
                    <a:pt x="96" y="20"/>
                    <a:pt x="93" y="18"/>
                  </a:cubicBezTo>
                  <a:cubicBezTo>
                    <a:pt x="87" y="15"/>
                    <a:pt x="85" y="11"/>
                    <a:pt x="85" y="14"/>
                  </a:cubicBezTo>
                  <a:cubicBezTo>
                    <a:pt x="80" y="15"/>
                    <a:pt x="87" y="14"/>
                    <a:pt x="91" y="18"/>
                  </a:cubicBezTo>
                  <a:close/>
                  <a:moveTo>
                    <a:pt x="74" y="1"/>
                  </a:moveTo>
                  <a:cubicBezTo>
                    <a:pt x="76" y="0"/>
                    <a:pt x="77" y="3"/>
                    <a:pt x="76" y="3"/>
                  </a:cubicBezTo>
                  <a:cubicBezTo>
                    <a:pt x="74" y="3"/>
                    <a:pt x="74" y="3"/>
                    <a:pt x="74" y="1"/>
                  </a:cubicBezTo>
                  <a:close/>
                  <a:moveTo>
                    <a:pt x="123" y="48"/>
                  </a:moveTo>
                  <a:cubicBezTo>
                    <a:pt x="120" y="46"/>
                    <a:pt x="120" y="42"/>
                    <a:pt x="117" y="42"/>
                  </a:cubicBezTo>
                  <a:cubicBezTo>
                    <a:pt x="115" y="40"/>
                    <a:pt x="115" y="34"/>
                    <a:pt x="114" y="37"/>
                  </a:cubicBezTo>
                  <a:cubicBezTo>
                    <a:pt x="112" y="39"/>
                    <a:pt x="115" y="39"/>
                    <a:pt x="115" y="43"/>
                  </a:cubicBezTo>
                  <a:cubicBezTo>
                    <a:pt x="114" y="46"/>
                    <a:pt x="119" y="48"/>
                    <a:pt x="120" y="51"/>
                  </a:cubicBezTo>
                  <a:cubicBezTo>
                    <a:pt x="120" y="54"/>
                    <a:pt x="122" y="54"/>
                    <a:pt x="125" y="54"/>
                  </a:cubicBezTo>
                  <a:cubicBezTo>
                    <a:pt x="126" y="53"/>
                    <a:pt x="125" y="48"/>
                    <a:pt x="123" y="48"/>
                  </a:cubicBezTo>
                  <a:close/>
                  <a:moveTo>
                    <a:pt x="61" y="43"/>
                  </a:moveTo>
                  <a:cubicBezTo>
                    <a:pt x="59" y="42"/>
                    <a:pt x="61" y="39"/>
                    <a:pt x="62" y="42"/>
                  </a:cubicBezTo>
                  <a:cubicBezTo>
                    <a:pt x="64" y="43"/>
                    <a:pt x="62" y="45"/>
                    <a:pt x="61" y="43"/>
                  </a:cubicBezTo>
                  <a:close/>
                  <a:moveTo>
                    <a:pt x="55" y="39"/>
                  </a:moveTo>
                  <a:cubicBezTo>
                    <a:pt x="55" y="37"/>
                    <a:pt x="58" y="40"/>
                    <a:pt x="56" y="40"/>
                  </a:cubicBezTo>
                  <a:cubicBezTo>
                    <a:pt x="56" y="42"/>
                    <a:pt x="53" y="40"/>
                    <a:pt x="55" y="39"/>
                  </a:cubicBezTo>
                  <a:close/>
                  <a:moveTo>
                    <a:pt x="47" y="31"/>
                  </a:moveTo>
                  <a:cubicBezTo>
                    <a:pt x="48" y="32"/>
                    <a:pt x="47" y="36"/>
                    <a:pt x="45" y="34"/>
                  </a:cubicBezTo>
                  <a:cubicBezTo>
                    <a:pt x="44" y="32"/>
                    <a:pt x="45" y="31"/>
                    <a:pt x="47" y="31"/>
                  </a:cubicBezTo>
                  <a:close/>
                  <a:moveTo>
                    <a:pt x="102" y="76"/>
                  </a:moveTo>
                  <a:cubicBezTo>
                    <a:pt x="100" y="74"/>
                    <a:pt x="97" y="74"/>
                    <a:pt x="99" y="76"/>
                  </a:cubicBezTo>
                  <a:cubicBezTo>
                    <a:pt x="100" y="76"/>
                    <a:pt x="99" y="77"/>
                    <a:pt x="100" y="77"/>
                  </a:cubicBezTo>
                  <a:cubicBezTo>
                    <a:pt x="102" y="77"/>
                    <a:pt x="103" y="77"/>
                    <a:pt x="102" y="76"/>
                  </a:cubicBezTo>
                  <a:close/>
                  <a:moveTo>
                    <a:pt x="103" y="99"/>
                  </a:moveTo>
                  <a:cubicBezTo>
                    <a:pt x="102" y="96"/>
                    <a:pt x="106" y="99"/>
                    <a:pt x="108" y="101"/>
                  </a:cubicBezTo>
                  <a:cubicBezTo>
                    <a:pt x="103" y="99"/>
                    <a:pt x="103" y="99"/>
                    <a:pt x="103" y="99"/>
                  </a:cubicBezTo>
                  <a:close/>
                  <a:moveTo>
                    <a:pt x="79" y="79"/>
                  </a:moveTo>
                  <a:cubicBezTo>
                    <a:pt x="77" y="77"/>
                    <a:pt x="79" y="76"/>
                    <a:pt x="80" y="77"/>
                  </a:cubicBezTo>
                  <a:cubicBezTo>
                    <a:pt x="82" y="79"/>
                    <a:pt x="80" y="82"/>
                    <a:pt x="79" y="79"/>
                  </a:cubicBezTo>
                  <a:close/>
                  <a:moveTo>
                    <a:pt x="82" y="82"/>
                  </a:moveTo>
                  <a:cubicBezTo>
                    <a:pt x="84" y="82"/>
                    <a:pt x="85" y="82"/>
                    <a:pt x="85" y="81"/>
                  </a:cubicBezTo>
                  <a:cubicBezTo>
                    <a:pt x="85" y="79"/>
                    <a:pt x="82" y="77"/>
                    <a:pt x="82" y="79"/>
                  </a:cubicBezTo>
                  <a:cubicBezTo>
                    <a:pt x="82" y="81"/>
                    <a:pt x="80" y="82"/>
                    <a:pt x="82" y="82"/>
                  </a:cubicBezTo>
                  <a:close/>
                  <a:moveTo>
                    <a:pt x="85" y="84"/>
                  </a:moveTo>
                  <a:cubicBezTo>
                    <a:pt x="85" y="85"/>
                    <a:pt x="87" y="88"/>
                    <a:pt x="88" y="87"/>
                  </a:cubicBezTo>
                  <a:cubicBezTo>
                    <a:pt x="88" y="84"/>
                    <a:pt x="88" y="84"/>
                    <a:pt x="88" y="84"/>
                  </a:cubicBezTo>
                  <a:cubicBezTo>
                    <a:pt x="87" y="85"/>
                    <a:pt x="85" y="82"/>
                    <a:pt x="85" y="84"/>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6" name="Freeform 217">
              <a:extLst>
                <a:ext uri="{FF2B5EF4-FFF2-40B4-BE49-F238E27FC236}">
                  <a16:creationId xmlns:a16="http://schemas.microsoft.com/office/drawing/2014/main" id="{A1F5C839-9869-7B8B-4859-77A5E89B4222}"/>
                </a:ext>
              </a:extLst>
            </p:cNvPr>
            <p:cNvSpPr>
              <a:spLocks noEditPoints="1"/>
            </p:cNvSpPr>
            <p:nvPr/>
          </p:nvSpPr>
          <p:spPr bwMode="auto">
            <a:xfrm>
              <a:off x="5571776" y="4791435"/>
              <a:ext cx="163747" cy="163743"/>
            </a:xfrm>
            <a:custGeom>
              <a:avLst/>
              <a:gdLst/>
              <a:ahLst/>
              <a:cxnLst>
                <a:cxn ang="0">
                  <a:pos x="6" y="0"/>
                </a:cxn>
                <a:cxn ang="0">
                  <a:pos x="12" y="5"/>
                </a:cxn>
                <a:cxn ang="0">
                  <a:pos x="14" y="8"/>
                </a:cxn>
                <a:cxn ang="0">
                  <a:pos x="9" y="5"/>
                </a:cxn>
                <a:cxn ang="0">
                  <a:pos x="6" y="2"/>
                </a:cxn>
                <a:cxn ang="0">
                  <a:pos x="6" y="0"/>
                </a:cxn>
                <a:cxn ang="0">
                  <a:pos x="23" y="13"/>
                </a:cxn>
                <a:cxn ang="0">
                  <a:pos x="32" y="19"/>
                </a:cxn>
                <a:cxn ang="0">
                  <a:pos x="29" y="14"/>
                </a:cxn>
                <a:cxn ang="0">
                  <a:pos x="24" y="11"/>
                </a:cxn>
                <a:cxn ang="0">
                  <a:pos x="23" y="13"/>
                </a:cxn>
                <a:cxn ang="0">
                  <a:pos x="42" y="28"/>
                </a:cxn>
                <a:cxn ang="0">
                  <a:pos x="44" y="28"/>
                </a:cxn>
                <a:cxn ang="0">
                  <a:pos x="42" y="23"/>
                </a:cxn>
                <a:cxn ang="0">
                  <a:pos x="39" y="17"/>
                </a:cxn>
                <a:cxn ang="0">
                  <a:pos x="39" y="25"/>
                </a:cxn>
                <a:cxn ang="0">
                  <a:pos x="42" y="28"/>
                </a:cxn>
                <a:cxn ang="0">
                  <a:pos x="35" y="33"/>
                </a:cxn>
                <a:cxn ang="0">
                  <a:pos x="39" y="33"/>
                </a:cxn>
                <a:cxn ang="0">
                  <a:pos x="38" y="28"/>
                </a:cxn>
                <a:cxn ang="0">
                  <a:pos x="33" y="28"/>
                </a:cxn>
                <a:cxn ang="0">
                  <a:pos x="30" y="30"/>
                </a:cxn>
                <a:cxn ang="0">
                  <a:pos x="35" y="33"/>
                </a:cxn>
                <a:cxn ang="0">
                  <a:pos x="46" y="39"/>
                </a:cxn>
                <a:cxn ang="0">
                  <a:pos x="52" y="42"/>
                </a:cxn>
                <a:cxn ang="0">
                  <a:pos x="50" y="39"/>
                </a:cxn>
                <a:cxn ang="0">
                  <a:pos x="44" y="36"/>
                </a:cxn>
                <a:cxn ang="0">
                  <a:pos x="46" y="39"/>
                </a:cxn>
                <a:cxn ang="0">
                  <a:pos x="33" y="48"/>
                </a:cxn>
                <a:cxn ang="0">
                  <a:pos x="39" y="51"/>
                </a:cxn>
                <a:cxn ang="0">
                  <a:pos x="33" y="48"/>
                </a:cxn>
                <a:cxn ang="0">
                  <a:pos x="17" y="17"/>
                </a:cxn>
                <a:cxn ang="0">
                  <a:pos x="15" y="14"/>
                </a:cxn>
                <a:cxn ang="0">
                  <a:pos x="14" y="17"/>
                </a:cxn>
                <a:cxn ang="0">
                  <a:pos x="17" y="20"/>
                </a:cxn>
                <a:cxn ang="0">
                  <a:pos x="17" y="17"/>
                </a:cxn>
                <a:cxn ang="0">
                  <a:pos x="11" y="13"/>
                </a:cxn>
                <a:cxn ang="0">
                  <a:pos x="12" y="16"/>
                </a:cxn>
                <a:cxn ang="0">
                  <a:pos x="11" y="13"/>
                </a:cxn>
                <a:cxn ang="0">
                  <a:pos x="6" y="11"/>
                </a:cxn>
                <a:cxn ang="0">
                  <a:pos x="9" y="13"/>
                </a:cxn>
                <a:cxn ang="0">
                  <a:pos x="6" y="11"/>
                </a:cxn>
                <a:cxn ang="0">
                  <a:pos x="20" y="22"/>
                </a:cxn>
                <a:cxn ang="0">
                  <a:pos x="18" y="20"/>
                </a:cxn>
                <a:cxn ang="0">
                  <a:pos x="20" y="22"/>
                </a:cxn>
                <a:cxn ang="0">
                  <a:pos x="0" y="5"/>
                </a:cxn>
                <a:cxn ang="0">
                  <a:pos x="2" y="5"/>
                </a:cxn>
                <a:cxn ang="0">
                  <a:pos x="0" y="5"/>
                </a:cxn>
              </a:cxnLst>
              <a:rect l="0" t="0" r="r" b="b"/>
              <a:pathLst>
                <a:path w="53" h="53">
                  <a:moveTo>
                    <a:pt x="6" y="0"/>
                  </a:moveTo>
                  <a:cubicBezTo>
                    <a:pt x="11" y="3"/>
                    <a:pt x="11" y="3"/>
                    <a:pt x="12" y="5"/>
                  </a:cubicBezTo>
                  <a:cubicBezTo>
                    <a:pt x="12" y="8"/>
                    <a:pt x="17" y="8"/>
                    <a:pt x="14" y="8"/>
                  </a:cubicBezTo>
                  <a:cubicBezTo>
                    <a:pt x="12" y="10"/>
                    <a:pt x="9" y="7"/>
                    <a:pt x="9" y="5"/>
                  </a:cubicBezTo>
                  <a:cubicBezTo>
                    <a:pt x="8" y="3"/>
                    <a:pt x="6" y="3"/>
                    <a:pt x="6" y="2"/>
                  </a:cubicBezTo>
                  <a:cubicBezTo>
                    <a:pt x="6" y="0"/>
                    <a:pt x="6" y="0"/>
                    <a:pt x="6" y="0"/>
                  </a:cubicBezTo>
                  <a:close/>
                  <a:moveTo>
                    <a:pt x="23" y="13"/>
                  </a:moveTo>
                  <a:cubicBezTo>
                    <a:pt x="23" y="14"/>
                    <a:pt x="30" y="17"/>
                    <a:pt x="32" y="19"/>
                  </a:cubicBezTo>
                  <a:cubicBezTo>
                    <a:pt x="35" y="22"/>
                    <a:pt x="32" y="16"/>
                    <a:pt x="29" y="14"/>
                  </a:cubicBezTo>
                  <a:cubicBezTo>
                    <a:pt x="26" y="13"/>
                    <a:pt x="27" y="11"/>
                    <a:pt x="24" y="11"/>
                  </a:cubicBezTo>
                  <a:cubicBezTo>
                    <a:pt x="23" y="10"/>
                    <a:pt x="23" y="10"/>
                    <a:pt x="23" y="13"/>
                  </a:cubicBezTo>
                  <a:close/>
                  <a:moveTo>
                    <a:pt x="42" y="28"/>
                  </a:moveTo>
                  <a:cubicBezTo>
                    <a:pt x="44" y="31"/>
                    <a:pt x="47" y="31"/>
                    <a:pt x="44" y="28"/>
                  </a:cubicBezTo>
                  <a:cubicBezTo>
                    <a:pt x="44" y="27"/>
                    <a:pt x="46" y="27"/>
                    <a:pt x="42" y="23"/>
                  </a:cubicBezTo>
                  <a:cubicBezTo>
                    <a:pt x="41" y="22"/>
                    <a:pt x="42" y="19"/>
                    <a:pt x="39" y="17"/>
                  </a:cubicBezTo>
                  <a:cubicBezTo>
                    <a:pt x="36" y="17"/>
                    <a:pt x="39" y="19"/>
                    <a:pt x="39" y="25"/>
                  </a:cubicBezTo>
                  <a:cubicBezTo>
                    <a:pt x="41" y="27"/>
                    <a:pt x="41" y="27"/>
                    <a:pt x="42" y="28"/>
                  </a:cubicBezTo>
                  <a:close/>
                  <a:moveTo>
                    <a:pt x="35" y="33"/>
                  </a:moveTo>
                  <a:cubicBezTo>
                    <a:pt x="38" y="31"/>
                    <a:pt x="36" y="33"/>
                    <a:pt x="39" y="33"/>
                  </a:cubicBezTo>
                  <a:cubicBezTo>
                    <a:pt x="42" y="34"/>
                    <a:pt x="39" y="31"/>
                    <a:pt x="38" y="28"/>
                  </a:cubicBezTo>
                  <a:cubicBezTo>
                    <a:pt x="36" y="27"/>
                    <a:pt x="35" y="30"/>
                    <a:pt x="33" y="28"/>
                  </a:cubicBezTo>
                  <a:cubicBezTo>
                    <a:pt x="32" y="27"/>
                    <a:pt x="30" y="27"/>
                    <a:pt x="30" y="30"/>
                  </a:cubicBezTo>
                  <a:cubicBezTo>
                    <a:pt x="30" y="31"/>
                    <a:pt x="33" y="33"/>
                    <a:pt x="35" y="33"/>
                  </a:cubicBezTo>
                  <a:close/>
                  <a:moveTo>
                    <a:pt x="46" y="39"/>
                  </a:moveTo>
                  <a:cubicBezTo>
                    <a:pt x="46" y="40"/>
                    <a:pt x="50" y="42"/>
                    <a:pt x="52" y="42"/>
                  </a:cubicBezTo>
                  <a:cubicBezTo>
                    <a:pt x="53" y="42"/>
                    <a:pt x="52" y="39"/>
                    <a:pt x="50" y="39"/>
                  </a:cubicBezTo>
                  <a:cubicBezTo>
                    <a:pt x="49" y="39"/>
                    <a:pt x="46" y="36"/>
                    <a:pt x="44" y="36"/>
                  </a:cubicBezTo>
                  <a:cubicBezTo>
                    <a:pt x="42" y="37"/>
                    <a:pt x="46" y="37"/>
                    <a:pt x="46" y="39"/>
                  </a:cubicBezTo>
                  <a:close/>
                  <a:moveTo>
                    <a:pt x="33" y="48"/>
                  </a:moveTo>
                  <a:cubicBezTo>
                    <a:pt x="35" y="47"/>
                    <a:pt x="39" y="51"/>
                    <a:pt x="39" y="51"/>
                  </a:cubicBezTo>
                  <a:cubicBezTo>
                    <a:pt x="38" y="53"/>
                    <a:pt x="33" y="50"/>
                    <a:pt x="33" y="48"/>
                  </a:cubicBezTo>
                  <a:close/>
                  <a:moveTo>
                    <a:pt x="17" y="17"/>
                  </a:moveTo>
                  <a:cubicBezTo>
                    <a:pt x="15" y="16"/>
                    <a:pt x="17" y="14"/>
                    <a:pt x="15" y="14"/>
                  </a:cubicBezTo>
                  <a:cubicBezTo>
                    <a:pt x="14" y="13"/>
                    <a:pt x="12" y="19"/>
                    <a:pt x="14" y="17"/>
                  </a:cubicBezTo>
                  <a:cubicBezTo>
                    <a:pt x="15" y="17"/>
                    <a:pt x="15" y="17"/>
                    <a:pt x="17" y="20"/>
                  </a:cubicBezTo>
                  <a:cubicBezTo>
                    <a:pt x="17" y="20"/>
                    <a:pt x="18" y="19"/>
                    <a:pt x="17" y="17"/>
                  </a:cubicBezTo>
                  <a:close/>
                  <a:moveTo>
                    <a:pt x="11" y="13"/>
                  </a:moveTo>
                  <a:cubicBezTo>
                    <a:pt x="11" y="11"/>
                    <a:pt x="12" y="14"/>
                    <a:pt x="12" y="16"/>
                  </a:cubicBezTo>
                  <a:cubicBezTo>
                    <a:pt x="11" y="17"/>
                    <a:pt x="9" y="14"/>
                    <a:pt x="11" y="13"/>
                  </a:cubicBezTo>
                  <a:close/>
                  <a:moveTo>
                    <a:pt x="6" y="11"/>
                  </a:moveTo>
                  <a:cubicBezTo>
                    <a:pt x="6" y="10"/>
                    <a:pt x="11" y="11"/>
                    <a:pt x="9" y="13"/>
                  </a:cubicBezTo>
                  <a:cubicBezTo>
                    <a:pt x="8" y="14"/>
                    <a:pt x="6" y="11"/>
                    <a:pt x="6" y="11"/>
                  </a:cubicBezTo>
                  <a:close/>
                  <a:moveTo>
                    <a:pt x="20" y="22"/>
                  </a:moveTo>
                  <a:cubicBezTo>
                    <a:pt x="18" y="22"/>
                    <a:pt x="17" y="22"/>
                    <a:pt x="18" y="20"/>
                  </a:cubicBezTo>
                  <a:cubicBezTo>
                    <a:pt x="18" y="19"/>
                    <a:pt x="20" y="20"/>
                    <a:pt x="20" y="22"/>
                  </a:cubicBezTo>
                  <a:close/>
                  <a:moveTo>
                    <a:pt x="0" y="5"/>
                  </a:moveTo>
                  <a:cubicBezTo>
                    <a:pt x="0" y="3"/>
                    <a:pt x="2" y="5"/>
                    <a:pt x="2" y="5"/>
                  </a:cubicBezTo>
                  <a:cubicBezTo>
                    <a:pt x="2" y="7"/>
                    <a:pt x="0" y="7"/>
                    <a:pt x="0" y="5"/>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7" name="Freeform 220">
              <a:extLst>
                <a:ext uri="{FF2B5EF4-FFF2-40B4-BE49-F238E27FC236}">
                  <a16:creationId xmlns:a16="http://schemas.microsoft.com/office/drawing/2014/main" id="{3CEED1CB-CA0A-0D72-E460-2258E56A400C}"/>
                </a:ext>
              </a:extLst>
            </p:cNvPr>
            <p:cNvSpPr>
              <a:spLocks/>
            </p:cNvSpPr>
            <p:nvPr/>
          </p:nvSpPr>
          <p:spPr bwMode="auto">
            <a:xfrm>
              <a:off x="4215701" y="4387641"/>
              <a:ext cx="101745" cy="176462"/>
            </a:xfrm>
            <a:custGeom>
              <a:avLst/>
              <a:gdLst/>
              <a:ahLst/>
              <a:cxnLst>
                <a:cxn ang="0">
                  <a:pos x="15" y="7"/>
                </a:cxn>
                <a:cxn ang="0">
                  <a:pos x="18" y="8"/>
                </a:cxn>
                <a:cxn ang="0">
                  <a:pos x="26" y="19"/>
                </a:cxn>
                <a:cxn ang="0">
                  <a:pos x="26" y="27"/>
                </a:cxn>
                <a:cxn ang="0">
                  <a:pos x="26" y="32"/>
                </a:cxn>
                <a:cxn ang="0">
                  <a:pos x="27" y="41"/>
                </a:cxn>
                <a:cxn ang="0">
                  <a:pos x="32" y="49"/>
                </a:cxn>
                <a:cxn ang="0">
                  <a:pos x="32" y="54"/>
                </a:cxn>
                <a:cxn ang="0">
                  <a:pos x="30" y="52"/>
                </a:cxn>
                <a:cxn ang="0">
                  <a:pos x="29" y="54"/>
                </a:cxn>
                <a:cxn ang="0">
                  <a:pos x="26" y="54"/>
                </a:cxn>
                <a:cxn ang="0">
                  <a:pos x="17" y="47"/>
                </a:cxn>
                <a:cxn ang="0">
                  <a:pos x="9" y="38"/>
                </a:cxn>
                <a:cxn ang="0">
                  <a:pos x="5" y="28"/>
                </a:cxn>
                <a:cxn ang="0">
                  <a:pos x="3" y="24"/>
                </a:cxn>
                <a:cxn ang="0">
                  <a:pos x="2" y="16"/>
                </a:cxn>
                <a:cxn ang="0">
                  <a:pos x="0" y="3"/>
                </a:cxn>
                <a:cxn ang="0">
                  <a:pos x="2" y="2"/>
                </a:cxn>
                <a:cxn ang="0">
                  <a:pos x="5" y="5"/>
                </a:cxn>
                <a:cxn ang="0">
                  <a:pos x="8" y="7"/>
                </a:cxn>
                <a:cxn ang="0">
                  <a:pos x="8" y="11"/>
                </a:cxn>
                <a:cxn ang="0">
                  <a:pos x="12" y="10"/>
                </a:cxn>
                <a:cxn ang="0">
                  <a:pos x="15" y="7"/>
                </a:cxn>
              </a:cxnLst>
              <a:rect l="0" t="0" r="r" b="b"/>
              <a:pathLst>
                <a:path w="33" h="57">
                  <a:moveTo>
                    <a:pt x="15" y="7"/>
                  </a:moveTo>
                  <a:cubicBezTo>
                    <a:pt x="17" y="7"/>
                    <a:pt x="17" y="5"/>
                    <a:pt x="18" y="8"/>
                  </a:cubicBezTo>
                  <a:cubicBezTo>
                    <a:pt x="18" y="11"/>
                    <a:pt x="24" y="14"/>
                    <a:pt x="26" y="19"/>
                  </a:cubicBezTo>
                  <a:cubicBezTo>
                    <a:pt x="27" y="24"/>
                    <a:pt x="26" y="27"/>
                    <a:pt x="26" y="27"/>
                  </a:cubicBezTo>
                  <a:cubicBezTo>
                    <a:pt x="26" y="28"/>
                    <a:pt x="24" y="30"/>
                    <a:pt x="26" y="32"/>
                  </a:cubicBezTo>
                  <a:cubicBezTo>
                    <a:pt x="27" y="33"/>
                    <a:pt x="23" y="38"/>
                    <a:pt x="27" y="41"/>
                  </a:cubicBezTo>
                  <a:cubicBezTo>
                    <a:pt x="30" y="44"/>
                    <a:pt x="29" y="47"/>
                    <a:pt x="32" y="49"/>
                  </a:cubicBezTo>
                  <a:cubicBezTo>
                    <a:pt x="32" y="50"/>
                    <a:pt x="33" y="55"/>
                    <a:pt x="32" y="54"/>
                  </a:cubicBezTo>
                  <a:cubicBezTo>
                    <a:pt x="30" y="54"/>
                    <a:pt x="32" y="54"/>
                    <a:pt x="30" y="52"/>
                  </a:cubicBezTo>
                  <a:cubicBezTo>
                    <a:pt x="29" y="52"/>
                    <a:pt x="30" y="54"/>
                    <a:pt x="29" y="54"/>
                  </a:cubicBezTo>
                  <a:cubicBezTo>
                    <a:pt x="26" y="52"/>
                    <a:pt x="27" y="57"/>
                    <a:pt x="26" y="54"/>
                  </a:cubicBezTo>
                  <a:cubicBezTo>
                    <a:pt x="24" y="50"/>
                    <a:pt x="23" y="54"/>
                    <a:pt x="17" y="47"/>
                  </a:cubicBezTo>
                  <a:cubicBezTo>
                    <a:pt x="9" y="39"/>
                    <a:pt x="8" y="41"/>
                    <a:pt x="9" y="38"/>
                  </a:cubicBezTo>
                  <a:cubicBezTo>
                    <a:pt x="11" y="35"/>
                    <a:pt x="3" y="30"/>
                    <a:pt x="5" y="28"/>
                  </a:cubicBezTo>
                  <a:cubicBezTo>
                    <a:pt x="5" y="27"/>
                    <a:pt x="3" y="28"/>
                    <a:pt x="3" y="24"/>
                  </a:cubicBezTo>
                  <a:cubicBezTo>
                    <a:pt x="3" y="17"/>
                    <a:pt x="0" y="19"/>
                    <a:pt x="2" y="16"/>
                  </a:cubicBezTo>
                  <a:cubicBezTo>
                    <a:pt x="2" y="14"/>
                    <a:pt x="3" y="8"/>
                    <a:pt x="0" y="3"/>
                  </a:cubicBezTo>
                  <a:cubicBezTo>
                    <a:pt x="0" y="0"/>
                    <a:pt x="0" y="0"/>
                    <a:pt x="2" y="2"/>
                  </a:cubicBezTo>
                  <a:cubicBezTo>
                    <a:pt x="3" y="3"/>
                    <a:pt x="5" y="2"/>
                    <a:pt x="5" y="5"/>
                  </a:cubicBezTo>
                  <a:cubicBezTo>
                    <a:pt x="6" y="7"/>
                    <a:pt x="8" y="3"/>
                    <a:pt x="8" y="7"/>
                  </a:cubicBezTo>
                  <a:cubicBezTo>
                    <a:pt x="8" y="8"/>
                    <a:pt x="6" y="10"/>
                    <a:pt x="8" y="11"/>
                  </a:cubicBezTo>
                  <a:cubicBezTo>
                    <a:pt x="9" y="13"/>
                    <a:pt x="9" y="7"/>
                    <a:pt x="12" y="10"/>
                  </a:cubicBezTo>
                  <a:cubicBezTo>
                    <a:pt x="14" y="11"/>
                    <a:pt x="14" y="11"/>
                    <a:pt x="15" y="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8" name="Freeform 221">
              <a:extLst>
                <a:ext uri="{FF2B5EF4-FFF2-40B4-BE49-F238E27FC236}">
                  <a16:creationId xmlns:a16="http://schemas.microsoft.com/office/drawing/2014/main" id="{06BED504-6506-CF26-5BA7-3E1A6CCA593D}"/>
                </a:ext>
              </a:extLst>
            </p:cNvPr>
            <p:cNvSpPr>
              <a:spLocks/>
            </p:cNvSpPr>
            <p:nvPr/>
          </p:nvSpPr>
          <p:spPr bwMode="auto">
            <a:xfrm>
              <a:off x="4298370" y="4551384"/>
              <a:ext cx="9539" cy="12718"/>
            </a:xfrm>
            <a:custGeom>
              <a:avLst/>
              <a:gdLst/>
              <a:ahLst/>
              <a:cxnLst>
                <a:cxn ang="0">
                  <a:pos x="0" y="2"/>
                </a:cxn>
                <a:cxn ang="0">
                  <a:pos x="3" y="0"/>
                </a:cxn>
                <a:cxn ang="0">
                  <a:pos x="0" y="2"/>
                </a:cxn>
              </a:cxnLst>
              <a:rect l="0" t="0" r="r" b="b"/>
              <a:pathLst>
                <a:path w="3" h="4">
                  <a:moveTo>
                    <a:pt x="0" y="2"/>
                  </a:moveTo>
                  <a:cubicBezTo>
                    <a:pt x="0" y="0"/>
                    <a:pt x="3" y="0"/>
                    <a:pt x="3" y="0"/>
                  </a:cubicBezTo>
                  <a:cubicBezTo>
                    <a:pt x="3" y="2"/>
                    <a:pt x="2" y="4"/>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59" name="Freeform 222">
              <a:extLst>
                <a:ext uri="{FF2B5EF4-FFF2-40B4-BE49-F238E27FC236}">
                  <a16:creationId xmlns:a16="http://schemas.microsoft.com/office/drawing/2014/main" id="{B9DC549B-86B5-5D2B-E589-F422A745D042}"/>
                </a:ext>
              </a:extLst>
            </p:cNvPr>
            <p:cNvSpPr>
              <a:spLocks noEditPoints="1"/>
            </p:cNvSpPr>
            <p:nvPr/>
          </p:nvSpPr>
          <p:spPr bwMode="auto">
            <a:xfrm>
              <a:off x="4088519" y="4419435"/>
              <a:ext cx="1103302" cy="505538"/>
            </a:xfrm>
            <a:custGeom>
              <a:avLst/>
              <a:gdLst/>
              <a:ahLst/>
              <a:cxnLst>
                <a:cxn ang="0">
                  <a:pos x="306" y="91"/>
                </a:cxn>
                <a:cxn ang="0">
                  <a:pos x="288" y="67"/>
                </a:cxn>
                <a:cxn ang="0">
                  <a:pos x="341" y="73"/>
                </a:cxn>
                <a:cxn ang="0">
                  <a:pos x="157" y="37"/>
                </a:cxn>
                <a:cxn ang="0">
                  <a:pos x="115" y="40"/>
                </a:cxn>
                <a:cxn ang="0">
                  <a:pos x="121" y="87"/>
                </a:cxn>
                <a:cxn ang="0">
                  <a:pos x="167" y="87"/>
                </a:cxn>
                <a:cxn ang="0">
                  <a:pos x="179" y="29"/>
                </a:cxn>
                <a:cxn ang="0">
                  <a:pos x="24" y="35"/>
                </a:cxn>
                <a:cxn ang="0">
                  <a:pos x="71" y="112"/>
                </a:cxn>
                <a:cxn ang="0">
                  <a:pos x="77" y="80"/>
                </a:cxn>
                <a:cxn ang="0">
                  <a:pos x="45" y="37"/>
                </a:cxn>
                <a:cxn ang="0">
                  <a:pos x="4" y="1"/>
                </a:cxn>
                <a:cxn ang="0">
                  <a:pos x="138" y="140"/>
                </a:cxn>
                <a:cxn ang="0">
                  <a:pos x="128" y="122"/>
                </a:cxn>
                <a:cxn ang="0">
                  <a:pos x="85" y="121"/>
                </a:cxn>
                <a:cxn ang="0">
                  <a:pos x="347" y="129"/>
                </a:cxn>
                <a:cxn ang="0">
                  <a:pos x="161" y="124"/>
                </a:cxn>
                <a:cxn ang="0">
                  <a:pos x="166" y="143"/>
                </a:cxn>
                <a:cxn ang="0">
                  <a:pos x="189" y="144"/>
                </a:cxn>
                <a:cxn ang="0">
                  <a:pos x="181" y="141"/>
                </a:cxn>
                <a:cxn ang="0">
                  <a:pos x="195" y="140"/>
                </a:cxn>
                <a:cxn ang="0">
                  <a:pos x="208" y="144"/>
                </a:cxn>
                <a:cxn ang="0">
                  <a:pos x="210" y="141"/>
                </a:cxn>
                <a:cxn ang="0">
                  <a:pos x="222" y="141"/>
                </a:cxn>
                <a:cxn ang="0">
                  <a:pos x="228" y="138"/>
                </a:cxn>
                <a:cxn ang="0">
                  <a:pos x="236" y="136"/>
                </a:cxn>
                <a:cxn ang="0">
                  <a:pos x="195" y="149"/>
                </a:cxn>
                <a:cxn ang="0">
                  <a:pos x="240" y="149"/>
                </a:cxn>
                <a:cxn ang="0">
                  <a:pos x="230" y="149"/>
                </a:cxn>
                <a:cxn ang="0">
                  <a:pos x="205" y="88"/>
                </a:cxn>
                <a:cxn ang="0">
                  <a:pos x="221" y="63"/>
                </a:cxn>
                <a:cxn ang="0">
                  <a:pos x="231" y="48"/>
                </a:cxn>
                <a:cxn ang="0">
                  <a:pos x="193" y="73"/>
                </a:cxn>
                <a:cxn ang="0">
                  <a:pos x="246" y="88"/>
                </a:cxn>
                <a:cxn ang="0">
                  <a:pos x="260" y="90"/>
                </a:cxn>
                <a:cxn ang="0">
                  <a:pos x="262" y="71"/>
                </a:cxn>
                <a:cxn ang="0">
                  <a:pos x="285" y="70"/>
                </a:cxn>
                <a:cxn ang="0">
                  <a:pos x="260" y="54"/>
                </a:cxn>
                <a:cxn ang="0">
                  <a:pos x="257" y="48"/>
                </a:cxn>
                <a:cxn ang="0">
                  <a:pos x="213" y="107"/>
                </a:cxn>
                <a:cxn ang="0">
                  <a:pos x="224" y="101"/>
                </a:cxn>
                <a:cxn ang="0">
                  <a:pos x="225" y="70"/>
                </a:cxn>
                <a:cxn ang="0">
                  <a:pos x="312" y="119"/>
                </a:cxn>
                <a:cxn ang="0">
                  <a:pos x="100" y="88"/>
                </a:cxn>
                <a:cxn ang="0">
                  <a:pos x="90" y="82"/>
                </a:cxn>
                <a:cxn ang="0">
                  <a:pos x="12" y="34"/>
                </a:cxn>
                <a:cxn ang="0">
                  <a:pos x="29" y="67"/>
                </a:cxn>
                <a:cxn ang="0">
                  <a:pos x="74" y="60"/>
                </a:cxn>
                <a:cxn ang="0">
                  <a:pos x="67" y="48"/>
                </a:cxn>
                <a:cxn ang="0">
                  <a:pos x="58" y="43"/>
                </a:cxn>
                <a:cxn ang="0">
                  <a:pos x="62" y="48"/>
                </a:cxn>
                <a:cxn ang="0">
                  <a:pos x="326" y="74"/>
                </a:cxn>
                <a:cxn ang="0">
                  <a:pos x="275" y="135"/>
                </a:cxn>
                <a:cxn ang="0">
                  <a:pos x="260" y="138"/>
                </a:cxn>
                <a:cxn ang="0">
                  <a:pos x="312" y="115"/>
                </a:cxn>
                <a:cxn ang="0">
                  <a:pos x="245" y="76"/>
                </a:cxn>
                <a:cxn ang="0">
                  <a:pos x="265" y="91"/>
                </a:cxn>
                <a:cxn ang="0">
                  <a:pos x="74" y="45"/>
                </a:cxn>
              </a:cxnLst>
              <a:rect l="0" t="0" r="r" b="b"/>
              <a:pathLst>
                <a:path w="358" h="164">
                  <a:moveTo>
                    <a:pt x="358" y="138"/>
                  </a:moveTo>
                  <a:cubicBezTo>
                    <a:pt x="353" y="136"/>
                    <a:pt x="352" y="138"/>
                    <a:pt x="350" y="136"/>
                  </a:cubicBezTo>
                  <a:cubicBezTo>
                    <a:pt x="350" y="135"/>
                    <a:pt x="345" y="140"/>
                    <a:pt x="349" y="133"/>
                  </a:cubicBezTo>
                  <a:cubicBezTo>
                    <a:pt x="352" y="129"/>
                    <a:pt x="345" y="130"/>
                    <a:pt x="345" y="125"/>
                  </a:cubicBezTo>
                  <a:cubicBezTo>
                    <a:pt x="344" y="122"/>
                    <a:pt x="349" y="125"/>
                    <a:pt x="345" y="121"/>
                  </a:cubicBezTo>
                  <a:cubicBezTo>
                    <a:pt x="342" y="118"/>
                    <a:pt x="341" y="110"/>
                    <a:pt x="338" y="107"/>
                  </a:cubicBezTo>
                  <a:cubicBezTo>
                    <a:pt x="333" y="104"/>
                    <a:pt x="330" y="105"/>
                    <a:pt x="327" y="102"/>
                  </a:cubicBezTo>
                  <a:cubicBezTo>
                    <a:pt x="321" y="99"/>
                    <a:pt x="320" y="102"/>
                    <a:pt x="313" y="97"/>
                  </a:cubicBezTo>
                  <a:cubicBezTo>
                    <a:pt x="309" y="93"/>
                    <a:pt x="306" y="94"/>
                    <a:pt x="306" y="91"/>
                  </a:cubicBezTo>
                  <a:cubicBezTo>
                    <a:pt x="307" y="85"/>
                    <a:pt x="306" y="85"/>
                    <a:pt x="304" y="93"/>
                  </a:cubicBezTo>
                  <a:cubicBezTo>
                    <a:pt x="304" y="97"/>
                    <a:pt x="300" y="97"/>
                    <a:pt x="298" y="94"/>
                  </a:cubicBezTo>
                  <a:cubicBezTo>
                    <a:pt x="297" y="91"/>
                    <a:pt x="303" y="93"/>
                    <a:pt x="298" y="88"/>
                  </a:cubicBezTo>
                  <a:cubicBezTo>
                    <a:pt x="294" y="85"/>
                    <a:pt x="294" y="87"/>
                    <a:pt x="292" y="85"/>
                  </a:cubicBezTo>
                  <a:cubicBezTo>
                    <a:pt x="292" y="80"/>
                    <a:pt x="300" y="87"/>
                    <a:pt x="301" y="82"/>
                  </a:cubicBezTo>
                  <a:cubicBezTo>
                    <a:pt x="301" y="79"/>
                    <a:pt x="307" y="84"/>
                    <a:pt x="307" y="80"/>
                  </a:cubicBezTo>
                  <a:cubicBezTo>
                    <a:pt x="307" y="76"/>
                    <a:pt x="295" y="82"/>
                    <a:pt x="294" y="77"/>
                  </a:cubicBezTo>
                  <a:cubicBezTo>
                    <a:pt x="291" y="73"/>
                    <a:pt x="291" y="71"/>
                    <a:pt x="288" y="71"/>
                  </a:cubicBezTo>
                  <a:cubicBezTo>
                    <a:pt x="281" y="71"/>
                    <a:pt x="288" y="68"/>
                    <a:pt x="288" y="67"/>
                  </a:cubicBezTo>
                  <a:cubicBezTo>
                    <a:pt x="286" y="63"/>
                    <a:pt x="289" y="65"/>
                    <a:pt x="292" y="63"/>
                  </a:cubicBezTo>
                  <a:cubicBezTo>
                    <a:pt x="294" y="63"/>
                    <a:pt x="294" y="57"/>
                    <a:pt x="301" y="62"/>
                  </a:cubicBezTo>
                  <a:cubicBezTo>
                    <a:pt x="309" y="67"/>
                    <a:pt x="309" y="62"/>
                    <a:pt x="310" y="67"/>
                  </a:cubicBezTo>
                  <a:cubicBezTo>
                    <a:pt x="312" y="73"/>
                    <a:pt x="309" y="73"/>
                    <a:pt x="310" y="80"/>
                  </a:cubicBezTo>
                  <a:cubicBezTo>
                    <a:pt x="313" y="87"/>
                    <a:pt x="312" y="79"/>
                    <a:pt x="313" y="80"/>
                  </a:cubicBezTo>
                  <a:cubicBezTo>
                    <a:pt x="315" y="84"/>
                    <a:pt x="313" y="88"/>
                    <a:pt x="318" y="90"/>
                  </a:cubicBezTo>
                  <a:cubicBezTo>
                    <a:pt x="321" y="91"/>
                    <a:pt x="327" y="77"/>
                    <a:pt x="329" y="79"/>
                  </a:cubicBezTo>
                  <a:cubicBezTo>
                    <a:pt x="330" y="80"/>
                    <a:pt x="335" y="77"/>
                    <a:pt x="335" y="76"/>
                  </a:cubicBezTo>
                  <a:cubicBezTo>
                    <a:pt x="333" y="74"/>
                    <a:pt x="338" y="71"/>
                    <a:pt x="341" y="73"/>
                  </a:cubicBezTo>
                  <a:cubicBezTo>
                    <a:pt x="344" y="74"/>
                    <a:pt x="353" y="80"/>
                    <a:pt x="358" y="80"/>
                  </a:cubicBezTo>
                  <a:cubicBezTo>
                    <a:pt x="358" y="138"/>
                    <a:pt x="358" y="138"/>
                    <a:pt x="358" y="138"/>
                  </a:cubicBezTo>
                  <a:close/>
                  <a:moveTo>
                    <a:pt x="178" y="17"/>
                  </a:moveTo>
                  <a:cubicBezTo>
                    <a:pt x="175" y="14"/>
                    <a:pt x="176" y="15"/>
                    <a:pt x="173" y="15"/>
                  </a:cubicBezTo>
                  <a:cubicBezTo>
                    <a:pt x="169" y="15"/>
                    <a:pt x="166" y="14"/>
                    <a:pt x="164" y="17"/>
                  </a:cubicBezTo>
                  <a:cubicBezTo>
                    <a:pt x="163" y="20"/>
                    <a:pt x="163" y="23"/>
                    <a:pt x="163" y="26"/>
                  </a:cubicBezTo>
                  <a:cubicBezTo>
                    <a:pt x="163" y="29"/>
                    <a:pt x="160" y="26"/>
                    <a:pt x="160" y="29"/>
                  </a:cubicBezTo>
                  <a:cubicBezTo>
                    <a:pt x="158" y="32"/>
                    <a:pt x="158" y="32"/>
                    <a:pt x="160" y="32"/>
                  </a:cubicBezTo>
                  <a:cubicBezTo>
                    <a:pt x="161" y="34"/>
                    <a:pt x="157" y="34"/>
                    <a:pt x="157" y="37"/>
                  </a:cubicBezTo>
                  <a:cubicBezTo>
                    <a:pt x="157" y="39"/>
                    <a:pt x="157" y="40"/>
                    <a:pt x="155" y="42"/>
                  </a:cubicBezTo>
                  <a:cubicBezTo>
                    <a:pt x="155" y="45"/>
                    <a:pt x="150" y="42"/>
                    <a:pt x="149" y="45"/>
                  </a:cubicBezTo>
                  <a:cubicBezTo>
                    <a:pt x="147" y="46"/>
                    <a:pt x="144" y="45"/>
                    <a:pt x="143" y="43"/>
                  </a:cubicBezTo>
                  <a:cubicBezTo>
                    <a:pt x="141" y="43"/>
                    <a:pt x="144" y="42"/>
                    <a:pt x="140" y="42"/>
                  </a:cubicBezTo>
                  <a:cubicBezTo>
                    <a:pt x="134" y="42"/>
                    <a:pt x="137" y="46"/>
                    <a:pt x="135" y="46"/>
                  </a:cubicBezTo>
                  <a:cubicBezTo>
                    <a:pt x="132" y="46"/>
                    <a:pt x="134" y="49"/>
                    <a:pt x="129" y="48"/>
                  </a:cubicBezTo>
                  <a:cubicBezTo>
                    <a:pt x="125" y="46"/>
                    <a:pt x="125" y="51"/>
                    <a:pt x="121" y="48"/>
                  </a:cubicBezTo>
                  <a:cubicBezTo>
                    <a:pt x="120" y="46"/>
                    <a:pt x="118" y="43"/>
                    <a:pt x="117" y="43"/>
                  </a:cubicBezTo>
                  <a:cubicBezTo>
                    <a:pt x="115" y="43"/>
                    <a:pt x="117" y="42"/>
                    <a:pt x="115" y="40"/>
                  </a:cubicBezTo>
                  <a:cubicBezTo>
                    <a:pt x="114" y="40"/>
                    <a:pt x="115" y="37"/>
                    <a:pt x="115" y="37"/>
                  </a:cubicBezTo>
                  <a:cubicBezTo>
                    <a:pt x="112" y="37"/>
                    <a:pt x="112" y="40"/>
                    <a:pt x="112" y="42"/>
                  </a:cubicBezTo>
                  <a:cubicBezTo>
                    <a:pt x="109" y="45"/>
                    <a:pt x="108" y="54"/>
                    <a:pt x="111" y="56"/>
                  </a:cubicBezTo>
                  <a:cubicBezTo>
                    <a:pt x="114" y="57"/>
                    <a:pt x="109" y="59"/>
                    <a:pt x="112" y="62"/>
                  </a:cubicBezTo>
                  <a:cubicBezTo>
                    <a:pt x="115" y="65"/>
                    <a:pt x="111" y="65"/>
                    <a:pt x="114" y="65"/>
                  </a:cubicBezTo>
                  <a:cubicBezTo>
                    <a:pt x="117" y="67"/>
                    <a:pt x="112" y="68"/>
                    <a:pt x="114" y="70"/>
                  </a:cubicBezTo>
                  <a:cubicBezTo>
                    <a:pt x="115" y="71"/>
                    <a:pt x="117" y="67"/>
                    <a:pt x="118" y="70"/>
                  </a:cubicBezTo>
                  <a:cubicBezTo>
                    <a:pt x="120" y="73"/>
                    <a:pt x="117" y="73"/>
                    <a:pt x="118" y="77"/>
                  </a:cubicBezTo>
                  <a:cubicBezTo>
                    <a:pt x="123" y="88"/>
                    <a:pt x="118" y="87"/>
                    <a:pt x="121" y="87"/>
                  </a:cubicBezTo>
                  <a:cubicBezTo>
                    <a:pt x="125" y="87"/>
                    <a:pt x="126" y="88"/>
                    <a:pt x="128" y="87"/>
                  </a:cubicBezTo>
                  <a:cubicBezTo>
                    <a:pt x="129" y="84"/>
                    <a:pt x="134" y="87"/>
                    <a:pt x="132" y="90"/>
                  </a:cubicBezTo>
                  <a:cubicBezTo>
                    <a:pt x="132" y="93"/>
                    <a:pt x="134" y="91"/>
                    <a:pt x="135" y="90"/>
                  </a:cubicBezTo>
                  <a:cubicBezTo>
                    <a:pt x="137" y="88"/>
                    <a:pt x="140" y="91"/>
                    <a:pt x="141" y="88"/>
                  </a:cubicBezTo>
                  <a:cubicBezTo>
                    <a:pt x="143" y="85"/>
                    <a:pt x="144" y="90"/>
                    <a:pt x="146" y="88"/>
                  </a:cubicBezTo>
                  <a:cubicBezTo>
                    <a:pt x="147" y="88"/>
                    <a:pt x="146" y="91"/>
                    <a:pt x="149" y="90"/>
                  </a:cubicBezTo>
                  <a:cubicBezTo>
                    <a:pt x="153" y="88"/>
                    <a:pt x="155" y="93"/>
                    <a:pt x="155" y="96"/>
                  </a:cubicBezTo>
                  <a:cubicBezTo>
                    <a:pt x="153" y="101"/>
                    <a:pt x="161" y="94"/>
                    <a:pt x="164" y="93"/>
                  </a:cubicBezTo>
                  <a:cubicBezTo>
                    <a:pt x="166" y="93"/>
                    <a:pt x="167" y="88"/>
                    <a:pt x="167" y="87"/>
                  </a:cubicBezTo>
                  <a:cubicBezTo>
                    <a:pt x="167" y="85"/>
                    <a:pt x="169" y="87"/>
                    <a:pt x="169" y="84"/>
                  </a:cubicBezTo>
                  <a:cubicBezTo>
                    <a:pt x="169" y="80"/>
                    <a:pt x="172" y="84"/>
                    <a:pt x="170" y="77"/>
                  </a:cubicBezTo>
                  <a:cubicBezTo>
                    <a:pt x="169" y="71"/>
                    <a:pt x="173" y="71"/>
                    <a:pt x="175" y="68"/>
                  </a:cubicBezTo>
                  <a:cubicBezTo>
                    <a:pt x="176" y="65"/>
                    <a:pt x="179" y="68"/>
                    <a:pt x="179" y="62"/>
                  </a:cubicBezTo>
                  <a:cubicBezTo>
                    <a:pt x="178" y="56"/>
                    <a:pt x="179" y="51"/>
                    <a:pt x="181" y="49"/>
                  </a:cubicBezTo>
                  <a:cubicBezTo>
                    <a:pt x="182" y="48"/>
                    <a:pt x="181" y="46"/>
                    <a:pt x="184" y="48"/>
                  </a:cubicBezTo>
                  <a:cubicBezTo>
                    <a:pt x="185" y="51"/>
                    <a:pt x="190" y="49"/>
                    <a:pt x="190" y="48"/>
                  </a:cubicBezTo>
                  <a:cubicBezTo>
                    <a:pt x="190" y="46"/>
                    <a:pt x="179" y="40"/>
                    <a:pt x="181" y="37"/>
                  </a:cubicBezTo>
                  <a:cubicBezTo>
                    <a:pt x="184" y="34"/>
                    <a:pt x="181" y="34"/>
                    <a:pt x="179" y="29"/>
                  </a:cubicBezTo>
                  <a:cubicBezTo>
                    <a:pt x="179" y="26"/>
                    <a:pt x="176" y="28"/>
                    <a:pt x="176" y="25"/>
                  </a:cubicBezTo>
                  <a:cubicBezTo>
                    <a:pt x="178" y="20"/>
                    <a:pt x="181" y="23"/>
                    <a:pt x="181" y="21"/>
                  </a:cubicBezTo>
                  <a:cubicBezTo>
                    <a:pt x="181" y="21"/>
                    <a:pt x="179" y="20"/>
                    <a:pt x="178" y="18"/>
                  </a:cubicBezTo>
                  <a:cubicBezTo>
                    <a:pt x="178" y="17"/>
                    <a:pt x="178" y="18"/>
                    <a:pt x="178" y="17"/>
                  </a:cubicBezTo>
                  <a:close/>
                  <a:moveTo>
                    <a:pt x="4" y="12"/>
                  </a:moveTo>
                  <a:cubicBezTo>
                    <a:pt x="7" y="17"/>
                    <a:pt x="7" y="15"/>
                    <a:pt x="10" y="18"/>
                  </a:cubicBezTo>
                  <a:cubicBezTo>
                    <a:pt x="12" y="23"/>
                    <a:pt x="12" y="18"/>
                    <a:pt x="16" y="23"/>
                  </a:cubicBezTo>
                  <a:cubicBezTo>
                    <a:pt x="19" y="29"/>
                    <a:pt x="15" y="26"/>
                    <a:pt x="19" y="29"/>
                  </a:cubicBezTo>
                  <a:cubicBezTo>
                    <a:pt x="22" y="31"/>
                    <a:pt x="18" y="32"/>
                    <a:pt x="24" y="35"/>
                  </a:cubicBezTo>
                  <a:cubicBezTo>
                    <a:pt x="27" y="37"/>
                    <a:pt x="30" y="40"/>
                    <a:pt x="30" y="42"/>
                  </a:cubicBezTo>
                  <a:cubicBezTo>
                    <a:pt x="29" y="43"/>
                    <a:pt x="29" y="42"/>
                    <a:pt x="32" y="48"/>
                  </a:cubicBezTo>
                  <a:cubicBezTo>
                    <a:pt x="33" y="54"/>
                    <a:pt x="32" y="54"/>
                    <a:pt x="35" y="56"/>
                  </a:cubicBezTo>
                  <a:cubicBezTo>
                    <a:pt x="38" y="57"/>
                    <a:pt x="35" y="57"/>
                    <a:pt x="41" y="63"/>
                  </a:cubicBezTo>
                  <a:cubicBezTo>
                    <a:pt x="44" y="67"/>
                    <a:pt x="41" y="68"/>
                    <a:pt x="42" y="70"/>
                  </a:cubicBezTo>
                  <a:cubicBezTo>
                    <a:pt x="45" y="71"/>
                    <a:pt x="45" y="74"/>
                    <a:pt x="47" y="79"/>
                  </a:cubicBezTo>
                  <a:cubicBezTo>
                    <a:pt x="47" y="82"/>
                    <a:pt x="50" y="87"/>
                    <a:pt x="54" y="91"/>
                  </a:cubicBezTo>
                  <a:cubicBezTo>
                    <a:pt x="58" y="94"/>
                    <a:pt x="56" y="94"/>
                    <a:pt x="62" y="101"/>
                  </a:cubicBezTo>
                  <a:cubicBezTo>
                    <a:pt x="67" y="105"/>
                    <a:pt x="70" y="107"/>
                    <a:pt x="71" y="112"/>
                  </a:cubicBezTo>
                  <a:cubicBezTo>
                    <a:pt x="74" y="115"/>
                    <a:pt x="77" y="119"/>
                    <a:pt x="76" y="113"/>
                  </a:cubicBezTo>
                  <a:cubicBezTo>
                    <a:pt x="74" y="107"/>
                    <a:pt x="80" y="116"/>
                    <a:pt x="80" y="112"/>
                  </a:cubicBezTo>
                  <a:cubicBezTo>
                    <a:pt x="82" y="108"/>
                    <a:pt x="83" y="116"/>
                    <a:pt x="85" y="115"/>
                  </a:cubicBezTo>
                  <a:cubicBezTo>
                    <a:pt x="86" y="113"/>
                    <a:pt x="86" y="110"/>
                    <a:pt x="86" y="104"/>
                  </a:cubicBezTo>
                  <a:cubicBezTo>
                    <a:pt x="86" y="99"/>
                    <a:pt x="85" y="101"/>
                    <a:pt x="86" y="97"/>
                  </a:cubicBezTo>
                  <a:cubicBezTo>
                    <a:pt x="88" y="93"/>
                    <a:pt x="85" y="94"/>
                    <a:pt x="86" y="90"/>
                  </a:cubicBezTo>
                  <a:cubicBezTo>
                    <a:pt x="90" y="87"/>
                    <a:pt x="86" y="87"/>
                    <a:pt x="85" y="84"/>
                  </a:cubicBezTo>
                  <a:cubicBezTo>
                    <a:pt x="83" y="80"/>
                    <a:pt x="83" y="79"/>
                    <a:pt x="80" y="80"/>
                  </a:cubicBezTo>
                  <a:cubicBezTo>
                    <a:pt x="79" y="82"/>
                    <a:pt x="80" y="79"/>
                    <a:pt x="77" y="80"/>
                  </a:cubicBezTo>
                  <a:cubicBezTo>
                    <a:pt x="74" y="84"/>
                    <a:pt x="80" y="77"/>
                    <a:pt x="77" y="77"/>
                  </a:cubicBezTo>
                  <a:cubicBezTo>
                    <a:pt x="74" y="77"/>
                    <a:pt x="76" y="67"/>
                    <a:pt x="73" y="67"/>
                  </a:cubicBezTo>
                  <a:cubicBezTo>
                    <a:pt x="68" y="68"/>
                    <a:pt x="65" y="65"/>
                    <a:pt x="67" y="62"/>
                  </a:cubicBezTo>
                  <a:cubicBezTo>
                    <a:pt x="68" y="60"/>
                    <a:pt x="65" y="59"/>
                    <a:pt x="68" y="59"/>
                  </a:cubicBezTo>
                  <a:cubicBezTo>
                    <a:pt x="71" y="57"/>
                    <a:pt x="68" y="51"/>
                    <a:pt x="65" y="52"/>
                  </a:cubicBezTo>
                  <a:cubicBezTo>
                    <a:pt x="62" y="54"/>
                    <a:pt x="65" y="51"/>
                    <a:pt x="61" y="49"/>
                  </a:cubicBezTo>
                  <a:cubicBezTo>
                    <a:pt x="54" y="49"/>
                    <a:pt x="59" y="42"/>
                    <a:pt x="51" y="40"/>
                  </a:cubicBezTo>
                  <a:cubicBezTo>
                    <a:pt x="48" y="40"/>
                    <a:pt x="50" y="37"/>
                    <a:pt x="48" y="35"/>
                  </a:cubicBezTo>
                  <a:cubicBezTo>
                    <a:pt x="44" y="32"/>
                    <a:pt x="47" y="39"/>
                    <a:pt x="45" y="37"/>
                  </a:cubicBezTo>
                  <a:cubicBezTo>
                    <a:pt x="44" y="35"/>
                    <a:pt x="42" y="37"/>
                    <a:pt x="42" y="32"/>
                  </a:cubicBezTo>
                  <a:cubicBezTo>
                    <a:pt x="41" y="29"/>
                    <a:pt x="41" y="32"/>
                    <a:pt x="39" y="29"/>
                  </a:cubicBezTo>
                  <a:cubicBezTo>
                    <a:pt x="38" y="28"/>
                    <a:pt x="35" y="23"/>
                    <a:pt x="32" y="21"/>
                  </a:cubicBezTo>
                  <a:cubicBezTo>
                    <a:pt x="29" y="21"/>
                    <a:pt x="29" y="18"/>
                    <a:pt x="27" y="17"/>
                  </a:cubicBezTo>
                  <a:cubicBezTo>
                    <a:pt x="24" y="17"/>
                    <a:pt x="27" y="14"/>
                    <a:pt x="24" y="14"/>
                  </a:cubicBezTo>
                  <a:cubicBezTo>
                    <a:pt x="22" y="12"/>
                    <a:pt x="24" y="11"/>
                    <a:pt x="21" y="7"/>
                  </a:cubicBezTo>
                  <a:cubicBezTo>
                    <a:pt x="18" y="3"/>
                    <a:pt x="19" y="7"/>
                    <a:pt x="16" y="6"/>
                  </a:cubicBezTo>
                  <a:cubicBezTo>
                    <a:pt x="15" y="4"/>
                    <a:pt x="15" y="6"/>
                    <a:pt x="10" y="6"/>
                  </a:cubicBezTo>
                  <a:cubicBezTo>
                    <a:pt x="4" y="4"/>
                    <a:pt x="9" y="4"/>
                    <a:pt x="4" y="1"/>
                  </a:cubicBezTo>
                  <a:cubicBezTo>
                    <a:pt x="0" y="0"/>
                    <a:pt x="1" y="6"/>
                    <a:pt x="4" y="12"/>
                  </a:cubicBezTo>
                  <a:close/>
                  <a:moveTo>
                    <a:pt x="82" y="124"/>
                  </a:moveTo>
                  <a:cubicBezTo>
                    <a:pt x="83" y="124"/>
                    <a:pt x="86" y="122"/>
                    <a:pt x="88" y="125"/>
                  </a:cubicBezTo>
                  <a:cubicBezTo>
                    <a:pt x="90" y="127"/>
                    <a:pt x="93" y="124"/>
                    <a:pt x="91" y="127"/>
                  </a:cubicBezTo>
                  <a:cubicBezTo>
                    <a:pt x="90" y="130"/>
                    <a:pt x="91" y="127"/>
                    <a:pt x="102" y="133"/>
                  </a:cubicBezTo>
                  <a:cubicBezTo>
                    <a:pt x="106" y="135"/>
                    <a:pt x="108" y="130"/>
                    <a:pt x="109" y="132"/>
                  </a:cubicBezTo>
                  <a:cubicBezTo>
                    <a:pt x="111" y="133"/>
                    <a:pt x="112" y="132"/>
                    <a:pt x="117" y="133"/>
                  </a:cubicBezTo>
                  <a:cubicBezTo>
                    <a:pt x="121" y="135"/>
                    <a:pt x="118" y="136"/>
                    <a:pt x="129" y="138"/>
                  </a:cubicBezTo>
                  <a:cubicBezTo>
                    <a:pt x="137" y="140"/>
                    <a:pt x="129" y="136"/>
                    <a:pt x="138" y="140"/>
                  </a:cubicBezTo>
                  <a:cubicBezTo>
                    <a:pt x="146" y="141"/>
                    <a:pt x="138" y="135"/>
                    <a:pt x="146" y="140"/>
                  </a:cubicBezTo>
                  <a:cubicBezTo>
                    <a:pt x="150" y="141"/>
                    <a:pt x="150" y="141"/>
                    <a:pt x="153" y="143"/>
                  </a:cubicBezTo>
                  <a:cubicBezTo>
                    <a:pt x="155" y="144"/>
                    <a:pt x="155" y="141"/>
                    <a:pt x="153" y="141"/>
                  </a:cubicBezTo>
                  <a:cubicBezTo>
                    <a:pt x="150" y="140"/>
                    <a:pt x="158" y="132"/>
                    <a:pt x="152" y="132"/>
                  </a:cubicBezTo>
                  <a:cubicBezTo>
                    <a:pt x="147" y="132"/>
                    <a:pt x="147" y="133"/>
                    <a:pt x="143" y="132"/>
                  </a:cubicBezTo>
                  <a:cubicBezTo>
                    <a:pt x="138" y="130"/>
                    <a:pt x="141" y="130"/>
                    <a:pt x="140" y="125"/>
                  </a:cubicBezTo>
                  <a:cubicBezTo>
                    <a:pt x="137" y="121"/>
                    <a:pt x="137" y="127"/>
                    <a:pt x="135" y="124"/>
                  </a:cubicBezTo>
                  <a:cubicBezTo>
                    <a:pt x="134" y="121"/>
                    <a:pt x="134" y="125"/>
                    <a:pt x="132" y="122"/>
                  </a:cubicBezTo>
                  <a:cubicBezTo>
                    <a:pt x="131" y="121"/>
                    <a:pt x="129" y="124"/>
                    <a:pt x="128" y="122"/>
                  </a:cubicBezTo>
                  <a:cubicBezTo>
                    <a:pt x="126" y="119"/>
                    <a:pt x="125" y="118"/>
                    <a:pt x="123" y="122"/>
                  </a:cubicBezTo>
                  <a:cubicBezTo>
                    <a:pt x="121" y="129"/>
                    <a:pt x="121" y="124"/>
                    <a:pt x="117" y="124"/>
                  </a:cubicBezTo>
                  <a:cubicBezTo>
                    <a:pt x="114" y="124"/>
                    <a:pt x="114" y="125"/>
                    <a:pt x="112" y="124"/>
                  </a:cubicBezTo>
                  <a:cubicBezTo>
                    <a:pt x="109" y="122"/>
                    <a:pt x="108" y="125"/>
                    <a:pt x="106" y="119"/>
                  </a:cubicBezTo>
                  <a:cubicBezTo>
                    <a:pt x="105" y="116"/>
                    <a:pt x="105" y="119"/>
                    <a:pt x="102" y="118"/>
                  </a:cubicBezTo>
                  <a:cubicBezTo>
                    <a:pt x="100" y="116"/>
                    <a:pt x="100" y="119"/>
                    <a:pt x="99" y="116"/>
                  </a:cubicBezTo>
                  <a:cubicBezTo>
                    <a:pt x="97" y="115"/>
                    <a:pt x="94" y="113"/>
                    <a:pt x="94" y="116"/>
                  </a:cubicBezTo>
                  <a:cubicBezTo>
                    <a:pt x="94" y="118"/>
                    <a:pt x="93" y="116"/>
                    <a:pt x="88" y="115"/>
                  </a:cubicBezTo>
                  <a:cubicBezTo>
                    <a:pt x="85" y="115"/>
                    <a:pt x="86" y="119"/>
                    <a:pt x="85" y="121"/>
                  </a:cubicBezTo>
                  <a:cubicBezTo>
                    <a:pt x="82" y="121"/>
                    <a:pt x="85" y="122"/>
                    <a:pt x="82" y="122"/>
                  </a:cubicBezTo>
                  <a:cubicBezTo>
                    <a:pt x="80" y="122"/>
                    <a:pt x="80" y="124"/>
                    <a:pt x="82" y="124"/>
                  </a:cubicBezTo>
                  <a:close/>
                  <a:moveTo>
                    <a:pt x="339" y="133"/>
                  </a:moveTo>
                  <a:cubicBezTo>
                    <a:pt x="339" y="135"/>
                    <a:pt x="338" y="138"/>
                    <a:pt x="338" y="140"/>
                  </a:cubicBezTo>
                  <a:cubicBezTo>
                    <a:pt x="338" y="141"/>
                    <a:pt x="339" y="138"/>
                    <a:pt x="342" y="140"/>
                  </a:cubicBezTo>
                  <a:cubicBezTo>
                    <a:pt x="345" y="141"/>
                    <a:pt x="345" y="136"/>
                    <a:pt x="347" y="136"/>
                  </a:cubicBezTo>
                  <a:cubicBezTo>
                    <a:pt x="349" y="136"/>
                    <a:pt x="347" y="135"/>
                    <a:pt x="349" y="133"/>
                  </a:cubicBezTo>
                  <a:cubicBezTo>
                    <a:pt x="349" y="132"/>
                    <a:pt x="350" y="132"/>
                    <a:pt x="349" y="132"/>
                  </a:cubicBezTo>
                  <a:cubicBezTo>
                    <a:pt x="347" y="130"/>
                    <a:pt x="347" y="130"/>
                    <a:pt x="347" y="129"/>
                  </a:cubicBezTo>
                  <a:cubicBezTo>
                    <a:pt x="344" y="129"/>
                    <a:pt x="339" y="132"/>
                    <a:pt x="339" y="133"/>
                  </a:cubicBezTo>
                  <a:close/>
                  <a:moveTo>
                    <a:pt x="147" y="127"/>
                  </a:moveTo>
                  <a:cubicBezTo>
                    <a:pt x="149" y="125"/>
                    <a:pt x="152" y="125"/>
                    <a:pt x="150" y="124"/>
                  </a:cubicBezTo>
                  <a:cubicBezTo>
                    <a:pt x="150" y="124"/>
                    <a:pt x="150" y="124"/>
                    <a:pt x="146" y="124"/>
                  </a:cubicBezTo>
                  <a:cubicBezTo>
                    <a:pt x="143" y="124"/>
                    <a:pt x="140" y="124"/>
                    <a:pt x="140" y="127"/>
                  </a:cubicBezTo>
                  <a:cubicBezTo>
                    <a:pt x="141" y="127"/>
                    <a:pt x="146" y="129"/>
                    <a:pt x="147" y="127"/>
                  </a:cubicBezTo>
                  <a:close/>
                  <a:moveTo>
                    <a:pt x="161" y="125"/>
                  </a:moveTo>
                  <a:cubicBezTo>
                    <a:pt x="161" y="124"/>
                    <a:pt x="163" y="125"/>
                    <a:pt x="163" y="125"/>
                  </a:cubicBezTo>
                  <a:cubicBezTo>
                    <a:pt x="163" y="124"/>
                    <a:pt x="163" y="124"/>
                    <a:pt x="161" y="124"/>
                  </a:cubicBezTo>
                  <a:cubicBezTo>
                    <a:pt x="160" y="124"/>
                    <a:pt x="161" y="125"/>
                    <a:pt x="161" y="125"/>
                  </a:cubicBezTo>
                  <a:close/>
                  <a:moveTo>
                    <a:pt x="158" y="141"/>
                  </a:moveTo>
                  <a:cubicBezTo>
                    <a:pt x="161" y="143"/>
                    <a:pt x="158" y="143"/>
                    <a:pt x="160" y="144"/>
                  </a:cubicBezTo>
                  <a:cubicBezTo>
                    <a:pt x="161" y="144"/>
                    <a:pt x="161" y="141"/>
                    <a:pt x="163" y="140"/>
                  </a:cubicBezTo>
                  <a:cubicBezTo>
                    <a:pt x="166" y="140"/>
                    <a:pt x="163" y="138"/>
                    <a:pt x="161" y="136"/>
                  </a:cubicBezTo>
                  <a:cubicBezTo>
                    <a:pt x="160" y="135"/>
                    <a:pt x="160" y="138"/>
                    <a:pt x="157" y="136"/>
                  </a:cubicBezTo>
                  <a:cubicBezTo>
                    <a:pt x="153" y="135"/>
                    <a:pt x="153" y="136"/>
                    <a:pt x="155" y="138"/>
                  </a:cubicBezTo>
                  <a:cubicBezTo>
                    <a:pt x="155" y="140"/>
                    <a:pt x="157" y="140"/>
                    <a:pt x="158" y="141"/>
                  </a:cubicBezTo>
                  <a:close/>
                  <a:moveTo>
                    <a:pt x="166" y="143"/>
                  </a:moveTo>
                  <a:cubicBezTo>
                    <a:pt x="164" y="143"/>
                    <a:pt x="164" y="144"/>
                    <a:pt x="169" y="144"/>
                  </a:cubicBezTo>
                  <a:cubicBezTo>
                    <a:pt x="172" y="144"/>
                    <a:pt x="170" y="144"/>
                    <a:pt x="172" y="141"/>
                  </a:cubicBezTo>
                  <a:cubicBezTo>
                    <a:pt x="173" y="138"/>
                    <a:pt x="173" y="138"/>
                    <a:pt x="170" y="138"/>
                  </a:cubicBezTo>
                  <a:cubicBezTo>
                    <a:pt x="169" y="136"/>
                    <a:pt x="167" y="140"/>
                    <a:pt x="167" y="140"/>
                  </a:cubicBezTo>
                  <a:cubicBezTo>
                    <a:pt x="167" y="141"/>
                    <a:pt x="167" y="143"/>
                    <a:pt x="166" y="143"/>
                  </a:cubicBezTo>
                  <a:close/>
                  <a:moveTo>
                    <a:pt x="175" y="146"/>
                  </a:moveTo>
                  <a:cubicBezTo>
                    <a:pt x="176" y="146"/>
                    <a:pt x="181" y="144"/>
                    <a:pt x="182" y="144"/>
                  </a:cubicBezTo>
                  <a:cubicBezTo>
                    <a:pt x="184" y="144"/>
                    <a:pt x="185" y="143"/>
                    <a:pt x="185" y="143"/>
                  </a:cubicBezTo>
                  <a:cubicBezTo>
                    <a:pt x="185" y="144"/>
                    <a:pt x="187" y="143"/>
                    <a:pt x="189" y="144"/>
                  </a:cubicBezTo>
                  <a:cubicBezTo>
                    <a:pt x="189" y="144"/>
                    <a:pt x="192" y="144"/>
                    <a:pt x="190" y="143"/>
                  </a:cubicBezTo>
                  <a:cubicBezTo>
                    <a:pt x="189" y="143"/>
                    <a:pt x="187" y="141"/>
                    <a:pt x="189" y="143"/>
                  </a:cubicBezTo>
                  <a:cubicBezTo>
                    <a:pt x="192" y="143"/>
                    <a:pt x="192" y="143"/>
                    <a:pt x="192" y="143"/>
                  </a:cubicBezTo>
                  <a:cubicBezTo>
                    <a:pt x="192" y="141"/>
                    <a:pt x="190" y="136"/>
                    <a:pt x="189" y="138"/>
                  </a:cubicBezTo>
                  <a:cubicBezTo>
                    <a:pt x="187" y="140"/>
                    <a:pt x="187" y="136"/>
                    <a:pt x="185" y="138"/>
                  </a:cubicBezTo>
                  <a:cubicBezTo>
                    <a:pt x="184" y="140"/>
                    <a:pt x="184" y="136"/>
                    <a:pt x="181" y="136"/>
                  </a:cubicBezTo>
                  <a:cubicBezTo>
                    <a:pt x="178" y="136"/>
                    <a:pt x="181" y="140"/>
                    <a:pt x="182" y="140"/>
                  </a:cubicBezTo>
                  <a:cubicBezTo>
                    <a:pt x="182" y="140"/>
                    <a:pt x="185" y="141"/>
                    <a:pt x="184" y="141"/>
                  </a:cubicBezTo>
                  <a:cubicBezTo>
                    <a:pt x="181" y="141"/>
                    <a:pt x="182" y="143"/>
                    <a:pt x="181" y="141"/>
                  </a:cubicBezTo>
                  <a:cubicBezTo>
                    <a:pt x="179" y="141"/>
                    <a:pt x="179" y="140"/>
                    <a:pt x="178" y="140"/>
                  </a:cubicBezTo>
                  <a:cubicBezTo>
                    <a:pt x="176" y="140"/>
                    <a:pt x="175" y="138"/>
                    <a:pt x="175" y="140"/>
                  </a:cubicBezTo>
                  <a:cubicBezTo>
                    <a:pt x="173" y="141"/>
                    <a:pt x="172" y="140"/>
                    <a:pt x="173" y="143"/>
                  </a:cubicBezTo>
                  <a:cubicBezTo>
                    <a:pt x="173" y="144"/>
                    <a:pt x="172" y="146"/>
                    <a:pt x="175" y="146"/>
                  </a:cubicBezTo>
                  <a:close/>
                  <a:moveTo>
                    <a:pt x="178" y="138"/>
                  </a:moveTo>
                  <a:cubicBezTo>
                    <a:pt x="178" y="136"/>
                    <a:pt x="179" y="136"/>
                    <a:pt x="179" y="138"/>
                  </a:cubicBezTo>
                  <a:cubicBezTo>
                    <a:pt x="179" y="138"/>
                    <a:pt x="178" y="140"/>
                    <a:pt x="178" y="138"/>
                  </a:cubicBezTo>
                  <a:close/>
                  <a:moveTo>
                    <a:pt x="195" y="141"/>
                  </a:moveTo>
                  <a:cubicBezTo>
                    <a:pt x="195" y="140"/>
                    <a:pt x="195" y="140"/>
                    <a:pt x="195" y="140"/>
                  </a:cubicBezTo>
                  <a:cubicBezTo>
                    <a:pt x="193" y="140"/>
                    <a:pt x="193" y="140"/>
                    <a:pt x="193" y="140"/>
                  </a:cubicBezTo>
                  <a:cubicBezTo>
                    <a:pt x="193" y="141"/>
                    <a:pt x="193" y="141"/>
                    <a:pt x="193" y="143"/>
                  </a:cubicBezTo>
                  <a:cubicBezTo>
                    <a:pt x="193" y="144"/>
                    <a:pt x="193" y="141"/>
                    <a:pt x="195" y="141"/>
                  </a:cubicBezTo>
                  <a:close/>
                  <a:moveTo>
                    <a:pt x="195" y="143"/>
                  </a:moveTo>
                  <a:cubicBezTo>
                    <a:pt x="195" y="144"/>
                    <a:pt x="195" y="141"/>
                    <a:pt x="196" y="141"/>
                  </a:cubicBezTo>
                  <a:cubicBezTo>
                    <a:pt x="196" y="141"/>
                    <a:pt x="196" y="143"/>
                    <a:pt x="195" y="143"/>
                  </a:cubicBezTo>
                  <a:close/>
                  <a:moveTo>
                    <a:pt x="199" y="143"/>
                  </a:moveTo>
                  <a:cubicBezTo>
                    <a:pt x="201" y="144"/>
                    <a:pt x="204" y="143"/>
                    <a:pt x="205" y="144"/>
                  </a:cubicBezTo>
                  <a:cubicBezTo>
                    <a:pt x="207" y="146"/>
                    <a:pt x="207" y="144"/>
                    <a:pt x="208" y="144"/>
                  </a:cubicBezTo>
                  <a:cubicBezTo>
                    <a:pt x="208" y="144"/>
                    <a:pt x="208" y="143"/>
                    <a:pt x="210" y="144"/>
                  </a:cubicBezTo>
                  <a:cubicBezTo>
                    <a:pt x="213" y="144"/>
                    <a:pt x="214" y="143"/>
                    <a:pt x="214" y="143"/>
                  </a:cubicBezTo>
                  <a:cubicBezTo>
                    <a:pt x="216" y="143"/>
                    <a:pt x="221" y="141"/>
                    <a:pt x="221" y="141"/>
                  </a:cubicBezTo>
                  <a:cubicBezTo>
                    <a:pt x="221" y="140"/>
                    <a:pt x="222" y="140"/>
                    <a:pt x="222" y="136"/>
                  </a:cubicBezTo>
                  <a:cubicBezTo>
                    <a:pt x="221" y="135"/>
                    <a:pt x="219" y="138"/>
                    <a:pt x="221" y="138"/>
                  </a:cubicBezTo>
                  <a:cubicBezTo>
                    <a:pt x="221" y="138"/>
                    <a:pt x="221" y="138"/>
                    <a:pt x="219" y="140"/>
                  </a:cubicBezTo>
                  <a:cubicBezTo>
                    <a:pt x="216" y="140"/>
                    <a:pt x="219" y="141"/>
                    <a:pt x="217" y="141"/>
                  </a:cubicBezTo>
                  <a:cubicBezTo>
                    <a:pt x="214" y="143"/>
                    <a:pt x="214" y="138"/>
                    <a:pt x="213" y="140"/>
                  </a:cubicBezTo>
                  <a:cubicBezTo>
                    <a:pt x="211" y="141"/>
                    <a:pt x="211" y="140"/>
                    <a:pt x="210" y="141"/>
                  </a:cubicBezTo>
                  <a:cubicBezTo>
                    <a:pt x="208" y="141"/>
                    <a:pt x="207" y="140"/>
                    <a:pt x="205" y="138"/>
                  </a:cubicBezTo>
                  <a:cubicBezTo>
                    <a:pt x="204" y="138"/>
                    <a:pt x="201" y="136"/>
                    <a:pt x="199" y="138"/>
                  </a:cubicBezTo>
                  <a:cubicBezTo>
                    <a:pt x="198" y="140"/>
                    <a:pt x="196" y="140"/>
                    <a:pt x="196" y="143"/>
                  </a:cubicBezTo>
                  <a:cubicBezTo>
                    <a:pt x="196" y="146"/>
                    <a:pt x="198" y="143"/>
                    <a:pt x="199" y="143"/>
                  </a:cubicBezTo>
                  <a:close/>
                  <a:moveTo>
                    <a:pt x="202" y="113"/>
                  </a:moveTo>
                  <a:cubicBezTo>
                    <a:pt x="202" y="115"/>
                    <a:pt x="202" y="122"/>
                    <a:pt x="202" y="119"/>
                  </a:cubicBezTo>
                  <a:cubicBezTo>
                    <a:pt x="201" y="118"/>
                    <a:pt x="202" y="113"/>
                    <a:pt x="202" y="113"/>
                  </a:cubicBezTo>
                  <a:close/>
                  <a:moveTo>
                    <a:pt x="222" y="140"/>
                  </a:moveTo>
                  <a:cubicBezTo>
                    <a:pt x="222" y="140"/>
                    <a:pt x="224" y="140"/>
                    <a:pt x="222" y="141"/>
                  </a:cubicBezTo>
                  <a:cubicBezTo>
                    <a:pt x="221" y="141"/>
                    <a:pt x="221" y="141"/>
                    <a:pt x="222" y="140"/>
                  </a:cubicBezTo>
                  <a:close/>
                  <a:moveTo>
                    <a:pt x="224" y="140"/>
                  </a:moveTo>
                  <a:cubicBezTo>
                    <a:pt x="224" y="140"/>
                    <a:pt x="224" y="140"/>
                    <a:pt x="225" y="138"/>
                  </a:cubicBezTo>
                  <a:cubicBezTo>
                    <a:pt x="225" y="138"/>
                    <a:pt x="224" y="138"/>
                    <a:pt x="222" y="138"/>
                  </a:cubicBezTo>
                  <a:cubicBezTo>
                    <a:pt x="222" y="140"/>
                    <a:pt x="222" y="140"/>
                    <a:pt x="224" y="140"/>
                  </a:cubicBezTo>
                  <a:close/>
                  <a:moveTo>
                    <a:pt x="225" y="141"/>
                  </a:moveTo>
                  <a:cubicBezTo>
                    <a:pt x="228" y="141"/>
                    <a:pt x="225" y="140"/>
                    <a:pt x="227" y="140"/>
                  </a:cubicBezTo>
                  <a:cubicBezTo>
                    <a:pt x="228" y="140"/>
                    <a:pt x="227" y="140"/>
                    <a:pt x="228" y="138"/>
                  </a:cubicBezTo>
                  <a:cubicBezTo>
                    <a:pt x="230" y="138"/>
                    <a:pt x="230" y="138"/>
                    <a:pt x="228" y="138"/>
                  </a:cubicBezTo>
                  <a:cubicBezTo>
                    <a:pt x="227" y="138"/>
                    <a:pt x="225" y="138"/>
                    <a:pt x="225" y="138"/>
                  </a:cubicBezTo>
                  <a:cubicBezTo>
                    <a:pt x="225" y="140"/>
                    <a:pt x="225" y="140"/>
                    <a:pt x="224" y="140"/>
                  </a:cubicBezTo>
                  <a:cubicBezTo>
                    <a:pt x="222" y="141"/>
                    <a:pt x="224" y="141"/>
                    <a:pt x="225" y="141"/>
                  </a:cubicBezTo>
                  <a:close/>
                  <a:moveTo>
                    <a:pt x="231" y="140"/>
                  </a:moveTo>
                  <a:cubicBezTo>
                    <a:pt x="233" y="138"/>
                    <a:pt x="233" y="136"/>
                    <a:pt x="231" y="138"/>
                  </a:cubicBezTo>
                  <a:cubicBezTo>
                    <a:pt x="230" y="140"/>
                    <a:pt x="230" y="136"/>
                    <a:pt x="230" y="140"/>
                  </a:cubicBezTo>
                  <a:cubicBezTo>
                    <a:pt x="230" y="140"/>
                    <a:pt x="230" y="141"/>
                    <a:pt x="231" y="140"/>
                  </a:cubicBezTo>
                  <a:close/>
                  <a:moveTo>
                    <a:pt x="237" y="140"/>
                  </a:moveTo>
                  <a:cubicBezTo>
                    <a:pt x="240" y="140"/>
                    <a:pt x="239" y="136"/>
                    <a:pt x="236" y="136"/>
                  </a:cubicBezTo>
                  <a:cubicBezTo>
                    <a:pt x="233" y="138"/>
                    <a:pt x="234" y="135"/>
                    <a:pt x="233" y="138"/>
                  </a:cubicBezTo>
                  <a:cubicBezTo>
                    <a:pt x="231" y="141"/>
                    <a:pt x="234" y="140"/>
                    <a:pt x="237" y="140"/>
                  </a:cubicBezTo>
                  <a:close/>
                  <a:moveTo>
                    <a:pt x="196" y="153"/>
                  </a:moveTo>
                  <a:cubicBezTo>
                    <a:pt x="199" y="155"/>
                    <a:pt x="199" y="158"/>
                    <a:pt x="199" y="157"/>
                  </a:cubicBezTo>
                  <a:cubicBezTo>
                    <a:pt x="201" y="157"/>
                    <a:pt x="201" y="158"/>
                    <a:pt x="202" y="158"/>
                  </a:cubicBezTo>
                  <a:cubicBezTo>
                    <a:pt x="202" y="157"/>
                    <a:pt x="204" y="157"/>
                    <a:pt x="204" y="157"/>
                  </a:cubicBezTo>
                  <a:cubicBezTo>
                    <a:pt x="205" y="155"/>
                    <a:pt x="202" y="152"/>
                    <a:pt x="201" y="152"/>
                  </a:cubicBezTo>
                  <a:cubicBezTo>
                    <a:pt x="199" y="150"/>
                    <a:pt x="201" y="150"/>
                    <a:pt x="199" y="149"/>
                  </a:cubicBezTo>
                  <a:cubicBezTo>
                    <a:pt x="198" y="147"/>
                    <a:pt x="196" y="149"/>
                    <a:pt x="195" y="149"/>
                  </a:cubicBezTo>
                  <a:cubicBezTo>
                    <a:pt x="195" y="149"/>
                    <a:pt x="190" y="147"/>
                    <a:pt x="190" y="150"/>
                  </a:cubicBezTo>
                  <a:cubicBezTo>
                    <a:pt x="190" y="153"/>
                    <a:pt x="193" y="152"/>
                    <a:pt x="196" y="153"/>
                  </a:cubicBezTo>
                  <a:close/>
                  <a:moveTo>
                    <a:pt x="225" y="161"/>
                  </a:moveTo>
                  <a:cubicBezTo>
                    <a:pt x="225" y="161"/>
                    <a:pt x="225" y="158"/>
                    <a:pt x="224" y="161"/>
                  </a:cubicBezTo>
                  <a:cubicBezTo>
                    <a:pt x="222" y="163"/>
                    <a:pt x="221" y="161"/>
                    <a:pt x="221" y="163"/>
                  </a:cubicBezTo>
                  <a:cubicBezTo>
                    <a:pt x="221" y="164"/>
                    <a:pt x="224" y="163"/>
                    <a:pt x="225" y="161"/>
                  </a:cubicBezTo>
                  <a:close/>
                  <a:moveTo>
                    <a:pt x="231" y="157"/>
                  </a:moveTo>
                  <a:cubicBezTo>
                    <a:pt x="233" y="157"/>
                    <a:pt x="233" y="157"/>
                    <a:pt x="236" y="153"/>
                  </a:cubicBezTo>
                  <a:cubicBezTo>
                    <a:pt x="237" y="150"/>
                    <a:pt x="237" y="150"/>
                    <a:pt x="240" y="149"/>
                  </a:cubicBezTo>
                  <a:cubicBezTo>
                    <a:pt x="243" y="146"/>
                    <a:pt x="245" y="147"/>
                    <a:pt x="246" y="146"/>
                  </a:cubicBezTo>
                  <a:cubicBezTo>
                    <a:pt x="246" y="144"/>
                    <a:pt x="248" y="146"/>
                    <a:pt x="249" y="144"/>
                  </a:cubicBezTo>
                  <a:cubicBezTo>
                    <a:pt x="251" y="141"/>
                    <a:pt x="253" y="143"/>
                    <a:pt x="254" y="141"/>
                  </a:cubicBezTo>
                  <a:cubicBezTo>
                    <a:pt x="256" y="140"/>
                    <a:pt x="257" y="140"/>
                    <a:pt x="256" y="138"/>
                  </a:cubicBezTo>
                  <a:cubicBezTo>
                    <a:pt x="253" y="138"/>
                    <a:pt x="251" y="140"/>
                    <a:pt x="249" y="140"/>
                  </a:cubicBezTo>
                  <a:cubicBezTo>
                    <a:pt x="248" y="140"/>
                    <a:pt x="246" y="141"/>
                    <a:pt x="245" y="140"/>
                  </a:cubicBezTo>
                  <a:cubicBezTo>
                    <a:pt x="245" y="140"/>
                    <a:pt x="243" y="140"/>
                    <a:pt x="240" y="141"/>
                  </a:cubicBezTo>
                  <a:cubicBezTo>
                    <a:pt x="237" y="143"/>
                    <a:pt x="239" y="143"/>
                    <a:pt x="236" y="146"/>
                  </a:cubicBezTo>
                  <a:cubicBezTo>
                    <a:pt x="233" y="147"/>
                    <a:pt x="233" y="146"/>
                    <a:pt x="230" y="149"/>
                  </a:cubicBezTo>
                  <a:cubicBezTo>
                    <a:pt x="227" y="150"/>
                    <a:pt x="227" y="152"/>
                    <a:pt x="227" y="153"/>
                  </a:cubicBezTo>
                  <a:cubicBezTo>
                    <a:pt x="225" y="155"/>
                    <a:pt x="228" y="155"/>
                    <a:pt x="227" y="157"/>
                  </a:cubicBezTo>
                  <a:cubicBezTo>
                    <a:pt x="225" y="157"/>
                    <a:pt x="224" y="158"/>
                    <a:pt x="227" y="158"/>
                  </a:cubicBezTo>
                  <a:cubicBezTo>
                    <a:pt x="230" y="160"/>
                    <a:pt x="230" y="157"/>
                    <a:pt x="231" y="157"/>
                  </a:cubicBezTo>
                  <a:close/>
                  <a:moveTo>
                    <a:pt x="201" y="112"/>
                  </a:moveTo>
                  <a:cubicBezTo>
                    <a:pt x="204" y="112"/>
                    <a:pt x="199" y="107"/>
                    <a:pt x="201" y="104"/>
                  </a:cubicBezTo>
                  <a:cubicBezTo>
                    <a:pt x="202" y="102"/>
                    <a:pt x="201" y="97"/>
                    <a:pt x="201" y="91"/>
                  </a:cubicBezTo>
                  <a:cubicBezTo>
                    <a:pt x="202" y="85"/>
                    <a:pt x="198" y="88"/>
                    <a:pt x="202" y="84"/>
                  </a:cubicBezTo>
                  <a:cubicBezTo>
                    <a:pt x="207" y="80"/>
                    <a:pt x="208" y="85"/>
                    <a:pt x="205" y="88"/>
                  </a:cubicBezTo>
                  <a:cubicBezTo>
                    <a:pt x="204" y="93"/>
                    <a:pt x="207" y="93"/>
                    <a:pt x="208" y="96"/>
                  </a:cubicBezTo>
                  <a:cubicBezTo>
                    <a:pt x="211" y="99"/>
                    <a:pt x="207" y="105"/>
                    <a:pt x="213" y="105"/>
                  </a:cubicBezTo>
                  <a:cubicBezTo>
                    <a:pt x="216" y="105"/>
                    <a:pt x="213" y="102"/>
                    <a:pt x="216" y="101"/>
                  </a:cubicBezTo>
                  <a:cubicBezTo>
                    <a:pt x="219" y="99"/>
                    <a:pt x="219" y="102"/>
                    <a:pt x="221" y="99"/>
                  </a:cubicBezTo>
                  <a:cubicBezTo>
                    <a:pt x="222" y="94"/>
                    <a:pt x="214" y="94"/>
                    <a:pt x="216" y="91"/>
                  </a:cubicBezTo>
                  <a:cubicBezTo>
                    <a:pt x="219" y="88"/>
                    <a:pt x="214" y="82"/>
                    <a:pt x="211" y="79"/>
                  </a:cubicBezTo>
                  <a:cubicBezTo>
                    <a:pt x="207" y="74"/>
                    <a:pt x="216" y="74"/>
                    <a:pt x="219" y="68"/>
                  </a:cubicBezTo>
                  <a:cubicBezTo>
                    <a:pt x="222" y="62"/>
                    <a:pt x="224" y="70"/>
                    <a:pt x="225" y="67"/>
                  </a:cubicBezTo>
                  <a:cubicBezTo>
                    <a:pt x="227" y="65"/>
                    <a:pt x="227" y="63"/>
                    <a:pt x="221" y="63"/>
                  </a:cubicBezTo>
                  <a:cubicBezTo>
                    <a:pt x="214" y="63"/>
                    <a:pt x="216" y="67"/>
                    <a:pt x="211" y="67"/>
                  </a:cubicBezTo>
                  <a:cubicBezTo>
                    <a:pt x="207" y="65"/>
                    <a:pt x="208" y="71"/>
                    <a:pt x="204" y="71"/>
                  </a:cubicBezTo>
                  <a:cubicBezTo>
                    <a:pt x="201" y="70"/>
                    <a:pt x="204" y="68"/>
                    <a:pt x="201" y="65"/>
                  </a:cubicBezTo>
                  <a:cubicBezTo>
                    <a:pt x="196" y="63"/>
                    <a:pt x="199" y="49"/>
                    <a:pt x="204" y="52"/>
                  </a:cubicBezTo>
                  <a:cubicBezTo>
                    <a:pt x="207" y="54"/>
                    <a:pt x="210" y="52"/>
                    <a:pt x="211" y="52"/>
                  </a:cubicBezTo>
                  <a:cubicBezTo>
                    <a:pt x="214" y="54"/>
                    <a:pt x="222" y="51"/>
                    <a:pt x="224" y="52"/>
                  </a:cubicBezTo>
                  <a:cubicBezTo>
                    <a:pt x="224" y="54"/>
                    <a:pt x="231" y="56"/>
                    <a:pt x="234" y="51"/>
                  </a:cubicBezTo>
                  <a:cubicBezTo>
                    <a:pt x="237" y="46"/>
                    <a:pt x="240" y="43"/>
                    <a:pt x="239" y="42"/>
                  </a:cubicBezTo>
                  <a:cubicBezTo>
                    <a:pt x="237" y="39"/>
                    <a:pt x="234" y="43"/>
                    <a:pt x="231" y="48"/>
                  </a:cubicBezTo>
                  <a:cubicBezTo>
                    <a:pt x="230" y="51"/>
                    <a:pt x="222" y="46"/>
                    <a:pt x="221" y="48"/>
                  </a:cubicBezTo>
                  <a:cubicBezTo>
                    <a:pt x="221" y="49"/>
                    <a:pt x="217" y="46"/>
                    <a:pt x="213" y="46"/>
                  </a:cubicBezTo>
                  <a:cubicBezTo>
                    <a:pt x="208" y="48"/>
                    <a:pt x="211" y="45"/>
                    <a:pt x="208" y="45"/>
                  </a:cubicBezTo>
                  <a:cubicBezTo>
                    <a:pt x="207" y="45"/>
                    <a:pt x="205" y="43"/>
                    <a:pt x="204" y="45"/>
                  </a:cubicBezTo>
                  <a:cubicBezTo>
                    <a:pt x="204" y="46"/>
                    <a:pt x="202" y="51"/>
                    <a:pt x="201" y="48"/>
                  </a:cubicBezTo>
                  <a:cubicBezTo>
                    <a:pt x="199" y="46"/>
                    <a:pt x="199" y="51"/>
                    <a:pt x="198" y="52"/>
                  </a:cubicBezTo>
                  <a:cubicBezTo>
                    <a:pt x="195" y="56"/>
                    <a:pt x="198" y="57"/>
                    <a:pt x="196" y="57"/>
                  </a:cubicBezTo>
                  <a:cubicBezTo>
                    <a:pt x="193" y="59"/>
                    <a:pt x="196" y="59"/>
                    <a:pt x="196" y="62"/>
                  </a:cubicBezTo>
                  <a:cubicBezTo>
                    <a:pt x="195" y="65"/>
                    <a:pt x="192" y="67"/>
                    <a:pt x="193" y="73"/>
                  </a:cubicBezTo>
                  <a:cubicBezTo>
                    <a:pt x="193" y="79"/>
                    <a:pt x="192" y="74"/>
                    <a:pt x="192" y="79"/>
                  </a:cubicBezTo>
                  <a:cubicBezTo>
                    <a:pt x="192" y="85"/>
                    <a:pt x="187" y="82"/>
                    <a:pt x="189" y="85"/>
                  </a:cubicBezTo>
                  <a:cubicBezTo>
                    <a:pt x="190" y="88"/>
                    <a:pt x="187" y="85"/>
                    <a:pt x="189" y="90"/>
                  </a:cubicBezTo>
                  <a:cubicBezTo>
                    <a:pt x="190" y="94"/>
                    <a:pt x="192" y="88"/>
                    <a:pt x="195" y="93"/>
                  </a:cubicBezTo>
                  <a:cubicBezTo>
                    <a:pt x="198" y="99"/>
                    <a:pt x="192" y="107"/>
                    <a:pt x="195" y="112"/>
                  </a:cubicBezTo>
                  <a:cubicBezTo>
                    <a:pt x="196" y="115"/>
                    <a:pt x="198" y="112"/>
                    <a:pt x="201" y="112"/>
                  </a:cubicBezTo>
                  <a:close/>
                  <a:moveTo>
                    <a:pt x="251" y="94"/>
                  </a:moveTo>
                  <a:cubicBezTo>
                    <a:pt x="253" y="96"/>
                    <a:pt x="257" y="91"/>
                    <a:pt x="254" y="88"/>
                  </a:cubicBezTo>
                  <a:cubicBezTo>
                    <a:pt x="253" y="85"/>
                    <a:pt x="246" y="85"/>
                    <a:pt x="246" y="88"/>
                  </a:cubicBezTo>
                  <a:cubicBezTo>
                    <a:pt x="245" y="90"/>
                    <a:pt x="248" y="93"/>
                    <a:pt x="251" y="94"/>
                  </a:cubicBezTo>
                  <a:close/>
                  <a:moveTo>
                    <a:pt x="263" y="88"/>
                  </a:moveTo>
                  <a:cubicBezTo>
                    <a:pt x="263" y="87"/>
                    <a:pt x="265" y="91"/>
                    <a:pt x="268" y="90"/>
                  </a:cubicBezTo>
                  <a:cubicBezTo>
                    <a:pt x="271" y="87"/>
                    <a:pt x="274" y="91"/>
                    <a:pt x="274" y="90"/>
                  </a:cubicBezTo>
                  <a:cubicBezTo>
                    <a:pt x="274" y="88"/>
                    <a:pt x="278" y="91"/>
                    <a:pt x="281" y="94"/>
                  </a:cubicBezTo>
                  <a:cubicBezTo>
                    <a:pt x="286" y="96"/>
                    <a:pt x="286" y="93"/>
                    <a:pt x="283" y="88"/>
                  </a:cubicBezTo>
                  <a:cubicBezTo>
                    <a:pt x="280" y="84"/>
                    <a:pt x="280" y="88"/>
                    <a:pt x="275" y="85"/>
                  </a:cubicBezTo>
                  <a:cubicBezTo>
                    <a:pt x="272" y="82"/>
                    <a:pt x="274" y="85"/>
                    <a:pt x="269" y="85"/>
                  </a:cubicBezTo>
                  <a:cubicBezTo>
                    <a:pt x="263" y="84"/>
                    <a:pt x="260" y="87"/>
                    <a:pt x="260" y="90"/>
                  </a:cubicBezTo>
                  <a:cubicBezTo>
                    <a:pt x="262" y="94"/>
                    <a:pt x="262" y="88"/>
                    <a:pt x="263" y="88"/>
                  </a:cubicBezTo>
                  <a:close/>
                  <a:moveTo>
                    <a:pt x="233" y="76"/>
                  </a:moveTo>
                  <a:cubicBezTo>
                    <a:pt x="233" y="71"/>
                    <a:pt x="240" y="74"/>
                    <a:pt x="240" y="74"/>
                  </a:cubicBezTo>
                  <a:cubicBezTo>
                    <a:pt x="240" y="76"/>
                    <a:pt x="233" y="77"/>
                    <a:pt x="233" y="76"/>
                  </a:cubicBezTo>
                  <a:close/>
                  <a:moveTo>
                    <a:pt x="240" y="76"/>
                  </a:moveTo>
                  <a:cubicBezTo>
                    <a:pt x="242" y="73"/>
                    <a:pt x="251" y="74"/>
                    <a:pt x="248" y="74"/>
                  </a:cubicBezTo>
                  <a:cubicBezTo>
                    <a:pt x="246" y="76"/>
                    <a:pt x="240" y="77"/>
                    <a:pt x="240" y="76"/>
                  </a:cubicBezTo>
                  <a:close/>
                  <a:moveTo>
                    <a:pt x="259" y="74"/>
                  </a:moveTo>
                  <a:cubicBezTo>
                    <a:pt x="262" y="73"/>
                    <a:pt x="265" y="74"/>
                    <a:pt x="262" y="71"/>
                  </a:cubicBezTo>
                  <a:cubicBezTo>
                    <a:pt x="259" y="70"/>
                    <a:pt x="257" y="70"/>
                    <a:pt x="257" y="73"/>
                  </a:cubicBezTo>
                  <a:cubicBezTo>
                    <a:pt x="257" y="74"/>
                    <a:pt x="257" y="74"/>
                    <a:pt x="259" y="74"/>
                  </a:cubicBezTo>
                  <a:close/>
                  <a:moveTo>
                    <a:pt x="275" y="76"/>
                  </a:moveTo>
                  <a:cubicBezTo>
                    <a:pt x="277" y="77"/>
                    <a:pt x="280" y="79"/>
                    <a:pt x="280" y="76"/>
                  </a:cubicBezTo>
                  <a:cubicBezTo>
                    <a:pt x="281" y="74"/>
                    <a:pt x="280" y="73"/>
                    <a:pt x="277" y="74"/>
                  </a:cubicBezTo>
                  <a:cubicBezTo>
                    <a:pt x="275" y="74"/>
                    <a:pt x="274" y="76"/>
                    <a:pt x="275" y="76"/>
                  </a:cubicBezTo>
                  <a:close/>
                  <a:moveTo>
                    <a:pt x="285" y="67"/>
                  </a:moveTo>
                  <a:cubicBezTo>
                    <a:pt x="285" y="65"/>
                    <a:pt x="281" y="67"/>
                    <a:pt x="281" y="67"/>
                  </a:cubicBezTo>
                  <a:cubicBezTo>
                    <a:pt x="283" y="68"/>
                    <a:pt x="283" y="68"/>
                    <a:pt x="285" y="70"/>
                  </a:cubicBezTo>
                  <a:cubicBezTo>
                    <a:pt x="285" y="71"/>
                    <a:pt x="286" y="67"/>
                    <a:pt x="285" y="67"/>
                  </a:cubicBezTo>
                  <a:close/>
                  <a:moveTo>
                    <a:pt x="285" y="59"/>
                  </a:moveTo>
                  <a:cubicBezTo>
                    <a:pt x="285" y="59"/>
                    <a:pt x="286" y="62"/>
                    <a:pt x="288" y="60"/>
                  </a:cubicBezTo>
                  <a:cubicBezTo>
                    <a:pt x="289" y="60"/>
                    <a:pt x="286" y="57"/>
                    <a:pt x="283" y="57"/>
                  </a:cubicBezTo>
                  <a:cubicBezTo>
                    <a:pt x="280" y="59"/>
                    <a:pt x="278" y="59"/>
                    <a:pt x="280" y="60"/>
                  </a:cubicBezTo>
                  <a:cubicBezTo>
                    <a:pt x="281" y="60"/>
                    <a:pt x="283" y="62"/>
                    <a:pt x="285" y="62"/>
                  </a:cubicBezTo>
                  <a:cubicBezTo>
                    <a:pt x="286" y="60"/>
                    <a:pt x="283" y="59"/>
                    <a:pt x="285" y="59"/>
                  </a:cubicBezTo>
                  <a:close/>
                  <a:moveTo>
                    <a:pt x="263" y="63"/>
                  </a:moveTo>
                  <a:cubicBezTo>
                    <a:pt x="262" y="60"/>
                    <a:pt x="260" y="57"/>
                    <a:pt x="260" y="54"/>
                  </a:cubicBezTo>
                  <a:cubicBezTo>
                    <a:pt x="262" y="52"/>
                    <a:pt x="263" y="52"/>
                    <a:pt x="266" y="54"/>
                  </a:cubicBezTo>
                  <a:cubicBezTo>
                    <a:pt x="269" y="56"/>
                    <a:pt x="268" y="52"/>
                    <a:pt x="265" y="51"/>
                  </a:cubicBezTo>
                  <a:cubicBezTo>
                    <a:pt x="262" y="49"/>
                    <a:pt x="265" y="48"/>
                    <a:pt x="266" y="48"/>
                  </a:cubicBezTo>
                  <a:cubicBezTo>
                    <a:pt x="268" y="46"/>
                    <a:pt x="268" y="42"/>
                    <a:pt x="265" y="42"/>
                  </a:cubicBezTo>
                  <a:cubicBezTo>
                    <a:pt x="262" y="43"/>
                    <a:pt x="260" y="51"/>
                    <a:pt x="260" y="49"/>
                  </a:cubicBezTo>
                  <a:cubicBezTo>
                    <a:pt x="259" y="46"/>
                    <a:pt x="260" y="48"/>
                    <a:pt x="262" y="43"/>
                  </a:cubicBezTo>
                  <a:cubicBezTo>
                    <a:pt x="263" y="40"/>
                    <a:pt x="260" y="40"/>
                    <a:pt x="260" y="39"/>
                  </a:cubicBezTo>
                  <a:cubicBezTo>
                    <a:pt x="262" y="37"/>
                    <a:pt x="263" y="34"/>
                    <a:pt x="260" y="35"/>
                  </a:cubicBezTo>
                  <a:cubicBezTo>
                    <a:pt x="257" y="39"/>
                    <a:pt x="257" y="45"/>
                    <a:pt x="257" y="48"/>
                  </a:cubicBezTo>
                  <a:cubicBezTo>
                    <a:pt x="259" y="49"/>
                    <a:pt x="257" y="51"/>
                    <a:pt x="259" y="52"/>
                  </a:cubicBezTo>
                  <a:cubicBezTo>
                    <a:pt x="260" y="56"/>
                    <a:pt x="257" y="57"/>
                    <a:pt x="260" y="60"/>
                  </a:cubicBezTo>
                  <a:cubicBezTo>
                    <a:pt x="262" y="63"/>
                    <a:pt x="263" y="67"/>
                    <a:pt x="265" y="67"/>
                  </a:cubicBezTo>
                  <a:cubicBezTo>
                    <a:pt x="265" y="65"/>
                    <a:pt x="265" y="65"/>
                    <a:pt x="263" y="63"/>
                  </a:cubicBezTo>
                  <a:close/>
                  <a:moveTo>
                    <a:pt x="263" y="37"/>
                  </a:moveTo>
                  <a:cubicBezTo>
                    <a:pt x="263" y="34"/>
                    <a:pt x="265" y="29"/>
                    <a:pt x="266" y="32"/>
                  </a:cubicBezTo>
                  <a:cubicBezTo>
                    <a:pt x="268" y="34"/>
                    <a:pt x="263" y="40"/>
                    <a:pt x="263" y="37"/>
                  </a:cubicBezTo>
                  <a:close/>
                  <a:moveTo>
                    <a:pt x="213" y="110"/>
                  </a:moveTo>
                  <a:cubicBezTo>
                    <a:pt x="213" y="108"/>
                    <a:pt x="213" y="105"/>
                    <a:pt x="213" y="107"/>
                  </a:cubicBezTo>
                  <a:cubicBezTo>
                    <a:pt x="214" y="110"/>
                    <a:pt x="214" y="112"/>
                    <a:pt x="213" y="110"/>
                  </a:cubicBezTo>
                  <a:close/>
                  <a:moveTo>
                    <a:pt x="219" y="108"/>
                  </a:moveTo>
                  <a:cubicBezTo>
                    <a:pt x="219" y="107"/>
                    <a:pt x="219" y="105"/>
                    <a:pt x="219" y="104"/>
                  </a:cubicBezTo>
                  <a:cubicBezTo>
                    <a:pt x="221" y="101"/>
                    <a:pt x="216" y="102"/>
                    <a:pt x="216" y="105"/>
                  </a:cubicBezTo>
                  <a:cubicBezTo>
                    <a:pt x="217" y="107"/>
                    <a:pt x="214" y="112"/>
                    <a:pt x="217" y="110"/>
                  </a:cubicBezTo>
                  <a:cubicBezTo>
                    <a:pt x="219" y="108"/>
                    <a:pt x="219" y="108"/>
                    <a:pt x="219" y="108"/>
                  </a:cubicBezTo>
                  <a:close/>
                  <a:moveTo>
                    <a:pt x="221" y="112"/>
                  </a:moveTo>
                  <a:cubicBezTo>
                    <a:pt x="222" y="108"/>
                    <a:pt x="225" y="112"/>
                    <a:pt x="222" y="108"/>
                  </a:cubicBezTo>
                  <a:cubicBezTo>
                    <a:pt x="219" y="104"/>
                    <a:pt x="225" y="105"/>
                    <a:pt x="224" y="101"/>
                  </a:cubicBezTo>
                  <a:cubicBezTo>
                    <a:pt x="222" y="97"/>
                    <a:pt x="221" y="102"/>
                    <a:pt x="221" y="107"/>
                  </a:cubicBezTo>
                  <a:cubicBezTo>
                    <a:pt x="221" y="112"/>
                    <a:pt x="216" y="112"/>
                    <a:pt x="219" y="113"/>
                  </a:cubicBezTo>
                  <a:cubicBezTo>
                    <a:pt x="221" y="113"/>
                    <a:pt x="221" y="113"/>
                    <a:pt x="221" y="112"/>
                  </a:cubicBezTo>
                  <a:close/>
                  <a:moveTo>
                    <a:pt x="221" y="73"/>
                  </a:moveTo>
                  <a:cubicBezTo>
                    <a:pt x="221" y="70"/>
                    <a:pt x="221" y="68"/>
                    <a:pt x="222" y="68"/>
                  </a:cubicBezTo>
                  <a:cubicBezTo>
                    <a:pt x="224" y="68"/>
                    <a:pt x="221" y="73"/>
                    <a:pt x="221" y="73"/>
                  </a:cubicBezTo>
                  <a:close/>
                  <a:moveTo>
                    <a:pt x="225" y="70"/>
                  </a:moveTo>
                  <a:cubicBezTo>
                    <a:pt x="227" y="68"/>
                    <a:pt x="227" y="71"/>
                    <a:pt x="225" y="71"/>
                  </a:cubicBezTo>
                  <a:cubicBezTo>
                    <a:pt x="225" y="73"/>
                    <a:pt x="224" y="70"/>
                    <a:pt x="225" y="70"/>
                  </a:cubicBezTo>
                  <a:close/>
                  <a:moveTo>
                    <a:pt x="257" y="63"/>
                  </a:moveTo>
                  <a:cubicBezTo>
                    <a:pt x="257" y="65"/>
                    <a:pt x="259" y="65"/>
                    <a:pt x="259" y="62"/>
                  </a:cubicBezTo>
                  <a:cubicBezTo>
                    <a:pt x="259" y="60"/>
                    <a:pt x="257" y="59"/>
                    <a:pt x="257" y="60"/>
                  </a:cubicBezTo>
                  <a:cubicBezTo>
                    <a:pt x="256" y="62"/>
                    <a:pt x="256" y="62"/>
                    <a:pt x="257" y="63"/>
                  </a:cubicBezTo>
                  <a:close/>
                  <a:moveTo>
                    <a:pt x="288" y="135"/>
                  </a:moveTo>
                  <a:cubicBezTo>
                    <a:pt x="285" y="136"/>
                    <a:pt x="289" y="125"/>
                    <a:pt x="291" y="129"/>
                  </a:cubicBezTo>
                  <a:cubicBezTo>
                    <a:pt x="291" y="130"/>
                    <a:pt x="291" y="133"/>
                    <a:pt x="288" y="135"/>
                  </a:cubicBezTo>
                  <a:close/>
                  <a:moveTo>
                    <a:pt x="310" y="124"/>
                  </a:moveTo>
                  <a:cubicBezTo>
                    <a:pt x="309" y="125"/>
                    <a:pt x="309" y="115"/>
                    <a:pt x="312" y="119"/>
                  </a:cubicBezTo>
                  <a:cubicBezTo>
                    <a:pt x="313" y="122"/>
                    <a:pt x="313" y="124"/>
                    <a:pt x="310" y="124"/>
                  </a:cubicBezTo>
                  <a:close/>
                  <a:moveTo>
                    <a:pt x="245" y="133"/>
                  </a:moveTo>
                  <a:cubicBezTo>
                    <a:pt x="246" y="132"/>
                    <a:pt x="253" y="130"/>
                    <a:pt x="253" y="132"/>
                  </a:cubicBezTo>
                  <a:cubicBezTo>
                    <a:pt x="253" y="133"/>
                    <a:pt x="242" y="135"/>
                    <a:pt x="245" y="133"/>
                  </a:cubicBezTo>
                  <a:close/>
                  <a:moveTo>
                    <a:pt x="169" y="94"/>
                  </a:moveTo>
                  <a:cubicBezTo>
                    <a:pt x="169" y="91"/>
                    <a:pt x="169" y="88"/>
                    <a:pt x="167" y="90"/>
                  </a:cubicBezTo>
                  <a:cubicBezTo>
                    <a:pt x="166" y="91"/>
                    <a:pt x="167" y="93"/>
                    <a:pt x="167" y="96"/>
                  </a:cubicBezTo>
                  <a:cubicBezTo>
                    <a:pt x="166" y="97"/>
                    <a:pt x="167" y="97"/>
                    <a:pt x="169" y="94"/>
                  </a:cubicBezTo>
                  <a:close/>
                  <a:moveTo>
                    <a:pt x="100" y="88"/>
                  </a:moveTo>
                  <a:cubicBezTo>
                    <a:pt x="102" y="87"/>
                    <a:pt x="103" y="90"/>
                    <a:pt x="105" y="87"/>
                  </a:cubicBezTo>
                  <a:cubicBezTo>
                    <a:pt x="106" y="85"/>
                    <a:pt x="105" y="84"/>
                    <a:pt x="102" y="82"/>
                  </a:cubicBezTo>
                  <a:cubicBezTo>
                    <a:pt x="99" y="80"/>
                    <a:pt x="99" y="85"/>
                    <a:pt x="99" y="88"/>
                  </a:cubicBezTo>
                  <a:cubicBezTo>
                    <a:pt x="100" y="88"/>
                    <a:pt x="100" y="90"/>
                    <a:pt x="100" y="88"/>
                  </a:cubicBezTo>
                  <a:close/>
                  <a:moveTo>
                    <a:pt x="83" y="77"/>
                  </a:moveTo>
                  <a:cubicBezTo>
                    <a:pt x="86" y="77"/>
                    <a:pt x="85" y="84"/>
                    <a:pt x="88" y="85"/>
                  </a:cubicBezTo>
                  <a:cubicBezTo>
                    <a:pt x="90" y="87"/>
                    <a:pt x="90" y="88"/>
                    <a:pt x="93" y="87"/>
                  </a:cubicBezTo>
                  <a:cubicBezTo>
                    <a:pt x="94" y="87"/>
                    <a:pt x="91" y="85"/>
                    <a:pt x="91" y="84"/>
                  </a:cubicBezTo>
                  <a:cubicBezTo>
                    <a:pt x="93" y="82"/>
                    <a:pt x="93" y="82"/>
                    <a:pt x="90" y="82"/>
                  </a:cubicBezTo>
                  <a:cubicBezTo>
                    <a:pt x="86" y="80"/>
                    <a:pt x="90" y="71"/>
                    <a:pt x="83" y="71"/>
                  </a:cubicBezTo>
                  <a:cubicBezTo>
                    <a:pt x="80" y="73"/>
                    <a:pt x="82" y="74"/>
                    <a:pt x="80" y="76"/>
                  </a:cubicBezTo>
                  <a:cubicBezTo>
                    <a:pt x="77" y="77"/>
                    <a:pt x="82" y="77"/>
                    <a:pt x="83" y="77"/>
                  </a:cubicBezTo>
                  <a:close/>
                  <a:moveTo>
                    <a:pt x="105" y="15"/>
                  </a:moveTo>
                  <a:cubicBezTo>
                    <a:pt x="105" y="15"/>
                    <a:pt x="102" y="18"/>
                    <a:pt x="103" y="20"/>
                  </a:cubicBezTo>
                  <a:cubicBezTo>
                    <a:pt x="105" y="20"/>
                    <a:pt x="102" y="21"/>
                    <a:pt x="103" y="21"/>
                  </a:cubicBezTo>
                  <a:cubicBezTo>
                    <a:pt x="106" y="23"/>
                    <a:pt x="105" y="17"/>
                    <a:pt x="105" y="15"/>
                  </a:cubicBezTo>
                  <a:close/>
                  <a:moveTo>
                    <a:pt x="9" y="32"/>
                  </a:moveTo>
                  <a:cubicBezTo>
                    <a:pt x="10" y="34"/>
                    <a:pt x="12" y="35"/>
                    <a:pt x="12" y="34"/>
                  </a:cubicBezTo>
                  <a:cubicBezTo>
                    <a:pt x="10" y="32"/>
                    <a:pt x="7" y="28"/>
                    <a:pt x="6" y="29"/>
                  </a:cubicBezTo>
                  <a:cubicBezTo>
                    <a:pt x="6" y="31"/>
                    <a:pt x="6" y="32"/>
                    <a:pt x="9" y="32"/>
                  </a:cubicBezTo>
                  <a:close/>
                  <a:moveTo>
                    <a:pt x="21" y="51"/>
                  </a:moveTo>
                  <a:cubicBezTo>
                    <a:pt x="22" y="54"/>
                    <a:pt x="24" y="48"/>
                    <a:pt x="22" y="46"/>
                  </a:cubicBezTo>
                  <a:cubicBezTo>
                    <a:pt x="19" y="45"/>
                    <a:pt x="19" y="42"/>
                    <a:pt x="16" y="42"/>
                  </a:cubicBezTo>
                  <a:cubicBezTo>
                    <a:pt x="15" y="43"/>
                    <a:pt x="18" y="46"/>
                    <a:pt x="21" y="51"/>
                  </a:cubicBezTo>
                  <a:close/>
                  <a:moveTo>
                    <a:pt x="29" y="67"/>
                  </a:moveTo>
                  <a:cubicBezTo>
                    <a:pt x="30" y="65"/>
                    <a:pt x="35" y="73"/>
                    <a:pt x="33" y="74"/>
                  </a:cubicBezTo>
                  <a:cubicBezTo>
                    <a:pt x="32" y="74"/>
                    <a:pt x="26" y="68"/>
                    <a:pt x="29" y="67"/>
                  </a:cubicBezTo>
                  <a:close/>
                  <a:moveTo>
                    <a:pt x="36" y="77"/>
                  </a:moveTo>
                  <a:cubicBezTo>
                    <a:pt x="36" y="76"/>
                    <a:pt x="39" y="79"/>
                    <a:pt x="38" y="80"/>
                  </a:cubicBezTo>
                  <a:cubicBezTo>
                    <a:pt x="38" y="80"/>
                    <a:pt x="35" y="79"/>
                    <a:pt x="36" y="77"/>
                  </a:cubicBezTo>
                  <a:close/>
                  <a:moveTo>
                    <a:pt x="39" y="85"/>
                  </a:moveTo>
                  <a:cubicBezTo>
                    <a:pt x="41" y="85"/>
                    <a:pt x="42" y="90"/>
                    <a:pt x="42" y="88"/>
                  </a:cubicBezTo>
                  <a:cubicBezTo>
                    <a:pt x="44" y="87"/>
                    <a:pt x="41" y="80"/>
                    <a:pt x="39" y="82"/>
                  </a:cubicBezTo>
                  <a:cubicBezTo>
                    <a:pt x="38" y="84"/>
                    <a:pt x="39" y="85"/>
                    <a:pt x="39" y="85"/>
                  </a:cubicBezTo>
                  <a:close/>
                  <a:moveTo>
                    <a:pt x="74" y="63"/>
                  </a:moveTo>
                  <a:cubicBezTo>
                    <a:pt x="71" y="65"/>
                    <a:pt x="73" y="60"/>
                    <a:pt x="74" y="60"/>
                  </a:cubicBezTo>
                  <a:cubicBezTo>
                    <a:pt x="76" y="60"/>
                    <a:pt x="76" y="63"/>
                    <a:pt x="74" y="63"/>
                  </a:cubicBezTo>
                  <a:close/>
                  <a:moveTo>
                    <a:pt x="76" y="57"/>
                  </a:moveTo>
                  <a:cubicBezTo>
                    <a:pt x="74" y="56"/>
                    <a:pt x="74" y="57"/>
                    <a:pt x="74" y="59"/>
                  </a:cubicBezTo>
                  <a:cubicBezTo>
                    <a:pt x="74" y="60"/>
                    <a:pt x="79" y="60"/>
                    <a:pt x="79" y="60"/>
                  </a:cubicBezTo>
                  <a:cubicBezTo>
                    <a:pt x="79" y="60"/>
                    <a:pt x="77" y="59"/>
                    <a:pt x="76" y="57"/>
                  </a:cubicBezTo>
                  <a:close/>
                  <a:moveTo>
                    <a:pt x="53" y="35"/>
                  </a:moveTo>
                  <a:cubicBezTo>
                    <a:pt x="54" y="37"/>
                    <a:pt x="53" y="40"/>
                    <a:pt x="51" y="40"/>
                  </a:cubicBezTo>
                  <a:cubicBezTo>
                    <a:pt x="50" y="39"/>
                    <a:pt x="51" y="35"/>
                    <a:pt x="53" y="35"/>
                  </a:cubicBezTo>
                  <a:close/>
                  <a:moveTo>
                    <a:pt x="67" y="48"/>
                  </a:moveTo>
                  <a:cubicBezTo>
                    <a:pt x="67" y="48"/>
                    <a:pt x="68" y="51"/>
                    <a:pt x="67" y="51"/>
                  </a:cubicBezTo>
                  <a:cubicBezTo>
                    <a:pt x="65" y="51"/>
                    <a:pt x="65" y="48"/>
                    <a:pt x="67" y="48"/>
                  </a:cubicBezTo>
                  <a:close/>
                  <a:moveTo>
                    <a:pt x="58" y="43"/>
                  </a:moveTo>
                  <a:cubicBezTo>
                    <a:pt x="59" y="45"/>
                    <a:pt x="59" y="45"/>
                    <a:pt x="59" y="43"/>
                  </a:cubicBezTo>
                  <a:cubicBezTo>
                    <a:pt x="59" y="42"/>
                    <a:pt x="56" y="40"/>
                    <a:pt x="54" y="42"/>
                  </a:cubicBezTo>
                  <a:cubicBezTo>
                    <a:pt x="54" y="42"/>
                    <a:pt x="56" y="42"/>
                    <a:pt x="58" y="43"/>
                  </a:cubicBezTo>
                  <a:close/>
                  <a:moveTo>
                    <a:pt x="58" y="43"/>
                  </a:moveTo>
                  <a:cubicBezTo>
                    <a:pt x="59" y="45"/>
                    <a:pt x="59" y="49"/>
                    <a:pt x="58" y="48"/>
                  </a:cubicBezTo>
                  <a:cubicBezTo>
                    <a:pt x="58" y="46"/>
                    <a:pt x="56" y="42"/>
                    <a:pt x="58" y="43"/>
                  </a:cubicBezTo>
                  <a:close/>
                  <a:moveTo>
                    <a:pt x="64" y="49"/>
                  </a:moveTo>
                  <a:cubicBezTo>
                    <a:pt x="64" y="48"/>
                    <a:pt x="61" y="48"/>
                    <a:pt x="61" y="46"/>
                  </a:cubicBezTo>
                  <a:cubicBezTo>
                    <a:pt x="59" y="45"/>
                    <a:pt x="59" y="46"/>
                    <a:pt x="59" y="48"/>
                  </a:cubicBezTo>
                  <a:cubicBezTo>
                    <a:pt x="59" y="49"/>
                    <a:pt x="59" y="49"/>
                    <a:pt x="61" y="49"/>
                  </a:cubicBezTo>
                  <a:cubicBezTo>
                    <a:pt x="62" y="49"/>
                    <a:pt x="64" y="51"/>
                    <a:pt x="64" y="49"/>
                  </a:cubicBezTo>
                  <a:close/>
                  <a:moveTo>
                    <a:pt x="62" y="48"/>
                  </a:moveTo>
                  <a:cubicBezTo>
                    <a:pt x="64" y="48"/>
                    <a:pt x="64" y="48"/>
                    <a:pt x="64" y="48"/>
                  </a:cubicBezTo>
                  <a:cubicBezTo>
                    <a:pt x="64" y="46"/>
                    <a:pt x="61" y="45"/>
                    <a:pt x="61" y="46"/>
                  </a:cubicBezTo>
                  <a:cubicBezTo>
                    <a:pt x="61" y="46"/>
                    <a:pt x="61" y="46"/>
                    <a:pt x="62" y="48"/>
                  </a:cubicBezTo>
                  <a:close/>
                  <a:moveTo>
                    <a:pt x="65" y="49"/>
                  </a:moveTo>
                  <a:cubicBezTo>
                    <a:pt x="65" y="52"/>
                    <a:pt x="65" y="52"/>
                    <a:pt x="65" y="52"/>
                  </a:cubicBezTo>
                  <a:cubicBezTo>
                    <a:pt x="64" y="52"/>
                    <a:pt x="64" y="49"/>
                    <a:pt x="65" y="49"/>
                  </a:cubicBezTo>
                  <a:close/>
                  <a:moveTo>
                    <a:pt x="26" y="62"/>
                  </a:moveTo>
                  <a:cubicBezTo>
                    <a:pt x="24" y="60"/>
                    <a:pt x="26" y="59"/>
                    <a:pt x="27" y="59"/>
                  </a:cubicBezTo>
                  <a:cubicBezTo>
                    <a:pt x="29" y="60"/>
                    <a:pt x="27" y="63"/>
                    <a:pt x="26" y="62"/>
                  </a:cubicBezTo>
                  <a:close/>
                  <a:moveTo>
                    <a:pt x="330" y="74"/>
                  </a:moveTo>
                  <a:cubicBezTo>
                    <a:pt x="335" y="74"/>
                    <a:pt x="332" y="73"/>
                    <a:pt x="326" y="73"/>
                  </a:cubicBezTo>
                  <a:cubicBezTo>
                    <a:pt x="320" y="73"/>
                    <a:pt x="323" y="73"/>
                    <a:pt x="326" y="74"/>
                  </a:cubicBezTo>
                  <a:cubicBezTo>
                    <a:pt x="326" y="76"/>
                    <a:pt x="326" y="76"/>
                    <a:pt x="330" y="74"/>
                  </a:cubicBezTo>
                  <a:close/>
                  <a:moveTo>
                    <a:pt x="327" y="67"/>
                  </a:moveTo>
                  <a:cubicBezTo>
                    <a:pt x="326" y="65"/>
                    <a:pt x="327" y="63"/>
                    <a:pt x="323" y="63"/>
                  </a:cubicBezTo>
                  <a:cubicBezTo>
                    <a:pt x="318" y="62"/>
                    <a:pt x="321" y="65"/>
                    <a:pt x="323" y="67"/>
                  </a:cubicBezTo>
                  <a:cubicBezTo>
                    <a:pt x="326" y="67"/>
                    <a:pt x="323" y="70"/>
                    <a:pt x="327" y="68"/>
                  </a:cubicBezTo>
                  <a:cubicBezTo>
                    <a:pt x="329" y="68"/>
                    <a:pt x="329" y="68"/>
                    <a:pt x="327" y="67"/>
                  </a:cubicBezTo>
                  <a:close/>
                  <a:moveTo>
                    <a:pt x="275" y="135"/>
                  </a:moveTo>
                  <a:cubicBezTo>
                    <a:pt x="272" y="132"/>
                    <a:pt x="275" y="133"/>
                    <a:pt x="275" y="135"/>
                  </a:cubicBezTo>
                  <a:cubicBezTo>
                    <a:pt x="277" y="135"/>
                    <a:pt x="275" y="136"/>
                    <a:pt x="275" y="135"/>
                  </a:cubicBezTo>
                  <a:close/>
                  <a:moveTo>
                    <a:pt x="298" y="115"/>
                  </a:moveTo>
                  <a:cubicBezTo>
                    <a:pt x="298" y="110"/>
                    <a:pt x="300" y="113"/>
                    <a:pt x="300" y="113"/>
                  </a:cubicBezTo>
                  <a:cubicBezTo>
                    <a:pt x="300" y="115"/>
                    <a:pt x="298" y="116"/>
                    <a:pt x="298" y="115"/>
                  </a:cubicBezTo>
                  <a:close/>
                  <a:moveTo>
                    <a:pt x="300" y="116"/>
                  </a:moveTo>
                  <a:cubicBezTo>
                    <a:pt x="300" y="112"/>
                    <a:pt x="303" y="107"/>
                    <a:pt x="303" y="108"/>
                  </a:cubicBezTo>
                  <a:cubicBezTo>
                    <a:pt x="303" y="110"/>
                    <a:pt x="300" y="116"/>
                    <a:pt x="300" y="116"/>
                  </a:cubicBezTo>
                  <a:close/>
                  <a:moveTo>
                    <a:pt x="260" y="138"/>
                  </a:moveTo>
                  <a:cubicBezTo>
                    <a:pt x="259" y="136"/>
                    <a:pt x="260" y="136"/>
                    <a:pt x="262" y="136"/>
                  </a:cubicBezTo>
                  <a:cubicBezTo>
                    <a:pt x="263" y="138"/>
                    <a:pt x="262" y="138"/>
                    <a:pt x="260" y="138"/>
                  </a:cubicBezTo>
                  <a:close/>
                  <a:moveTo>
                    <a:pt x="312" y="118"/>
                  </a:moveTo>
                  <a:cubicBezTo>
                    <a:pt x="310" y="118"/>
                    <a:pt x="310" y="116"/>
                    <a:pt x="310" y="116"/>
                  </a:cubicBezTo>
                  <a:cubicBezTo>
                    <a:pt x="310" y="118"/>
                    <a:pt x="310" y="118"/>
                    <a:pt x="310" y="118"/>
                  </a:cubicBezTo>
                  <a:cubicBezTo>
                    <a:pt x="312" y="119"/>
                    <a:pt x="312" y="119"/>
                    <a:pt x="313" y="121"/>
                  </a:cubicBezTo>
                  <a:cubicBezTo>
                    <a:pt x="313" y="121"/>
                    <a:pt x="313" y="119"/>
                    <a:pt x="312" y="118"/>
                  </a:cubicBezTo>
                  <a:close/>
                  <a:moveTo>
                    <a:pt x="315" y="115"/>
                  </a:moveTo>
                  <a:cubicBezTo>
                    <a:pt x="315" y="110"/>
                    <a:pt x="313" y="108"/>
                    <a:pt x="312" y="112"/>
                  </a:cubicBezTo>
                  <a:cubicBezTo>
                    <a:pt x="312" y="113"/>
                    <a:pt x="310" y="112"/>
                    <a:pt x="310" y="113"/>
                  </a:cubicBezTo>
                  <a:cubicBezTo>
                    <a:pt x="310" y="113"/>
                    <a:pt x="312" y="113"/>
                    <a:pt x="312" y="115"/>
                  </a:cubicBezTo>
                  <a:cubicBezTo>
                    <a:pt x="310" y="118"/>
                    <a:pt x="312" y="118"/>
                    <a:pt x="313" y="119"/>
                  </a:cubicBezTo>
                  <a:cubicBezTo>
                    <a:pt x="315" y="119"/>
                    <a:pt x="315" y="118"/>
                    <a:pt x="315" y="115"/>
                  </a:cubicBezTo>
                  <a:close/>
                  <a:moveTo>
                    <a:pt x="347" y="140"/>
                  </a:moveTo>
                  <a:cubicBezTo>
                    <a:pt x="349" y="140"/>
                    <a:pt x="347" y="138"/>
                    <a:pt x="347" y="138"/>
                  </a:cubicBezTo>
                  <a:cubicBezTo>
                    <a:pt x="347" y="136"/>
                    <a:pt x="347" y="136"/>
                    <a:pt x="345" y="138"/>
                  </a:cubicBezTo>
                  <a:cubicBezTo>
                    <a:pt x="345" y="140"/>
                    <a:pt x="345" y="140"/>
                    <a:pt x="347" y="140"/>
                  </a:cubicBezTo>
                  <a:close/>
                  <a:moveTo>
                    <a:pt x="245" y="80"/>
                  </a:moveTo>
                  <a:cubicBezTo>
                    <a:pt x="246" y="82"/>
                    <a:pt x="246" y="80"/>
                    <a:pt x="246" y="79"/>
                  </a:cubicBezTo>
                  <a:cubicBezTo>
                    <a:pt x="245" y="77"/>
                    <a:pt x="246" y="76"/>
                    <a:pt x="245" y="76"/>
                  </a:cubicBezTo>
                  <a:cubicBezTo>
                    <a:pt x="245" y="77"/>
                    <a:pt x="245" y="79"/>
                    <a:pt x="245" y="80"/>
                  </a:cubicBezTo>
                  <a:close/>
                  <a:moveTo>
                    <a:pt x="256" y="60"/>
                  </a:moveTo>
                  <a:cubicBezTo>
                    <a:pt x="256" y="59"/>
                    <a:pt x="256" y="62"/>
                    <a:pt x="256" y="62"/>
                  </a:cubicBezTo>
                  <a:cubicBezTo>
                    <a:pt x="254" y="62"/>
                    <a:pt x="254" y="60"/>
                    <a:pt x="256" y="60"/>
                  </a:cubicBezTo>
                  <a:close/>
                  <a:moveTo>
                    <a:pt x="259" y="65"/>
                  </a:moveTo>
                  <a:cubicBezTo>
                    <a:pt x="260" y="63"/>
                    <a:pt x="262" y="63"/>
                    <a:pt x="260" y="65"/>
                  </a:cubicBezTo>
                  <a:cubicBezTo>
                    <a:pt x="260" y="67"/>
                    <a:pt x="259" y="65"/>
                    <a:pt x="259" y="65"/>
                  </a:cubicBezTo>
                  <a:close/>
                  <a:moveTo>
                    <a:pt x="260" y="94"/>
                  </a:moveTo>
                  <a:cubicBezTo>
                    <a:pt x="260" y="93"/>
                    <a:pt x="265" y="90"/>
                    <a:pt x="265" y="91"/>
                  </a:cubicBezTo>
                  <a:cubicBezTo>
                    <a:pt x="263" y="93"/>
                    <a:pt x="262" y="94"/>
                    <a:pt x="260" y="94"/>
                  </a:cubicBezTo>
                  <a:close/>
                  <a:moveTo>
                    <a:pt x="256" y="65"/>
                  </a:moveTo>
                  <a:cubicBezTo>
                    <a:pt x="254" y="65"/>
                    <a:pt x="256" y="63"/>
                    <a:pt x="256" y="63"/>
                  </a:cubicBezTo>
                  <a:cubicBezTo>
                    <a:pt x="257" y="65"/>
                    <a:pt x="257" y="65"/>
                    <a:pt x="256" y="65"/>
                  </a:cubicBezTo>
                  <a:close/>
                  <a:moveTo>
                    <a:pt x="280" y="67"/>
                  </a:moveTo>
                  <a:cubicBezTo>
                    <a:pt x="280" y="65"/>
                    <a:pt x="281" y="65"/>
                    <a:pt x="283" y="65"/>
                  </a:cubicBezTo>
                  <a:cubicBezTo>
                    <a:pt x="285" y="65"/>
                    <a:pt x="280" y="67"/>
                    <a:pt x="280" y="67"/>
                  </a:cubicBezTo>
                  <a:close/>
                  <a:moveTo>
                    <a:pt x="76" y="49"/>
                  </a:moveTo>
                  <a:cubicBezTo>
                    <a:pt x="74" y="48"/>
                    <a:pt x="71" y="46"/>
                    <a:pt x="74" y="45"/>
                  </a:cubicBezTo>
                  <a:cubicBezTo>
                    <a:pt x="77" y="43"/>
                    <a:pt x="76" y="49"/>
                    <a:pt x="76" y="49"/>
                  </a:cubicBezTo>
                  <a:close/>
                  <a:moveTo>
                    <a:pt x="71" y="46"/>
                  </a:moveTo>
                  <a:cubicBezTo>
                    <a:pt x="71" y="45"/>
                    <a:pt x="73" y="46"/>
                    <a:pt x="71" y="48"/>
                  </a:cubicBezTo>
                  <a:cubicBezTo>
                    <a:pt x="71" y="48"/>
                    <a:pt x="70" y="46"/>
                    <a:pt x="71" y="46"/>
                  </a:cubicBezTo>
                  <a:close/>
                  <a:moveTo>
                    <a:pt x="71" y="49"/>
                  </a:moveTo>
                  <a:cubicBezTo>
                    <a:pt x="71" y="48"/>
                    <a:pt x="73" y="48"/>
                    <a:pt x="73" y="49"/>
                  </a:cubicBezTo>
                  <a:cubicBezTo>
                    <a:pt x="73" y="49"/>
                    <a:pt x="73" y="51"/>
                    <a:pt x="71" y="49"/>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60" name="Freeform 236">
              <a:extLst>
                <a:ext uri="{FF2B5EF4-FFF2-40B4-BE49-F238E27FC236}">
                  <a16:creationId xmlns:a16="http://schemas.microsoft.com/office/drawing/2014/main" id="{38542B78-65A6-6112-DD80-97EE78E634A9}"/>
                </a:ext>
              </a:extLst>
            </p:cNvPr>
            <p:cNvSpPr>
              <a:spLocks noEditPoints="1"/>
            </p:cNvSpPr>
            <p:nvPr/>
          </p:nvSpPr>
          <p:spPr bwMode="auto">
            <a:xfrm>
              <a:off x="4791198" y="3142872"/>
              <a:ext cx="540522" cy="712204"/>
            </a:xfrm>
            <a:custGeom>
              <a:avLst/>
              <a:gdLst/>
              <a:ahLst/>
              <a:cxnLst>
                <a:cxn ang="0">
                  <a:pos x="53" y="168"/>
                </a:cxn>
                <a:cxn ang="0">
                  <a:pos x="39" y="142"/>
                </a:cxn>
                <a:cxn ang="0">
                  <a:pos x="49" y="146"/>
                </a:cxn>
                <a:cxn ang="0">
                  <a:pos x="102" y="123"/>
                </a:cxn>
                <a:cxn ang="0">
                  <a:pos x="111" y="122"/>
                </a:cxn>
                <a:cxn ang="0">
                  <a:pos x="122" y="118"/>
                </a:cxn>
                <a:cxn ang="0">
                  <a:pos x="128" y="112"/>
                </a:cxn>
                <a:cxn ang="0">
                  <a:pos x="134" y="107"/>
                </a:cxn>
                <a:cxn ang="0">
                  <a:pos x="142" y="75"/>
                </a:cxn>
                <a:cxn ang="0">
                  <a:pos x="137" y="47"/>
                </a:cxn>
                <a:cxn ang="0">
                  <a:pos x="134" y="53"/>
                </a:cxn>
                <a:cxn ang="0">
                  <a:pos x="126" y="64"/>
                </a:cxn>
                <a:cxn ang="0">
                  <a:pos x="107" y="98"/>
                </a:cxn>
                <a:cxn ang="0">
                  <a:pos x="102" y="95"/>
                </a:cxn>
                <a:cxn ang="0">
                  <a:pos x="90" y="109"/>
                </a:cxn>
                <a:cxn ang="0">
                  <a:pos x="61" y="123"/>
                </a:cxn>
                <a:cxn ang="0">
                  <a:pos x="67" y="125"/>
                </a:cxn>
                <a:cxn ang="0">
                  <a:pos x="87" y="122"/>
                </a:cxn>
                <a:cxn ang="0">
                  <a:pos x="90" y="131"/>
                </a:cxn>
                <a:cxn ang="0">
                  <a:pos x="52" y="140"/>
                </a:cxn>
                <a:cxn ang="0">
                  <a:pos x="52" y="154"/>
                </a:cxn>
                <a:cxn ang="0">
                  <a:pos x="58" y="156"/>
                </a:cxn>
                <a:cxn ang="0">
                  <a:pos x="62" y="137"/>
                </a:cxn>
                <a:cxn ang="0">
                  <a:pos x="53" y="131"/>
                </a:cxn>
                <a:cxn ang="0">
                  <a:pos x="46" y="137"/>
                </a:cxn>
                <a:cxn ang="0">
                  <a:pos x="52" y="143"/>
                </a:cxn>
                <a:cxn ang="0">
                  <a:pos x="82" y="136"/>
                </a:cxn>
                <a:cxn ang="0">
                  <a:pos x="79" y="126"/>
                </a:cxn>
                <a:cxn ang="0">
                  <a:pos x="70" y="131"/>
                </a:cxn>
                <a:cxn ang="0">
                  <a:pos x="71" y="142"/>
                </a:cxn>
                <a:cxn ang="0">
                  <a:pos x="117" y="86"/>
                </a:cxn>
                <a:cxn ang="0">
                  <a:pos x="137" y="44"/>
                </a:cxn>
                <a:cxn ang="0">
                  <a:pos x="152" y="40"/>
                </a:cxn>
                <a:cxn ang="0">
                  <a:pos x="175" y="25"/>
                </a:cxn>
                <a:cxn ang="0">
                  <a:pos x="164" y="19"/>
                </a:cxn>
                <a:cxn ang="0">
                  <a:pos x="142" y="6"/>
                </a:cxn>
                <a:cxn ang="0">
                  <a:pos x="135" y="28"/>
                </a:cxn>
                <a:cxn ang="0">
                  <a:pos x="129" y="48"/>
                </a:cxn>
                <a:cxn ang="0">
                  <a:pos x="90" y="123"/>
                </a:cxn>
                <a:cxn ang="0">
                  <a:pos x="76" y="103"/>
                </a:cxn>
                <a:cxn ang="0">
                  <a:pos x="35" y="206"/>
                </a:cxn>
                <a:cxn ang="0">
                  <a:pos x="32" y="210"/>
                </a:cxn>
                <a:cxn ang="0">
                  <a:pos x="41" y="195"/>
                </a:cxn>
                <a:cxn ang="0">
                  <a:pos x="44" y="190"/>
                </a:cxn>
                <a:cxn ang="0">
                  <a:pos x="0" y="229"/>
                </a:cxn>
                <a:cxn ang="0">
                  <a:pos x="3" y="229"/>
                </a:cxn>
                <a:cxn ang="0">
                  <a:pos x="12" y="226"/>
                </a:cxn>
              </a:cxnLst>
              <a:rect l="0" t="0" r="r" b="b"/>
              <a:pathLst>
                <a:path w="175" h="231">
                  <a:moveTo>
                    <a:pt x="53" y="168"/>
                  </a:moveTo>
                  <a:cubicBezTo>
                    <a:pt x="52" y="168"/>
                    <a:pt x="53" y="165"/>
                    <a:pt x="53" y="167"/>
                  </a:cubicBezTo>
                  <a:cubicBezTo>
                    <a:pt x="55" y="167"/>
                    <a:pt x="55" y="168"/>
                    <a:pt x="53" y="168"/>
                  </a:cubicBezTo>
                  <a:close/>
                  <a:moveTo>
                    <a:pt x="39" y="142"/>
                  </a:moveTo>
                  <a:cubicBezTo>
                    <a:pt x="41" y="142"/>
                    <a:pt x="41" y="143"/>
                    <a:pt x="39" y="143"/>
                  </a:cubicBezTo>
                  <a:cubicBezTo>
                    <a:pt x="38" y="143"/>
                    <a:pt x="39" y="142"/>
                    <a:pt x="39" y="142"/>
                  </a:cubicBezTo>
                  <a:close/>
                  <a:moveTo>
                    <a:pt x="49" y="146"/>
                  </a:moveTo>
                  <a:cubicBezTo>
                    <a:pt x="49" y="145"/>
                    <a:pt x="52" y="143"/>
                    <a:pt x="52" y="145"/>
                  </a:cubicBezTo>
                  <a:cubicBezTo>
                    <a:pt x="52" y="146"/>
                    <a:pt x="50" y="148"/>
                    <a:pt x="49" y="146"/>
                  </a:cubicBezTo>
                  <a:close/>
                  <a:moveTo>
                    <a:pt x="93" y="134"/>
                  </a:moveTo>
                  <a:cubicBezTo>
                    <a:pt x="96" y="137"/>
                    <a:pt x="97" y="131"/>
                    <a:pt x="99" y="128"/>
                  </a:cubicBezTo>
                  <a:cubicBezTo>
                    <a:pt x="102" y="125"/>
                    <a:pt x="107" y="126"/>
                    <a:pt x="102" y="123"/>
                  </a:cubicBezTo>
                  <a:cubicBezTo>
                    <a:pt x="99" y="122"/>
                    <a:pt x="103" y="115"/>
                    <a:pt x="103" y="118"/>
                  </a:cubicBezTo>
                  <a:cubicBezTo>
                    <a:pt x="103" y="123"/>
                    <a:pt x="108" y="118"/>
                    <a:pt x="105" y="122"/>
                  </a:cubicBezTo>
                  <a:cubicBezTo>
                    <a:pt x="103" y="125"/>
                    <a:pt x="108" y="122"/>
                    <a:pt x="111" y="122"/>
                  </a:cubicBezTo>
                  <a:cubicBezTo>
                    <a:pt x="114" y="123"/>
                    <a:pt x="113" y="123"/>
                    <a:pt x="116" y="120"/>
                  </a:cubicBezTo>
                  <a:cubicBezTo>
                    <a:pt x="117" y="117"/>
                    <a:pt x="119" y="115"/>
                    <a:pt x="119" y="120"/>
                  </a:cubicBezTo>
                  <a:cubicBezTo>
                    <a:pt x="117" y="125"/>
                    <a:pt x="120" y="123"/>
                    <a:pt x="122" y="118"/>
                  </a:cubicBezTo>
                  <a:cubicBezTo>
                    <a:pt x="122" y="115"/>
                    <a:pt x="122" y="114"/>
                    <a:pt x="125" y="115"/>
                  </a:cubicBezTo>
                  <a:cubicBezTo>
                    <a:pt x="126" y="118"/>
                    <a:pt x="125" y="115"/>
                    <a:pt x="126" y="112"/>
                  </a:cubicBezTo>
                  <a:cubicBezTo>
                    <a:pt x="128" y="111"/>
                    <a:pt x="129" y="111"/>
                    <a:pt x="128" y="112"/>
                  </a:cubicBezTo>
                  <a:cubicBezTo>
                    <a:pt x="128" y="115"/>
                    <a:pt x="126" y="122"/>
                    <a:pt x="128" y="118"/>
                  </a:cubicBezTo>
                  <a:cubicBezTo>
                    <a:pt x="129" y="115"/>
                    <a:pt x="131" y="118"/>
                    <a:pt x="132" y="114"/>
                  </a:cubicBezTo>
                  <a:cubicBezTo>
                    <a:pt x="132" y="107"/>
                    <a:pt x="139" y="115"/>
                    <a:pt x="134" y="107"/>
                  </a:cubicBezTo>
                  <a:cubicBezTo>
                    <a:pt x="129" y="101"/>
                    <a:pt x="139" y="97"/>
                    <a:pt x="135" y="89"/>
                  </a:cubicBezTo>
                  <a:cubicBezTo>
                    <a:pt x="135" y="84"/>
                    <a:pt x="137" y="79"/>
                    <a:pt x="140" y="83"/>
                  </a:cubicBezTo>
                  <a:cubicBezTo>
                    <a:pt x="143" y="84"/>
                    <a:pt x="139" y="79"/>
                    <a:pt x="142" y="75"/>
                  </a:cubicBezTo>
                  <a:cubicBezTo>
                    <a:pt x="145" y="70"/>
                    <a:pt x="146" y="64"/>
                    <a:pt x="142" y="61"/>
                  </a:cubicBezTo>
                  <a:cubicBezTo>
                    <a:pt x="139" y="56"/>
                    <a:pt x="139" y="51"/>
                    <a:pt x="140" y="50"/>
                  </a:cubicBezTo>
                  <a:cubicBezTo>
                    <a:pt x="140" y="47"/>
                    <a:pt x="139" y="48"/>
                    <a:pt x="137" y="47"/>
                  </a:cubicBezTo>
                  <a:cubicBezTo>
                    <a:pt x="135" y="45"/>
                    <a:pt x="134" y="51"/>
                    <a:pt x="137" y="50"/>
                  </a:cubicBezTo>
                  <a:cubicBezTo>
                    <a:pt x="140" y="48"/>
                    <a:pt x="139" y="54"/>
                    <a:pt x="137" y="53"/>
                  </a:cubicBezTo>
                  <a:cubicBezTo>
                    <a:pt x="135" y="51"/>
                    <a:pt x="134" y="56"/>
                    <a:pt x="134" y="53"/>
                  </a:cubicBezTo>
                  <a:cubicBezTo>
                    <a:pt x="134" y="48"/>
                    <a:pt x="131" y="48"/>
                    <a:pt x="131" y="53"/>
                  </a:cubicBezTo>
                  <a:cubicBezTo>
                    <a:pt x="131" y="58"/>
                    <a:pt x="126" y="53"/>
                    <a:pt x="128" y="58"/>
                  </a:cubicBezTo>
                  <a:cubicBezTo>
                    <a:pt x="129" y="64"/>
                    <a:pt x="126" y="62"/>
                    <a:pt x="126" y="64"/>
                  </a:cubicBezTo>
                  <a:cubicBezTo>
                    <a:pt x="126" y="65"/>
                    <a:pt x="131" y="62"/>
                    <a:pt x="126" y="75"/>
                  </a:cubicBezTo>
                  <a:cubicBezTo>
                    <a:pt x="125" y="84"/>
                    <a:pt x="122" y="84"/>
                    <a:pt x="119" y="90"/>
                  </a:cubicBezTo>
                  <a:cubicBezTo>
                    <a:pt x="114" y="97"/>
                    <a:pt x="111" y="95"/>
                    <a:pt x="107" y="98"/>
                  </a:cubicBezTo>
                  <a:cubicBezTo>
                    <a:pt x="103" y="101"/>
                    <a:pt x="107" y="97"/>
                    <a:pt x="105" y="95"/>
                  </a:cubicBezTo>
                  <a:cubicBezTo>
                    <a:pt x="103" y="95"/>
                    <a:pt x="110" y="94"/>
                    <a:pt x="108" y="90"/>
                  </a:cubicBezTo>
                  <a:cubicBezTo>
                    <a:pt x="107" y="89"/>
                    <a:pt x="102" y="92"/>
                    <a:pt x="102" y="95"/>
                  </a:cubicBezTo>
                  <a:cubicBezTo>
                    <a:pt x="103" y="100"/>
                    <a:pt x="96" y="106"/>
                    <a:pt x="96" y="107"/>
                  </a:cubicBezTo>
                  <a:cubicBezTo>
                    <a:pt x="97" y="109"/>
                    <a:pt x="97" y="112"/>
                    <a:pt x="93" y="112"/>
                  </a:cubicBezTo>
                  <a:cubicBezTo>
                    <a:pt x="88" y="114"/>
                    <a:pt x="93" y="111"/>
                    <a:pt x="90" y="109"/>
                  </a:cubicBezTo>
                  <a:cubicBezTo>
                    <a:pt x="88" y="109"/>
                    <a:pt x="76" y="115"/>
                    <a:pt x="75" y="112"/>
                  </a:cubicBezTo>
                  <a:cubicBezTo>
                    <a:pt x="73" y="109"/>
                    <a:pt x="71" y="112"/>
                    <a:pt x="67" y="117"/>
                  </a:cubicBezTo>
                  <a:cubicBezTo>
                    <a:pt x="62" y="123"/>
                    <a:pt x="62" y="118"/>
                    <a:pt x="61" y="123"/>
                  </a:cubicBezTo>
                  <a:cubicBezTo>
                    <a:pt x="59" y="126"/>
                    <a:pt x="56" y="123"/>
                    <a:pt x="56" y="126"/>
                  </a:cubicBezTo>
                  <a:cubicBezTo>
                    <a:pt x="56" y="131"/>
                    <a:pt x="61" y="128"/>
                    <a:pt x="64" y="129"/>
                  </a:cubicBezTo>
                  <a:cubicBezTo>
                    <a:pt x="68" y="131"/>
                    <a:pt x="65" y="126"/>
                    <a:pt x="67" y="125"/>
                  </a:cubicBezTo>
                  <a:cubicBezTo>
                    <a:pt x="70" y="125"/>
                    <a:pt x="68" y="126"/>
                    <a:pt x="71" y="126"/>
                  </a:cubicBezTo>
                  <a:cubicBezTo>
                    <a:pt x="75" y="125"/>
                    <a:pt x="78" y="125"/>
                    <a:pt x="81" y="123"/>
                  </a:cubicBezTo>
                  <a:cubicBezTo>
                    <a:pt x="85" y="122"/>
                    <a:pt x="81" y="120"/>
                    <a:pt x="87" y="122"/>
                  </a:cubicBezTo>
                  <a:cubicBezTo>
                    <a:pt x="91" y="123"/>
                    <a:pt x="91" y="120"/>
                    <a:pt x="93" y="122"/>
                  </a:cubicBezTo>
                  <a:cubicBezTo>
                    <a:pt x="93" y="125"/>
                    <a:pt x="90" y="125"/>
                    <a:pt x="90" y="126"/>
                  </a:cubicBezTo>
                  <a:cubicBezTo>
                    <a:pt x="90" y="128"/>
                    <a:pt x="88" y="129"/>
                    <a:pt x="90" y="131"/>
                  </a:cubicBezTo>
                  <a:cubicBezTo>
                    <a:pt x="93" y="132"/>
                    <a:pt x="90" y="132"/>
                    <a:pt x="94" y="134"/>
                  </a:cubicBezTo>
                  <a:cubicBezTo>
                    <a:pt x="93" y="134"/>
                    <a:pt x="93" y="134"/>
                    <a:pt x="93" y="134"/>
                  </a:cubicBezTo>
                  <a:close/>
                  <a:moveTo>
                    <a:pt x="52" y="140"/>
                  </a:moveTo>
                  <a:cubicBezTo>
                    <a:pt x="50" y="140"/>
                    <a:pt x="50" y="136"/>
                    <a:pt x="52" y="139"/>
                  </a:cubicBezTo>
                  <a:cubicBezTo>
                    <a:pt x="53" y="142"/>
                    <a:pt x="55" y="145"/>
                    <a:pt x="52" y="148"/>
                  </a:cubicBezTo>
                  <a:cubicBezTo>
                    <a:pt x="50" y="151"/>
                    <a:pt x="50" y="150"/>
                    <a:pt x="52" y="154"/>
                  </a:cubicBezTo>
                  <a:cubicBezTo>
                    <a:pt x="52" y="157"/>
                    <a:pt x="49" y="156"/>
                    <a:pt x="53" y="157"/>
                  </a:cubicBezTo>
                  <a:cubicBezTo>
                    <a:pt x="56" y="159"/>
                    <a:pt x="53" y="162"/>
                    <a:pt x="56" y="159"/>
                  </a:cubicBezTo>
                  <a:cubicBezTo>
                    <a:pt x="59" y="157"/>
                    <a:pt x="56" y="157"/>
                    <a:pt x="58" y="156"/>
                  </a:cubicBezTo>
                  <a:cubicBezTo>
                    <a:pt x="59" y="154"/>
                    <a:pt x="58" y="157"/>
                    <a:pt x="59" y="156"/>
                  </a:cubicBezTo>
                  <a:cubicBezTo>
                    <a:pt x="61" y="156"/>
                    <a:pt x="61" y="142"/>
                    <a:pt x="64" y="142"/>
                  </a:cubicBezTo>
                  <a:cubicBezTo>
                    <a:pt x="67" y="140"/>
                    <a:pt x="65" y="137"/>
                    <a:pt x="62" y="137"/>
                  </a:cubicBezTo>
                  <a:cubicBezTo>
                    <a:pt x="59" y="137"/>
                    <a:pt x="64" y="134"/>
                    <a:pt x="62" y="132"/>
                  </a:cubicBezTo>
                  <a:cubicBezTo>
                    <a:pt x="61" y="131"/>
                    <a:pt x="58" y="136"/>
                    <a:pt x="58" y="131"/>
                  </a:cubicBezTo>
                  <a:cubicBezTo>
                    <a:pt x="56" y="129"/>
                    <a:pt x="53" y="128"/>
                    <a:pt x="53" y="131"/>
                  </a:cubicBezTo>
                  <a:cubicBezTo>
                    <a:pt x="52" y="134"/>
                    <a:pt x="52" y="131"/>
                    <a:pt x="50" y="134"/>
                  </a:cubicBezTo>
                  <a:cubicBezTo>
                    <a:pt x="49" y="137"/>
                    <a:pt x="49" y="131"/>
                    <a:pt x="47" y="134"/>
                  </a:cubicBezTo>
                  <a:cubicBezTo>
                    <a:pt x="47" y="137"/>
                    <a:pt x="44" y="134"/>
                    <a:pt x="46" y="137"/>
                  </a:cubicBezTo>
                  <a:cubicBezTo>
                    <a:pt x="47" y="140"/>
                    <a:pt x="46" y="139"/>
                    <a:pt x="47" y="140"/>
                  </a:cubicBezTo>
                  <a:cubicBezTo>
                    <a:pt x="49" y="143"/>
                    <a:pt x="46" y="145"/>
                    <a:pt x="49" y="143"/>
                  </a:cubicBezTo>
                  <a:cubicBezTo>
                    <a:pt x="52" y="140"/>
                    <a:pt x="49" y="145"/>
                    <a:pt x="52" y="143"/>
                  </a:cubicBezTo>
                  <a:cubicBezTo>
                    <a:pt x="53" y="142"/>
                    <a:pt x="53" y="142"/>
                    <a:pt x="52" y="140"/>
                  </a:cubicBezTo>
                  <a:close/>
                  <a:moveTo>
                    <a:pt x="78" y="134"/>
                  </a:moveTo>
                  <a:cubicBezTo>
                    <a:pt x="81" y="132"/>
                    <a:pt x="82" y="139"/>
                    <a:pt x="82" y="136"/>
                  </a:cubicBezTo>
                  <a:cubicBezTo>
                    <a:pt x="84" y="131"/>
                    <a:pt x="87" y="132"/>
                    <a:pt x="87" y="129"/>
                  </a:cubicBezTo>
                  <a:cubicBezTo>
                    <a:pt x="85" y="128"/>
                    <a:pt x="87" y="128"/>
                    <a:pt x="85" y="126"/>
                  </a:cubicBezTo>
                  <a:cubicBezTo>
                    <a:pt x="84" y="125"/>
                    <a:pt x="82" y="125"/>
                    <a:pt x="79" y="126"/>
                  </a:cubicBezTo>
                  <a:cubicBezTo>
                    <a:pt x="76" y="128"/>
                    <a:pt x="78" y="129"/>
                    <a:pt x="76" y="129"/>
                  </a:cubicBezTo>
                  <a:cubicBezTo>
                    <a:pt x="75" y="128"/>
                    <a:pt x="73" y="131"/>
                    <a:pt x="73" y="129"/>
                  </a:cubicBezTo>
                  <a:cubicBezTo>
                    <a:pt x="73" y="126"/>
                    <a:pt x="73" y="126"/>
                    <a:pt x="70" y="131"/>
                  </a:cubicBezTo>
                  <a:cubicBezTo>
                    <a:pt x="68" y="134"/>
                    <a:pt x="64" y="136"/>
                    <a:pt x="67" y="136"/>
                  </a:cubicBezTo>
                  <a:cubicBezTo>
                    <a:pt x="70" y="136"/>
                    <a:pt x="67" y="137"/>
                    <a:pt x="70" y="140"/>
                  </a:cubicBezTo>
                  <a:cubicBezTo>
                    <a:pt x="71" y="142"/>
                    <a:pt x="67" y="142"/>
                    <a:pt x="71" y="142"/>
                  </a:cubicBezTo>
                  <a:cubicBezTo>
                    <a:pt x="75" y="143"/>
                    <a:pt x="73" y="136"/>
                    <a:pt x="78" y="134"/>
                  </a:cubicBezTo>
                  <a:close/>
                  <a:moveTo>
                    <a:pt x="116" y="84"/>
                  </a:moveTo>
                  <a:cubicBezTo>
                    <a:pt x="117" y="81"/>
                    <a:pt x="117" y="84"/>
                    <a:pt x="117" y="86"/>
                  </a:cubicBezTo>
                  <a:cubicBezTo>
                    <a:pt x="116" y="87"/>
                    <a:pt x="114" y="86"/>
                    <a:pt x="116" y="84"/>
                  </a:cubicBezTo>
                  <a:close/>
                  <a:moveTo>
                    <a:pt x="132" y="45"/>
                  </a:moveTo>
                  <a:cubicBezTo>
                    <a:pt x="134" y="40"/>
                    <a:pt x="134" y="45"/>
                    <a:pt x="137" y="44"/>
                  </a:cubicBezTo>
                  <a:cubicBezTo>
                    <a:pt x="142" y="42"/>
                    <a:pt x="129" y="40"/>
                    <a:pt x="131" y="36"/>
                  </a:cubicBezTo>
                  <a:cubicBezTo>
                    <a:pt x="134" y="31"/>
                    <a:pt x="134" y="39"/>
                    <a:pt x="139" y="36"/>
                  </a:cubicBezTo>
                  <a:cubicBezTo>
                    <a:pt x="142" y="33"/>
                    <a:pt x="143" y="34"/>
                    <a:pt x="152" y="40"/>
                  </a:cubicBezTo>
                  <a:cubicBezTo>
                    <a:pt x="157" y="44"/>
                    <a:pt x="155" y="33"/>
                    <a:pt x="160" y="31"/>
                  </a:cubicBezTo>
                  <a:cubicBezTo>
                    <a:pt x="163" y="30"/>
                    <a:pt x="166" y="31"/>
                    <a:pt x="169" y="30"/>
                  </a:cubicBezTo>
                  <a:cubicBezTo>
                    <a:pt x="174" y="26"/>
                    <a:pt x="175" y="26"/>
                    <a:pt x="175" y="25"/>
                  </a:cubicBezTo>
                  <a:cubicBezTo>
                    <a:pt x="174" y="23"/>
                    <a:pt x="172" y="28"/>
                    <a:pt x="169" y="23"/>
                  </a:cubicBezTo>
                  <a:cubicBezTo>
                    <a:pt x="168" y="19"/>
                    <a:pt x="172" y="14"/>
                    <a:pt x="171" y="14"/>
                  </a:cubicBezTo>
                  <a:cubicBezTo>
                    <a:pt x="169" y="16"/>
                    <a:pt x="168" y="20"/>
                    <a:pt x="164" y="19"/>
                  </a:cubicBezTo>
                  <a:cubicBezTo>
                    <a:pt x="161" y="19"/>
                    <a:pt x="164" y="17"/>
                    <a:pt x="160" y="17"/>
                  </a:cubicBezTo>
                  <a:cubicBezTo>
                    <a:pt x="155" y="16"/>
                    <a:pt x="149" y="8"/>
                    <a:pt x="146" y="5"/>
                  </a:cubicBezTo>
                  <a:cubicBezTo>
                    <a:pt x="143" y="0"/>
                    <a:pt x="139" y="2"/>
                    <a:pt x="142" y="6"/>
                  </a:cubicBezTo>
                  <a:cubicBezTo>
                    <a:pt x="145" y="12"/>
                    <a:pt x="140" y="12"/>
                    <a:pt x="142" y="16"/>
                  </a:cubicBezTo>
                  <a:cubicBezTo>
                    <a:pt x="143" y="19"/>
                    <a:pt x="139" y="20"/>
                    <a:pt x="139" y="23"/>
                  </a:cubicBezTo>
                  <a:cubicBezTo>
                    <a:pt x="140" y="25"/>
                    <a:pt x="140" y="30"/>
                    <a:pt x="135" y="28"/>
                  </a:cubicBezTo>
                  <a:cubicBezTo>
                    <a:pt x="132" y="25"/>
                    <a:pt x="129" y="25"/>
                    <a:pt x="132" y="28"/>
                  </a:cubicBezTo>
                  <a:cubicBezTo>
                    <a:pt x="134" y="31"/>
                    <a:pt x="123" y="36"/>
                    <a:pt x="128" y="39"/>
                  </a:cubicBezTo>
                  <a:cubicBezTo>
                    <a:pt x="132" y="42"/>
                    <a:pt x="126" y="45"/>
                    <a:pt x="129" y="48"/>
                  </a:cubicBezTo>
                  <a:cubicBezTo>
                    <a:pt x="129" y="48"/>
                    <a:pt x="129" y="50"/>
                    <a:pt x="132" y="45"/>
                  </a:cubicBezTo>
                  <a:close/>
                  <a:moveTo>
                    <a:pt x="87" y="126"/>
                  </a:moveTo>
                  <a:cubicBezTo>
                    <a:pt x="87" y="125"/>
                    <a:pt x="90" y="122"/>
                    <a:pt x="90" y="123"/>
                  </a:cubicBezTo>
                  <a:cubicBezTo>
                    <a:pt x="90" y="125"/>
                    <a:pt x="88" y="128"/>
                    <a:pt x="87" y="126"/>
                  </a:cubicBezTo>
                  <a:close/>
                  <a:moveTo>
                    <a:pt x="76" y="106"/>
                  </a:moveTo>
                  <a:cubicBezTo>
                    <a:pt x="76" y="103"/>
                    <a:pt x="76" y="103"/>
                    <a:pt x="76" y="103"/>
                  </a:cubicBezTo>
                  <a:cubicBezTo>
                    <a:pt x="75" y="104"/>
                    <a:pt x="75" y="106"/>
                    <a:pt x="76" y="106"/>
                  </a:cubicBezTo>
                  <a:close/>
                  <a:moveTo>
                    <a:pt x="32" y="210"/>
                  </a:moveTo>
                  <a:cubicBezTo>
                    <a:pt x="32" y="209"/>
                    <a:pt x="32" y="209"/>
                    <a:pt x="35" y="206"/>
                  </a:cubicBezTo>
                  <a:cubicBezTo>
                    <a:pt x="38" y="204"/>
                    <a:pt x="36" y="203"/>
                    <a:pt x="35" y="204"/>
                  </a:cubicBezTo>
                  <a:cubicBezTo>
                    <a:pt x="33" y="207"/>
                    <a:pt x="32" y="207"/>
                    <a:pt x="30" y="210"/>
                  </a:cubicBezTo>
                  <a:cubicBezTo>
                    <a:pt x="30" y="212"/>
                    <a:pt x="32" y="212"/>
                    <a:pt x="32" y="210"/>
                  </a:cubicBezTo>
                  <a:close/>
                  <a:moveTo>
                    <a:pt x="41" y="195"/>
                  </a:moveTo>
                  <a:cubicBezTo>
                    <a:pt x="39" y="193"/>
                    <a:pt x="41" y="192"/>
                    <a:pt x="41" y="193"/>
                  </a:cubicBezTo>
                  <a:cubicBezTo>
                    <a:pt x="43" y="195"/>
                    <a:pt x="41" y="196"/>
                    <a:pt x="41" y="195"/>
                  </a:cubicBezTo>
                  <a:close/>
                  <a:moveTo>
                    <a:pt x="44" y="190"/>
                  </a:moveTo>
                  <a:cubicBezTo>
                    <a:pt x="44" y="187"/>
                    <a:pt x="47" y="185"/>
                    <a:pt x="47" y="187"/>
                  </a:cubicBezTo>
                  <a:cubicBezTo>
                    <a:pt x="47" y="187"/>
                    <a:pt x="44" y="192"/>
                    <a:pt x="44" y="190"/>
                  </a:cubicBezTo>
                  <a:close/>
                  <a:moveTo>
                    <a:pt x="0" y="229"/>
                  </a:moveTo>
                  <a:cubicBezTo>
                    <a:pt x="0" y="228"/>
                    <a:pt x="1" y="229"/>
                    <a:pt x="1" y="231"/>
                  </a:cubicBezTo>
                  <a:cubicBezTo>
                    <a:pt x="1" y="231"/>
                    <a:pt x="0" y="231"/>
                    <a:pt x="0" y="229"/>
                  </a:cubicBezTo>
                  <a:close/>
                  <a:moveTo>
                    <a:pt x="3" y="229"/>
                  </a:moveTo>
                  <a:cubicBezTo>
                    <a:pt x="1" y="229"/>
                    <a:pt x="4" y="226"/>
                    <a:pt x="4" y="228"/>
                  </a:cubicBezTo>
                  <a:cubicBezTo>
                    <a:pt x="4" y="229"/>
                    <a:pt x="4" y="231"/>
                    <a:pt x="3" y="229"/>
                  </a:cubicBezTo>
                  <a:close/>
                  <a:moveTo>
                    <a:pt x="12" y="226"/>
                  </a:moveTo>
                  <a:cubicBezTo>
                    <a:pt x="11" y="224"/>
                    <a:pt x="12" y="224"/>
                    <a:pt x="14" y="224"/>
                  </a:cubicBezTo>
                  <a:cubicBezTo>
                    <a:pt x="14" y="226"/>
                    <a:pt x="12" y="226"/>
                    <a:pt x="12" y="226"/>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grpSp>
      <p:grpSp>
        <p:nvGrpSpPr>
          <p:cNvPr id="161" name="组合 160">
            <a:extLst>
              <a:ext uri="{FF2B5EF4-FFF2-40B4-BE49-F238E27FC236}">
                <a16:creationId xmlns:a16="http://schemas.microsoft.com/office/drawing/2014/main" id="{2D810238-29C3-A7A9-062D-F300EB74C57B}"/>
              </a:ext>
            </a:extLst>
          </p:cNvPr>
          <p:cNvGrpSpPr/>
          <p:nvPr/>
        </p:nvGrpSpPr>
        <p:grpSpPr>
          <a:xfrm>
            <a:off x="5522923" y="4943691"/>
            <a:ext cx="1648593" cy="1174818"/>
            <a:chOff x="4524117" y="4912255"/>
            <a:chExt cx="1648593" cy="1174818"/>
          </a:xfrm>
          <a:solidFill>
            <a:schemeClr val="accent6">
              <a:lumMod val="20000"/>
              <a:lumOff val="80000"/>
            </a:schemeClr>
          </a:solidFill>
        </p:grpSpPr>
        <p:sp>
          <p:nvSpPr>
            <p:cNvPr id="162" name="Freeform 211">
              <a:extLst>
                <a:ext uri="{FF2B5EF4-FFF2-40B4-BE49-F238E27FC236}">
                  <a16:creationId xmlns:a16="http://schemas.microsoft.com/office/drawing/2014/main" id="{F883D91E-F762-5A9C-BFC9-00948AC0608C}"/>
                </a:ext>
              </a:extLst>
            </p:cNvPr>
            <p:cNvSpPr>
              <a:spLocks/>
            </p:cNvSpPr>
            <p:nvPr/>
          </p:nvSpPr>
          <p:spPr bwMode="auto">
            <a:xfrm>
              <a:off x="6083683" y="5122101"/>
              <a:ext cx="55642" cy="27026"/>
            </a:xfrm>
            <a:custGeom>
              <a:avLst/>
              <a:gdLst/>
              <a:ahLst/>
              <a:cxnLst>
                <a:cxn ang="0">
                  <a:pos x="9" y="8"/>
                </a:cxn>
                <a:cxn ang="0">
                  <a:pos x="10" y="0"/>
                </a:cxn>
                <a:cxn ang="0">
                  <a:pos x="16" y="3"/>
                </a:cxn>
                <a:cxn ang="0">
                  <a:pos x="16" y="8"/>
                </a:cxn>
                <a:cxn ang="0">
                  <a:pos x="13" y="8"/>
                </a:cxn>
                <a:cxn ang="0">
                  <a:pos x="9" y="8"/>
                </a:cxn>
              </a:cxnLst>
              <a:rect l="0" t="0" r="r" b="b"/>
              <a:pathLst>
                <a:path w="18" h="9">
                  <a:moveTo>
                    <a:pt x="9" y="8"/>
                  </a:moveTo>
                  <a:cubicBezTo>
                    <a:pt x="0" y="6"/>
                    <a:pt x="9" y="0"/>
                    <a:pt x="10" y="0"/>
                  </a:cubicBezTo>
                  <a:cubicBezTo>
                    <a:pt x="12" y="0"/>
                    <a:pt x="16" y="0"/>
                    <a:pt x="16" y="3"/>
                  </a:cubicBezTo>
                  <a:cubicBezTo>
                    <a:pt x="15" y="6"/>
                    <a:pt x="18" y="6"/>
                    <a:pt x="16" y="8"/>
                  </a:cubicBezTo>
                  <a:cubicBezTo>
                    <a:pt x="15" y="9"/>
                    <a:pt x="13" y="6"/>
                    <a:pt x="13" y="8"/>
                  </a:cubicBezTo>
                  <a:cubicBezTo>
                    <a:pt x="12" y="9"/>
                    <a:pt x="10" y="8"/>
                    <a:pt x="9" y="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63" name="Freeform 212">
              <a:extLst>
                <a:ext uri="{FF2B5EF4-FFF2-40B4-BE49-F238E27FC236}">
                  <a16:creationId xmlns:a16="http://schemas.microsoft.com/office/drawing/2014/main" id="{3BFC276E-92BC-8E9F-CB80-53C6B46DF972}"/>
                </a:ext>
              </a:extLst>
            </p:cNvPr>
            <p:cNvSpPr>
              <a:spLocks/>
            </p:cNvSpPr>
            <p:nvPr/>
          </p:nvSpPr>
          <p:spPr bwMode="auto">
            <a:xfrm>
              <a:off x="6123427" y="5079178"/>
              <a:ext cx="49283" cy="33384"/>
            </a:xfrm>
            <a:custGeom>
              <a:avLst/>
              <a:gdLst/>
              <a:ahLst/>
              <a:cxnLst>
                <a:cxn ang="0">
                  <a:pos x="4" y="10"/>
                </a:cxn>
                <a:cxn ang="0">
                  <a:pos x="5" y="7"/>
                </a:cxn>
                <a:cxn ang="0">
                  <a:pos x="8" y="3"/>
                </a:cxn>
                <a:cxn ang="0">
                  <a:pos x="13" y="3"/>
                </a:cxn>
                <a:cxn ang="0">
                  <a:pos x="13" y="5"/>
                </a:cxn>
                <a:cxn ang="0">
                  <a:pos x="13" y="8"/>
                </a:cxn>
                <a:cxn ang="0">
                  <a:pos x="10" y="8"/>
                </a:cxn>
                <a:cxn ang="0">
                  <a:pos x="7" y="8"/>
                </a:cxn>
                <a:cxn ang="0">
                  <a:pos x="4" y="10"/>
                </a:cxn>
              </a:cxnLst>
              <a:rect l="0" t="0" r="r" b="b"/>
              <a:pathLst>
                <a:path w="16" h="11">
                  <a:moveTo>
                    <a:pt x="4" y="10"/>
                  </a:moveTo>
                  <a:cubicBezTo>
                    <a:pt x="0" y="5"/>
                    <a:pt x="4" y="8"/>
                    <a:pt x="5" y="7"/>
                  </a:cubicBezTo>
                  <a:cubicBezTo>
                    <a:pt x="5" y="3"/>
                    <a:pt x="7" y="7"/>
                    <a:pt x="8" y="3"/>
                  </a:cubicBezTo>
                  <a:cubicBezTo>
                    <a:pt x="11" y="2"/>
                    <a:pt x="16" y="0"/>
                    <a:pt x="13" y="3"/>
                  </a:cubicBezTo>
                  <a:cubicBezTo>
                    <a:pt x="11" y="5"/>
                    <a:pt x="11" y="8"/>
                    <a:pt x="13" y="5"/>
                  </a:cubicBezTo>
                  <a:cubicBezTo>
                    <a:pt x="14" y="3"/>
                    <a:pt x="13" y="8"/>
                    <a:pt x="13" y="8"/>
                  </a:cubicBezTo>
                  <a:cubicBezTo>
                    <a:pt x="14" y="8"/>
                    <a:pt x="11" y="7"/>
                    <a:pt x="10" y="8"/>
                  </a:cubicBezTo>
                  <a:cubicBezTo>
                    <a:pt x="8" y="10"/>
                    <a:pt x="10" y="7"/>
                    <a:pt x="7" y="8"/>
                  </a:cubicBezTo>
                  <a:cubicBezTo>
                    <a:pt x="4" y="11"/>
                    <a:pt x="4" y="11"/>
                    <a:pt x="4" y="1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64" name="Freeform 218">
              <a:extLst>
                <a:ext uri="{FF2B5EF4-FFF2-40B4-BE49-F238E27FC236}">
                  <a16:creationId xmlns:a16="http://schemas.microsoft.com/office/drawing/2014/main" id="{BCA4384F-5BEF-AA21-79A3-C62BEF8DE450}"/>
                </a:ext>
              </a:extLst>
            </p:cNvPr>
            <p:cNvSpPr>
              <a:spLocks noEditPoints="1"/>
            </p:cNvSpPr>
            <p:nvPr/>
          </p:nvSpPr>
          <p:spPr bwMode="auto">
            <a:xfrm>
              <a:off x="5834088" y="5036254"/>
              <a:ext cx="76309" cy="160564"/>
            </a:xfrm>
            <a:custGeom>
              <a:avLst/>
              <a:gdLst/>
              <a:ahLst/>
              <a:cxnLst>
                <a:cxn ang="0">
                  <a:pos x="5" y="11"/>
                </a:cxn>
                <a:cxn ang="0">
                  <a:pos x="2" y="8"/>
                </a:cxn>
                <a:cxn ang="0">
                  <a:pos x="2" y="3"/>
                </a:cxn>
                <a:cxn ang="0">
                  <a:pos x="3" y="3"/>
                </a:cxn>
                <a:cxn ang="0">
                  <a:pos x="5" y="5"/>
                </a:cxn>
                <a:cxn ang="0">
                  <a:pos x="5" y="11"/>
                </a:cxn>
                <a:cxn ang="0">
                  <a:pos x="8" y="16"/>
                </a:cxn>
                <a:cxn ang="0">
                  <a:pos x="11" y="19"/>
                </a:cxn>
                <a:cxn ang="0">
                  <a:pos x="6" y="14"/>
                </a:cxn>
                <a:cxn ang="0">
                  <a:pos x="8" y="16"/>
                </a:cxn>
                <a:cxn ang="0">
                  <a:pos x="14" y="30"/>
                </a:cxn>
                <a:cxn ang="0">
                  <a:pos x="17" y="33"/>
                </a:cxn>
                <a:cxn ang="0">
                  <a:pos x="14" y="30"/>
                </a:cxn>
                <a:cxn ang="0">
                  <a:pos x="15" y="22"/>
                </a:cxn>
                <a:cxn ang="0">
                  <a:pos x="14" y="21"/>
                </a:cxn>
                <a:cxn ang="0">
                  <a:pos x="15" y="22"/>
                </a:cxn>
                <a:cxn ang="0">
                  <a:pos x="12" y="18"/>
                </a:cxn>
                <a:cxn ang="0">
                  <a:pos x="14" y="16"/>
                </a:cxn>
                <a:cxn ang="0">
                  <a:pos x="12" y="18"/>
                </a:cxn>
                <a:cxn ang="0">
                  <a:pos x="11" y="10"/>
                </a:cxn>
                <a:cxn ang="0">
                  <a:pos x="12" y="7"/>
                </a:cxn>
                <a:cxn ang="0">
                  <a:pos x="11" y="10"/>
                </a:cxn>
                <a:cxn ang="0">
                  <a:pos x="20" y="41"/>
                </a:cxn>
                <a:cxn ang="0">
                  <a:pos x="23" y="44"/>
                </a:cxn>
                <a:cxn ang="0">
                  <a:pos x="20" y="41"/>
                </a:cxn>
                <a:cxn ang="0">
                  <a:pos x="23" y="49"/>
                </a:cxn>
                <a:cxn ang="0">
                  <a:pos x="25" y="52"/>
                </a:cxn>
                <a:cxn ang="0">
                  <a:pos x="23" y="49"/>
                </a:cxn>
              </a:cxnLst>
              <a:rect l="0" t="0" r="r" b="b"/>
              <a:pathLst>
                <a:path w="25" h="52">
                  <a:moveTo>
                    <a:pt x="5" y="11"/>
                  </a:moveTo>
                  <a:cubicBezTo>
                    <a:pt x="2" y="11"/>
                    <a:pt x="3" y="11"/>
                    <a:pt x="2" y="8"/>
                  </a:cubicBezTo>
                  <a:cubicBezTo>
                    <a:pt x="0" y="7"/>
                    <a:pt x="2" y="7"/>
                    <a:pt x="2" y="3"/>
                  </a:cubicBezTo>
                  <a:cubicBezTo>
                    <a:pt x="0" y="0"/>
                    <a:pt x="2" y="0"/>
                    <a:pt x="3" y="3"/>
                  </a:cubicBezTo>
                  <a:cubicBezTo>
                    <a:pt x="3" y="8"/>
                    <a:pt x="5" y="2"/>
                    <a:pt x="5" y="5"/>
                  </a:cubicBezTo>
                  <a:cubicBezTo>
                    <a:pt x="6" y="8"/>
                    <a:pt x="8" y="10"/>
                    <a:pt x="5" y="11"/>
                  </a:cubicBezTo>
                  <a:close/>
                  <a:moveTo>
                    <a:pt x="8" y="16"/>
                  </a:moveTo>
                  <a:cubicBezTo>
                    <a:pt x="9" y="18"/>
                    <a:pt x="8" y="21"/>
                    <a:pt x="11" y="19"/>
                  </a:cubicBezTo>
                  <a:cubicBezTo>
                    <a:pt x="12" y="19"/>
                    <a:pt x="6" y="11"/>
                    <a:pt x="6" y="14"/>
                  </a:cubicBezTo>
                  <a:cubicBezTo>
                    <a:pt x="6" y="16"/>
                    <a:pt x="5" y="16"/>
                    <a:pt x="8" y="16"/>
                  </a:cubicBezTo>
                  <a:close/>
                  <a:moveTo>
                    <a:pt x="14" y="30"/>
                  </a:moveTo>
                  <a:cubicBezTo>
                    <a:pt x="15" y="28"/>
                    <a:pt x="18" y="33"/>
                    <a:pt x="17" y="33"/>
                  </a:cubicBezTo>
                  <a:cubicBezTo>
                    <a:pt x="15" y="33"/>
                    <a:pt x="14" y="32"/>
                    <a:pt x="14" y="30"/>
                  </a:cubicBezTo>
                  <a:close/>
                  <a:moveTo>
                    <a:pt x="15" y="22"/>
                  </a:moveTo>
                  <a:cubicBezTo>
                    <a:pt x="12" y="22"/>
                    <a:pt x="14" y="19"/>
                    <a:pt x="14" y="21"/>
                  </a:cubicBezTo>
                  <a:cubicBezTo>
                    <a:pt x="15" y="22"/>
                    <a:pt x="15" y="24"/>
                    <a:pt x="15" y="22"/>
                  </a:cubicBezTo>
                  <a:close/>
                  <a:moveTo>
                    <a:pt x="12" y="18"/>
                  </a:moveTo>
                  <a:cubicBezTo>
                    <a:pt x="11" y="16"/>
                    <a:pt x="14" y="14"/>
                    <a:pt x="14" y="16"/>
                  </a:cubicBezTo>
                  <a:cubicBezTo>
                    <a:pt x="15" y="19"/>
                    <a:pt x="12" y="19"/>
                    <a:pt x="12" y="18"/>
                  </a:cubicBezTo>
                  <a:close/>
                  <a:moveTo>
                    <a:pt x="11" y="10"/>
                  </a:moveTo>
                  <a:cubicBezTo>
                    <a:pt x="9" y="8"/>
                    <a:pt x="12" y="7"/>
                    <a:pt x="12" y="7"/>
                  </a:cubicBezTo>
                  <a:cubicBezTo>
                    <a:pt x="14" y="8"/>
                    <a:pt x="11" y="10"/>
                    <a:pt x="11" y="10"/>
                  </a:cubicBezTo>
                  <a:close/>
                  <a:moveTo>
                    <a:pt x="20" y="41"/>
                  </a:moveTo>
                  <a:cubicBezTo>
                    <a:pt x="21" y="39"/>
                    <a:pt x="25" y="44"/>
                    <a:pt x="23" y="44"/>
                  </a:cubicBezTo>
                  <a:cubicBezTo>
                    <a:pt x="21" y="46"/>
                    <a:pt x="20" y="43"/>
                    <a:pt x="20" y="41"/>
                  </a:cubicBezTo>
                  <a:close/>
                  <a:moveTo>
                    <a:pt x="23" y="49"/>
                  </a:moveTo>
                  <a:cubicBezTo>
                    <a:pt x="23" y="47"/>
                    <a:pt x="25" y="52"/>
                    <a:pt x="25" y="52"/>
                  </a:cubicBezTo>
                  <a:cubicBezTo>
                    <a:pt x="23" y="52"/>
                    <a:pt x="21" y="49"/>
                    <a:pt x="23" y="49"/>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65" name="Freeform 219">
              <a:extLst>
                <a:ext uri="{FF2B5EF4-FFF2-40B4-BE49-F238E27FC236}">
                  <a16:creationId xmlns:a16="http://schemas.microsoft.com/office/drawing/2014/main" id="{98685C2C-4847-8847-1B22-A139AB8AC88C}"/>
                </a:ext>
              </a:extLst>
            </p:cNvPr>
            <p:cNvSpPr>
              <a:spLocks noEditPoints="1"/>
            </p:cNvSpPr>
            <p:nvPr/>
          </p:nvSpPr>
          <p:spPr bwMode="auto">
            <a:xfrm>
              <a:off x="5765729" y="5207947"/>
              <a:ext cx="117643" cy="71538"/>
            </a:xfrm>
            <a:custGeom>
              <a:avLst/>
              <a:gdLst/>
              <a:ahLst/>
              <a:cxnLst>
                <a:cxn ang="0">
                  <a:pos x="34" y="14"/>
                </a:cxn>
                <a:cxn ang="0">
                  <a:pos x="36" y="13"/>
                </a:cxn>
                <a:cxn ang="0">
                  <a:pos x="34" y="14"/>
                </a:cxn>
                <a:cxn ang="0">
                  <a:pos x="30" y="6"/>
                </a:cxn>
                <a:cxn ang="0">
                  <a:pos x="27" y="6"/>
                </a:cxn>
                <a:cxn ang="0">
                  <a:pos x="28" y="10"/>
                </a:cxn>
                <a:cxn ang="0">
                  <a:pos x="30" y="6"/>
                </a:cxn>
                <a:cxn ang="0">
                  <a:pos x="16" y="14"/>
                </a:cxn>
                <a:cxn ang="0">
                  <a:pos x="13" y="11"/>
                </a:cxn>
                <a:cxn ang="0">
                  <a:pos x="4" y="2"/>
                </a:cxn>
                <a:cxn ang="0">
                  <a:pos x="4" y="3"/>
                </a:cxn>
                <a:cxn ang="0">
                  <a:pos x="0" y="0"/>
                </a:cxn>
                <a:cxn ang="0">
                  <a:pos x="0" y="2"/>
                </a:cxn>
                <a:cxn ang="0">
                  <a:pos x="4" y="6"/>
                </a:cxn>
                <a:cxn ang="0">
                  <a:pos x="4" y="8"/>
                </a:cxn>
                <a:cxn ang="0">
                  <a:pos x="7" y="10"/>
                </a:cxn>
                <a:cxn ang="0">
                  <a:pos x="7" y="11"/>
                </a:cxn>
                <a:cxn ang="0">
                  <a:pos x="8" y="13"/>
                </a:cxn>
                <a:cxn ang="0">
                  <a:pos x="8" y="13"/>
                </a:cxn>
                <a:cxn ang="0">
                  <a:pos x="10" y="14"/>
                </a:cxn>
                <a:cxn ang="0">
                  <a:pos x="11" y="14"/>
                </a:cxn>
                <a:cxn ang="0">
                  <a:pos x="16" y="19"/>
                </a:cxn>
                <a:cxn ang="0">
                  <a:pos x="21" y="22"/>
                </a:cxn>
                <a:cxn ang="0">
                  <a:pos x="21" y="23"/>
                </a:cxn>
                <a:cxn ang="0">
                  <a:pos x="18" y="16"/>
                </a:cxn>
                <a:cxn ang="0">
                  <a:pos x="16" y="14"/>
                </a:cxn>
              </a:cxnLst>
              <a:rect l="0" t="0" r="r" b="b"/>
              <a:pathLst>
                <a:path w="38" h="23">
                  <a:moveTo>
                    <a:pt x="34" y="14"/>
                  </a:moveTo>
                  <a:cubicBezTo>
                    <a:pt x="33" y="13"/>
                    <a:pt x="34" y="11"/>
                    <a:pt x="36" y="13"/>
                  </a:cubicBezTo>
                  <a:cubicBezTo>
                    <a:pt x="38" y="16"/>
                    <a:pt x="34" y="16"/>
                    <a:pt x="34" y="14"/>
                  </a:cubicBezTo>
                  <a:close/>
                  <a:moveTo>
                    <a:pt x="30" y="6"/>
                  </a:moveTo>
                  <a:cubicBezTo>
                    <a:pt x="28" y="5"/>
                    <a:pt x="27" y="5"/>
                    <a:pt x="27" y="6"/>
                  </a:cubicBezTo>
                  <a:cubicBezTo>
                    <a:pt x="28" y="6"/>
                    <a:pt x="25" y="8"/>
                    <a:pt x="28" y="10"/>
                  </a:cubicBezTo>
                  <a:cubicBezTo>
                    <a:pt x="31" y="11"/>
                    <a:pt x="31" y="8"/>
                    <a:pt x="30" y="6"/>
                  </a:cubicBezTo>
                  <a:close/>
                  <a:moveTo>
                    <a:pt x="16" y="14"/>
                  </a:moveTo>
                  <a:cubicBezTo>
                    <a:pt x="13" y="11"/>
                    <a:pt x="13" y="11"/>
                    <a:pt x="13" y="11"/>
                  </a:cubicBezTo>
                  <a:cubicBezTo>
                    <a:pt x="13" y="8"/>
                    <a:pt x="5" y="3"/>
                    <a:pt x="4" y="2"/>
                  </a:cubicBezTo>
                  <a:cubicBezTo>
                    <a:pt x="4" y="3"/>
                    <a:pt x="4" y="3"/>
                    <a:pt x="4" y="3"/>
                  </a:cubicBezTo>
                  <a:cubicBezTo>
                    <a:pt x="2" y="3"/>
                    <a:pt x="2" y="0"/>
                    <a:pt x="0" y="0"/>
                  </a:cubicBezTo>
                  <a:cubicBezTo>
                    <a:pt x="0" y="2"/>
                    <a:pt x="0" y="2"/>
                    <a:pt x="0" y="2"/>
                  </a:cubicBezTo>
                  <a:cubicBezTo>
                    <a:pt x="4" y="6"/>
                    <a:pt x="4" y="6"/>
                    <a:pt x="4" y="6"/>
                  </a:cubicBezTo>
                  <a:cubicBezTo>
                    <a:pt x="4" y="8"/>
                    <a:pt x="4" y="8"/>
                    <a:pt x="4" y="8"/>
                  </a:cubicBezTo>
                  <a:cubicBezTo>
                    <a:pt x="7" y="10"/>
                    <a:pt x="7" y="10"/>
                    <a:pt x="7" y="10"/>
                  </a:cubicBezTo>
                  <a:cubicBezTo>
                    <a:pt x="7" y="11"/>
                    <a:pt x="7" y="11"/>
                    <a:pt x="7" y="11"/>
                  </a:cubicBezTo>
                  <a:cubicBezTo>
                    <a:pt x="8" y="13"/>
                    <a:pt x="8" y="13"/>
                    <a:pt x="8" y="13"/>
                  </a:cubicBezTo>
                  <a:cubicBezTo>
                    <a:pt x="8" y="13"/>
                    <a:pt x="8" y="13"/>
                    <a:pt x="8" y="13"/>
                  </a:cubicBezTo>
                  <a:cubicBezTo>
                    <a:pt x="10" y="14"/>
                    <a:pt x="10" y="14"/>
                    <a:pt x="10" y="14"/>
                  </a:cubicBezTo>
                  <a:cubicBezTo>
                    <a:pt x="10" y="14"/>
                    <a:pt x="10" y="14"/>
                    <a:pt x="11" y="14"/>
                  </a:cubicBezTo>
                  <a:cubicBezTo>
                    <a:pt x="11" y="16"/>
                    <a:pt x="14" y="17"/>
                    <a:pt x="16" y="19"/>
                  </a:cubicBezTo>
                  <a:cubicBezTo>
                    <a:pt x="21" y="22"/>
                    <a:pt x="21" y="22"/>
                    <a:pt x="21" y="22"/>
                  </a:cubicBezTo>
                  <a:cubicBezTo>
                    <a:pt x="21" y="23"/>
                    <a:pt x="21" y="23"/>
                    <a:pt x="21" y="23"/>
                  </a:cubicBezTo>
                  <a:cubicBezTo>
                    <a:pt x="27" y="20"/>
                    <a:pt x="27" y="23"/>
                    <a:pt x="18" y="16"/>
                  </a:cubicBezTo>
                  <a:cubicBezTo>
                    <a:pt x="18" y="14"/>
                    <a:pt x="16" y="13"/>
                    <a:pt x="16" y="14"/>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66" name="Freeform 11">
              <a:extLst>
                <a:ext uri="{FF2B5EF4-FFF2-40B4-BE49-F238E27FC236}">
                  <a16:creationId xmlns:a16="http://schemas.microsoft.com/office/drawing/2014/main" id="{2E925625-4512-B8C9-6267-51EB8C292D9C}"/>
                </a:ext>
              </a:extLst>
            </p:cNvPr>
            <p:cNvSpPr>
              <a:spLocks noEditPoints="1"/>
            </p:cNvSpPr>
            <p:nvPr/>
          </p:nvSpPr>
          <p:spPr bwMode="auto">
            <a:xfrm>
              <a:off x="5830908" y="5664202"/>
              <a:ext cx="302057" cy="422871"/>
            </a:xfrm>
            <a:custGeom>
              <a:avLst/>
              <a:gdLst/>
              <a:ahLst/>
              <a:cxnLst>
                <a:cxn ang="0">
                  <a:pos x="47" y="68"/>
                </a:cxn>
                <a:cxn ang="0">
                  <a:pos x="53" y="68"/>
                </a:cxn>
                <a:cxn ang="0">
                  <a:pos x="53" y="70"/>
                </a:cxn>
                <a:cxn ang="0">
                  <a:pos x="56" y="74"/>
                </a:cxn>
                <a:cxn ang="0">
                  <a:pos x="62" y="76"/>
                </a:cxn>
                <a:cxn ang="0">
                  <a:pos x="62" y="82"/>
                </a:cxn>
                <a:cxn ang="0">
                  <a:pos x="53" y="95"/>
                </a:cxn>
                <a:cxn ang="0">
                  <a:pos x="53" y="101"/>
                </a:cxn>
                <a:cxn ang="0">
                  <a:pos x="51" y="104"/>
                </a:cxn>
                <a:cxn ang="0">
                  <a:pos x="39" y="113"/>
                </a:cxn>
                <a:cxn ang="0">
                  <a:pos x="36" y="126"/>
                </a:cxn>
                <a:cxn ang="0">
                  <a:pos x="30" y="132"/>
                </a:cxn>
                <a:cxn ang="0">
                  <a:pos x="18" y="135"/>
                </a:cxn>
                <a:cxn ang="0">
                  <a:pos x="13" y="132"/>
                </a:cxn>
                <a:cxn ang="0">
                  <a:pos x="9" y="130"/>
                </a:cxn>
                <a:cxn ang="0">
                  <a:pos x="1" y="129"/>
                </a:cxn>
                <a:cxn ang="0">
                  <a:pos x="4" y="124"/>
                </a:cxn>
                <a:cxn ang="0">
                  <a:pos x="9" y="115"/>
                </a:cxn>
                <a:cxn ang="0">
                  <a:pos x="19" y="105"/>
                </a:cxn>
                <a:cxn ang="0">
                  <a:pos x="24" y="101"/>
                </a:cxn>
                <a:cxn ang="0">
                  <a:pos x="35" y="95"/>
                </a:cxn>
                <a:cxn ang="0">
                  <a:pos x="44" y="79"/>
                </a:cxn>
                <a:cxn ang="0">
                  <a:pos x="47" y="68"/>
                </a:cxn>
                <a:cxn ang="0">
                  <a:pos x="74" y="78"/>
                </a:cxn>
                <a:cxn ang="0">
                  <a:pos x="85" y="56"/>
                </a:cxn>
                <a:cxn ang="0">
                  <a:pos x="91" y="53"/>
                </a:cxn>
                <a:cxn ang="0">
                  <a:pos x="94" y="47"/>
                </a:cxn>
                <a:cxn ang="0">
                  <a:pos x="97" y="37"/>
                </a:cxn>
                <a:cxn ang="0">
                  <a:pos x="91" y="36"/>
                </a:cxn>
                <a:cxn ang="0">
                  <a:pos x="80" y="36"/>
                </a:cxn>
                <a:cxn ang="0">
                  <a:pos x="74" y="23"/>
                </a:cxn>
                <a:cxn ang="0">
                  <a:pos x="74" y="28"/>
                </a:cxn>
                <a:cxn ang="0">
                  <a:pos x="68" y="22"/>
                </a:cxn>
                <a:cxn ang="0">
                  <a:pos x="65" y="16"/>
                </a:cxn>
                <a:cxn ang="0">
                  <a:pos x="63" y="9"/>
                </a:cxn>
                <a:cxn ang="0">
                  <a:pos x="57" y="5"/>
                </a:cxn>
                <a:cxn ang="0">
                  <a:pos x="51" y="0"/>
                </a:cxn>
                <a:cxn ang="0">
                  <a:pos x="53" y="5"/>
                </a:cxn>
                <a:cxn ang="0">
                  <a:pos x="56" y="9"/>
                </a:cxn>
                <a:cxn ang="0">
                  <a:pos x="62" y="20"/>
                </a:cxn>
                <a:cxn ang="0">
                  <a:pos x="63" y="23"/>
                </a:cxn>
                <a:cxn ang="0">
                  <a:pos x="66" y="31"/>
                </a:cxn>
                <a:cxn ang="0">
                  <a:pos x="66" y="43"/>
                </a:cxn>
                <a:cxn ang="0">
                  <a:pos x="59" y="53"/>
                </a:cxn>
                <a:cxn ang="0">
                  <a:pos x="68" y="60"/>
                </a:cxn>
                <a:cxn ang="0">
                  <a:pos x="68" y="73"/>
                </a:cxn>
                <a:cxn ang="0">
                  <a:pos x="68" y="76"/>
                </a:cxn>
                <a:cxn ang="0">
                  <a:pos x="74" y="78"/>
                </a:cxn>
              </a:cxnLst>
              <a:rect l="0" t="0" r="r" b="b"/>
              <a:pathLst>
                <a:path w="98" h="137">
                  <a:moveTo>
                    <a:pt x="47" y="68"/>
                  </a:moveTo>
                  <a:cubicBezTo>
                    <a:pt x="51" y="64"/>
                    <a:pt x="54" y="67"/>
                    <a:pt x="53" y="68"/>
                  </a:cubicBezTo>
                  <a:cubicBezTo>
                    <a:pt x="50" y="68"/>
                    <a:pt x="51" y="70"/>
                    <a:pt x="53" y="70"/>
                  </a:cubicBezTo>
                  <a:cubicBezTo>
                    <a:pt x="54" y="70"/>
                    <a:pt x="51" y="79"/>
                    <a:pt x="56" y="74"/>
                  </a:cubicBezTo>
                  <a:cubicBezTo>
                    <a:pt x="62" y="70"/>
                    <a:pt x="65" y="71"/>
                    <a:pt x="62" y="76"/>
                  </a:cubicBezTo>
                  <a:cubicBezTo>
                    <a:pt x="60" y="79"/>
                    <a:pt x="66" y="78"/>
                    <a:pt x="62" y="82"/>
                  </a:cubicBezTo>
                  <a:cubicBezTo>
                    <a:pt x="57" y="88"/>
                    <a:pt x="56" y="95"/>
                    <a:pt x="53" y="95"/>
                  </a:cubicBezTo>
                  <a:cubicBezTo>
                    <a:pt x="51" y="95"/>
                    <a:pt x="50" y="101"/>
                    <a:pt x="53" y="101"/>
                  </a:cubicBezTo>
                  <a:cubicBezTo>
                    <a:pt x="56" y="102"/>
                    <a:pt x="54" y="105"/>
                    <a:pt x="51" y="104"/>
                  </a:cubicBezTo>
                  <a:cubicBezTo>
                    <a:pt x="50" y="104"/>
                    <a:pt x="39" y="105"/>
                    <a:pt x="39" y="113"/>
                  </a:cubicBezTo>
                  <a:cubicBezTo>
                    <a:pt x="39" y="120"/>
                    <a:pt x="33" y="123"/>
                    <a:pt x="36" y="126"/>
                  </a:cubicBezTo>
                  <a:cubicBezTo>
                    <a:pt x="38" y="129"/>
                    <a:pt x="33" y="126"/>
                    <a:pt x="30" y="132"/>
                  </a:cubicBezTo>
                  <a:cubicBezTo>
                    <a:pt x="25" y="137"/>
                    <a:pt x="22" y="137"/>
                    <a:pt x="18" y="135"/>
                  </a:cubicBezTo>
                  <a:cubicBezTo>
                    <a:pt x="13" y="135"/>
                    <a:pt x="16" y="132"/>
                    <a:pt x="13" y="132"/>
                  </a:cubicBezTo>
                  <a:cubicBezTo>
                    <a:pt x="10" y="133"/>
                    <a:pt x="12" y="129"/>
                    <a:pt x="9" y="130"/>
                  </a:cubicBezTo>
                  <a:cubicBezTo>
                    <a:pt x="6" y="133"/>
                    <a:pt x="3" y="132"/>
                    <a:pt x="1" y="129"/>
                  </a:cubicBezTo>
                  <a:cubicBezTo>
                    <a:pt x="0" y="126"/>
                    <a:pt x="6" y="127"/>
                    <a:pt x="4" y="124"/>
                  </a:cubicBezTo>
                  <a:cubicBezTo>
                    <a:pt x="3" y="121"/>
                    <a:pt x="6" y="118"/>
                    <a:pt x="9" y="115"/>
                  </a:cubicBezTo>
                  <a:cubicBezTo>
                    <a:pt x="13" y="112"/>
                    <a:pt x="15" y="105"/>
                    <a:pt x="19" y="105"/>
                  </a:cubicBezTo>
                  <a:cubicBezTo>
                    <a:pt x="22" y="105"/>
                    <a:pt x="22" y="102"/>
                    <a:pt x="24" y="101"/>
                  </a:cubicBezTo>
                  <a:cubicBezTo>
                    <a:pt x="27" y="101"/>
                    <a:pt x="30" y="96"/>
                    <a:pt x="35" y="95"/>
                  </a:cubicBezTo>
                  <a:cubicBezTo>
                    <a:pt x="38" y="92"/>
                    <a:pt x="39" y="81"/>
                    <a:pt x="44" y="79"/>
                  </a:cubicBezTo>
                  <a:cubicBezTo>
                    <a:pt x="48" y="78"/>
                    <a:pt x="44" y="71"/>
                    <a:pt x="47" y="68"/>
                  </a:cubicBezTo>
                  <a:close/>
                  <a:moveTo>
                    <a:pt x="74" y="78"/>
                  </a:moveTo>
                  <a:cubicBezTo>
                    <a:pt x="76" y="76"/>
                    <a:pt x="88" y="59"/>
                    <a:pt x="85" y="56"/>
                  </a:cubicBezTo>
                  <a:cubicBezTo>
                    <a:pt x="83" y="54"/>
                    <a:pt x="86" y="48"/>
                    <a:pt x="91" y="53"/>
                  </a:cubicBezTo>
                  <a:cubicBezTo>
                    <a:pt x="95" y="56"/>
                    <a:pt x="89" y="47"/>
                    <a:pt x="94" y="47"/>
                  </a:cubicBezTo>
                  <a:cubicBezTo>
                    <a:pt x="97" y="45"/>
                    <a:pt x="95" y="39"/>
                    <a:pt x="97" y="37"/>
                  </a:cubicBezTo>
                  <a:cubicBezTo>
                    <a:pt x="98" y="34"/>
                    <a:pt x="92" y="33"/>
                    <a:pt x="91" y="36"/>
                  </a:cubicBezTo>
                  <a:cubicBezTo>
                    <a:pt x="89" y="40"/>
                    <a:pt x="85" y="39"/>
                    <a:pt x="80" y="36"/>
                  </a:cubicBezTo>
                  <a:cubicBezTo>
                    <a:pt x="76" y="33"/>
                    <a:pt x="77" y="26"/>
                    <a:pt x="74" y="23"/>
                  </a:cubicBezTo>
                  <a:cubicBezTo>
                    <a:pt x="71" y="19"/>
                    <a:pt x="71" y="23"/>
                    <a:pt x="74" y="28"/>
                  </a:cubicBezTo>
                  <a:cubicBezTo>
                    <a:pt x="76" y="33"/>
                    <a:pt x="66" y="26"/>
                    <a:pt x="68" y="22"/>
                  </a:cubicBezTo>
                  <a:cubicBezTo>
                    <a:pt x="68" y="19"/>
                    <a:pt x="65" y="19"/>
                    <a:pt x="65" y="16"/>
                  </a:cubicBezTo>
                  <a:cubicBezTo>
                    <a:pt x="65" y="12"/>
                    <a:pt x="65" y="12"/>
                    <a:pt x="63" y="9"/>
                  </a:cubicBezTo>
                  <a:cubicBezTo>
                    <a:pt x="62" y="6"/>
                    <a:pt x="60" y="6"/>
                    <a:pt x="57" y="5"/>
                  </a:cubicBezTo>
                  <a:cubicBezTo>
                    <a:pt x="54" y="5"/>
                    <a:pt x="56" y="0"/>
                    <a:pt x="51" y="0"/>
                  </a:cubicBezTo>
                  <a:cubicBezTo>
                    <a:pt x="48" y="0"/>
                    <a:pt x="50" y="0"/>
                    <a:pt x="53" y="5"/>
                  </a:cubicBezTo>
                  <a:cubicBezTo>
                    <a:pt x="56" y="8"/>
                    <a:pt x="53" y="6"/>
                    <a:pt x="56" y="9"/>
                  </a:cubicBezTo>
                  <a:cubicBezTo>
                    <a:pt x="57" y="14"/>
                    <a:pt x="60" y="23"/>
                    <a:pt x="62" y="20"/>
                  </a:cubicBezTo>
                  <a:cubicBezTo>
                    <a:pt x="63" y="17"/>
                    <a:pt x="65" y="25"/>
                    <a:pt x="63" y="23"/>
                  </a:cubicBezTo>
                  <a:cubicBezTo>
                    <a:pt x="62" y="22"/>
                    <a:pt x="62" y="23"/>
                    <a:pt x="66" y="31"/>
                  </a:cubicBezTo>
                  <a:cubicBezTo>
                    <a:pt x="70" y="39"/>
                    <a:pt x="66" y="39"/>
                    <a:pt x="66" y="43"/>
                  </a:cubicBezTo>
                  <a:cubicBezTo>
                    <a:pt x="66" y="50"/>
                    <a:pt x="60" y="50"/>
                    <a:pt x="59" y="53"/>
                  </a:cubicBezTo>
                  <a:cubicBezTo>
                    <a:pt x="59" y="56"/>
                    <a:pt x="65" y="59"/>
                    <a:pt x="68" y="60"/>
                  </a:cubicBezTo>
                  <a:cubicBezTo>
                    <a:pt x="73" y="62"/>
                    <a:pt x="70" y="71"/>
                    <a:pt x="68" y="73"/>
                  </a:cubicBezTo>
                  <a:cubicBezTo>
                    <a:pt x="66" y="74"/>
                    <a:pt x="63" y="74"/>
                    <a:pt x="68" y="76"/>
                  </a:cubicBezTo>
                  <a:cubicBezTo>
                    <a:pt x="71" y="76"/>
                    <a:pt x="70" y="81"/>
                    <a:pt x="74" y="78"/>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67" name="Freeform 238">
              <a:extLst>
                <a:ext uri="{FF2B5EF4-FFF2-40B4-BE49-F238E27FC236}">
                  <a16:creationId xmlns:a16="http://schemas.microsoft.com/office/drawing/2014/main" id="{20FD1E91-2157-A6F9-8A8A-98F688B218AC}"/>
                </a:ext>
              </a:extLst>
            </p:cNvPr>
            <p:cNvSpPr>
              <a:spLocks noEditPoints="1"/>
            </p:cNvSpPr>
            <p:nvPr/>
          </p:nvSpPr>
          <p:spPr bwMode="auto">
            <a:xfrm>
              <a:off x="4524117" y="4912255"/>
              <a:ext cx="1004735" cy="1066717"/>
            </a:xfrm>
            <a:custGeom>
              <a:avLst/>
              <a:gdLst/>
              <a:ahLst/>
              <a:cxnLst>
                <a:cxn ang="0">
                  <a:pos x="86" y="62"/>
                </a:cxn>
                <a:cxn ang="0">
                  <a:pos x="105" y="36"/>
                </a:cxn>
                <a:cxn ang="0">
                  <a:pos x="133" y="43"/>
                </a:cxn>
                <a:cxn ang="0">
                  <a:pos x="151" y="17"/>
                </a:cxn>
                <a:cxn ang="0">
                  <a:pos x="154" y="6"/>
                </a:cxn>
                <a:cxn ang="0">
                  <a:pos x="172" y="14"/>
                </a:cxn>
                <a:cxn ang="0">
                  <a:pos x="185" y="18"/>
                </a:cxn>
                <a:cxn ang="0">
                  <a:pos x="188" y="25"/>
                </a:cxn>
                <a:cxn ang="0">
                  <a:pos x="188" y="51"/>
                </a:cxn>
                <a:cxn ang="0">
                  <a:pos x="220" y="70"/>
                </a:cxn>
                <a:cxn ang="0">
                  <a:pos x="227" y="29"/>
                </a:cxn>
                <a:cxn ang="0">
                  <a:pos x="232" y="6"/>
                </a:cxn>
                <a:cxn ang="0">
                  <a:pos x="241" y="18"/>
                </a:cxn>
                <a:cxn ang="0">
                  <a:pos x="256" y="42"/>
                </a:cxn>
                <a:cxn ang="0">
                  <a:pos x="271" y="87"/>
                </a:cxn>
                <a:cxn ang="0">
                  <a:pos x="291" y="109"/>
                </a:cxn>
                <a:cxn ang="0">
                  <a:pos x="300" y="118"/>
                </a:cxn>
                <a:cxn ang="0">
                  <a:pos x="317" y="149"/>
                </a:cxn>
                <a:cxn ang="0">
                  <a:pos x="323" y="186"/>
                </a:cxn>
                <a:cxn ang="0">
                  <a:pos x="311" y="228"/>
                </a:cxn>
                <a:cxn ang="0">
                  <a:pos x="294" y="273"/>
                </a:cxn>
                <a:cxn ang="0">
                  <a:pos x="265" y="295"/>
                </a:cxn>
                <a:cxn ang="0">
                  <a:pos x="256" y="283"/>
                </a:cxn>
                <a:cxn ang="0">
                  <a:pos x="229" y="287"/>
                </a:cxn>
                <a:cxn ang="0">
                  <a:pos x="207" y="258"/>
                </a:cxn>
                <a:cxn ang="0">
                  <a:pos x="195" y="253"/>
                </a:cxn>
                <a:cxn ang="0">
                  <a:pos x="200" y="228"/>
                </a:cxn>
                <a:cxn ang="0">
                  <a:pos x="186" y="242"/>
                </a:cxn>
                <a:cxn ang="0">
                  <a:pos x="168" y="222"/>
                </a:cxn>
                <a:cxn ang="0">
                  <a:pos x="107" y="222"/>
                </a:cxn>
                <a:cxn ang="0">
                  <a:pos x="70" y="238"/>
                </a:cxn>
                <a:cxn ang="0">
                  <a:pos x="34" y="252"/>
                </a:cxn>
                <a:cxn ang="0">
                  <a:pos x="22" y="228"/>
                </a:cxn>
                <a:cxn ang="0">
                  <a:pos x="10" y="174"/>
                </a:cxn>
                <a:cxn ang="0">
                  <a:pos x="5" y="151"/>
                </a:cxn>
                <a:cxn ang="0">
                  <a:pos x="8" y="116"/>
                </a:cxn>
                <a:cxn ang="0">
                  <a:pos x="38" y="101"/>
                </a:cxn>
                <a:cxn ang="0">
                  <a:pos x="72" y="78"/>
                </a:cxn>
                <a:cxn ang="0">
                  <a:pos x="259" y="339"/>
                </a:cxn>
                <a:cxn ang="0">
                  <a:pos x="273" y="342"/>
                </a:cxn>
                <a:cxn ang="0">
                  <a:pos x="277" y="339"/>
                </a:cxn>
                <a:cxn ang="0">
                  <a:pos x="279" y="328"/>
                </a:cxn>
                <a:cxn ang="0">
                  <a:pos x="279" y="314"/>
                </a:cxn>
                <a:cxn ang="0">
                  <a:pos x="258" y="314"/>
                </a:cxn>
                <a:cxn ang="0">
                  <a:pos x="247" y="300"/>
                </a:cxn>
                <a:cxn ang="0">
                  <a:pos x="277" y="305"/>
                </a:cxn>
                <a:cxn ang="0">
                  <a:pos x="280" y="305"/>
                </a:cxn>
                <a:cxn ang="0">
                  <a:pos x="279" y="309"/>
                </a:cxn>
                <a:cxn ang="0">
                  <a:pos x="197" y="261"/>
                </a:cxn>
                <a:cxn ang="0">
                  <a:pos x="188" y="261"/>
                </a:cxn>
                <a:cxn ang="0">
                  <a:pos x="140" y="8"/>
                </a:cxn>
                <a:cxn ang="0">
                  <a:pos x="139" y="11"/>
                </a:cxn>
                <a:cxn ang="0">
                  <a:pos x="139" y="11"/>
                </a:cxn>
                <a:cxn ang="0">
                  <a:pos x="188" y="36"/>
                </a:cxn>
                <a:cxn ang="0">
                  <a:pos x="321" y="143"/>
                </a:cxn>
                <a:cxn ang="0">
                  <a:pos x="319" y="154"/>
                </a:cxn>
                <a:cxn ang="0">
                  <a:pos x="213" y="59"/>
                </a:cxn>
              </a:cxnLst>
              <a:rect l="0" t="0" r="r" b="b"/>
              <a:pathLst>
                <a:path w="326" h="346">
                  <a:moveTo>
                    <a:pt x="72" y="78"/>
                  </a:moveTo>
                  <a:cubicBezTo>
                    <a:pt x="78" y="73"/>
                    <a:pt x="70" y="73"/>
                    <a:pt x="77" y="62"/>
                  </a:cubicBezTo>
                  <a:cubicBezTo>
                    <a:pt x="84" y="53"/>
                    <a:pt x="84" y="74"/>
                    <a:pt x="86" y="62"/>
                  </a:cubicBezTo>
                  <a:cubicBezTo>
                    <a:pt x="86" y="48"/>
                    <a:pt x="92" y="65"/>
                    <a:pt x="92" y="54"/>
                  </a:cubicBezTo>
                  <a:cubicBezTo>
                    <a:pt x="92" y="46"/>
                    <a:pt x="93" y="51"/>
                    <a:pt x="98" y="42"/>
                  </a:cubicBezTo>
                  <a:cubicBezTo>
                    <a:pt x="102" y="32"/>
                    <a:pt x="104" y="42"/>
                    <a:pt x="105" y="36"/>
                  </a:cubicBezTo>
                  <a:cubicBezTo>
                    <a:pt x="105" y="29"/>
                    <a:pt x="110" y="39"/>
                    <a:pt x="110" y="32"/>
                  </a:cubicBezTo>
                  <a:cubicBezTo>
                    <a:pt x="110" y="26"/>
                    <a:pt x="121" y="43"/>
                    <a:pt x="125" y="42"/>
                  </a:cubicBezTo>
                  <a:cubicBezTo>
                    <a:pt x="130" y="42"/>
                    <a:pt x="130" y="46"/>
                    <a:pt x="133" y="43"/>
                  </a:cubicBezTo>
                  <a:cubicBezTo>
                    <a:pt x="136" y="40"/>
                    <a:pt x="127" y="42"/>
                    <a:pt x="133" y="32"/>
                  </a:cubicBezTo>
                  <a:cubicBezTo>
                    <a:pt x="139" y="25"/>
                    <a:pt x="133" y="26"/>
                    <a:pt x="140" y="20"/>
                  </a:cubicBezTo>
                  <a:cubicBezTo>
                    <a:pt x="150" y="12"/>
                    <a:pt x="145" y="18"/>
                    <a:pt x="151" y="17"/>
                  </a:cubicBezTo>
                  <a:cubicBezTo>
                    <a:pt x="157" y="15"/>
                    <a:pt x="156" y="20"/>
                    <a:pt x="157" y="14"/>
                  </a:cubicBezTo>
                  <a:cubicBezTo>
                    <a:pt x="159" y="8"/>
                    <a:pt x="153" y="11"/>
                    <a:pt x="151" y="9"/>
                  </a:cubicBezTo>
                  <a:cubicBezTo>
                    <a:pt x="150" y="6"/>
                    <a:pt x="151" y="6"/>
                    <a:pt x="154" y="6"/>
                  </a:cubicBezTo>
                  <a:cubicBezTo>
                    <a:pt x="157" y="6"/>
                    <a:pt x="156" y="9"/>
                    <a:pt x="159" y="8"/>
                  </a:cubicBezTo>
                  <a:cubicBezTo>
                    <a:pt x="162" y="8"/>
                    <a:pt x="159" y="12"/>
                    <a:pt x="165" y="12"/>
                  </a:cubicBezTo>
                  <a:cubicBezTo>
                    <a:pt x="169" y="11"/>
                    <a:pt x="168" y="17"/>
                    <a:pt x="172" y="14"/>
                  </a:cubicBezTo>
                  <a:cubicBezTo>
                    <a:pt x="175" y="14"/>
                    <a:pt x="174" y="20"/>
                    <a:pt x="180" y="14"/>
                  </a:cubicBezTo>
                  <a:cubicBezTo>
                    <a:pt x="186" y="9"/>
                    <a:pt x="181" y="15"/>
                    <a:pt x="183" y="15"/>
                  </a:cubicBezTo>
                  <a:cubicBezTo>
                    <a:pt x="185" y="15"/>
                    <a:pt x="183" y="20"/>
                    <a:pt x="185" y="18"/>
                  </a:cubicBezTo>
                  <a:cubicBezTo>
                    <a:pt x="188" y="17"/>
                    <a:pt x="185" y="17"/>
                    <a:pt x="186" y="14"/>
                  </a:cubicBezTo>
                  <a:cubicBezTo>
                    <a:pt x="189" y="12"/>
                    <a:pt x="188" y="14"/>
                    <a:pt x="191" y="17"/>
                  </a:cubicBezTo>
                  <a:cubicBezTo>
                    <a:pt x="195" y="18"/>
                    <a:pt x="189" y="18"/>
                    <a:pt x="188" y="25"/>
                  </a:cubicBezTo>
                  <a:cubicBezTo>
                    <a:pt x="188" y="32"/>
                    <a:pt x="188" y="22"/>
                    <a:pt x="183" y="28"/>
                  </a:cubicBezTo>
                  <a:cubicBezTo>
                    <a:pt x="180" y="36"/>
                    <a:pt x="188" y="28"/>
                    <a:pt x="181" y="37"/>
                  </a:cubicBezTo>
                  <a:cubicBezTo>
                    <a:pt x="177" y="46"/>
                    <a:pt x="180" y="43"/>
                    <a:pt x="188" y="51"/>
                  </a:cubicBezTo>
                  <a:cubicBezTo>
                    <a:pt x="191" y="56"/>
                    <a:pt x="191" y="51"/>
                    <a:pt x="198" y="57"/>
                  </a:cubicBezTo>
                  <a:cubicBezTo>
                    <a:pt x="206" y="65"/>
                    <a:pt x="207" y="60"/>
                    <a:pt x="209" y="65"/>
                  </a:cubicBezTo>
                  <a:cubicBezTo>
                    <a:pt x="209" y="68"/>
                    <a:pt x="216" y="73"/>
                    <a:pt x="220" y="70"/>
                  </a:cubicBezTo>
                  <a:cubicBezTo>
                    <a:pt x="224" y="67"/>
                    <a:pt x="221" y="65"/>
                    <a:pt x="226" y="59"/>
                  </a:cubicBezTo>
                  <a:cubicBezTo>
                    <a:pt x="229" y="54"/>
                    <a:pt x="226" y="54"/>
                    <a:pt x="227" y="48"/>
                  </a:cubicBezTo>
                  <a:cubicBezTo>
                    <a:pt x="230" y="40"/>
                    <a:pt x="226" y="34"/>
                    <a:pt x="227" y="29"/>
                  </a:cubicBezTo>
                  <a:cubicBezTo>
                    <a:pt x="229" y="25"/>
                    <a:pt x="227" y="25"/>
                    <a:pt x="229" y="22"/>
                  </a:cubicBezTo>
                  <a:cubicBezTo>
                    <a:pt x="232" y="20"/>
                    <a:pt x="227" y="22"/>
                    <a:pt x="229" y="17"/>
                  </a:cubicBezTo>
                  <a:cubicBezTo>
                    <a:pt x="232" y="11"/>
                    <a:pt x="232" y="9"/>
                    <a:pt x="232" y="6"/>
                  </a:cubicBezTo>
                  <a:cubicBezTo>
                    <a:pt x="233" y="1"/>
                    <a:pt x="236" y="0"/>
                    <a:pt x="238" y="5"/>
                  </a:cubicBezTo>
                  <a:cubicBezTo>
                    <a:pt x="238" y="9"/>
                    <a:pt x="238" y="12"/>
                    <a:pt x="239" y="14"/>
                  </a:cubicBezTo>
                  <a:cubicBezTo>
                    <a:pt x="242" y="15"/>
                    <a:pt x="239" y="15"/>
                    <a:pt x="241" y="18"/>
                  </a:cubicBezTo>
                  <a:cubicBezTo>
                    <a:pt x="244" y="23"/>
                    <a:pt x="244" y="26"/>
                    <a:pt x="244" y="31"/>
                  </a:cubicBezTo>
                  <a:cubicBezTo>
                    <a:pt x="244" y="36"/>
                    <a:pt x="247" y="42"/>
                    <a:pt x="248" y="37"/>
                  </a:cubicBezTo>
                  <a:cubicBezTo>
                    <a:pt x="251" y="32"/>
                    <a:pt x="250" y="39"/>
                    <a:pt x="256" y="42"/>
                  </a:cubicBezTo>
                  <a:cubicBezTo>
                    <a:pt x="261" y="45"/>
                    <a:pt x="256" y="56"/>
                    <a:pt x="261" y="62"/>
                  </a:cubicBezTo>
                  <a:cubicBezTo>
                    <a:pt x="265" y="67"/>
                    <a:pt x="262" y="74"/>
                    <a:pt x="264" y="79"/>
                  </a:cubicBezTo>
                  <a:cubicBezTo>
                    <a:pt x="267" y="82"/>
                    <a:pt x="265" y="85"/>
                    <a:pt x="271" y="87"/>
                  </a:cubicBezTo>
                  <a:cubicBezTo>
                    <a:pt x="277" y="88"/>
                    <a:pt x="273" y="92"/>
                    <a:pt x="280" y="93"/>
                  </a:cubicBezTo>
                  <a:cubicBezTo>
                    <a:pt x="288" y="96"/>
                    <a:pt x="288" y="99"/>
                    <a:pt x="285" y="99"/>
                  </a:cubicBezTo>
                  <a:cubicBezTo>
                    <a:pt x="282" y="99"/>
                    <a:pt x="290" y="105"/>
                    <a:pt x="291" y="109"/>
                  </a:cubicBezTo>
                  <a:cubicBezTo>
                    <a:pt x="293" y="112"/>
                    <a:pt x="290" y="113"/>
                    <a:pt x="293" y="118"/>
                  </a:cubicBezTo>
                  <a:cubicBezTo>
                    <a:pt x="296" y="123"/>
                    <a:pt x="293" y="113"/>
                    <a:pt x="296" y="118"/>
                  </a:cubicBezTo>
                  <a:cubicBezTo>
                    <a:pt x="300" y="121"/>
                    <a:pt x="299" y="115"/>
                    <a:pt x="300" y="118"/>
                  </a:cubicBezTo>
                  <a:cubicBezTo>
                    <a:pt x="303" y="121"/>
                    <a:pt x="299" y="126"/>
                    <a:pt x="303" y="132"/>
                  </a:cubicBezTo>
                  <a:cubicBezTo>
                    <a:pt x="308" y="137"/>
                    <a:pt x="306" y="132"/>
                    <a:pt x="309" y="138"/>
                  </a:cubicBezTo>
                  <a:cubicBezTo>
                    <a:pt x="312" y="143"/>
                    <a:pt x="316" y="143"/>
                    <a:pt x="317" y="149"/>
                  </a:cubicBezTo>
                  <a:cubicBezTo>
                    <a:pt x="319" y="155"/>
                    <a:pt x="320" y="151"/>
                    <a:pt x="320" y="157"/>
                  </a:cubicBezTo>
                  <a:cubicBezTo>
                    <a:pt x="319" y="163"/>
                    <a:pt x="321" y="163"/>
                    <a:pt x="320" y="168"/>
                  </a:cubicBezTo>
                  <a:cubicBezTo>
                    <a:pt x="319" y="169"/>
                    <a:pt x="326" y="180"/>
                    <a:pt x="323" y="186"/>
                  </a:cubicBezTo>
                  <a:cubicBezTo>
                    <a:pt x="320" y="191"/>
                    <a:pt x="323" y="196"/>
                    <a:pt x="319" y="202"/>
                  </a:cubicBezTo>
                  <a:cubicBezTo>
                    <a:pt x="317" y="207"/>
                    <a:pt x="320" y="210"/>
                    <a:pt x="317" y="216"/>
                  </a:cubicBezTo>
                  <a:cubicBezTo>
                    <a:pt x="314" y="222"/>
                    <a:pt x="319" y="221"/>
                    <a:pt x="311" y="228"/>
                  </a:cubicBezTo>
                  <a:cubicBezTo>
                    <a:pt x="302" y="236"/>
                    <a:pt x="303" y="250"/>
                    <a:pt x="300" y="252"/>
                  </a:cubicBezTo>
                  <a:cubicBezTo>
                    <a:pt x="297" y="253"/>
                    <a:pt x="296" y="261"/>
                    <a:pt x="296" y="264"/>
                  </a:cubicBezTo>
                  <a:cubicBezTo>
                    <a:pt x="296" y="269"/>
                    <a:pt x="293" y="272"/>
                    <a:pt x="294" y="273"/>
                  </a:cubicBezTo>
                  <a:cubicBezTo>
                    <a:pt x="296" y="275"/>
                    <a:pt x="294" y="281"/>
                    <a:pt x="286" y="281"/>
                  </a:cubicBezTo>
                  <a:cubicBezTo>
                    <a:pt x="279" y="280"/>
                    <a:pt x="271" y="291"/>
                    <a:pt x="268" y="291"/>
                  </a:cubicBezTo>
                  <a:cubicBezTo>
                    <a:pt x="265" y="292"/>
                    <a:pt x="268" y="300"/>
                    <a:pt x="265" y="295"/>
                  </a:cubicBezTo>
                  <a:cubicBezTo>
                    <a:pt x="261" y="289"/>
                    <a:pt x="259" y="291"/>
                    <a:pt x="258" y="287"/>
                  </a:cubicBezTo>
                  <a:cubicBezTo>
                    <a:pt x="258" y="284"/>
                    <a:pt x="258" y="291"/>
                    <a:pt x="255" y="289"/>
                  </a:cubicBezTo>
                  <a:cubicBezTo>
                    <a:pt x="251" y="286"/>
                    <a:pt x="259" y="286"/>
                    <a:pt x="256" y="283"/>
                  </a:cubicBezTo>
                  <a:cubicBezTo>
                    <a:pt x="251" y="280"/>
                    <a:pt x="255" y="284"/>
                    <a:pt x="250" y="287"/>
                  </a:cubicBezTo>
                  <a:cubicBezTo>
                    <a:pt x="244" y="289"/>
                    <a:pt x="247" y="294"/>
                    <a:pt x="239" y="291"/>
                  </a:cubicBezTo>
                  <a:cubicBezTo>
                    <a:pt x="232" y="286"/>
                    <a:pt x="230" y="286"/>
                    <a:pt x="229" y="287"/>
                  </a:cubicBezTo>
                  <a:cubicBezTo>
                    <a:pt x="227" y="289"/>
                    <a:pt x="226" y="284"/>
                    <a:pt x="223" y="283"/>
                  </a:cubicBezTo>
                  <a:cubicBezTo>
                    <a:pt x="218" y="283"/>
                    <a:pt x="212" y="273"/>
                    <a:pt x="213" y="270"/>
                  </a:cubicBezTo>
                  <a:cubicBezTo>
                    <a:pt x="215" y="267"/>
                    <a:pt x="212" y="259"/>
                    <a:pt x="207" y="258"/>
                  </a:cubicBezTo>
                  <a:cubicBezTo>
                    <a:pt x="204" y="256"/>
                    <a:pt x="203" y="259"/>
                    <a:pt x="201" y="258"/>
                  </a:cubicBezTo>
                  <a:cubicBezTo>
                    <a:pt x="200" y="255"/>
                    <a:pt x="206" y="252"/>
                    <a:pt x="203" y="245"/>
                  </a:cubicBezTo>
                  <a:cubicBezTo>
                    <a:pt x="198" y="239"/>
                    <a:pt x="201" y="252"/>
                    <a:pt x="195" y="253"/>
                  </a:cubicBezTo>
                  <a:cubicBezTo>
                    <a:pt x="189" y="253"/>
                    <a:pt x="191" y="249"/>
                    <a:pt x="194" y="249"/>
                  </a:cubicBezTo>
                  <a:cubicBezTo>
                    <a:pt x="197" y="250"/>
                    <a:pt x="197" y="247"/>
                    <a:pt x="195" y="244"/>
                  </a:cubicBezTo>
                  <a:cubicBezTo>
                    <a:pt x="195" y="241"/>
                    <a:pt x="201" y="231"/>
                    <a:pt x="200" y="228"/>
                  </a:cubicBezTo>
                  <a:cubicBezTo>
                    <a:pt x="198" y="225"/>
                    <a:pt x="198" y="224"/>
                    <a:pt x="198" y="227"/>
                  </a:cubicBezTo>
                  <a:cubicBezTo>
                    <a:pt x="198" y="230"/>
                    <a:pt x="194" y="230"/>
                    <a:pt x="194" y="235"/>
                  </a:cubicBezTo>
                  <a:cubicBezTo>
                    <a:pt x="192" y="239"/>
                    <a:pt x="194" y="233"/>
                    <a:pt x="186" y="242"/>
                  </a:cubicBezTo>
                  <a:cubicBezTo>
                    <a:pt x="178" y="252"/>
                    <a:pt x="188" y="252"/>
                    <a:pt x="180" y="249"/>
                  </a:cubicBezTo>
                  <a:cubicBezTo>
                    <a:pt x="175" y="245"/>
                    <a:pt x="178" y="235"/>
                    <a:pt x="172" y="231"/>
                  </a:cubicBezTo>
                  <a:cubicBezTo>
                    <a:pt x="165" y="227"/>
                    <a:pt x="174" y="227"/>
                    <a:pt x="168" y="222"/>
                  </a:cubicBezTo>
                  <a:cubicBezTo>
                    <a:pt x="163" y="218"/>
                    <a:pt x="163" y="222"/>
                    <a:pt x="151" y="216"/>
                  </a:cubicBezTo>
                  <a:cubicBezTo>
                    <a:pt x="139" y="210"/>
                    <a:pt x="150" y="216"/>
                    <a:pt x="136" y="213"/>
                  </a:cubicBezTo>
                  <a:cubicBezTo>
                    <a:pt x="128" y="213"/>
                    <a:pt x="122" y="222"/>
                    <a:pt x="107" y="222"/>
                  </a:cubicBezTo>
                  <a:cubicBezTo>
                    <a:pt x="98" y="221"/>
                    <a:pt x="99" y="228"/>
                    <a:pt x="93" y="228"/>
                  </a:cubicBezTo>
                  <a:cubicBezTo>
                    <a:pt x="87" y="228"/>
                    <a:pt x="90" y="242"/>
                    <a:pt x="81" y="239"/>
                  </a:cubicBezTo>
                  <a:cubicBezTo>
                    <a:pt x="73" y="236"/>
                    <a:pt x="78" y="242"/>
                    <a:pt x="70" y="238"/>
                  </a:cubicBezTo>
                  <a:cubicBezTo>
                    <a:pt x="66" y="236"/>
                    <a:pt x="66" y="239"/>
                    <a:pt x="58" y="239"/>
                  </a:cubicBezTo>
                  <a:cubicBezTo>
                    <a:pt x="52" y="239"/>
                    <a:pt x="55" y="244"/>
                    <a:pt x="51" y="245"/>
                  </a:cubicBezTo>
                  <a:cubicBezTo>
                    <a:pt x="45" y="245"/>
                    <a:pt x="45" y="253"/>
                    <a:pt x="34" y="252"/>
                  </a:cubicBezTo>
                  <a:cubicBezTo>
                    <a:pt x="23" y="250"/>
                    <a:pt x="23" y="242"/>
                    <a:pt x="19" y="244"/>
                  </a:cubicBezTo>
                  <a:cubicBezTo>
                    <a:pt x="16" y="244"/>
                    <a:pt x="16" y="235"/>
                    <a:pt x="17" y="235"/>
                  </a:cubicBezTo>
                  <a:cubicBezTo>
                    <a:pt x="20" y="236"/>
                    <a:pt x="23" y="233"/>
                    <a:pt x="22" y="228"/>
                  </a:cubicBezTo>
                  <a:cubicBezTo>
                    <a:pt x="22" y="222"/>
                    <a:pt x="26" y="225"/>
                    <a:pt x="20" y="210"/>
                  </a:cubicBezTo>
                  <a:cubicBezTo>
                    <a:pt x="14" y="194"/>
                    <a:pt x="19" y="194"/>
                    <a:pt x="16" y="186"/>
                  </a:cubicBezTo>
                  <a:cubicBezTo>
                    <a:pt x="11" y="179"/>
                    <a:pt x="10" y="179"/>
                    <a:pt x="10" y="174"/>
                  </a:cubicBezTo>
                  <a:cubicBezTo>
                    <a:pt x="11" y="168"/>
                    <a:pt x="3" y="163"/>
                    <a:pt x="3" y="158"/>
                  </a:cubicBezTo>
                  <a:cubicBezTo>
                    <a:pt x="3" y="152"/>
                    <a:pt x="7" y="163"/>
                    <a:pt x="8" y="162"/>
                  </a:cubicBezTo>
                  <a:cubicBezTo>
                    <a:pt x="8" y="158"/>
                    <a:pt x="3" y="154"/>
                    <a:pt x="5" y="151"/>
                  </a:cubicBezTo>
                  <a:cubicBezTo>
                    <a:pt x="7" y="149"/>
                    <a:pt x="11" y="165"/>
                    <a:pt x="11" y="157"/>
                  </a:cubicBezTo>
                  <a:cubicBezTo>
                    <a:pt x="11" y="149"/>
                    <a:pt x="0" y="141"/>
                    <a:pt x="5" y="132"/>
                  </a:cubicBezTo>
                  <a:cubicBezTo>
                    <a:pt x="11" y="123"/>
                    <a:pt x="3" y="124"/>
                    <a:pt x="8" y="116"/>
                  </a:cubicBezTo>
                  <a:cubicBezTo>
                    <a:pt x="13" y="109"/>
                    <a:pt x="10" y="126"/>
                    <a:pt x="13" y="116"/>
                  </a:cubicBezTo>
                  <a:cubicBezTo>
                    <a:pt x="16" y="109"/>
                    <a:pt x="17" y="115"/>
                    <a:pt x="25" y="105"/>
                  </a:cubicBezTo>
                  <a:cubicBezTo>
                    <a:pt x="32" y="96"/>
                    <a:pt x="32" y="104"/>
                    <a:pt x="38" y="101"/>
                  </a:cubicBezTo>
                  <a:cubicBezTo>
                    <a:pt x="45" y="98"/>
                    <a:pt x="48" y="98"/>
                    <a:pt x="49" y="95"/>
                  </a:cubicBezTo>
                  <a:cubicBezTo>
                    <a:pt x="51" y="92"/>
                    <a:pt x="55" y="98"/>
                    <a:pt x="63" y="92"/>
                  </a:cubicBezTo>
                  <a:cubicBezTo>
                    <a:pt x="70" y="87"/>
                    <a:pt x="67" y="82"/>
                    <a:pt x="72" y="78"/>
                  </a:cubicBezTo>
                  <a:close/>
                  <a:moveTo>
                    <a:pt x="255" y="323"/>
                  </a:moveTo>
                  <a:cubicBezTo>
                    <a:pt x="256" y="326"/>
                    <a:pt x="256" y="325"/>
                    <a:pt x="256" y="328"/>
                  </a:cubicBezTo>
                  <a:cubicBezTo>
                    <a:pt x="256" y="331"/>
                    <a:pt x="258" y="337"/>
                    <a:pt x="259" y="339"/>
                  </a:cubicBezTo>
                  <a:cubicBezTo>
                    <a:pt x="262" y="340"/>
                    <a:pt x="262" y="345"/>
                    <a:pt x="264" y="345"/>
                  </a:cubicBezTo>
                  <a:cubicBezTo>
                    <a:pt x="265" y="343"/>
                    <a:pt x="267" y="345"/>
                    <a:pt x="270" y="345"/>
                  </a:cubicBezTo>
                  <a:cubicBezTo>
                    <a:pt x="271" y="346"/>
                    <a:pt x="270" y="343"/>
                    <a:pt x="273" y="342"/>
                  </a:cubicBezTo>
                  <a:cubicBezTo>
                    <a:pt x="274" y="340"/>
                    <a:pt x="274" y="337"/>
                    <a:pt x="274" y="339"/>
                  </a:cubicBezTo>
                  <a:cubicBezTo>
                    <a:pt x="276" y="340"/>
                    <a:pt x="274" y="336"/>
                    <a:pt x="276" y="337"/>
                  </a:cubicBezTo>
                  <a:cubicBezTo>
                    <a:pt x="277" y="337"/>
                    <a:pt x="277" y="339"/>
                    <a:pt x="277" y="339"/>
                  </a:cubicBezTo>
                  <a:cubicBezTo>
                    <a:pt x="276" y="339"/>
                    <a:pt x="276" y="340"/>
                    <a:pt x="279" y="340"/>
                  </a:cubicBezTo>
                  <a:cubicBezTo>
                    <a:pt x="280" y="342"/>
                    <a:pt x="277" y="334"/>
                    <a:pt x="279" y="333"/>
                  </a:cubicBezTo>
                  <a:cubicBezTo>
                    <a:pt x="280" y="333"/>
                    <a:pt x="277" y="329"/>
                    <a:pt x="279" y="328"/>
                  </a:cubicBezTo>
                  <a:cubicBezTo>
                    <a:pt x="282" y="326"/>
                    <a:pt x="280" y="331"/>
                    <a:pt x="282" y="329"/>
                  </a:cubicBezTo>
                  <a:cubicBezTo>
                    <a:pt x="283" y="328"/>
                    <a:pt x="280" y="328"/>
                    <a:pt x="282" y="322"/>
                  </a:cubicBezTo>
                  <a:cubicBezTo>
                    <a:pt x="282" y="317"/>
                    <a:pt x="280" y="312"/>
                    <a:pt x="279" y="314"/>
                  </a:cubicBezTo>
                  <a:cubicBezTo>
                    <a:pt x="277" y="315"/>
                    <a:pt x="277" y="312"/>
                    <a:pt x="276" y="315"/>
                  </a:cubicBezTo>
                  <a:cubicBezTo>
                    <a:pt x="274" y="317"/>
                    <a:pt x="276" y="314"/>
                    <a:pt x="270" y="317"/>
                  </a:cubicBezTo>
                  <a:cubicBezTo>
                    <a:pt x="262" y="320"/>
                    <a:pt x="264" y="314"/>
                    <a:pt x="258" y="314"/>
                  </a:cubicBezTo>
                  <a:cubicBezTo>
                    <a:pt x="253" y="314"/>
                    <a:pt x="253" y="309"/>
                    <a:pt x="251" y="315"/>
                  </a:cubicBezTo>
                  <a:cubicBezTo>
                    <a:pt x="251" y="317"/>
                    <a:pt x="253" y="318"/>
                    <a:pt x="255" y="323"/>
                  </a:cubicBezTo>
                  <a:close/>
                  <a:moveTo>
                    <a:pt x="247" y="300"/>
                  </a:moveTo>
                  <a:cubicBezTo>
                    <a:pt x="248" y="298"/>
                    <a:pt x="250" y="305"/>
                    <a:pt x="247" y="306"/>
                  </a:cubicBezTo>
                  <a:cubicBezTo>
                    <a:pt x="245" y="306"/>
                    <a:pt x="245" y="301"/>
                    <a:pt x="247" y="300"/>
                  </a:cubicBezTo>
                  <a:close/>
                  <a:moveTo>
                    <a:pt x="277" y="305"/>
                  </a:moveTo>
                  <a:cubicBezTo>
                    <a:pt x="279" y="305"/>
                    <a:pt x="279" y="305"/>
                    <a:pt x="279" y="306"/>
                  </a:cubicBezTo>
                  <a:cubicBezTo>
                    <a:pt x="279" y="308"/>
                    <a:pt x="282" y="308"/>
                    <a:pt x="282" y="306"/>
                  </a:cubicBezTo>
                  <a:cubicBezTo>
                    <a:pt x="280" y="305"/>
                    <a:pt x="283" y="305"/>
                    <a:pt x="280" y="305"/>
                  </a:cubicBezTo>
                  <a:cubicBezTo>
                    <a:pt x="279" y="303"/>
                    <a:pt x="279" y="300"/>
                    <a:pt x="277" y="303"/>
                  </a:cubicBezTo>
                  <a:cubicBezTo>
                    <a:pt x="277" y="303"/>
                    <a:pt x="276" y="303"/>
                    <a:pt x="277" y="305"/>
                  </a:cubicBezTo>
                  <a:close/>
                  <a:moveTo>
                    <a:pt x="279" y="309"/>
                  </a:moveTo>
                  <a:cubicBezTo>
                    <a:pt x="279" y="308"/>
                    <a:pt x="283" y="308"/>
                    <a:pt x="282" y="309"/>
                  </a:cubicBezTo>
                  <a:cubicBezTo>
                    <a:pt x="282" y="311"/>
                    <a:pt x="279" y="309"/>
                    <a:pt x="279" y="309"/>
                  </a:cubicBezTo>
                  <a:close/>
                  <a:moveTo>
                    <a:pt x="197" y="261"/>
                  </a:moveTo>
                  <a:cubicBezTo>
                    <a:pt x="198" y="259"/>
                    <a:pt x="201" y="261"/>
                    <a:pt x="200" y="259"/>
                  </a:cubicBezTo>
                  <a:cubicBezTo>
                    <a:pt x="200" y="258"/>
                    <a:pt x="198" y="259"/>
                    <a:pt x="197" y="256"/>
                  </a:cubicBezTo>
                  <a:cubicBezTo>
                    <a:pt x="195" y="255"/>
                    <a:pt x="188" y="258"/>
                    <a:pt x="188" y="261"/>
                  </a:cubicBezTo>
                  <a:cubicBezTo>
                    <a:pt x="189" y="263"/>
                    <a:pt x="195" y="261"/>
                    <a:pt x="197" y="261"/>
                  </a:cubicBezTo>
                  <a:close/>
                  <a:moveTo>
                    <a:pt x="148" y="8"/>
                  </a:moveTo>
                  <a:cubicBezTo>
                    <a:pt x="145" y="3"/>
                    <a:pt x="145" y="11"/>
                    <a:pt x="140" y="8"/>
                  </a:cubicBezTo>
                  <a:cubicBezTo>
                    <a:pt x="137" y="6"/>
                    <a:pt x="140" y="11"/>
                    <a:pt x="143" y="14"/>
                  </a:cubicBezTo>
                  <a:cubicBezTo>
                    <a:pt x="145" y="14"/>
                    <a:pt x="150" y="11"/>
                    <a:pt x="148" y="8"/>
                  </a:cubicBezTo>
                  <a:close/>
                  <a:moveTo>
                    <a:pt x="139" y="11"/>
                  </a:moveTo>
                  <a:cubicBezTo>
                    <a:pt x="137" y="8"/>
                    <a:pt x="137" y="8"/>
                    <a:pt x="137" y="11"/>
                  </a:cubicBezTo>
                  <a:cubicBezTo>
                    <a:pt x="137" y="12"/>
                    <a:pt x="136" y="12"/>
                    <a:pt x="139" y="14"/>
                  </a:cubicBezTo>
                  <a:cubicBezTo>
                    <a:pt x="140" y="14"/>
                    <a:pt x="140" y="12"/>
                    <a:pt x="139" y="11"/>
                  </a:cubicBezTo>
                  <a:close/>
                  <a:moveTo>
                    <a:pt x="188" y="36"/>
                  </a:moveTo>
                  <a:cubicBezTo>
                    <a:pt x="186" y="32"/>
                    <a:pt x="191" y="32"/>
                    <a:pt x="191" y="34"/>
                  </a:cubicBezTo>
                  <a:cubicBezTo>
                    <a:pt x="189" y="37"/>
                    <a:pt x="188" y="39"/>
                    <a:pt x="188" y="36"/>
                  </a:cubicBezTo>
                  <a:close/>
                  <a:moveTo>
                    <a:pt x="320" y="151"/>
                  </a:moveTo>
                  <a:cubicBezTo>
                    <a:pt x="320" y="149"/>
                    <a:pt x="321" y="148"/>
                    <a:pt x="321" y="146"/>
                  </a:cubicBezTo>
                  <a:cubicBezTo>
                    <a:pt x="321" y="144"/>
                    <a:pt x="321" y="144"/>
                    <a:pt x="321" y="143"/>
                  </a:cubicBezTo>
                  <a:cubicBezTo>
                    <a:pt x="321" y="141"/>
                    <a:pt x="320" y="143"/>
                    <a:pt x="320" y="144"/>
                  </a:cubicBezTo>
                  <a:cubicBezTo>
                    <a:pt x="321" y="146"/>
                    <a:pt x="319" y="148"/>
                    <a:pt x="319" y="148"/>
                  </a:cubicBezTo>
                  <a:cubicBezTo>
                    <a:pt x="320" y="149"/>
                    <a:pt x="317" y="152"/>
                    <a:pt x="319" y="154"/>
                  </a:cubicBezTo>
                  <a:cubicBezTo>
                    <a:pt x="320" y="154"/>
                    <a:pt x="320" y="152"/>
                    <a:pt x="320" y="151"/>
                  </a:cubicBezTo>
                  <a:close/>
                  <a:moveTo>
                    <a:pt x="210" y="60"/>
                  </a:moveTo>
                  <a:cubicBezTo>
                    <a:pt x="212" y="60"/>
                    <a:pt x="215" y="60"/>
                    <a:pt x="213" y="59"/>
                  </a:cubicBezTo>
                  <a:cubicBezTo>
                    <a:pt x="212" y="57"/>
                    <a:pt x="207" y="60"/>
                    <a:pt x="209" y="62"/>
                  </a:cubicBezTo>
                  <a:cubicBezTo>
                    <a:pt x="209" y="62"/>
                    <a:pt x="210" y="62"/>
                    <a:pt x="210" y="60"/>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grpSp>
      <p:grpSp>
        <p:nvGrpSpPr>
          <p:cNvPr id="168" name="组合 167">
            <a:extLst>
              <a:ext uri="{FF2B5EF4-FFF2-40B4-BE49-F238E27FC236}">
                <a16:creationId xmlns:a16="http://schemas.microsoft.com/office/drawing/2014/main" id="{14F7BD5A-1174-E388-88EB-7A5387665C25}"/>
              </a:ext>
            </a:extLst>
          </p:cNvPr>
          <p:cNvGrpSpPr/>
          <p:nvPr/>
        </p:nvGrpSpPr>
        <p:grpSpPr>
          <a:xfrm>
            <a:off x="3058777" y="1625900"/>
            <a:ext cx="4371871" cy="1755074"/>
            <a:chOff x="2059971" y="1594464"/>
            <a:chExt cx="4371871" cy="1755074"/>
          </a:xfrm>
          <a:solidFill>
            <a:srgbClr val="DEDEDE"/>
          </a:solidFill>
        </p:grpSpPr>
        <p:sp>
          <p:nvSpPr>
            <p:cNvPr id="169" name="Freeform 197">
              <a:extLst>
                <a:ext uri="{FF2B5EF4-FFF2-40B4-BE49-F238E27FC236}">
                  <a16:creationId xmlns:a16="http://schemas.microsoft.com/office/drawing/2014/main" id="{210012EE-0A1A-913D-3926-8FE60A1F619F}"/>
                </a:ext>
              </a:extLst>
            </p:cNvPr>
            <p:cNvSpPr>
              <a:spLocks/>
            </p:cNvSpPr>
            <p:nvPr/>
          </p:nvSpPr>
          <p:spPr bwMode="auto">
            <a:xfrm>
              <a:off x="2737214" y="3212821"/>
              <a:ext cx="173285" cy="90615"/>
            </a:xfrm>
            <a:custGeom>
              <a:avLst/>
              <a:gdLst/>
              <a:ahLst/>
              <a:cxnLst>
                <a:cxn ang="0">
                  <a:pos x="30" y="28"/>
                </a:cxn>
                <a:cxn ang="0">
                  <a:pos x="34" y="26"/>
                </a:cxn>
                <a:cxn ang="0">
                  <a:pos x="36" y="26"/>
                </a:cxn>
                <a:cxn ang="0">
                  <a:pos x="41" y="26"/>
                </a:cxn>
                <a:cxn ang="0">
                  <a:pos x="42" y="25"/>
                </a:cxn>
                <a:cxn ang="0">
                  <a:pos x="44" y="23"/>
                </a:cxn>
                <a:cxn ang="0">
                  <a:pos x="47" y="25"/>
                </a:cxn>
                <a:cxn ang="0">
                  <a:pos x="48" y="26"/>
                </a:cxn>
                <a:cxn ang="0">
                  <a:pos x="51" y="26"/>
                </a:cxn>
                <a:cxn ang="0">
                  <a:pos x="54" y="26"/>
                </a:cxn>
                <a:cxn ang="0">
                  <a:pos x="51" y="23"/>
                </a:cxn>
                <a:cxn ang="0">
                  <a:pos x="51" y="22"/>
                </a:cxn>
                <a:cxn ang="0">
                  <a:pos x="53" y="19"/>
                </a:cxn>
                <a:cxn ang="0">
                  <a:pos x="47" y="16"/>
                </a:cxn>
                <a:cxn ang="0">
                  <a:pos x="47" y="11"/>
                </a:cxn>
                <a:cxn ang="0">
                  <a:pos x="42" y="10"/>
                </a:cxn>
                <a:cxn ang="0">
                  <a:pos x="37" y="10"/>
                </a:cxn>
                <a:cxn ang="0">
                  <a:pos x="31" y="11"/>
                </a:cxn>
                <a:cxn ang="0">
                  <a:pos x="30" y="8"/>
                </a:cxn>
                <a:cxn ang="0">
                  <a:pos x="24" y="5"/>
                </a:cxn>
                <a:cxn ang="0">
                  <a:pos x="17" y="4"/>
                </a:cxn>
                <a:cxn ang="0">
                  <a:pos x="11" y="4"/>
                </a:cxn>
                <a:cxn ang="0">
                  <a:pos x="7" y="0"/>
                </a:cxn>
                <a:cxn ang="0">
                  <a:pos x="0" y="2"/>
                </a:cxn>
                <a:cxn ang="0">
                  <a:pos x="10" y="8"/>
                </a:cxn>
                <a:cxn ang="0">
                  <a:pos x="14" y="14"/>
                </a:cxn>
                <a:cxn ang="0">
                  <a:pos x="13" y="23"/>
                </a:cxn>
                <a:cxn ang="0">
                  <a:pos x="17" y="23"/>
                </a:cxn>
                <a:cxn ang="0">
                  <a:pos x="21" y="23"/>
                </a:cxn>
                <a:cxn ang="0">
                  <a:pos x="22" y="22"/>
                </a:cxn>
                <a:cxn ang="0">
                  <a:pos x="27" y="25"/>
                </a:cxn>
                <a:cxn ang="0">
                  <a:pos x="27" y="25"/>
                </a:cxn>
                <a:cxn ang="0">
                  <a:pos x="27" y="26"/>
                </a:cxn>
                <a:cxn ang="0">
                  <a:pos x="30" y="26"/>
                </a:cxn>
                <a:cxn ang="0">
                  <a:pos x="30" y="28"/>
                </a:cxn>
              </a:cxnLst>
              <a:rect l="0" t="0" r="r" b="b"/>
              <a:pathLst>
                <a:path w="56" h="29">
                  <a:moveTo>
                    <a:pt x="30" y="28"/>
                  </a:moveTo>
                  <a:cubicBezTo>
                    <a:pt x="31" y="28"/>
                    <a:pt x="33" y="26"/>
                    <a:pt x="34" y="26"/>
                  </a:cubicBezTo>
                  <a:cubicBezTo>
                    <a:pt x="36" y="26"/>
                    <a:pt x="36" y="26"/>
                    <a:pt x="36" y="26"/>
                  </a:cubicBezTo>
                  <a:cubicBezTo>
                    <a:pt x="41" y="26"/>
                    <a:pt x="41" y="26"/>
                    <a:pt x="41" y="26"/>
                  </a:cubicBezTo>
                  <a:cubicBezTo>
                    <a:pt x="41" y="26"/>
                    <a:pt x="41" y="25"/>
                    <a:pt x="42" y="25"/>
                  </a:cubicBezTo>
                  <a:cubicBezTo>
                    <a:pt x="44" y="23"/>
                    <a:pt x="44" y="23"/>
                    <a:pt x="44" y="23"/>
                  </a:cubicBezTo>
                  <a:cubicBezTo>
                    <a:pt x="47" y="25"/>
                    <a:pt x="47" y="25"/>
                    <a:pt x="47" y="25"/>
                  </a:cubicBezTo>
                  <a:cubicBezTo>
                    <a:pt x="48" y="25"/>
                    <a:pt x="47" y="26"/>
                    <a:pt x="48" y="26"/>
                  </a:cubicBezTo>
                  <a:cubicBezTo>
                    <a:pt x="50" y="26"/>
                    <a:pt x="50" y="26"/>
                    <a:pt x="51" y="26"/>
                  </a:cubicBezTo>
                  <a:cubicBezTo>
                    <a:pt x="53" y="26"/>
                    <a:pt x="53" y="29"/>
                    <a:pt x="54" y="26"/>
                  </a:cubicBezTo>
                  <a:cubicBezTo>
                    <a:pt x="56" y="25"/>
                    <a:pt x="51" y="23"/>
                    <a:pt x="51" y="23"/>
                  </a:cubicBezTo>
                  <a:cubicBezTo>
                    <a:pt x="51" y="22"/>
                    <a:pt x="51" y="22"/>
                    <a:pt x="51" y="22"/>
                  </a:cubicBezTo>
                  <a:cubicBezTo>
                    <a:pt x="51" y="20"/>
                    <a:pt x="53" y="19"/>
                    <a:pt x="53" y="19"/>
                  </a:cubicBezTo>
                  <a:cubicBezTo>
                    <a:pt x="48" y="17"/>
                    <a:pt x="48" y="17"/>
                    <a:pt x="47" y="16"/>
                  </a:cubicBezTo>
                  <a:cubicBezTo>
                    <a:pt x="45" y="14"/>
                    <a:pt x="50" y="11"/>
                    <a:pt x="47" y="11"/>
                  </a:cubicBezTo>
                  <a:cubicBezTo>
                    <a:pt x="44" y="11"/>
                    <a:pt x="44" y="10"/>
                    <a:pt x="42" y="10"/>
                  </a:cubicBezTo>
                  <a:cubicBezTo>
                    <a:pt x="41" y="8"/>
                    <a:pt x="41" y="11"/>
                    <a:pt x="37" y="10"/>
                  </a:cubicBezTo>
                  <a:cubicBezTo>
                    <a:pt x="36" y="8"/>
                    <a:pt x="34" y="13"/>
                    <a:pt x="31" y="11"/>
                  </a:cubicBezTo>
                  <a:cubicBezTo>
                    <a:pt x="30" y="10"/>
                    <a:pt x="34" y="10"/>
                    <a:pt x="30" y="8"/>
                  </a:cubicBezTo>
                  <a:cubicBezTo>
                    <a:pt x="25" y="7"/>
                    <a:pt x="25" y="5"/>
                    <a:pt x="24" y="5"/>
                  </a:cubicBezTo>
                  <a:cubicBezTo>
                    <a:pt x="22" y="5"/>
                    <a:pt x="21" y="2"/>
                    <a:pt x="17" y="4"/>
                  </a:cubicBezTo>
                  <a:cubicBezTo>
                    <a:pt x="13" y="7"/>
                    <a:pt x="14" y="4"/>
                    <a:pt x="11" y="4"/>
                  </a:cubicBezTo>
                  <a:cubicBezTo>
                    <a:pt x="8" y="4"/>
                    <a:pt x="8" y="0"/>
                    <a:pt x="7" y="0"/>
                  </a:cubicBezTo>
                  <a:cubicBezTo>
                    <a:pt x="5" y="0"/>
                    <a:pt x="2" y="0"/>
                    <a:pt x="0" y="2"/>
                  </a:cubicBezTo>
                  <a:cubicBezTo>
                    <a:pt x="7" y="7"/>
                    <a:pt x="8" y="5"/>
                    <a:pt x="10" y="8"/>
                  </a:cubicBezTo>
                  <a:cubicBezTo>
                    <a:pt x="11" y="11"/>
                    <a:pt x="13" y="7"/>
                    <a:pt x="14" y="14"/>
                  </a:cubicBezTo>
                  <a:cubicBezTo>
                    <a:pt x="16" y="22"/>
                    <a:pt x="14" y="22"/>
                    <a:pt x="13" y="23"/>
                  </a:cubicBezTo>
                  <a:cubicBezTo>
                    <a:pt x="16" y="25"/>
                    <a:pt x="14" y="23"/>
                    <a:pt x="17" y="23"/>
                  </a:cubicBezTo>
                  <a:cubicBezTo>
                    <a:pt x="17" y="23"/>
                    <a:pt x="21" y="25"/>
                    <a:pt x="21" y="23"/>
                  </a:cubicBezTo>
                  <a:cubicBezTo>
                    <a:pt x="22" y="22"/>
                    <a:pt x="22" y="22"/>
                    <a:pt x="22" y="22"/>
                  </a:cubicBezTo>
                  <a:cubicBezTo>
                    <a:pt x="22" y="22"/>
                    <a:pt x="24" y="22"/>
                    <a:pt x="27" y="25"/>
                  </a:cubicBezTo>
                  <a:cubicBezTo>
                    <a:pt x="27" y="25"/>
                    <a:pt x="27" y="25"/>
                    <a:pt x="27" y="25"/>
                  </a:cubicBezTo>
                  <a:cubicBezTo>
                    <a:pt x="27" y="26"/>
                    <a:pt x="27" y="26"/>
                    <a:pt x="27" y="26"/>
                  </a:cubicBezTo>
                  <a:cubicBezTo>
                    <a:pt x="28" y="28"/>
                    <a:pt x="28" y="26"/>
                    <a:pt x="30" y="26"/>
                  </a:cubicBezTo>
                  <a:cubicBezTo>
                    <a:pt x="30" y="28"/>
                    <a:pt x="30" y="28"/>
                    <a:pt x="30" y="2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0" name="Freeform 6">
              <a:extLst>
                <a:ext uri="{FF2B5EF4-FFF2-40B4-BE49-F238E27FC236}">
                  <a16:creationId xmlns:a16="http://schemas.microsoft.com/office/drawing/2014/main" id="{08938AD9-78E4-71E2-096F-FE1238AB99D1}"/>
                </a:ext>
              </a:extLst>
            </p:cNvPr>
            <p:cNvSpPr>
              <a:spLocks/>
            </p:cNvSpPr>
            <p:nvPr/>
          </p:nvSpPr>
          <p:spPr bwMode="auto">
            <a:xfrm>
              <a:off x="2303206" y="2886924"/>
              <a:ext cx="443546" cy="302051"/>
            </a:xfrm>
            <a:custGeom>
              <a:avLst/>
              <a:gdLst/>
              <a:ahLst/>
              <a:cxnLst>
                <a:cxn ang="0">
                  <a:pos x="14" y="19"/>
                </a:cxn>
                <a:cxn ang="0">
                  <a:pos x="14" y="27"/>
                </a:cxn>
                <a:cxn ang="0">
                  <a:pos x="6" y="41"/>
                </a:cxn>
                <a:cxn ang="0">
                  <a:pos x="3" y="46"/>
                </a:cxn>
                <a:cxn ang="0">
                  <a:pos x="5" y="53"/>
                </a:cxn>
                <a:cxn ang="0">
                  <a:pos x="6" y="55"/>
                </a:cxn>
                <a:cxn ang="0">
                  <a:pos x="12" y="55"/>
                </a:cxn>
                <a:cxn ang="0">
                  <a:pos x="24" y="58"/>
                </a:cxn>
                <a:cxn ang="0">
                  <a:pos x="37" y="52"/>
                </a:cxn>
                <a:cxn ang="0">
                  <a:pos x="52" y="53"/>
                </a:cxn>
                <a:cxn ang="0">
                  <a:pos x="56" y="58"/>
                </a:cxn>
                <a:cxn ang="0">
                  <a:pos x="61" y="67"/>
                </a:cxn>
                <a:cxn ang="0">
                  <a:pos x="62" y="74"/>
                </a:cxn>
                <a:cxn ang="0">
                  <a:pos x="55" y="75"/>
                </a:cxn>
                <a:cxn ang="0">
                  <a:pos x="49" y="84"/>
                </a:cxn>
                <a:cxn ang="0">
                  <a:pos x="56" y="86"/>
                </a:cxn>
                <a:cxn ang="0">
                  <a:pos x="59" y="83"/>
                </a:cxn>
                <a:cxn ang="0">
                  <a:pos x="68" y="74"/>
                </a:cxn>
                <a:cxn ang="0">
                  <a:pos x="78" y="70"/>
                </a:cxn>
                <a:cxn ang="0">
                  <a:pos x="82" y="72"/>
                </a:cxn>
                <a:cxn ang="0">
                  <a:pos x="81" y="77"/>
                </a:cxn>
                <a:cxn ang="0">
                  <a:pos x="91" y="78"/>
                </a:cxn>
                <a:cxn ang="0">
                  <a:pos x="91" y="91"/>
                </a:cxn>
                <a:cxn ang="0">
                  <a:pos x="100" y="92"/>
                </a:cxn>
                <a:cxn ang="0">
                  <a:pos x="113" y="89"/>
                </a:cxn>
                <a:cxn ang="0">
                  <a:pos x="111" y="84"/>
                </a:cxn>
                <a:cxn ang="0">
                  <a:pos x="102" y="75"/>
                </a:cxn>
                <a:cxn ang="0">
                  <a:pos x="111" y="70"/>
                </a:cxn>
                <a:cxn ang="0">
                  <a:pos x="128" y="66"/>
                </a:cxn>
                <a:cxn ang="0">
                  <a:pos x="141" y="55"/>
                </a:cxn>
                <a:cxn ang="0">
                  <a:pos x="141" y="46"/>
                </a:cxn>
                <a:cxn ang="0">
                  <a:pos x="143" y="41"/>
                </a:cxn>
                <a:cxn ang="0">
                  <a:pos x="138" y="35"/>
                </a:cxn>
                <a:cxn ang="0">
                  <a:pos x="125" y="30"/>
                </a:cxn>
                <a:cxn ang="0">
                  <a:pos x="108" y="27"/>
                </a:cxn>
                <a:cxn ang="0">
                  <a:pos x="99" y="16"/>
                </a:cxn>
                <a:cxn ang="0">
                  <a:pos x="97" y="8"/>
                </a:cxn>
                <a:cxn ang="0">
                  <a:pos x="88" y="3"/>
                </a:cxn>
                <a:cxn ang="0">
                  <a:pos x="76" y="5"/>
                </a:cxn>
                <a:cxn ang="0">
                  <a:pos x="65" y="14"/>
                </a:cxn>
                <a:cxn ang="0">
                  <a:pos x="53" y="13"/>
                </a:cxn>
                <a:cxn ang="0">
                  <a:pos x="38" y="10"/>
                </a:cxn>
                <a:cxn ang="0">
                  <a:pos x="15" y="11"/>
                </a:cxn>
              </a:cxnLst>
              <a:rect l="0" t="0" r="r" b="b"/>
              <a:pathLst>
                <a:path w="144" h="98">
                  <a:moveTo>
                    <a:pt x="12" y="13"/>
                  </a:moveTo>
                  <a:cubicBezTo>
                    <a:pt x="14" y="16"/>
                    <a:pt x="11" y="14"/>
                    <a:pt x="14" y="19"/>
                  </a:cubicBezTo>
                  <a:cubicBezTo>
                    <a:pt x="20" y="24"/>
                    <a:pt x="14" y="21"/>
                    <a:pt x="15" y="22"/>
                  </a:cubicBezTo>
                  <a:cubicBezTo>
                    <a:pt x="17" y="24"/>
                    <a:pt x="18" y="25"/>
                    <a:pt x="14" y="27"/>
                  </a:cubicBezTo>
                  <a:cubicBezTo>
                    <a:pt x="12" y="27"/>
                    <a:pt x="8" y="32"/>
                    <a:pt x="6" y="35"/>
                  </a:cubicBezTo>
                  <a:cubicBezTo>
                    <a:pt x="3" y="38"/>
                    <a:pt x="6" y="39"/>
                    <a:pt x="6" y="41"/>
                  </a:cubicBezTo>
                  <a:cubicBezTo>
                    <a:pt x="5" y="42"/>
                    <a:pt x="9" y="44"/>
                    <a:pt x="3" y="42"/>
                  </a:cubicBezTo>
                  <a:cubicBezTo>
                    <a:pt x="5" y="44"/>
                    <a:pt x="3" y="44"/>
                    <a:pt x="3" y="46"/>
                  </a:cubicBezTo>
                  <a:cubicBezTo>
                    <a:pt x="3" y="47"/>
                    <a:pt x="2" y="46"/>
                    <a:pt x="0" y="50"/>
                  </a:cubicBezTo>
                  <a:cubicBezTo>
                    <a:pt x="5" y="52"/>
                    <a:pt x="3" y="55"/>
                    <a:pt x="5" y="53"/>
                  </a:cubicBezTo>
                  <a:cubicBezTo>
                    <a:pt x="6" y="53"/>
                    <a:pt x="6" y="55"/>
                    <a:pt x="6" y="55"/>
                  </a:cubicBezTo>
                  <a:cubicBezTo>
                    <a:pt x="6" y="55"/>
                    <a:pt x="6" y="55"/>
                    <a:pt x="6" y="55"/>
                  </a:cubicBezTo>
                  <a:cubicBezTo>
                    <a:pt x="8" y="55"/>
                    <a:pt x="8" y="56"/>
                    <a:pt x="8" y="55"/>
                  </a:cubicBezTo>
                  <a:cubicBezTo>
                    <a:pt x="9" y="53"/>
                    <a:pt x="9" y="55"/>
                    <a:pt x="12" y="55"/>
                  </a:cubicBezTo>
                  <a:cubicBezTo>
                    <a:pt x="17" y="55"/>
                    <a:pt x="17" y="56"/>
                    <a:pt x="18" y="56"/>
                  </a:cubicBezTo>
                  <a:cubicBezTo>
                    <a:pt x="21" y="55"/>
                    <a:pt x="21" y="60"/>
                    <a:pt x="24" y="58"/>
                  </a:cubicBezTo>
                  <a:cubicBezTo>
                    <a:pt x="26" y="56"/>
                    <a:pt x="24" y="56"/>
                    <a:pt x="29" y="56"/>
                  </a:cubicBezTo>
                  <a:cubicBezTo>
                    <a:pt x="34" y="55"/>
                    <a:pt x="32" y="53"/>
                    <a:pt x="37" y="52"/>
                  </a:cubicBezTo>
                  <a:cubicBezTo>
                    <a:pt x="38" y="50"/>
                    <a:pt x="41" y="50"/>
                    <a:pt x="43" y="50"/>
                  </a:cubicBezTo>
                  <a:cubicBezTo>
                    <a:pt x="44" y="49"/>
                    <a:pt x="50" y="53"/>
                    <a:pt x="52" y="53"/>
                  </a:cubicBezTo>
                  <a:cubicBezTo>
                    <a:pt x="53" y="52"/>
                    <a:pt x="53" y="56"/>
                    <a:pt x="56" y="55"/>
                  </a:cubicBezTo>
                  <a:cubicBezTo>
                    <a:pt x="58" y="55"/>
                    <a:pt x="58" y="56"/>
                    <a:pt x="56" y="58"/>
                  </a:cubicBezTo>
                  <a:cubicBezTo>
                    <a:pt x="55" y="61"/>
                    <a:pt x="58" y="63"/>
                    <a:pt x="59" y="63"/>
                  </a:cubicBezTo>
                  <a:cubicBezTo>
                    <a:pt x="61" y="63"/>
                    <a:pt x="58" y="66"/>
                    <a:pt x="61" y="67"/>
                  </a:cubicBezTo>
                  <a:cubicBezTo>
                    <a:pt x="64" y="69"/>
                    <a:pt x="61" y="72"/>
                    <a:pt x="62" y="74"/>
                  </a:cubicBezTo>
                  <a:cubicBezTo>
                    <a:pt x="65" y="74"/>
                    <a:pt x="62" y="75"/>
                    <a:pt x="62" y="74"/>
                  </a:cubicBezTo>
                  <a:cubicBezTo>
                    <a:pt x="61" y="74"/>
                    <a:pt x="58" y="75"/>
                    <a:pt x="56" y="74"/>
                  </a:cubicBezTo>
                  <a:cubicBezTo>
                    <a:pt x="55" y="72"/>
                    <a:pt x="53" y="74"/>
                    <a:pt x="55" y="75"/>
                  </a:cubicBezTo>
                  <a:cubicBezTo>
                    <a:pt x="56" y="78"/>
                    <a:pt x="50" y="81"/>
                    <a:pt x="52" y="83"/>
                  </a:cubicBezTo>
                  <a:cubicBezTo>
                    <a:pt x="52" y="84"/>
                    <a:pt x="50" y="84"/>
                    <a:pt x="49" y="84"/>
                  </a:cubicBezTo>
                  <a:cubicBezTo>
                    <a:pt x="52" y="88"/>
                    <a:pt x="53" y="88"/>
                    <a:pt x="53" y="88"/>
                  </a:cubicBezTo>
                  <a:cubicBezTo>
                    <a:pt x="53" y="86"/>
                    <a:pt x="55" y="88"/>
                    <a:pt x="56" y="86"/>
                  </a:cubicBezTo>
                  <a:cubicBezTo>
                    <a:pt x="56" y="84"/>
                    <a:pt x="59" y="84"/>
                    <a:pt x="61" y="88"/>
                  </a:cubicBezTo>
                  <a:cubicBezTo>
                    <a:pt x="61" y="84"/>
                    <a:pt x="61" y="86"/>
                    <a:pt x="59" y="83"/>
                  </a:cubicBezTo>
                  <a:cubicBezTo>
                    <a:pt x="59" y="80"/>
                    <a:pt x="61" y="83"/>
                    <a:pt x="64" y="81"/>
                  </a:cubicBezTo>
                  <a:cubicBezTo>
                    <a:pt x="67" y="78"/>
                    <a:pt x="68" y="77"/>
                    <a:pt x="68" y="74"/>
                  </a:cubicBezTo>
                  <a:cubicBezTo>
                    <a:pt x="68" y="70"/>
                    <a:pt x="73" y="72"/>
                    <a:pt x="75" y="70"/>
                  </a:cubicBezTo>
                  <a:cubicBezTo>
                    <a:pt x="76" y="70"/>
                    <a:pt x="78" y="72"/>
                    <a:pt x="78" y="70"/>
                  </a:cubicBezTo>
                  <a:cubicBezTo>
                    <a:pt x="78" y="67"/>
                    <a:pt x="78" y="64"/>
                    <a:pt x="79" y="67"/>
                  </a:cubicBezTo>
                  <a:cubicBezTo>
                    <a:pt x="79" y="70"/>
                    <a:pt x="78" y="72"/>
                    <a:pt x="82" y="72"/>
                  </a:cubicBezTo>
                  <a:cubicBezTo>
                    <a:pt x="79" y="74"/>
                    <a:pt x="76" y="70"/>
                    <a:pt x="76" y="72"/>
                  </a:cubicBezTo>
                  <a:cubicBezTo>
                    <a:pt x="75" y="74"/>
                    <a:pt x="81" y="75"/>
                    <a:pt x="81" y="77"/>
                  </a:cubicBezTo>
                  <a:cubicBezTo>
                    <a:pt x="81" y="78"/>
                    <a:pt x="87" y="77"/>
                    <a:pt x="88" y="77"/>
                  </a:cubicBezTo>
                  <a:cubicBezTo>
                    <a:pt x="90" y="78"/>
                    <a:pt x="91" y="75"/>
                    <a:pt x="91" y="78"/>
                  </a:cubicBezTo>
                  <a:cubicBezTo>
                    <a:pt x="93" y="81"/>
                    <a:pt x="82" y="83"/>
                    <a:pt x="82" y="86"/>
                  </a:cubicBezTo>
                  <a:cubicBezTo>
                    <a:pt x="84" y="88"/>
                    <a:pt x="91" y="86"/>
                    <a:pt x="91" y="91"/>
                  </a:cubicBezTo>
                  <a:cubicBezTo>
                    <a:pt x="91" y="95"/>
                    <a:pt x="88" y="92"/>
                    <a:pt x="91" y="95"/>
                  </a:cubicBezTo>
                  <a:cubicBezTo>
                    <a:pt x="94" y="98"/>
                    <a:pt x="97" y="94"/>
                    <a:pt x="100" y="92"/>
                  </a:cubicBezTo>
                  <a:cubicBezTo>
                    <a:pt x="103" y="91"/>
                    <a:pt x="102" y="94"/>
                    <a:pt x="105" y="91"/>
                  </a:cubicBezTo>
                  <a:cubicBezTo>
                    <a:pt x="108" y="86"/>
                    <a:pt x="108" y="91"/>
                    <a:pt x="113" y="89"/>
                  </a:cubicBezTo>
                  <a:cubicBezTo>
                    <a:pt x="117" y="88"/>
                    <a:pt x="113" y="89"/>
                    <a:pt x="114" y="86"/>
                  </a:cubicBezTo>
                  <a:cubicBezTo>
                    <a:pt x="116" y="84"/>
                    <a:pt x="114" y="83"/>
                    <a:pt x="111" y="84"/>
                  </a:cubicBezTo>
                  <a:cubicBezTo>
                    <a:pt x="106" y="86"/>
                    <a:pt x="106" y="89"/>
                    <a:pt x="103" y="83"/>
                  </a:cubicBezTo>
                  <a:cubicBezTo>
                    <a:pt x="99" y="77"/>
                    <a:pt x="100" y="77"/>
                    <a:pt x="102" y="75"/>
                  </a:cubicBezTo>
                  <a:cubicBezTo>
                    <a:pt x="106" y="74"/>
                    <a:pt x="102" y="78"/>
                    <a:pt x="105" y="77"/>
                  </a:cubicBezTo>
                  <a:cubicBezTo>
                    <a:pt x="106" y="75"/>
                    <a:pt x="110" y="70"/>
                    <a:pt x="111" y="70"/>
                  </a:cubicBezTo>
                  <a:cubicBezTo>
                    <a:pt x="116" y="72"/>
                    <a:pt x="123" y="66"/>
                    <a:pt x="125" y="66"/>
                  </a:cubicBezTo>
                  <a:cubicBezTo>
                    <a:pt x="128" y="66"/>
                    <a:pt x="126" y="67"/>
                    <a:pt x="128" y="66"/>
                  </a:cubicBezTo>
                  <a:cubicBezTo>
                    <a:pt x="126" y="56"/>
                    <a:pt x="132" y="61"/>
                    <a:pt x="132" y="58"/>
                  </a:cubicBezTo>
                  <a:cubicBezTo>
                    <a:pt x="134" y="55"/>
                    <a:pt x="140" y="58"/>
                    <a:pt x="141" y="55"/>
                  </a:cubicBezTo>
                  <a:cubicBezTo>
                    <a:pt x="143" y="53"/>
                    <a:pt x="141" y="50"/>
                    <a:pt x="140" y="49"/>
                  </a:cubicBezTo>
                  <a:cubicBezTo>
                    <a:pt x="138" y="47"/>
                    <a:pt x="140" y="46"/>
                    <a:pt x="141" y="46"/>
                  </a:cubicBezTo>
                  <a:cubicBezTo>
                    <a:pt x="144" y="46"/>
                    <a:pt x="143" y="44"/>
                    <a:pt x="141" y="44"/>
                  </a:cubicBezTo>
                  <a:cubicBezTo>
                    <a:pt x="140" y="44"/>
                    <a:pt x="140" y="42"/>
                    <a:pt x="143" y="41"/>
                  </a:cubicBezTo>
                  <a:cubicBezTo>
                    <a:pt x="144" y="39"/>
                    <a:pt x="143" y="39"/>
                    <a:pt x="143" y="36"/>
                  </a:cubicBezTo>
                  <a:cubicBezTo>
                    <a:pt x="143" y="35"/>
                    <a:pt x="140" y="38"/>
                    <a:pt x="138" y="35"/>
                  </a:cubicBezTo>
                  <a:cubicBezTo>
                    <a:pt x="137" y="32"/>
                    <a:pt x="134" y="35"/>
                    <a:pt x="132" y="33"/>
                  </a:cubicBezTo>
                  <a:cubicBezTo>
                    <a:pt x="129" y="28"/>
                    <a:pt x="128" y="33"/>
                    <a:pt x="125" y="30"/>
                  </a:cubicBezTo>
                  <a:cubicBezTo>
                    <a:pt x="122" y="28"/>
                    <a:pt x="123" y="24"/>
                    <a:pt x="119" y="27"/>
                  </a:cubicBezTo>
                  <a:cubicBezTo>
                    <a:pt x="113" y="30"/>
                    <a:pt x="113" y="25"/>
                    <a:pt x="108" y="27"/>
                  </a:cubicBezTo>
                  <a:cubicBezTo>
                    <a:pt x="105" y="28"/>
                    <a:pt x="108" y="22"/>
                    <a:pt x="105" y="19"/>
                  </a:cubicBezTo>
                  <a:cubicBezTo>
                    <a:pt x="102" y="14"/>
                    <a:pt x="102" y="17"/>
                    <a:pt x="99" y="16"/>
                  </a:cubicBezTo>
                  <a:cubicBezTo>
                    <a:pt x="96" y="16"/>
                    <a:pt x="99" y="16"/>
                    <a:pt x="96" y="13"/>
                  </a:cubicBezTo>
                  <a:cubicBezTo>
                    <a:pt x="94" y="11"/>
                    <a:pt x="100" y="10"/>
                    <a:pt x="97" y="8"/>
                  </a:cubicBezTo>
                  <a:cubicBezTo>
                    <a:pt x="93" y="7"/>
                    <a:pt x="96" y="0"/>
                    <a:pt x="93" y="3"/>
                  </a:cubicBezTo>
                  <a:cubicBezTo>
                    <a:pt x="90" y="5"/>
                    <a:pt x="91" y="0"/>
                    <a:pt x="88" y="3"/>
                  </a:cubicBezTo>
                  <a:cubicBezTo>
                    <a:pt x="85" y="5"/>
                    <a:pt x="82" y="2"/>
                    <a:pt x="82" y="5"/>
                  </a:cubicBezTo>
                  <a:cubicBezTo>
                    <a:pt x="81" y="8"/>
                    <a:pt x="78" y="7"/>
                    <a:pt x="76" y="5"/>
                  </a:cubicBezTo>
                  <a:cubicBezTo>
                    <a:pt x="70" y="5"/>
                    <a:pt x="68" y="8"/>
                    <a:pt x="68" y="13"/>
                  </a:cubicBezTo>
                  <a:cubicBezTo>
                    <a:pt x="68" y="17"/>
                    <a:pt x="67" y="17"/>
                    <a:pt x="65" y="14"/>
                  </a:cubicBezTo>
                  <a:cubicBezTo>
                    <a:pt x="64" y="14"/>
                    <a:pt x="61" y="14"/>
                    <a:pt x="59" y="14"/>
                  </a:cubicBezTo>
                  <a:cubicBezTo>
                    <a:pt x="56" y="16"/>
                    <a:pt x="58" y="10"/>
                    <a:pt x="53" y="13"/>
                  </a:cubicBezTo>
                  <a:cubicBezTo>
                    <a:pt x="50" y="16"/>
                    <a:pt x="55" y="11"/>
                    <a:pt x="46" y="11"/>
                  </a:cubicBezTo>
                  <a:cubicBezTo>
                    <a:pt x="40" y="11"/>
                    <a:pt x="43" y="10"/>
                    <a:pt x="38" y="10"/>
                  </a:cubicBezTo>
                  <a:cubicBezTo>
                    <a:pt x="35" y="11"/>
                    <a:pt x="34" y="7"/>
                    <a:pt x="23" y="8"/>
                  </a:cubicBezTo>
                  <a:cubicBezTo>
                    <a:pt x="14" y="10"/>
                    <a:pt x="18" y="13"/>
                    <a:pt x="15" y="11"/>
                  </a:cubicBezTo>
                  <a:cubicBezTo>
                    <a:pt x="14" y="11"/>
                    <a:pt x="12" y="13"/>
                    <a:pt x="12" y="1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1" name="Freeform 159">
              <a:extLst>
                <a:ext uri="{FF2B5EF4-FFF2-40B4-BE49-F238E27FC236}">
                  <a16:creationId xmlns:a16="http://schemas.microsoft.com/office/drawing/2014/main" id="{2A4E0F7D-48F2-3B3A-8C33-8BA3E81FBE03}"/>
                </a:ext>
              </a:extLst>
            </p:cNvPr>
            <p:cNvSpPr>
              <a:spLocks/>
            </p:cNvSpPr>
            <p:nvPr/>
          </p:nvSpPr>
          <p:spPr bwMode="auto">
            <a:xfrm>
              <a:off x="2417670" y="3037949"/>
              <a:ext cx="89027" cy="108103"/>
            </a:xfrm>
            <a:custGeom>
              <a:avLst/>
              <a:gdLst/>
              <a:ahLst/>
              <a:cxnLst>
                <a:cxn ang="0">
                  <a:pos x="12" y="35"/>
                </a:cxn>
                <a:cxn ang="0">
                  <a:pos x="12" y="31"/>
                </a:cxn>
                <a:cxn ang="0">
                  <a:pos x="10" y="18"/>
                </a:cxn>
                <a:cxn ang="0">
                  <a:pos x="7" y="12"/>
                </a:cxn>
                <a:cxn ang="0">
                  <a:pos x="0" y="3"/>
                </a:cxn>
                <a:cxn ang="0">
                  <a:pos x="6" y="1"/>
                </a:cxn>
                <a:cxn ang="0">
                  <a:pos x="15" y="5"/>
                </a:cxn>
                <a:cxn ang="0">
                  <a:pos x="19" y="6"/>
                </a:cxn>
                <a:cxn ang="0">
                  <a:pos x="19" y="9"/>
                </a:cxn>
                <a:cxn ang="0">
                  <a:pos x="22" y="14"/>
                </a:cxn>
                <a:cxn ang="0">
                  <a:pos x="24" y="18"/>
                </a:cxn>
                <a:cxn ang="0">
                  <a:pos x="25" y="25"/>
                </a:cxn>
                <a:cxn ang="0">
                  <a:pos x="25" y="25"/>
                </a:cxn>
                <a:cxn ang="0">
                  <a:pos x="19" y="25"/>
                </a:cxn>
                <a:cxn ang="0">
                  <a:pos x="18" y="26"/>
                </a:cxn>
                <a:cxn ang="0">
                  <a:pos x="15" y="34"/>
                </a:cxn>
                <a:cxn ang="0">
                  <a:pos x="12" y="35"/>
                </a:cxn>
              </a:cxnLst>
              <a:rect l="0" t="0" r="r" b="b"/>
              <a:pathLst>
                <a:path w="29" h="35">
                  <a:moveTo>
                    <a:pt x="12" y="35"/>
                  </a:moveTo>
                  <a:cubicBezTo>
                    <a:pt x="10" y="34"/>
                    <a:pt x="12" y="34"/>
                    <a:pt x="12" y="31"/>
                  </a:cubicBezTo>
                  <a:cubicBezTo>
                    <a:pt x="10" y="26"/>
                    <a:pt x="15" y="23"/>
                    <a:pt x="10" y="18"/>
                  </a:cubicBezTo>
                  <a:cubicBezTo>
                    <a:pt x="6" y="12"/>
                    <a:pt x="7" y="14"/>
                    <a:pt x="7" y="12"/>
                  </a:cubicBezTo>
                  <a:cubicBezTo>
                    <a:pt x="4" y="11"/>
                    <a:pt x="3" y="1"/>
                    <a:pt x="0" y="3"/>
                  </a:cubicBezTo>
                  <a:cubicBezTo>
                    <a:pt x="1" y="1"/>
                    <a:pt x="4" y="1"/>
                    <a:pt x="6" y="1"/>
                  </a:cubicBezTo>
                  <a:cubicBezTo>
                    <a:pt x="7" y="0"/>
                    <a:pt x="13" y="5"/>
                    <a:pt x="15" y="5"/>
                  </a:cubicBezTo>
                  <a:cubicBezTo>
                    <a:pt x="16" y="3"/>
                    <a:pt x="16" y="8"/>
                    <a:pt x="19" y="6"/>
                  </a:cubicBezTo>
                  <a:cubicBezTo>
                    <a:pt x="21" y="6"/>
                    <a:pt x="21" y="8"/>
                    <a:pt x="19" y="9"/>
                  </a:cubicBezTo>
                  <a:cubicBezTo>
                    <a:pt x="18" y="12"/>
                    <a:pt x="21" y="14"/>
                    <a:pt x="22" y="14"/>
                  </a:cubicBezTo>
                  <a:cubicBezTo>
                    <a:pt x="24" y="14"/>
                    <a:pt x="21" y="17"/>
                    <a:pt x="24" y="18"/>
                  </a:cubicBezTo>
                  <a:cubicBezTo>
                    <a:pt x="27" y="20"/>
                    <a:pt x="24" y="23"/>
                    <a:pt x="25" y="25"/>
                  </a:cubicBezTo>
                  <a:cubicBezTo>
                    <a:pt x="29" y="25"/>
                    <a:pt x="25" y="26"/>
                    <a:pt x="25" y="25"/>
                  </a:cubicBezTo>
                  <a:cubicBezTo>
                    <a:pt x="24" y="25"/>
                    <a:pt x="21" y="26"/>
                    <a:pt x="19" y="25"/>
                  </a:cubicBezTo>
                  <a:cubicBezTo>
                    <a:pt x="18" y="23"/>
                    <a:pt x="16" y="25"/>
                    <a:pt x="18" y="26"/>
                  </a:cubicBezTo>
                  <a:cubicBezTo>
                    <a:pt x="19" y="29"/>
                    <a:pt x="13" y="32"/>
                    <a:pt x="15" y="34"/>
                  </a:cubicBezTo>
                  <a:cubicBezTo>
                    <a:pt x="15" y="35"/>
                    <a:pt x="13" y="35"/>
                    <a:pt x="12" y="3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2" name="Freeform 160">
              <a:extLst>
                <a:ext uri="{FF2B5EF4-FFF2-40B4-BE49-F238E27FC236}">
                  <a16:creationId xmlns:a16="http://schemas.microsoft.com/office/drawing/2014/main" id="{66216B2F-6BD3-9260-2C29-BC2C27410CD9}"/>
                </a:ext>
              </a:extLst>
            </p:cNvPr>
            <p:cNvSpPr>
              <a:spLocks/>
            </p:cNvSpPr>
            <p:nvPr/>
          </p:nvSpPr>
          <p:spPr bwMode="auto">
            <a:xfrm>
              <a:off x="2263461" y="3047487"/>
              <a:ext cx="227337" cy="165334"/>
            </a:xfrm>
            <a:custGeom>
              <a:avLst/>
              <a:gdLst/>
              <a:ahLst/>
              <a:cxnLst>
                <a:cxn ang="0">
                  <a:pos x="21" y="3"/>
                </a:cxn>
                <a:cxn ang="0">
                  <a:pos x="15" y="6"/>
                </a:cxn>
                <a:cxn ang="0">
                  <a:pos x="12" y="11"/>
                </a:cxn>
                <a:cxn ang="0">
                  <a:pos x="10" y="15"/>
                </a:cxn>
                <a:cxn ang="0">
                  <a:pos x="6" y="23"/>
                </a:cxn>
                <a:cxn ang="0">
                  <a:pos x="3" y="23"/>
                </a:cxn>
                <a:cxn ang="0">
                  <a:pos x="3" y="23"/>
                </a:cxn>
                <a:cxn ang="0">
                  <a:pos x="0" y="25"/>
                </a:cxn>
                <a:cxn ang="0">
                  <a:pos x="3" y="30"/>
                </a:cxn>
                <a:cxn ang="0">
                  <a:pos x="9" y="36"/>
                </a:cxn>
                <a:cxn ang="0">
                  <a:pos x="13" y="42"/>
                </a:cxn>
                <a:cxn ang="0">
                  <a:pos x="16" y="40"/>
                </a:cxn>
                <a:cxn ang="0">
                  <a:pos x="18" y="47"/>
                </a:cxn>
                <a:cxn ang="0">
                  <a:pos x="19" y="51"/>
                </a:cxn>
                <a:cxn ang="0">
                  <a:pos x="25" y="51"/>
                </a:cxn>
                <a:cxn ang="0">
                  <a:pos x="33" y="51"/>
                </a:cxn>
                <a:cxn ang="0">
                  <a:pos x="42" y="51"/>
                </a:cxn>
                <a:cxn ang="0">
                  <a:pos x="54" y="50"/>
                </a:cxn>
                <a:cxn ang="0">
                  <a:pos x="60" y="51"/>
                </a:cxn>
                <a:cxn ang="0">
                  <a:pos x="65" y="53"/>
                </a:cxn>
                <a:cxn ang="0">
                  <a:pos x="71" y="40"/>
                </a:cxn>
                <a:cxn ang="0">
                  <a:pos x="74" y="36"/>
                </a:cxn>
                <a:cxn ang="0">
                  <a:pos x="69" y="34"/>
                </a:cxn>
                <a:cxn ang="0">
                  <a:pos x="66" y="36"/>
                </a:cxn>
                <a:cxn ang="0">
                  <a:pos x="62" y="33"/>
                </a:cxn>
                <a:cxn ang="0">
                  <a:pos x="62" y="28"/>
                </a:cxn>
                <a:cxn ang="0">
                  <a:pos x="60" y="15"/>
                </a:cxn>
                <a:cxn ang="0">
                  <a:pos x="57" y="9"/>
                </a:cxn>
                <a:cxn ang="0">
                  <a:pos x="50" y="0"/>
                </a:cxn>
                <a:cxn ang="0">
                  <a:pos x="44" y="5"/>
                </a:cxn>
                <a:cxn ang="0">
                  <a:pos x="38" y="6"/>
                </a:cxn>
                <a:cxn ang="0">
                  <a:pos x="33" y="3"/>
                </a:cxn>
                <a:cxn ang="0">
                  <a:pos x="27" y="3"/>
                </a:cxn>
                <a:cxn ang="0">
                  <a:pos x="22" y="3"/>
                </a:cxn>
                <a:cxn ang="0">
                  <a:pos x="21" y="3"/>
                </a:cxn>
              </a:cxnLst>
              <a:rect l="0" t="0" r="r" b="b"/>
              <a:pathLst>
                <a:path w="74" h="54">
                  <a:moveTo>
                    <a:pt x="21" y="3"/>
                  </a:moveTo>
                  <a:cubicBezTo>
                    <a:pt x="18" y="8"/>
                    <a:pt x="16" y="5"/>
                    <a:pt x="15" y="6"/>
                  </a:cubicBezTo>
                  <a:cubicBezTo>
                    <a:pt x="13" y="8"/>
                    <a:pt x="15" y="8"/>
                    <a:pt x="12" y="11"/>
                  </a:cubicBezTo>
                  <a:cubicBezTo>
                    <a:pt x="9" y="14"/>
                    <a:pt x="12" y="14"/>
                    <a:pt x="10" y="15"/>
                  </a:cubicBezTo>
                  <a:cubicBezTo>
                    <a:pt x="9" y="19"/>
                    <a:pt x="6" y="23"/>
                    <a:pt x="6" y="23"/>
                  </a:cubicBezTo>
                  <a:cubicBezTo>
                    <a:pt x="4" y="23"/>
                    <a:pt x="4" y="22"/>
                    <a:pt x="3" y="23"/>
                  </a:cubicBezTo>
                  <a:cubicBezTo>
                    <a:pt x="3" y="23"/>
                    <a:pt x="4" y="23"/>
                    <a:pt x="3" y="23"/>
                  </a:cubicBezTo>
                  <a:cubicBezTo>
                    <a:pt x="1" y="23"/>
                    <a:pt x="0" y="23"/>
                    <a:pt x="0" y="25"/>
                  </a:cubicBezTo>
                  <a:cubicBezTo>
                    <a:pt x="1" y="28"/>
                    <a:pt x="4" y="28"/>
                    <a:pt x="3" y="30"/>
                  </a:cubicBezTo>
                  <a:cubicBezTo>
                    <a:pt x="3" y="34"/>
                    <a:pt x="10" y="34"/>
                    <a:pt x="9" y="36"/>
                  </a:cubicBezTo>
                  <a:cubicBezTo>
                    <a:pt x="7" y="39"/>
                    <a:pt x="9" y="42"/>
                    <a:pt x="13" y="42"/>
                  </a:cubicBezTo>
                  <a:cubicBezTo>
                    <a:pt x="16" y="44"/>
                    <a:pt x="15" y="40"/>
                    <a:pt x="16" y="40"/>
                  </a:cubicBezTo>
                  <a:cubicBezTo>
                    <a:pt x="22" y="45"/>
                    <a:pt x="13" y="42"/>
                    <a:pt x="18" y="47"/>
                  </a:cubicBezTo>
                  <a:cubicBezTo>
                    <a:pt x="24" y="50"/>
                    <a:pt x="18" y="50"/>
                    <a:pt x="19" y="51"/>
                  </a:cubicBezTo>
                  <a:cubicBezTo>
                    <a:pt x="21" y="53"/>
                    <a:pt x="22" y="50"/>
                    <a:pt x="25" y="51"/>
                  </a:cubicBezTo>
                  <a:cubicBezTo>
                    <a:pt x="30" y="54"/>
                    <a:pt x="30" y="51"/>
                    <a:pt x="33" y="51"/>
                  </a:cubicBezTo>
                  <a:cubicBezTo>
                    <a:pt x="36" y="53"/>
                    <a:pt x="39" y="54"/>
                    <a:pt x="42" y="51"/>
                  </a:cubicBezTo>
                  <a:cubicBezTo>
                    <a:pt x="45" y="50"/>
                    <a:pt x="53" y="47"/>
                    <a:pt x="54" y="50"/>
                  </a:cubicBezTo>
                  <a:cubicBezTo>
                    <a:pt x="56" y="51"/>
                    <a:pt x="57" y="48"/>
                    <a:pt x="60" y="51"/>
                  </a:cubicBezTo>
                  <a:cubicBezTo>
                    <a:pt x="60" y="53"/>
                    <a:pt x="63" y="53"/>
                    <a:pt x="65" y="53"/>
                  </a:cubicBezTo>
                  <a:cubicBezTo>
                    <a:pt x="65" y="45"/>
                    <a:pt x="66" y="42"/>
                    <a:pt x="71" y="40"/>
                  </a:cubicBezTo>
                  <a:cubicBezTo>
                    <a:pt x="74" y="40"/>
                    <a:pt x="74" y="39"/>
                    <a:pt x="74" y="36"/>
                  </a:cubicBezTo>
                  <a:cubicBezTo>
                    <a:pt x="73" y="33"/>
                    <a:pt x="69" y="34"/>
                    <a:pt x="69" y="34"/>
                  </a:cubicBezTo>
                  <a:cubicBezTo>
                    <a:pt x="68" y="36"/>
                    <a:pt x="66" y="34"/>
                    <a:pt x="66" y="36"/>
                  </a:cubicBezTo>
                  <a:cubicBezTo>
                    <a:pt x="65" y="37"/>
                    <a:pt x="63" y="36"/>
                    <a:pt x="62" y="33"/>
                  </a:cubicBezTo>
                  <a:cubicBezTo>
                    <a:pt x="60" y="31"/>
                    <a:pt x="62" y="33"/>
                    <a:pt x="62" y="28"/>
                  </a:cubicBezTo>
                  <a:cubicBezTo>
                    <a:pt x="60" y="25"/>
                    <a:pt x="65" y="20"/>
                    <a:pt x="60" y="15"/>
                  </a:cubicBezTo>
                  <a:cubicBezTo>
                    <a:pt x="56" y="11"/>
                    <a:pt x="59" y="11"/>
                    <a:pt x="57" y="9"/>
                  </a:cubicBezTo>
                  <a:cubicBezTo>
                    <a:pt x="54" y="8"/>
                    <a:pt x="54" y="0"/>
                    <a:pt x="50" y="0"/>
                  </a:cubicBezTo>
                  <a:cubicBezTo>
                    <a:pt x="47" y="1"/>
                    <a:pt x="48" y="3"/>
                    <a:pt x="44" y="5"/>
                  </a:cubicBezTo>
                  <a:cubicBezTo>
                    <a:pt x="39" y="5"/>
                    <a:pt x="39" y="5"/>
                    <a:pt x="38" y="6"/>
                  </a:cubicBezTo>
                  <a:cubicBezTo>
                    <a:pt x="36" y="8"/>
                    <a:pt x="35" y="3"/>
                    <a:pt x="33" y="3"/>
                  </a:cubicBezTo>
                  <a:cubicBezTo>
                    <a:pt x="30" y="5"/>
                    <a:pt x="30" y="3"/>
                    <a:pt x="27" y="3"/>
                  </a:cubicBezTo>
                  <a:cubicBezTo>
                    <a:pt x="24" y="3"/>
                    <a:pt x="22" y="1"/>
                    <a:pt x="22" y="3"/>
                  </a:cubicBezTo>
                  <a:cubicBezTo>
                    <a:pt x="21" y="5"/>
                    <a:pt x="21" y="3"/>
                    <a:pt x="21"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3" name="Freeform 161">
              <a:extLst>
                <a:ext uri="{FF2B5EF4-FFF2-40B4-BE49-F238E27FC236}">
                  <a16:creationId xmlns:a16="http://schemas.microsoft.com/office/drawing/2014/main" id="{BF04A97C-2401-2924-A301-37AC92B5D8D6}"/>
                </a:ext>
              </a:extLst>
            </p:cNvPr>
            <p:cNvSpPr>
              <a:spLocks/>
            </p:cNvSpPr>
            <p:nvPr/>
          </p:nvSpPr>
          <p:spPr bwMode="auto">
            <a:xfrm>
              <a:off x="2401771" y="3262103"/>
              <a:ext cx="76309" cy="77898"/>
            </a:xfrm>
            <a:custGeom>
              <a:avLst/>
              <a:gdLst/>
              <a:ahLst/>
              <a:cxnLst>
                <a:cxn ang="0">
                  <a:pos x="2" y="5"/>
                </a:cxn>
                <a:cxn ang="0">
                  <a:pos x="3" y="11"/>
                </a:cxn>
                <a:cxn ang="0">
                  <a:pos x="0" y="16"/>
                </a:cxn>
                <a:cxn ang="0">
                  <a:pos x="5" y="17"/>
                </a:cxn>
                <a:cxn ang="0">
                  <a:pos x="2" y="22"/>
                </a:cxn>
                <a:cxn ang="0">
                  <a:pos x="5" y="20"/>
                </a:cxn>
                <a:cxn ang="0">
                  <a:pos x="11" y="16"/>
                </a:cxn>
                <a:cxn ang="0">
                  <a:pos x="15" y="14"/>
                </a:cxn>
                <a:cxn ang="0">
                  <a:pos x="23" y="12"/>
                </a:cxn>
                <a:cxn ang="0">
                  <a:pos x="20" y="9"/>
                </a:cxn>
                <a:cxn ang="0">
                  <a:pos x="15" y="2"/>
                </a:cxn>
                <a:cxn ang="0">
                  <a:pos x="12" y="3"/>
                </a:cxn>
                <a:cxn ang="0">
                  <a:pos x="8" y="2"/>
                </a:cxn>
                <a:cxn ang="0">
                  <a:pos x="5" y="3"/>
                </a:cxn>
                <a:cxn ang="0">
                  <a:pos x="2" y="5"/>
                </a:cxn>
              </a:cxnLst>
              <a:rect l="0" t="0" r="r" b="b"/>
              <a:pathLst>
                <a:path w="25" h="25">
                  <a:moveTo>
                    <a:pt x="2" y="5"/>
                  </a:moveTo>
                  <a:cubicBezTo>
                    <a:pt x="5" y="8"/>
                    <a:pt x="5" y="9"/>
                    <a:pt x="3" y="11"/>
                  </a:cubicBezTo>
                  <a:cubicBezTo>
                    <a:pt x="2" y="11"/>
                    <a:pt x="3" y="14"/>
                    <a:pt x="0" y="16"/>
                  </a:cubicBezTo>
                  <a:cubicBezTo>
                    <a:pt x="0" y="20"/>
                    <a:pt x="9" y="16"/>
                    <a:pt x="5" y="17"/>
                  </a:cubicBezTo>
                  <a:cubicBezTo>
                    <a:pt x="2" y="20"/>
                    <a:pt x="2" y="19"/>
                    <a:pt x="2" y="22"/>
                  </a:cubicBezTo>
                  <a:cubicBezTo>
                    <a:pt x="0" y="25"/>
                    <a:pt x="2" y="22"/>
                    <a:pt x="5" y="20"/>
                  </a:cubicBezTo>
                  <a:cubicBezTo>
                    <a:pt x="8" y="17"/>
                    <a:pt x="9" y="19"/>
                    <a:pt x="11" y="16"/>
                  </a:cubicBezTo>
                  <a:cubicBezTo>
                    <a:pt x="14" y="9"/>
                    <a:pt x="14" y="16"/>
                    <a:pt x="15" y="14"/>
                  </a:cubicBezTo>
                  <a:cubicBezTo>
                    <a:pt x="18" y="11"/>
                    <a:pt x="21" y="16"/>
                    <a:pt x="23" y="12"/>
                  </a:cubicBezTo>
                  <a:cubicBezTo>
                    <a:pt x="25" y="9"/>
                    <a:pt x="23" y="11"/>
                    <a:pt x="20" y="9"/>
                  </a:cubicBezTo>
                  <a:cubicBezTo>
                    <a:pt x="15" y="6"/>
                    <a:pt x="15" y="5"/>
                    <a:pt x="15" y="2"/>
                  </a:cubicBezTo>
                  <a:cubicBezTo>
                    <a:pt x="14" y="2"/>
                    <a:pt x="14" y="3"/>
                    <a:pt x="12" y="3"/>
                  </a:cubicBezTo>
                  <a:cubicBezTo>
                    <a:pt x="11" y="3"/>
                    <a:pt x="9" y="0"/>
                    <a:pt x="8" y="2"/>
                  </a:cubicBezTo>
                  <a:cubicBezTo>
                    <a:pt x="6" y="3"/>
                    <a:pt x="5" y="0"/>
                    <a:pt x="5" y="3"/>
                  </a:cubicBezTo>
                  <a:cubicBezTo>
                    <a:pt x="3" y="5"/>
                    <a:pt x="2" y="3"/>
                    <a:pt x="2"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4" name="Freeform 165">
              <a:extLst>
                <a:ext uri="{FF2B5EF4-FFF2-40B4-BE49-F238E27FC236}">
                  <a16:creationId xmlns:a16="http://schemas.microsoft.com/office/drawing/2014/main" id="{3988F721-4AC0-5E55-B334-69ABBA98B935}"/>
                </a:ext>
              </a:extLst>
            </p:cNvPr>
            <p:cNvSpPr>
              <a:spLocks/>
            </p:cNvSpPr>
            <p:nvPr/>
          </p:nvSpPr>
          <p:spPr bwMode="auto">
            <a:xfrm>
              <a:off x="2322283" y="2748616"/>
              <a:ext cx="249594" cy="193948"/>
            </a:xfrm>
            <a:custGeom>
              <a:avLst/>
              <a:gdLst/>
              <a:ahLst/>
              <a:cxnLst>
                <a:cxn ang="0">
                  <a:pos x="70" y="50"/>
                </a:cxn>
                <a:cxn ang="0">
                  <a:pos x="63" y="58"/>
                </a:cxn>
                <a:cxn ang="0">
                  <a:pos x="60" y="60"/>
                </a:cxn>
                <a:cxn ang="0">
                  <a:pos x="54" y="60"/>
                </a:cxn>
                <a:cxn ang="0">
                  <a:pos x="47" y="58"/>
                </a:cxn>
                <a:cxn ang="0">
                  <a:pos x="40" y="57"/>
                </a:cxn>
                <a:cxn ang="0">
                  <a:pos x="32" y="55"/>
                </a:cxn>
                <a:cxn ang="0">
                  <a:pos x="17" y="54"/>
                </a:cxn>
                <a:cxn ang="0">
                  <a:pos x="9" y="57"/>
                </a:cxn>
                <a:cxn ang="0">
                  <a:pos x="6" y="58"/>
                </a:cxn>
                <a:cxn ang="0">
                  <a:pos x="3" y="50"/>
                </a:cxn>
                <a:cxn ang="0">
                  <a:pos x="8" y="46"/>
                </a:cxn>
                <a:cxn ang="0">
                  <a:pos x="6" y="29"/>
                </a:cxn>
                <a:cxn ang="0">
                  <a:pos x="17" y="27"/>
                </a:cxn>
                <a:cxn ang="0">
                  <a:pos x="23" y="25"/>
                </a:cxn>
                <a:cxn ang="0">
                  <a:pos x="23" y="19"/>
                </a:cxn>
                <a:cxn ang="0">
                  <a:pos x="31" y="13"/>
                </a:cxn>
                <a:cxn ang="0">
                  <a:pos x="31" y="7"/>
                </a:cxn>
                <a:cxn ang="0">
                  <a:pos x="38" y="5"/>
                </a:cxn>
                <a:cxn ang="0">
                  <a:pos x="43" y="2"/>
                </a:cxn>
                <a:cxn ang="0">
                  <a:pos x="49" y="3"/>
                </a:cxn>
                <a:cxn ang="0">
                  <a:pos x="55" y="7"/>
                </a:cxn>
                <a:cxn ang="0">
                  <a:pos x="61" y="7"/>
                </a:cxn>
                <a:cxn ang="0">
                  <a:pos x="64" y="10"/>
                </a:cxn>
                <a:cxn ang="0">
                  <a:pos x="64" y="16"/>
                </a:cxn>
                <a:cxn ang="0">
                  <a:pos x="66" y="22"/>
                </a:cxn>
                <a:cxn ang="0">
                  <a:pos x="72" y="29"/>
                </a:cxn>
                <a:cxn ang="0">
                  <a:pos x="76" y="33"/>
                </a:cxn>
                <a:cxn ang="0">
                  <a:pos x="78" y="36"/>
                </a:cxn>
                <a:cxn ang="0">
                  <a:pos x="70" y="38"/>
                </a:cxn>
                <a:cxn ang="0">
                  <a:pos x="69" y="41"/>
                </a:cxn>
                <a:cxn ang="0">
                  <a:pos x="70" y="50"/>
                </a:cxn>
              </a:cxnLst>
              <a:rect l="0" t="0" r="r" b="b"/>
              <a:pathLst>
                <a:path w="81" h="63">
                  <a:moveTo>
                    <a:pt x="70" y="50"/>
                  </a:moveTo>
                  <a:cubicBezTo>
                    <a:pt x="64" y="50"/>
                    <a:pt x="63" y="54"/>
                    <a:pt x="63" y="58"/>
                  </a:cubicBezTo>
                  <a:cubicBezTo>
                    <a:pt x="63" y="63"/>
                    <a:pt x="61" y="63"/>
                    <a:pt x="60" y="60"/>
                  </a:cubicBezTo>
                  <a:cubicBezTo>
                    <a:pt x="58" y="60"/>
                    <a:pt x="55" y="60"/>
                    <a:pt x="54" y="60"/>
                  </a:cubicBezTo>
                  <a:cubicBezTo>
                    <a:pt x="50" y="61"/>
                    <a:pt x="52" y="55"/>
                    <a:pt x="47" y="58"/>
                  </a:cubicBezTo>
                  <a:cubicBezTo>
                    <a:pt x="44" y="61"/>
                    <a:pt x="49" y="57"/>
                    <a:pt x="40" y="57"/>
                  </a:cubicBezTo>
                  <a:cubicBezTo>
                    <a:pt x="34" y="57"/>
                    <a:pt x="37" y="55"/>
                    <a:pt x="32" y="55"/>
                  </a:cubicBezTo>
                  <a:cubicBezTo>
                    <a:pt x="29" y="57"/>
                    <a:pt x="28" y="52"/>
                    <a:pt x="17" y="54"/>
                  </a:cubicBezTo>
                  <a:cubicBezTo>
                    <a:pt x="8" y="55"/>
                    <a:pt x="12" y="58"/>
                    <a:pt x="9" y="57"/>
                  </a:cubicBezTo>
                  <a:cubicBezTo>
                    <a:pt x="8" y="57"/>
                    <a:pt x="6" y="58"/>
                    <a:pt x="6" y="58"/>
                  </a:cubicBezTo>
                  <a:cubicBezTo>
                    <a:pt x="5" y="55"/>
                    <a:pt x="9" y="52"/>
                    <a:pt x="3" y="50"/>
                  </a:cubicBezTo>
                  <a:cubicBezTo>
                    <a:pt x="0" y="49"/>
                    <a:pt x="5" y="46"/>
                    <a:pt x="8" y="46"/>
                  </a:cubicBezTo>
                  <a:cubicBezTo>
                    <a:pt x="11" y="44"/>
                    <a:pt x="8" y="38"/>
                    <a:pt x="6" y="29"/>
                  </a:cubicBezTo>
                  <a:cubicBezTo>
                    <a:pt x="11" y="27"/>
                    <a:pt x="12" y="32"/>
                    <a:pt x="17" y="27"/>
                  </a:cubicBezTo>
                  <a:cubicBezTo>
                    <a:pt x="23" y="21"/>
                    <a:pt x="21" y="29"/>
                    <a:pt x="23" y="25"/>
                  </a:cubicBezTo>
                  <a:cubicBezTo>
                    <a:pt x="26" y="24"/>
                    <a:pt x="20" y="24"/>
                    <a:pt x="23" y="19"/>
                  </a:cubicBezTo>
                  <a:cubicBezTo>
                    <a:pt x="28" y="13"/>
                    <a:pt x="29" y="16"/>
                    <a:pt x="31" y="13"/>
                  </a:cubicBezTo>
                  <a:cubicBezTo>
                    <a:pt x="32" y="10"/>
                    <a:pt x="28" y="14"/>
                    <a:pt x="31" y="7"/>
                  </a:cubicBezTo>
                  <a:cubicBezTo>
                    <a:pt x="35" y="3"/>
                    <a:pt x="37" y="7"/>
                    <a:pt x="38" y="5"/>
                  </a:cubicBezTo>
                  <a:cubicBezTo>
                    <a:pt x="40" y="2"/>
                    <a:pt x="40" y="2"/>
                    <a:pt x="43" y="2"/>
                  </a:cubicBezTo>
                  <a:cubicBezTo>
                    <a:pt x="47" y="0"/>
                    <a:pt x="44" y="3"/>
                    <a:pt x="49" y="3"/>
                  </a:cubicBezTo>
                  <a:cubicBezTo>
                    <a:pt x="55" y="2"/>
                    <a:pt x="50" y="8"/>
                    <a:pt x="55" y="7"/>
                  </a:cubicBezTo>
                  <a:cubicBezTo>
                    <a:pt x="58" y="3"/>
                    <a:pt x="61" y="5"/>
                    <a:pt x="61" y="7"/>
                  </a:cubicBezTo>
                  <a:cubicBezTo>
                    <a:pt x="63" y="8"/>
                    <a:pt x="66" y="7"/>
                    <a:pt x="64" y="10"/>
                  </a:cubicBezTo>
                  <a:cubicBezTo>
                    <a:pt x="63" y="14"/>
                    <a:pt x="67" y="14"/>
                    <a:pt x="64" y="16"/>
                  </a:cubicBezTo>
                  <a:cubicBezTo>
                    <a:pt x="61" y="19"/>
                    <a:pt x="66" y="18"/>
                    <a:pt x="66" y="22"/>
                  </a:cubicBezTo>
                  <a:cubicBezTo>
                    <a:pt x="67" y="29"/>
                    <a:pt x="73" y="27"/>
                    <a:pt x="72" y="29"/>
                  </a:cubicBezTo>
                  <a:cubicBezTo>
                    <a:pt x="69" y="33"/>
                    <a:pt x="76" y="29"/>
                    <a:pt x="76" y="33"/>
                  </a:cubicBezTo>
                  <a:cubicBezTo>
                    <a:pt x="76" y="35"/>
                    <a:pt x="81" y="35"/>
                    <a:pt x="78" y="36"/>
                  </a:cubicBezTo>
                  <a:cubicBezTo>
                    <a:pt x="75" y="38"/>
                    <a:pt x="75" y="41"/>
                    <a:pt x="70" y="38"/>
                  </a:cubicBezTo>
                  <a:cubicBezTo>
                    <a:pt x="69" y="36"/>
                    <a:pt x="67" y="39"/>
                    <a:pt x="69" y="41"/>
                  </a:cubicBezTo>
                  <a:cubicBezTo>
                    <a:pt x="72" y="46"/>
                    <a:pt x="67" y="46"/>
                    <a:pt x="70" y="5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5" name="Freeform 166">
              <a:extLst>
                <a:ext uri="{FF2B5EF4-FFF2-40B4-BE49-F238E27FC236}">
                  <a16:creationId xmlns:a16="http://schemas.microsoft.com/office/drawing/2014/main" id="{A59DCC79-4EDA-1024-1A12-755942B8F688}"/>
                </a:ext>
              </a:extLst>
            </p:cNvPr>
            <p:cNvSpPr>
              <a:spLocks/>
            </p:cNvSpPr>
            <p:nvPr/>
          </p:nvSpPr>
          <p:spPr bwMode="auto">
            <a:xfrm>
              <a:off x="2102895" y="2802668"/>
              <a:ext cx="262313" cy="219384"/>
            </a:xfrm>
            <a:custGeom>
              <a:avLst/>
              <a:gdLst/>
              <a:ahLst/>
              <a:cxnLst>
                <a:cxn ang="0">
                  <a:pos x="77" y="40"/>
                </a:cxn>
                <a:cxn ang="0">
                  <a:pos x="79" y="47"/>
                </a:cxn>
                <a:cxn ang="0">
                  <a:pos x="80" y="50"/>
                </a:cxn>
                <a:cxn ang="0">
                  <a:pos x="79" y="54"/>
                </a:cxn>
                <a:cxn ang="0">
                  <a:pos x="71" y="62"/>
                </a:cxn>
                <a:cxn ang="0">
                  <a:pos x="71" y="68"/>
                </a:cxn>
                <a:cxn ang="0">
                  <a:pos x="68" y="70"/>
                </a:cxn>
                <a:cxn ang="0">
                  <a:pos x="63" y="67"/>
                </a:cxn>
                <a:cxn ang="0">
                  <a:pos x="53" y="65"/>
                </a:cxn>
                <a:cxn ang="0">
                  <a:pos x="48" y="68"/>
                </a:cxn>
                <a:cxn ang="0">
                  <a:pos x="47" y="67"/>
                </a:cxn>
                <a:cxn ang="0">
                  <a:pos x="42" y="65"/>
                </a:cxn>
                <a:cxn ang="0">
                  <a:pos x="41" y="65"/>
                </a:cxn>
                <a:cxn ang="0">
                  <a:pos x="39" y="65"/>
                </a:cxn>
                <a:cxn ang="0">
                  <a:pos x="35" y="59"/>
                </a:cxn>
                <a:cxn ang="0">
                  <a:pos x="30" y="57"/>
                </a:cxn>
                <a:cxn ang="0">
                  <a:pos x="28" y="56"/>
                </a:cxn>
                <a:cxn ang="0">
                  <a:pos x="24" y="54"/>
                </a:cxn>
                <a:cxn ang="0">
                  <a:pos x="21" y="56"/>
                </a:cxn>
                <a:cxn ang="0">
                  <a:pos x="21" y="51"/>
                </a:cxn>
                <a:cxn ang="0">
                  <a:pos x="15" y="50"/>
                </a:cxn>
                <a:cxn ang="0">
                  <a:pos x="9" y="48"/>
                </a:cxn>
                <a:cxn ang="0">
                  <a:pos x="6" y="39"/>
                </a:cxn>
                <a:cxn ang="0">
                  <a:pos x="6" y="31"/>
                </a:cxn>
                <a:cxn ang="0">
                  <a:pos x="4" y="26"/>
                </a:cxn>
                <a:cxn ang="0">
                  <a:pos x="3" y="14"/>
                </a:cxn>
                <a:cxn ang="0">
                  <a:pos x="6" y="14"/>
                </a:cxn>
                <a:cxn ang="0">
                  <a:pos x="6" y="12"/>
                </a:cxn>
                <a:cxn ang="0">
                  <a:pos x="3" y="12"/>
                </a:cxn>
                <a:cxn ang="0">
                  <a:pos x="3" y="11"/>
                </a:cxn>
                <a:cxn ang="0">
                  <a:pos x="15" y="8"/>
                </a:cxn>
                <a:cxn ang="0">
                  <a:pos x="22" y="3"/>
                </a:cxn>
                <a:cxn ang="0">
                  <a:pos x="30" y="0"/>
                </a:cxn>
                <a:cxn ang="0">
                  <a:pos x="39" y="3"/>
                </a:cxn>
                <a:cxn ang="0">
                  <a:pos x="38" y="3"/>
                </a:cxn>
                <a:cxn ang="0">
                  <a:pos x="38" y="5"/>
                </a:cxn>
                <a:cxn ang="0">
                  <a:pos x="45" y="5"/>
                </a:cxn>
                <a:cxn ang="0">
                  <a:pos x="71" y="6"/>
                </a:cxn>
                <a:cxn ang="0">
                  <a:pos x="77" y="11"/>
                </a:cxn>
                <a:cxn ang="0">
                  <a:pos x="79" y="28"/>
                </a:cxn>
                <a:cxn ang="0">
                  <a:pos x="74" y="33"/>
                </a:cxn>
                <a:cxn ang="0">
                  <a:pos x="77" y="40"/>
                </a:cxn>
              </a:cxnLst>
              <a:rect l="0" t="0" r="r" b="b"/>
              <a:pathLst>
                <a:path w="85" h="71">
                  <a:moveTo>
                    <a:pt x="77" y="40"/>
                  </a:moveTo>
                  <a:cubicBezTo>
                    <a:pt x="79" y="43"/>
                    <a:pt x="76" y="42"/>
                    <a:pt x="79" y="47"/>
                  </a:cubicBezTo>
                  <a:cubicBezTo>
                    <a:pt x="85" y="51"/>
                    <a:pt x="79" y="48"/>
                    <a:pt x="80" y="50"/>
                  </a:cubicBezTo>
                  <a:cubicBezTo>
                    <a:pt x="82" y="51"/>
                    <a:pt x="83" y="53"/>
                    <a:pt x="79" y="54"/>
                  </a:cubicBezTo>
                  <a:cubicBezTo>
                    <a:pt x="77" y="54"/>
                    <a:pt x="72" y="59"/>
                    <a:pt x="71" y="62"/>
                  </a:cubicBezTo>
                  <a:cubicBezTo>
                    <a:pt x="68" y="65"/>
                    <a:pt x="71" y="67"/>
                    <a:pt x="71" y="68"/>
                  </a:cubicBezTo>
                  <a:cubicBezTo>
                    <a:pt x="69" y="70"/>
                    <a:pt x="74" y="71"/>
                    <a:pt x="68" y="70"/>
                  </a:cubicBezTo>
                  <a:cubicBezTo>
                    <a:pt x="63" y="68"/>
                    <a:pt x="65" y="67"/>
                    <a:pt x="63" y="67"/>
                  </a:cubicBezTo>
                  <a:cubicBezTo>
                    <a:pt x="59" y="65"/>
                    <a:pt x="54" y="65"/>
                    <a:pt x="53" y="65"/>
                  </a:cubicBezTo>
                  <a:cubicBezTo>
                    <a:pt x="50" y="65"/>
                    <a:pt x="50" y="70"/>
                    <a:pt x="48" y="68"/>
                  </a:cubicBezTo>
                  <a:cubicBezTo>
                    <a:pt x="48" y="68"/>
                    <a:pt x="47" y="68"/>
                    <a:pt x="47" y="67"/>
                  </a:cubicBezTo>
                  <a:cubicBezTo>
                    <a:pt x="48" y="64"/>
                    <a:pt x="44" y="62"/>
                    <a:pt x="42" y="65"/>
                  </a:cubicBezTo>
                  <a:cubicBezTo>
                    <a:pt x="42" y="67"/>
                    <a:pt x="41" y="67"/>
                    <a:pt x="41" y="65"/>
                  </a:cubicBezTo>
                  <a:cubicBezTo>
                    <a:pt x="41" y="65"/>
                    <a:pt x="41" y="65"/>
                    <a:pt x="39" y="65"/>
                  </a:cubicBezTo>
                  <a:cubicBezTo>
                    <a:pt x="39" y="62"/>
                    <a:pt x="38" y="61"/>
                    <a:pt x="35" y="59"/>
                  </a:cubicBezTo>
                  <a:cubicBezTo>
                    <a:pt x="32" y="57"/>
                    <a:pt x="33" y="59"/>
                    <a:pt x="30" y="57"/>
                  </a:cubicBezTo>
                  <a:cubicBezTo>
                    <a:pt x="28" y="56"/>
                    <a:pt x="32" y="56"/>
                    <a:pt x="28" y="56"/>
                  </a:cubicBezTo>
                  <a:cubicBezTo>
                    <a:pt x="25" y="54"/>
                    <a:pt x="22" y="53"/>
                    <a:pt x="24" y="54"/>
                  </a:cubicBezTo>
                  <a:cubicBezTo>
                    <a:pt x="25" y="56"/>
                    <a:pt x="24" y="59"/>
                    <a:pt x="21" y="56"/>
                  </a:cubicBezTo>
                  <a:cubicBezTo>
                    <a:pt x="16" y="51"/>
                    <a:pt x="21" y="53"/>
                    <a:pt x="21" y="51"/>
                  </a:cubicBezTo>
                  <a:cubicBezTo>
                    <a:pt x="19" y="50"/>
                    <a:pt x="19" y="51"/>
                    <a:pt x="15" y="50"/>
                  </a:cubicBezTo>
                  <a:cubicBezTo>
                    <a:pt x="9" y="47"/>
                    <a:pt x="12" y="45"/>
                    <a:pt x="9" y="48"/>
                  </a:cubicBezTo>
                  <a:cubicBezTo>
                    <a:pt x="10" y="39"/>
                    <a:pt x="7" y="43"/>
                    <a:pt x="6" y="39"/>
                  </a:cubicBezTo>
                  <a:cubicBezTo>
                    <a:pt x="6" y="36"/>
                    <a:pt x="9" y="36"/>
                    <a:pt x="6" y="31"/>
                  </a:cubicBezTo>
                  <a:cubicBezTo>
                    <a:pt x="4" y="29"/>
                    <a:pt x="9" y="29"/>
                    <a:pt x="4" y="26"/>
                  </a:cubicBezTo>
                  <a:cubicBezTo>
                    <a:pt x="0" y="23"/>
                    <a:pt x="6" y="22"/>
                    <a:pt x="3" y="14"/>
                  </a:cubicBezTo>
                  <a:cubicBezTo>
                    <a:pt x="6" y="14"/>
                    <a:pt x="6" y="15"/>
                    <a:pt x="6" y="14"/>
                  </a:cubicBezTo>
                  <a:cubicBezTo>
                    <a:pt x="6" y="12"/>
                    <a:pt x="6" y="12"/>
                    <a:pt x="6" y="12"/>
                  </a:cubicBezTo>
                  <a:cubicBezTo>
                    <a:pt x="4" y="12"/>
                    <a:pt x="4" y="14"/>
                    <a:pt x="3" y="12"/>
                  </a:cubicBezTo>
                  <a:cubicBezTo>
                    <a:pt x="3" y="11"/>
                    <a:pt x="3" y="11"/>
                    <a:pt x="3" y="11"/>
                  </a:cubicBezTo>
                  <a:cubicBezTo>
                    <a:pt x="7" y="12"/>
                    <a:pt x="7" y="9"/>
                    <a:pt x="15" y="8"/>
                  </a:cubicBezTo>
                  <a:cubicBezTo>
                    <a:pt x="22" y="6"/>
                    <a:pt x="18" y="5"/>
                    <a:pt x="22" y="3"/>
                  </a:cubicBezTo>
                  <a:cubicBezTo>
                    <a:pt x="28" y="1"/>
                    <a:pt x="22" y="1"/>
                    <a:pt x="30" y="0"/>
                  </a:cubicBezTo>
                  <a:cubicBezTo>
                    <a:pt x="36" y="0"/>
                    <a:pt x="35" y="0"/>
                    <a:pt x="39" y="3"/>
                  </a:cubicBezTo>
                  <a:cubicBezTo>
                    <a:pt x="41" y="3"/>
                    <a:pt x="39" y="5"/>
                    <a:pt x="38" y="3"/>
                  </a:cubicBezTo>
                  <a:cubicBezTo>
                    <a:pt x="36" y="0"/>
                    <a:pt x="36" y="1"/>
                    <a:pt x="38" y="5"/>
                  </a:cubicBezTo>
                  <a:cubicBezTo>
                    <a:pt x="38" y="6"/>
                    <a:pt x="44" y="6"/>
                    <a:pt x="45" y="5"/>
                  </a:cubicBezTo>
                  <a:cubicBezTo>
                    <a:pt x="56" y="6"/>
                    <a:pt x="65" y="8"/>
                    <a:pt x="71" y="6"/>
                  </a:cubicBezTo>
                  <a:cubicBezTo>
                    <a:pt x="72" y="5"/>
                    <a:pt x="77" y="8"/>
                    <a:pt x="77" y="11"/>
                  </a:cubicBezTo>
                  <a:cubicBezTo>
                    <a:pt x="79" y="20"/>
                    <a:pt x="82" y="26"/>
                    <a:pt x="79" y="28"/>
                  </a:cubicBezTo>
                  <a:cubicBezTo>
                    <a:pt x="76" y="28"/>
                    <a:pt x="71" y="31"/>
                    <a:pt x="74" y="33"/>
                  </a:cubicBezTo>
                  <a:cubicBezTo>
                    <a:pt x="80" y="34"/>
                    <a:pt x="76" y="37"/>
                    <a:pt x="77" y="4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6" name="Freeform 173">
              <a:extLst>
                <a:ext uri="{FF2B5EF4-FFF2-40B4-BE49-F238E27FC236}">
                  <a16:creationId xmlns:a16="http://schemas.microsoft.com/office/drawing/2014/main" id="{288BDB1B-0408-D717-EB8F-9721A2C8AC6E}"/>
                </a:ext>
              </a:extLst>
            </p:cNvPr>
            <p:cNvSpPr>
              <a:spLocks/>
            </p:cNvSpPr>
            <p:nvPr/>
          </p:nvSpPr>
          <p:spPr bwMode="auto">
            <a:xfrm>
              <a:off x="2059971" y="2942565"/>
              <a:ext cx="162157" cy="95385"/>
            </a:xfrm>
            <a:custGeom>
              <a:avLst/>
              <a:gdLst/>
              <a:ahLst/>
              <a:cxnLst>
                <a:cxn ang="0">
                  <a:pos x="13" y="28"/>
                </a:cxn>
                <a:cxn ang="0">
                  <a:pos x="17" y="31"/>
                </a:cxn>
                <a:cxn ang="0">
                  <a:pos x="23" y="26"/>
                </a:cxn>
                <a:cxn ang="0">
                  <a:pos x="26" y="26"/>
                </a:cxn>
                <a:cxn ang="0">
                  <a:pos x="33" y="28"/>
                </a:cxn>
                <a:cxn ang="0">
                  <a:pos x="39" y="29"/>
                </a:cxn>
                <a:cxn ang="0">
                  <a:pos x="46" y="26"/>
                </a:cxn>
                <a:cxn ang="0">
                  <a:pos x="53" y="20"/>
                </a:cxn>
                <a:cxn ang="0">
                  <a:pos x="49" y="14"/>
                </a:cxn>
                <a:cxn ang="0">
                  <a:pos x="44" y="12"/>
                </a:cxn>
                <a:cxn ang="0">
                  <a:pos x="42" y="11"/>
                </a:cxn>
                <a:cxn ang="0">
                  <a:pos x="38" y="9"/>
                </a:cxn>
                <a:cxn ang="0">
                  <a:pos x="35" y="11"/>
                </a:cxn>
                <a:cxn ang="0">
                  <a:pos x="35" y="6"/>
                </a:cxn>
                <a:cxn ang="0">
                  <a:pos x="29" y="5"/>
                </a:cxn>
                <a:cxn ang="0">
                  <a:pos x="23" y="3"/>
                </a:cxn>
                <a:cxn ang="0">
                  <a:pos x="18" y="1"/>
                </a:cxn>
                <a:cxn ang="0">
                  <a:pos x="15" y="5"/>
                </a:cxn>
                <a:cxn ang="0">
                  <a:pos x="4" y="9"/>
                </a:cxn>
                <a:cxn ang="0">
                  <a:pos x="1" y="14"/>
                </a:cxn>
                <a:cxn ang="0">
                  <a:pos x="6" y="20"/>
                </a:cxn>
                <a:cxn ang="0">
                  <a:pos x="13" y="28"/>
                </a:cxn>
              </a:cxnLst>
              <a:rect l="0" t="0" r="r" b="b"/>
              <a:pathLst>
                <a:path w="53" h="31">
                  <a:moveTo>
                    <a:pt x="13" y="28"/>
                  </a:moveTo>
                  <a:cubicBezTo>
                    <a:pt x="17" y="29"/>
                    <a:pt x="13" y="31"/>
                    <a:pt x="17" y="31"/>
                  </a:cubicBezTo>
                  <a:cubicBezTo>
                    <a:pt x="20" y="29"/>
                    <a:pt x="23" y="29"/>
                    <a:pt x="23" y="26"/>
                  </a:cubicBezTo>
                  <a:cubicBezTo>
                    <a:pt x="23" y="23"/>
                    <a:pt x="24" y="26"/>
                    <a:pt x="26" y="26"/>
                  </a:cubicBezTo>
                  <a:cubicBezTo>
                    <a:pt x="27" y="26"/>
                    <a:pt x="32" y="29"/>
                    <a:pt x="33" y="28"/>
                  </a:cubicBezTo>
                  <a:cubicBezTo>
                    <a:pt x="36" y="26"/>
                    <a:pt x="38" y="29"/>
                    <a:pt x="39" y="29"/>
                  </a:cubicBezTo>
                  <a:cubicBezTo>
                    <a:pt x="41" y="25"/>
                    <a:pt x="42" y="28"/>
                    <a:pt x="46" y="26"/>
                  </a:cubicBezTo>
                  <a:cubicBezTo>
                    <a:pt x="50" y="25"/>
                    <a:pt x="46" y="23"/>
                    <a:pt x="53" y="20"/>
                  </a:cubicBezTo>
                  <a:cubicBezTo>
                    <a:pt x="53" y="17"/>
                    <a:pt x="52" y="15"/>
                    <a:pt x="49" y="14"/>
                  </a:cubicBezTo>
                  <a:cubicBezTo>
                    <a:pt x="46" y="12"/>
                    <a:pt x="47" y="14"/>
                    <a:pt x="44" y="12"/>
                  </a:cubicBezTo>
                  <a:cubicBezTo>
                    <a:pt x="42" y="11"/>
                    <a:pt x="46" y="11"/>
                    <a:pt x="42" y="11"/>
                  </a:cubicBezTo>
                  <a:cubicBezTo>
                    <a:pt x="39" y="9"/>
                    <a:pt x="36" y="8"/>
                    <a:pt x="38" y="9"/>
                  </a:cubicBezTo>
                  <a:cubicBezTo>
                    <a:pt x="39" y="11"/>
                    <a:pt x="38" y="14"/>
                    <a:pt x="35" y="11"/>
                  </a:cubicBezTo>
                  <a:cubicBezTo>
                    <a:pt x="30" y="6"/>
                    <a:pt x="35" y="8"/>
                    <a:pt x="35" y="6"/>
                  </a:cubicBezTo>
                  <a:cubicBezTo>
                    <a:pt x="33" y="5"/>
                    <a:pt x="33" y="6"/>
                    <a:pt x="29" y="5"/>
                  </a:cubicBezTo>
                  <a:cubicBezTo>
                    <a:pt x="23" y="1"/>
                    <a:pt x="26" y="0"/>
                    <a:pt x="23" y="3"/>
                  </a:cubicBezTo>
                  <a:cubicBezTo>
                    <a:pt x="20" y="5"/>
                    <a:pt x="18" y="1"/>
                    <a:pt x="18" y="1"/>
                  </a:cubicBezTo>
                  <a:cubicBezTo>
                    <a:pt x="17" y="1"/>
                    <a:pt x="20" y="3"/>
                    <a:pt x="15" y="5"/>
                  </a:cubicBezTo>
                  <a:cubicBezTo>
                    <a:pt x="10" y="5"/>
                    <a:pt x="9" y="8"/>
                    <a:pt x="4" y="9"/>
                  </a:cubicBezTo>
                  <a:cubicBezTo>
                    <a:pt x="1" y="11"/>
                    <a:pt x="0" y="11"/>
                    <a:pt x="1" y="14"/>
                  </a:cubicBezTo>
                  <a:cubicBezTo>
                    <a:pt x="4" y="17"/>
                    <a:pt x="0" y="19"/>
                    <a:pt x="6" y="20"/>
                  </a:cubicBezTo>
                  <a:cubicBezTo>
                    <a:pt x="9" y="22"/>
                    <a:pt x="9" y="25"/>
                    <a:pt x="13" y="2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7" name="Freeform 174">
              <a:extLst>
                <a:ext uri="{FF2B5EF4-FFF2-40B4-BE49-F238E27FC236}">
                  <a16:creationId xmlns:a16="http://schemas.microsoft.com/office/drawing/2014/main" id="{A1A86D9D-7F49-4830-B7F6-33A72EA4E3A1}"/>
                </a:ext>
              </a:extLst>
            </p:cNvPr>
            <p:cNvSpPr>
              <a:spLocks/>
            </p:cNvSpPr>
            <p:nvPr/>
          </p:nvSpPr>
          <p:spPr bwMode="auto">
            <a:xfrm>
              <a:off x="2309565" y="3188974"/>
              <a:ext cx="154208" cy="111282"/>
            </a:xfrm>
            <a:custGeom>
              <a:avLst/>
              <a:gdLst/>
              <a:ahLst/>
              <a:cxnLst>
                <a:cxn ang="0">
                  <a:pos x="1" y="22"/>
                </a:cxn>
                <a:cxn ang="0">
                  <a:pos x="4" y="27"/>
                </a:cxn>
                <a:cxn ang="0">
                  <a:pos x="6" y="33"/>
                </a:cxn>
                <a:cxn ang="0">
                  <a:pos x="10" y="33"/>
                </a:cxn>
                <a:cxn ang="0">
                  <a:pos x="16" y="31"/>
                </a:cxn>
                <a:cxn ang="0">
                  <a:pos x="19" y="31"/>
                </a:cxn>
                <a:cxn ang="0">
                  <a:pos x="23" y="33"/>
                </a:cxn>
                <a:cxn ang="0">
                  <a:pos x="29" y="33"/>
                </a:cxn>
                <a:cxn ang="0">
                  <a:pos x="32" y="28"/>
                </a:cxn>
                <a:cxn ang="0">
                  <a:pos x="35" y="27"/>
                </a:cxn>
                <a:cxn ang="0">
                  <a:pos x="38" y="25"/>
                </a:cxn>
                <a:cxn ang="0">
                  <a:pos x="42" y="27"/>
                </a:cxn>
                <a:cxn ang="0">
                  <a:pos x="45" y="25"/>
                </a:cxn>
                <a:cxn ang="0">
                  <a:pos x="44" y="22"/>
                </a:cxn>
                <a:cxn ang="0">
                  <a:pos x="42" y="19"/>
                </a:cxn>
                <a:cxn ang="0">
                  <a:pos x="45" y="11"/>
                </a:cxn>
                <a:cxn ang="0">
                  <a:pos x="50" y="7"/>
                </a:cxn>
                <a:cxn ang="0">
                  <a:pos x="45" y="4"/>
                </a:cxn>
                <a:cxn ang="0">
                  <a:pos x="39" y="2"/>
                </a:cxn>
                <a:cxn ang="0">
                  <a:pos x="29" y="5"/>
                </a:cxn>
                <a:cxn ang="0">
                  <a:pos x="19" y="5"/>
                </a:cxn>
                <a:cxn ang="0">
                  <a:pos x="12" y="5"/>
                </a:cxn>
                <a:cxn ang="0">
                  <a:pos x="4" y="5"/>
                </a:cxn>
                <a:cxn ang="0">
                  <a:pos x="3" y="0"/>
                </a:cxn>
                <a:cxn ang="0">
                  <a:pos x="1" y="7"/>
                </a:cxn>
                <a:cxn ang="0">
                  <a:pos x="4" y="14"/>
                </a:cxn>
                <a:cxn ang="0">
                  <a:pos x="1" y="17"/>
                </a:cxn>
                <a:cxn ang="0">
                  <a:pos x="1" y="22"/>
                </a:cxn>
              </a:cxnLst>
              <a:rect l="0" t="0" r="r" b="b"/>
              <a:pathLst>
                <a:path w="50" h="36">
                  <a:moveTo>
                    <a:pt x="1" y="22"/>
                  </a:moveTo>
                  <a:cubicBezTo>
                    <a:pt x="1" y="25"/>
                    <a:pt x="4" y="24"/>
                    <a:pt x="4" y="27"/>
                  </a:cubicBezTo>
                  <a:cubicBezTo>
                    <a:pt x="6" y="30"/>
                    <a:pt x="4" y="31"/>
                    <a:pt x="6" y="33"/>
                  </a:cubicBezTo>
                  <a:cubicBezTo>
                    <a:pt x="7" y="34"/>
                    <a:pt x="6" y="31"/>
                    <a:pt x="10" y="33"/>
                  </a:cubicBezTo>
                  <a:cubicBezTo>
                    <a:pt x="13" y="33"/>
                    <a:pt x="15" y="30"/>
                    <a:pt x="16" y="31"/>
                  </a:cubicBezTo>
                  <a:cubicBezTo>
                    <a:pt x="18" y="31"/>
                    <a:pt x="16" y="28"/>
                    <a:pt x="19" y="31"/>
                  </a:cubicBezTo>
                  <a:cubicBezTo>
                    <a:pt x="21" y="34"/>
                    <a:pt x="21" y="30"/>
                    <a:pt x="23" y="33"/>
                  </a:cubicBezTo>
                  <a:cubicBezTo>
                    <a:pt x="24" y="36"/>
                    <a:pt x="26" y="33"/>
                    <a:pt x="29" y="33"/>
                  </a:cubicBezTo>
                  <a:cubicBezTo>
                    <a:pt x="33" y="33"/>
                    <a:pt x="27" y="27"/>
                    <a:pt x="32" y="28"/>
                  </a:cubicBezTo>
                  <a:cubicBezTo>
                    <a:pt x="32" y="27"/>
                    <a:pt x="33" y="28"/>
                    <a:pt x="35" y="27"/>
                  </a:cubicBezTo>
                  <a:cubicBezTo>
                    <a:pt x="35" y="24"/>
                    <a:pt x="36" y="27"/>
                    <a:pt x="38" y="25"/>
                  </a:cubicBezTo>
                  <a:cubicBezTo>
                    <a:pt x="39" y="24"/>
                    <a:pt x="41" y="27"/>
                    <a:pt x="42" y="27"/>
                  </a:cubicBezTo>
                  <a:cubicBezTo>
                    <a:pt x="44" y="27"/>
                    <a:pt x="44" y="25"/>
                    <a:pt x="45" y="25"/>
                  </a:cubicBezTo>
                  <a:cubicBezTo>
                    <a:pt x="45" y="24"/>
                    <a:pt x="42" y="25"/>
                    <a:pt x="44" y="22"/>
                  </a:cubicBezTo>
                  <a:cubicBezTo>
                    <a:pt x="44" y="19"/>
                    <a:pt x="38" y="22"/>
                    <a:pt x="42" y="19"/>
                  </a:cubicBezTo>
                  <a:cubicBezTo>
                    <a:pt x="47" y="16"/>
                    <a:pt x="42" y="16"/>
                    <a:pt x="45" y="11"/>
                  </a:cubicBezTo>
                  <a:cubicBezTo>
                    <a:pt x="47" y="7"/>
                    <a:pt x="50" y="14"/>
                    <a:pt x="50" y="7"/>
                  </a:cubicBezTo>
                  <a:cubicBezTo>
                    <a:pt x="49" y="5"/>
                    <a:pt x="47" y="7"/>
                    <a:pt x="45" y="4"/>
                  </a:cubicBezTo>
                  <a:cubicBezTo>
                    <a:pt x="42" y="0"/>
                    <a:pt x="41" y="5"/>
                    <a:pt x="39" y="2"/>
                  </a:cubicBezTo>
                  <a:cubicBezTo>
                    <a:pt x="38" y="0"/>
                    <a:pt x="32" y="4"/>
                    <a:pt x="29" y="5"/>
                  </a:cubicBezTo>
                  <a:cubicBezTo>
                    <a:pt x="24" y="8"/>
                    <a:pt x="21" y="7"/>
                    <a:pt x="19" y="5"/>
                  </a:cubicBezTo>
                  <a:cubicBezTo>
                    <a:pt x="16" y="5"/>
                    <a:pt x="15" y="8"/>
                    <a:pt x="12" y="5"/>
                  </a:cubicBezTo>
                  <a:cubicBezTo>
                    <a:pt x="7" y="4"/>
                    <a:pt x="7" y="7"/>
                    <a:pt x="4" y="5"/>
                  </a:cubicBezTo>
                  <a:cubicBezTo>
                    <a:pt x="3" y="4"/>
                    <a:pt x="9" y="4"/>
                    <a:pt x="3" y="0"/>
                  </a:cubicBezTo>
                  <a:cubicBezTo>
                    <a:pt x="3" y="4"/>
                    <a:pt x="0" y="2"/>
                    <a:pt x="1" y="7"/>
                  </a:cubicBezTo>
                  <a:cubicBezTo>
                    <a:pt x="3" y="13"/>
                    <a:pt x="7" y="11"/>
                    <a:pt x="4" y="14"/>
                  </a:cubicBezTo>
                  <a:cubicBezTo>
                    <a:pt x="3" y="17"/>
                    <a:pt x="1" y="14"/>
                    <a:pt x="1" y="17"/>
                  </a:cubicBezTo>
                  <a:cubicBezTo>
                    <a:pt x="1" y="19"/>
                    <a:pt x="4" y="21"/>
                    <a:pt x="1" y="2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8" name="Freeform 175">
              <a:extLst>
                <a:ext uri="{FF2B5EF4-FFF2-40B4-BE49-F238E27FC236}">
                  <a16:creationId xmlns:a16="http://schemas.microsoft.com/office/drawing/2014/main" id="{CF1738DC-1CAF-D4DE-1FBD-291C921A7B3B}"/>
                </a:ext>
              </a:extLst>
            </p:cNvPr>
            <p:cNvSpPr>
              <a:spLocks/>
            </p:cNvSpPr>
            <p:nvPr/>
          </p:nvSpPr>
          <p:spPr bwMode="auto">
            <a:xfrm>
              <a:off x="2222128" y="3123795"/>
              <a:ext cx="108104" cy="147846"/>
            </a:xfrm>
            <a:custGeom>
              <a:avLst/>
              <a:gdLst/>
              <a:ahLst/>
              <a:cxnLst>
                <a:cxn ang="0">
                  <a:pos x="11" y="40"/>
                </a:cxn>
                <a:cxn ang="0">
                  <a:pos x="12" y="43"/>
                </a:cxn>
                <a:cxn ang="0">
                  <a:pos x="14" y="48"/>
                </a:cxn>
                <a:cxn ang="0">
                  <a:pos x="17" y="45"/>
                </a:cxn>
                <a:cxn ang="0">
                  <a:pos x="23" y="43"/>
                </a:cxn>
                <a:cxn ang="0">
                  <a:pos x="29" y="43"/>
                </a:cxn>
                <a:cxn ang="0">
                  <a:pos x="29" y="39"/>
                </a:cxn>
                <a:cxn ang="0">
                  <a:pos x="32" y="36"/>
                </a:cxn>
                <a:cxn ang="0">
                  <a:pos x="29" y="28"/>
                </a:cxn>
                <a:cxn ang="0">
                  <a:pos x="31" y="22"/>
                </a:cxn>
                <a:cxn ang="0">
                  <a:pos x="29" y="17"/>
                </a:cxn>
                <a:cxn ang="0">
                  <a:pos x="26" y="19"/>
                </a:cxn>
                <a:cxn ang="0">
                  <a:pos x="21" y="12"/>
                </a:cxn>
                <a:cxn ang="0">
                  <a:pos x="15" y="6"/>
                </a:cxn>
                <a:cxn ang="0">
                  <a:pos x="12" y="0"/>
                </a:cxn>
                <a:cxn ang="0">
                  <a:pos x="6" y="0"/>
                </a:cxn>
                <a:cxn ang="0">
                  <a:pos x="0" y="3"/>
                </a:cxn>
                <a:cxn ang="0">
                  <a:pos x="2" y="9"/>
                </a:cxn>
                <a:cxn ang="0">
                  <a:pos x="5" y="11"/>
                </a:cxn>
                <a:cxn ang="0">
                  <a:pos x="2" y="14"/>
                </a:cxn>
                <a:cxn ang="0">
                  <a:pos x="3" y="19"/>
                </a:cxn>
                <a:cxn ang="0">
                  <a:pos x="6" y="25"/>
                </a:cxn>
                <a:cxn ang="0">
                  <a:pos x="3" y="25"/>
                </a:cxn>
                <a:cxn ang="0">
                  <a:pos x="6" y="29"/>
                </a:cxn>
                <a:cxn ang="0">
                  <a:pos x="3" y="29"/>
                </a:cxn>
                <a:cxn ang="0">
                  <a:pos x="12" y="37"/>
                </a:cxn>
                <a:cxn ang="0">
                  <a:pos x="9" y="39"/>
                </a:cxn>
                <a:cxn ang="0">
                  <a:pos x="11" y="40"/>
                </a:cxn>
              </a:cxnLst>
              <a:rect l="0" t="0" r="r" b="b"/>
              <a:pathLst>
                <a:path w="35" h="48">
                  <a:moveTo>
                    <a:pt x="11" y="40"/>
                  </a:moveTo>
                  <a:cubicBezTo>
                    <a:pt x="12" y="42"/>
                    <a:pt x="11" y="43"/>
                    <a:pt x="12" y="43"/>
                  </a:cubicBezTo>
                  <a:cubicBezTo>
                    <a:pt x="15" y="45"/>
                    <a:pt x="14" y="46"/>
                    <a:pt x="14" y="48"/>
                  </a:cubicBezTo>
                  <a:cubicBezTo>
                    <a:pt x="17" y="48"/>
                    <a:pt x="14" y="46"/>
                    <a:pt x="17" y="45"/>
                  </a:cubicBezTo>
                  <a:cubicBezTo>
                    <a:pt x="21" y="45"/>
                    <a:pt x="20" y="43"/>
                    <a:pt x="23" y="43"/>
                  </a:cubicBezTo>
                  <a:cubicBezTo>
                    <a:pt x="26" y="45"/>
                    <a:pt x="26" y="42"/>
                    <a:pt x="29" y="43"/>
                  </a:cubicBezTo>
                  <a:cubicBezTo>
                    <a:pt x="32" y="42"/>
                    <a:pt x="29" y="40"/>
                    <a:pt x="29" y="39"/>
                  </a:cubicBezTo>
                  <a:cubicBezTo>
                    <a:pt x="29" y="36"/>
                    <a:pt x="31" y="39"/>
                    <a:pt x="32" y="36"/>
                  </a:cubicBezTo>
                  <a:cubicBezTo>
                    <a:pt x="35" y="32"/>
                    <a:pt x="31" y="34"/>
                    <a:pt x="29" y="28"/>
                  </a:cubicBezTo>
                  <a:cubicBezTo>
                    <a:pt x="28" y="23"/>
                    <a:pt x="31" y="25"/>
                    <a:pt x="31" y="22"/>
                  </a:cubicBezTo>
                  <a:cubicBezTo>
                    <a:pt x="26" y="17"/>
                    <a:pt x="35" y="20"/>
                    <a:pt x="29" y="17"/>
                  </a:cubicBezTo>
                  <a:cubicBezTo>
                    <a:pt x="28" y="15"/>
                    <a:pt x="29" y="19"/>
                    <a:pt x="26" y="19"/>
                  </a:cubicBezTo>
                  <a:cubicBezTo>
                    <a:pt x="21" y="17"/>
                    <a:pt x="20" y="14"/>
                    <a:pt x="21" y="12"/>
                  </a:cubicBezTo>
                  <a:cubicBezTo>
                    <a:pt x="23" y="9"/>
                    <a:pt x="15" y="11"/>
                    <a:pt x="15" y="6"/>
                  </a:cubicBezTo>
                  <a:cubicBezTo>
                    <a:pt x="17" y="3"/>
                    <a:pt x="14" y="3"/>
                    <a:pt x="12" y="0"/>
                  </a:cubicBezTo>
                  <a:cubicBezTo>
                    <a:pt x="9" y="0"/>
                    <a:pt x="8" y="0"/>
                    <a:pt x="6" y="0"/>
                  </a:cubicBezTo>
                  <a:cubicBezTo>
                    <a:pt x="5" y="0"/>
                    <a:pt x="5" y="1"/>
                    <a:pt x="0" y="3"/>
                  </a:cubicBezTo>
                  <a:cubicBezTo>
                    <a:pt x="2" y="5"/>
                    <a:pt x="2" y="8"/>
                    <a:pt x="2" y="9"/>
                  </a:cubicBezTo>
                  <a:cubicBezTo>
                    <a:pt x="5" y="11"/>
                    <a:pt x="6" y="9"/>
                    <a:pt x="5" y="11"/>
                  </a:cubicBezTo>
                  <a:cubicBezTo>
                    <a:pt x="5" y="12"/>
                    <a:pt x="3" y="11"/>
                    <a:pt x="2" y="14"/>
                  </a:cubicBezTo>
                  <a:cubicBezTo>
                    <a:pt x="6" y="14"/>
                    <a:pt x="5" y="14"/>
                    <a:pt x="3" y="19"/>
                  </a:cubicBezTo>
                  <a:cubicBezTo>
                    <a:pt x="2" y="22"/>
                    <a:pt x="8" y="23"/>
                    <a:pt x="6" y="25"/>
                  </a:cubicBezTo>
                  <a:cubicBezTo>
                    <a:pt x="5" y="26"/>
                    <a:pt x="5" y="23"/>
                    <a:pt x="3" y="25"/>
                  </a:cubicBezTo>
                  <a:cubicBezTo>
                    <a:pt x="3" y="25"/>
                    <a:pt x="6" y="28"/>
                    <a:pt x="6" y="29"/>
                  </a:cubicBezTo>
                  <a:cubicBezTo>
                    <a:pt x="5" y="29"/>
                    <a:pt x="5" y="28"/>
                    <a:pt x="3" y="29"/>
                  </a:cubicBezTo>
                  <a:cubicBezTo>
                    <a:pt x="6" y="34"/>
                    <a:pt x="12" y="36"/>
                    <a:pt x="12" y="37"/>
                  </a:cubicBezTo>
                  <a:cubicBezTo>
                    <a:pt x="12" y="39"/>
                    <a:pt x="8" y="39"/>
                    <a:pt x="9" y="39"/>
                  </a:cubicBezTo>
                  <a:cubicBezTo>
                    <a:pt x="11" y="40"/>
                    <a:pt x="9" y="40"/>
                    <a:pt x="11" y="4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79" name="Freeform 176">
              <a:extLst>
                <a:ext uri="{FF2B5EF4-FFF2-40B4-BE49-F238E27FC236}">
                  <a16:creationId xmlns:a16="http://schemas.microsoft.com/office/drawing/2014/main" id="{1A47EF1D-68C6-BCFB-28F2-0BE035DF83EC}"/>
                </a:ext>
              </a:extLst>
            </p:cNvPr>
            <p:cNvSpPr>
              <a:spLocks/>
            </p:cNvSpPr>
            <p:nvPr/>
          </p:nvSpPr>
          <p:spPr bwMode="auto">
            <a:xfrm>
              <a:off x="2263461" y="3254154"/>
              <a:ext cx="63590" cy="55641"/>
            </a:xfrm>
            <a:custGeom>
              <a:avLst/>
              <a:gdLst/>
              <a:ahLst/>
              <a:cxnLst>
                <a:cxn ang="0">
                  <a:pos x="1" y="6"/>
                </a:cxn>
                <a:cxn ang="0">
                  <a:pos x="1" y="9"/>
                </a:cxn>
                <a:cxn ang="0">
                  <a:pos x="1" y="12"/>
                </a:cxn>
                <a:cxn ang="0">
                  <a:pos x="4" y="17"/>
                </a:cxn>
                <a:cxn ang="0">
                  <a:pos x="4" y="18"/>
                </a:cxn>
                <a:cxn ang="0">
                  <a:pos x="15" y="14"/>
                </a:cxn>
                <a:cxn ang="0">
                  <a:pos x="21" y="12"/>
                </a:cxn>
                <a:cxn ang="0">
                  <a:pos x="19" y="6"/>
                </a:cxn>
                <a:cxn ang="0">
                  <a:pos x="16" y="2"/>
                </a:cxn>
                <a:cxn ang="0">
                  <a:pos x="10" y="2"/>
                </a:cxn>
                <a:cxn ang="0">
                  <a:pos x="4" y="3"/>
                </a:cxn>
                <a:cxn ang="0">
                  <a:pos x="1" y="6"/>
                </a:cxn>
              </a:cxnLst>
              <a:rect l="0" t="0" r="r" b="b"/>
              <a:pathLst>
                <a:path w="21" h="18">
                  <a:moveTo>
                    <a:pt x="1" y="6"/>
                  </a:moveTo>
                  <a:cubicBezTo>
                    <a:pt x="1" y="9"/>
                    <a:pt x="1" y="9"/>
                    <a:pt x="1" y="9"/>
                  </a:cubicBezTo>
                  <a:cubicBezTo>
                    <a:pt x="0" y="11"/>
                    <a:pt x="1" y="11"/>
                    <a:pt x="1" y="12"/>
                  </a:cubicBezTo>
                  <a:cubicBezTo>
                    <a:pt x="1" y="14"/>
                    <a:pt x="3" y="17"/>
                    <a:pt x="4" y="17"/>
                  </a:cubicBezTo>
                  <a:cubicBezTo>
                    <a:pt x="4" y="15"/>
                    <a:pt x="4" y="17"/>
                    <a:pt x="4" y="18"/>
                  </a:cubicBezTo>
                  <a:cubicBezTo>
                    <a:pt x="16" y="17"/>
                    <a:pt x="10" y="12"/>
                    <a:pt x="15" y="14"/>
                  </a:cubicBezTo>
                  <a:cubicBezTo>
                    <a:pt x="19" y="17"/>
                    <a:pt x="18" y="12"/>
                    <a:pt x="21" y="12"/>
                  </a:cubicBezTo>
                  <a:cubicBezTo>
                    <a:pt x="19" y="11"/>
                    <a:pt x="21" y="9"/>
                    <a:pt x="19" y="6"/>
                  </a:cubicBezTo>
                  <a:cubicBezTo>
                    <a:pt x="19" y="3"/>
                    <a:pt x="16" y="5"/>
                    <a:pt x="16" y="2"/>
                  </a:cubicBezTo>
                  <a:cubicBezTo>
                    <a:pt x="13" y="0"/>
                    <a:pt x="13" y="3"/>
                    <a:pt x="10" y="2"/>
                  </a:cubicBezTo>
                  <a:cubicBezTo>
                    <a:pt x="7" y="2"/>
                    <a:pt x="9" y="3"/>
                    <a:pt x="4" y="3"/>
                  </a:cubicBezTo>
                  <a:cubicBezTo>
                    <a:pt x="1" y="5"/>
                    <a:pt x="4" y="6"/>
                    <a:pt x="1"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0" name="Freeform 177">
              <a:extLst>
                <a:ext uri="{FF2B5EF4-FFF2-40B4-BE49-F238E27FC236}">
                  <a16:creationId xmlns:a16="http://schemas.microsoft.com/office/drawing/2014/main" id="{87B39A29-BBB8-ACD2-D8ED-358CE0A3758C}"/>
                </a:ext>
              </a:extLst>
            </p:cNvPr>
            <p:cNvSpPr>
              <a:spLocks/>
            </p:cNvSpPr>
            <p:nvPr/>
          </p:nvSpPr>
          <p:spPr bwMode="auto">
            <a:xfrm>
              <a:off x="2234845" y="3238256"/>
              <a:ext cx="42923" cy="111282"/>
            </a:xfrm>
            <a:custGeom>
              <a:avLst/>
              <a:gdLst/>
              <a:ahLst/>
              <a:cxnLst>
                <a:cxn ang="0">
                  <a:pos x="1" y="11"/>
                </a:cxn>
                <a:cxn ang="0">
                  <a:pos x="1" y="21"/>
                </a:cxn>
                <a:cxn ang="0">
                  <a:pos x="1" y="27"/>
                </a:cxn>
                <a:cxn ang="0">
                  <a:pos x="3" y="30"/>
                </a:cxn>
                <a:cxn ang="0">
                  <a:pos x="7" y="36"/>
                </a:cxn>
                <a:cxn ang="0">
                  <a:pos x="8" y="34"/>
                </a:cxn>
                <a:cxn ang="0">
                  <a:pos x="8" y="33"/>
                </a:cxn>
                <a:cxn ang="0">
                  <a:pos x="11" y="30"/>
                </a:cxn>
                <a:cxn ang="0">
                  <a:pos x="14" y="27"/>
                </a:cxn>
                <a:cxn ang="0">
                  <a:pos x="13" y="24"/>
                </a:cxn>
                <a:cxn ang="0">
                  <a:pos x="13" y="22"/>
                </a:cxn>
                <a:cxn ang="0">
                  <a:pos x="10" y="17"/>
                </a:cxn>
                <a:cxn ang="0">
                  <a:pos x="10" y="14"/>
                </a:cxn>
                <a:cxn ang="0">
                  <a:pos x="10" y="11"/>
                </a:cxn>
                <a:cxn ang="0">
                  <a:pos x="8" y="7"/>
                </a:cxn>
                <a:cxn ang="0">
                  <a:pos x="7" y="4"/>
                </a:cxn>
                <a:cxn ang="0">
                  <a:pos x="4" y="4"/>
                </a:cxn>
                <a:cxn ang="0">
                  <a:pos x="1" y="7"/>
                </a:cxn>
                <a:cxn ang="0">
                  <a:pos x="1" y="11"/>
                </a:cxn>
              </a:cxnLst>
              <a:rect l="0" t="0" r="r" b="b"/>
              <a:pathLst>
                <a:path w="14" h="36">
                  <a:moveTo>
                    <a:pt x="1" y="11"/>
                  </a:moveTo>
                  <a:cubicBezTo>
                    <a:pt x="4" y="11"/>
                    <a:pt x="1" y="21"/>
                    <a:pt x="1" y="21"/>
                  </a:cubicBezTo>
                  <a:cubicBezTo>
                    <a:pt x="3" y="22"/>
                    <a:pt x="0" y="22"/>
                    <a:pt x="1" y="27"/>
                  </a:cubicBezTo>
                  <a:cubicBezTo>
                    <a:pt x="3" y="30"/>
                    <a:pt x="0" y="27"/>
                    <a:pt x="3" y="30"/>
                  </a:cubicBezTo>
                  <a:cubicBezTo>
                    <a:pt x="7" y="33"/>
                    <a:pt x="4" y="34"/>
                    <a:pt x="7" y="36"/>
                  </a:cubicBezTo>
                  <a:cubicBezTo>
                    <a:pt x="7" y="36"/>
                    <a:pt x="8" y="36"/>
                    <a:pt x="8" y="34"/>
                  </a:cubicBezTo>
                  <a:cubicBezTo>
                    <a:pt x="8" y="33"/>
                    <a:pt x="8" y="33"/>
                    <a:pt x="8" y="33"/>
                  </a:cubicBezTo>
                  <a:cubicBezTo>
                    <a:pt x="8" y="31"/>
                    <a:pt x="11" y="33"/>
                    <a:pt x="11" y="30"/>
                  </a:cubicBezTo>
                  <a:cubicBezTo>
                    <a:pt x="11" y="25"/>
                    <a:pt x="13" y="28"/>
                    <a:pt x="14" y="27"/>
                  </a:cubicBezTo>
                  <a:cubicBezTo>
                    <a:pt x="14" y="24"/>
                    <a:pt x="13" y="24"/>
                    <a:pt x="13" y="24"/>
                  </a:cubicBezTo>
                  <a:cubicBezTo>
                    <a:pt x="13" y="22"/>
                    <a:pt x="13" y="21"/>
                    <a:pt x="13" y="22"/>
                  </a:cubicBezTo>
                  <a:cubicBezTo>
                    <a:pt x="11" y="22"/>
                    <a:pt x="10" y="19"/>
                    <a:pt x="10" y="17"/>
                  </a:cubicBezTo>
                  <a:cubicBezTo>
                    <a:pt x="10" y="16"/>
                    <a:pt x="8" y="16"/>
                    <a:pt x="10" y="14"/>
                  </a:cubicBezTo>
                  <a:cubicBezTo>
                    <a:pt x="10" y="14"/>
                    <a:pt x="10" y="14"/>
                    <a:pt x="10" y="11"/>
                  </a:cubicBezTo>
                  <a:cubicBezTo>
                    <a:pt x="10" y="10"/>
                    <a:pt x="11" y="8"/>
                    <a:pt x="8" y="7"/>
                  </a:cubicBezTo>
                  <a:cubicBezTo>
                    <a:pt x="7" y="7"/>
                    <a:pt x="8" y="5"/>
                    <a:pt x="7" y="4"/>
                  </a:cubicBezTo>
                  <a:cubicBezTo>
                    <a:pt x="4" y="5"/>
                    <a:pt x="4" y="5"/>
                    <a:pt x="4" y="4"/>
                  </a:cubicBezTo>
                  <a:cubicBezTo>
                    <a:pt x="4" y="0"/>
                    <a:pt x="3" y="5"/>
                    <a:pt x="1" y="7"/>
                  </a:cubicBezTo>
                  <a:cubicBezTo>
                    <a:pt x="0" y="10"/>
                    <a:pt x="3" y="8"/>
                    <a:pt x="1" y="1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1" name="Freeform 178">
              <a:extLst>
                <a:ext uri="{FF2B5EF4-FFF2-40B4-BE49-F238E27FC236}">
                  <a16:creationId xmlns:a16="http://schemas.microsoft.com/office/drawing/2014/main" id="{A7322C41-6164-3370-8C0D-8F0DF83CCC38}"/>
                </a:ext>
              </a:extLst>
            </p:cNvPr>
            <p:cNvSpPr>
              <a:spLocks/>
            </p:cNvSpPr>
            <p:nvPr/>
          </p:nvSpPr>
          <p:spPr bwMode="auto">
            <a:xfrm>
              <a:off x="2158537" y="3031591"/>
              <a:ext cx="163747" cy="104922"/>
            </a:xfrm>
            <a:custGeom>
              <a:avLst/>
              <a:gdLst/>
              <a:ahLst/>
              <a:cxnLst>
                <a:cxn ang="0">
                  <a:pos x="21" y="33"/>
                </a:cxn>
                <a:cxn ang="0">
                  <a:pos x="27" y="30"/>
                </a:cxn>
                <a:cxn ang="0">
                  <a:pos x="33" y="30"/>
                </a:cxn>
                <a:cxn ang="0">
                  <a:pos x="36" y="30"/>
                </a:cxn>
                <a:cxn ang="0">
                  <a:pos x="36" y="28"/>
                </a:cxn>
                <a:cxn ang="0">
                  <a:pos x="39" y="28"/>
                </a:cxn>
                <a:cxn ang="0">
                  <a:pos x="44" y="22"/>
                </a:cxn>
                <a:cxn ang="0">
                  <a:pos x="46" y="17"/>
                </a:cxn>
                <a:cxn ang="0">
                  <a:pos x="49" y="11"/>
                </a:cxn>
                <a:cxn ang="0">
                  <a:pos x="53" y="8"/>
                </a:cxn>
                <a:cxn ang="0">
                  <a:pos x="53" y="8"/>
                </a:cxn>
                <a:cxn ang="0">
                  <a:pos x="52" y="7"/>
                </a:cxn>
                <a:cxn ang="0">
                  <a:pos x="47" y="4"/>
                </a:cxn>
                <a:cxn ang="0">
                  <a:pos x="44" y="4"/>
                </a:cxn>
                <a:cxn ang="0">
                  <a:pos x="41" y="2"/>
                </a:cxn>
                <a:cxn ang="0">
                  <a:pos x="36" y="2"/>
                </a:cxn>
                <a:cxn ang="0">
                  <a:pos x="33" y="5"/>
                </a:cxn>
                <a:cxn ang="0">
                  <a:pos x="30" y="7"/>
                </a:cxn>
                <a:cxn ang="0">
                  <a:pos x="27" y="7"/>
                </a:cxn>
                <a:cxn ang="0">
                  <a:pos x="21" y="8"/>
                </a:cxn>
                <a:cxn ang="0">
                  <a:pos x="21" y="10"/>
                </a:cxn>
                <a:cxn ang="0">
                  <a:pos x="15" y="11"/>
                </a:cxn>
                <a:cxn ang="0">
                  <a:pos x="8" y="8"/>
                </a:cxn>
                <a:cxn ang="0">
                  <a:pos x="8" y="11"/>
                </a:cxn>
                <a:cxn ang="0">
                  <a:pos x="3" y="11"/>
                </a:cxn>
                <a:cxn ang="0">
                  <a:pos x="5" y="14"/>
                </a:cxn>
                <a:cxn ang="0">
                  <a:pos x="3" y="16"/>
                </a:cxn>
                <a:cxn ang="0">
                  <a:pos x="3" y="19"/>
                </a:cxn>
                <a:cxn ang="0">
                  <a:pos x="0" y="20"/>
                </a:cxn>
                <a:cxn ang="0">
                  <a:pos x="3" y="25"/>
                </a:cxn>
                <a:cxn ang="0">
                  <a:pos x="11" y="31"/>
                </a:cxn>
                <a:cxn ang="0">
                  <a:pos x="18" y="34"/>
                </a:cxn>
                <a:cxn ang="0">
                  <a:pos x="21" y="33"/>
                </a:cxn>
              </a:cxnLst>
              <a:rect l="0" t="0" r="r" b="b"/>
              <a:pathLst>
                <a:path w="53" h="34">
                  <a:moveTo>
                    <a:pt x="21" y="33"/>
                  </a:moveTo>
                  <a:cubicBezTo>
                    <a:pt x="26" y="31"/>
                    <a:pt x="26" y="30"/>
                    <a:pt x="27" y="30"/>
                  </a:cubicBezTo>
                  <a:cubicBezTo>
                    <a:pt x="29" y="30"/>
                    <a:pt x="30" y="30"/>
                    <a:pt x="33" y="30"/>
                  </a:cubicBezTo>
                  <a:cubicBezTo>
                    <a:pt x="33" y="30"/>
                    <a:pt x="35" y="30"/>
                    <a:pt x="36" y="30"/>
                  </a:cubicBezTo>
                  <a:cubicBezTo>
                    <a:pt x="38" y="28"/>
                    <a:pt x="36" y="28"/>
                    <a:pt x="36" y="28"/>
                  </a:cubicBezTo>
                  <a:cubicBezTo>
                    <a:pt x="38" y="28"/>
                    <a:pt x="38" y="28"/>
                    <a:pt x="39" y="28"/>
                  </a:cubicBezTo>
                  <a:cubicBezTo>
                    <a:pt x="39" y="28"/>
                    <a:pt x="43" y="24"/>
                    <a:pt x="44" y="22"/>
                  </a:cubicBezTo>
                  <a:cubicBezTo>
                    <a:pt x="44" y="19"/>
                    <a:pt x="43" y="19"/>
                    <a:pt x="46" y="17"/>
                  </a:cubicBezTo>
                  <a:cubicBezTo>
                    <a:pt x="49" y="14"/>
                    <a:pt x="47" y="14"/>
                    <a:pt x="49" y="11"/>
                  </a:cubicBezTo>
                  <a:cubicBezTo>
                    <a:pt x="50" y="10"/>
                    <a:pt x="50" y="13"/>
                    <a:pt x="53" y="8"/>
                  </a:cubicBezTo>
                  <a:cubicBezTo>
                    <a:pt x="53" y="8"/>
                    <a:pt x="53" y="8"/>
                    <a:pt x="53" y="8"/>
                  </a:cubicBezTo>
                  <a:cubicBezTo>
                    <a:pt x="53" y="8"/>
                    <a:pt x="53" y="7"/>
                    <a:pt x="52" y="7"/>
                  </a:cubicBezTo>
                  <a:cubicBezTo>
                    <a:pt x="50" y="8"/>
                    <a:pt x="52" y="5"/>
                    <a:pt x="47" y="4"/>
                  </a:cubicBezTo>
                  <a:cubicBezTo>
                    <a:pt x="47" y="4"/>
                    <a:pt x="44" y="5"/>
                    <a:pt x="44" y="4"/>
                  </a:cubicBezTo>
                  <a:cubicBezTo>
                    <a:pt x="44" y="4"/>
                    <a:pt x="43" y="0"/>
                    <a:pt x="41" y="2"/>
                  </a:cubicBezTo>
                  <a:cubicBezTo>
                    <a:pt x="39" y="4"/>
                    <a:pt x="38" y="2"/>
                    <a:pt x="36" y="2"/>
                  </a:cubicBezTo>
                  <a:cubicBezTo>
                    <a:pt x="33" y="2"/>
                    <a:pt x="35" y="5"/>
                    <a:pt x="33" y="5"/>
                  </a:cubicBezTo>
                  <a:cubicBezTo>
                    <a:pt x="33" y="5"/>
                    <a:pt x="32" y="7"/>
                    <a:pt x="30" y="7"/>
                  </a:cubicBezTo>
                  <a:cubicBezTo>
                    <a:pt x="29" y="7"/>
                    <a:pt x="27" y="4"/>
                    <a:pt x="27" y="7"/>
                  </a:cubicBezTo>
                  <a:cubicBezTo>
                    <a:pt x="26" y="8"/>
                    <a:pt x="24" y="7"/>
                    <a:pt x="21" y="8"/>
                  </a:cubicBezTo>
                  <a:cubicBezTo>
                    <a:pt x="20" y="8"/>
                    <a:pt x="21" y="10"/>
                    <a:pt x="21" y="10"/>
                  </a:cubicBezTo>
                  <a:cubicBezTo>
                    <a:pt x="21" y="11"/>
                    <a:pt x="20" y="11"/>
                    <a:pt x="15" y="11"/>
                  </a:cubicBezTo>
                  <a:cubicBezTo>
                    <a:pt x="12" y="13"/>
                    <a:pt x="11" y="8"/>
                    <a:pt x="8" y="8"/>
                  </a:cubicBezTo>
                  <a:cubicBezTo>
                    <a:pt x="8" y="10"/>
                    <a:pt x="9" y="11"/>
                    <a:pt x="8" y="11"/>
                  </a:cubicBezTo>
                  <a:cubicBezTo>
                    <a:pt x="6" y="11"/>
                    <a:pt x="3" y="11"/>
                    <a:pt x="3" y="11"/>
                  </a:cubicBezTo>
                  <a:cubicBezTo>
                    <a:pt x="3" y="13"/>
                    <a:pt x="5" y="13"/>
                    <a:pt x="5" y="14"/>
                  </a:cubicBezTo>
                  <a:cubicBezTo>
                    <a:pt x="5" y="16"/>
                    <a:pt x="3" y="14"/>
                    <a:pt x="3" y="16"/>
                  </a:cubicBezTo>
                  <a:cubicBezTo>
                    <a:pt x="3" y="19"/>
                    <a:pt x="3" y="19"/>
                    <a:pt x="3" y="19"/>
                  </a:cubicBezTo>
                  <a:cubicBezTo>
                    <a:pt x="3" y="19"/>
                    <a:pt x="2" y="20"/>
                    <a:pt x="0" y="20"/>
                  </a:cubicBezTo>
                  <a:cubicBezTo>
                    <a:pt x="3" y="22"/>
                    <a:pt x="2" y="25"/>
                    <a:pt x="3" y="25"/>
                  </a:cubicBezTo>
                  <a:cubicBezTo>
                    <a:pt x="11" y="30"/>
                    <a:pt x="9" y="31"/>
                    <a:pt x="11" y="31"/>
                  </a:cubicBezTo>
                  <a:cubicBezTo>
                    <a:pt x="12" y="31"/>
                    <a:pt x="15" y="34"/>
                    <a:pt x="18" y="34"/>
                  </a:cubicBezTo>
                  <a:cubicBezTo>
                    <a:pt x="20" y="34"/>
                    <a:pt x="20" y="31"/>
                    <a:pt x="21" y="3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2" name="Freeform 179">
              <a:extLst>
                <a:ext uri="{FF2B5EF4-FFF2-40B4-BE49-F238E27FC236}">
                  <a16:creationId xmlns:a16="http://schemas.microsoft.com/office/drawing/2014/main" id="{92B2803B-C9C6-D083-DC36-C1932374597D}"/>
                </a:ext>
              </a:extLst>
            </p:cNvPr>
            <p:cNvSpPr>
              <a:spLocks/>
            </p:cNvSpPr>
            <p:nvPr/>
          </p:nvSpPr>
          <p:spPr bwMode="auto">
            <a:xfrm>
              <a:off x="2172845" y="2991847"/>
              <a:ext cx="146259" cy="76308"/>
            </a:xfrm>
            <a:custGeom>
              <a:avLst/>
              <a:gdLst/>
              <a:ahLst/>
              <a:cxnLst>
                <a:cxn ang="0">
                  <a:pos x="45" y="8"/>
                </a:cxn>
                <a:cxn ang="0">
                  <a:pos x="41" y="5"/>
                </a:cxn>
                <a:cxn ang="0">
                  <a:pos x="30" y="4"/>
                </a:cxn>
                <a:cxn ang="0">
                  <a:pos x="25" y="7"/>
                </a:cxn>
                <a:cxn ang="0">
                  <a:pos x="24" y="5"/>
                </a:cxn>
                <a:cxn ang="0">
                  <a:pos x="19" y="4"/>
                </a:cxn>
                <a:cxn ang="0">
                  <a:pos x="18" y="4"/>
                </a:cxn>
                <a:cxn ang="0">
                  <a:pos x="16" y="4"/>
                </a:cxn>
                <a:cxn ang="0">
                  <a:pos x="9" y="10"/>
                </a:cxn>
                <a:cxn ang="0">
                  <a:pos x="3" y="13"/>
                </a:cxn>
                <a:cxn ang="0">
                  <a:pos x="3" y="21"/>
                </a:cxn>
                <a:cxn ang="0">
                  <a:pos x="10" y="24"/>
                </a:cxn>
                <a:cxn ang="0">
                  <a:pos x="16" y="22"/>
                </a:cxn>
                <a:cxn ang="0">
                  <a:pos x="16" y="21"/>
                </a:cxn>
                <a:cxn ang="0">
                  <a:pos x="22" y="19"/>
                </a:cxn>
                <a:cxn ang="0">
                  <a:pos x="25" y="19"/>
                </a:cxn>
                <a:cxn ang="0">
                  <a:pos x="28" y="18"/>
                </a:cxn>
                <a:cxn ang="0">
                  <a:pos x="31" y="14"/>
                </a:cxn>
                <a:cxn ang="0">
                  <a:pos x="36" y="14"/>
                </a:cxn>
                <a:cxn ang="0">
                  <a:pos x="39" y="16"/>
                </a:cxn>
                <a:cxn ang="0">
                  <a:pos x="42" y="16"/>
                </a:cxn>
                <a:cxn ang="0">
                  <a:pos x="45" y="11"/>
                </a:cxn>
                <a:cxn ang="0">
                  <a:pos x="45" y="8"/>
                </a:cxn>
              </a:cxnLst>
              <a:rect l="0" t="0" r="r" b="b"/>
              <a:pathLst>
                <a:path w="47" h="25">
                  <a:moveTo>
                    <a:pt x="45" y="8"/>
                  </a:moveTo>
                  <a:cubicBezTo>
                    <a:pt x="41" y="7"/>
                    <a:pt x="42" y="5"/>
                    <a:pt x="41" y="5"/>
                  </a:cubicBezTo>
                  <a:cubicBezTo>
                    <a:pt x="36" y="4"/>
                    <a:pt x="31" y="4"/>
                    <a:pt x="30" y="4"/>
                  </a:cubicBezTo>
                  <a:cubicBezTo>
                    <a:pt x="27" y="4"/>
                    <a:pt x="27" y="8"/>
                    <a:pt x="25" y="7"/>
                  </a:cubicBezTo>
                  <a:cubicBezTo>
                    <a:pt x="25" y="7"/>
                    <a:pt x="24" y="7"/>
                    <a:pt x="24" y="5"/>
                  </a:cubicBezTo>
                  <a:cubicBezTo>
                    <a:pt x="25" y="2"/>
                    <a:pt x="21" y="0"/>
                    <a:pt x="19" y="4"/>
                  </a:cubicBezTo>
                  <a:cubicBezTo>
                    <a:pt x="19" y="5"/>
                    <a:pt x="18" y="5"/>
                    <a:pt x="18" y="4"/>
                  </a:cubicBezTo>
                  <a:cubicBezTo>
                    <a:pt x="18" y="4"/>
                    <a:pt x="18" y="4"/>
                    <a:pt x="16" y="4"/>
                  </a:cubicBezTo>
                  <a:cubicBezTo>
                    <a:pt x="9" y="7"/>
                    <a:pt x="13" y="8"/>
                    <a:pt x="9" y="10"/>
                  </a:cubicBezTo>
                  <a:cubicBezTo>
                    <a:pt x="6" y="11"/>
                    <a:pt x="4" y="8"/>
                    <a:pt x="3" y="13"/>
                  </a:cubicBezTo>
                  <a:cubicBezTo>
                    <a:pt x="1" y="16"/>
                    <a:pt x="0" y="16"/>
                    <a:pt x="3" y="21"/>
                  </a:cubicBezTo>
                  <a:cubicBezTo>
                    <a:pt x="6" y="21"/>
                    <a:pt x="7" y="25"/>
                    <a:pt x="10" y="24"/>
                  </a:cubicBezTo>
                  <a:cubicBezTo>
                    <a:pt x="15" y="24"/>
                    <a:pt x="16" y="24"/>
                    <a:pt x="16" y="22"/>
                  </a:cubicBezTo>
                  <a:cubicBezTo>
                    <a:pt x="16" y="22"/>
                    <a:pt x="15" y="21"/>
                    <a:pt x="16" y="21"/>
                  </a:cubicBezTo>
                  <a:cubicBezTo>
                    <a:pt x="19" y="19"/>
                    <a:pt x="21" y="21"/>
                    <a:pt x="22" y="19"/>
                  </a:cubicBezTo>
                  <a:cubicBezTo>
                    <a:pt x="22" y="16"/>
                    <a:pt x="24" y="19"/>
                    <a:pt x="25" y="19"/>
                  </a:cubicBezTo>
                  <a:cubicBezTo>
                    <a:pt x="27" y="19"/>
                    <a:pt x="28" y="18"/>
                    <a:pt x="28" y="18"/>
                  </a:cubicBezTo>
                  <a:cubicBezTo>
                    <a:pt x="30" y="18"/>
                    <a:pt x="28" y="14"/>
                    <a:pt x="31" y="14"/>
                  </a:cubicBezTo>
                  <a:cubicBezTo>
                    <a:pt x="33" y="14"/>
                    <a:pt x="34" y="16"/>
                    <a:pt x="36" y="14"/>
                  </a:cubicBezTo>
                  <a:cubicBezTo>
                    <a:pt x="38" y="13"/>
                    <a:pt x="39" y="16"/>
                    <a:pt x="39" y="16"/>
                  </a:cubicBezTo>
                  <a:cubicBezTo>
                    <a:pt x="39" y="18"/>
                    <a:pt x="42" y="16"/>
                    <a:pt x="42" y="16"/>
                  </a:cubicBezTo>
                  <a:cubicBezTo>
                    <a:pt x="44" y="11"/>
                    <a:pt x="45" y="13"/>
                    <a:pt x="45" y="11"/>
                  </a:cubicBezTo>
                  <a:cubicBezTo>
                    <a:pt x="45" y="10"/>
                    <a:pt x="47" y="10"/>
                    <a:pt x="45" y="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3" name="Freeform 180">
              <a:extLst>
                <a:ext uri="{FF2B5EF4-FFF2-40B4-BE49-F238E27FC236}">
                  <a16:creationId xmlns:a16="http://schemas.microsoft.com/office/drawing/2014/main" id="{142DE558-F471-4BD8-2755-5DD03916AB59}"/>
                </a:ext>
              </a:extLst>
            </p:cNvPr>
            <p:cNvSpPr>
              <a:spLocks/>
            </p:cNvSpPr>
            <p:nvPr/>
          </p:nvSpPr>
          <p:spPr bwMode="auto">
            <a:xfrm>
              <a:off x="2093356" y="3093590"/>
              <a:ext cx="74720" cy="58821"/>
            </a:xfrm>
            <a:custGeom>
              <a:avLst/>
              <a:gdLst/>
              <a:ahLst/>
              <a:cxnLst>
                <a:cxn ang="0">
                  <a:pos x="21" y="0"/>
                </a:cxn>
                <a:cxn ang="0">
                  <a:pos x="24" y="5"/>
                </a:cxn>
                <a:cxn ang="0">
                  <a:pos x="23" y="5"/>
                </a:cxn>
                <a:cxn ang="0">
                  <a:pos x="23" y="7"/>
                </a:cxn>
                <a:cxn ang="0">
                  <a:pos x="17" y="10"/>
                </a:cxn>
                <a:cxn ang="0">
                  <a:pos x="18" y="13"/>
                </a:cxn>
                <a:cxn ang="0">
                  <a:pos x="15" y="17"/>
                </a:cxn>
                <a:cxn ang="0">
                  <a:pos x="12" y="17"/>
                </a:cxn>
                <a:cxn ang="0">
                  <a:pos x="9" y="16"/>
                </a:cxn>
                <a:cxn ang="0">
                  <a:pos x="1" y="17"/>
                </a:cxn>
                <a:cxn ang="0">
                  <a:pos x="1" y="16"/>
                </a:cxn>
                <a:cxn ang="0">
                  <a:pos x="1" y="13"/>
                </a:cxn>
                <a:cxn ang="0">
                  <a:pos x="1" y="10"/>
                </a:cxn>
                <a:cxn ang="0">
                  <a:pos x="0" y="8"/>
                </a:cxn>
                <a:cxn ang="0">
                  <a:pos x="1" y="5"/>
                </a:cxn>
                <a:cxn ang="0">
                  <a:pos x="7" y="7"/>
                </a:cxn>
                <a:cxn ang="0">
                  <a:pos x="10" y="7"/>
                </a:cxn>
                <a:cxn ang="0">
                  <a:pos x="15" y="3"/>
                </a:cxn>
                <a:cxn ang="0">
                  <a:pos x="18" y="3"/>
                </a:cxn>
                <a:cxn ang="0">
                  <a:pos x="21" y="2"/>
                </a:cxn>
                <a:cxn ang="0">
                  <a:pos x="21" y="0"/>
                </a:cxn>
              </a:cxnLst>
              <a:rect l="0" t="0" r="r" b="b"/>
              <a:pathLst>
                <a:path w="24" h="19">
                  <a:moveTo>
                    <a:pt x="21" y="0"/>
                  </a:moveTo>
                  <a:cubicBezTo>
                    <a:pt x="24" y="2"/>
                    <a:pt x="23" y="5"/>
                    <a:pt x="24" y="5"/>
                  </a:cubicBezTo>
                  <a:cubicBezTo>
                    <a:pt x="23" y="5"/>
                    <a:pt x="23" y="5"/>
                    <a:pt x="23" y="5"/>
                  </a:cubicBezTo>
                  <a:cubicBezTo>
                    <a:pt x="21" y="5"/>
                    <a:pt x="23" y="7"/>
                    <a:pt x="23" y="7"/>
                  </a:cubicBezTo>
                  <a:cubicBezTo>
                    <a:pt x="21" y="8"/>
                    <a:pt x="18" y="8"/>
                    <a:pt x="17" y="10"/>
                  </a:cubicBezTo>
                  <a:cubicBezTo>
                    <a:pt x="17" y="10"/>
                    <a:pt x="18" y="11"/>
                    <a:pt x="18" y="13"/>
                  </a:cubicBezTo>
                  <a:cubicBezTo>
                    <a:pt x="18" y="14"/>
                    <a:pt x="15" y="14"/>
                    <a:pt x="15" y="17"/>
                  </a:cubicBezTo>
                  <a:cubicBezTo>
                    <a:pt x="15" y="19"/>
                    <a:pt x="13" y="17"/>
                    <a:pt x="12" y="17"/>
                  </a:cubicBezTo>
                  <a:cubicBezTo>
                    <a:pt x="10" y="16"/>
                    <a:pt x="12" y="19"/>
                    <a:pt x="9" y="16"/>
                  </a:cubicBezTo>
                  <a:cubicBezTo>
                    <a:pt x="7" y="14"/>
                    <a:pt x="10" y="17"/>
                    <a:pt x="1" y="17"/>
                  </a:cubicBezTo>
                  <a:cubicBezTo>
                    <a:pt x="1" y="16"/>
                    <a:pt x="1" y="17"/>
                    <a:pt x="1" y="16"/>
                  </a:cubicBezTo>
                  <a:cubicBezTo>
                    <a:pt x="4" y="16"/>
                    <a:pt x="3" y="14"/>
                    <a:pt x="1" y="13"/>
                  </a:cubicBezTo>
                  <a:cubicBezTo>
                    <a:pt x="0" y="13"/>
                    <a:pt x="0" y="11"/>
                    <a:pt x="1" y="10"/>
                  </a:cubicBezTo>
                  <a:cubicBezTo>
                    <a:pt x="3" y="8"/>
                    <a:pt x="0" y="10"/>
                    <a:pt x="0" y="8"/>
                  </a:cubicBezTo>
                  <a:cubicBezTo>
                    <a:pt x="0" y="7"/>
                    <a:pt x="1" y="7"/>
                    <a:pt x="1" y="5"/>
                  </a:cubicBezTo>
                  <a:cubicBezTo>
                    <a:pt x="6" y="5"/>
                    <a:pt x="4" y="7"/>
                    <a:pt x="7" y="7"/>
                  </a:cubicBezTo>
                  <a:cubicBezTo>
                    <a:pt x="9" y="5"/>
                    <a:pt x="7" y="8"/>
                    <a:pt x="10" y="7"/>
                  </a:cubicBezTo>
                  <a:cubicBezTo>
                    <a:pt x="12" y="3"/>
                    <a:pt x="12" y="3"/>
                    <a:pt x="15" y="3"/>
                  </a:cubicBezTo>
                  <a:cubicBezTo>
                    <a:pt x="18" y="5"/>
                    <a:pt x="17" y="3"/>
                    <a:pt x="18" y="3"/>
                  </a:cubicBezTo>
                  <a:cubicBezTo>
                    <a:pt x="21" y="3"/>
                    <a:pt x="21" y="3"/>
                    <a:pt x="21" y="2"/>
                  </a:cubicBezTo>
                  <a:cubicBezTo>
                    <a:pt x="20" y="0"/>
                    <a:pt x="21" y="2"/>
                    <a:pt x="21"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4" name="Freeform 181">
              <a:extLst>
                <a:ext uri="{FF2B5EF4-FFF2-40B4-BE49-F238E27FC236}">
                  <a16:creationId xmlns:a16="http://schemas.microsoft.com/office/drawing/2014/main" id="{D4E9E0F2-5466-013B-4BC1-5C57559E11B8}"/>
                </a:ext>
              </a:extLst>
            </p:cNvPr>
            <p:cNvSpPr>
              <a:spLocks/>
            </p:cNvSpPr>
            <p:nvPr/>
          </p:nvSpPr>
          <p:spPr bwMode="auto">
            <a:xfrm>
              <a:off x="2093356" y="3107897"/>
              <a:ext cx="151028" cy="149436"/>
            </a:xfrm>
            <a:custGeom>
              <a:avLst/>
              <a:gdLst/>
              <a:ahLst/>
              <a:cxnLst>
                <a:cxn ang="0">
                  <a:pos x="44" y="19"/>
                </a:cxn>
                <a:cxn ang="0">
                  <a:pos x="41" y="17"/>
                </a:cxn>
                <a:cxn ang="0">
                  <a:pos x="36" y="17"/>
                </a:cxn>
                <a:cxn ang="0">
                  <a:pos x="30" y="16"/>
                </a:cxn>
                <a:cxn ang="0">
                  <a:pos x="24" y="16"/>
                </a:cxn>
                <a:cxn ang="0">
                  <a:pos x="21" y="17"/>
                </a:cxn>
                <a:cxn ang="0">
                  <a:pos x="20" y="21"/>
                </a:cxn>
                <a:cxn ang="0">
                  <a:pos x="21" y="25"/>
                </a:cxn>
                <a:cxn ang="0">
                  <a:pos x="21" y="27"/>
                </a:cxn>
                <a:cxn ang="0">
                  <a:pos x="29" y="35"/>
                </a:cxn>
                <a:cxn ang="0">
                  <a:pos x="32" y="38"/>
                </a:cxn>
                <a:cxn ang="0">
                  <a:pos x="33" y="41"/>
                </a:cxn>
                <a:cxn ang="0">
                  <a:pos x="35" y="42"/>
                </a:cxn>
                <a:cxn ang="0">
                  <a:pos x="39" y="45"/>
                </a:cxn>
                <a:cxn ang="0">
                  <a:pos x="42" y="48"/>
                </a:cxn>
                <a:cxn ang="0">
                  <a:pos x="39" y="47"/>
                </a:cxn>
                <a:cxn ang="0">
                  <a:pos x="33" y="44"/>
                </a:cxn>
                <a:cxn ang="0">
                  <a:pos x="32" y="41"/>
                </a:cxn>
                <a:cxn ang="0">
                  <a:pos x="23" y="35"/>
                </a:cxn>
                <a:cxn ang="0">
                  <a:pos x="17" y="30"/>
                </a:cxn>
                <a:cxn ang="0">
                  <a:pos x="13" y="24"/>
                </a:cxn>
                <a:cxn ang="0">
                  <a:pos x="9" y="14"/>
                </a:cxn>
                <a:cxn ang="0">
                  <a:pos x="4" y="21"/>
                </a:cxn>
                <a:cxn ang="0">
                  <a:pos x="1" y="13"/>
                </a:cxn>
                <a:cxn ang="0">
                  <a:pos x="1" y="13"/>
                </a:cxn>
                <a:cxn ang="0">
                  <a:pos x="9" y="11"/>
                </a:cxn>
                <a:cxn ang="0">
                  <a:pos x="12" y="13"/>
                </a:cxn>
                <a:cxn ang="0">
                  <a:pos x="15" y="13"/>
                </a:cxn>
                <a:cxn ang="0">
                  <a:pos x="18" y="8"/>
                </a:cxn>
                <a:cxn ang="0">
                  <a:pos x="17" y="5"/>
                </a:cxn>
                <a:cxn ang="0">
                  <a:pos x="23" y="2"/>
                </a:cxn>
                <a:cxn ang="0">
                  <a:pos x="23" y="0"/>
                </a:cxn>
                <a:cxn ang="0">
                  <a:pos x="24" y="0"/>
                </a:cxn>
                <a:cxn ang="0">
                  <a:pos x="32" y="7"/>
                </a:cxn>
                <a:cxn ang="0">
                  <a:pos x="39" y="10"/>
                </a:cxn>
                <a:cxn ang="0">
                  <a:pos x="42" y="8"/>
                </a:cxn>
                <a:cxn ang="0">
                  <a:pos x="44" y="14"/>
                </a:cxn>
                <a:cxn ang="0">
                  <a:pos x="47" y="16"/>
                </a:cxn>
                <a:cxn ang="0">
                  <a:pos x="44" y="19"/>
                </a:cxn>
              </a:cxnLst>
              <a:rect l="0" t="0" r="r" b="b"/>
              <a:pathLst>
                <a:path w="49" h="48">
                  <a:moveTo>
                    <a:pt x="44" y="19"/>
                  </a:moveTo>
                  <a:cubicBezTo>
                    <a:pt x="41" y="21"/>
                    <a:pt x="42" y="16"/>
                    <a:pt x="41" y="17"/>
                  </a:cubicBezTo>
                  <a:cubicBezTo>
                    <a:pt x="39" y="17"/>
                    <a:pt x="38" y="16"/>
                    <a:pt x="36" y="17"/>
                  </a:cubicBezTo>
                  <a:cubicBezTo>
                    <a:pt x="33" y="19"/>
                    <a:pt x="32" y="16"/>
                    <a:pt x="30" y="16"/>
                  </a:cubicBezTo>
                  <a:cubicBezTo>
                    <a:pt x="29" y="17"/>
                    <a:pt x="26" y="14"/>
                    <a:pt x="24" y="16"/>
                  </a:cubicBezTo>
                  <a:cubicBezTo>
                    <a:pt x="23" y="17"/>
                    <a:pt x="23" y="19"/>
                    <a:pt x="21" y="17"/>
                  </a:cubicBezTo>
                  <a:cubicBezTo>
                    <a:pt x="18" y="13"/>
                    <a:pt x="17" y="21"/>
                    <a:pt x="20" y="21"/>
                  </a:cubicBezTo>
                  <a:cubicBezTo>
                    <a:pt x="21" y="22"/>
                    <a:pt x="21" y="24"/>
                    <a:pt x="21" y="25"/>
                  </a:cubicBezTo>
                  <a:cubicBezTo>
                    <a:pt x="23" y="25"/>
                    <a:pt x="20" y="27"/>
                    <a:pt x="21" y="27"/>
                  </a:cubicBezTo>
                  <a:cubicBezTo>
                    <a:pt x="23" y="27"/>
                    <a:pt x="27" y="35"/>
                    <a:pt x="29" y="35"/>
                  </a:cubicBezTo>
                  <a:cubicBezTo>
                    <a:pt x="30" y="36"/>
                    <a:pt x="29" y="38"/>
                    <a:pt x="32" y="38"/>
                  </a:cubicBezTo>
                  <a:cubicBezTo>
                    <a:pt x="33" y="39"/>
                    <a:pt x="33" y="41"/>
                    <a:pt x="33" y="41"/>
                  </a:cubicBezTo>
                  <a:cubicBezTo>
                    <a:pt x="33" y="42"/>
                    <a:pt x="35" y="41"/>
                    <a:pt x="35" y="42"/>
                  </a:cubicBezTo>
                  <a:cubicBezTo>
                    <a:pt x="36" y="44"/>
                    <a:pt x="38" y="45"/>
                    <a:pt x="39" y="45"/>
                  </a:cubicBezTo>
                  <a:cubicBezTo>
                    <a:pt x="39" y="47"/>
                    <a:pt x="44" y="47"/>
                    <a:pt x="42" y="48"/>
                  </a:cubicBezTo>
                  <a:cubicBezTo>
                    <a:pt x="41" y="47"/>
                    <a:pt x="41" y="47"/>
                    <a:pt x="39" y="47"/>
                  </a:cubicBezTo>
                  <a:cubicBezTo>
                    <a:pt x="38" y="48"/>
                    <a:pt x="39" y="45"/>
                    <a:pt x="33" y="44"/>
                  </a:cubicBezTo>
                  <a:cubicBezTo>
                    <a:pt x="27" y="41"/>
                    <a:pt x="27" y="39"/>
                    <a:pt x="32" y="41"/>
                  </a:cubicBezTo>
                  <a:cubicBezTo>
                    <a:pt x="29" y="38"/>
                    <a:pt x="26" y="35"/>
                    <a:pt x="23" y="35"/>
                  </a:cubicBezTo>
                  <a:cubicBezTo>
                    <a:pt x="18" y="36"/>
                    <a:pt x="23" y="35"/>
                    <a:pt x="17" y="30"/>
                  </a:cubicBezTo>
                  <a:cubicBezTo>
                    <a:pt x="10" y="25"/>
                    <a:pt x="17" y="28"/>
                    <a:pt x="13" y="24"/>
                  </a:cubicBezTo>
                  <a:cubicBezTo>
                    <a:pt x="9" y="21"/>
                    <a:pt x="13" y="19"/>
                    <a:pt x="9" y="14"/>
                  </a:cubicBezTo>
                  <a:cubicBezTo>
                    <a:pt x="6" y="13"/>
                    <a:pt x="6" y="17"/>
                    <a:pt x="4" y="21"/>
                  </a:cubicBezTo>
                  <a:cubicBezTo>
                    <a:pt x="4" y="24"/>
                    <a:pt x="0" y="14"/>
                    <a:pt x="1" y="13"/>
                  </a:cubicBezTo>
                  <a:cubicBezTo>
                    <a:pt x="1" y="13"/>
                    <a:pt x="1" y="13"/>
                    <a:pt x="1" y="13"/>
                  </a:cubicBezTo>
                  <a:cubicBezTo>
                    <a:pt x="10" y="13"/>
                    <a:pt x="7" y="10"/>
                    <a:pt x="9" y="11"/>
                  </a:cubicBezTo>
                  <a:cubicBezTo>
                    <a:pt x="12" y="14"/>
                    <a:pt x="10" y="11"/>
                    <a:pt x="12" y="13"/>
                  </a:cubicBezTo>
                  <a:cubicBezTo>
                    <a:pt x="13" y="13"/>
                    <a:pt x="15" y="14"/>
                    <a:pt x="15" y="13"/>
                  </a:cubicBezTo>
                  <a:cubicBezTo>
                    <a:pt x="15" y="10"/>
                    <a:pt x="18" y="10"/>
                    <a:pt x="18" y="8"/>
                  </a:cubicBezTo>
                  <a:cubicBezTo>
                    <a:pt x="18" y="7"/>
                    <a:pt x="17" y="5"/>
                    <a:pt x="17" y="5"/>
                  </a:cubicBezTo>
                  <a:cubicBezTo>
                    <a:pt x="18" y="4"/>
                    <a:pt x="21" y="4"/>
                    <a:pt x="23" y="2"/>
                  </a:cubicBezTo>
                  <a:cubicBezTo>
                    <a:pt x="23" y="2"/>
                    <a:pt x="21" y="0"/>
                    <a:pt x="23" y="0"/>
                  </a:cubicBezTo>
                  <a:cubicBezTo>
                    <a:pt x="24" y="0"/>
                    <a:pt x="24" y="0"/>
                    <a:pt x="24" y="0"/>
                  </a:cubicBezTo>
                  <a:cubicBezTo>
                    <a:pt x="32" y="5"/>
                    <a:pt x="30" y="7"/>
                    <a:pt x="32" y="7"/>
                  </a:cubicBezTo>
                  <a:cubicBezTo>
                    <a:pt x="33" y="7"/>
                    <a:pt x="36" y="10"/>
                    <a:pt x="39" y="10"/>
                  </a:cubicBezTo>
                  <a:cubicBezTo>
                    <a:pt x="41" y="10"/>
                    <a:pt x="41" y="7"/>
                    <a:pt x="42" y="8"/>
                  </a:cubicBezTo>
                  <a:cubicBezTo>
                    <a:pt x="44" y="10"/>
                    <a:pt x="44" y="13"/>
                    <a:pt x="44" y="14"/>
                  </a:cubicBezTo>
                  <a:cubicBezTo>
                    <a:pt x="47" y="16"/>
                    <a:pt x="49" y="14"/>
                    <a:pt x="47" y="16"/>
                  </a:cubicBezTo>
                  <a:cubicBezTo>
                    <a:pt x="47" y="17"/>
                    <a:pt x="46" y="16"/>
                    <a:pt x="44" y="1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5" name="Freeform 182">
              <a:extLst>
                <a:ext uri="{FF2B5EF4-FFF2-40B4-BE49-F238E27FC236}">
                  <a16:creationId xmlns:a16="http://schemas.microsoft.com/office/drawing/2014/main" id="{6A546EBD-7B35-79DC-A616-0574948DA436}"/>
                </a:ext>
              </a:extLst>
            </p:cNvPr>
            <p:cNvSpPr>
              <a:spLocks/>
            </p:cNvSpPr>
            <p:nvPr/>
          </p:nvSpPr>
          <p:spPr bwMode="auto">
            <a:xfrm>
              <a:off x="2142639" y="3146051"/>
              <a:ext cx="104925" cy="101743"/>
            </a:xfrm>
            <a:custGeom>
              <a:avLst/>
              <a:gdLst/>
              <a:ahLst/>
              <a:cxnLst>
                <a:cxn ang="0">
                  <a:pos x="29" y="22"/>
                </a:cxn>
                <a:cxn ang="0">
                  <a:pos x="33" y="22"/>
                </a:cxn>
                <a:cxn ang="0">
                  <a:pos x="29" y="18"/>
                </a:cxn>
                <a:cxn ang="0">
                  <a:pos x="33" y="18"/>
                </a:cxn>
                <a:cxn ang="0">
                  <a:pos x="29" y="11"/>
                </a:cxn>
                <a:cxn ang="0">
                  <a:pos x="28" y="7"/>
                </a:cxn>
                <a:cxn ang="0">
                  <a:pos x="25" y="5"/>
                </a:cxn>
                <a:cxn ang="0">
                  <a:pos x="20" y="5"/>
                </a:cxn>
                <a:cxn ang="0">
                  <a:pos x="14" y="4"/>
                </a:cxn>
                <a:cxn ang="0">
                  <a:pos x="8" y="4"/>
                </a:cxn>
                <a:cxn ang="0">
                  <a:pos x="5" y="5"/>
                </a:cxn>
                <a:cxn ang="0">
                  <a:pos x="3" y="8"/>
                </a:cxn>
                <a:cxn ang="0">
                  <a:pos x="5" y="13"/>
                </a:cxn>
                <a:cxn ang="0">
                  <a:pos x="5" y="15"/>
                </a:cxn>
                <a:cxn ang="0">
                  <a:pos x="13" y="22"/>
                </a:cxn>
                <a:cxn ang="0">
                  <a:pos x="16" y="26"/>
                </a:cxn>
                <a:cxn ang="0">
                  <a:pos x="17" y="29"/>
                </a:cxn>
                <a:cxn ang="0">
                  <a:pos x="19" y="30"/>
                </a:cxn>
                <a:cxn ang="0">
                  <a:pos x="23" y="33"/>
                </a:cxn>
                <a:cxn ang="0">
                  <a:pos x="25" y="29"/>
                </a:cxn>
                <a:cxn ang="0">
                  <a:pos x="26" y="26"/>
                </a:cxn>
                <a:cxn ang="0">
                  <a:pos x="28" y="26"/>
                </a:cxn>
                <a:cxn ang="0">
                  <a:pos x="29" y="22"/>
                </a:cxn>
              </a:cxnLst>
              <a:rect l="0" t="0" r="r" b="b"/>
              <a:pathLst>
                <a:path w="34" h="33">
                  <a:moveTo>
                    <a:pt x="29" y="22"/>
                  </a:moveTo>
                  <a:cubicBezTo>
                    <a:pt x="31" y="21"/>
                    <a:pt x="31" y="22"/>
                    <a:pt x="33" y="22"/>
                  </a:cubicBezTo>
                  <a:cubicBezTo>
                    <a:pt x="33" y="21"/>
                    <a:pt x="29" y="18"/>
                    <a:pt x="29" y="18"/>
                  </a:cubicBezTo>
                  <a:cubicBezTo>
                    <a:pt x="31" y="16"/>
                    <a:pt x="31" y="19"/>
                    <a:pt x="33" y="18"/>
                  </a:cubicBezTo>
                  <a:cubicBezTo>
                    <a:pt x="34" y="16"/>
                    <a:pt x="28" y="15"/>
                    <a:pt x="29" y="11"/>
                  </a:cubicBezTo>
                  <a:cubicBezTo>
                    <a:pt x="31" y="7"/>
                    <a:pt x="33" y="7"/>
                    <a:pt x="28" y="7"/>
                  </a:cubicBezTo>
                  <a:cubicBezTo>
                    <a:pt x="25" y="8"/>
                    <a:pt x="26" y="4"/>
                    <a:pt x="25" y="5"/>
                  </a:cubicBezTo>
                  <a:cubicBezTo>
                    <a:pt x="23" y="5"/>
                    <a:pt x="22" y="4"/>
                    <a:pt x="20" y="5"/>
                  </a:cubicBezTo>
                  <a:cubicBezTo>
                    <a:pt x="17" y="7"/>
                    <a:pt x="16" y="4"/>
                    <a:pt x="14" y="4"/>
                  </a:cubicBezTo>
                  <a:cubicBezTo>
                    <a:pt x="13" y="5"/>
                    <a:pt x="9" y="2"/>
                    <a:pt x="8" y="4"/>
                  </a:cubicBezTo>
                  <a:cubicBezTo>
                    <a:pt x="6" y="5"/>
                    <a:pt x="6" y="7"/>
                    <a:pt x="5" y="5"/>
                  </a:cubicBezTo>
                  <a:cubicBezTo>
                    <a:pt x="2" y="0"/>
                    <a:pt x="0" y="8"/>
                    <a:pt x="3" y="8"/>
                  </a:cubicBezTo>
                  <a:cubicBezTo>
                    <a:pt x="5" y="10"/>
                    <a:pt x="5" y="11"/>
                    <a:pt x="5" y="13"/>
                  </a:cubicBezTo>
                  <a:cubicBezTo>
                    <a:pt x="6" y="13"/>
                    <a:pt x="3" y="15"/>
                    <a:pt x="5" y="15"/>
                  </a:cubicBezTo>
                  <a:cubicBezTo>
                    <a:pt x="6" y="15"/>
                    <a:pt x="11" y="22"/>
                    <a:pt x="13" y="22"/>
                  </a:cubicBezTo>
                  <a:cubicBezTo>
                    <a:pt x="14" y="24"/>
                    <a:pt x="13" y="26"/>
                    <a:pt x="16" y="26"/>
                  </a:cubicBezTo>
                  <a:cubicBezTo>
                    <a:pt x="17" y="27"/>
                    <a:pt x="17" y="29"/>
                    <a:pt x="17" y="29"/>
                  </a:cubicBezTo>
                  <a:cubicBezTo>
                    <a:pt x="17" y="30"/>
                    <a:pt x="19" y="29"/>
                    <a:pt x="19" y="30"/>
                  </a:cubicBezTo>
                  <a:cubicBezTo>
                    <a:pt x="20" y="32"/>
                    <a:pt x="22" y="33"/>
                    <a:pt x="23" y="33"/>
                  </a:cubicBezTo>
                  <a:cubicBezTo>
                    <a:pt x="26" y="32"/>
                    <a:pt x="22" y="30"/>
                    <a:pt x="25" y="29"/>
                  </a:cubicBezTo>
                  <a:cubicBezTo>
                    <a:pt x="26" y="27"/>
                    <a:pt x="25" y="26"/>
                    <a:pt x="26" y="26"/>
                  </a:cubicBezTo>
                  <a:cubicBezTo>
                    <a:pt x="28" y="24"/>
                    <a:pt x="28" y="27"/>
                    <a:pt x="28" y="26"/>
                  </a:cubicBezTo>
                  <a:cubicBezTo>
                    <a:pt x="29" y="26"/>
                    <a:pt x="25" y="21"/>
                    <a:pt x="29" y="2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6" name="Freeform 183">
              <a:extLst>
                <a:ext uri="{FF2B5EF4-FFF2-40B4-BE49-F238E27FC236}">
                  <a16:creationId xmlns:a16="http://schemas.microsoft.com/office/drawing/2014/main" id="{F77CF5F1-E1F5-56EE-AECE-4DE4CE8DB9D8}"/>
                </a:ext>
              </a:extLst>
            </p:cNvPr>
            <p:cNvSpPr>
              <a:spLocks/>
            </p:cNvSpPr>
            <p:nvPr/>
          </p:nvSpPr>
          <p:spPr bwMode="auto">
            <a:xfrm>
              <a:off x="2210999" y="3209641"/>
              <a:ext cx="52462" cy="62000"/>
            </a:xfrm>
            <a:custGeom>
              <a:avLst/>
              <a:gdLst/>
              <a:ahLst/>
              <a:cxnLst>
                <a:cxn ang="0">
                  <a:pos x="7" y="1"/>
                </a:cxn>
                <a:cxn ang="0">
                  <a:pos x="17" y="9"/>
                </a:cxn>
                <a:cxn ang="0">
                  <a:pos x="14" y="11"/>
                </a:cxn>
                <a:cxn ang="0">
                  <a:pos x="15" y="12"/>
                </a:cxn>
                <a:cxn ang="0">
                  <a:pos x="12" y="12"/>
                </a:cxn>
                <a:cxn ang="0">
                  <a:pos x="9" y="15"/>
                </a:cxn>
                <a:cxn ang="0">
                  <a:pos x="9" y="20"/>
                </a:cxn>
                <a:cxn ang="0">
                  <a:pos x="6" y="17"/>
                </a:cxn>
                <a:cxn ang="0">
                  <a:pos x="4" y="15"/>
                </a:cxn>
                <a:cxn ang="0">
                  <a:pos x="1" y="12"/>
                </a:cxn>
                <a:cxn ang="0">
                  <a:pos x="3" y="8"/>
                </a:cxn>
                <a:cxn ang="0">
                  <a:pos x="4" y="5"/>
                </a:cxn>
                <a:cxn ang="0">
                  <a:pos x="6" y="5"/>
                </a:cxn>
                <a:cxn ang="0">
                  <a:pos x="7" y="1"/>
                </a:cxn>
              </a:cxnLst>
              <a:rect l="0" t="0" r="r" b="b"/>
              <a:pathLst>
                <a:path w="17" h="20">
                  <a:moveTo>
                    <a:pt x="7" y="1"/>
                  </a:moveTo>
                  <a:cubicBezTo>
                    <a:pt x="10" y="6"/>
                    <a:pt x="17" y="8"/>
                    <a:pt x="17" y="9"/>
                  </a:cubicBezTo>
                  <a:cubicBezTo>
                    <a:pt x="17" y="11"/>
                    <a:pt x="12" y="11"/>
                    <a:pt x="14" y="11"/>
                  </a:cubicBezTo>
                  <a:cubicBezTo>
                    <a:pt x="15" y="12"/>
                    <a:pt x="14" y="12"/>
                    <a:pt x="15" y="12"/>
                  </a:cubicBezTo>
                  <a:cubicBezTo>
                    <a:pt x="12" y="14"/>
                    <a:pt x="12" y="14"/>
                    <a:pt x="12" y="12"/>
                  </a:cubicBezTo>
                  <a:cubicBezTo>
                    <a:pt x="12" y="9"/>
                    <a:pt x="10" y="14"/>
                    <a:pt x="9" y="15"/>
                  </a:cubicBezTo>
                  <a:cubicBezTo>
                    <a:pt x="7" y="18"/>
                    <a:pt x="10" y="17"/>
                    <a:pt x="9" y="20"/>
                  </a:cubicBezTo>
                  <a:cubicBezTo>
                    <a:pt x="6" y="20"/>
                    <a:pt x="7" y="20"/>
                    <a:pt x="6" y="17"/>
                  </a:cubicBezTo>
                  <a:cubicBezTo>
                    <a:pt x="6" y="15"/>
                    <a:pt x="4" y="15"/>
                    <a:pt x="4" y="15"/>
                  </a:cubicBezTo>
                  <a:cubicBezTo>
                    <a:pt x="6" y="14"/>
                    <a:pt x="1" y="14"/>
                    <a:pt x="1" y="12"/>
                  </a:cubicBezTo>
                  <a:cubicBezTo>
                    <a:pt x="4" y="11"/>
                    <a:pt x="0" y="9"/>
                    <a:pt x="3" y="8"/>
                  </a:cubicBezTo>
                  <a:cubicBezTo>
                    <a:pt x="4" y="6"/>
                    <a:pt x="3" y="5"/>
                    <a:pt x="4" y="5"/>
                  </a:cubicBezTo>
                  <a:cubicBezTo>
                    <a:pt x="6" y="3"/>
                    <a:pt x="6" y="6"/>
                    <a:pt x="6" y="5"/>
                  </a:cubicBezTo>
                  <a:cubicBezTo>
                    <a:pt x="7" y="5"/>
                    <a:pt x="3" y="0"/>
                    <a:pt x="7"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7" name="Freeform 237">
              <a:extLst>
                <a:ext uri="{FF2B5EF4-FFF2-40B4-BE49-F238E27FC236}">
                  <a16:creationId xmlns:a16="http://schemas.microsoft.com/office/drawing/2014/main" id="{FB212258-40F1-1BD1-98D5-879258B05F6B}"/>
                </a:ext>
              </a:extLst>
            </p:cNvPr>
            <p:cNvSpPr>
              <a:spLocks noEditPoints="1"/>
            </p:cNvSpPr>
            <p:nvPr/>
          </p:nvSpPr>
          <p:spPr bwMode="auto">
            <a:xfrm>
              <a:off x="2241205" y="1594464"/>
              <a:ext cx="4190637" cy="1705793"/>
            </a:xfrm>
            <a:custGeom>
              <a:avLst/>
              <a:gdLst/>
              <a:ahLst/>
              <a:cxnLst>
                <a:cxn ang="0">
                  <a:pos x="404" y="136"/>
                </a:cxn>
                <a:cxn ang="0">
                  <a:pos x="273" y="177"/>
                </a:cxn>
                <a:cxn ang="0">
                  <a:pos x="361" y="90"/>
                </a:cxn>
                <a:cxn ang="0">
                  <a:pos x="278" y="138"/>
                </a:cxn>
                <a:cxn ang="0">
                  <a:pos x="227" y="31"/>
                </a:cxn>
                <a:cxn ang="0">
                  <a:pos x="217" y="29"/>
                </a:cxn>
                <a:cxn ang="0">
                  <a:pos x="343" y="18"/>
                </a:cxn>
                <a:cxn ang="0">
                  <a:pos x="328" y="25"/>
                </a:cxn>
                <a:cxn ang="0">
                  <a:pos x="297" y="32"/>
                </a:cxn>
                <a:cxn ang="0">
                  <a:pos x="314" y="31"/>
                </a:cxn>
                <a:cxn ang="0">
                  <a:pos x="285" y="12"/>
                </a:cxn>
                <a:cxn ang="0">
                  <a:pos x="291" y="14"/>
                </a:cxn>
                <a:cxn ang="0">
                  <a:pos x="288" y="20"/>
                </a:cxn>
                <a:cxn ang="0">
                  <a:pos x="276" y="23"/>
                </a:cxn>
                <a:cxn ang="0">
                  <a:pos x="1351" y="247"/>
                </a:cxn>
                <a:cxn ang="0">
                  <a:pos x="1184" y="200"/>
                </a:cxn>
                <a:cxn ang="0">
                  <a:pos x="902" y="164"/>
                </a:cxn>
                <a:cxn ang="0">
                  <a:pos x="734" y="116"/>
                </a:cxn>
                <a:cxn ang="0">
                  <a:pos x="570" y="104"/>
                </a:cxn>
                <a:cxn ang="0">
                  <a:pos x="474" y="154"/>
                </a:cxn>
                <a:cxn ang="0">
                  <a:pos x="457" y="217"/>
                </a:cxn>
                <a:cxn ang="0">
                  <a:pos x="381" y="169"/>
                </a:cxn>
                <a:cxn ang="0">
                  <a:pos x="214" y="233"/>
                </a:cxn>
                <a:cxn ang="0">
                  <a:pos x="144" y="275"/>
                </a:cxn>
                <a:cxn ang="0">
                  <a:pos x="90" y="191"/>
                </a:cxn>
                <a:cxn ang="0">
                  <a:pos x="84" y="250"/>
                </a:cxn>
                <a:cxn ang="0">
                  <a:pos x="80" y="306"/>
                </a:cxn>
                <a:cxn ang="0">
                  <a:pos x="67" y="332"/>
                </a:cxn>
                <a:cxn ang="0">
                  <a:pos x="87" y="380"/>
                </a:cxn>
                <a:cxn ang="0">
                  <a:pos x="109" y="422"/>
                </a:cxn>
                <a:cxn ang="0">
                  <a:pos x="163" y="455"/>
                </a:cxn>
                <a:cxn ang="0">
                  <a:pos x="148" y="492"/>
                </a:cxn>
                <a:cxn ang="0">
                  <a:pos x="172" y="528"/>
                </a:cxn>
                <a:cxn ang="0">
                  <a:pos x="220" y="548"/>
                </a:cxn>
                <a:cxn ang="0">
                  <a:pos x="217" y="469"/>
                </a:cxn>
                <a:cxn ang="0">
                  <a:pos x="329" y="432"/>
                </a:cxn>
                <a:cxn ang="0">
                  <a:pos x="472" y="425"/>
                </a:cxn>
                <a:cxn ang="0">
                  <a:pos x="623" y="433"/>
                </a:cxn>
                <a:cxn ang="0">
                  <a:pos x="798" y="419"/>
                </a:cxn>
                <a:cxn ang="0">
                  <a:pos x="899" y="508"/>
                </a:cxn>
                <a:cxn ang="0">
                  <a:pos x="900" y="534"/>
                </a:cxn>
                <a:cxn ang="0">
                  <a:pos x="957" y="401"/>
                </a:cxn>
                <a:cxn ang="0">
                  <a:pos x="1013" y="334"/>
                </a:cxn>
                <a:cxn ang="0">
                  <a:pos x="1121" y="329"/>
                </a:cxn>
                <a:cxn ang="0">
                  <a:pos x="1146" y="326"/>
                </a:cxn>
                <a:cxn ang="0">
                  <a:pos x="1273" y="256"/>
                </a:cxn>
                <a:cxn ang="0">
                  <a:pos x="978" y="489"/>
                </a:cxn>
                <a:cxn ang="0">
                  <a:pos x="984" y="441"/>
                </a:cxn>
                <a:cxn ang="0">
                  <a:pos x="975" y="407"/>
                </a:cxn>
                <a:cxn ang="0">
                  <a:pos x="1025" y="503"/>
                </a:cxn>
                <a:cxn ang="0">
                  <a:pos x="1066" y="464"/>
                </a:cxn>
                <a:cxn ang="0">
                  <a:pos x="1080" y="446"/>
                </a:cxn>
                <a:cxn ang="0">
                  <a:pos x="25" y="390"/>
                </a:cxn>
                <a:cxn ang="0">
                  <a:pos x="937" y="393"/>
                </a:cxn>
                <a:cxn ang="0">
                  <a:pos x="1274" y="175"/>
                </a:cxn>
                <a:cxn ang="0">
                  <a:pos x="1018" y="107"/>
                </a:cxn>
                <a:cxn ang="0">
                  <a:pos x="946" y="118"/>
                </a:cxn>
                <a:cxn ang="0">
                  <a:pos x="870" y="149"/>
                </a:cxn>
                <a:cxn ang="0">
                  <a:pos x="739" y="121"/>
                </a:cxn>
                <a:cxn ang="0">
                  <a:pos x="638" y="35"/>
                </a:cxn>
                <a:cxn ang="0">
                  <a:pos x="600" y="29"/>
                </a:cxn>
                <a:cxn ang="0">
                  <a:pos x="571" y="14"/>
                </a:cxn>
              </a:cxnLst>
              <a:rect l="0" t="0" r="r" b="b"/>
              <a:pathLst>
                <a:path w="1359" h="553">
                  <a:moveTo>
                    <a:pt x="314" y="189"/>
                  </a:moveTo>
                  <a:cubicBezTo>
                    <a:pt x="314" y="189"/>
                    <a:pt x="319" y="189"/>
                    <a:pt x="317" y="192"/>
                  </a:cubicBezTo>
                  <a:cubicBezTo>
                    <a:pt x="317" y="194"/>
                    <a:pt x="325" y="192"/>
                    <a:pt x="325" y="191"/>
                  </a:cubicBezTo>
                  <a:cubicBezTo>
                    <a:pt x="326" y="189"/>
                    <a:pt x="320" y="188"/>
                    <a:pt x="316" y="183"/>
                  </a:cubicBezTo>
                  <a:cubicBezTo>
                    <a:pt x="313" y="180"/>
                    <a:pt x="313" y="182"/>
                    <a:pt x="311" y="183"/>
                  </a:cubicBezTo>
                  <a:cubicBezTo>
                    <a:pt x="308" y="183"/>
                    <a:pt x="313" y="186"/>
                    <a:pt x="309" y="185"/>
                  </a:cubicBezTo>
                  <a:cubicBezTo>
                    <a:pt x="308" y="185"/>
                    <a:pt x="308" y="186"/>
                    <a:pt x="311" y="189"/>
                  </a:cubicBezTo>
                  <a:cubicBezTo>
                    <a:pt x="313" y="191"/>
                    <a:pt x="314" y="191"/>
                    <a:pt x="314" y="189"/>
                  </a:cubicBezTo>
                  <a:close/>
                  <a:moveTo>
                    <a:pt x="404" y="136"/>
                  </a:moveTo>
                  <a:cubicBezTo>
                    <a:pt x="398" y="138"/>
                    <a:pt x="396" y="144"/>
                    <a:pt x="409" y="143"/>
                  </a:cubicBezTo>
                  <a:cubicBezTo>
                    <a:pt x="419" y="141"/>
                    <a:pt x="410" y="133"/>
                    <a:pt x="404" y="136"/>
                  </a:cubicBezTo>
                  <a:close/>
                  <a:moveTo>
                    <a:pt x="290" y="168"/>
                  </a:moveTo>
                  <a:cubicBezTo>
                    <a:pt x="287" y="163"/>
                    <a:pt x="282" y="164"/>
                    <a:pt x="285" y="154"/>
                  </a:cubicBezTo>
                  <a:cubicBezTo>
                    <a:pt x="287" y="144"/>
                    <a:pt x="297" y="144"/>
                    <a:pt x="290" y="139"/>
                  </a:cubicBezTo>
                  <a:cubicBezTo>
                    <a:pt x="282" y="136"/>
                    <a:pt x="288" y="138"/>
                    <a:pt x="274" y="139"/>
                  </a:cubicBezTo>
                  <a:cubicBezTo>
                    <a:pt x="261" y="141"/>
                    <a:pt x="271" y="143"/>
                    <a:pt x="264" y="146"/>
                  </a:cubicBezTo>
                  <a:cubicBezTo>
                    <a:pt x="258" y="149"/>
                    <a:pt x="265" y="147"/>
                    <a:pt x="262" y="154"/>
                  </a:cubicBezTo>
                  <a:cubicBezTo>
                    <a:pt x="259" y="160"/>
                    <a:pt x="256" y="152"/>
                    <a:pt x="255" y="158"/>
                  </a:cubicBezTo>
                  <a:cubicBezTo>
                    <a:pt x="252" y="164"/>
                    <a:pt x="252" y="166"/>
                    <a:pt x="259" y="166"/>
                  </a:cubicBezTo>
                  <a:cubicBezTo>
                    <a:pt x="268" y="166"/>
                    <a:pt x="255" y="168"/>
                    <a:pt x="264" y="172"/>
                  </a:cubicBezTo>
                  <a:cubicBezTo>
                    <a:pt x="271" y="177"/>
                    <a:pt x="265" y="163"/>
                    <a:pt x="270" y="169"/>
                  </a:cubicBezTo>
                  <a:cubicBezTo>
                    <a:pt x="274" y="175"/>
                    <a:pt x="262" y="175"/>
                    <a:pt x="273" y="177"/>
                  </a:cubicBezTo>
                  <a:cubicBezTo>
                    <a:pt x="282" y="178"/>
                    <a:pt x="276" y="180"/>
                    <a:pt x="285" y="180"/>
                  </a:cubicBezTo>
                  <a:cubicBezTo>
                    <a:pt x="293" y="180"/>
                    <a:pt x="294" y="183"/>
                    <a:pt x="302" y="178"/>
                  </a:cubicBezTo>
                  <a:cubicBezTo>
                    <a:pt x="305" y="177"/>
                    <a:pt x="291" y="174"/>
                    <a:pt x="290" y="168"/>
                  </a:cubicBezTo>
                  <a:close/>
                  <a:moveTo>
                    <a:pt x="299" y="136"/>
                  </a:moveTo>
                  <a:cubicBezTo>
                    <a:pt x="299" y="133"/>
                    <a:pt x="303" y="136"/>
                    <a:pt x="305" y="130"/>
                  </a:cubicBezTo>
                  <a:cubicBezTo>
                    <a:pt x="306" y="126"/>
                    <a:pt x="311" y="127"/>
                    <a:pt x="311" y="124"/>
                  </a:cubicBezTo>
                  <a:cubicBezTo>
                    <a:pt x="311" y="121"/>
                    <a:pt x="311" y="121"/>
                    <a:pt x="322" y="118"/>
                  </a:cubicBezTo>
                  <a:cubicBezTo>
                    <a:pt x="331" y="115"/>
                    <a:pt x="320" y="115"/>
                    <a:pt x="335" y="107"/>
                  </a:cubicBezTo>
                  <a:cubicBezTo>
                    <a:pt x="351" y="101"/>
                    <a:pt x="376" y="98"/>
                    <a:pt x="389" y="91"/>
                  </a:cubicBezTo>
                  <a:cubicBezTo>
                    <a:pt x="401" y="85"/>
                    <a:pt x="387" y="79"/>
                    <a:pt x="375" y="84"/>
                  </a:cubicBezTo>
                  <a:cubicBezTo>
                    <a:pt x="363" y="87"/>
                    <a:pt x="370" y="87"/>
                    <a:pt x="361" y="90"/>
                  </a:cubicBezTo>
                  <a:cubicBezTo>
                    <a:pt x="352" y="93"/>
                    <a:pt x="358" y="88"/>
                    <a:pt x="348" y="93"/>
                  </a:cubicBezTo>
                  <a:cubicBezTo>
                    <a:pt x="337" y="98"/>
                    <a:pt x="343" y="91"/>
                    <a:pt x="332" y="93"/>
                  </a:cubicBezTo>
                  <a:cubicBezTo>
                    <a:pt x="323" y="93"/>
                    <a:pt x="332" y="96"/>
                    <a:pt x="326" y="96"/>
                  </a:cubicBezTo>
                  <a:cubicBezTo>
                    <a:pt x="320" y="96"/>
                    <a:pt x="306" y="101"/>
                    <a:pt x="303" y="107"/>
                  </a:cubicBezTo>
                  <a:cubicBezTo>
                    <a:pt x="299" y="112"/>
                    <a:pt x="300" y="105"/>
                    <a:pt x="296" y="109"/>
                  </a:cubicBezTo>
                  <a:cubicBezTo>
                    <a:pt x="291" y="113"/>
                    <a:pt x="293" y="107"/>
                    <a:pt x="290" y="110"/>
                  </a:cubicBezTo>
                  <a:cubicBezTo>
                    <a:pt x="285" y="113"/>
                    <a:pt x="293" y="113"/>
                    <a:pt x="290" y="115"/>
                  </a:cubicBezTo>
                  <a:cubicBezTo>
                    <a:pt x="285" y="116"/>
                    <a:pt x="294" y="118"/>
                    <a:pt x="288" y="118"/>
                  </a:cubicBezTo>
                  <a:cubicBezTo>
                    <a:pt x="282" y="119"/>
                    <a:pt x="285" y="126"/>
                    <a:pt x="278" y="129"/>
                  </a:cubicBezTo>
                  <a:cubicBezTo>
                    <a:pt x="270" y="132"/>
                    <a:pt x="268" y="135"/>
                    <a:pt x="274" y="135"/>
                  </a:cubicBezTo>
                  <a:cubicBezTo>
                    <a:pt x="281" y="133"/>
                    <a:pt x="270" y="139"/>
                    <a:pt x="278" y="138"/>
                  </a:cubicBezTo>
                  <a:cubicBezTo>
                    <a:pt x="285" y="135"/>
                    <a:pt x="285" y="135"/>
                    <a:pt x="291" y="139"/>
                  </a:cubicBezTo>
                  <a:cubicBezTo>
                    <a:pt x="293" y="141"/>
                    <a:pt x="299" y="141"/>
                    <a:pt x="299" y="136"/>
                  </a:cubicBezTo>
                  <a:close/>
                  <a:moveTo>
                    <a:pt x="207" y="23"/>
                  </a:moveTo>
                  <a:cubicBezTo>
                    <a:pt x="211" y="23"/>
                    <a:pt x="211" y="26"/>
                    <a:pt x="215" y="25"/>
                  </a:cubicBezTo>
                  <a:cubicBezTo>
                    <a:pt x="221" y="21"/>
                    <a:pt x="221" y="20"/>
                    <a:pt x="227" y="21"/>
                  </a:cubicBezTo>
                  <a:cubicBezTo>
                    <a:pt x="232" y="23"/>
                    <a:pt x="235" y="21"/>
                    <a:pt x="226" y="18"/>
                  </a:cubicBezTo>
                  <a:cubicBezTo>
                    <a:pt x="215" y="17"/>
                    <a:pt x="223" y="20"/>
                    <a:pt x="215" y="20"/>
                  </a:cubicBezTo>
                  <a:cubicBezTo>
                    <a:pt x="206" y="21"/>
                    <a:pt x="198" y="23"/>
                    <a:pt x="204" y="25"/>
                  </a:cubicBezTo>
                  <a:cubicBezTo>
                    <a:pt x="207" y="25"/>
                    <a:pt x="206" y="25"/>
                    <a:pt x="207" y="23"/>
                  </a:cubicBezTo>
                  <a:close/>
                  <a:moveTo>
                    <a:pt x="223" y="29"/>
                  </a:moveTo>
                  <a:cubicBezTo>
                    <a:pt x="227" y="28"/>
                    <a:pt x="221" y="32"/>
                    <a:pt x="227" y="31"/>
                  </a:cubicBezTo>
                  <a:cubicBezTo>
                    <a:pt x="233" y="29"/>
                    <a:pt x="232" y="32"/>
                    <a:pt x="235" y="29"/>
                  </a:cubicBezTo>
                  <a:cubicBezTo>
                    <a:pt x="236" y="28"/>
                    <a:pt x="230" y="29"/>
                    <a:pt x="232" y="28"/>
                  </a:cubicBezTo>
                  <a:cubicBezTo>
                    <a:pt x="235" y="26"/>
                    <a:pt x="238" y="28"/>
                    <a:pt x="239" y="25"/>
                  </a:cubicBezTo>
                  <a:cubicBezTo>
                    <a:pt x="242" y="23"/>
                    <a:pt x="244" y="25"/>
                    <a:pt x="252" y="23"/>
                  </a:cubicBezTo>
                  <a:cubicBezTo>
                    <a:pt x="259" y="21"/>
                    <a:pt x="255" y="18"/>
                    <a:pt x="249" y="20"/>
                  </a:cubicBezTo>
                  <a:cubicBezTo>
                    <a:pt x="242" y="21"/>
                    <a:pt x="252" y="18"/>
                    <a:pt x="246" y="18"/>
                  </a:cubicBezTo>
                  <a:cubicBezTo>
                    <a:pt x="239" y="17"/>
                    <a:pt x="233" y="20"/>
                    <a:pt x="235" y="20"/>
                  </a:cubicBezTo>
                  <a:cubicBezTo>
                    <a:pt x="238" y="21"/>
                    <a:pt x="239" y="25"/>
                    <a:pt x="230" y="25"/>
                  </a:cubicBezTo>
                  <a:cubicBezTo>
                    <a:pt x="223" y="25"/>
                    <a:pt x="220" y="25"/>
                    <a:pt x="223" y="26"/>
                  </a:cubicBezTo>
                  <a:cubicBezTo>
                    <a:pt x="227" y="28"/>
                    <a:pt x="223" y="28"/>
                    <a:pt x="220" y="28"/>
                  </a:cubicBezTo>
                  <a:cubicBezTo>
                    <a:pt x="217" y="26"/>
                    <a:pt x="212" y="26"/>
                    <a:pt x="217" y="29"/>
                  </a:cubicBezTo>
                  <a:cubicBezTo>
                    <a:pt x="220" y="31"/>
                    <a:pt x="220" y="29"/>
                    <a:pt x="223" y="29"/>
                  </a:cubicBezTo>
                  <a:close/>
                  <a:moveTo>
                    <a:pt x="271" y="28"/>
                  </a:moveTo>
                  <a:cubicBezTo>
                    <a:pt x="268" y="25"/>
                    <a:pt x="267" y="25"/>
                    <a:pt x="261" y="28"/>
                  </a:cubicBezTo>
                  <a:cubicBezTo>
                    <a:pt x="256" y="29"/>
                    <a:pt x="276" y="32"/>
                    <a:pt x="271" y="28"/>
                  </a:cubicBezTo>
                  <a:close/>
                  <a:moveTo>
                    <a:pt x="246" y="14"/>
                  </a:moveTo>
                  <a:cubicBezTo>
                    <a:pt x="249" y="11"/>
                    <a:pt x="253" y="12"/>
                    <a:pt x="249" y="14"/>
                  </a:cubicBezTo>
                  <a:cubicBezTo>
                    <a:pt x="246" y="15"/>
                    <a:pt x="241" y="17"/>
                    <a:pt x="246" y="14"/>
                  </a:cubicBezTo>
                  <a:close/>
                  <a:moveTo>
                    <a:pt x="352" y="20"/>
                  </a:moveTo>
                  <a:cubicBezTo>
                    <a:pt x="360" y="18"/>
                    <a:pt x="364" y="20"/>
                    <a:pt x="364" y="15"/>
                  </a:cubicBezTo>
                  <a:cubicBezTo>
                    <a:pt x="364" y="12"/>
                    <a:pt x="357" y="11"/>
                    <a:pt x="354" y="14"/>
                  </a:cubicBezTo>
                  <a:cubicBezTo>
                    <a:pt x="352" y="17"/>
                    <a:pt x="349" y="14"/>
                    <a:pt x="343" y="18"/>
                  </a:cubicBezTo>
                  <a:cubicBezTo>
                    <a:pt x="338" y="20"/>
                    <a:pt x="344" y="21"/>
                    <a:pt x="352" y="20"/>
                  </a:cubicBezTo>
                  <a:close/>
                  <a:moveTo>
                    <a:pt x="338" y="4"/>
                  </a:moveTo>
                  <a:cubicBezTo>
                    <a:pt x="343" y="3"/>
                    <a:pt x="354" y="3"/>
                    <a:pt x="352" y="4"/>
                  </a:cubicBezTo>
                  <a:cubicBezTo>
                    <a:pt x="349" y="7"/>
                    <a:pt x="337" y="4"/>
                    <a:pt x="338" y="4"/>
                  </a:cubicBezTo>
                  <a:close/>
                  <a:moveTo>
                    <a:pt x="305" y="3"/>
                  </a:moveTo>
                  <a:cubicBezTo>
                    <a:pt x="306" y="0"/>
                    <a:pt x="317" y="0"/>
                    <a:pt x="317" y="3"/>
                  </a:cubicBezTo>
                  <a:cubicBezTo>
                    <a:pt x="316" y="4"/>
                    <a:pt x="303" y="6"/>
                    <a:pt x="305" y="3"/>
                  </a:cubicBezTo>
                  <a:close/>
                  <a:moveTo>
                    <a:pt x="329" y="17"/>
                  </a:moveTo>
                  <a:cubicBezTo>
                    <a:pt x="334" y="17"/>
                    <a:pt x="341" y="11"/>
                    <a:pt x="328" y="14"/>
                  </a:cubicBezTo>
                  <a:cubicBezTo>
                    <a:pt x="317" y="17"/>
                    <a:pt x="325" y="18"/>
                    <a:pt x="329" y="17"/>
                  </a:cubicBezTo>
                  <a:close/>
                  <a:moveTo>
                    <a:pt x="328" y="25"/>
                  </a:moveTo>
                  <a:cubicBezTo>
                    <a:pt x="334" y="26"/>
                    <a:pt x="332" y="23"/>
                    <a:pt x="337" y="23"/>
                  </a:cubicBezTo>
                  <a:cubicBezTo>
                    <a:pt x="341" y="23"/>
                    <a:pt x="340" y="14"/>
                    <a:pt x="331" y="18"/>
                  </a:cubicBezTo>
                  <a:cubicBezTo>
                    <a:pt x="322" y="21"/>
                    <a:pt x="319" y="14"/>
                    <a:pt x="316" y="21"/>
                  </a:cubicBezTo>
                  <a:cubicBezTo>
                    <a:pt x="313" y="29"/>
                    <a:pt x="322" y="23"/>
                    <a:pt x="328" y="25"/>
                  </a:cubicBezTo>
                  <a:close/>
                  <a:moveTo>
                    <a:pt x="241" y="29"/>
                  </a:moveTo>
                  <a:cubicBezTo>
                    <a:pt x="246" y="28"/>
                    <a:pt x="246" y="29"/>
                    <a:pt x="242" y="31"/>
                  </a:cubicBezTo>
                  <a:cubicBezTo>
                    <a:pt x="239" y="34"/>
                    <a:pt x="236" y="29"/>
                    <a:pt x="241" y="29"/>
                  </a:cubicBezTo>
                  <a:close/>
                  <a:moveTo>
                    <a:pt x="246" y="32"/>
                  </a:moveTo>
                  <a:cubicBezTo>
                    <a:pt x="250" y="29"/>
                    <a:pt x="258" y="34"/>
                    <a:pt x="252" y="34"/>
                  </a:cubicBezTo>
                  <a:cubicBezTo>
                    <a:pt x="246" y="34"/>
                    <a:pt x="239" y="34"/>
                    <a:pt x="246" y="32"/>
                  </a:cubicBezTo>
                  <a:close/>
                  <a:moveTo>
                    <a:pt x="297" y="32"/>
                  </a:moveTo>
                  <a:cubicBezTo>
                    <a:pt x="302" y="32"/>
                    <a:pt x="299" y="26"/>
                    <a:pt x="296" y="28"/>
                  </a:cubicBezTo>
                  <a:cubicBezTo>
                    <a:pt x="293" y="28"/>
                    <a:pt x="288" y="26"/>
                    <a:pt x="288" y="29"/>
                  </a:cubicBezTo>
                  <a:cubicBezTo>
                    <a:pt x="287" y="34"/>
                    <a:pt x="291" y="31"/>
                    <a:pt x="297" y="32"/>
                  </a:cubicBezTo>
                  <a:close/>
                  <a:moveTo>
                    <a:pt x="305" y="31"/>
                  </a:moveTo>
                  <a:cubicBezTo>
                    <a:pt x="309" y="32"/>
                    <a:pt x="303" y="28"/>
                    <a:pt x="311" y="28"/>
                  </a:cubicBezTo>
                  <a:cubicBezTo>
                    <a:pt x="317" y="28"/>
                    <a:pt x="317" y="26"/>
                    <a:pt x="309" y="25"/>
                  </a:cubicBezTo>
                  <a:cubicBezTo>
                    <a:pt x="303" y="25"/>
                    <a:pt x="296" y="25"/>
                    <a:pt x="299" y="28"/>
                  </a:cubicBezTo>
                  <a:cubicBezTo>
                    <a:pt x="300" y="29"/>
                    <a:pt x="300" y="29"/>
                    <a:pt x="305" y="31"/>
                  </a:cubicBezTo>
                  <a:close/>
                  <a:moveTo>
                    <a:pt x="313" y="31"/>
                  </a:moveTo>
                  <a:cubicBezTo>
                    <a:pt x="308" y="34"/>
                    <a:pt x="314" y="34"/>
                    <a:pt x="319" y="34"/>
                  </a:cubicBezTo>
                  <a:cubicBezTo>
                    <a:pt x="325" y="32"/>
                    <a:pt x="319" y="31"/>
                    <a:pt x="314" y="31"/>
                  </a:cubicBezTo>
                  <a:cubicBezTo>
                    <a:pt x="313" y="31"/>
                    <a:pt x="313" y="31"/>
                    <a:pt x="313" y="31"/>
                  </a:cubicBezTo>
                  <a:close/>
                  <a:moveTo>
                    <a:pt x="299" y="9"/>
                  </a:moveTo>
                  <a:cubicBezTo>
                    <a:pt x="302" y="9"/>
                    <a:pt x="303" y="9"/>
                    <a:pt x="308" y="9"/>
                  </a:cubicBezTo>
                  <a:cubicBezTo>
                    <a:pt x="313" y="9"/>
                    <a:pt x="309" y="9"/>
                    <a:pt x="305" y="7"/>
                  </a:cubicBezTo>
                  <a:cubicBezTo>
                    <a:pt x="300" y="6"/>
                    <a:pt x="302" y="6"/>
                    <a:pt x="297" y="7"/>
                  </a:cubicBezTo>
                  <a:cubicBezTo>
                    <a:pt x="294" y="9"/>
                    <a:pt x="294" y="9"/>
                    <a:pt x="299" y="9"/>
                  </a:cubicBezTo>
                  <a:close/>
                  <a:moveTo>
                    <a:pt x="293" y="12"/>
                  </a:moveTo>
                  <a:cubicBezTo>
                    <a:pt x="294" y="14"/>
                    <a:pt x="296" y="12"/>
                    <a:pt x="303" y="11"/>
                  </a:cubicBezTo>
                  <a:cubicBezTo>
                    <a:pt x="306" y="11"/>
                    <a:pt x="299" y="9"/>
                    <a:pt x="294" y="9"/>
                  </a:cubicBezTo>
                  <a:cubicBezTo>
                    <a:pt x="288" y="9"/>
                    <a:pt x="296" y="12"/>
                    <a:pt x="291" y="11"/>
                  </a:cubicBezTo>
                  <a:cubicBezTo>
                    <a:pt x="288" y="11"/>
                    <a:pt x="284" y="11"/>
                    <a:pt x="285" y="12"/>
                  </a:cubicBezTo>
                  <a:cubicBezTo>
                    <a:pt x="288" y="14"/>
                    <a:pt x="288" y="11"/>
                    <a:pt x="293" y="12"/>
                  </a:cubicBezTo>
                  <a:close/>
                  <a:moveTo>
                    <a:pt x="305" y="14"/>
                  </a:moveTo>
                  <a:cubicBezTo>
                    <a:pt x="306" y="14"/>
                    <a:pt x="313" y="15"/>
                    <a:pt x="311" y="17"/>
                  </a:cubicBezTo>
                  <a:cubicBezTo>
                    <a:pt x="308" y="17"/>
                    <a:pt x="303" y="15"/>
                    <a:pt x="305" y="14"/>
                  </a:cubicBezTo>
                  <a:close/>
                  <a:moveTo>
                    <a:pt x="313" y="20"/>
                  </a:moveTo>
                  <a:cubicBezTo>
                    <a:pt x="314" y="20"/>
                    <a:pt x="316" y="17"/>
                    <a:pt x="308" y="18"/>
                  </a:cubicBezTo>
                  <a:cubicBezTo>
                    <a:pt x="300" y="20"/>
                    <a:pt x="309" y="20"/>
                    <a:pt x="313" y="20"/>
                  </a:cubicBezTo>
                  <a:close/>
                  <a:moveTo>
                    <a:pt x="296" y="17"/>
                  </a:moveTo>
                  <a:cubicBezTo>
                    <a:pt x="299" y="17"/>
                    <a:pt x="299" y="18"/>
                    <a:pt x="305" y="18"/>
                  </a:cubicBezTo>
                  <a:cubicBezTo>
                    <a:pt x="311" y="17"/>
                    <a:pt x="306" y="17"/>
                    <a:pt x="303" y="15"/>
                  </a:cubicBezTo>
                  <a:cubicBezTo>
                    <a:pt x="299" y="15"/>
                    <a:pt x="293" y="14"/>
                    <a:pt x="291" y="14"/>
                  </a:cubicBezTo>
                  <a:cubicBezTo>
                    <a:pt x="290" y="15"/>
                    <a:pt x="294" y="15"/>
                    <a:pt x="296" y="17"/>
                  </a:cubicBezTo>
                  <a:close/>
                  <a:moveTo>
                    <a:pt x="284" y="17"/>
                  </a:moveTo>
                  <a:cubicBezTo>
                    <a:pt x="287" y="17"/>
                    <a:pt x="282" y="17"/>
                    <a:pt x="290" y="18"/>
                  </a:cubicBezTo>
                  <a:cubicBezTo>
                    <a:pt x="299" y="20"/>
                    <a:pt x="297" y="21"/>
                    <a:pt x="302" y="20"/>
                  </a:cubicBezTo>
                  <a:cubicBezTo>
                    <a:pt x="305" y="18"/>
                    <a:pt x="302" y="20"/>
                    <a:pt x="299" y="18"/>
                  </a:cubicBezTo>
                  <a:cubicBezTo>
                    <a:pt x="294" y="17"/>
                    <a:pt x="291" y="15"/>
                    <a:pt x="287" y="15"/>
                  </a:cubicBezTo>
                  <a:cubicBezTo>
                    <a:pt x="284" y="17"/>
                    <a:pt x="281" y="12"/>
                    <a:pt x="278" y="15"/>
                  </a:cubicBezTo>
                  <a:cubicBezTo>
                    <a:pt x="276" y="17"/>
                    <a:pt x="281" y="15"/>
                    <a:pt x="284" y="17"/>
                  </a:cubicBezTo>
                  <a:close/>
                  <a:moveTo>
                    <a:pt x="278" y="20"/>
                  </a:moveTo>
                  <a:cubicBezTo>
                    <a:pt x="281" y="20"/>
                    <a:pt x="279" y="21"/>
                    <a:pt x="282" y="20"/>
                  </a:cubicBezTo>
                  <a:cubicBezTo>
                    <a:pt x="285" y="20"/>
                    <a:pt x="290" y="20"/>
                    <a:pt x="288" y="20"/>
                  </a:cubicBezTo>
                  <a:cubicBezTo>
                    <a:pt x="287" y="20"/>
                    <a:pt x="282" y="17"/>
                    <a:pt x="281" y="18"/>
                  </a:cubicBezTo>
                  <a:cubicBezTo>
                    <a:pt x="279" y="20"/>
                    <a:pt x="276" y="17"/>
                    <a:pt x="273" y="18"/>
                  </a:cubicBezTo>
                  <a:cubicBezTo>
                    <a:pt x="273" y="20"/>
                    <a:pt x="274" y="20"/>
                    <a:pt x="278" y="20"/>
                  </a:cubicBezTo>
                  <a:close/>
                  <a:moveTo>
                    <a:pt x="296" y="21"/>
                  </a:moveTo>
                  <a:cubicBezTo>
                    <a:pt x="299" y="21"/>
                    <a:pt x="294" y="20"/>
                    <a:pt x="291" y="20"/>
                  </a:cubicBezTo>
                  <a:cubicBezTo>
                    <a:pt x="287" y="20"/>
                    <a:pt x="285" y="21"/>
                    <a:pt x="287" y="21"/>
                  </a:cubicBezTo>
                  <a:cubicBezTo>
                    <a:pt x="288" y="23"/>
                    <a:pt x="293" y="21"/>
                    <a:pt x="296" y="21"/>
                  </a:cubicBezTo>
                  <a:close/>
                  <a:moveTo>
                    <a:pt x="302" y="23"/>
                  </a:moveTo>
                  <a:cubicBezTo>
                    <a:pt x="297" y="23"/>
                    <a:pt x="302" y="21"/>
                    <a:pt x="305" y="21"/>
                  </a:cubicBezTo>
                  <a:cubicBezTo>
                    <a:pt x="306" y="21"/>
                    <a:pt x="306" y="25"/>
                    <a:pt x="302" y="23"/>
                  </a:cubicBezTo>
                  <a:close/>
                  <a:moveTo>
                    <a:pt x="276" y="23"/>
                  </a:moveTo>
                  <a:cubicBezTo>
                    <a:pt x="274" y="21"/>
                    <a:pt x="271" y="23"/>
                    <a:pt x="273" y="23"/>
                  </a:cubicBezTo>
                  <a:cubicBezTo>
                    <a:pt x="274" y="25"/>
                    <a:pt x="270" y="26"/>
                    <a:pt x="276" y="25"/>
                  </a:cubicBezTo>
                  <a:cubicBezTo>
                    <a:pt x="279" y="25"/>
                    <a:pt x="278" y="25"/>
                    <a:pt x="276" y="23"/>
                  </a:cubicBezTo>
                  <a:close/>
                  <a:moveTo>
                    <a:pt x="1273" y="256"/>
                  </a:moveTo>
                  <a:cubicBezTo>
                    <a:pt x="1273" y="256"/>
                    <a:pt x="1273" y="256"/>
                    <a:pt x="1273" y="256"/>
                  </a:cubicBezTo>
                  <a:cubicBezTo>
                    <a:pt x="1278" y="252"/>
                    <a:pt x="1278" y="252"/>
                    <a:pt x="1275" y="247"/>
                  </a:cubicBezTo>
                  <a:cubicBezTo>
                    <a:pt x="1270" y="242"/>
                    <a:pt x="1280" y="241"/>
                    <a:pt x="1283" y="250"/>
                  </a:cubicBezTo>
                  <a:cubicBezTo>
                    <a:pt x="1287" y="259"/>
                    <a:pt x="1301" y="244"/>
                    <a:pt x="1305" y="256"/>
                  </a:cubicBezTo>
                  <a:cubicBezTo>
                    <a:pt x="1311" y="269"/>
                    <a:pt x="1316" y="261"/>
                    <a:pt x="1321" y="267"/>
                  </a:cubicBezTo>
                  <a:cubicBezTo>
                    <a:pt x="1324" y="273"/>
                    <a:pt x="1334" y="267"/>
                    <a:pt x="1334" y="258"/>
                  </a:cubicBezTo>
                  <a:cubicBezTo>
                    <a:pt x="1334" y="247"/>
                    <a:pt x="1343" y="255"/>
                    <a:pt x="1351" y="247"/>
                  </a:cubicBezTo>
                  <a:cubicBezTo>
                    <a:pt x="1359" y="237"/>
                    <a:pt x="1348" y="245"/>
                    <a:pt x="1342" y="236"/>
                  </a:cubicBezTo>
                  <a:cubicBezTo>
                    <a:pt x="1337" y="230"/>
                    <a:pt x="1330" y="230"/>
                    <a:pt x="1321" y="230"/>
                  </a:cubicBezTo>
                  <a:cubicBezTo>
                    <a:pt x="1310" y="230"/>
                    <a:pt x="1330" y="247"/>
                    <a:pt x="1318" y="239"/>
                  </a:cubicBezTo>
                  <a:cubicBezTo>
                    <a:pt x="1305" y="233"/>
                    <a:pt x="1324" y="228"/>
                    <a:pt x="1304" y="219"/>
                  </a:cubicBezTo>
                  <a:cubicBezTo>
                    <a:pt x="1293" y="213"/>
                    <a:pt x="1283" y="208"/>
                    <a:pt x="1273" y="203"/>
                  </a:cubicBezTo>
                  <a:cubicBezTo>
                    <a:pt x="1273" y="203"/>
                    <a:pt x="1273" y="203"/>
                    <a:pt x="1273" y="203"/>
                  </a:cubicBezTo>
                  <a:cubicBezTo>
                    <a:pt x="1266" y="199"/>
                    <a:pt x="1258" y="196"/>
                    <a:pt x="1249" y="194"/>
                  </a:cubicBezTo>
                  <a:cubicBezTo>
                    <a:pt x="1232" y="189"/>
                    <a:pt x="1244" y="191"/>
                    <a:pt x="1222" y="189"/>
                  </a:cubicBezTo>
                  <a:cubicBezTo>
                    <a:pt x="1197" y="188"/>
                    <a:pt x="1203" y="178"/>
                    <a:pt x="1197" y="189"/>
                  </a:cubicBezTo>
                  <a:cubicBezTo>
                    <a:pt x="1190" y="200"/>
                    <a:pt x="1209" y="194"/>
                    <a:pt x="1199" y="203"/>
                  </a:cubicBezTo>
                  <a:cubicBezTo>
                    <a:pt x="1188" y="213"/>
                    <a:pt x="1193" y="200"/>
                    <a:pt x="1184" y="200"/>
                  </a:cubicBezTo>
                  <a:cubicBezTo>
                    <a:pt x="1174" y="200"/>
                    <a:pt x="1187" y="189"/>
                    <a:pt x="1171" y="194"/>
                  </a:cubicBezTo>
                  <a:cubicBezTo>
                    <a:pt x="1156" y="200"/>
                    <a:pt x="1153" y="188"/>
                    <a:pt x="1133" y="192"/>
                  </a:cubicBezTo>
                  <a:cubicBezTo>
                    <a:pt x="1114" y="197"/>
                    <a:pt x="1112" y="191"/>
                    <a:pt x="1115" y="186"/>
                  </a:cubicBezTo>
                  <a:cubicBezTo>
                    <a:pt x="1118" y="180"/>
                    <a:pt x="1103" y="168"/>
                    <a:pt x="1071" y="174"/>
                  </a:cubicBezTo>
                  <a:cubicBezTo>
                    <a:pt x="1040" y="180"/>
                    <a:pt x="1042" y="161"/>
                    <a:pt x="1031" y="157"/>
                  </a:cubicBezTo>
                  <a:cubicBezTo>
                    <a:pt x="1021" y="152"/>
                    <a:pt x="1021" y="157"/>
                    <a:pt x="1002" y="152"/>
                  </a:cubicBezTo>
                  <a:cubicBezTo>
                    <a:pt x="984" y="147"/>
                    <a:pt x="981" y="150"/>
                    <a:pt x="967" y="147"/>
                  </a:cubicBezTo>
                  <a:cubicBezTo>
                    <a:pt x="954" y="143"/>
                    <a:pt x="969" y="152"/>
                    <a:pt x="954" y="152"/>
                  </a:cubicBezTo>
                  <a:cubicBezTo>
                    <a:pt x="938" y="152"/>
                    <a:pt x="966" y="171"/>
                    <a:pt x="951" y="166"/>
                  </a:cubicBezTo>
                  <a:cubicBezTo>
                    <a:pt x="934" y="161"/>
                    <a:pt x="940" y="169"/>
                    <a:pt x="928" y="164"/>
                  </a:cubicBezTo>
                  <a:cubicBezTo>
                    <a:pt x="914" y="161"/>
                    <a:pt x="914" y="174"/>
                    <a:pt x="902" y="164"/>
                  </a:cubicBezTo>
                  <a:cubicBezTo>
                    <a:pt x="890" y="155"/>
                    <a:pt x="893" y="186"/>
                    <a:pt x="879" y="174"/>
                  </a:cubicBezTo>
                  <a:cubicBezTo>
                    <a:pt x="865" y="161"/>
                    <a:pt x="864" y="157"/>
                    <a:pt x="856" y="154"/>
                  </a:cubicBezTo>
                  <a:cubicBezTo>
                    <a:pt x="847" y="150"/>
                    <a:pt x="861" y="166"/>
                    <a:pt x="852" y="158"/>
                  </a:cubicBezTo>
                  <a:cubicBezTo>
                    <a:pt x="844" y="152"/>
                    <a:pt x="827" y="146"/>
                    <a:pt x="803" y="144"/>
                  </a:cubicBezTo>
                  <a:cubicBezTo>
                    <a:pt x="766" y="141"/>
                    <a:pt x="797" y="136"/>
                    <a:pt x="785" y="135"/>
                  </a:cubicBezTo>
                  <a:cubicBezTo>
                    <a:pt x="772" y="133"/>
                    <a:pt x="762" y="133"/>
                    <a:pt x="751" y="135"/>
                  </a:cubicBezTo>
                  <a:cubicBezTo>
                    <a:pt x="740" y="136"/>
                    <a:pt x="747" y="126"/>
                    <a:pt x="739" y="130"/>
                  </a:cubicBezTo>
                  <a:cubicBezTo>
                    <a:pt x="731" y="135"/>
                    <a:pt x="733" y="127"/>
                    <a:pt x="722" y="129"/>
                  </a:cubicBezTo>
                  <a:cubicBezTo>
                    <a:pt x="712" y="132"/>
                    <a:pt x="724" y="136"/>
                    <a:pt x="704" y="139"/>
                  </a:cubicBezTo>
                  <a:cubicBezTo>
                    <a:pt x="686" y="143"/>
                    <a:pt x="686" y="139"/>
                    <a:pt x="704" y="132"/>
                  </a:cubicBezTo>
                  <a:cubicBezTo>
                    <a:pt x="722" y="124"/>
                    <a:pt x="718" y="121"/>
                    <a:pt x="734" y="116"/>
                  </a:cubicBezTo>
                  <a:cubicBezTo>
                    <a:pt x="750" y="112"/>
                    <a:pt x="750" y="102"/>
                    <a:pt x="747" y="96"/>
                  </a:cubicBezTo>
                  <a:cubicBezTo>
                    <a:pt x="743" y="91"/>
                    <a:pt x="739" y="94"/>
                    <a:pt x="731" y="88"/>
                  </a:cubicBezTo>
                  <a:cubicBezTo>
                    <a:pt x="725" y="82"/>
                    <a:pt x="719" y="88"/>
                    <a:pt x="710" y="85"/>
                  </a:cubicBezTo>
                  <a:cubicBezTo>
                    <a:pt x="701" y="84"/>
                    <a:pt x="705" y="88"/>
                    <a:pt x="695" y="90"/>
                  </a:cubicBezTo>
                  <a:cubicBezTo>
                    <a:pt x="678" y="91"/>
                    <a:pt x="708" y="82"/>
                    <a:pt x="689" y="82"/>
                  </a:cubicBezTo>
                  <a:cubicBezTo>
                    <a:pt x="670" y="81"/>
                    <a:pt x="676" y="79"/>
                    <a:pt x="686" y="76"/>
                  </a:cubicBezTo>
                  <a:cubicBezTo>
                    <a:pt x="693" y="74"/>
                    <a:pt x="676" y="66"/>
                    <a:pt x="661" y="73"/>
                  </a:cubicBezTo>
                  <a:cubicBezTo>
                    <a:pt x="637" y="84"/>
                    <a:pt x="651" y="88"/>
                    <a:pt x="640" y="88"/>
                  </a:cubicBezTo>
                  <a:cubicBezTo>
                    <a:pt x="617" y="90"/>
                    <a:pt x="643" y="90"/>
                    <a:pt x="622" y="94"/>
                  </a:cubicBezTo>
                  <a:cubicBezTo>
                    <a:pt x="600" y="99"/>
                    <a:pt x="625" y="90"/>
                    <a:pt x="596" y="94"/>
                  </a:cubicBezTo>
                  <a:cubicBezTo>
                    <a:pt x="568" y="98"/>
                    <a:pt x="599" y="101"/>
                    <a:pt x="570" y="104"/>
                  </a:cubicBezTo>
                  <a:cubicBezTo>
                    <a:pt x="539" y="105"/>
                    <a:pt x="553" y="110"/>
                    <a:pt x="538" y="110"/>
                  </a:cubicBezTo>
                  <a:cubicBezTo>
                    <a:pt x="524" y="112"/>
                    <a:pt x="523" y="124"/>
                    <a:pt x="532" y="126"/>
                  </a:cubicBezTo>
                  <a:cubicBezTo>
                    <a:pt x="539" y="126"/>
                    <a:pt x="535" y="129"/>
                    <a:pt x="524" y="132"/>
                  </a:cubicBezTo>
                  <a:cubicBezTo>
                    <a:pt x="508" y="135"/>
                    <a:pt x="488" y="130"/>
                    <a:pt x="483" y="138"/>
                  </a:cubicBezTo>
                  <a:cubicBezTo>
                    <a:pt x="477" y="144"/>
                    <a:pt x="491" y="138"/>
                    <a:pt x="486" y="147"/>
                  </a:cubicBezTo>
                  <a:cubicBezTo>
                    <a:pt x="480" y="155"/>
                    <a:pt x="497" y="150"/>
                    <a:pt x="497" y="157"/>
                  </a:cubicBezTo>
                  <a:cubicBezTo>
                    <a:pt x="498" y="164"/>
                    <a:pt x="512" y="157"/>
                    <a:pt x="508" y="166"/>
                  </a:cubicBezTo>
                  <a:cubicBezTo>
                    <a:pt x="501" y="177"/>
                    <a:pt x="517" y="175"/>
                    <a:pt x="508" y="183"/>
                  </a:cubicBezTo>
                  <a:cubicBezTo>
                    <a:pt x="497" y="192"/>
                    <a:pt x="512" y="171"/>
                    <a:pt x="501" y="174"/>
                  </a:cubicBezTo>
                  <a:cubicBezTo>
                    <a:pt x="491" y="178"/>
                    <a:pt x="512" y="163"/>
                    <a:pt x="498" y="163"/>
                  </a:cubicBezTo>
                  <a:cubicBezTo>
                    <a:pt x="486" y="163"/>
                    <a:pt x="491" y="155"/>
                    <a:pt x="474" y="154"/>
                  </a:cubicBezTo>
                  <a:cubicBezTo>
                    <a:pt x="456" y="150"/>
                    <a:pt x="462" y="161"/>
                    <a:pt x="457" y="160"/>
                  </a:cubicBezTo>
                  <a:cubicBezTo>
                    <a:pt x="450" y="157"/>
                    <a:pt x="442" y="163"/>
                    <a:pt x="454" y="166"/>
                  </a:cubicBezTo>
                  <a:cubicBezTo>
                    <a:pt x="466" y="171"/>
                    <a:pt x="459" y="172"/>
                    <a:pt x="448" y="171"/>
                  </a:cubicBezTo>
                  <a:cubicBezTo>
                    <a:pt x="436" y="169"/>
                    <a:pt x="448" y="157"/>
                    <a:pt x="445" y="150"/>
                  </a:cubicBezTo>
                  <a:cubicBezTo>
                    <a:pt x="441" y="144"/>
                    <a:pt x="437" y="143"/>
                    <a:pt x="439" y="152"/>
                  </a:cubicBezTo>
                  <a:cubicBezTo>
                    <a:pt x="444" y="164"/>
                    <a:pt x="419" y="158"/>
                    <a:pt x="428" y="169"/>
                  </a:cubicBezTo>
                  <a:cubicBezTo>
                    <a:pt x="434" y="178"/>
                    <a:pt x="437" y="178"/>
                    <a:pt x="431" y="186"/>
                  </a:cubicBezTo>
                  <a:cubicBezTo>
                    <a:pt x="424" y="194"/>
                    <a:pt x="431" y="194"/>
                    <a:pt x="431" y="200"/>
                  </a:cubicBezTo>
                  <a:cubicBezTo>
                    <a:pt x="430" y="206"/>
                    <a:pt x="445" y="196"/>
                    <a:pt x="456" y="202"/>
                  </a:cubicBezTo>
                  <a:cubicBezTo>
                    <a:pt x="468" y="209"/>
                    <a:pt x="463" y="211"/>
                    <a:pt x="462" y="214"/>
                  </a:cubicBezTo>
                  <a:cubicBezTo>
                    <a:pt x="460" y="217"/>
                    <a:pt x="456" y="225"/>
                    <a:pt x="457" y="217"/>
                  </a:cubicBezTo>
                  <a:cubicBezTo>
                    <a:pt x="460" y="209"/>
                    <a:pt x="457" y="200"/>
                    <a:pt x="442" y="205"/>
                  </a:cubicBezTo>
                  <a:cubicBezTo>
                    <a:pt x="428" y="209"/>
                    <a:pt x="444" y="219"/>
                    <a:pt x="436" y="222"/>
                  </a:cubicBezTo>
                  <a:cubicBezTo>
                    <a:pt x="428" y="227"/>
                    <a:pt x="434" y="231"/>
                    <a:pt x="425" y="234"/>
                  </a:cubicBezTo>
                  <a:cubicBezTo>
                    <a:pt x="416" y="239"/>
                    <a:pt x="425" y="244"/>
                    <a:pt x="407" y="241"/>
                  </a:cubicBezTo>
                  <a:cubicBezTo>
                    <a:pt x="387" y="237"/>
                    <a:pt x="413" y="241"/>
                    <a:pt x="418" y="230"/>
                  </a:cubicBezTo>
                  <a:cubicBezTo>
                    <a:pt x="424" y="219"/>
                    <a:pt x="427" y="225"/>
                    <a:pt x="427" y="216"/>
                  </a:cubicBezTo>
                  <a:cubicBezTo>
                    <a:pt x="428" y="206"/>
                    <a:pt x="419" y="206"/>
                    <a:pt x="421" y="196"/>
                  </a:cubicBezTo>
                  <a:cubicBezTo>
                    <a:pt x="422" y="183"/>
                    <a:pt x="425" y="177"/>
                    <a:pt x="418" y="169"/>
                  </a:cubicBezTo>
                  <a:cubicBezTo>
                    <a:pt x="409" y="163"/>
                    <a:pt x="424" y="164"/>
                    <a:pt x="424" y="154"/>
                  </a:cubicBezTo>
                  <a:cubicBezTo>
                    <a:pt x="424" y="141"/>
                    <a:pt x="406" y="147"/>
                    <a:pt x="398" y="146"/>
                  </a:cubicBezTo>
                  <a:cubicBezTo>
                    <a:pt x="389" y="143"/>
                    <a:pt x="392" y="164"/>
                    <a:pt x="381" y="169"/>
                  </a:cubicBezTo>
                  <a:cubicBezTo>
                    <a:pt x="364" y="175"/>
                    <a:pt x="384" y="175"/>
                    <a:pt x="376" y="186"/>
                  </a:cubicBezTo>
                  <a:cubicBezTo>
                    <a:pt x="369" y="199"/>
                    <a:pt x="398" y="199"/>
                    <a:pt x="392" y="209"/>
                  </a:cubicBezTo>
                  <a:cubicBezTo>
                    <a:pt x="384" y="219"/>
                    <a:pt x="389" y="209"/>
                    <a:pt x="361" y="199"/>
                  </a:cubicBezTo>
                  <a:cubicBezTo>
                    <a:pt x="332" y="186"/>
                    <a:pt x="319" y="192"/>
                    <a:pt x="326" y="200"/>
                  </a:cubicBezTo>
                  <a:cubicBezTo>
                    <a:pt x="331" y="205"/>
                    <a:pt x="316" y="216"/>
                    <a:pt x="316" y="208"/>
                  </a:cubicBezTo>
                  <a:cubicBezTo>
                    <a:pt x="316" y="199"/>
                    <a:pt x="311" y="202"/>
                    <a:pt x="302" y="208"/>
                  </a:cubicBezTo>
                  <a:cubicBezTo>
                    <a:pt x="293" y="214"/>
                    <a:pt x="294" y="202"/>
                    <a:pt x="282" y="211"/>
                  </a:cubicBezTo>
                  <a:cubicBezTo>
                    <a:pt x="270" y="219"/>
                    <a:pt x="270" y="208"/>
                    <a:pt x="276" y="203"/>
                  </a:cubicBezTo>
                  <a:cubicBezTo>
                    <a:pt x="281" y="200"/>
                    <a:pt x="270" y="202"/>
                    <a:pt x="250" y="213"/>
                  </a:cubicBezTo>
                  <a:cubicBezTo>
                    <a:pt x="230" y="222"/>
                    <a:pt x="227" y="214"/>
                    <a:pt x="224" y="227"/>
                  </a:cubicBezTo>
                  <a:cubicBezTo>
                    <a:pt x="221" y="239"/>
                    <a:pt x="220" y="230"/>
                    <a:pt x="214" y="233"/>
                  </a:cubicBezTo>
                  <a:cubicBezTo>
                    <a:pt x="206" y="237"/>
                    <a:pt x="211" y="231"/>
                    <a:pt x="204" y="228"/>
                  </a:cubicBezTo>
                  <a:cubicBezTo>
                    <a:pt x="197" y="225"/>
                    <a:pt x="206" y="220"/>
                    <a:pt x="212" y="220"/>
                  </a:cubicBezTo>
                  <a:cubicBezTo>
                    <a:pt x="218" y="220"/>
                    <a:pt x="212" y="208"/>
                    <a:pt x="203" y="209"/>
                  </a:cubicBezTo>
                  <a:cubicBezTo>
                    <a:pt x="194" y="209"/>
                    <a:pt x="185" y="203"/>
                    <a:pt x="192" y="211"/>
                  </a:cubicBezTo>
                  <a:cubicBezTo>
                    <a:pt x="200" y="217"/>
                    <a:pt x="186" y="224"/>
                    <a:pt x="195" y="230"/>
                  </a:cubicBezTo>
                  <a:cubicBezTo>
                    <a:pt x="203" y="234"/>
                    <a:pt x="194" y="236"/>
                    <a:pt x="195" y="245"/>
                  </a:cubicBezTo>
                  <a:cubicBezTo>
                    <a:pt x="197" y="253"/>
                    <a:pt x="189" y="231"/>
                    <a:pt x="176" y="241"/>
                  </a:cubicBezTo>
                  <a:cubicBezTo>
                    <a:pt x="162" y="250"/>
                    <a:pt x="156" y="248"/>
                    <a:pt x="163" y="258"/>
                  </a:cubicBezTo>
                  <a:cubicBezTo>
                    <a:pt x="172" y="267"/>
                    <a:pt x="162" y="269"/>
                    <a:pt x="148" y="261"/>
                  </a:cubicBezTo>
                  <a:cubicBezTo>
                    <a:pt x="133" y="255"/>
                    <a:pt x="130" y="259"/>
                    <a:pt x="136" y="264"/>
                  </a:cubicBezTo>
                  <a:cubicBezTo>
                    <a:pt x="142" y="270"/>
                    <a:pt x="153" y="269"/>
                    <a:pt x="144" y="275"/>
                  </a:cubicBezTo>
                  <a:cubicBezTo>
                    <a:pt x="136" y="279"/>
                    <a:pt x="137" y="269"/>
                    <a:pt x="128" y="267"/>
                  </a:cubicBezTo>
                  <a:cubicBezTo>
                    <a:pt x="118" y="265"/>
                    <a:pt x="125" y="261"/>
                    <a:pt x="121" y="256"/>
                  </a:cubicBezTo>
                  <a:cubicBezTo>
                    <a:pt x="115" y="252"/>
                    <a:pt x="127" y="250"/>
                    <a:pt x="119" y="244"/>
                  </a:cubicBezTo>
                  <a:cubicBezTo>
                    <a:pt x="112" y="237"/>
                    <a:pt x="104" y="236"/>
                    <a:pt x="102" y="230"/>
                  </a:cubicBezTo>
                  <a:cubicBezTo>
                    <a:pt x="101" y="224"/>
                    <a:pt x="102" y="234"/>
                    <a:pt x="118" y="237"/>
                  </a:cubicBezTo>
                  <a:cubicBezTo>
                    <a:pt x="133" y="239"/>
                    <a:pt x="148" y="250"/>
                    <a:pt x="162" y="242"/>
                  </a:cubicBezTo>
                  <a:cubicBezTo>
                    <a:pt x="176" y="234"/>
                    <a:pt x="180" y="228"/>
                    <a:pt x="165" y="219"/>
                  </a:cubicBezTo>
                  <a:cubicBezTo>
                    <a:pt x="151" y="209"/>
                    <a:pt x="153" y="214"/>
                    <a:pt x="137" y="203"/>
                  </a:cubicBezTo>
                  <a:cubicBezTo>
                    <a:pt x="122" y="194"/>
                    <a:pt x="127" y="202"/>
                    <a:pt x="113" y="199"/>
                  </a:cubicBezTo>
                  <a:cubicBezTo>
                    <a:pt x="101" y="194"/>
                    <a:pt x="113" y="194"/>
                    <a:pt x="104" y="191"/>
                  </a:cubicBezTo>
                  <a:cubicBezTo>
                    <a:pt x="95" y="186"/>
                    <a:pt x="102" y="196"/>
                    <a:pt x="90" y="191"/>
                  </a:cubicBezTo>
                  <a:cubicBezTo>
                    <a:pt x="90" y="192"/>
                    <a:pt x="90" y="192"/>
                    <a:pt x="90" y="192"/>
                  </a:cubicBezTo>
                  <a:cubicBezTo>
                    <a:pt x="92" y="196"/>
                    <a:pt x="89" y="196"/>
                    <a:pt x="87" y="194"/>
                  </a:cubicBezTo>
                  <a:cubicBezTo>
                    <a:pt x="84" y="194"/>
                    <a:pt x="86" y="194"/>
                    <a:pt x="84" y="196"/>
                  </a:cubicBezTo>
                  <a:cubicBezTo>
                    <a:pt x="83" y="197"/>
                    <a:pt x="78" y="197"/>
                    <a:pt x="78" y="199"/>
                  </a:cubicBezTo>
                  <a:cubicBezTo>
                    <a:pt x="77" y="202"/>
                    <a:pt x="77" y="203"/>
                    <a:pt x="75" y="202"/>
                  </a:cubicBezTo>
                  <a:cubicBezTo>
                    <a:pt x="67" y="206"/>
                    <a:pt x="74" y="203"/>
                    <a:pt x="74" y="205"/>
                  </a:cubicBezTo>
                  <a:cubicBezTo>
                    <a:pt x="75" y="208"/>
                    <a:pt x="70" y="206"/>
                    <a:pt x="72" y="211"/>
                  </a:cubicBezTo>
                  <a:cubicBezTo>
                    <a:pt x="74" y="219"/>
                    <a:pt x="77" y="213"/>
                    <a:pt x="80" y="217"/>
                  </a:cubicBezTo>
                  <a:cubicBezTo>
                    <a:pt x="83" y="222"/>
                    <a:pt x="86" y="220"/>
                    <a:pt x="83" y="224"/>
                  </a:cubicBezTo>
                  <a:cubicBezTo>
                    <a:pt x="80" y="227"/>
                    <a:pt x="74" y="231"/>
                    <a:pt x="77" y="234"/>
                  </a:cubicBezTo>
                  <a:cubicBezTo>
                    <a:pt x="80" y="236"/>
                    <a:pt x="86" y="250"/>
                    <a:pt x="84" y="250"/>
                  </a:cubicBezTo>
                  <a:cubicBezTo>
                    <a:pt x="81" y="250"/>
                    <a:pt x="81" y="250"/>
                    <a:pt x="81" y="252"/>
                  </a:cubicBezTo>
                  <a:cubicBezTo>
                    <a:pt x="83" y="252"/>
                    <a:pt x="81" y="252"/>
                    <a:pt x="81" y="253"/>
                  </a:cubicBezTo>
                  <a:cubicBezTo>
                    <a:pt x="81" y="256"/>
                    <a:pt x="80" y="255"/>
                    <a:pt x="81" y="256"/>
                  </a:cubicBezTo>
                  <a:cubicBezTo>
                    <a:pt x="84" y="258"/>
                    <a:pt x="80" y="258"/>
                    <a:pt x="80" y="259"/>
                  </a:cubicBezTo>
                  <a:cubicBezTo>
                    <a:pt x="81" y="262"/>
                    <a:pt x="87" y="262"/>
                    <a:pt x="84" y="264"/>
                  </a:cubicBezTo>
                  <a:cubicBezTo>
                    <a:pt x="83" y="265"/>
                    <a:pt x="84" y="265"/>
                    <a:pt x="84" y="267"/>
                  </a:cubicBezTo>
                  <a:cubicBezTo>
                    <a:pt x="83" y="269"/>
                    <a:pt x="89" y="269"/>
                    <a:pt x="89" y="272"/>
                  </a:cubicBezTo>
                  <a:cubicBezTo>
                    <a:pt x="87" y="275"/>
                    <a:pt x="81" y="275"/>
                    <a:pt x="84" y="278"/>
                  </a:cubicBezTo>
                  <a:cubicBezTo>
                    <a:pt x="87" y="279"/>
                    <a:pt x="92" y="281"/>
                    <a:pt x="93" y="284"/>
                  </a:cubicBezTo>
                  <a:cubicBezTo>
                    <a:pt x="95" y="287"/>
                    <a:pt x="96" y="286"/>
                    <a:pt x="95" y="289"/>
                  </a:cubicBezTo>
                  <a:cubicBezTo>
                    <a:pt x="93" y="292"/>
                    <a:pt x="89" y="298"/>
                    <a:pt x="80" y="306"/>
                  </a:cubicBezTo>
                  <a:cubicBezTo>
                    <a:pt x="72" y="314"/>
                    <a:pt x="69" y="315"/>
                    <a:pt x="66" y="318"/>
                  </a:cubicBezTo>
                  <a:cubicBezTo>
                    <a:pt x="69" y="320"/>
                    <a:pt x="72" y="315"/>
                    <a:pt x="74" y="317"/>
                  </a:cubicBezTo>
                  <a:cubicBezTo>
                    <a:pt x="74" y="317"/>
                    <a:pt x="72" y="317"/>
                    <a:pt x="72" y="318"/>
                  </a:cubicBezTo>
                  <a:cubicBezTo>
                    <a:pt x="74" y="321"/>
                    <a:pt x="69" y="317"/>
                    <a:pt x="72" y="320"/>
                  </a:cubicBezTo>
                  <a:cubicBezTo>
                    <a:pt x="74" y="323"/>
                    <a:pt x="74" y="320"/>
                    <a:pt x="75" y="323"/>
                  </a:cubicBezTo>
                  <a:cubicBezTo>
                    <a:pt x="77" y="325"/>
                    <a:pt x="81" y="321"/>
                    <a:pt x="83" y="325"/>
                  </a:cubicBezTo>
                  <a:cubicBezTo>
                    <a:pt x="83" y="326"/>
                    <a:pt x="86" y="325"/>
                    <a:pt x="86" y="326"/>
                  </a:cubicBezTo>
                  <a:cubicBezTo>
                    <a:pt x="84" y="328"/>
                    <a:pt x="84" y="328"/>
                    <a:pt x="80" y="326"/>
                  </a:cubicBezTo>
                  <a:cubicBezTo>
                    <a:pt x="74" y="325"/>
                    <a:pt x="77" y="331"/>
                    <a:pt x="74" y="328"/>
                  </a:cubicBezTo>
                  <a:cubicBezTo>
                    <a:pt x="69" y="326"/>
                    <a:pt x="72" y="332"/>
                    <a:pt x="69" y="329"/>
                  </a:cubicBezTo>
                  <a:cubicBezTo>
                    <a:pt x="66" y="328"/>
                    <a:pt x="69" y="331"/>
                    <a:pt x="67" y="332"/>
                  </a:cubicBezTo>
                  <a:cubicBezTo>
                    <a:pt x="70" y="335"/>
                    <a:pt x="66" y="334"/>
                    <a:pt x="66" y="337"/>
                  </a:cubicBezTo>
                  <a:cubicBezTo>
                    <a:pt x="66" y="342"/>
                    <a:pt x="61" y="338"/>
                    <a:pt x="63" y="345"/>
                  </a:cubicBezTo>
                  <a:cubicBezTo>
                    <a:pt x="66" y="349"/>
                    <a:pt x="61" y="346"/>
                    <a:pt x="64" y="351"/>
                  </a:cubicBezTo>
                  <a:cubicBezTo>
                    <a:pt x="67" y="356"/>
                    <a:pt x="64" y="352"/>
                    <a:pt x="63" y="357"/>
                  </a:cubicBezTo>
                  <a:cubicBezTo>
                    <a:pt x="64" y="360"/>
                    <a:pt x="67" y="360"/>
                    <a:pt x="66" y="362"/>
                  </a:cubicBezTo>
                  <a:cubicBezTo>
                    <a:pt x="66" y="363"/>
                    <a:pt x="64" y="366"/>
                    <a:pt x="66" y="366"/>
                  </a:cubicBezTo>
                  <a:cubicBezTo>
                    <a:pt x="67" y="366"/>
                    <a:pt x="66" y="366"/>
                    <a:pt x="67" y="370"/>
                  </a:cubicBezTo>
                  <a:cubicBezTo>
                    <a:pt x="70" y="373"/>
                    <a:pt x="69" y="376"/>
                    <a:pt x="69" y="376"/>
                  </a:cubicBezTo>
                  <a:cubicBezTo>
                    <a:pt x="74" y="374"/>
                    <a:pt x="70" y="377"/>
                    <a:pt x="75" y="377"/>
                  </a:cubicBezTo>
                  <a:cubicBezTo>
                    <a:pt x="81" y="376"/>
                    <a:pt x="77" y="382"/>
                    <a:pt x="81" y="380"/>
                  </a:cubicBezTo>
                  <a:cubicBezTo>
                    <a:pt x="84" y="377"/>
                    <a:pt x="87" y="379"/>
                    <a:pt x="87" y="380"/>
                  </a:cubicBezTo>
                  <a:cubicBezTo>
                    <a:pt x="89" y="382"/>
                    <a:pt x="92" y="380"/>
                    <a:pt x="90" y="384"/>
                  </a:cubicBezTo>
                  <a:cubicBezTo>
                    <a:pt x="89" y="388"/>
                    <a:pt x="93" y="388"/>
                    <a:pt x="90" y="390"/>
                  </a:cubicBezTo>
                  <a:cubicBezTo>
                    <a:pt x="87" y="393"/>
                    <a:pt x="92" y="391"/>
                    <a:pt x="92" y="396"/>
                  </a:cubicBezTo>
                  <a:cubicBezTo>
                    <a:pt x="93" y="402"/>
                    <a:pt x="99" y="401"/>
                    <a:pt x="98" y="402"/>
                  </a:cubicBezTo>
                  <a:cubicBezTo>
                    <a:pt x="95" y="407"/>
                    <a:pt x="102" y="402"/>
                    <a:pt x="102" y="407"/>
                  </a:cubicBezTo>
                  <a:cubicBezTo>
                    <a:pt x="102" y="408"/>
                    <a:pt x="107" y="408"/>
                    <a:pt x="104" y="410"/>
                  </a:cubicBezTo>
                  <a:cubicBezTo>
                    <a:pt x="101" y="412"/>
                    <a:pt x="101" y="415"/>
                    <a:pt x="96" y="412"/>
                  </a:cubicBezTo>
                  <a:cubicBezTo>
                    <a:pt x="95" y="410"/>
                    <a:pt x="93" y="413"/>
                    <a:pt x="95" y="415"/>
                  </a:cubicBezTo>
                  <a:cubicBezTo>
                    <a:pt x="98" y="419"/>
                    <a:pt x="93" y="419"/>
                    <a:pt x="96" y="424"/>
                  </a:cubicBezTo>
                  <a:cubicBezTo>
                    <a:pt x="98" y="425"/>
                    <a:pt x="101" y="427"/>
                    <a:pt x="102" y="424"/>
                  </a:cubicBezTo>
                  <a:cubicBezTo>
                    <a:pt x="102" y="421"/>
                    <a:pt x="105" y="424"/>
                    <a:pt x="109" y="422"/>
                  </a:cubicBezTo>
                  <a:cubicBezTo>
                    <a:pt x="112" y="419"/>
                    <a:pt x="110" y="424"/>
                    <a:pt x="113" y="422"/>
                  </a:cubicBezTo>
                  <a:cubicBezTo>
                    <a:pt x="116" y="419"/>
                    <a:pt x="113" y="425"/>
                    <a:pt x="118" y="427"/>
                  </a:cubicBezTo>
                  <a:cubicBezTo>
                    <a:pt x="121" y="429"/>
                    <a:pt x="115" y="430"/>
                    <a:pt x="116" y="432"/>
                  </a:cubicBezTo>
                  <a:cubicBezTo>
                    <a:pt x="119" y="435"/>
                    <a:pt x="116" y="435"/>
                    <a:pt x="119" y="435"/>
                  </a:cubicBezTo>
                  <a:cubicBezTo>
                    <a:pt x="122" y="436"/>
                    <a:pt x="122" y="433"/>
                    <a:pt x="125" y="438"/>
                  </a:cubicBezTo>
                  <a:cubicBezTo>
                    <a:pt x="128" y="441"/>
                    <a:pt x="125" y="447"/>
                    <a:pt x="128" y="446"/>
                  </a:cubicBezTo>
                  <a:cubicBezTo>
                    <a:pt x="133" y="444"/>
                    <a:pt x="133" y="449"/>
                    <a:pt x="139" y="446"/>
                  </a:cubicBezTo>
                  <a:cubicBezTo>
                    <a:pt x="144" y="443"/>
                    <a:pt x="142" y="447"/>
                    <a:pt x="145" y="449"/>
                  </a:cubicBezTo>
                  <a:cubicBezTo>
                    <a:pt x="148" y="452"/>
                    <a:pt x="150" y="447"/>
                    <a:pt x="153" y="452"/>
                  </a:cubicBezTo>
                  <a:cubicBezTo>
                    <a:pt x="154" y="453"/>
                    <a:pt x="157" y="450"/>
                    <a:pt x="159" y="453"/>
                  </a:cubicBezTo>
                  <a:cubicBezTo>
                    <a:pt x="160" y="457"/>
                    <a:pt x="163" y="453"/>
                    <a:pt x="163" y="455"/>
                  </a:cubicBezTo>
                  <a:cubicBezTo>
                    <a:pt x="163" y="458"/>
                    <a:pt x="165" y="458"/>
                    <a:pt x="163" y="460"/>
                  </a:cubicBezTo>
                  <a:cubicBezTo>
                    <a:pt x="160" y="461"/>
                    <a:pt x="160" y="463"/>
                    <a:pt x="162" y="463"/>
                  </a:cubicBezTo>
                  <a:cubicBezTo>
                    <a:pt x="163" y="463"/>
                    <a:pt x="165" y="464"/>
                    <a:pt x="162" y="464"/>
                  </a:cubicBezTo>
                  <a:cubicBezTo>
                    <a:pt x="160" y="464"/>
                    <a:pt x="159" y="466"/>
                    <a:pt x="160" y="468"/>
                  </a:cubicBezTo>
                  <a:cubicBezTo>
                    <a:pt x="162" y="469"/>
                    <a:pt x="163" y="472"/>
                    <a:pt x="162" y="474"/>
                  </a:cubicBezTo>
                  <a:cubicBezTo>
                    <a:pt x="160" y="477"/>
                    <a:pt x="154" y="474"/>
                    <a:pt x="153" y="477"/>
                  </a:cubicBezTo>
                  <a:cubicBezTo>
                    <a:pt x="153" y="480"/>
                    <a:pt x="147" y="475"/>
                    <a:pt x="148" y="485"/>
                  </a:cubicBezTo>
                  <a:cubicBezTo>
                    <a:pt x="153" y="481"/>
                    <a:pt x="150" y="486"/>
                    <a:pt x="154" y="483"/>
                  </a:cubicBezTo>
                  <a:cubicBezTo>
                    <a:pt x="157" y="481"/>
                    <a:pt x="157" y="485"/>
                    <a:pt x="154" y="486"/>
                  </a:cubicBezTo>
                  <a:cubicBezTo>
                    <a:pt x="148" y="488"/>
                    <a:pt x="151" y="489"/>
                    <a:pt x="145" y="489"/>
                  </a:cubicBezTo>
                  <a:cubicBezTo>
                    <a:pt x="144" y="489"/>
                    <a:pt x="145" y="494"/>
                    <a:pt x="148" y="492"/>
                  </a:cubicBezTo>
                  <a:cubicBezTo>
                    <a:pt x="150" y="492"/>
                    <a:pt x="153" y="497"/>
                    <a:pt x="150" y="497"/>
                  </a:cubicBezTo>
                  <a:cubicBezTo>
                    <a:pt x="148" y="496"/>
                    <a:pt x="147" y="496"/>
                    <a:pt x="145" y="499"/>
                  </a:cubicBezTo>
                  <a:cubicBezTo>
                    <a:pt x="145" y="502"/>
                    <a:pt x="144" y="502"/>
                    <a:pt x="144" y="503"/>
                  </a:cubicBezTo>
                  <a:cubicBezTo>
                    <a:pt x="145" y="508"/>
                    <a:pt x="144" y="505"/>
                    <a:pt x="140" y="505"/>
                  </a:cubicBezTo>
                  <a:cubicBezTo>
                    <a:pt x="139" y="505"/>
                    <a:pt x="136" y="502"/>
                    <a:pt x="137" y="505"/>
                  </a:cubicBezTo>
                  <a:cubicBezTo>
                    <a:pt x="137" y="506"/>
                    <a:pt x="133" y="506"/>
                    <a:pt x="139" y="508"/>
                  </a:cubicBezTo>
                  <a:cubicBezTo>
                    <a:pt x="144" y="511"/>
                    <a:pt x="140" y="513"/>
                    <a:pt x="145" y="513"/>
                  </a:cubicBezTo>
                  <a:cubicBezTo>
                    <a:pt x="150" y="514"/>
                    <a:pt x="145" y="514"/>
                    <a:pt x="151" y="517"/>
                  </a:cubicBezTo>
                  <a:cubicBezTo>
                    <a:pt x="157" y="519"/>
                    <a:pt x="151" y="516"/>
                    <a:pt x="162" y="527"/>
                  </a:cubicBezTo>
                  <a:cubicBezTo>
                    <a:pt x="163" y="525"/>
                    <a:pt x="166" y="525"/>
                    <a:pt x="168" y="525"/>
                  </a:cubicBezTo>
                  <a:cubicBezTo>
                    <a:pt x="169" y="525"/>
                    <a:pt x="169" y="528"/>
                    <a:pt x="172" y="528"/>
                  </a:cubicBezTo>
                  <a:cubicBezTo>
                    <a:pt x="176" y="528"/>
                    <a:pt x="174" y="531"/>
                    <a:pt x="179" y="528"/>
                  </a:cubicBezTo>
                  <a:cubicBezTo>
                    <a:pt x="182" y="527"/>
                    <a:pt x="183" y="530"/>
                    <a:pt x="185" y="530"/>
                  </a:cubicBezTo>
                  <a:cubicBezTo>
                    <a:pt x="186" y="530"/>
                    <a:pt x="186" y="531"/>
                    <a:pt x="191" y="533"/>
                  </a:cubicBezTo>
                  <a:cubicBezTo>
                    <a:pt x="195" y="534"/>
                    <a:pt x="191" y="534"/>
                    <a:pt x="192" y="536"/>
                  </a:cubicBezTo>
                  <a:cubicBezTo>
                    <a:pt x="195" y="537"/>
                    <a:pt x="197" y="533"/>
                    <a:pt x="198" y="534"/>
                  </a:cubicBezTo>
                  <a:cubicBezTo>
                    <a:pt x="201" y="536"/>
                    <a:pt x="201" y="533"/>
                    <a:pt x="203" y="534"/>
                  </a:cubicBezTo>
                  <a:cubicBezTo>
                    <a:pt x="204" y="534"/>
                    <a:pt x="204" y="536"/>
                    <a:pt x="207" y="536"/>
                  </a:cubicBezTo>
                  <a:cubicBezTo>
                    <a:pt x="211" y="536"/>
                    <a:pt x="206" y="539"/>
                    <a:pt x="207" y="541"/>
                  </a:cubicBezTo>
                  <a:cubicBezTo>
                    <a:pt x="209" y="542"/>
                    <a:pt x="209" y="542"/>
                    <a:pt x="214" y="544"/>
                  </a:cubicBezTo>
                  <a:cubicBezTo>
                    <a:pt x="215" y="547"/>
                    <a:pt x="217" y="542"/>
                    <a:pt x="217" y="545"/>
                  </a:cubicBezTo>
                  <a:cubicBezTo>
                    <a:pt x="218" y="548"/>
                    <a:pt x="220" y="545"/>
                    <a:pt x="220" y="548"/>
                  </a:cubicBezTo>
                  <a:cubicBezTo>
                    <a:pt x="221" y="553"/>
                    <a:pt x="226" y="551"/>
                    <a:pt x="226" y="550"/>
                  </a:cubicBezTo>
                  <a:cubicBezTo>
                    <a:pt x="227" y="548"/>
                    <a:pt x="229" y="547"/>
                    <a:pt x="230" y="545"/>
                  </a:cubicBezTo>
                  <a:cubicBezTo>
                    <a:pt x="226" y="534"/>
                    <a:pt x="221" y="536"/>
                    <a:pt x="223" y="527"/>
                  </a:cubicBezTo>
                  <a:cubicBezTo>
                    <a:pt x="224" y="516"/>
                    <a:pt x="221" y="527"/>
                    <a:pt x="221" y="520"/>
                  </a:cubicBezTo>
                  <a:cubicBezTo>
                    <a:pt x="221" y="514"/>
                    <a:pt x="212" y="516"/>
                    <a:pt x="217" y="513"/>
                  </a:cubicBezTo>
                  <a:cubicBezTo>
                    <a:pt x="220" y="509"/>
                    <a:pt x="221" y="505"/>
                    <a:pt x="226" y="500"/>
                  </a:cubicBezTo>
                  <a:cubicBezTo>
                    <a:pt x="230" y="496"/>
                    <a:pt x="232" y="500"/>
                    <a:pt x="232" y="497"/>
                  </a:cubicBezTo>
                  <a:cubicBezTo>
                    <a:pt x="232" y="496"/>
                    <a:pt x="232" y="497"/>
                    <a:pt x="233" y="492"/>
                  </a:cubicBezTo>
                  <a:cubicBezTo>
                    <a:pt x="226" y="488"/>
                    <a:pt x="238" y="491"/>
                    <a:pt x="230" y="483"/>
                  </a:cubicBezTo>
                  <a:cubicBezTo>
                    <a:pt x="224" y="475"/>
                    <a:pt x="224" y="475"/>
                    <a:pt x="221" y="477"/>
                  </a:cubicBezTo>
                  <a:cubicBezTo>
                    <a:pt x="218" y="477"/>
                    <a:pt x="221" y="472"/>
                    <a:pt x="217" y="469"/>
                  </a:cubicBezTo>
                  <a:cubicBezTo>
                    <a:pt x="211" y="468"/>
                    <a:pt x="220" y="461"/>
                    <a:pt x="217" y="457"/>
                  </a:cubicBezTo>
                  <a:cubicBezTo>
                    <a:pt x="214" y="453"/>
                    <a:pt x="221" y="443"/>
                    <a:pt x="224" y="446"/>
                  </a:cubicBezTo>
                  <a:cubicBezTo>
                    <a:pt x="230" y="455"/>
                    <a:pt x="232" y="452"/>
                    <a:pt x="232" y="446"/>
                  </a:cubicBezTo>
                  <a:cubicBezTo>
                    <a:pt x="232" y="440"/>
                    <a:pt x="242" y="436"/>
                    <a:pt x="247" y="432"/>
                  </a:cubicBezTo>
                  <a:cubicBezTo>
                    <a:pt x="250" y="425"/>
                    <a:pt x="252" y="435"/>
                    <a:pt x="256" y="430"/>
                  </a:cubicBezTo>
                  <a:cubicBezTo>
                    <a:pt x="262" y="427"/>
                    <a:pt x="261" y="432"/>
                    <a:pt x="268" y="433"/>
                  </a:cubicBezTo>
                  <a:cubicBezTo>
                    <a:pt x="276" y="433"/>
                    <a:pt x="284" y="447"/>
                    <a:pt x="290" y="443"/>
                  </a:cubicBezTo>
                  <a:cubicBezTo>
                    <a:pt x="293" y="438"/>
                    <a:pt x="294" y="435"/>
                    <a:pt x="299" y="438"/>
                  </a:cubicBezTo>
                  <a:cubicBezTo>
                    <a:pt x="303" y="441"/>
                    <a:pt x="303" y="433"/>
                    <a:pt x="313" y="441"/>
                  </a:cubicBezTo>
                  <a:cubicBezTo>
                    <a:pt x="322" y="447"/>
                    <a:pt x="317" y="436"/>
                    <a:pt x="323" y="441"/>
                  </a:cubicBezTo>
                  <a:cubicBezTo>
                    <a:pt x="331" y="446"/>
                    <a:pt x="338" y="435"/>
                    <a:pt x="329" y="432"/>
                  </a:cubicBezTo>
                  <a:cubicBezTo>
                    <a:pt x="313" y="424"/>
                    <a:pt x="334" y="425"/>
                    <a:pt x="328" y="419"/>
                  </a:cubicBezTo>
                  <a:cubicBezTo>
                    <a:pt x="322" y="415"/>
                    <a:pt x="343" y="415"/>
                    <a:pt x="335" y="412"/>
                  </a:cubicBezTo>
                  <a:cubicBezTo>
                    <a:pt x="328" y="408"/>
                    <a:pt x="325" y="401"/>
                    <a:pt x="334" y="401"/>
                  </a:cubicBezTo>
                  <a:cubicBezTo>
                    <a:pt x="343" y="401"/>
                    <a:pt x="373" y="394"/>
                    <a:pt x="381" y="390"/>
                  </a:cubicBezTo>
                  <a:cubicBezTo>
                    <a:pt x="390" y="387"/>
                    <a:pt x="392" y="380"/>
                    <a:pt x="398" y="385"/>
                  </a:cubicBezTo>
                  <a:cubicBezTo>
                    <a:pt x="402" y="388"/>
                    <a:pt x="406" y="380"/>
                    <a:pt x="409" y="391"/>
                  </a:cubicBezTo>
                  <a:cubicBezTo>
                    <a:pt x="411" y="404"/>
                    <a:pt x="416" y="396"/>
                    <a:pt x="422" y="399"/>
                  </a:cubicBezTo>
                  <a:cubicBezTo>
                    <a:pt x="428" y="402"/>
                    <a:pt x="433" y="399"/>
                    <a:pt x="428" y="404"/>
                  </a:cubicBezTo>
                  <a:cubicBezTo>
                    <a:pt x="424" y="408"/>
                    <a:pt x="433" y="408"/>
                    <a:pt x="445" y="401"/>
                  </a:cubicBezTo>
                  <a:cubicBezTo>
                    <a:pt x="457" y="391"/>
                    <a:pt x="456" y="398"/>
                    <a:pt x="453" y="401"/>
                  </a:cubicBezTo>
                  <a:cubicBezTo>
                    <a:pt x="450" y="404"/>
                    <a:pt x="462" y="405"/>
                    <a:pt x="472" y="425"/>
                  </a:cubicBezTo>
                  <a:cubicBezTo>
                    <a:pt x="486" y="455"/>
                    <a:pt x="480" y="429"/>
                    <a:pt x="489" y="436"/>
                  </a:cubicBezTo>
                  <a:cubicBezTo>
                    <a:pt x="500" y="446"/>
                    <a:pt x="504" y="433"/>
                    <a:pt x="514" y="443"/>
                  </a:cubicBezTo>
                  <a:cubicBezTo>
                    <a:pt x="521" y="453"/>
                    <a:pt x="524" y="460"/>
                    <a:pt x="530" y="453"/>
                  </a:cubicBezTo>
                  <a:cubicBezTo>
                    <a:pt x="538" y="449"/>
                    <a:pt x="530" y="455"/>
                    <a:pt x="538" y="461"/>
                  </a:cubicBezTo>
                  <a:cubicBezTo>
                    <a:pt x="538" y="461"/>
                    <a:pt x="538" y="461"/>
                    <a:pt x="543" y="460"/>
                  </a:cubicBezTo>
                  <a:cubicBezTo>
                    <a:pt x="547" y="453"/>
                    <a:pt x="546" y="458"/>
                    <a:pt x="553" y="455"/>
                  </a:cubicBezTo>
                  <a:cubicBezTo>
                    <a:pt x="559" y="453"/>
                    <a:pt x="553" y="452"/>
                    <a:pt x="562" y="447"/>
                  </a:cubicBezTo>
                  <a:cubicBezTo>
                    <a:pt x="571" y="443"/>
                    <a:pt x="578" y="440"/>
                    <a:pt x="582" y="443"/>
                  </a:cubicBezTo>
                  <a:cubicBezTo>
                    <a:pt x="587" y="446"/>
                    <a:pt x="593" y="440"/>
                    <a:pt x="594" y="446"/>
                  </a:cubicBezTo>
                  <a:cubicBezTo>
                    <a:pt x="596" y="450"/>
                    <a:pt x="622" y="455"/>
                    <a:pt x="625" y="447"/>
                  </a:cubicBezTo>
                  <a:cubicBezTo>
                    <a:pt x="626" y="441"/>
                    <a:pt x="617" y="441"/>
                    <a:pt x="623" y="433"/>
                  </a:cubicBezTo>
                  <a:cubicBezTo>
                    <a:pt x="629" y="424"/>
                    <a:pt x="626" y="424"/>
                    <a:pt x="640" y="429"/>
                  </a:cubicBezTo>
                  <a:cubicBezTo>
                    <a:pt x="652" y="435"/>
                    <a:pt x="657" y="429"/>
                    <a:pt x="657" y="436"/>
                  </a:cubicBezTo>
                  <a:cubicBezTo>
                    <a:pt x="657" y="444"/>
                    <a:pt x="664" y="450"/>
                    <a:pt x="672" y="447"/>
                  </a:cubicBezTo>
                  <a:cubicBezTo>
                    <a:pt x="681" y="444"/>
                    <a:pt x="683" y="444"/>
                    <a:pt x="693" y="449"/>
                  </a:cubicBezTo>
                  <a:cubicBezTo>
                    <a:pt x="704" y="452"/>
                    <a:pt x="698" y="455"/>
                    <a:pt x="712" y="458"/>
                  </a:cubicBezTo>
                  <a:cubicBezTo>
                    <a:pt x="731" y="463"/>
                    <a:pt x="724" y="455"/>
                    <a:pt x="736" y="457"/>
                  </a:cubicBezTo>
                  <a:cubicBezTo>
                    <a:pt x="748" y="457"/>
                    <a:pt x="745" y="441"/>
                    <a:pt x="756" y="447"/>
                  </a:cubicBezTo>
                  <a:cubicBezTo>
                    <a:pt x="765" y="453"/>
                    <a:pt x="765" y="447"/>
                    <a:pt x="771" y="452"/>
                  </a:cubicBezTo>
                  <a:cubicBezTo>
                    <a:pt x="779" y="457"/>
                    <a:pt x="782" y="457"/>
                    <a:pt x="788" y="450"/>
                  </a:cubicBezTo>
                  <a:cubicBezTo>
                    <a:pt x="794" y="444"/>
                    <a:pt x="792" y="440"/>
                    <a:pt x="800" y="430"/>
                  </a:cubicBezTo>
                  <a:cubicBezTo>
                    <a:pt x="806" y="422"/>
                    <a:pt x="803" y="419"/>
                    <a:pt x="798" y="419"/>
                  </a:cubicBezTo>
                  <a:cubicBezTo>
                    <a:pt x="794" y="419"/>
                    <a:pt x="800" y="410"/>
                    <a:pt x="815" y="408"/>
                  </a:cubicBezTo>
                  <a:cubicBezTo>
                    <a:pt x="829" y="407"/>
                    <a:pt x="833" y="412"/>
                    <a:pt x="838" y="412"/>
                  </a:cubicBezTo>
                  <a:cubicBezTo>
                    <a:pt x="842" y="412"/>
                    <a:pt x="852" y="424"/>
                    <a:pt x="855" y="440"/>
                  </a:cubicBezTo>
                  <a:cubicBezTo>
                    <a:pt x="856" y="457"/>
                    <a:pt x="859" y="455"/>
                    <a:pt x="868" y="457"/>
                  </a:cubicBezTo>
                  <a:cubicBezTo>
                    <a:pt x="877" y="458"/>
                    <a:pt x="874" y="463"/>
                    <a:pt x="879" y="463"/>
                  </a:cubicBezTo>
                  <a:cubicBezTo>
                    <a:pt x="884" y="464"/>
                    <a:pt x="879" y="468"/>
                    <a:pt x="882" y="469"/>
                  </a:cubicBezTo>
                  <a:cubicBezTo>
                    <a:pt x="885" y="471"/>
                    <a:pt x="879" y="472"/>
                    <a:pt x="884" y="475"/>
                  </a:cubicBezTo>
                  <a:cubicBezTo>
                    <a:pt x="888" y="480"/>
                    <a:pt x="894" y="478"/>
                    <a:pt x="899" y="474"/>
                  </a:cubicBezTo>
                  <a:cubicBezTo>
                    <a:pt x="903" y="471"/>
                    <a:pt x="903" y="475"/>
                    <a:pt x="908" y="471"/>
                  </a:cubicBezTo>
                  <a:cubicBezTo>
                    <a:pt x="912" y="466"/>
                    <a:pt x="917" y="474"/>
                    <a:pt x="912" y="480"/>
                  </a:cubicBezTo>
                  <a:cubicBezTo>
                    <a:pt x="908" y="488"/>
                    <a:pt x="905" y="511"/>
                    <a:pt x="899" y="508"/>
                  </a:cubicBezTo>
                  <a:cubicBezTo>
                    <a:pt x="893" y="505"/>
                    <a:pt x="891" y="503"/>
                    <a:pt x="890" y="506"/>
                  </a:cubicBezTo>
                  <a:cubicBezTo>
                    <a:pt x="888" y="511"/>
                    <a:pt x="882" y="506"/>
                    <a:pt x="885" y="513"/>
                  </a:cubicBezTo>
                  <a:cubicBezTo>
                    <a:pt x="887" y="519"/>
                    <a:pt x="888" y="525"/>
                    <a:pt x="885" y="530"/>
                  </a:cubicBezTo>
                  <a:cubicBezTo>
                    <a:pt x="884" y="536"/>
                    <a:pt x="882" y="530"/>
                    <a:pt x="881" y="536"/>
                  </a:cubicBezTo>
                  <a:cubicBezTo>
                    <a:pt x="881" y="536"/>
                    <a:pt x="881" y="536"/>
                    <a:pt x="882" y="539"/>
                  </a:cubicBezTo>
                  <a:cubicBezTo>
                    <a:pt x="885" y="536"/>
                    <a:pt x="882" y="534"/>
                    <a:pt x="884" y="536"/>
                  </a:cubicBezTo>
                  <a:cubicBezTo>
                    <a:pt x="887" y="536"/>
                    <a:pt x="887" y="536"/>
                    <a:pt x="888" y="533"/>
                  </a:cubicBezTo>
                  <a:cubicBezTo>
                    <a:pt x="890" y="530"/>
                    <a:pt x="888" y="528"/>
                    <a:pt x="891" y="528"/>
                  </a:cubicBezTo>
                  <a:cubicBezTo>
                    <a:pt x="893" y="528"/>
                    <a:pt x="890" y="533"/>
                    <a:pt x="893" y="530"/>
                  </a:cubicBezTo>
                  <a:cubicBezTo>
                    <a:pt x="896" y="528"/>
                    <a:pt x="893" y="533"/>
                    <a:pt x="896" y="533"/>
                  </a:cubicBezTo>
                  <a:cubicBezTo>
                    <a:pt x="897" y="533"/>
                    <a:pt x="899" y="534"/>
                    <a:pt x="900" y="534"/>
                  </a:cubicBezTo>
                  <a:cubicBezTo>
                    <a:pt x="902" y="536"/>
                    <a:pt x="902" y="534"/>
                    <a:pt x="906" y="533"/>
                  </a:cubicBezTo>
                  <a:cubicBezTo>
                    <a:pt x="909" y="533"/>
                    <a:pt x="908" y="531"/>
                    <a:pt x="914" y="528"/>
                  </a:cubicBezTo>
                  <a:cubicBezTo>
                    <a:pt x="919" y="525"/>
                    <a:pt x="922" y="516"/>
                    <a:pt x="934" y="505"/>
                  </a:cubicBezTo>
                  <a:cubicBezTo>
                    <a:pt x="944" y="492"/>
                    <a:pt x="941" y="486"/>
                    <a:pt x="946" y="483"/>
                  </a:cubicBezTo>
                  <a:cubicBezTo>
                    <a:pt x="952" y="478"/>
                    <a:pt x="947" y="478"/>
                    <a:pt x="954" y="472"/>
                  </a:cubicBezTo>
                  <a:cubicBezTo>
                    <a:pt x="961" y="466"/>
                    <a:pt x="961" y="449"/>
                    <a:pt x="960" y="444"/>
                  </a:cubicBezTo>
                  <a:cubicBezTo>
                    <a:pt x="958" y="440"/>
                    <a:pt x="961" y="440"/>
                    <a:pt x="963" y="435"/>
                  </a:cubicBezTo>
                  <a:cubicBezTo>
                    <a:pt x="964" y="429"/>
                    <a:pt x="970" y="427"/>
                    <a:pt x="966" y="422"/>
                  </a:cubicBezTo>
                  <a:cubicBezTo>
                    <a:pt x="963" y="419"/>
                    <a:pt x="967" y="419"/>
                    <a:pt x="964" y="416"/>
                  </a:cubicBezTo>
                  <a:cubicBezTo>
                    <a:pt x="963" y="412"/>
                    <a:pt x="970" y="413"/>
                    <a:pt x="966" y="408"/>
                  </a:cubicBezTo>
                  <a:cubicBezTo>
                    <a:pt x="960" y="405"/>
                    <a:pt x="958" y="402"/>
                    <a:pt x="957" y="401"/>
                  </a:cubicBezTo>
                  <a:cubicBezTo>
                    <a:pt x="954" y="398"/>
                    <a:pt x="951" y="401"/>
                    <a:pt x="947" y="399"/>
                  </a:cubicBezTo>
                  <a:cubicBezTo>
                    <a:pt x="944" y="398"/>
                    <a:pt x="947" y="405"/>
                    <a:pt x="940" y="407"/>
                  </a:cubicBezTo>
                  <a:cubicBezTo>
                    <a:pt x="929" y="410"/>
                    <a:pt x="943" y="396"/>
                    <a:pt x="935" y="399"/>
                  </a:cubicBezTo>
                  <a:cubicBezTo>
                    <a:pt x="929" y="401"/>
                    <a:pt x="937" y="404"/>
                    <a:pt x="931" y="404"/>
                  </a:cubicBezTo>
                  <a:cubicBezTo>
                    <a:pt x="925" y="404"/>
                    <a:pt x="937" y="394"/>
                    <a:pt x="926" y="394"/>
                  </a:cubicBezTo>
                  <a:cubicBezTo>
                    <a:pt x="917" y="394"/>
                    <a:pt x="912" y="393"/>
                    <a:pt x="925" y="385"/>
                  </a:cubicBezTo>
                  <a:cubicBezTo>
                    <a:pt x="938" y="376"/>
                    <a:pt x="940" y="376"/>
                    <a:pt x="943" y="368"/>
                  </a:cubicBezTo>
                  <a:cubicBezTo>
                    <a:pt x="946" y="360"/>
                    <a:pt x="957" y="360"/>
                    <a:pt x="960" y="351"/>
                  </a:cubicBezTo>
                  <a:cubicBezTo>
                    <a:pt x="964" y="342"/>
                    <a:pt x="979" y="332"/>
                    <a:pt x="987" y="334"/>
                  </a:cubicBezTo>
                  <a:cubicBezTo>
                    <a:pt x="995" y="337"/>
                    <a:pt x="998" y="332"/>
                    <a:pt x="1002" y="335"/>
                  </a:cubicBezTo>
                  <a:cubicBezTo>
                    <a:pt x="1007" y="338"/>
                    <a:pt x="1002" y="332"/>
                    <a:pt x="1013" y="334"/>
                  </a:cubicBezTo>
                  <a:cubicBezTo>
                    <a:pt x="1025" y="335"/>
                    <a:pt x="1025" y="338"/>
                    <a:pt x="1028" y="331"/>
                  </a:cubicBezTo>
                  <a:cubicBezTo>
                    <a:pt x="1028" y="329"/>
                    <a:pt x="1056" y="329"/>
                    <a:pt x="1047" y="337"/>
                  </a:cubicBezTo>
                  <a:cubicBezTo>
                    <a:pt x="1039" y="343"/>
                    <a:pt x="1059" y="338"/>
                    <a:pt x="1060" y="337"/>
                  </a:cubicBezTo>
                  <a:cubicBezTo>
                    <a:pt x="1063" y="332"/>
                    <a:pt x="1066" y="343"/>
                    <a:pt x="1074" y="337"/>
                  </a:cubicBezTo>
                  <a:cubicBezTo>
                    <a:pt x="1082" y="332"/>
                    <a:pt x="1059" y="332"/>
                    <a:pt x="1075" y="320"/>
                  </a:cubicBezTo>
                  <a:cubicBezTo>
                    <a:pt x="1092" y="309"/>
                    <a:pt x="1085" y="304"/>
                    <a:pt x="1104" y="303"/>
                  </a:cubicBezTo>
                  <a:cubicBezTo>
                    <a:pt x="1121" y="300"/>
                    <a:pt x="1107" y="323"/>
                    <a:pt x="1120" y="317"/>
                  </a:cubicBezTo>
                  <a:cubicBezTo>
                    <a:pt x="1132" y="310"/>
                    <a:pt x="1129" y="303"/>
                    <a:pt x="1136" y="306"/>
                  </a:cubicBezTo>
                  <a:cubicBezTo>
                    <a:pt x="1144" y="307"/>
                    <a:pt x="1132" y="290"/>
                    <a:pt x="1146" y="290"/>
                  </a:cubicBezTo>
                  <a:cubicBezTo>
                    <a:pt x="1159" y="292"/>
                    <a:pt x="1147" y="290"/>
                    <a:pt x="1146" y="304"/>
                  </a:cubicBezTo>
                  <a:cubicBezTo>
                    <a:pt x="1142" y="318"/>
                    <a:pt x="1133" y="314"/>
                    <a:pt x="1121" y="329"/>
                  </a:cubicBezTo>
                  <a:cubicBezTo>
                    <a:pt x="1109" y="345"/>
                    <a:pt x="1103" y="351"/>
                    <a:pt x="1095" y="352"/>
                  </a:cubicBezTo>
                  <a:cubicBezTo>
                    <a:pt x="1086" y="356"/>
                    <a:pt x="1094" y="359"/>
                    <a:pt x="1086" y="365"/>
                  </a:cubicBezTo>
                  <a:cubicBezTo>
                    <a:pt x="1077" y="371"/>
                    <a:pt x="1080" y="398"/>
                    <a:pt x="1085" y="421"/>
                  </a:cubicBezTo>
                  <a:cubicBezTo>
                    <a:pt x="1086" y="430"/>
                    <a:pt x="1085" y="449"/>
                    <a:pt x="1098" y="429"/>
                  </a:cubicBezTo>
                  <a:cubicBezTo>
                    <a:pt x="1107" y="416"/>
                    <a:pt x="1098" y="412"/>
                    <a:pt x="1111" y="412"/>
                  </a:cubicBezTo>
                  <a:cubicBezTo>
                    <a:pt x="1120" y="412"/>
                    <a:pt x="1109" y="396"/>
                    <a:pt x="1121" y="396"/>
                  </a:cubicBezTo>
                  <a:cubicBezTo>
                    <a:pt x="1139" y="394"/>
                    <a:pt x="1124" y="387"/>
                    <a:pt x="1129" y="379"/>
                  </a:cubicBezTo>
                  <a:cubicBezTo>
                    <a:pt x="1133" y="370"/>
                    <a:pt x="1139" y="382"/>
                    <a:pt x="1141" y="374"/>
                  </a:cubicBezTo>
                  <a:cubicBezTo>
                    <a:pt x="1142" y="365"/>
                    <a:pt x="1130" y="368"/>
                    <a:pt x="1136" y="360"/>
                  </a:cubicBezTo>
                  <a:cubicBezTo>
                    <a:pt x="1147" y="348"/>
                    <a:pt x="1121" y="354"/>
                    <a:pt x="1133" y="345"/>
                  </a:cubicBezTo>
                  <a:cubicBezTo>
                    <a:pt x="1146" y="334"/>
                    <a:pt x="1138" y="329"/>
                    <a:pt x="1146" y="326"/>
                  </a:cubicBezTo>
                  <a:cubicBezTo>
                    <a:pt x="1155" y="323"/>
                    <a:pt x="1147" y="331"/>
                    <a:pt x="1158" y="323"/>
                  </a:cubicBezTo>
                  <a:cubicBezTo>
                    <a:pt x="1171" y="312"/>
                    <a:pt x="1155" y="337"/>
                    <a:pt x="1167" y="326"/>
                  </a:cubicBezTo>
                  <a:cubicBezTo>
                    <a:pt x="1181" y="314"/>
                    <a:pt x="1188" y="318"/>
                    <a:pt x="1194" y="326"/>
                  </a:cubicBezTo>
                  <a:cubicBezTo>
                    <a:pt x="1200" y="332"/>
                    <a:pt x="1190" y="325"/>
                    <a:pt x="1213" y="312"/>
                  </a:cubicBezTo>
                  <a:cubicBezTo>
                    <a:pt x="1222" y="307"/>
                    <a:pt x="1229" y="298"/>
                    <a:pt x="1241" y="295"/>
                  </a:cubicBezTo>
                  <a:cubicBezTo>
                    <a:pt x="1263" y="287"/>
                    <a:pt x="1263" y="298"/>
                    <a:pt x="1267" y="293"/>
                  </a:cubicBezTo>
                  <a:cubicBezTo>
                    <a:pt x="1273" y="287"/>
                    <a:pt x="1266" y="286"/>
                    <a:pt x="1263" y="275"/>
                  </a:cubicBezTo>
                  <a:cubicBezTo>
                    <a:pt x="1258" y="262"/>
                    <a:pt x="1255" y="275"/>
                    <a:pt x="1252" y="265"/>
                  </a:cubicBezTo>
                  <a:cubicBezTo>
                    <a:pt x="1251" y="259"/>
                    <a:pt x="1264" y="269"/>
                    <a:pt x="1270" y="259"/>
                  </a:cubicBezTo>
                  <a:cubicBezTo>
                    <a:pt x="1272" y="258"/>
                    <a:pt x="1273" y="258"/>
                    <a:pt x="1273" y="256"/>
                  </a:cubicBezTo>
                  <a:cubicBezTo>
                    <a:pt x="1273" y="256"/>
                    <a:pt x="1273" y="256"/>
                    <a:pt x="1273" y="256"/>
                  </a:cubicBezTo>
                  <a:close/>
                  <a:moveTo>
                    <a:pt x="969" y="421"/>
                  </a:moveTo>
                  <a:cubicBezTo>
                    <a:pt x="967" y="424"/>
                    <a:pt x="970" y="422"/>
                    <a:pt x="969" y="425"/>
                  </a:cubicBezTo>
                  <a:cubicBezTo>
                    <a:pt x="967" y="429"/>
                    <a:pt x="970" y="429"/>
                    <a:pt x="970" y="430"/>
                  </a:cubicBezTo>
                  <a:cubicBezTo>
                    <a:pt x="969" y="430"/>
                    <a:pt x="972" y="430"/>
                    <a:pt x="973" y="435"/>
                  </a:cubicBezTo>
                  <a:cubicBezTo>
                    <a:pt x="975" y="438"/>
                    <a:pt x="970" y="441"/>
                    <a:pt x="972" y="444"/>
                  </a:cubicBezTo>
                  <a:cubicBezTo>
                    <a:pt x="973" y="449"/>
                    <a:pt x="972" y="461"/>
                    <a:pt x="970" y="464"/>
                  </a:cubicBezTo>
                  <a:cubicBezTo>
                    <a:pt x="969" y="468"/>
                    <a:pt x="975" y="468"/>
                    <a:pt x="972" y="477"/>
                  </a:cubicBezTo>
                  <a:cubicBezTo>
                    <a:pt x="969" y="481"/>
                    <a:pt x="973" y="485"/>
                    <a:pt x="972" y="488"/>
                  </a:cubicBezTo>
                  <a:cubicBezTo>
                    <a:pt x="969" y="491"/>
                    <a:pt x="970" y="492"/>
                    <a:pt x="970" y="496"/>
                  </a:cubicBezTo>
                  <a:cubicBezTo>
                    <a:pt x="972" y="500"/>
                    <a:pt x="973" y="499"/>
                    <a:pt x="973" y="494"/>
                  </a:cubicBezTo>
                  <a:cubicBezTo>
                    <a:pt x="975" y="489"/>
                    <a:pt x="977" y="488"/>
                    <a:pt x="978" y="489"/>
                  </a:cubicBezTo>
                  <a:cubicBezTo>
                    <a:pt x="978" y="491"/>
                    <a:pt x="979" y="489"/>
                    <a:pt x="981" y="491"/>
                  </a:cubicBezTo>
                  <a:cubicBezTo>
                    <a:pt x="983" y="491"/>
                    <a:pt x="983" y="497"/>
                    <a:pt x="983" y="496"/>
                  </a:cubicBezTo>
                  <a:cubicBezTo>
                    <a:pt x="986" y="491"/>
                    <a:pt x="984" y="492"/>
                    <a:pt x="984" y="489"/>
                  </a:cubicBezTo>
                  <a:cubicBezTo>
                    <a:pt x="984" y="486"/>
                    <a:pt x="984" y="488"/>
                    <a:pt x="981" y="488"/>
                  </a:cubicBezTo>
                  <a:cubicBezTo>
                    <a:pt x="979" y="486"/>
                    <a:pt x="979" y="483"/>
                    <a:pt x="978" y="480"/>
                  </a:cubicBezTo>
                  <a:cubicBezTo>
                    <a:pt x="973" y="477"/>
                    <a:pt x="977" y="468"/>
                    <a:pt x="978" y="464"/>
                  </a:cubicBezTo>
                  <a:cubicBezTo>
                    <a:pt x="981" y="463"/>
                    <a:pt x="978" y="460"/>
                    <a:pt x="981" y="458"/>
                  </a:cubicBezTo>
                  <a:cubicBezTo>
                    <a:pt x="984" y="458"/>
                    <a:pt x="987" y="458"/>
                    <a:pt x="990" y="461"/>
                  </a:cubicBezTo>
                  <a:cubicBezTo>
                    <a:pt x="992" y="464"/>
                    <a:pt x="993" y="468"/>
                    <a:pt x="993" y="464"/>
                  </a:cubicBezTo>
                  <a:cubicBezTo>
                    <a:pt x="993" y="463"/>
                    <a:pt x="990" y="460"/>
                    <a:pt x="989" y="457"/>
                  </a:cubicBezTo>
                  <a:cubicBezTo>
                    <a:pt x="989" y="452"/>
                    <a:pt x="986" y="446"/>
                    <a:pt x="984" y="441"/>
                  </a:cubicBezTo>
                  <a:cubicBezTo>
                    <a:pt x="984" y="436"/>
                    <a:pt x="983" y="435"/>
                    <a:pt x="983" y="432"/>
                  </a:cubicBezTo>
                  <a:cubicBezTo>
                    <a:pt x="983" y="429"/>
                    <a:pt x="981" y="433"/>
                    <a:pt x="981" y="430"/>
                  </a:cubicBezTo>
                  <a:cubicBezTo>
                    <a:pt x="983" y="425"/>
                    <a:pt x="981" y="430"/>
                    <a:pt x="981" y="427"/>
                  </a:cubicBezTo>
                  <a:cubicBezTo>
                    <a:pt x="979" y="422"/>
                    <a:pt x="984" y="422"/>
                    <a:pt x="983" y="413"/>
                  </a:cubicBezTo>
                  <a:cubicBezTo>
                    <a:pt x="981" y="407"/>
                    <a:pt x="979" y="410"/>
                    <a:pt x="981" y="408"/>
                  </a:cubicBezTo>
                  <a:cubicBezTo>
                    <a:pt x="981" y="407"/>
                    <a:pt x="979" y="408"/>
                    <a:pt x="979" y="407"/>
                  </a:cubicBezTo>
                  <a:cubicBezTo>
                    <a:pt x="979" y="404"/>
                    <a:pt x="978" y="404"/>
                    <a:pt x="979" y="402"/>
                  </a:cubicBezTo>
                  <a:cubicBezTo>
                    <a:pt x="981" y="401"/>
                    <a:pt x="979" y="399"/>
                    <a:pt x="978" y="398"/>
                  </a:cubicBezTo>
                  <a:cubicBezTo>
                    <a:pt x="977" y="394"/>
                    <a:pt x="978" y="398"/>
                    <a:pt x="975" y="398"/>
                  </a:cubicBezTo>
                  <a:cubicBezTo>
                    <a:pt x="972" y="399"/>
                    <a:pt x="978" y="401"/>
                    <a:pt x="977" y="404"/>
                  </a:cubicBezTo>
                  <a:cubicBezTo>
                    <a:pt x="977" y="407"/>
                    <a:pt x="975" y="405"/>
                    <a:pt x="975" y="407"/>
                  </a:cubicBezTo>
                  <a:cubicBezTo>
                    <a:pt x="975" y="408"/>
                    <a:pt x="978" y="407"/>
                    <a:pt x="975" y="408"/>
                  </a:cubicBezTo>
                  <a:cubicBezTo>
                    <a:pt x="973" y="412"/>
                    <a:pt x="975" y="407"/>
                    <a:pt x="972" y="408"/>
                  </a:cubicBezTo>
                  <a:cubicBezTo>
                    <a:pt x="970" y="408"/>
                    <a:pt x="969" y="408"/>
                    <a:pt x="970" y="412"/>
                  </a:cubicBezTo>
                  <a:cubicBezTo>
                    <a:pt x="970" y="413"/>
                    <a:pt x="970" y="416"/>
                    <a:pt x="969" y="421"/>
                  </a:cubicBezTo>
                  <a:close/>
                  <a:moveTo>
                    <a:pt x="1007" y="517"/>
                  </a:moveTo>
                  <a:cubicBezTo>
                    <a:pt x="1010" y="516"/>
                    <a:pt x="1004" y="514"/>
                    <a:pt x="1004" y="516"/>
                  </a:cubicBezTo>
                  <a:cubicBezTo>
                    <a:pt x="1002" y="519"/>
                    <a:pt x="998" y="520"/>
                    <a:pt x="999" y="523"/>
                  </a:cubicBezTo>
                  <a:cubicBezTo>
                    <a:pt x="1001" y="525"/>
                    <a:pt x="1001" y="519"/>
                    <a:pt x="1007" y="517"/>
                  </a:cubicBezTo>
                  <a:close/>
                  <a:moveTo>
                    <a:pt x="1015" y="511"/>
                  </a:moveTo>
                  <a:cubicBezTo>
                    <a:pt x="1018" y="508"/>
                    <a:pt x="1018" y="509"/>
                    <a:pt x="1021" y="506"/>
                  </a:cubicBezTo>
                  <a:cubicBezTo>
                    <a:pt x="1024" y="505"/>
                    <a:pt x="1028" y="506"/>
                    <a:pt x="1025" y="503"/>
                  </a:cubicBezTo>
                  <a:cubicBezTo>
                    <a:pt x="1024" y="502"/>
                    <a:pt x="1022" y="506"/>
                    <a:pt x="1019" y="505"/>
                  </a:cubicBezTo>
                  <a:cubicBezTo>
                    <a:pt x="1018" y="503"/>
                    <a:pt x="1021" y="506"/>
                    <a:pt x="1018" y="506"/>
                  </a:cubicBezTo>
                  <a:cubicBezTo>
                    <a:pt x="1015" y="508"/>
                    <a:pt x="1012" y="509"/>
                    <a:pt x="1010" y="514"/>
                  </a:cubicBezTo>
                  <a:cubicBezTo>
                    <a:pt x="1010" y="516"/>
                    <a:pt x="1013" y="516"/>
                    <a:pt x="1015" y="511"/>
                  </a:cubicBezTo>
                  <a:close/>
                  <a:moveTo>
                    <a:pt x="1031" y="500"/>
                  </a:moveTo>
                  <a:cubicBezTo>
                    <a:pt x="1033" y="497"/>
                    <a:pt x="1037" y="494"/>
                    <a:pt x="1039" y="494"/>
                  </a:cubicBezTo>
                  <a:cubicBezTo>
                    <a:pt x="1040" y="496"/>
                    <a:pt x="1030" y="505"/>
                    <a:pt x="1031" y="500"/>
                  </a:cubicBezTo>
                  <a:close/>
                  <a:moveTo>
                    <a:pt x="1071" y="461"/>
                  </a:moveTo>
                  <a:cubicBezTo>
                    <a:pt x="1071" y="460"/>
                    <a:pt x="1072" y="453"/>
                    <a:pt x="1074" y="455"/>
                  </a:cubicBezTo>
                  <a:cubicBezTo>
                    <a:pt x="1075" y="457"/>
                    <a:pt x="1071" y="461"/>
                    <a:pt x="1071" y="461"/>
                  </a:cubicBezTo>
                  <a:close/>
                  <a:moveTo>
                    <a:pt x="1066" y="464"/>
                  </a:moveTo>
                  <a:cubicBezTo>
                    <a:pt x="1068" y="464"/>
                    <a:pt x="1069" y="463"/>
                    <a:pt x="1069" y="463"/>
                  </a:cubicBezTo>
                  <a:cubicBezTo>
                    <a:pt x="1069" y="464"/>
                    <a:pt x="1066" y="466"/>
                    <a:pt x="1066" y="464"/>
                  </a:cubicBezTo>
                  <a:close/>
                  <a:moveTo>
                    <a:pt x="1060" y="477"/>
                  </a:moveTo>
                  <a:cubicBezTo>
                    <a:pt x="1059" y="477"/>
                    <a:pt x="1059" y="475"/>
                    <a:pt x="1060" y="475"/>
                  </a:cubicBezTo>
                  <a:cubicBezTo>
                    <a:pt x="1060" y="477"/>
                    <a:pt x="1060" y="478"/>
                    <a:pt x="1060" y="477"/>
                  </a:cubicBezTo>
                  <a:close/>
                  <a:moveTo>
                    <a:pt x="1054" y="481"/>
                  </a:moveTo>
                  <a:cubicBezTo>
                    <a:pt x="1054" y="481"/>
                    <a:pt x="1056" y="480"/>
                    <a:pt x="1056" y="481"/>
                  </a:cubicBezTo>
                  <a:cubicBezTo>
                    <a:pt x="1056" y="481"/>
                    <a:pt x="1056" y="483"/>
                    <a:pt x="1054" y="481"/>
                  </a:cubicBezTo>
                  <a:close/>
                  <a:moveTo>
                    <a:pt x="1082" y="447"/>
                  </a:moveTo>
                  <a:cubicBezTo>
                    <a:pt x="1085" y="447"/>
                    <a:pt x="1085" y="441"/>
                    <a:pt x="1083" y="441"/>
                  </a:cubicBezTo>
                  <a:cubicBezTo>
                    <a:pt x="1082" y="441"/>
                    <a:pt x="1082" y="444"/>
                    <a:pt x="1080" y="446"/>
                  </a:cubicBezTo>
                  <a:cubicBezTo>
                    <a:pt x="1077" y="446"/>
                    <a:pt x="1075" y="447"/>
                    <a:pt x="1077" y="449"/>
                  </a:cubicBezTo>
                  <a:cubicBezTo>
                    <a:pt x="1079" y="452"/>
                    <a:pt x="1079" y="449"/>
                    <a:pt x="1082" y="447"/>
                  </a:cubicBezTo>
                  <a:close/>
                  <a:moveTo>
                    <a:pt x="1085" y="443"/>
                  </a:moveTo>
                  <a:cubicBezTo>
                    <a:pt x="1083" y="441"/>
                    <a:pt x="1086" y="440"/>
                    <a:pt x="1088" y="440"/>
                  </a:cubicBezTo>
                  <a:cubicBezTo>
                    <a:pt x="1088" y="441"/>
                    <a:pt x="1086" y="443"/>
                    <a:pt x="1085" y="443"/>
                  </a:cubicBezTo>
                  <a:close/>
                  <a:moveTo>
                    <a:pt x="1162" y="385"/>
                  </a:moveTo>
                  <a:cubicBezTo>
                    <a:pt x="1165" y="384"/>
                    <a:pt x="1170" y="396"/>
                    <a:pt x="1167" y="393"/>
                  </a:cubicBezTo>
                  <a:cubicBezTo>
                    <a:pt x="1164" y="390"/>
                    <a:pt x="1161" y="387"/>
                    <a:pt x="1162" y="385"/>
                  </a:cubicBezTo>
                  <a:close/>
                  <a:moveTo>
                    <a:pt x="0" y="396"/>
                  </a:moveTo>
                  <a:cubicBezTo>
                    <a:pt x="11" y="398"/>
                    <a:pt x="20" y="399"/>
                    <a:pt x="26" y="398"/>
                  </a:cubicBezTo>
                  <a:cubicBezTo>
                    <a:pt x="25" y="393"/>
                    <a:pt x="28" y="391"/>
                    <a:pt x="25" y="390"/>
                  </a:cubicBezTo>
                  <a:cubicBezTo>
                    <a:pt x="22" y="387"/>
                    <a:pt x="25" y="391"/>
                    <a:pt x="14" y="387"/>
                  </a:cubicBezTo>
                  <a:cubicBezTo>
                    <a:pt x="14" y="388"/>
                    <a:pt x="13" y="387"/>
                    <a:pt x="14" y="388"/>
                  </a:cubicBezTo>
                  <a:cubicBezTo>
                    <a:pt x="14" y="391"/>
                    <a:pt x="11" y="391"/>
                    <a:pt x="10" y="391"/>
                  </a:cubicBezTo>
                  <a:cubicBezTo>
                    <a:pt x="8" y="390"/>
                    <a:pt x="11" y="388"/>
                    <a:pt x="11" y="387"/>
                  </a:cubicBezTo>
                  <a:cubicBezTo>
                    <a:pt x="13" y="385"/>
                    <a:pt x="11" y="385"/>
                    <a:pt x="10" y="388"/>
                  </a:cubicBezTo>
                  <a:cubicBezTo>
                    <a:pt x="7" y="391"/>
                    <a:pt x="8" y="390"/>
                    <a:pt x="5" y="390"/>
                  </a:cubicBezTo>
                  <a:cubicBezTo>
                    <a:pt x="2" y="390"/>
                    <a:pt x="5" y="393"/>
                    <a:pt x="0" y="396"/>
                  </a:cubicBezTo>
                  <a:close/>
                  <a:moveTo>
                    <a:pt x="1142" y="342"/>
                  </a:moveTo>
                  <a:cubicBezTo>
                    <a:pt x="1147" y="337"/>
                    <a:pt x="1152" y="334"/>
                    <a:pt x="1152" y="337"/>
                  </a:cubicBezTo>
                  <a:cubicBezTo>
                    <a:pt x="1152" y="340"/>
                    <a:pt x="1141" y="345"/>
                    <a:pt x="1142" y="342"/>
                  </a:cubicBezTo>
                  <a:close/>
                  <a:moveTo>
                    <a:pt x="937" y="393"/>
                  </a:moveTo>
                  <a:cubicBezTo>
                    <a:pt x="934" y="390"/>
                    <a:pt x="935" y="387"/>
                    <a:pt x="938" y="388"/>
                  </a:cubicBezTo>
                  <a:cubicBezTo>
                    <a:pt x="943" y="388"/>
                    <a:pt x="940" y="394"/>
                    <a:pt x="937" y="393"/>
                  </a:cubicBezTo>
                  <a:close/>
                  <a:moveTo>
                    <a:pt x="1274" y="175"/>
                  </a:moveTo>
                  <a:cubicBezTo>
                    <a:pt x="1274" y="175"/>
                    <a:pt x="1274" y="175"/>
                    <a:pt x="1274" y="175"/>
                  </a:cubicBezTo>
                  <a:cubicBezTo>
                    <a:pt x="1278" y="175"/>
                    <a:pt x="1284" y="174"/>
                    <a:pt x="1289" y="172"/>
                  </a:cubicBezTo>
                  <a:cubicBezTo>
                    <a:pt x="1301" y="171"/>
                    <a:pt x="1287" y="163"/>
                    <a:pt x="1278" y="164"/>
                  </a:cubicBezTo>
                  <a:cubicBezTo>
                    <a:pt x="1277" y="164"/>
                    <a:pt x="1275" y="164"/>
                    <a:pt x="1274" y="164"/>
                  </a:cubicBezTo>
                  <a:cubicBezTo>
                    <a:pt x="1273" y="164"/>
                    <a:pt x="1273" y="164"/>
                    <a:pt x="1273" y="164"/>
                  </a:cubicBezTo>
                  <a:cubicBezTo>
                    <a:pt x="1267" y="166"/>
                    <a:pt x="1263" y="171"/>
                    <a:pt x="1261" y="174"/>
                  </a:cubicBezTo>
                  <a:cubicBezTo>
                    <a:pt x="1261" y="177"/>
                    <a:pt x="1267" y="177"/>
                    <a:pt x="1273" y="175"/>
                  </a:cubicBezTo>
                  <a:lnTo>
                    <a:pt x="1274" y="175"/>
                  </a:lnTo>
                  <a:close/>
                  <a:moveTo>
                    <a:pt x="1188" y="192"/>
                  </a:moveTo>
                  <a:cubicBezTo>
                    <a:pt x="1185" y="196"/>
                    <a:pt x="1174" y="191"/>
                    <a:pt x="1176" y="189"/>
                  </a:cubicBezTo>
                  <a:cubicBezTo>
                    <a:pt x="1179" y="188"/>
                    <a:pt x="1191" y="189"/>
                    <a:pt x="1188" y="192"/>
                  </a:cubicBezTo>
                  <a:close/>
                  <a:moveTo>
                    <a:pt x="978" y="132"/>
                  </a:moveTo>
                  <a:cubicBezTo>
                    <a:pt x="969" y="127"/>
                    <a:pt x="964" y="132"/>
                    <a:pt x="957" y="136"/>
                  </a:cubicBezTo>
                  <a:cubicBezTo>
                    <a:pt x="951" y="141"/>
                    <a:pt x="958" y="136"/>
                    <a:pt x="970" y="139"/>
                  </a:cubicBezTo>
                  <a:cubicBezTo>
                    <a:pt x="990" y="143"/>
                    <a:pt x="987" y="136"/>
                    <a:pt x="978" y="132"/>
                  </a:cubicBezTo>
                  <a:close/>
                  <a:moveTo>
                    <a:pt x="1034" y="116"/>
                  </a:moveTo>
                  <a:cubicBezTo>
                    <a:pt x="1042" y="116"/>
                    <a:pt x="1044" y="110"/>
                    <a:pt x="1039" y="112"/>
                  </a:cubicBezTo>
                  <a:cubicBezTo>
                    <a:pt x="1036" y="112"/>
                    <a:pt x="1036" y="105"/>
                    <a:pt x="1028" y="109"/>
                  </a:cubicBezTo>
                  <a:cubicBezTo>
                    <a:pt x="1021" y="112"/>
                    <a:pt x="1030" y="105"/>
                    <a:pt x="1018" y="107"/>
                  </a:cubicBezTo>
                  <a:cubicBezTo>
                    <a:pt x="1005" y="109"/>
                    <a:pt x="1009" y="102"/>
                    <a:pt x="1007" y="105"/>
                  </a:cubicBezTo>
                  <a:cubicBezTo>
                    <a:pt x="1004" y="107"/>
                    <a:pt x="999" y="112"/>
                    <a:pt x="1016" y="115"/>
                  </a:cubicBezTo>
                  <a:cubicBezTo>
                    <a:pt x="1025" y="118"/>
                    <a:pt x="1027" y="116"/>
                    <a:pt x="1034" y="116"/>
                  </a:cubicBezTo>
                  <a:close/>
                  <a:moveTo>
                    <a:pt x="996" y="105"/>
                  </a:moveTo>
                  <a:cubicBezTo>
                    <a:pt x="1002" y="105"/>
                    <a:pt x="989" y="99"/>
                    <a:pt x="981" y="101"/>
                  </a:cubicBezTo>
                  <a:cubicBezTo>
                    <a:pt x="975" y="102"/>
                    <a:pt x="970" y="93"/>
                    <a:pt x="964" y="96"/>
                  </a:cubicBezTo>
                  <a:cubicBezTo>
                    <a:pt x="958" y="99"/>
                    <a:pt x="966" y="102"/>
                    <a:pt x="963" y="104"/>
                  </a:cubicBezTo>
                  <a:cubicBezTo>
                    <a:pt x="960" y="104"/>
                    <a:pt x="952" y="98"/>
                    <a:pt x="947" y="94"/>
                  </a:cubicBezTo>
                  <a:cubicBezTo>
                    <a:pt x="943" y="93"/>
                    <a:pt x="941" y="94"/>
                    <a:pt x="935" y="99"/>
                  </a:cubicBezTo>
                  <a:cubicBezTo>
                    <a:pt x="929" y="102"/>
                    <a:pt x="937" y="105"/>
                    <a:pt x="934" y="107"/>
                  </a:cubicBezTo>
                  <a:cubicBezTo>
                    <a:pt x="929" y="109"/>
                    <a:pt x="935" y="113"/>
                    <a:pt x="946" y="118"/>
                  </a:cubicBezTo>
                  <a:cubicBezTo>
                    <a:pt x="955" y="121"/>
                    <a:pt x="949" y="113"/>
                    <a:pt x="957" y="115"/>
                  </a:cubicBezTo>
                  <a:cubicBezTo>
                    <a:pt x="964" y="118"/>
                    <a:pt x="967" y="110"/>
                    <a:pt x="972" y="115"/>
                  </a:cubicBezTo>
                  <a:cubicBezTo>
                    <a:pt x="977" y="118"/>
                    <a:pt x="983" y="113"/>
                    <a:pt x="992" y="112"/>
                  </a:cubicBezTo>
                  <a:cubicBezTo>
                    <a:pt x="999" y="109"/>
                    <a:pt x="989" y="105"/>
                    <a:pt x="996" y="105"/>
                  </a:cubicBezTo>
                  <a:close/>
                  <a:moveTo>
                    <a:pt x="923" y="107"/>
                  </a:moveTo>
                  <a:cubicBezTo>
                    <a:pt x="917" y="110"/>
                    <a:pt x="920" y="98"/>
                    <a:pt x="923" y="101"/>
                  </a:cubicBezTo>
                  <a:cubicBezTo>
                    <a:pt x="926" y="104"/>
                    <a:pt x="926" y="105"/>
                    <a:pt x="923" y="107"/>
                  </a:cubicBezTo>
                  <a:close/>
                  <a:moveTo>
                    <a:pt x="850" y="150"/>
                  </a:moveTo>
                  <a:cubicBezTo>
                    <a:pt x="853" y="150"/>
                    <a:pt x="852" y="150"/>
                    <a:pt x="858" y="152"/>
                  </a:cubicBezTo>
                  <a:cubicBezTo>
                    <a:pt x="865" y="155"/>
                    <a:pt x="870" y="160"/>
                    <a:pt x="873" y="155"/>
                  </a:cubicBezTo>
                  <a:cubicBezTo>
                    <a:pt x="874" y="150"/>
                    <a:pt x="862" y="150"/>
                    <a:pt x="870" y="149"/>
                  </a:cubicBezTo>
                  <a:cubicBezTo>
                    <a:pt x="876" y="147"/>
                    <a:pt x="861" y="146"/>
                    <a:pt x="868" y="144"/>
                  </a:cubicBezTo>
                  <a:cubicBezTo>
                    <a:pt x="876" y="143"/>
                    <a:pt x="864" y="138"/>
                    <a:pt x="858" y="136"/>
                  </a:cubicBezTo>
                  <a:cubicBezTo>
                    <a:pt x="852" y="133"/>
                    <a:pt x="850" y="143"/>
                    <a:pt x="849" y="138"/>
                  </a:cubicBezTo>
                  <a:cubicBezTo>
                    <a:pt x="847" y="133"/>
                    <a:pt x="842" y="136"/>
                    <a:pt x="836" y="133"/>
                  </a:cubicBezTo>
                  <a:cubicBezTo>
                    <a:pt x="830" y="130"/>
                    <a:pt x="820" y="135"/>
                    <a:pt x="824" y="138"/>
                  </a:cubicBezTo>
                  <a:cubicBezTo>
                    <a:pt x="829" y="143"/>
                    <a:pt x="815" y="144"/>
                    <a:pt x="824" y="146"/>
                  </a:cubicBezTo>
                  <a:cubicBezTo>
                    <a:pt x="832" y="147"/>
                    <a:pt x="835" y="147"/>
                    <a:pt x="845" y="154"/>
                  </a:cubicBezTo>
                  <a:cubicBezTo>
                    <a:pt x="852" y="155"/>
                    <a:pt x="845" y="150"/>
                    <a:pt x="850" y="150"/>
                  </a:cubicBezTo>
                  <a:close/>
                  <a:moveTo>
                    <a:pt x="739" y="121"/>
                  </a:moveTo>
                  <a:cubicBezTo>
                    <a:pt x="731" y="119"/>
                    <a:pt x="727" y="122"/>
                    <a:pt x="734" y="126"/>
                  </a:cubicBezTo>
                  <a:cubicBezTo>
                    <a:pt x="743" y="130"/>
                    <a:pt x="748" y="121"/>
                    <a:pt x="739" y="121"/>
                  </a:cubicBezTo>
                  <a:close/>
                  <a:moveTo>
                    <a:pt x="640" y="65"/>
                  </a:moveTo>
                  <a:cubicBezTo>
                    <a:pt x="648" y="63"/>
                    <a:pt x="654" y="62"/>
                    <a:pt x="667" y="62"/>
                  </a:cubicBezTo>
                  <a:cubicBezTo>
                    <a:pt x="683" y="60"/>
                    <a:pt x="684" y="57"/>
                    <a:pt x="676" y="53"/>
                  </a:cubicBezTo>
                  <a:cubicBezTo>
                    <a:pt x="669" y="46"/>
                    <a:pt x="670" y="45"/>
                    <a:pt x="660" y="51"/>
                  </a:cubicBezTo>
                  <a:cubicBezTo>
                    <a:pt x="651" y="59"/>
                    <a:pt x="667" y="45"/>
                    <a:pt x="663" y="43"/>
                  </a:cubicBezTo>
                  <a:cubicBezTo>
                    <a:pt x="658" y="42"/>
                    <a:pt x="652" y="39"/>
                    <a:pt x="648" y="48"/>
                  </a:cubicBezTo>
                  <a:cubicBezTo>
                    <a:pt x="641" y="57"/>
                    <a:pt x="641" y="49"/>
                    <a:pt x="635" y="63"/>
                  </a:cubicBezTo>
                  <a:cubicBezTo>
                    <a:pt x="632" y="66"/>
                    <a:pt x="634" y="68"/>
                    <a:pt x="640" y="65"/>
                  </a:cubicBezTo>
                  <a:close/>
                  <a:moveTo>
                    <a:pt x="617" y="51"/>
                  </a:moveTo>
                  <a:cubicBezTo>
                    <a:pt x="628" y="56"/>
                    <a:pt x="641" y="51"/>
                    <a:pt x="637" y="48"/>
                  </a:cubicBezTo>
                  <a:cubicBezTo>
                    <a:pt x="632" y="45"/>
                    <a:pt x="643" y="37"/>
                    <a:pt x="638" y="35"/>
                  </a:cubicBezTo>
                  <a:cubicBezTo>
                    <a:pt x="632" y="32"/>
                    <a:pt x="635" y="29"/>
                    <a:pt x="626" y="34"/>
                  </a:cubicBezTo>
                  <a:cubicBezTo>
                    <a:pt x="616" y="37"/>
                    <a:pt x="625" y="31"/>
                    <a:pt x="620" y="31"/>
                  </a:cubicBezTo>
                  <a:cubicBezTo>
                    <a:pt x="616" y="31"/>
                    <a:pt x="603" y="29"/>
                    <a:pt x="597" y="32"/>
                  </a:cubicBezTo>
                  <a:cubicBezTo>
                    <a:pt x="591" y="37"/>
                    <a:pt x="579" y="42"/>
                    <a:pt x="588" y="42"/>
                  </a:cubicBezTo>
                  <a:cubicBezTo>
                    <a:pt x="599" y="42"/>
                    <a:pt x="591" y="45"/>
                    <a:pt x="597" y="48"/>
                  </a:cubicBezTo>
                  <a:cubicBezTo>
                    <a:pt x="600" y="49"/>
                    <a:pt x="605" y="48"/>
                    <a:pt x="617" y="51"/>
                  </a:cubicBezTo>
                  <a:close/>
                  <a:moveTo>
                    <a:pt x="576" y="31"/>
                  </a:moveTo>
                  <a:cubicBezTo>
                    <a:pt x="567" y="31"/>
                    <a:pt x="565" y="34"/>
                    <a:pt x="571" y="35"/>
                  </a:cubicBezTo>
                  <a:cubicBezTo>
                    <a:pt x="578" y="37"/>
                    <a:pt x="574" y="40"/>
                    <a:pt x="581" y="39"/>
                  </a:cubicBezTo>
                  <a:cubicBezTo>
                    <a:pt x="599" y="34"/>
                    <a:pt x="584" y="32"/>
                    <a:pt x="576" y="31"/>
                  </a:cubicBezTo>
                  <a:close/>
                  <a:moveTo>
                    <a:pt x="600" y="29"/>
                  </a:moveTo>
                  <a:cubicBezTo>
                    <a:pt x="614" y="28"/>
                    <a:pt x="620" y="31"/>
                    <a:pt x="616" y="25"/>
                  </a:cubicBezTo>
                  <a:cubicBezTo>
                    <a:pt x="613" y="20"/>
                    <a:pt x="623" y="23"/>
                    <a:pt x="622" y="20"/>
                  </a:cubicBezTo>
                  <a:cubicBezTo>
                    <a:pt x="620" y="17"/>
                    <a:pt x="616" y="20"/>
                    <a:pt x="611" y="15"/>
                  </a:cubicBezTo>
                  <a:cubicBezTo>
                    <a:pt x="605" y="11"/>
                    <a:pt x="603" y="9"/>
                    <a:pt x="597" y="12"/>
                  </a:cubicBezTo>
                  <a:cubicBezTo>
                    <a:pt x="593" y="15"/>
                    <a:pt x="590" y="12"/>
                    <a:pt x="582" y="17"/>
                  </a:cubicBezTo>
                  <a:cubicBezTo>
                    <a:pt x="574" y="21"/>
                    <a:pt x="587" y="18"/>
                    <a:pt x="582" y="21"/>
                  </a:cubicBezTo>
                  <a:cubicBezTo>
                    <a:pt x="576" y="26"/>
                    <a:pt x="567" y="28"/>
                    <a:pt x="573" y="28"/>
                  </a:cubicBezTo>
                  <a:cubicBezTo>
                    <a:pt x="581" y="29"/>
                    <a:pt x="579" y="31"/>
                    <a:pt x="588" y="32"/>
                  </a:cubicBezTo>
                  <a:cubicBezTo>
                    <a:pt x="599" y="32"/>
                    <a:pt x="588" y="29"/>
                    <a:pt x="600" y="29"/>
                  </a:cubicBezTo>
                  <a:close/>
                  <a:moveTo>
                    <a:pt x="561" y="12"/>
                  </a:moveTo>
                  <a:cubicBezTo>
                    <a:pt x="561" y="11"/>
                    <a:pt x="571" y="12"/>
                    <a:pt x="571" y="14"/>
                  </a:cubicBezTo>
                  <a:cubicBezTo>
                    <a:pt x="571" y="15"/>
                    <a:pt x="559" y="15"/>
                    <a:pt x="561" y="12"/>
                  </a:cubicBezTo>
                  <a:close/>
                  <a:moveTo>
                    <a:pt x="600" y="82"/>
                  </a:moveTo>
                  <a:cubicBezTo>
                    <a:pt x="599" y="81"/>
                    <a:pt x="610" y="77"/>
                    <a:pt x="611" y="79"/>
                  </a:cubicBezTo>
                  <a:cubicBezTo>
                    <a:pt x="613" y="81"/>
                    <a:pt x="605" y="84"/>
                    <a:pt x="600" y="82"/>
                  </a:cubicBezTo>
                  <a:close/>
                </a:path>
              </a:pathLst>
            </a:custGeom>
            <a:solidFill>
              <a:schemeClr val="accent1">
                <a:lumMod val="20000"/>
                <a:lumOff val="80000"/>
              </a:schemeClr>
            </a:solid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8" name="Freeform 283">
              <a:extLst>
                <a:ext uri="{FF2B5EF4-FFF2-40B4-BE49-F238E27FC236}">
                  <a16:creationId xmlns:a16="http://schemas.microsoft.com/office/drawing/2014/main" id="{1D36A65A-5F03-F1F1-3A19-3A53773B41DE}"/>
                </a:ext>
              </a:extLst>
            </p:cNvPr>
            <p:cNvSpPr>
              <a:spLocks/>
            </p:cNvSpPr>
            <p:nvPr/>
          </p:nvSpPr>
          <p:spPr bwMode="auto">
            <a:xfrm>
              <a:off x="2164896" y="3222360"/>
              <a:ext cx="20667" cy="6359"/>
            </a:xfrm>
            <a:custGeom>
              <a:avLst/>
              <a:gdLst/>
              <a:ahLst/>
              <a:cxnLst>
                <a:cxn ang="0">
                  <a:pos x="6" y="2"/>
                </a:cxn>
                <a:cxn ang="0">
                  <a:pos x="3" y="2"/>
                </a:cxn>
                <a:cxn ang="0">
                  <a:pos x="1" y="2"/>
                </a:cxn>
                <a:cxn ang="0">
                  <a:pos x="6" y="2"/>
                </a:cxn>
              </a:cxnLst>
              <a:rect l="0" t="0" r="r" b="b"/>
              <a:pathLst>
                <a:path w="7" h="2">
                  <a:moveTo>
                    <a:pt x="6" y="2"/>
                  </a:moveTo>
                  <a:cubicBezTo>
                    <a:pt x="7" y="2"/>
                    <a:pt x="4" y="2"/>
                    <a:pt x="3" y="2"/>
                  </a:cubicBezTo>
                  <a:cubicBezTo>
                    <a:pt x="0" y="2"/>
                    <a:pt x="0" y="2"/>
                    <a:pt x="1" y="2"/>
                  </a:cubicBezTo>
                  <a:cubicBezTo>
                    <a:pt x="3" y="0"/>
                    <a:pt x="4" y="2"/>
                    <a:pt x="6"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89" name="Freeform 284">
              <a:extLst>
                <a:ext uri="{FF2B5EF4-FFF2-40B4-BE49-F238E27FC236}">
                  <a16:creationId xmlns:a16="http://schemas.microsoft.com/office/drawing/2014/main" id="{CB547ACD-6F83-35B0-F2FC-909FB729A19A}"/>
                </a:ext>
              </a:extLst>
            </p:cNvPr>
            <p:cNvSpPr>
              <a:spLocks/>
            </p:cNvSpPr>
            <p:nvPr/>
          </p:nvSpPr>
          <p:spPr bwMode="auto">
            <a:xfrm>
              <a:off x="2164896" y="3219179"/>
              <a:ext cx="17488" cy="3179"/>
            </a:xfrm>
            <a:custGeom>
              <a:avLst/>
              <a:gdLst/>
              <a:ahLst/>
              <a:cxnLst>
                <a:cxn ang="0">
                  <a:pos x="1" y="1"/>
                </a:cxn>
                <a:cxn ang="0">
                  <a:pos x="4" y="1"/>
                </a:cxn>
                <a:cxn ang="0">
                  <a:pos x="1" y="1"/>
                </a:cxn>
              </a:cxnLst>
              <a:rect l="0" t="0" r="r" b="b"/>
              <a:pathLst>
                <a:path w="6" h="1">
                  <a:moveTo>
                    <a:pt x="1" y="1"/>
                  </a:moveTo>
                  <a:cubicBezTo>
                    <a:pt x="0" y="0"/>
                    <a:pt x="6" y="1"/>
                    <a:pt x="4" y="1"/>
                  </a:cubicBezTo>
                  <a:cubicBezTo>
                    <a:pt x="3" y="1"/>
                    <a:pt x="1" y="1"/>
                    <a:pt x="1"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90" name="Freeform 285">
              <a:extLst>
                <a:ext uri="{FF2B5EF4-FFF2-40B4-BE49-F238E27FC236}">
                  <a16:creationId xmlns:a16="http://schemas.microsoft.com/office/drawing/2014/main" id="{F015C18A-6A7F-81C6-4F85-BD3884C8756E}"/>
                </a:ext>
              </a:extLst>
            </p:cNvPr>
            <p:cNvSpPr>
              <a:spLocks/>
            </p:cNvSpPr>
            <p:nvPr/>
          </p:nvSpPr>
          <p:spPr bwMode="auto">
            <a:xfrm>
              <a:off x="2168076" y="3235077"/>
              <a:ext cx="14307" cy="3179"/>
            </a:xfrm>
            <a:custGeom>
              <a:avLst/>
              <a:gdLst/>
              <a:ahLst/>
              <a:cxnLst>
                <a:cxn ang="0">
                  <a:pos x="2" y="1"/>
                </a:cxn>
                <a:cxn ang="0">
                  <a:pos x="5" y="1"/>
                </a:cxn>
                <a:cxn ang="0">
                  <a:pos x="3" y="1"/>
                </a:cxn>
                <a:cxn ang="0">
                  <a:pos x="2" y="1"/>
                </a:cxn>
              </a:cxnLst>
              <a:rect l="0" t="0" r="r" b="b"/>
              <a:pathLst>
                <a:path w="5" h="1">
                  <a:moveTo>
                    <a:pt x="2" y="1"/>
                  </a:moveTo>
                  <a:cubicBezTo>
                    <a:pt x="0" y="0"/>
                    <a:pt x="5" y="0"/>
                    <a:pt x="5" y="1"/>
                  </a:cubicBezTo>
                  <a:cubicBezTo>
                    <a:pt x="5" y="1"/>
                    <a:pt x="5" y="1"/>
                    <a:pt x="3" y="1"/>
                  </a:cubicBezTo>
                  <a:cubicBezTo>
                    <a:pt x="2" y="1"/>
                    <a:pt x="2" y="1"/>
                    <a:pt x="2"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91" name="Freeform 164">
              <a:extLst>
                <a:ext uri="{FF2B5EF4-FFF2-40B4-BE49-F238E27FC236}">
                  <a16:creationId xmlns:a16="http://schemas.microsoft.com/office/drawing/2014/main" id="{1F51D432-D097-D1D7-08BF-E34E0A6BEAAA}"/>
                </a:ext>
              </a:extLst>
            </p:cNvPr>
            <p:cNvSpPr>
              <a:spLocks/>
            </p:cNvSpPr>
            <p:nvPr/>
          </p:nvSpPr>
          <p:spPr bwMode="auto">
            <a:xfrm>
              <a:off x="2274591" y="2739077"/>
              <a:ext cx="146259" cy="108103"/>
            </a:xfrm>
            <a:custGeom>
              <a:avLst/>
              <a:gdLst/>
              <a:ahLst/>
              <a:cxnLst>
                <a:cxn ang="0">
                  <a:pos x="46" y="10"/>
                </a:cxn>
                <a:cxn ang="0">
                  <a:pos x="46" y="16"/>
                </a:cxn>
                <a:cxn ang="0">
                  <a:pos x="38" y="22"/>
                </a:cxn>
                <a:cxn ang="0">
                  <a:pos x="38" y="29"/>
                </a:cxn>
                <a:cxn ang="0">
                  <a:pos x="32" y="30"/>
                </a:cxn>
                <a:cxn ang="0">
                  <a:pos x="21" y="32"/>
                </a:cxn>
                <a:cxn ang="0">
                  <a:pos x="15" y="27"/>
                </a:cxn>
                <a:cxn ang="0">
                  <a:pos x="13" y="19"/>
                </a:cxn>
                <a:cxn ang="0">
                  <a:pos x="3" y="16"/>
                </a:cxn>
                <a:cxn ang="0">
                  <a:pos x="1" y="10"/>
                </a:cxn>
                <a:cxn ang="0">
                  <a:pos x="0" y="5"/>
                </a:cxn>
                <a:cxn ang="0">
                  <a:pos x="15" y="2"/>
                </a:cxn>
                <a:cxn ang="0">
                  <a:pos x="26" y="2"/>
                </a:cxn>
                <a:cxn ang="0">
                  <a:pos x="32" y="0"/>
                </a:cxn>
                <a:cxn ang="0">
                  <a:pos x="35" y="3"/>
                </a:cxn>
                <a:cxn ang="0">
                  <a:pos x="46" y="10"/>
                </a:cxn>
              </a:cxnLst>
              <a:rect l="0" t="0" r="r" b="b"/>
              <a:pathLst>
                <a:path w="47" h="35">
                  <a:moveTo>
                    <a:pt x="46" y="10"/>
                  </a:moveTo>
                  <a:cubicBezTo>
                    <a:pt x="42" y="18"/>
                    <a:pt x="47" y="13"/>
                    <a:pt x="46" y="16"/>
                  </a:cubicBezTo>
                  <a:cubicBezTo>
                    <a:pt x="44" y="19"/>
                    <a:pt x="42" y="16"/>
                    <a:pt x="38" y="22"/>
                  </a:cubicBezTo>
                  <a:cubicBezTo>
                    <a:pt x="35" y="27"/>
                    <a:pt x="41" y="27"/>
                    <a:pt x="38" y="29"/>
                  </a:cubicBezTo>
                  <a:cubicBezTo>
                    <a:pt x="36" y="32"/>
                    <a:pt x="38" y="24"/>
                    <a:pt x="32" y="30"/>
                  </a:cubicBezTo>
                  <a:cubicBezTo>
                    <a:pt x="27" y="35"/>
                    <a:pt x="26" y="30"/>
                    <a:pt x="21" y="32"/>
                  </a:cubicBezTo>
                  <a:cubicBezTo>
                    <a:pt x="21" y="29"/>
                    <a:pt x="16" y="25"/>
                    <a:pt x="15" y="27"/>
                  </a:cubicBezTo>
                  <a:cubicBezTo>
                    <a:pt x="13" y="22"/>
                    <a:pt x="16" y="21"/>
                    <a:pt x="13" y="19"/>
                  </a:cubicBezTo>
                  <a:cubicBezTo>
                    <a:pt x="10" y="16"/>
                    <a:pt x="13" y="21"/>
                    <a:pt x="3" y="16"/>
                  </a:cubicBezTo>
                  <a:cubicBezTo>
                    <a:pt x="3" y="14"/>
                    <a:pt x="3" y="11"/>
                    <a:pt x="1" y="10"/>
                  </a:cubicBezTo>
                  <a:cubicBezTo>
                    <a:pt x="0" y="8"/>
                    <a:pt x="0" y="8"/>
                    <a:pt x="0" y="5"/>
                  </a:cubicBezTo>
                  <a:cubicBezTo>
                    <a:pt x="7" y="0"/>
                    <a:pt x="9" y="0"/>
                    <a:pt x="15" y="2"/>
                  </a:cubicBezTo>
                  <a:cubicBezTo>
                    <a:pt x="21" y="2"/>
                    <a:pt x="23" y="0"/>
                    <a:pt x="26" y="2"/>
                  </a:cubicBezTo>
                  <a:cubicBezTo>
                    <a:pt x="30" y="3"/>
                    <a:pt x="30" y="0"/>
                    <a:pt x="32" y="0"/>
                  </a:cubicBezTo>
                  <a:cubicBezTo>
                    <a:pt x="33" y="2"/>
                    <a:pt x="30" y="3"/>
                    <a:pt x="35" y="3"/>
                  </a:cubicBezTo>
                  <a:cubicBezTo>
                    <a:pt x="39" y="3"/>
                    <a:pt x="41" y="8"/>
                    <a:pt x="46" y="1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92" name="Freeform 162">
              <a:extLst>
                <a:ext uri="{FF2B5EF4-FFF2-40B4-BE49-F238E27FC236}">
                  <a16:creationId xmlns:a16="http://schemas.microsoft.com/office/drawing/2014/main" id="{DF29FE01-7CDC-8322-3CF3-F8C711E5E711}"/>
                </a:ext>
              </a:extLst>
            </p:cNvPr>
            <p:cNvSpPr>
              <a:spLocks/>
            </p:cNvSpPr>
            <p:nvPr/>
          </p:nvSpPr>
          <p:spPr bwMode="auto">
            <a:xfrm>
              <a:off x="2336591" y="2611899"/>
              <a:ext cx="124003" cy="89026"/>
            </a:xfrm>
            <a:custGeom>
              <a:avLst/>
              <a:gdLst/>
              <a:ahLst/>
              <a:cxnLst>
                <a:cxn ang="0">
                  <a:pos x="7" y="18"/>
                </a:cxn>
                <a:cxn ang="0">
                  <a:pos x="1" y="15"/>
                </a:cxn>
                <a:cxn ang="0">
                  <a:pos x="1" y="9"/>
                </a:cxn>
                <a:cxn ang="0">
                  <a:pos x="4" y="4"/>
                </a:cxn>
                <a:cxn ang="0">
                  <a:pos x="13" y="3"/>
                </a:cxn>
                <a:cxn ang="0">
                  <a:pos x="18" y="1"/>
                </a:cxn>
                <a:cxn ang="0">
                  <a:pos x="27" y="3"/>
                </a:cxn>
                <a:cxn ang="0">
                  <a:pos x="36" y="3"/>
                </a:cxn>
                <a:cxn ang="0">
                  <a:pos x="35" y="8"/>
                </a:cxn>
                <a:cxn ang="0">
                  <a:pos x="32" y="15"/>
                </a:cxn>
                <a:cxn ang="0">
                  <a:pos x="33" y="22"/>
                </a:cxn>
                <a:cxn ang="0">
                  <a:pos x="32" y="28"/>
                </a:cxn>
                <a:cxn ang="0">
                  <a:pos x="26" y="28"/>
                </a:cxn>
                <a:cxn ang="0">
                  <a:pos x="20" y="25"/>
                </a:cxn>
                <a:cxn ang="0">
                  <a:pos x="15" y="22"/>
                </a:cxn>
                <a:cxn ang="0">
                  <a:pos x="7" y="25"/>
                </a:cxn>
                <a:cxn ang="0">
                  <a:pos x="7" y="18"/>
                </a:cxn>
              </a:cxnLst>
              <a:rect l="0" t="0" r="r" b="b"/>
              <a:pathLst>
                <a:path w="40" h="29">
                  <a:moveTo>
                    <a:pt x="7" y="18"/>
                  </a:moveTo>
                  <a:cubicBezTo>
                    <a:pt x="3" y="20"/>
                    <a:pt x="3" y="17"/>
                    <a:pt x="1" y="15"/>
                  </a:cubicBezTo>
                  <a:cubicBezTo>
                    <a:pt x="0" y="12"/>
                    <a:pt x="0" y="12"/>
                    <a:pt x="1" y="9"/>
                  </a:cubicBezTo>
                  <a:cubicBezTo>
                    <a:pt x="1" y="6"/>
                    <a:pt x="4" y="8"/>
                    <a:pt x="4" y="4"/>
                  </a:cubicBezTo>
                  <a:cubicBezTo>
                    <a:pt x="6" y="3"/>
                    <a:pt x="10" y="3"/>
                    <a:pt x="13" y="3"/>
                  </a:cubicBezTo>
                  <a:cubicBezTo>
                    <a:pt x="18" y="3"/>
                    <a:pt x="13" y="0"/>
                    <a:pt x="18" y="1"/>
                  </a:cubicBezTo>
                  <a:cubicBezTo>
                    <a:pt x="23" y="3"/>
                    <a:pt x="26" y="1"/>
                    <a:pt x="27" y="3"/>
                  </a:cubicBezTo>
                  <a:cubicBezTo>
                    <a:pt x="30" y="4"/>
                    <a:pt x="33" y="4"/>
                    <a:pt x="36" y="3"/>
                  </a:cubicBezTo>
                  <a:cubicBezTo>
                    <a:pt x="40" y="6"/>
                    <a:pt x="35" y="4"/>
                    <a:pt x="35" y="8"/>
                  </a:cubicBezTo>
                  <a:cubicBezTo>
                    <a:pt x="35" y="12"/>
                    <a:pt x="30" y="9"/>
                    <a:pt x="32" y="15"/>
                  </a:cubicBezTo>
                  <a:cubicBezTo>
                    <a:pt x="35" y="20"/>
                    <a:pt x="30" y="17"/>
                    <a:pt x="33" y="22"/>
                  </a:cubicBezTo>
                  <a:cubicBezTo>
                    <a:pt x="36" y="26"/>
                    <a:pt x="33" y="23"/>
                    <a:pt x="32" y="28"/>
                  </a:cubicBezTo>
                  <a:cubicBezTo>
                    <a:pt x="29" y="29"/>
                    <a:pt x="30" y="26"/>
                    <a:pt x="26" y="28"/>
                  </a:cubicBezTo>
                  <a:cubicBezTo>
                    <a:pt x="23" y="29"/>
                    <a:pt x="21" y="25"/>
                    <a:pt x="20" y="25"/>
                  </a:cubicBezTo>
                  <a:cubicBezTo>
                    <a:pt x="18" y="25"/>
                    <a:pt x="17" y="22"/>
                    <a:pt x="15" y="22"/>
                  </a:cubicBezTo>
                  <a:cubicBezTo>
                    <a:pt x="12" y="20"/>
                    <a:pt x="12" y="23"/>
                    <a:pt x="7" y="25"/>
                  </a:cubicBezTo>
                  <a:cubicBezTo>
                    <a:pt x="9" y="18"/>
                    <a:pt x="10" y="15"/>
                    <a:pt x="7" y="1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93" name="Freeform 163">
              <a:extLst>
                <a:ext uri="{FF2B5EF4-FFF2-40B4-BE49-F238E27FC236}">
                  <a16:creationId xmlns:a16="http://schemas.microsoft.com/office/drawing/2014/main" id="{FEDC494E-6DED-214B-E1A4-170E4C3F1A37}"/>
                </a:ext>
              </a:extLst>
            </p:cNvPr>
            <p:cNvSpPr>
              <a:spLocks/>
            </p:cNvSpPr>
            <p:nvPr/>
          </p:nvSpPr>
          <p:spPr bwMode="auto">
            <a:xfrm>
              <a:off x="2274591" y="2670718"/>
              <a:ext cx="186003" cy="98564"/>
            </a:xfrm>
            <a:custGeom>
              <a:avLst/>
              <a:gdLst/>
              <a:ahLst/>
              <a:cxnLst>
                <a:cxn ang="0">
                  <a:pos x="0" y="27"/>
                </a:cxn>
                <a:cxn ang="0">
                  <a:pos x="15" y="24"/>
                </a:cxn>
                <a:cxn ang="0">
                  <a:pos x="26" y="24"/>
                </a:cxn>
                <a:cxn ang="0">
                  <a:pos x="32" y="22"/>
                </a:cxn>
                <a:cxn ang="0">
                  <a:pos x="35" y="26"/>
                </a:cxn>
                <a:cxn ang="0">
                  <a:pos x="46" y="32"/>
                </a:cxn>
                <a:cxn ang="0">
                  <a:pos x="53" y="30"/>
                </a:cxn>
                <a:cxn ang="0">
                  <a:pos x="58" y="27"/>
                </a:cxn>
                <a:cxn ang="0">
                  <a:pos x="56" y="21"/>
                </a:cxn>
                <a:cxn ang="0">
                  <a:pos x="55" y="18"/>
                </a:cxn>
                <a:cxn ang="0">
                  <a:pos x="55" y="13"/>
                </a:cxn>
                <a:cxn ang="0">
                  <a:pos x="52" y="8"/>
                </a:cxn>
                <a:cxn ang="0">
                  <a:pos x="46" y="8"/>
                </a:cxn>
                <a:cxn ang="0">
                  <a:pos x="40" y="5"/>
                </a:cxn>
                <a:cxn ang="0">
                  <a:pos x="35" y="2"/>
                </a:cxn>
                <a:cxn ang="0">
                  <a:pos x="27" y="5"/>
                </a:cxn>
                <a:cxn ang="0">
                  <a:pos x="24" y="15"/>
                </a:cxn>
                <a:cxn ang="0">
                  <a:pos x="15" y="10"/>
                </a:cxn>
                <a:cxn ang="0">
                  <a:pos x="12" y="7"/>
                </a:cxn>
                <a:cxn ang="0">
                  <a:pos x="4" y="10"/>
                </a:cxn>
                <a:cxn ang="0">
                  <a:pos x="4" y="13"/>
                </a:cxn>
                <a:cxn ang="0">
                  <a:pos x="1" y="19"/>
                </a:cxn>
                <a:cxn ang="0">
                  <a:pos x="0" y="27"/>
                </a:cxn>
              </a:cxnLst>
              <a:rect l="0" t="0" r="r" b="b"/>
              <a:pathLst>
                <a:path w="60" h="32">
                  <a:moveTo>
                    <a:pt x="0" y="27"/>
                  </a:moveTo>
                  <a:cubicBezTo>
                    <a:pt x="7" y="22"/>
                    <a:pt x="9" y="22"/>
                    <a:pt x="15" y="24"/>
                  </a:cubicBezTo>
                  <a:cubicBezTo>
                    <a:pt x="21" y="24"/>
                    <a:pt x="23" y="22"/>
                    <a:pt x="26" y="24"/>
                  </a:cubicBezTo>
                  <a:cubicBezTo>
                    <a:pt x="30" y="26"/>
                    <a:pt x="30" y="22"/>
                    <a:pt x="32" y="22"/>
                  </a:cubicBezTo>
                  <a:cubicBezTo>
                    <a:pt x="33" y="24"/>
                    <a:pt x="30" y="26"/>
                    <a:pt x="35" y="26"/>
                  </a:cubicBezTo>
                  <a:cubicBezTo>
                    <a:pt x="40" y="26"/>
                    <a:pt x="41" y="30"/>
                    <a:pt x="46" y="32"/>
                  </a:cubicBezTo>
                  <a:cubicBezTo>
                    <a:pt x="50" y="29"/>
                    <a:pt x="52" y="32"/>
                    <a:pt x="53" y="30"/>
                  </a:cubicBezTo>
                  <a:cubicBezTo>
                    <a:pt x="55" y="27"/>
                    <a:pt x="55" y="27"/>
                    <a:pt x="58" y="27"/>
                  </a:cubicBezTo>
                  <a:cubicBezTo>
                    <a:pt x="58" y="27"/>
                    <a:pt x="60" y="24"/>
                    <a:pt x="56" y="21"/>
                  </a:cubicBezTo>
                  <a:cubicBezTo>
                    <a:pt x="55" y="18"/>
                    <a:pt x="56" y="18"/>
                    <a:pt x="55" y="18"/>
                  </a:cubicBezTo>
                  <a:cubicBezTo>
                    <a:pt x="53" y="18"/>
                    <a:pt x="55" y="15"/>
                    <a:pt x="55" y="13"/>
                  </a:cubicBezTo>
                  <a:cubicBezTo>
                    <a:pt x="56" y="11"/>
                    <a:pt x="53" y="11"/>
                    <a:pt x="52" y="8"/>
                  </a:cubicBezTo>
                  <a:cubicBezTo>
                    <a:pt x="49" y="10"/>
                    <a:pt x="50" y="7"/>
                    <a:pt x="46" y="8"/>
                  </a:cubicBezTo>
                  <a:cubicBezTo>
                    <a:pt x="43" y="10"/>
                    <a:pt x="41" y="5"/>
                    <a:pt x="40" y="5"/>
                  </a:cubicBezTo>
                  <a:cubicBezTo>
                    <a:pt x="38" y="5"/>
                    <a:pt x="37" y="2"/>
                    <a:pt x="35" y="2"/>
                  </a:cubicBezTo>
                  <a:cubicBezTo>
                    <a:pt x="32" y="0"/>
                    <a:pt x="32" y="3"/>
                    <a:pt x="27" y="5"/>
                  </a:cubicBezTo>
                  <a:cubicBezTo>
                    <a:pt x="26" y="8"/>
                    <a:pt x="30" y="13"/>
                    <a:pt x="24" y="15"/>
                  </a:cubicBezTo>
                  <a:cubicBezTo>
                    <a:pt x="17" y="18"/>
                    <a:pt x="20" y="11"/>
                    <a:pt x="15" y="10"/>
                  </a:cubicBezTo>
                  <a:cubicBezTo>
                    <a:pt x="10" y="8"/>
                    <a:pt x="15" y="5"/>
                    <a:pt x="12" y="7"/>
                  </a:cubicBezTo>
                  <a:cubicBezTo>
                    <a:pt x="7" y="8"/>
                    <a:pt x="6" y="8"/>
                    <a:pt x="4" y="10"/>
                  </a:cubicBezTo>
                  <a:cubicBezTo>
                    <a:pt x="4" y="11"/>
                    <a:pt x="3" y="11"/>
                    <a:pt x="4" y="13"/>
                  </a:cubicBezTo>
                  <a:cubicBezTo>
                    <a:pt x="4" y="16"/>
                    <a:pt x="1" y="16"/>
                    <a:pt x="1" y="19"/>
                  </a:cubicBezTo>
                  <a:cubicBezTo>
                    <a:pt x="0" y="22"/>
                    <a:pt x="0" y="24"/>
                    <a:pt x="0" y="2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grpSp>
      <p:grpSp>
        <p:nvGrpSpPr>
          <p:cNvPr id="194" name="组合 193">
            <a:extLst>
              <a:ext uri="{FF2B5EF4-FFF2-40B4-BE49-F238E27FC236}">
                <a16:creationId xmlns:a16="http://schemas.microsoft.com/office/drawing/2014/main" id="{D49C9451-975C-52B9-8F48-0744306A7C42}"/>
              </a:ext>
            </a:extLst>
          </p:cNvPr>
          <p:cNvGrpSpPr/>
          <p:nvPr/>
        </p:nvGrpSpPr>
        <p:grpSpPr>
          <a:xfrm>
            <a:off x="2500768" y="1530515"/>
            <a:ext cx="8764690" cy="2022152"/>
            <a:chOff x="1501962" y="1499079"/>
            <a:chExt cx="8764690" cy="2022152"/>
          </a:xfrm>
          <a:solidFill>
            <a:srgbClr val="DEDEDE"/>
          </a:solidFill>
        </p:grpSpPr>
        <p:sp>
          <p:nvSpPr>
            <p:cNvPr id="195" name="Freeform 7">
              <a:extLst>
                <a:ext uri="{FF2B5EF4-FFF2-40B4-BE49-F238E27FC236}">
                  <a16:creationId xmlns:a16="http://schemas.microsoft.com/office/drawing/2014/main" id="{7144FC6D-F584-42BB-2E79-58510C47C1FE}"/>
                </a:ext>
              </a:extLst>
            </p:cNvPr>
            <p:cNvSpPr>
              <a:spLocks/>
            </p:cNvSpPr>
            <p:nvPr/>
          </p:nvSpPr>
          <p:spPr bwMode="auto">
            <a:xfrm>
              <a:off x="9939160" y="2322566"/>
              <a:ext cx="278210" cy="144666"/>
            </a:xfrm>
            <a:custGeom>
              <a:avLst/>
              <a:gdLst/>
              <a:ahLst/>
              <a:cxnLst>
                <a:cxn ang="0">
                  <a:pos x="81" y="13"/>
                </a:cxn>
                <a:cxn ang="0">
                  <a:pos x="86" y="16"/>
                </a:cxn>
                <a:cxn ang="0">
                  <a:pos x="89" y="25"/>
                </a:cxn>
                <a:cxn ang="0">
                  <a:pos x="83" y="30"/>
                </a:cxn>
                <a:cxn ang="0">
                  <a:pos x="72" y="34"/>
                </a:cxn>
                <a:cxn ang="0">
                  <a:pos x="60" y="41"/>
                </a:cxn>
                <a:cxn ang="0">
                  <a:pos x="51" y="45"/>
                </a:cxn>
                <a:cxn ang="0">
                  <a:pos x="40" y="44"/>
                </a:cxn>
                <a:cxn ang="0">
                  <a:pos x="26" y="39"/>
                </a:cxn>
                <a:cxn ang="0">
                  <a:pos x="17" y="37"/>
                </a:cxn>
                <a:cxn ang="0">
                  <a:pos x="22" y="36"/>
                </a:cxn>
                <a:cxn ang="0">
                  <a:pos x="20" y="30"/>
                </a:cxn>
                <a:cxn ang="0">
                  <a:pos x="17" y="27"/>
                </a:cxn>
                <a:cxn ang="0">
                  <a:pos x="7" y="25"/>
                </a:cxn>
                <a:cxn ang="0">
                  <a:pos x="14" y="24"/>
                </a:cxn>
                <a:cxn ang="0">
                  <a:pos x="22" y="24"/>
                </a:cxn>
                <a:cxn ang="0">
                  <a:pos x="19" y="20"/>
                </a:cxn>
                <a:cxn ang="0">
                  <a:pos x="20" y="17"/>
                </a:cxn>
                <a:cxn ang="0">
                  <a:pos x="10" y="17"/>
                </a:cxn>
                <a:cxn ang="0">
                  <a:pos x="2" y="16"/>
                </a:cxn>
                <a:cxn ang="0">
                  <a:pos x="5" y="14"/>
                </a:cxn>
                <a:cxn ang="0">
                  <a:pos x="8" y="11"/>
                </a:cxn>
                <a:cxn ang="0">
                  <a:pos x="13" y="8"/>
                </a:cxn>
                <a:cxn ang="0">
                  <a:pos x="20" y="10"/>
                </a:cxn>
                <a:cxn ang="0">
                  <a:pos x="13" y="6"/>
                </a:cxn>
                <a:cxn ang="0">
                  <a:pos x="19" y="3"/>
                </a:cxn>
                <a:cxn ang="0">
                  <a:pos x="26" y="8"/>
                </a:cxn>
                <a:cxn ang="0">
                  <a:pos x="28" y="16"/>
                </a:cxn>
                <a:cxn ang="0">
                  <a:pos x="34" y="14"/>
                </a:cxn>
                <a:cxn ang="0">
                  <a:pos x="36" y="11"/>
                </a:cxn>
                <a:cxn ang="0">
                  <a:pos x="39" y="10"/>
                </a:cxn>
                <a:cxn ang="0">
                  <a:pos x="43" y="11"/>
                </a:cxn>
                <a:cxn ang="0">
                  <a:pos x="49" y="8"/>
                </a:cxn>
                <a:cxn ang="0">
                  <a:pos x="52" y="10"/>
                </a:cxn>
                <a:cxn ang="0">
                  <a:pos x="57" y="10"/>
                </a:cxn>
                <a:cxn ang="0">
                  <a:pos x="63" y="6"/>
                </a:cxn>
                <a:cxn ang="0">
                  <a:pos x="66" y="5"/>
                </a:cxn>
                <a:cxn ang="0">
                  <a:pos x="72" y="3"/>
                </a:cxn>
                <a:cxn ang="0">
                  <a:pos x="78" y="5"/>
                </a:cxn>
                <a:cxn ang="0">
                  <a:pos x="80" y="6"/>
                </a:cxn>
                <a:cxn ang="0">
                  <a:pos x="81" y="11"/>
                </a:cxn>
                <a:cxn ang="0">
                  <a:pos x="81" y="13"/>
                </a:cxn>
              </a:cxnLst>
              <a:rect l="0" t="0" r="r" b="b"/>
              <a:pathLst>
                <a:path w="90" h="47">
                  <a:moveTo>
                    <a:pt x="81" y="13"/>
                  </a:moveTo>
                  <a:cubicBezTo>
                    <a:pt x="84" y="13"/>
                    <a:pt x="83" y="14"/>
                    <a:pt x="86" y="16"/>
                  </a:cubicBezTo>
                  <a:cubicBezTo>
                    <a:pt x="90" y="16"/>
                    <a:pt x="90" y="22"/>
                    <a:pt x="89" y="25"/>
                  </a:cubicBezTo>
                  <a:cubicBezTo>
                    <a:pt x="86" y="28"/>
                    <a:pt x="86" y="25"/>
                    <a:pt x="83" y="30"/>
                  </a:cubicBezTo>
                  <a:cubicBezTo>
                    <a:pt x="80" y="34"/>
                    <a:pt x="77" y="31"/>
                    <a:pt x="72" y="34"/>
                  </a:cubicBezTo>
                  <a:cubicBezTo>
                    <a:pt x="66" y="37"/>
                    <a:pt x="64" y="41"/>
                    <a:pt x="60" y="41"/>
                  </a:cubicBezTo>
                  <a:cubicBezTo>
                    <a:pt x="54" y="41"/>
                    <a:pt x="57" y="44"/>
                    <a:pt x="51" y="45"/>
                  </a:cubicBezTo>
                  <a:cubicBezTo>
                    <a:pt x="45" y="47"/>
                    <a:pt x="46" y="44"/>
                    <a:pt x="40" y="44"/>
                  </a:cubicBezTo>
                  <a:cubicBezTo>
                    <a:pt x="34" y="44"/>
                    <a:pt x="34" y="39"/>
                    <a:pt x="26" y="39"/>
                  </a:cubicBezTo>
                  <a:cubicBezTo>
                    <a:pt x="19" y="39"/>
                    <a:pt x="17" y="41"/>
                    <a:pt x="17" y="37"/>
                  </a:cubicBezTo>
                  <a:cubicBezTo>
                    <a:pt x="16" y="34"/>
                    <a:pt x="20" y="39"/>
                    <a:pt x="22" y="36"/>
                  </a:cubicBezTo>
                  <a:cubicBezTo>
                    <a:pt x="23" y="34"/>
                    <a:pt x="23" y="31"/>
                    <a:pt x="20" y="30"/>
                  </a:cubicBezTo>
                  <a:cubicBezTo>
                    <a:pt x="19" y="30"/>
                    <a:pt x="22" y="27"/>
                    <a:pt x="17" y="27"/>
                  </a:cubicBezTo>
                  <a:cubicBezTo>
                    <a:pt x="10" y="25"/>
                    <a:pt x="7" y="28"/>
                    <a:pt x="7" y="25"/>
                  </a:cubicBezTo>
                  <a:cubicBezTo>
                    <a:pt x="7" y="24"/>
                    <a:pt x="11" y="25"/>
                    <a:pt x="14" y="24"/>
                  </a:cubicBezTo>
                  <a:cubicBezTo>
                    <a:pt x="16" y="22"/>
                    <a:pt x="17" y="25"/>
                    <a:pt x="22" y="24"/>
                  </a:cubicBezTo>
                  <a:cubicBezTo>
                    <a:pt x="26" y="20"/>
                    <a:pt x="19" y="24"/>
                    <a:pt x="19" y="20"/>
                  </a:cubicBezTo>
                  <a:cubicBezTo>
                    <a:pt x="19" y="19"/>
                    <a:pt x="26" y="17"/>
                    <a:pt x="20" y="17"/>
                  </a:cubicBezTo>
                  <a:cubicBezTo>
                    <a:pt x="14" y="16"/>
                    <a:pt x="14" y="16"/>
                    <a:pt x="10" y="17"/>
                  </a:cubicBezTo>
                  <a:cubicBezTo>
                    <a:pt x="5" y="19"/>
                    <a:pt x="0" y="16"/>
                    <a:pt x="2" y="16"/>
                  </a:cubicBezTo>
                  <a:cubicBezTo>
                    <a:pt x="4" y="14"/>
                    <a:pt x="7" y="16"/>
                    <a:pt x="5" y="14"/>
                  </a:cubicBezTo>
                  <a:cubicBezTo>
                    <a:pt x="5" y="11"/>
                    <a:pt x="8" y="14"/>
                    <a:pt x="8" y="11"/>
                  </a:cubicBezTo>
                  <a:cubicBezTo>
                    <a:pt x="8" y="8"/>
                    <a:pt x="10" y="5"/>
                    <a:pt x="13" y="8"/>
                  </a:cubicBezTo>
                  <a:cubicBezTo>
                    <a:pt x="16" y="10"/>
                    <a:pt x="22" y="13"/>
                    <a:pt x="20" y="10"/>
                  </a:cubicBezTo>
                  <a:cubicBezTo>
                    <a:pt x="19" y="8"/>
                    <a:pt x="14" y="8"/>
                    <a:pt x="13" y="6"/>
                  </a:cubicBezTo>
                  <a:cubicBezTo>
                    <a:pt x="11" y="5"/>
                    <a:pt x="14" y="2"/>
                    <a:pt x="19" y="3"/>
                  </a:cubicBezTo>
                  <a:cubicBezTo>
                    <a:pt x="23" y="5"/>
                    <a:pt x="20" y="5"/>
                    <a:pt x="26" y="8"/>
                  </a:cubicBezTo>
                  <a:cubicBezTo>
                    <a:pt x="31" y="11"/>
                    <a:pt x="26" y="11"/>
                    <a:pt x="28" y="16"/>
                  </a:cubicBezTo>
                  <a:cubicBezTo>
                    <a:pt x="31" y="22"/>
                    <a:pt x="31" y="11"/>
                    <a:pt x="34" y="14"/>
                  </a:cubicBezTo>
                  <a:cubicBezTo>
                    <a:pt x="36" y="17"/>
                    <a:pt x="37" y="14"/>
                    <a:pt x="36" y="11"/>
                  </a:cubicBezTo>
                  <a:cubicBezTo>
                    <a:pt x="34" y="10"/>
                    <a:pt x="37" y="5"/>
                    <a:pt x="39" y="10"/>
                  </a:cubicBezTo>
                  <a:cubicBezTo>
                    <a:pt x="42" y="14"/>
                    <a:pt x="43" y="14"/>
                    <a:pt x="43" y="11"/>
                  </a:cubicBezTo>
                  <a:cubicBezTo>
                    <a:pt x="43" y="8"/>
                    <a:pt x="49" y="5"/>
                    <a:pt x="49" y="8"/>
                  </a:cubicBezTo>
                  <a:cubicBezTo>
                    <a:pt x="51" y="11"/>
                    <a:pt x="52" y="13"/>
                    <a:pt x="52" y="10"/>
                  </a:cubicBezTo>
                  <a:cubicBezTo>
                    <a:pt x="52" y="6"/>
                    <a:pt x="54" y="5"/>
                    <a:pt x="57" y="10"/>
                  </a:cubicBezTo>
                  <a:cubicBezTo>
                    <a:pt x="60" y="13"/>
                    <a:pt x="60" y="5"/>
                    <a:pt x="63" y="6"/>
                  </a:cubicBezTo>
                  <a:cubicBezTo>
                    <a:pt x="66" y="8"/>
                    <a:pt x="68" y="6"/>
                    <a:pt x="66" y="5"/>
                  </a:cubicBezTo>
                  <a:cubicBezTo>
                    <a:pt x="64" y="2"/>
                    <a:pt x="71" y="0"/>
                    <a:pt x="72" y="3"/>
                  </a:cubicBezTo>
                  <a:cubicBezTo>
                    <a:pt x="75" y="10"/>
                    <a:pt x="75" y="5"/>
                    <a:pt x="78" y="5"/>
                  </a:cubicBezTo>
                  <a:cubicBezTo>
                    <a:pt x="81" y="3"/>
                    <a:pt x="83" y="3"/>
                    <a:pt x="80" y="6"/>
                  </a:cubicBezTo>
                  <a:cubicBezTo>
                    <a:pt x="75" y="10"/>
                    <a:pt x="84" y="6"/>
                    <a:pt x="81" y="11"/>
                  </a:cubicBezTo>
                  <a:cubicBezTo>
                    <a:pt x="80" y="11"/>
                    <a:pt x="80" y="13"/>
                    <a:pt x="81" y="1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96" name="Freeform 12">
              <a:extLst>
                <a:ext uri="{FF2B5EF4-FFF2-40B4-BE49-F238E27FC236}">
                  <a16:creationId xmlns:a16="http://schemas.microsoft.com/office/drawing/2014/main" id="{67490385-5411-2809-D344-FADAD43B5191}"/>
                </a:ext>
              </a:extLst>
            </p:cNvPr>
            <p:cNvSpPr>
              <a:spLocks/>
            </p:cNvSpPr>
            <p:nvPr/>
          </p:nvSpPr>
          <p:spPr bwMode="auto">
            <a:xfrm>
              <a:off x="8757959" y="1499079"/>
              <a:ext cx="1508693" cy="1106460"/>
            </a:xfrm>
            <a:custGeom>
              <a:avLst/>
              <a:gdLst/>
              <a:ahLst/>
              <a:cxnLst>
                <a:cxn ang="0">
                  <a:pos x="394" y="224"/>
                </a:cxn>
                <a:cxn ang="0">
                  <a:pos x="343" y="245"/>
                </a:cxn>
                <a:cxn ang="0">
                  <a:pos x="315" y="259"/>
                </a:cxn>
                <a:cxn ang="0">
                  <a:pos x="291" y="276"/>
                </a:cxn>
                <a:cxn ang="0">
                  <a:pos x="280" y="283"/>
                </a:cxn>
                <a:cxn ang="0">
                  <a:pos x="279" y="272"/>
                </a:cxn>
                <a:cxn ang="0">
                  <a:pos x="273" y="283"/>
                </a:cxn>
                <a:cxn ang="0">
                  <a:pos x="260" y="290"/>
                </a:cxn>
                <a:cxn ang="0">
                  <a:pos x="256" y="303"/>
                </a:cxn>
                <a:cxn ang="0">
                  <a:pos x="244" y="321"/>
                </a:cxn>
                <a:cxn ang="0">
                  <a:pos x="241" y="346"/>
                </a:cxn>
                <a:cxn ang="0">
                  <a:pos x="227" y="356"/>
                </a:cxn>
                <a:cxn ang="0">
                  <a:pos x="215" y="342"/>
                </a:cxn>
                <a:cxn ang="0">
                  <a:pos x="198" y="343"/>
                </a:cxn>
                <a:cxn ang="0">
                  <a:pos x="187" y="331"/>
                </a:cxn>
                <a:cxn ang="0">
                  <a:pos x="175" y="314"/>
                </a:cxn>
                <a:cxn ang="0">
                  <a:pos x="178" y="298"/>
                </a:cxn>
                <a:cxn ang="0">
                  <a:pos x="172" y="297"/>
                </a:cxn>
                <a:cxn ang="0">
                  <a:pos x="160" y="281"/>
                </a:cxn>
                <a:cxn ang="0">
                  <a:pos x="155" y="252"/>
                </a:cxn>
                <a:cxn ang="0">
                  <a:pos x="174" y="241"/>
                </a:cxn>
                <a:cxn ang="0">
                  <a:pos x="169" y="220"/>
                </a:cxn>
                <a:cxn ang="0">
                  <a:pos x="175" y="213"/>
                </a:cxn>
                <a:cxn ang="0">
                  <a:pos x="152" y="197"/>
                </a:cxn>
                <a:cxn ang="0">
                  <a:pos x="142" y="183"/>
                </a:cxn>
                <a:cxn ang="0">
                  <a:pos x="129" y="158"/>
                </a:cxn>
                <a:cxn ang="0">
                  <a:pos x="97" y="127"/>
                </a:cxn>
                <a:cxn ang="0">
                  <a:pos x="56" y="126"/>
                </a:cxn>
                <a:cxn ang="0">
                  <a:pos x="17" y="115"/>
                </a:cxn>
                <a:cxn ang="0">
                  <a:pos x="21" y="102"/>
                </a:cxn>
                <a:cxn ang="0">
                  <a:pos x="39" y="79"/>
                </a:cxn>
                <a:cxn ang="0">
                  <a:pos x="62" y="49"/>
                </a:cxn>
                <a:cxn ang="0">
                  <a:pos x="154" y="26"/>
                </a:cxn>
                <a:cxn ang="0">
                  <a:pos x="183" y="21"/>
                </a:cxn>
                <a:cxn ang="0">
                  <a:pos x="221" y="17"/>
                </a:cxn>
                <a:cxn ang="0">
                  <a:pos x="209" y="14"/>
                </a:cxn>
                <a:cxn ang="0">
                  <a:pos x="279" y="10"/>
                </a:cxn>
                <a:cxn ang="0">
                  <a:pos x="343" y="3"/>
                </a:cxn>
                <a:cxn ang="0">
                  <a:pos x="355" y="10"/>
                </a:cxn>
                <a:cxn ang="0">
                  <a:pos x="393" y="26"/>
                </a:cxn>
                <a:cxn ang="0">
                  <a:pos x="375" y="35"/>
                </a:cxn>
                <a:cxn ang="0">
                  <a:pos x="407" y="43"/>
                </a:cxn>
                <a:cxn ang="0">
                  <a:pos x="483" y="38"/>
                </a:cxn>
                <a:cxn ang="0">
                  <a:pos x="426" y="54"/>
                </a:cxn>
                <a:cxn ang="0">
                  <a:pos x="420" y="65"/>
                </a:cxn>
                <a:cxn ang="0">
                  <a:pos x="422" y="82"/>
                </a:cxn>
                <a:cxn ang="0">
                  <a:pos x="425" y="102"/>
                </a:cxn>
                <a:cxn ang="0">
                  <a:pos x="413" y="116"/>
                </a:cxn>
                <a:cxn ang="0">
                  <a:pos x="425" y="132"/>
                </a:cxn>
                <a:cxn ang="0">
                  <a:pos x="426" y="155"/>
                </a:cxn>
                <a:cxn ang="0">
                  <a:pos x="408" y="169"/>
                </a:cxn>
                <a:cxn ang="0">
                  <a:pos x="391" y="188"/>
                </a:cxn>
                <a:cxn ang="0">
                  <a:pos x="408" y="199"/>
                </a:cxn>
                <a:cxn ang="0">
                  <a:pos x="382" y="199"/>
                </a:cxn>
                <a:cxn ang="0">
                  <a:pos x="362" y="205"/>
                </a:cxn>
                <a:cxn ang="0">
                  <a:pos x="362" y="216"/>
                </a:cxn>
              </a:cxnLst>
              <a:rect l="0" t="0" r="r" b="b"/>
              <a:pathLst>
                <a:path w="489" h="359">
                  <a:moveTo>
                    <a:pt x="375" y="216"/>
                  </a:moveTo>
                  <a:cubicBezTo>
                    <a:pt x="382" y="210"/>
                    <a:pt x="387" y="219"/>
                    <a:pt x="396" y="219"/>
                  </a:cubicBezTo>
                  <a:cubicBezTo>
                    <a:pt x="405" y="217"/>
                    <a:pt x="408" y="217"/>
                    <a:pt x="402" y="220"/>
                  </a:cubicBezTo>
                  <a:cubicBezTo>
                    <a:pt x="396" y="222"/>
                    <a:pt x="401" y="224"/>
                    <a:pt x="394" y="224"/>
                  </a:cubicBezTo>
                  <a:cubicBezTo>
                    <a:pt x="390" y="224"/>
                    <a:pt x="396" y="227"/>
                    <a:pt x="390" y="228"/>
                  </a:cubicBezTo>
                  <a:cubicBezTo>
                    <a:pt x="384" y="228"/>
                    <a:pt x="381" y="231"/>
                    <a:pt x="378" y="236"/>
                  </a:cubicBezTo>
                  <a:cubicBezTo>
                    <a:pt x="375" y="239"/>
                    <a:pt x="362" y="239"/>
                    <a:pt x="353" y="242"/>
                  </a:cubicBezTo>
                  <a:cubicBezTo>
                    <a:pt x="344" y="247"/>
                    <a:pt x="344" y="241"/>
                    <a:pt x="343" y="245"/>
                  </a:cubicBezTo>
                  <a:cubicBezTo>
                    <a:pt x="341" y="248"/>
                    <a:pt x="335" y="248"/>
                    <a:pt x="332" y="247"/>
                  </a:cubicBezTo>
                  <a:cubicBezTo>
                    <a:pt x="327" y="245"/>
                    <a:pt x="318" y="238"/>
                    <a:pt x="324" y="244"/>
                  </a:cubicBezTo>
                  <a:cubicBezTo>
                    <a:pt x="329" y="248"/>
                    <a:pt x="327" y="250"/>
                    <a:pt x="324" y="250"/>
                  </a:cubicBezTo>
                  <a:cubicBezTo>
                    <a:pt x="321" y="250"/>
                    <a:pt x="317" y="253"/>
                    <a:pt x="315" y="259"/>
                  </a:cubicBezTo>
                  <a:cubicBezTo>
                    <a:pt x="315" y="264"/>
                    <a:pt x="305" y="273"/>
                    <a:pt x="300" y="273"/>
                  </a:cubicBezTo>
                  <a:cubicBezTo>
                    <a:pt x="300" y="273"/>
                    <a:pt x="300" y="272"/>
                    <a:pt x="298" y="272"/>
                  </a:cubicBezTo>
                  <a:cubicBezTo>
                    <a:pt x="297" y="272"/>
                    <a:pt x="298" y="275"/>
                    <a:pt x="297" y="275"/>
                  </a:cubicBezTo>
                  <a:cubicBezTo>
                    <a:pt x="295" y="275"/>
                    <a:pt x="292" y="278"/>
                    <a:pt x="291" y="276"/>
                  </a:cubicBezTo>
                  <a:cubicBezTo>
                    <a:pt x="288" y="278"/>
                    <a:pt x="288" y="278"/>
                    <a:pt x="288" y="278"/>
                  </a:cubicBezTo>
                  <a:cubicBezTo>
                    <a:pt x="289" y="280"/>
                    <a:pt x="289" y="281"/>
                    <a:pt x="288" y="280"/>
                  </a:cubicBezTo>
                  <a:cubicBezTo>
                    <a:pt x="286" y="278"/>
                    <a:pt x="286" y="280"/>
                    <a:pt x="285" y="281"/>
                  </a:cubicBezTo>
                  <a:cubicBezTo>
                    <a:pt x="283" y="283"/>
                    <a:pt x="282" y="283"/>
                    <a:pt x="280" y="283"/>
                  </a:cubicBezTo>
                  <a:cubicBezTo>
                    <a:pt x="279" y="281"/>
                    <a:pt x="280" y="278"/>
                    <a:pt x="280" y="276"/>
                  </a:cubicBezTo>
                  <a:cubicBezTo>
                    <a:pt x="280" y="275"/>
                    <a:pt x="283" y="275"/>
                    <a:pt x="283" y="273"/>
                  </a:cubicBezTo>
                  <a:cubicBezTo>
                    <a:pt x="283" y="272"/>
                    <a:pt x="286" y="272"/>
                    <a:pt x="283" y="272"/>
                  </a:cubicBezTo>
                  <a:cubicBezTo>
                    <a:pt x="280" y="272"/>
                    <a:pt x="280" y="270"/>
                    <a:pt x="279" y="272"/>
                  </a:cubicBezTo>
                  <a:cubicBezTo>
                    <a:pt x="279" y="272"/>
                    <a:pt x="283" y="273"/>
                    <a:pt x="280" y="275"/>
                  </a:cubicBezTo>
                  <a:cubicBezTo>
                    <a:pt x="277" y="276"/>
                    <a:pt x="280" y="276"/>
                    <a:pt x="279" y="278"/>
                  </a:cubicBezTo>
                  <a:cubicBezTo>
                    <a:pt x="276" y="280"/>
                    <a:pt x="279" y="280"/>
                    <a:pt x="277" y="281"/>
                  </a:cubicBezTo>
                  <a:cubicBezTo>
                    <a:pt x="277" y="283"/>
                    <a:pt x="276" y="281"/>
                    <a:pt x="273" y="283"/>
                  </a:cubicBezTo>
                  <a:cubicBezTo>
                    <a:pt x="270" y="283"/>
                    <a:pt x="268" y="281"/>
                    <a:pt x="266" y="283"/>
                  </a:cubicBezTo>
                  <a:cubicBezTo>
                    <a:pt x="263" y="284"/>
                    <a:pt x="262" y="283"/>
                    <a:pt x="265" y="284"/>
                  </a:cubicBezTo>
                  <a:cubicBezTo>
                    <a:pt x="268" y="286"/>
                    <a:pt x="268" y="287"/>
                    <a:pt x="266" y="286"/>
                  </a:cubicBezTo>
                  <a:cubicBezTo>
                    <a:pt x="263" y="286"/>
                    <a:pt x="263" y="292"/>
                    <a:pt x="260" y="290"/>
                  </a:cubicBezTo>
                  <a:cubicBezTo>
                    <a:pt x="257" y="289"/>
                    <a:pt x="251" y="289"/>
                    <a:pt x="256" y="293"/>
                  </a:cubicBezTo>
                  <a:cubicBezTo>
                    <a:pt x="260" y="298"/>
                    <a:pt x="260" y="300"/>
                    <a:pt x="259" y="300"/>
                  </a:cubicBezTo>
                  <a:cubicBezTo>
                    <a:pt x="256" y="298"/>
                    <a:pt x="256" y="301"/>
                    <a:pt x="253" y="300"/>
                  </a:cubicBezTo>
                  <a:cubicBezTo>
                    <a:pt x="250" y="298"/>
                    <a:pt x="251" y="303"/>
                    <a:pt x="256" y="303"/>
                  </a:cubicBezTo>
                  <a:cubicBezTo>
                    <a:pt x="260" y="303"/>
                    <a:pt x="257" y="303"/>
                    <a:pt x="259" y="306"/>
                  </a:cubicBezTo>
                  <a:cubicBezTo>
                    <a:pt x="259" y="311"/>
                    <a:pt x="254" y="311"/>
                    <a:pt x="254" y="314"/>
                  </a:cubicBezTo>
                  <a:cubicBezTo>
                    <a:pt x="254" y="318"/>
                    <a:pt x="251" y="311"/>
                    <a:pt x="251" y="315"/>
                  </a:cubicBezTo>
                  <a:cubicBezTo>
                    <a:pt x="250" y="321"/>
                    <a:pt x="244" y="318"/>
                    <a:pt x="244" y="321"/>
                  </a:cubicBezTo>
                  <a:cubicBezTo>
                    <a:pt x="242" y="323"/>
                    <a:pt x="245" y="321"/>
                    <a:pt x="245" y="325"/>
                  </a:cubicBezTo>
                  <a:cubicBezTo>
                    <a:pt x="247" y="328"/>
                    <a:pt x="239" y="321"/>
                    <a:pt x="242" y="326"/>
                  </a:cubicBezTo>
                  <a:cubicBezTo>
                    <a:pt x="244" y="329"/>
                    <a:pt x="245" y="325"/>
                    <a:pt x="245" y="329"/>
                  </a:cubicBezTo>
                  <a:cubicBezTo>
                    <a:pt x="247" y="334"/>
                    <a:pt x="239" y="343"/>
                    <a:pt x="241" y="346"/>
                  </a:cubicBezTo>
                  <a:cubicBezTo>
                    <a:pt x="242" y="350"/>
                    <a:pt x="237" y="350"/>
                    <a:pt x="236" y="351"/>
                  </a:cubicBezTo>
                  <a:cubicBezTo>
                    <a:pt x="234" y="354"/>
                    <a:pt x="239" y="350"/>
                    <a:pt x="239" y="354"/>
                  </a:cubicBezTo>
                  <a:cubicBezTo>
                    <a:pt x="239" y="359"/>
                    <a:pt x="236" y="359"/>
                    <a:pt x="233" y="357"/>
                  </a:cubicBezTo>
                  <a:cubicBezTo>
                    <a:pt x="230" y="354"/>
                    <a:pt x="230" y="353"/>
                    <a:pt x="227" y="356"/>
                  </a:cubicBezTo>
                  <a:cubicBezTo>
                    <a:pt x="225" y="357"/>
                    <a:pt x="221" y="357"/>
                    <a:pt x="222" y="353"/>
                  </a:cubicBezTo>
                  <a:cubicBezTo>
                    <a:pt x="227" y="348"/>
                    <a:pt x="221" y="353"/>
                    <a:pt x="218" y="351"/>
                  </a:cubicBezTo>
                  <a:cubicBezTo>
                    <a:pt x="213" y="348"/>
                    <a:pt x="213" y="348"/>
                    <a:pt x="216" y="345"/>
                  </a:cubicBezTo>
                  <a:cubicBezTo>
                    <a:pt x="219" y="342"/>
                    <a:pt x="215" y="339"/>
                    <a:pt x="215" y="342"/>
                  </a:cubicBezTo>
                  <a:cubicBezTo>
                    <a:pt x="216" y="343"/>
                    <a:pt x="212" y="343"/>
                    <a:pt x="210" y="346"/>
                  </a:cubicBezTo>
                  <a:cubicBezTo>
                    <a:pt x="207" y="348"/>
                    <a:pt x="209" y="343"/>
                    <a:pt x="204" y="346"/>
                  </a:cubicBezTo>
                  <a:cubicBezTo>
                    <a:pt x="199" y="350"/>
                    <a:pt x="198" y="348"/>
                    <a:pt x="198" y="345"/>
                  </a:cubicBezTo>
                  <a:cubicBezTo>
                    <a:pt x="196" y="343"/>
                    <a:pt x="199" y="345"/>
                    <a:pt x="198" y="343"/>
                  </a:cubicBezTo>
                  <a:cubicBezTo>
                    <a:pt x="198" y="340"/>
                    <a:pt x="193" y="343"/>
                    <a:pt x="195" y="340"/>
                  </a:cubicBezTo>
                  <a:cubicBezTo>
                    <a:pt x="196" y="337"/>
                    <a:pt x="189" y="340"/>
                    <a:pt x="190" y="337"/>
                  </a:cubicBezTo>
                  <a:cubicBezTo>
                    <a:pt x="192" y="334"/>
                    <a:pt x="192" y="334"/>
                    <a:pt x="189" y="334"/>
                  </a:cubicBezTo>
                  <a:cubicBezTo>
                    <a:pt x="187" y="336"/>
                    <a:pt x="190" y="329"/>
                    <a:pt x="187" y="331"/>
                  </a:cubicBezTo>
                  <a:cubicBezTo>
                    <a:pt x="184" y="332"/>
                    <a:pt x="189" y="328"/>
                    <a:pt x="184" y="326"/>
                  </a:cubicBezTo>
                  <a:cubicBezTo>
                    <a:pt x="181" y="325"/>
                    <a:pt x="181" y="325"/>
                    <a:pt x="181" y="323"/>
                  </a:cubicBezTo>
                  <a:cubicBezTo>
                    <a:pt x="181" y="320"/>
                    <a:pt x="178" y="318"/>
                    <a:pt x="180" y="317"/>
                  </a:cubicBezTo>
                  <a:cubicBezTo>
                    <a:pt x="180" y="314"/>
                    <a:pt x="177" y="317"/>
                    <a:pt x="175" y="314"/>
                  </a:cubicBezTo>
                  <a:cubicBezTo>
                    <a:pt x="174" y="311"/>
                    <a:pt x="170" y="307"/>
                    <a:pt x="172" y="306"/>
                  </a:cubicBezTo>
                  <a:cubicBezTo>
                    <a:pt x="174" y="304"/>
                    <a:pt x="169" y="304"/>
                    <a:pt x="172" y="303"/>
                  </a:cubicBezTo>
                  <a:cubicBezTo>
                    <a:pt x="174" y="303"/>
                    <a:pt x="167" y="301"/>
                    <a:pt x="174" y="301"/>
                  </a:cubicBezTo>
                  <a:cubicBezTo>
                    <a:pt x="178" y="301"/>
                    <a:pt x="172" y="298"/>
                    <a:pt x="178" y="298"/>
                  </a:cubicBezTo>
                  <a:cubicBezTo>
                    <a:pt x="183" y="298"/>
                    <a:pt x="175" y="297"/>
                    <a:pt x="178" y="295"/>
                  </a:cubicBezTo>
                  <a:cubicBezTo>
                    <a:pt x="181" y="293"/>
                    <a:pt x="184" y="300"/>
                    <a:pt x="184" y="297"/>
                  </a:cubicBezTo>
                  <a:cubicBezTo>
                    <a:pt x="183" y="293"/>
                    <a:pt x="180" y="292"/>
                    <a:pt x="177" y="295"/>
                  </a:cubicBezTo>
                  <a:cubicBezTo>
                    <a:pt x="174" y="297"/>
                    <a:pt x="177" y="289"/>
                    <a:pt x="172" y="297"/>
                  </a:cubicBezTo>
                  <a:cubicBezTo>
                    <a:pt x="167" y="304"/>
                    <a:pt x="166" y="298"/>
                    <a:pt x="167" y="295"/>
                  </a:cubicBezTo>
                  <a:cubicBezTo>
                    <a:pt x="167" y="292"/>
                    <a:pt x="166" y="295"/>
                    <a:pt x="166" y="290"/>
                  </a:cubicBezTo>
                  <a:cubicBezTo>
                    <a:pt x="166" y="287"/>
                    <a:pt x="163" y="289"/>
                    <a:pt x="163" y="286"/>
                  </a:cubicBezTo>
                  <a:cubicBezTo>
                    <a:pt x="164" y="283"/>
                    <a:pt x="161" y="281"/>
                    <a:pt x="160" y="281"/>
                  </a:cubicBezTo>
                  <a:cubicBezTo>
                    <a:pt x="157" y="281"/>
                    <a:pt x="160" y="280"/>
                    <a:pt x="155" y="276"/>
                  </a:cubicBezTo>
                  <a:cubicBezTo>
                    <a:pt x="152" y="273"/>
                    <a:pt x="155" y="267"/>
                    <a:pt x="161" y="264"/>
                  </a:cubicBezTo>
                  <a:cubicBezTo>
                    <a:pt x="155" y="264"/>
                    <a:pt x="151" y="264"/>
                    <a:pt x="152" y="259"/>
                  </a:cubicBezTo>
                  <a:cubicBezTo>
                    <a:pt x="154" y="255"/>
                    <a:pt x="155" y="253"/>
                    <a:pt x="155" y="252"/>
                  </a:cubicBezTo>
                  <a:cubicBezTo>
                    <a:pt x="154" y="250"/>
                    <a:pt x="161" y="248"/>
                    <a:pt x="158" y="247"/>
                  </a:cubicBezTo>
                  <a:cubicBezTo>
                    <a:pt x="155" y="244"/>
                    <a:pt x="158" y="245"/>
                    <a:pt x="157" y="244"/>
                  </a:cubicBezTo>
                  <a:cubicBezTo>
                    <a:pt x="157" y="242"/>
                    <a:pt x="161" y="244"/>
                    <a:pt x="163" y="241"/>
                  </a:cubicBezTo>
                  <a:cubicBezTo>
                    <a:pt x="166" y="239"/>
                    <a:pt x="169" y="242"/>
                    <a:pt x="174" y="241"/>
                  </a:cubicBezTo>
                  <a:cubicBezTo>
                    <a:pt x="178" y="239"/>
                    <a:pt x="174" y="239"/>
                    <a:pt x="174" y="234"/>
                  </a:cubicBezTo>
                  <a:cubicBezTo>
                    <a:pt x="175" y="231"/>
                    <a:pt x="178" y="227"/>
                    <a:pt x="178" y="224"/>
                  </a:cubicBezTo>
                  <a:cubicBezTo>
                    <a:pt x="177" y="220"/>
                    <a:pt x="175" y="228"/>
                    <a:pt x="174" y="225"/>
                  </a:cubicBezTo>
                  <a:cubicBezTo>
                    <a:pt x="172" y="224"/>
                    <a:pt x="178" y="220"/>
                    <a:pt x="169" y="220"/>
                  </a:cubicBezTo>
                  <a:cubicBezTo>
                    <a:pt x="161" y="219"/>
                    <a:pt x="164" y="214"/>
                    <a:pt x="157" y="214"/>
                  </a:cubicBezTo>
                  <a:cubicBezTo>
                    <a:pt x="152" y="214"/>
                    <a:pt x="146" y="211"/>
                    <a:pt x="148" y="210"/>
                  </a:cubicBezTo>
                  <a:cubicBezTo>
                    <a:pt x="151" y="206"/>
                    <a:pt x="163" y="208"/>
                    <a:pt x="166" y="210"/>
                  </a:cubicBezTo>
                  <a:cubicBezTo>
                    <a:pt x="170" y="213"/>
                    <a:pt x="177" y="214"/>
                    <a:pt x="175" y="213"/>
                  </a:cubicBezTo>
                  <a:cubicBezTo>
                    <a:pt x="174" y="211"/>
                    <a:pt x="172" y="210"/>
                    <a:pt x="175" y="206"/>
                  </a:cubicBezTo>
                  <a:cubicBezTo>
                    <a:pt x="175" y="206"/>
                    <a:pt x="163" y="205"/>
                    <a:pt x="164" y="202"/>
                  </a:cubicBezTo>
                  <a:cubicBezTo>
                    <a:pt x="167" y="197"/>
                    <a:pt x="158" y="200"/>
                    <a:pt x="163" y="197"/>
                  </a:cubicBezTo>
                  <a:cubicBezTo>
                    <a:pt x="166" y="196"/>
                    <a:pt x="155" y="191"/>
                    <a:pt x="152" y="197"/>
                  </a:cubicBezTo>
                  <a:cubicBezTo>
                    <a:pt x="151" y="203"/>
                    <a:pt x="145" y="197"/>
                    <a:pt x="142" y="199"/>
                  </a:cubicBezTo>
                  <a:cubicBezTo>
                    <a:pt x="140" y="200"/>
                    <a:pt x="138" y="197"/>
                    <a:pt x="137" y="196"/>
                  </a:cubicBezTo>
                  <a:cubicBezTo>
                    <a:pt x="135" y="192"/>
                    <a:pt x="145" y="194"/>
                    <a:pt x="142" y="191"/>
                  </a:cubicBezTo>
                  <a:cubicBezTo>
                    <a:pt x="137" y="186"/>
                    <a:pt x="137" y="183"/>
                    <a:pt x="142" y="183"/>
                  </a:cubicBezTo>
                  <a:cubicBezTo>
                    <a:pt x="146" y="182"/>
                    <a:pt x="149" y="175"/>
                    <a:pt x="142" y="174"/>
                  </a:cubicBezTo>
                  <a:cubicBezTo>
                    <a:pt x="135" y="172"/>
                    <a:pt x="146" y="169"/>
                    <a:pt x="140" y="166"/>
                  </a:cubicBezTo>
                  <a:cubicBezTo>
                    <a:pt x="131" y="163"/>
                    <a:pt x="142" y="163"/>
                    <a:pt x="135" y="160"/>
                  </a:cubicBezTo>
                  <a:cubicBezTo>
                    <a:pt x="132" y="158"/>
                    <a:pt x="135" y="155"/>
                    <a:pt x="129" y="158"/>
                  </a:cubicBezTo>
                  <a:cubicBezTo>
                    <a:pt x="122" y="160"/>
                    <a:pt x="129" y="155"/>
                    <a:pt x="131" y="152"/>
                  </a:cubicBezTo>
                  <a:cubicBezTo>
                    <a:pt x="132" y="149"/>
                    <a:pt x="113" y="141"/>
                    <a:pt x="116" y="138"/>
                  </a:cubicBezTo>
                  <a:cubicBezTo>
                    <a:pt x="120" y="135"/>
                    <a:pt x="116" y="135"/>
                    <a:pt x="108" y="130"/>
                  </a:cubicBezTo>
                  <a:cubicBezTo>
                    <a:pt x="100" y="127"/>
                    <a:pt x="100" y="130"/>
                    <a:pt x="97" y="127"/>
                  </a:cubicBezTo>
                  <a:cubicBezTo>
                    <a:pt x="94" y="124"/>
                    <a:pt x="87" y="127"/>
                    <a:pt x="81" y="124"/>
                  </a:cubicBezTo>
                  <a:cubicBezTo>
                    <a:pt x="75" y="122"/>
                    <a:pt x="76" y="130"/>
                    <a:pt x="71" y="126"/>
                  </a:cubicBezTo>
                  <a:cubicBezTo>
                    <a:pt x="67" y="122"/>
                    <a:pt x="68" y="129"/>
                    <a:pt x="61" y="129"/>
                  </a:cubicBezTo>
                  <a:cubicBezTo>
                    <a:pt x="55" y="127"/>
                    <a:pt x="62" y="122"/>
                    <a:pt x="56" y="126"/>
                  </a:cubicBezTo>
                  <a:cubicBezTo>
                    <a:pt x="49" y="129"/>
                    <a:pt x="52" y="122"/>
                    <a:pt x="49" y="124"/>
                  </a:cubicBezTo>
                  <a:cubicBezTo>
                    <a:pt x="44" y="126"/>
                    <a:pt x="58" y="133"/>
                    <a:pt x="47" y="129"/>
                  </a:cubicBezTo>
                  <a:cubicBezTo>
                    <a:pt x="35" y="126"/>
                    <a:pt x="23" y="124"/>
                    <a:pt x="32" y="121"/>
                  </a:cubicBezTo>
                  <a:cubicBezTo>
                    <a:pt x="41" y="118"/>
                    <a:pt x="23" y="118"/>
                    <a:pt x="17" y="115"/>
                  </a:cubicBezTo>
                  <a:cubicBezTo>
                    <a:pt x="9" y="112"/>
                    <a:pt x="24" y="108"/>
                    <a:pt x="36" y="107"/>
                  </a:cubicBezTo>
                  <a:cubicBezTo>
                    <a:pt x="49" y="107"/>
                    <a:pt x="58" y="107"/>
                    <a:pt x="56" y="104"/>
                  </a:cubicBezTo>
                  <a:cubicBezTo>
                    <a:pt x="55" y="101"/>
                    <a:pt x="46" y="105"/>
                    <a:pt x="36" y="105"/>
                  </a:cubicBezTo>
                  <a:cubicBezTo>
                    <a:pt x="27" y="105"/>
                    <a:pt x="24" y="105"/>
                    <a:pt x="21" y="102"/>
                  </a:cubicBezTo>
                  <a:cubicBezTo>
                    <a:pt x="18" y="99"/>
                    <a:pt x="17" y="102"/>
                    <a:pt x="14" y="99"/>
                  </a:cubicBezTo>
                  <a:cubicBezTo>
                    <a:pt x="10" y="98"/>
                    <a:pt x="9" y="101"/>
                    <a:pt x="4" y="96"/>
                  </a:cubicBezTo>
                  <a:cubicBezTo>
                    <a:pt x="0" y="91"/>
                    <a:pt x="1" y="88"/>
                    <a:pt x="20" y="85"/>
                  </a:cubicBezTo>
                  <a:cubicBezTo>
                    <a:pt x="36" y="82"/>
                    <a:pt x="29" y="80"/>
                    <a:pt x="39" y="79"/>
                  </a:cubicBezTo>
                  <a:cubicBezTo>
                    <a:pt x="50" y="77"/>
                    <a:pt x="56" y="82"/>
                    <a:pt x="61" y="76"/>
                  </a:cubicBezTo>
                  <a:cubicBezTo>
                    <a:pt x="67" y="70"/>
                    <a:pt x="67" y="62"/>
                    <a:pt x="62" y="63"/>
                  </a:cubicBezTo>
                  <a:cubicBezTo>
                    <a:pt x="58" y="63"/>
                    <a:pt x="49" y="63"/>
                    <a:pt x="46" y="60"/>
                  </a:cubicBezTo>
                  <a:cubicBezTo>
                    <a:pt x="44" y="57"/>
                    <a:pt x="55" y="54"/>
                    <a:pt x="62" y="49"/>
                  </a:cubicBezTo>
                  <a:cubicBezTo>
                    <a:pt x="70" y="45"/>
                    <a:pt x="79" y="42"/>
                    <a:pt x="90" y="45"/>
                  </a:cubicBezTo>
                  <a:cubicBezTo>
                    <a:pt x="97" y="46"/>
                    <a:pt x="99" y="42"/>
                    <a:pt x="94" y="37"/>
                  </a:cubicBezTo>
                  <a:cubicBezTo>
                    <a:pt x="91" y="32"/>
                    <a:pt x="97" y="29"/>
                    <a:pt x="120" y="28"/>
                  </a:cubicBezTo>
                  <a:cubicBezTo>
                    <a:pt x="145" y="24"/>
                    <a:pt x="148" y="20"/>
                    <a:pt x="154" y="26"/>
                  </a:cubicBezTo>
                  <a:cubicBezTo>
                    <a:pt x="160" y="34"/>
                    <a:pt x="149" y="46"/>
                    <a:pt x="157" y="35"/>
                  </a:cubicBezTo>
                  <a:cubicBezTo>
                    <a:pt x="163" y="24"/>
                    <a:pt x="178" y="37"/>
                    <a:pt x="177" y="34"/>
                  </a:cubicBezTo>
                  <a:cubicBezTo>
                    <a:pt x="174" y="28"/>
                    <a:pt x="192" y="35"/>
                    <a:pt x="183" y="29"/>
                  </a:cubicBezTo>
                  <a:cubicBezTo>
                    <a:pt x="172" y="23"/>
                    <a:pt x="170" y="20"/>
                    <a:pt x="183" y="21"/>
                  </a:cubicBezTo>
                  <a:cubicBezTo>
                    <a:pt x="195" y="21"/>
                    <a:pt x="199" y="26"/>
                    <a:pt x="210" y="28"/>
                  </a:cubicBezTo>
                  <a:cubicBezTo>
                    <a:pt x="221" y="29"/>
                    <a:pt x="219" y="35"/>
                    <a:pt x="225" y="34"/>
                  </a:cubicBezTo>
                  <a:cubicBezTo>
                    <a:pt x="231" y="34"/>
                    <a:pt x="221" y="26"/>
                    <a:pt x="230" y="24"/>
                  </a:cubicBezTo>
                  <a:cubicBezTo>
                    <a:pt x="244" y="23"/>
                    <a:pt x="206" y="15"/>
                    <a:pt x="221" y="17"/>
                  </a:cubicBezTo>
                  <a:cubicBezTo>
                    <a:pt x="237" y="17"/>
                    <a:pt x="248" y="17"/>
                    <a:pt x="254" y="18"/>
                  </a:cubicBezTo>
                  <a:cubicBezTo>
                    <a:pt x="262" y="21"/>
                    <a:pt x="270" y="20"/>
                    <a:pt x="260" y="18"/>
                  </a:cubicBezTo>
                  <a:cubicBezTo>
                    <a:pt x="253" y="17"/>
                    <a:pt x="244" y="15"/>
                    <a:pt x="233" y="15"/>
                  </a:cubicBezTo>
                  <a:cubicBezTo>
                    <a:pt x="222" y="14"/>
                    <a:pt x="210" y="15"/>
                    <a:pt x="209" y="14"/>
                  </a:cubicBezTo>
                  <a:cubicBezTo>
                    <a:pt x="207" y="10"/>
                    <a:pt x="219" y="10"/>
                    <a:pt x="230" y="9"/>
                  </a:cubicBezTo>
                  <a:cubicBezTo>
                    <a:pt x="241" y="7"/>
                    <a:pt x="248" y="9"/>
                    <a:pt x="254" y="12"/>
                  </a:cubicBezTo>
                  <a:cubicBezTo>
                    <a:pt x="260" y="15"/>
                    <a:pt x="271" y="14"/>
                    <a:pt x="273" y="12"/>
                  </a:cubicBezTo>
                  <a:cubicBezTo>
                    <a:pt x="274" y="12"/>
                    <a:pt x="286" y="10"/>
                    <a:pt x="279" y="10"/>
                  </a:cubicBezTo>
                  <a:cubicBezTo>
                    <a:pt x="271" y="9"/>
                    <a:pt x="270" y="4"/>
                    <a:pt x="274" y="4"/>
                  </a:cubicBezTo>
                  <a:cubicBezTo>
                    <a:pt x="280" y="4"/>
                    <a:pt x="279" y="3"/>
                    <a:pt x="286" y="4"/>
                  </a:cubicBezTo>
                  <a:cubicBezTo>
                    <a:pt x="294" y="6"/>
                    <a:pt x="283" y="1"/>
                    <a:pt x="298" y="3"/>
                  </a:cubicBezTo>
                  <a:cubicBezTo>
                    <a:pt x="314" y="3"/>
                    <a:pt x="317" y="0"/>
                    <a:pt x="343" y="3"/>
                  </a:cubicBezTo>
                  <a:cubicBezTo>
                    <a:pt x="359" y="4"/>
                    <a:pt x="384" y="7"/>
                    <a:pt x="376" y="7"/>
                  </a:cubicBezTo>
                  <a:cubicBezTo>
                    <a:pt x="369" y="9"/>
                    <a:pt x="343" y="9"/>
                    <a:pt x="335" y="10"/>
                  </a:cubicBezTo>
                  <a:cubicBezTo>
                    <a:pt x="327" y="12"/>
                    <a:pt x="314" y="12"/>
                    <a:pt x="324" y="14"/>
                  </a:cubicBezTo>
                  <a:cubicBezTo>
                    <a:pt x="337" y="15"/>
                    <a:pt x="340" y="9"/>
                    <a:pt x="355" y="10"/>
                  </a:cubicBezTo>
                  <a:cubicBezTo>
                    <a:pt x="372" y="14"/>
                    <a:pt x="378" y="7"/>
                    <a:pt x="382" y="10"/>
                  </a:cubicBezTo>
                  <a:cubicBezTo>
                    <a:pt x="388" y="14"/>
                    <a:pt x="372" y="18"/>
                    <a:pt x="382" y="15"/>
                  </a:cubicBezTo>
                  <a:cubicBezTo>
                    <a:pt x="393" y="14"/>
                    <a:pt x="401" y="17"/>
                    <a:pt x="408" y="18"/>
                  </a:cubicBezTo>
                  <a:cubicBezTo>
                    <a:pt x="416" y="20"/>
                    <a:pt x="402" y="24"/>
                    <a:pt x="393" y="26"/>
                  </a:cubicBezTo>
                  <a:cubicBezTo>
                    <a:pt x="379" y="29"/>
                    <a:pt x="361" y="26"/>
                    <a:pt x="346" y="28"/>
                  </a:cubicBezTo>
                  <a:cubicBezTo>
                    <a:pt x="330" y="31"/>
                    <a:pt x="314" y="32"/>
                    <a:pt x="318" y="37"/>
                  </a:cubicBezTo>
                  <a:cubicBezTo>
                    <a:pt x="321" y="38"/>
                    <a:pt x="346" y="29"/>
                    <a:pt x="367" y="29"/>
                  </a:cubicBezTo>
                  <a:cubicBezTo>
                    <a:pt x="387" y="31"/>
                    <a:pt x="382" y="32"/>
                    <a:pt x="375" y="35"/>
                  </a:cubicBezTo>
                  <a:cubicBezTo>
                    <a:pt x="367" y="38"/>
                    <a:pt x="376" y="38"/>
                    <a:pt x="384" y="35"/>
                  </a:cubicBezTo>
                  <a:cubicBezTo>
                    <a:pt x="393" y="34"/>
                    <a:pt x="384" y="29"/>
                    <a:pt x="397" y="29"/>
                  </a:cubicBezTo>
                  <a:cubicBezTo>
                    <a:pt x="411" y="29"/>
                    <a:pt x="408" y="37"/>
                    <a:pt x="397" y="45"/>
                  </a:cubicBezTo>
                  <a:cubicBezTo>
                    <a:pt x="387" y="52"/>
                    <a:pt x="394" y="52"/>
                    <a:pt x="407" y="43"/>
                  </a:cubicBezTo>
                  <a:cubicBezTo>
                    <a:pt x="419" y="35"/>
                    <a:pt x="425" y="34"/>
                    <a:pt x="422" y="37"/>
                  </a:cubicBezTo>
                  <a:cubicBezTo>
                    <a:pt x="419" y="40"/>
                    <a:pt x="426" y="37"/>
                    <a:pt x="432" y="38"/>
                  </a:cubicBezTo>
                  <a:cubicBezTo>
                    <a:pt x="439" y="40"/>
                    <a:pt x="436" y="32"/>
                    <a:pt x="448" y="31"/>
                  </a:cubicBezTo>
                  <a:cubicBezTo>
                    <a:pt x="460" y="31"/>
                    <a:pt x="489" y="35"/>
                    <a:pt x="483" y="38"/>
                  </a:cubicBezTo>
                  <a:cubicBezTo>
                    <a:pt x="475" y="42"/>
                    <a:pt x="472" y="45"/>
                    <a:pt x="464" y="45"/>
                  </a:cubicBezTo>
                  <a:cubicBezTo>
                    <a:pt x="454" y="45"/>
                    <a:pt x="471" y="49"/>
                    <a:pt x="461" y="49"/>
                  </a:cubicBezTo>
                  <a:cubicBezTo>
                    <a:pt x="452" y="51"/>
                    <a:pt x="448" y="52"/>
                    <a:pt x="442" y="51"/>
                  </a:cubicBezTo>
                  <a:cubicBezTo>
                    <a:pt x="436" y="49"/>
                    <a:pt x="437" y="54"/>
                    <a:pt x="426" y="54"/>
                  </a:cubicBezTo>
                  <a:cubicBezTo>
                    <a:pt x="416" y="52"/>
                    <a:pt x="434" y="56"/>
                    <a:pt x="440" y="54"/>
                  </a:cubicBezTo>
                  <a:cubicBezTo>
                    <a:pt x="445" y="52"/>
                    <a:pt x="457" y="54"/>
                    <a:pt x="451" y="57"/>
                  </a:cubicBezTo>
                  <a:cubicBezTo>
                    <a:pt x="446" y="59"/>
                    <a:pt x="437" y="62"/>
                    <a:pt x="429" y="59"/>
                  </a:cubicBezTo>
                  <a:cubicBezTo>
                    <a:pt x="422" y="57"/>
                    <a:pt x="411" y="68"/>
                    <a:pt x="420" y="65"/>
                  </a:cubicBezTo>
                  <a:cubicBezTo>
                    <a:pt x="429" y="62"/>
                    <a:pt x="445" y="60"/>
                    <a:pt x="442" y="63"/>
                  </a:cubicBezTo>
                  <a:cubicBezTo>
                    <a:pt x="437" y="68"/>
                    <a:pt x="436" y="68"/>
                    <a:pt x="429" y="68"/>
                  </a:cubicBezTo>
                  <a:cubicBezTo>
                    <a:pt x="423" y="68"/>
                    <a:pt x="423" y="74"/>
                    <a:pt x="428" y="74"/>
                  </a:cubicBezTo>
                  <a:cubicBezTo>
                    <a:pt x="432" y="76"/>
                    <a:pt x="425" y="80"/>
                    <a:pt x="422" y="82"/>
                  </a:cubicBezTo>
                  <a:cubicBezTo>
                    <a:pt x="420" y="84"/>
                    <a:pt x="416" y="79"/>
                    <a:pt x="413" y="87"/>
                  </a:cubicBezTo>
                  <a:cubicBezTo>
                    <a:pt x="411" y="94"/>
                    <a:pt x="404" y="102"/>
                    <a:pt x="408" y="102"/>
                  </a:cubicBezTo>
                  <a:cubicBezTo>
                    <a:pt x="413" y="102"/>
                    <a:pt x="407" y="93"/>
                    <a:pt x="420" y="98"/>
                  </a:cubicBezTo>
                  <a:cubicBezTo>
                    <a:pt x="432" y="102"/>
                    <a:pt x="434" y="105"/>
                    <a:pt x="425" y="102"/>
                  </a:cubicBezTo>
                  <a:cubicBezTo>
                    <a:pt x="416" y="101"/>
                    <a:pt x="413" y="101"/>
                    <a:pt x="422" y="107"/>
                  </a:cubicBezTo>
                  <a:cubicBezTo>
                    <a:pt x="431" y="112"/>
                    <a:pt x="429" y="104"/>
                    <a:pt x="434" y="107"/>
                  </a:cubicBezTo>
                  <a:cubicBezTo>
                    <a:pt x="440" y="112"/>
                    <a:pt x="437" y="119"/>
                    <a:pt x="431" y="116"/>
                  </a:cubicBezTo>
                  <a:cubicBezTo>
                    <a:pt x="426" y="115"/>
                    <a:pt x="419" y="112"/>
                    <a:pt x="413" y="116"/>
                  </a:cubicBezTo>
                  <a:cubicBezTo>
                    <a:pt x="405" y="121"/>
                    <a:pt x="407" y="112"/>
                    <a:pt x="402" y="116"/>
                  </a:cubicBezTo>
                  <a:cubicBezTo>
                    <a:pt x="397" y="119"/>
                    <a:pt x="408" y="118"/>
                    <a:pt x="408" y="122"/>
                  </a:cubicBezTo>
                  <a:cubicBezTo>
                    <a:pt x="408" y="127"/>
                    <a:pt x="422" y="122"/>
                    <a:pt x="423" y="126"/>
                  </a:cubicBezTo>
                  <a:cubicBezTo>
                    <a:pt x="426" y="129"/>
                    <a:pt x="416" y="127"/>
                    <a:pt x="425" y="132"/>
                  </a:cubicBezTo>
                  <a:cubicBezTo>
                    <a:pt x="432" y="135"/>
                    <a:pt x="423" y="130"/>
                    <a:pt x="426" y="136"/>
                  </a:cubicBezTo>
                  <a:cubicBezTo>
                    <a:pt x="431" y="141"/>
                    <a:pt x="423" y="144"/>
                    <a:pt x="422" y="141"/>
                  </a:cubicBezTo>
                  <a:cubicBezTo>
                    <a:pt x="419" y="136"/>
                    <a:pt x="411" y="149"/>
                    <a:pt x="420" y="149"/>
                  </a:cubicBezTo>
                  <a:cubicBezTo>
                    <a:pt x="428" y="150"/>
                    <a:pt x="431" y="154"/>
                    <a:pt x="426" y="155"/>
                  </a:cubicBezTo>
                  <a:cubicBezTo>
                    <a:pt x="419" y="158"/>
                    <a:pt x="422" y="154"/>
                    <a:pt x="414" y="152"/>
                  </a:cubicBezTo>
                  <a:cubicBezTo>
                    <a:pt x="407" y="152"/>
                    <a:pt x="399" y="160"/>
                    <a:pt x="407" y="160"/>
                  </a:cubicBezTo>
                  <a:cubicBezTo>
                    <a:pt x="414" y="160"/>
                    <a:pt x="422" y="160"/>
                    <a:pt x="419" y="166"/>
                  </a:cubicBezTo>
                  <a:cubicBezTo>
                    <a:pt x="414" y="171"/>
                    <a:pt x="414" y="164"/>
                    <a:pt x="408" y="169"/>
                  </a:cubicBezTo>
                  <a:cubicBezTo>
                    <a:pt x="401" y="175"/>
                    <a:pt x="393" y="163"/>
                    <a:pt x="385" y="166"/>
                  </a:cubicBezTo>
                  <a:cubicBezTo>
                    <a:pt x="379" y="168"/>
                    <a:pt x="378" y="172"/>
                    <a:pt x="372" y="171"/>
                  </a:cubicBezTo>
                  <a:cubicBezTo>
                    <a:pt x="388" y="175"/>
                    <a:pt x="376" y="175"/>
                    <a:pt x="382" y="178"/>
                  </a:cubicBezTo>
                  <a:cubicBezTo>
                    <a:pt x="390" y="183"/>
                    <a:pt x="379" y="183"/>
                    <a:pt x="391" y="188"/>
                  </a:cubicBezTo>
                  <a:cubicBezTo>
                    <a:pt x="399" y="189"/>
                    <a:pt x="404" y="189"/>
                    <a:pt x="402" y="194"/>
                  </a:cubicBezTo>
                  <a:cubicBezTo>
                    <a:pt x="401" y="197"/>
                    <a:pt x="410" y="191"/>
                    <a:pt x="407" y="194"/>
                  </a:cubicBezTo>
                  <a:cubicBezTo>
                    <a:pt x="402" y="199"/>
                    <a:pt x="401" y="196"/>
                    <a:pt x="402" y="199"/>
                  </a:cubicBezTo>
                  <a:cubicBezTo>
                    <a:pt x="404" y="203"/>
                    <a:pt x="410" y="192"/>
                    <a:pt x="408" y="199"/>
                  </a:cubicBezTo>
                  <a:cubicBezTo>
                    <a:pt x="408" y="205"/>
                    <a:pt x="413" y="214"/>
                    <a:pt x="408" y="213"/>
                  </a:cubicBezTo>
                  <a:cubicBezTo>
                    <a:pt x="404" y="213"/>
                    <a:pt x="404" y="211"/>
                    <a:pt x="401" y="213"/>
                  </a:cubicBezTo>
                  <a:cubicBezTo>
                    <a:pt x="397" y="214"/>
                    <a:pt x="388" y="211"/>
                    <a:pt x="388" y="206"/>
                  </a:cubicBezTo>
                  <a:cubicBezTo>
                    <a:pt x="388" y="202"/>
                    <a:pt x="387" y="200"/>
                    <a:pt x="382" y="199"/>
                  </a:cubicBezTo>
                  <a:cubicBezTo>
                    <a:pt x="379" y="199"/>
                    <a:pt x="378" y="196"/>
                    <a:pt x="370" y="196"/>
                  </a:cubicBezTo>
                  <a:cubicBezTo>
                    <a:pt x="364" y="196"/>
                    <a:pt x="364" y="197"/>
                    <a:pt x="372" y="197"/>
                  </a:cubicBezTo>
                  <a:cubicBezTo>
                    <a:pt x="379" y="199"/>
                    <a:pt x="381" y="202"/>
                    <a:pt x="373" y="205"/>
                  </a:cubicBezTo>
                  <a:cubicBezTo>
                    <a:pt x="365" y="206"/>
                    <a:pt x="364" y="208"/>
                    <a:pt x="362" y="205"/>
                  </a:cubicBezTo>
                  <a:cubicBezTo>
                    <a:pt x="361" y="203"/>
                    <a:pt x="361" y="205"/>
                    <a:pt x="358" y="210"/>
                  </a:cubicBezTo>
                  <a:cubicBezTo>
                    <a:pt x="353" y="216"/>
                    <a:pt x="356" y="214"/>
                    <a:pt x="365" y="213"/>
                  </a:cubicBezTo>
                  <a:cubicBezTo>
                    <a:pt x="373" y="211"/>
                    <a:pt x="373" y="213"/>
                    <a:pt x="370" y="214"/>
                  </a:cubicBezTo>
                  <a:cubicBezTo>
                    <a:pt x="369" y="216"/>
                    <a:pt x="369" y="213"/>
                    <a:pt x="362" y="216"/>
                  </a:cubicBezTo>
                  <a:cubicBezTo>
                    <a:pt x="358" y="220"/>
                    <a:pt x="361" y="222"/>
                    <a:pt x="364" y="219"/>
                  </a:cubicBezTo>
                  <a:cubicBezTo>
                    <a:pt x="369" y="214"/>
                    <a:pt x="370" y="217"/>
                    <a:pt x="375" y="21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97" name="Freeform 84">
              <a:extLst>
                <a:ext uri="{FF2B5EF4-FFF2-40B4-BE49-F238E27FC236}">
                  <a16:creationId xmlns:a16="http://schemas.microsoft.com/office/drawing/2014/main" id="{F7F40947-EFA3-4F4F-FD66-40D0C47701DC}"/>
                </a:ext>
              </a:extLst>
            </p:cNvPr>
            <p:cNvSpPr>
              <a:spLocks/>
            </p:cNvSpPr>
            <p:nvPr/>
          </p:nvSpPr>
          <p:spPr bwMode="auto">
            <a:xfrm>
              <a:off x="2552800" y="3484667"/>
              <a:ext cx="58822" cy="36564"/>
            </a:xfrm>
            <a:custGeom>
              <a:avLst/>
              <a:gdLst/>
              <a:ahLst/>
              <a:cxnLst>
                <a:cxn ang="0">
                  <a:pos x="2" y="9"/>
                </a:cxn>
                <a:cxn ang="0">
                  <a:pos x="0" y="6"/>
                </a:cxn>
                <a:cxn ang="0">
                  <a:pos x="5" y="6"/>
                </a:cxn>
                <a:cxn ang="0">
                  <a:pos x="8" y="3"/>
                </a:cxn>
                <a:cxn ang="0">
                  <a:pos x="17" y="0"/>
                </a:cxn>
                <a:cxn ang="0">
                  <a:pos x="17" y="1"/>
                </a:cxn>
                <a:cxn ang="0">
                  <a:pos x="14" y="6"/>
                </a:cxn>
                <a:cxn ang="0">
                  <a:pos x="11" y="7"/>
                </a:cxn>
                <a:cxn ang="0">
                  <a:pos x="6" y="10"/>
                </a:cxn>
                <a:cxn ang="0">
                  <a:pos x="5" y="10"/>
                </a:cxn>
                <a:cxn ang="0">
                  <a:pos x="2" y="9"/>
                </a:cxn>
              </a:cxnLst>
              <a:rect l="0" t="0" r="r" b="b"/>
              <a:pathLst>
                <a:path w="19" h="12">
                  <a:moveTo>
                    <a:pt x="2" y="9"/>
                  </a:moveTo>
                  <a:cubicBezTo>
                    <a:pt x="0" y="6"/>
                    <a:pt x="0" y="6"/>
                    <a:pt x="0" y="6"/>
                  </a:cubicBezTo>
                  <a:cubicBezTo>
                    <a:pt x="2" y="7"/>
                    <a:pt x="2" y="4"/>
                    <a:pt x="5" y="6"/>
                  </a:cubicBezTo>
                  <a:cubicBezTo>
                    <a:pt x="6" y="6"/>
                    <a:pt x="3" y="3"/>
                    <a:pt x="8" y="3"/>
                  </a:cubicBezTo>
                  <a:cubicBezTo>
                    <a:pt x="12" y="4"/>
                    <a:pt x="15" y="1"/>
                    <a:pt x="17" y="0"/>
                  </a:cubicBezTo>
                  <a:cubicBezTo>
                    <a:pt x="19" y="0"/>
                    <a:pt x="19" y="0"/>
                    <a:pt x="17" y="1"/>
                  </a:cubicBezTo>
                  <a:cubicBezTo>
                    <a:pt x="14" y="4"/>
                    <a:pt x="12" y="4"/>
                    <a:pt x="14" y="6"/>
                  </a:cubicBezTo>
                  <a:cubicBezTo>
                    <a:pt x="15" y="7"/>
                    <a:pt x="12" y="6"/>
                    <a:pt x="11" y="7"/>
                  </a:cubicBezTo>
                  <a:cubicBezTo>
                    <a:pt x="9" y="10"/>
                    <a:pt x="6" y="10"/>
                    <a:pt x="6" y="10"/>
                  </a:cubicBezTo>
                  <a:cubicBezTo>
                    <a:pt x="6" y="12"/>
                    <a:pt x="6" y="10"/>
                    <a:pt x="5" y="10"/>
                  </a:cubicBezTo>
                  <a:cubicBezTo>
                    <a:pt x="3" y="10"/>
                    <a:pt x="2" y="10"/>
                    <a:pt x="2" y="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98" name="Freeform 231">
              <a:extLst>
                <a:ext uri="{FF2B5EF4-FFF2-40B4-BE49-F238E27FC236}">
                  <a16:creationId xmlns:a16="http://schemas.microsoft.com/office/drawing/2014/main" id="{AC24054A-DA62-DD60-908A-4355B98AE4B2}"/>
                </a:ext>
              </a:extLst>
            </p:cNvPr>
            <p:cNvSpPr>
              <a:spLocks noEditPoints="1"/>
            </p:cNvSpPr>
            <p:nvPr/>
          </p:nvSpPr>
          <p:spPr bwMode="auto">
            <a:xfrm>
              <a:off x="2244385" y="3271642"/>
              <a:ext cx="209849" cy="241641"/>
            </a:xfrm>
            <a:custGeom>
              <a:avLst/>
              <a:gdLst/>
              <a:ahLst/>
              <a:cxnLst>
                <a:cxn ang="0">
                  <a:pos x="32" y="6"/>
                </a:cxn>
                <a:cxn ang="0">
                  <a:pos x="44" y="6"/>
                </a:cxn>
                <a:cxn ang="0">
                  <a:pos x="54" y="8"/>
                </a:cxn>
                <a:cxn ang="0">
                  <a:pos x="41" y="11"/>
                </a:cxn>
                <a:cxn ang="0">
                  <a:pos x="36" y="19"/>
                </a:cxn>
                <a:cxn ang="0">
                  <a:pos x="32" y="20"/>
                </a:cxn>
                <a:cxn ang="0">
                  <a:pos x="25" y="15"/>
                </a:cxn>
                <a:cxn ang="0">
                  <a:pos x="27" y="28"/>
                </a:cxn>
                <a:cxn ang="0">
                  <a:pos x="32" y="39"/>
                </a:cxn>
                <a:cxn ang="0">
                  <a:pos x="32" y="43"/>
                </a:cxn>
                <a:cxn ang="0">
                  <a:pos x="30" y="50"/>
                </a:cxn>
                <a:cxn ang="0">
                  <a:pos x="29" y="60"/>
                </a:cxn>
                <a:cxn ang="0">
                  <a:pos x="19" y="56"/>
                </a:cxn>
                <a:cxn ang="0">
                  <a:pos x="12" y="45"/>
                </a:cxn>
                <a:cxn ang="0">
                  <a:pos x="21" y="40"/>
                </a:cxn>
                <a:cxn ang="0">
                  <a:pos x="22" y="39"/>
                </a:cxn>
                <a:cxn ang="0">
                  <a:pos x="9" y="36"/>
                </a:cxn>
                <a:cxn ang="0">
                  <a:pos x="4" y="25"/>
                </a:cxn>
                <a:cxn ang="0">
                  <a:pos x="9" y="19"/>
                </a:cxn>
                <a:cxn ang="0">
                  <a:pos x="21" y="8"/>
                </a:cxn>
                <a:cxn ang="0">
                  <a:pos x="7" y="43"/>
                </a:cxn>
                <a:cxn ang="0">
                  <a:pos x="7" y="39"/>
                </a:cxn>
                <a:cxn ang="0">
                  <a:pos x="27" y="60"/>
                </a:cxn>
                <a:cxn ang="0">
                  <a:pos x="41" y="74"/>
                </a:cxn>
                <a:cxn ang="0">
                  <a:pos x="47" y="73"/>
                </a:cxn>
                <a:cxn ang="0">
                  <a:pos x="33" y="68"/>
                </a:cxn>
                <a:cxn ang="0">
                  <a:pos x="68" y="60"/>
                </a:cxn>
                <a:cxn ang="0">
                  <a:pos x="68" y="60"/>
                </a:cxn>
                <a:cxn ang="0">
                  <a:pos x="50" y="39"/>
                </a:cxn>
                <a:cxn ang="0">
                  <a:pos x="53" y="28"/>
                </a:cxn>
                <a:cxn ang="0">
                  <a:pos x="54" y="31"/>
                </a:cxn>
                <a:cxn ang="0">
                  <a:pos x="41" y="12"/>
                </a:cxn>
                <a:cxn ang="0">
                  <a:pos x="38" y="43"/>
                </a:cxn>
                <a:cxn ang="0">
                  <a:pos x="30" y="33"/>
                </a:cxn>
                <a:cxn ang="0">
                  <a:pos x="47" y="53"/>
                </a:cxn>
                <a:cxn ang="0">
                  <a:pos x="60" y="71"/>
                </a:cxn>
                <a:cxn ang="0">
                  <a:pos x="4" y="28"/>
                </a:cxn>
                <a:cxn ang="0">
                  <a:pos x="4" y="28"/>
                </a:cxn>
                <a:cxn ang="0">
                  <a:pos x="45" y="22"/>
                </a:cxn>
                <a:cxn ang="0">
                  <a:pos x="48" y="20"/>
                </a:cxn>
                <a:cxn ang="0">
                  <a:pos x="44" y="54"/>
                </a:cxn>
                <a:cxn ang="0">
                  <a:pos x="38" y="57"/>
                </a:cxn>
                <a:cxn ang="0">
                  <a:pos x="38" y="48"/>
                </a:cxn>
                <a:cxn ang="0">
                  <a:pos x="38" y="51"/>
                </a:cxn>
                <a:cxn ang="0">
                  <a:pos x="50" y="48"/>
                </a:cxn>
                <a:cxn ang="0">
                  <a:pos x="7" y="37"/>
                </a:cxn>
                <a:cxn ang="0">
                  <a:pos x="41" y="34"/>
                </a:cxn>
                <a:cxn ang="0">
                  <a:pos x="42" y="48"/>
                </a:cxn>
                <a:cxn ang="0">
                  <a:pos x="42" y="48"/>
                </a:cxn>
              </a:cxnLst>
              <a:rect l="0" t="0" r="r" b="b"/>
              <a:pathLst>
                <a:path w="68" h="78">
                  <a:moveTo>
                    <a:pt x="21" y="8"/>
                  </a:moveTo>
                  <a:cubicBezTo>
                    <a:pt x="25" y="11"/>
                    <a:pt x="24" y="6"/>
                    <a:pt x="27" y="6"/>
                  </a:cubicBezTo>
                  <a:cubicBezTo>
                    <a:pt x="29" y="8"/>
                    <a:pt x="27" y="5"/>
                    <a:pt x="32" y="6"/>
                  </a:cubicBezTo>
                  <a:cubicBezTo>
                    <a:pt x="35" y="6"/>
                    <a:pt x="36" y="3"/>
                    <a:pt x="38" y="5"/>
                  </a:cubicBezTo>
                  <a:cubicBezTo>
                    <a:pt x="39" y="5"/>
                    <a:pt x="38" y="2"/>
                    <a:pt x="41" y="5"/>
                  </a:cubicBezTo>
                  <a:cubicBezTo>
                    <a:pt x="42" y="8"/>
                    <a:pt x="42" y="3"/>
                    <a:pt x="44" y="6"/>
                  </a:cubicBezTo>
                  <a:cubicBezTo>
                    <a:pt x="45" y="9"/>
                    <a:pt x="47" y="6"/>
                    <a:pt x="50" y="6"/>
                  </a:cubicBezTo>
                  <a:cubicBezTo>
                    <a:pt x="54" y="6"/>
                    <a:pt x="48" y="0"/>
                    <a:pt x="53" y="2"/>
                  </a:cubicBezTo>
                  <a:cubicBezTo>
                    <a:pt x="56" y="5"/>
                    <a:pt x="56" y="6"/>
                    <a:pt x="54" y="8"/>
                  </a:cubicBezTo>
                  <a:cubicBezTo>
                    <a:pt x="53" y="8"/>
                    <a:pt x="54" y="11"/>
                    <a:pt x="51" y="12"/>
                  </a:cubicBezTo>
                  <a:cubicBezTo>
                    <a:pt x="51" y="11"/>
                    <a:pt x="48" y="12"/>
                    <a:pt x="45" y="11"/>
                  </a:cubicBezTo>
                  <a:cubicBezTo>
                    <a:pt x="42" y="9"/>
                    <a:pt x="44" y="12"/>
                    <a:pt x="41" y="11"/>
                  </a:cubicBezTo>
                  <a:cubicBezTo>
                    <a:pt x="38" y="9"/>
                    <a:pt x="38" y="12"/>
                    <a:pt x="35" y="14"/>
                  </a:cubicBezTo>
                  <a:cubicBezTo>
                    <a:pt x="32" y="14"/>
                    <a:pt x="35" y="14"/>
                    <a:pt x="33" y="15"/>
                  </a:cubicBezTo>
                  <a:cubicBezTo>
                    <a:pt x="33" y="17"/>
                    <a:pt x="35" y="15"/>
                    <a:pt x="36" y="19"/>
                  </a:cubicBezTo>
                  <a:cubicBezTo>
                    <a:pt x="39" y="20"/>
                    <a:pt x="38" y="20"/>
                    <a:pt x="36" y="19"/>
                  </a:cubicBezTo>
                  <a:cubicBezTo>
                    <a:pt x="33" y="17"/>
                    <a:pt x="32" y="17"/>
                    <a:pt x="35" y="19"/>
                  </a:cubicBezTo>
                  <a:cubicBezTo>
                    <a:pt x="36" y="22"/>
                    <a:pt x="35" y="22"/>
                    <a:pt x="32" y="20"/>
                  </a:cubicBezTo>
                  <a:cubicBezTo>
                    <a:pt x="30" y="17"/>
                    <a:pt x="30" y="19"/>
                    <a:pt x="32" y="20"/>
                  </a:cubicBezTo>
                  <a:cubicBezTo>
                    <a:pt x="33" y="23"/>
                    <a:pt x="30" y="23"/>
                    <a:pt x="29" y="20"/>
                  </a:cubicBezTo>
                  <a:cubicBezTo>
                    <a:pt x="29" y="15"/>
                    <a:pt x="25" y="19"/>
                    <a:pt x="25" y="15"/>
                  </a:cubicBezTo>
                  <a:cubicBezTo>
                    <a:pt x="27" y="12"/>
                    <a:pt x="24" y="15"/>
                    <a:pt x="24" y="17"/>
                  </a:cubicBezTo>
                  <a:cubicBezTo>
                    <a:pt x="21" y="22"/>
                    <a:pt x="32" y="28"/>
                    <a:pt x="29" y="31"/>
                  </a:cubicBezTo>
                  <a:cubicBezTo>
                    <a:pt x="27" y="33"/>
                    <a:pt x="29" y="28"/>
                    <a:pt x="27" y="28"/>
                  </a:cubicBezTo>
                  <a:cubicBezTo>
                    <a:pt x="24" y="28"/>
                    <a:pt x="30" y="33"/>
                    <a:pt x="24" y="33"/>
                  </a:cubicBezTo>
                  <a:cubicBezTo>
                    <a:pt x="21" y="34"/>
                    <a:pt x="29" y="34"/>
                    <a:pt x="29" y="36"/>
                  </a:cubicBezTo>
                  <a:cubicBezTo>
                    <a:pt x="30" y="39"/>
                    <a:pt x="30" y="37"/>
                    <a:pt x="32" y="39"/>
                  </a:cubicBezTo>
                  <a:cubicBezTo>
                    <a:pt x="32" y="40"/>
                    <a:pt x="36" y="40"/>
                    <a:pt x="35" y="42"/>
                  </a:cubicBezTo>
                  <a:cubicBezTo>
                    <a:pt x="35" y="43"/>
                    <a:pt x="36" y="46"/>
                    <a:pt x="35" y="46"/>
                  </a:cubicBezTo>
                  <a:cubicBezTo>
                    <a:pt x="35" y="46"/>
                    <a:pt x="33" y="45"/>
                    <a:pt x="32" y="43"/>
                  </a:cubicBezTo>
                  <a:cubicBezTo>
                    <a:pt x="30" y="42"/>
                    <a:pt x="27" y="43"/>
                    <a:pt x="27" y="45"/>
                  </a:cubicBezTo>
                  <a:cubicBezTo>
                    <a:pt x="29" y="46"/>
                    <a:pt x="27" y="46"/>
                    <a:pt x="29" y="46"/>
                  </a:cubicBezTo>
                  <a:cubicBezTo>
                    <a:pt x="30" y="48"/>
                    <a:pt x="32" y="50"/>
                    <a:pt x="30" y="50"/>
                  </a:cubicBezTo>
                  <a:cubicBezTo>
                    <a:pt x="29" y="50"/>
                    <a:pt x="29" y="51"/>
                    <a:pt x="27" y="50"/>
                  </a:cubicBezTo>
                  <a:cubicBezTo>
                    <a:pt x="27" y="48"/>
                    <a:pt x="27" y="48"/>
                    <a:pt x="25" y="48"/>
                  </a:cubicBezTo>
                  <a:cubicBezTo>
                    <a:pt x="22" y="48"/>
                    <a:pt x="30" y="59"/>
                    <a:pt x="29" y="60"/>
                  </a:cubicBezTo>
                  <a:cubicBezTo>
                    <a:pt x="25" y="60"/>
                    <a:pt x="24" y="53"/>
                    <a:pt x="24" y="57"/>
                  </a:cubicBezTo>
                  <a:cubicBezTo>
                    <a:pt x="22" y="60"/>
                    <a:pt x="21" y="62"/>
                    <a:pt x="21" y="59"/>
                  </a:cubicBezTo>
                  <a:cubicBezTo>
                    <a:pt x="21" y="56"/>
                    <a:pt x="19" y="51"/>
                    <a:pt x="19" y="56"/>
                  </a:cubicBezTo>
                  <a:cubicBezTo>
                    <a:pt x="18" y="59"/>
                    <a:pt x="15" y="53"/>
                    <a:pt x="15" y="51"/>
                  </a:cubicBezTo>
                  <a:cubicBezTo>
                    <a:pt x="16" y="50"/>
                    <a:pt x="16" y="48"/>
                    <a:pt x="15" y="48"/>
                  </a:cubicBezTo>
                  <a:cubicBezTo>
                    <a:pt x="12" y="48"/>
                    <a:pt x="13" y="46"/>
                    <a:pt x="12" y="45"/>
                  </a:cubicBezTo>
                  <a:cubicBezTo>
                    <a:pt x="10" y="43"/>
                    <a:pt x="13" y="45"/>
                    <a:pt x="13" y="42"/>
                  </a:cubicBezTo>
                  <a:cubicBezTo>
                    <a:pt x="13" y="40"/>
                    <a:pt x="15" y="42"/>
                    <a:pt x="16" y="40"/>
                  </a:cubicBezTo>
                  <a:cubicBezTo>
                    <a:pt x="18" y="39"/>
                    <a:pt x="18" y="39"/>
                    <a:pt x="21" y="40"/>
                  </a:cubicBezTo>
                  <a:cubicBezTo>
                    <a:pt x="24" y="42"/>
                    <a:pt x="24" y="43"/>
                    <a:pt x="27" y="42"/>
                  </a:cubicBezTo>
                  <a:cubicBezTo>
                    <a:pt x="30" y="42"/>
                    <a:pt x="29" y="40"/>
                    <a:pt x="27" y="40"/>
                  </a:cubicBezTo>
                  <a:cubicBezTo>
                    <a:pt x="25" y="40"/>
                    <a:pt x="24" y="39"/>
                    <a:pt x="22" y="39"/>
                  </a:cubicBezTo>
                  <a:cubicBezTo>
                    <a:pt x="19" y="40"/>
                    <a:pt x="21" y="39"/>
                    <a:pt x="18" y="39"/>
                  </a:cubicBezTo>
                  <a:cubicBezTo>
                    <a:pt x="13" y="40"/>
                    <a:pt x="15" y="37"/>
                    <a:pt x="13" y="39"/>
                  </a:cubicBezTo>
                  <a:cubicBezTo>
                    <a:pt x="12" y="42"/>
                    <a:pt x="12" y="37"/>
                    <a:pt x="9" y="36"/>
                  </a:cubicBezTo>
                  <a:cubicBezTo>
                    <a:pt x="7" y="33"/>
                    <a:pt x="13" y="34"/>
                    <a:pt x="12" y="33"/>
                  </a:cubicBezTo>
                  <a:cubicBezTo>
                    <a:pt x="9" y="29"/>
                    <a:pt x="10" y="34"/>
                    <a:pt x="9" y="31"/>
                  </a:cubicBezTo>
                  <a:cubicBezTo>
                    <a:pt x="7" y="29"/>
                    <a:pt x="6" y="31"/>
                    <a:pt x="4" y="25"/>
                  </a:cubicBezTo>
                  <a:cubicBezTo>
                    <a:pt x="4" y="25"/>
                    <a:pt x="6" y="25"/>
                    <a:pt x="6" y="23"/>
                  </a:cubicBezTo>
                  <a:cubicBezTo>
                    <a:pt x="6" y="22"/>
                    <a:pt x="6" y="22"/>
                    <a:pt x="6" y="22"/>
                  </a:cubicBezTo>
                  <a:cubicBezTo>
                    <a:pt x="6" y="20"/>
                    <a:pt x="9" y="22"/>
                    <a:pt x="9" y="19"/>
                  </a:cubicBezTo>
                  <a:cubicBezTo>
                    <a:pt x="9" y="14"/>
                    <a:pt x="10" y="17"/>
                    <a:pt x="12" y="15"/>
                  </a:cubicBezTo>
                  <a:cubicBezTo>
                    <a:pt x="12" y="12"/>
                    <a:pt x="10" y="12"/>
                    <a:pt x="10" y="12"/>
                  </a:cubicBezTo>
                  <a:cubicBezTo>
                    <a:pt x="22" y="11"/>
                    <a:pt x="16" y="6"/>
                    <a:pt x="21" y="8"/>
                  </a:cubicBezTo>
                  <a:close/>
                  <a:moveTo>
                    <a:pt x="7" y="43"/>
                  </a:moveTo>
                  <a:cubicBezTo>
                    <a:pt x="9" y="43"/>
                    <a:pt x="12" y="46"/>
                    <a:pt x="10" y="46"/>
                  </a:cubicBezTo>
                  <a:cubicBezTo>
                    <a:pt x="9" y="46"/>
                    <a:pt x="7" y="45"/>
                    <a:pt x="7" y="43"/>
                  </a:cubicBezTo>
                  <a:close/>
                  <a:moveTo>
                    <a:pt x="9" y="42"/>
                  </a:moveTo>
                  <a:cubicBezTo>
                    <a:pt x="10" y="43"/>
                    <a:pt x="10" y="42"/>
                    <a:pt x="9" y="40"/>
                  </a:cubicBezTo>
                  <a:cubicBezTo>
                    <a:pt x="7" y="40"/>
                    <a:pt x="7" y="37"/>
                    <a:pt x="7" y="39"/>
                  </a:cubicBezTo>
                  <a:cubicBezTo>
                    <a:pt x="7" y="40"/>
                    <a:pt x="6" y="39"/>
                    <a:pt x="6" y="40"/>
                  </a:cubicBezTo>
                  <a:cubicBezTo>
                    <a:pt x="6" y="42"/>
                    <a:pt x="7" y="42"/>
                    <a:pt x="9" y="42"/>
                  </a:cubicBezTo>
                  <a:close/>
                  <a:moveTo>
                    <a:pt x="27" y="60"/>
                  </a:moveTo>
                  <a:cubicBezTo>
                    <a:pt x="29" y="62"/>
                    <a:pt x="27" y="65"/>
                    <a:pt x="27" y="64"/>
                  </a:cubicBezTo>
                  <a:cubicBezTo>
                    <a:pt x="25" y="62"/>
                    <a:pt x="25" y="60"/>
                    <a:pt x="27" y="60"/>
                  </a:cubicBezTo>
                  <a:close/>
                  <a:moveTo>
                    <a:pt x="41" y="74"/>
                  </a:moveTo>
                  <a:cubicBezTo>
                    <a:pt x="42" y="78"/>
                    <a:pt x="45" y="76"/>
                    <a:pt x="50" y="76"/>
                  </a:cubicBezTo>
                  <a:cubicBezTo>
                    <a:pt x="54" y="76"/>
                    <a:pt x="54" y="71"/>
                    <a:pt x="50" y="73"/>
                  </a:cubicBezTo>
                  <a:cubicBezTo>
                    <a:pt x="47" y="76"/>
                    <a:pt x="50" y="71"/>
                    <a:pt x="47" y="73"/>
                  </a:cubicBezTo>
                  <a:cubicBezTo>
                    <a:pt x="44" y="73"/>
                    <a:pt x="44" y="70"/>
                    <a:pt x="39" y="71"/>
                  </a:cubicBezTo>
                  <a:cubicBezTo>
                    <a:pt x="36" y="73"/>
                    <a:pt x="36" y="68"/>
                    <a:pt x="35" y="70"/>
                  </a:cubicBezTo>
                  <a:cubicBezTo>
                    <a:pt x="33" y="70"/>
                    <a:pt x="33" y="68"/>
                    <a:pt x="33" y="68"/>
                  </a:cubicBezTo>
                  <a:cubicBezTo>
                    <a:pt x="32" y="70"/>
                    <a:pt x="32" y="70"/>
                    <a:pt x="32" y="71"/>
                  </a:cubicBezTo>
                  <a:cubicBezTo>
                    <a:pt x="32" y="74"/>
                    <a:pt x="36" y="71"/>
                    <a:pt x="41" y="74"/>
                  </a:cubicBezTo>
                  <a:close/>
                  <a:moveTo>
                    <a:pt x="68" y="60"/>
                  </a:moveTo>
                  <a:cubicBezTo>
                    <a:pt x="68" y="59"/>
                    <a:pt x="63" y="62"/>
                    <a:pt x="63" y="64"/>
                  </a:cubicBezTo>
                  <a:cubicBezTo>
                    <a:pt x="65" y="64"/>
                    <a:pt x="63" y="65"/>
                    <a:pt x="65" y="67"/>
                  </a:cubicBezTo>
                  <a:cubicBezTo>
                    <a:pt x="67" y="67"/>
                    <a:pt x="68" y="60"/>
                    <a:pt x="68" y="60"/>
                  </a:cubicBezTo>
                  <a:close/>
                  <a:moveTo>
                    <a:pt x="50" y="37"/>
                  </a:moveTo>
                  <a:cubicBezTo>
                    <a:pt x="51" y="36"/>
                    <a:pt x="53" y="40"/>
                    <a:pt x="50" y="42"/>
                  </a:cubicBezTo>
                  <a:cubicBezTo>
                    <a:pt x="48" y="42"/>
                    <a:pt x="51" y="39"/>
                    <a:pt x="50" y="39"/>
                  </a:cubicBezTo>
                  <a:cubicBezTo>
                    <a:pt x="50" y="37"/>
                    <a:pt x="48" y="37"/>
                    <a:pt x="50" y="37"/>
                  </a:cubicBezTo>
                  <a:close/>
                  <a:moveTo>
                    <a:pt x="54" y="31"/>
                  </a:moveTo>
                  <a:cubicBezTo>
                    <a:pt x="53" y="28"/>
                    <a:pt x="54" y="29"/>
                    <a:pt x="53" y="28"/>
                  </a:cubicBezTo>
                  <a:cubicBezTo>
                    <a:pt x="53" y="28"/>
                    <a:pt x="51" y="28"/>
                    <a:pt x="50" y="29"/>
                  </a:cubicBezTo>
                  <a:cubicBezTo>
                    <a:pt x="48" y="29"/>
                    <a:pt x="50" y="31"/>
                    <a:pt x="53" y="33"/>
                  </a:cubicBezTo>
                  <a:cubicBezTo>
                    <a:pt x="54" y="33"/>
                    <a:pt x="56" y="33"/>
                    <a:pt x="54" y="31"/>
                  </a:cubicBezTo>
                  <a:close/>
                  <a:moveTo>
                    <a:pt x="41" y="12"/>
                  </a:moveTo>
                  <a:cubicBezTo>
                    <a:pt x="41" y="12"/>
                    <a:pt x="41" y="15"/>
                    <a:pt x="39" y="14"/>
                  </a:cubicBezTo>
                  <a:cubicBezTo>
                    <a:pt x="38" y="14"/>
                    <a:pt x="39" y="12"/>
                    <a:pt x="41" y="12"/>
                  </a:cubicBezTo>
                  <a:close/>
                  <a:moveTo>
                    <a:pt x="30" y="36"/>
                  </a:moveTo>
                  <a:cubicBezTo>
                    <a:pt x="33" y="37"/>
                    <a:pt x="32" y="39"/>
                    <a:pt x="33" y="39"/>
                  </a:cubicBezTo>
                  <a:cubicBezTo>
                    <a:pt x="36" y="39"/>
                    <a:pt x="36" y="43"/>
                    <a:pt x="38" y="43"/>
                  </a:cubicBezTo>
                  <a:cubicBezTo>
                    <a:pt x="39" y="45"/>
                    <a:pt x="39" y="42"/>
                    <a:pt x="38" y="42"/>
                  </a:cubicBezTo>
                  <a:cubicBezTo>
                    <a:pt x="36" y="40"/>
                    <a:pt x="36" y="39"/>
                    <a:pt x="36" y="37"/>
                  </a:cubicBezTo>
                  <a:cubicBezTo>
                    <a:pt x="36" y="34"/>
                    <a:pt x="35" y="37"/>
                    <a:pt x="30" y="33"/>
                  </a:cubicBezTo>
                  <a:cubicBezTo>
                    <a:pt x="29" y="31"/>
                    <a:pt x="25" y="33"/>
                    <a:pt x="25" y="34"/>
                  </a:cubicBezTo>
                  <a:cubicBezTo>
                    <a:pt x="27" y="34"/>
                    <a:pt x="29" y="34"/>
                    <a:pt x="30" y="36"/>
                  </a:cubicBezTo>
                  <a:close/>
                  <a:moveTo>
                    <a:pt x="47" y="53"/>
                  </a:moveTo>
                  <a:cubicBezTo>
                    <a:pt x="48" y="51"/>
                    <a:pt x="48" y="56"/>
                    <a:pt x="47" y="54"/>
                  </a:cubicBezTo>
                  <a:cubicBezTo>
                    <a:pt x="45" y="54"/>
                    <a:pt x="45" y="53"/>
                    <a:pt x="47" y="53"/>
                  </a:cubicBezTo>
                  <a:close/>
                  <a:moveTo>
                    <a:pt x="60" y="71"/>
                  </a:moveTo>
                  <a:cubicBezTo>
                    <a:pt x="59" y="71"/>
                    <a:pt x="59" y="67"/>
                    <a:pt x="60" y="68"/>
                  </a:cubicBezTo>
                  <a:cubicBezTo>
                    <a:pt x="60" y="70"/>
                    <a:pt x="60" y="71"/>
                    <a:pt x="60" y="71"/>
                  </a:cubicBezTo>
                  <a:close/>
                  <a:moveTo>
                    <a:pt x="4" y="28"/>
                  </a:moveTo>
                  <a:cubicBezTo>
                    <a:pt x="1" y="25"/>
                    <a:pt x="1" y="25"/>
                    <a:pt x="1" y="25"/>
                  </a:cubicBezTo>
                  <a:cubicBezTo>
                    <a:pt x="3" y="23"/>
                    <a:pt x="1" y="23"/>
                    <a:pt x="0" y="23"/>
                  </a:cubicBezTo>
                  <a:cubicBezTo>
                    <a:pt x="0" y="25"/>
                    <a:pt x="1" y="28"/>
                    <a:pt x="4" y="28"/>
                  </a:cubicBezTo>
                  <a:close/>
                  <a:moveTo>
                    <a:pt x="44" y="23"/>
                  </a:moveTo>
                  <a:cubicBezTo>
                    <a:pt x="45" y="22"/>
                    <a:pt x="45" y="25"/>
                    <a:pt x="45" y="23"/>
                  </a:cubicBezTo>
                  <a:cubicBezTo>
                    <a:pt x="45" y="22"/>
                    <a:pt x="47" y="20"/>
                    <a:pt x="45" y="22"/>
                  </a:cubicBezTo>
                  <a:cubicBezTo>
                    <a:pt x="45" y="22"/>
                    <a:pt x="42" y="20"/>
                    <a:pt x="42" y="22"/>
                  </a:cubicBezTo>
                  <a:cubicBezTo>
                    <a:pt x="42" y="23"/>
                    <a:pt x="44" y="23"/>
                    <a:pt x="44" y="23"/>
                  </a:cubicBezTo>
                  <a:close/>
                  <a:moveTo>
                    <a:pt x="48" y="20"/>
                  </a:moveTo>
                  <a:cubicBezTo>
                    <a:pt x="48" y="17"/>
                    <a:pt x="51" y="19"/>
                    <a:pt x="50" y="20"/>
                  </a:cubicBezTo>
                  <a:cubicBezTo>
                    <a:pt x="48" y="20"/>
                    <a:pt x="48" y="20"/>
                    <a:pt x="48" y="20"/>
                  </a:cubicBezTo>
                  <a:close/>
                  <a:moveTo>
                    <a:pt x="44" y="54"/>
                  </a:moveTo>
                  <a:cubicBezTo>
                    <a:pt x="42" y="53"/>
                    <a:pt x="44" y="51"/>
                    <a:pt x="45" y="53"/>
                  </a:cubicBezTo>
                  <a:cubicBezTo>
                    <a:pt x="44" y="54"/>
                    <a:pt x="44" y="54"/>
                    <a:pt x="44" y="54"/>
                  </a:cubicBezTo>
                  <a:close/>
                  <a:moveTo>
                    <a:pt x="38" y="57"/>
                  </a:moveTo>
                  <a:cubicBezTo>
                    <a:pt x="36" y="57"/>
                    <a:pt x="38" y="59"/>
                    <a:pt x="39" y="57"/>
                  </a:cubicBezTo>
                  <a:cubicBezTo>
                    <a:pt x="39" y="56"/>
                    <a:pt x="39" y="56"/>
                    <a:pt x="38" y="57"/>
                  </a:cubicBezTo>
                  <a:close/>
                  <a:moveTo>
                    <a:pt x="38" y="48"/>
                  </a:moveTo>
                  <a:cubicBezTo>
                    <a:pt x="36" y="48"/>
                    <a:pt x="38" y="46"/>
                    <a:pt x="38" y="46"/>
                  </a:cubicBezTo>
                  <a:cubicBezTo>
                    <a:pt x="38" y="48"/>
                    <a:pt x="38" y="48"/>
                    <a:pt x="38" y="48"/>
                  </a:cubicBezTo>
                  <a:close/>
                  <a:moveTo>
                    <a:pt x="38" y="51"/>
                  </a:moveTo>
                  <a:cubicBezTo>
                    <a:pt x="36" y="51"/>
                    <a:pt x="38" y="48"/>
                    <a:pt x="38" y="50"/>
                  </a:cubicBezTo>
                  <a:cubicBezTo>
                    <a:pt x="39" y="50"/>
                    <a:pt x="39" y="51"/>
                    <a:pt x="38" y="51"/>
                  </a:cubicBezTo>
                  <a:close/>
                  <a:moveTo>
                    <a:pt x="50" y="48"/>
                  </a:moveTo>
                  <a:cubicBezTo>
                    <a:pt x="50" y="46"/>
                    <a:pt x="53" y="46"/>
                    <a:pt x="53" y="46"/>
                  </a:cubicBezTo>
                  <a:cubicBezTo>
                    <a:pt x="53" y="46"/>
                    <a:pt x="50" y="50"/>
                    <a:pt x="50" y="48"/>
                  </a:cubicBezTo>
                  <a:close/>
                  <a:moveTo>
                    <a:pt x="7" y="37"/>
                  </a:moveTo>
                  <a:cubicBezTo>
                    <a:pt x="6" y="37"/>
                    <a:pt x="7" y="34"/>
                    <a:pt x="9" y="34"/>
                  </a:cubicBezTo>
                  <a:cubicBezTo>
                    <a:pt x="9" y="36"/>
                    <a:pt x="9" y="37"/>
                    <a:pt x="7" y="37"/>
                  </a:cubicBezTo>
                  <a:close/>
                  <a:moveTo>
                    <a:pt x="41" y="34"/>
                  </a:moveTo>
                  <a:cubicBezTo>
                    <a:pt x="39" y="34"/>
                    <a:pt x="39" y="33"/>
                    <a:pt x="39" y="33"/>
                  </a:cubicBezTo>
                  <a:cubicBezTo>
                    <a:pt x="39" y="31"/>
                    <a:pt x="41" y="34"/>
                    <a:pt x="41" y="34"/>
                  </a:cubicBezTo>
                  <a:close/>
                  <a:moveTo>
                    <a:pt x="42" y="48"/>
                  </a:moveTo>
                  <a:cubicBezTo>
                    <a:pt x="44" y="50"/>
                    <a:pt x="45" y="48"/>
                    <a:pt x="44" y="46"/>
                  </a:cubicBezTo>
                  <a:cubicBezTo>
                    <a:pt x="42" y="46"/>
                    <a:pt x="41" y="42"/>
                    <a:pt x="41" y="43"/>
                  </a:cubicBezTo>
                  <a:cubicBezTo>
                    <a:pt x="39" y="45"/>
                    <a:pt x="42" y="45"/>
                    <a:pt x="42" y="48"/>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199" name="Freeform 8">
              <a:extLst>
                <a:ext uri="{FF2B5EF4-FFF2-40B4-BE49-F238E27FC236}">
                  <a16:creationId xmlns:a16="http://schemas.microsoft.com/office/drawing/2014/main" id="{C65C3003-D357-101C-F659-536ACEE7C40B}"/>
                </a:ext>
              </a:extLst>
            </p:cNvPr>
            <p:cNvSpPr>
              <a:spLocks/>
            </p:cNvSpPr>
            <p:nvPr/>
          </p:nvSpPr>
          <p:spPr bwMode="auto">
            <a:xfrm>
              <a:off x="1501962" y="2778821"/>
              <a:ext cx="112873" cy="157385"/>
            </a:xfrm>
            <a:custGeom>
              <a:avLst/>
              <a:gdLst/>
              <a:ahLst/>
              <a:cxnLst>
                <a:cxn ang="0">
                  <a:pos x="24" y="9"/>
                </a:cxn>
                <a:cxn ang="0">
                  <a:pos x="22" y="12"/>
                </a:cxn>
                <a:cxn ang="0">
                  <a:pos x="28" y="16"/>
                </a:cxn>
                <a:cxn ang="0">
                  <a:pos x="30" y="14"/>
                </a:cxn>
                <a:cxn ang="0">
                  <a:pos x="31" y="17"/>
                </a:cxn>
                <a:cxn ang="0">
                  <a:pos x="34" y="17"/>
                </a:cxn>
                <a:cxn ang="0">
                  <a:pos x="34" y="19"/>
                </a:cxn>
                <a:cxn ang="0">
                  <a:pos x="36" y="23"/>
                </a:cxn>
                <a:cxn ang="0">
                  <a:pos x="36" y="36"/>
                </a:cxn>
                <a:cxn ang="0">
                  <a:pos x="33" y="40"/>
                </a:cxn>
                <a:cxn ang="0">
                  <a:pos x="28" y="40"/>
                </a:cxn>
                <a:cxn ang="0">
                  <a:pos x="19" y="45"/>
                </a:cxn>
                <a:cxn ang="0">
                  <a:pos x="18" y="47"/>
                </a:cxn>
                <a:cxn ang="0">
                  <a:pos x="7" y="48"/>
                </a:cxn>
                <a:cxn ang="0">
                  <a:pos x="6" y="47"/>
                </a:cxn>
                <a:cxn ang="0">
                  <a:pos x="4" y="44"/>
                </a:cxn>
                <a:cxn ang="0">
                  <a:pos x="3" y="40"/>
                </a:cxn>
                <a:cxn ang="0">
                  <a:pos x="7" y="39"/>
                </a:cxn>
                <a:cxn ang="0">
                  <a:pos x="12" y="36"/>
                </a:cxn>
                <a:cxn ang="0">
                  <a:pos x="13" y="34"/>
                </a:cxn>
                <a:cxn ang="0">
                  <a:pos x="7" y="34"/>
                </a:cxn>
                <a:cxn ang="0">
                  <a:pos x="12" y="30"/>
                </a:cxn>
                <a:cxn ang="0">
                  <a:pos x="10" y="28"/>
                </a:cxn>
                <a:cxn ang="0">
                  <a:pos x="6" y="23"/>
                </a:cxn>
                <a:cxn ang="0">
                  <a:pos x="9" y="20"/>
                </a:cxn>
                <a:cxn ang="0">
                  <a:pos x="6" y="17"/>
                </a:cxn>
                <a:cxn ang="0">
                  <a:pos x="4" y="16"/>
                </a:cxn>
                <a:cxn ang="0">
                  <a:pos x="12" y="16"/>
                </a:cxn>
                <a:cxn ang="0">
                  <a:pos x="15" y="16"/>
                </a:cxn>
                <a:cxn ang="0">
                  <a:pos x="19" y="12"/>
                </a:cxn>
                <a:cxn ang="0">
                  <a:pos x="15" y="11"/>
                </a:cxn>
                <a:cxn ang="0">
                  <a:pos x="18" y="6"/>
                </a:cxn>
                <a:cxn ang="0">
                  <a:pos x="24" y="3"/>
                </a:cxn>
                <a:cxn ang="0">
                  <a:pos x="28" y="1"/>
                </a:cxn>
                <a:cxn ang="0">
                  <a:pos x="28" y="5"/>
                </a:cxn>
                <a:cxn ang="0">
                  <a:pos x="24" y="9"/>
                </a:cxn>
              </a:cxnLst>
              <a:rect l="0" t="0" r="r" b="b"/>
              <a:pathLst>
                <a:path w="37" h="51">
                  <a:moveTo>
                    <a:pt x="24" y="9"/>
                  </a:moveTo>
                  <a:cubicBezTo>
                    <a:pt x="21" y="9"/>
                    <a:pt x="25" y="11"/>
                    <a:pt x="22" y="12"/>
                  </a:cubicBezTo>
                  <a:cubicBezTo>
                    <a:pt x="18" y="14"/>
                    <a:pt x="28" y="19"/>
                    <a:pt x="28" y="16"/>
                  </a:cubicBezTo>
                  <a:cubicBezTo>
                    <a:pt x="28" y="14"/>
                    <a:pt x="30" y="12"/>
                    <a:pt x="30" y="14"/>
                  </a:cubicBezTo>
                  <a:cubicBezTo>
                    <a:pt x="31" y="17"/>
                    <a:pt x="31" y="16"/>
                    <a:pt x="31" y="17"/>
                  </a:cubicBezTo>
                  <a:cubicBezTo>
                    <a:pt x="33" y="19"/>
                    <a:pt x="33" y="17"/>
                    <a:pt x="34" y="17"/>
                  </a:cubicBezTo>
                  <a:cubicBezTo>
                    <a:pt x="36" y="17"/>
                    <a:pt x="36" y="19"/>
                    <a:pt x="34" y="19"/>
                  </a:cubicBezTo>
                  <a:cubicBezTo>
                    <a:pt x="34" y="19"/>
                    <a:pt x="34" y="20"/>
                    <a:pt x="36" y="23"/>
                  </a:cubicBezTo>
                  <a:cubicBezTo>
                    <a:pt x="37" y="26"/>
                    <a:pt x="37" y="31"/>
                    <a:pt x="36" y="36"/>
                  </a:cubicBezTo>
                  <a:cubicBezTo>
                    <a:pt x="33" y="40"/>
                    <a:pt x="36" y="40"/>
                    <a:pt x="33" y="40"/>
                  </a:cubicBezTo>
                  <a:cubicBezTo>
                    <a:pt x="30" y="40"/>
                    <a:pt x="31" y="40"/>
                    <a:pt x="28" y="40"/>
                  </a:cubicBezTo>
                  <a:cubicBezTo>
                    <a:pt x="24" y="42"/>
                    <a:pt x="21" y="47"/>
                    <a:pt x="19" y="45"/>
                  </a:cubicBezTo>
                  <a:cubicBezTo>
                    <a:pt x="19" y="42"/>
                    <a:pt x="19" y="45"/>
                    <a:pt x="18" y="47"/>
                  </a:cubicBezTo>
                  <a:cubicBezTo>
                    <a:pt x="18" y="48"/>
                    <a:pt x="4" y="51"/>
                    <a:pt x="7" y="48"/>
                  </a:cubicBezTo>
                  <a:cubicBezTo>
                    <a:pt x="12" y="44"/>
                    <a:pt x="3" y="50"/>
                    <a:pt x="6" y="47"/>
                  </a:cubicBezTo>
                  <a:cubicBezTo>
                    <a:pt x="7" y="44"/>
                    <a:pt x="0" y="47"/>
                    <a:pt x="4" y="44"/>
                  </a:cubicBezTo>
                  <a:cubicBezTo>
                    <a:pt x="7" y="39"/>
                    <a:pt x="0" y="44"/>
                    <a:pt x="3" y="40"/>
                  </a:cubicBezTo>
                  <a:cubicBezTo>
                    <a:pt x="6" y="37"/>
                    <a:pt x="9" y="40"/>
                    <a:pt x="7" y="39"/>
                  </a:cubicBezTo>
                  <a:cubicBezTo>
                    <a:pt x="6" y="37"/>
                    <a:pt x="7" y="36"/>
                    <a:pt x="12" y="36"/>
                  </a:cubicBezTo>
                  <a:cubicBezTo>
                    <a:pt x="16" y="36"/>
                    <a:pt x="15" y="34"/>
                    <a:pt x="13" y="34"/>
                  </a:cubicBezTo>
                  <a:cubicBezTo>
                    <a:pt x="12" y="34"/>
                    <a:pt x="3" y="37"/>
                    <a:pt x="7" y="34"/>
                  </a:cubicBezTo>
                  <a:cubicBezTo>
                    <a:pt x="12" y="31"/>
                    <a:pt x="7" y="30"/>
                    <a:pt x="12" y="30"/>
                  </a:cubicBezTo>
                  <a:cubicBezTo>
                    <a:pt x="16" y="28"/>
                    <a:pt x="12" y="26"/>
                    <a:pt x="10" y="28"/>
                  </a:cubicBezTo>
                  <a:cubicBezTo>
                    <a:pt x="9" y="28"/>
                    <a:pt x="3" y="25"/>
                    <a:pt x="6" y="23"/>
                  </a:cubicBezTo>
                  <a:cubicBezTo>
                    <a:pt x="7" y="22"/>
                    <a:pt x="6" y="22"/>
                    <a:pt x="9" y="20"/>
                  </a:cubicBezTo>
                  <a:cubicBezTo>
                    <a:pt x="12" y="19"/>
                    <a:pt x="3" y="20"/>
                    <a:pt x="6" y="17"/>
                  </a:cubicBezTo>
                  <a:cubicBezTo>
                    <a:pt x="7" y="16"/>
                    <a:pt x="4" y="17"/>
                    <a:pt x="4" y="16"/>
                  </a:cubicBezTo>
                  <a:cubicBezTo>
                    <a:pt x="6" y="14"/>
                    <a:pt x="9" y="14"/>
                    <a:pt x="12" y="16"/>
                  </a:cubicBezTo>
                  <a:cubicBezTo>
                    <a:pt x="13" y="16"/>
                    <a:pt x="13" y="14"/>
                    <a:pt x="15" y="16"/>
                  </a:cubicBezTo>
                  <a:cubicBezTo>
                    <a:pt x="18" y="16"/>
                    <a:pt x="16" y="14"/>
                    <a:pt x="19" y="12"/>
                  </a:cubicBezTo>
                  <a:cubicBezTo>
                    <a:pt x="22" y="9"/>
                    <a:pt x="16" y="11"/>
                    <a:pt x="15" y="11"/>
                  </a:cubicBezTo>
                  <a:cubicBezTo>
                    <a:pt x="15" y="9"/>
                    <a:pt x="19" y="9"/>
                    <a:pt x="18" y="6"/>
                  </a:cubicBezTo>
                  <a:cubicBezTo>
                    <a:pt x="18" y="5"/>
                    <a:pt x="22" y="3"/>
                    <a:pt x="24" y="3"/>
                  </a:cubicBezTo>
                  <a:cubicBezTo>
                    <a:pt x="27" y="3"/>
                    <a:pt x="25" y="0"/>
                    <a:pt x="28" y="1"/>
                  </a:cubicBezTo>
                  <a:cubicBezTo>
                    <a:pt x="31" y="3"/>
                    <a:pt x="28" y="3"/>
                    <a:pt x="28" y="5"/>
                  </a:cubicBezTo>
                  <a:cubicBezTo>
                    <a:pt x="25" y="6"/>
                    <a:pt x="27" y="9"/>
                    <a:pt x="24" y="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0" name="Freeform 170">
              <a:extLst>
                <a:ext uri="{FF2B5EF4-FFF2-40B4-BE49-F238E27FC236}">
                  <a16:creationId xmlns:a16="http://schemas.microsoft.com/office/drawing/2014/main" id="{1059843A-495F-7674-6443-C42CAB13272B}"/>
                </a:ext>
              </a:extLst>
            </p:cNvPr>
            <p:cNvSpPr>
              <a:spLocks noEditPoints="1"/>
            </p:cNvSpPr>
            <p:nvPr/>
          </p:nvSpPr>
          <p:spPr bwMode="auto">
            <a:xfrm>
              <a:off x="1916892" y="3090410"/>
              <a:ext cx="303646" cy="364050"/>
            </a:xfrm>
            <a:custGeom>
              <a:avLst/>
              <a:gdLst/>
              <a:ahLst/>
              <a:cxnLst>
                <a:cxn ang="0">
                  <a:pos x="54" y="15"/>
                </a:cxn>
                <a:cxn ang="0">
                  <a:pos x="47" y="22"/>
                </a:cxn>
                <a:cxn ang="0">
                  <a:pos x="50" y="36"/>
                </a:cxn>
                <a:cxn ang="0">
                  <a:pos x="67" y="57"/>
                </a:cxn>
                <a:cxn ang="0">
                  <a:pos x="87" y="68"/>
                </a:cxn>
                <a:cxn ang="0">
                  <a:pos x="96" y="79"/>
                </a:cxn>
                <a:cxn ang="0">
                  <a:pos x="90" y="76"/>
                </a:cxn>
                <a:cxn ang="0">
                  <a:pos x="81" y="81"/>
                </a:cxn>
                <a:cxn ang="0">
                  <a:pos x="84" y="92"/>
                </a:cxn>
                <a:cxn ang="0">
                  <a:pos x="75" y="102"/>
                </a:cxn>
                <a:cxn ang="0">
                  <a:pos x="76" y="95"/>
                </a:cxn>
                <a:cxn ang="0">
                  <a:pos x="70" y="79"/>
                </a:cxn>
                <a:cxn ang="0">
                  <a:pos x="63" y="71"/>
                </a:cxn>
                <a:cxn ang="0">
                  <a:pos x="47" y="61"/>
                </a:cxn>
                <a:cxn ang="0">
                  <a:pos x="38" y="53"/>
                </a:cxn>
                <a:cxn ang="0">
                  <a:pos x="32" y="42"/>
                </a:cxn>
                <a:cxn ang="0">
                  <a:pos x="19" y="31"/>
                </a:cxn>
                <a:cxn ang="0">
                  <a:pos x="11" y="33"/>
                </a:cxn>
                <a:cxn ang="0">
                  <a:pos x="5" y="25"/>
                </a:cxn>
                <a:cxn ang="0">
                  <a:pos x="5" y="14"/>
                </a:cxn>
                <a:cxn ang="0">
                  <a:pos x="14" y="12"/>
                </a:cxn>
                <a:cxn ang="0">
                  <a:pos x="17" y="8"/>
                </a:cxn>
                <a:cxn ang="0">
                  <a:pos x="22" y="14"/>
                </a:cxn>
                <a:cxn ang="0">
                  <a:pos x="25" y="6"/>
                </a:cxn>
                <a:cxn ang="0">
                  <a:pos x="31" y="9"/>
                </a:cxn>
                <a:cxn ang="0">
                  <a:pos x="34" y="6"/>
                </a:cxn>
                <a:cxn ang="0">
                  <a:pos x="37" y="3"/>
                </a:cxn>
                <a:cxn ang="0">
                  <a:pos x="44" y="0"/>
                </a:cxn>
                <a:cxn ang="0">
                  <a:pos x="47" y="3"/>
                </a:cxn>
                <a:cxn ang="0">
                  <a:pos x="57" y="9"/>
                </a:cxn>
                <a:cxn ang="0">
                  <a:pos x="58" y="14"/>
                </a:cxn>
                <a:cxn ang="0">
                  <a:pos x="57" y="15"/>
                </a:cxn>
                <a:cxn ang="0">
                  <a:pos x="61" y="112"/>
                </a:cxn>
                <a:cxn ang="0">
                  <a:pos x="70" y="115"/>
                </a:cxn>
                <a:cxn ang="0">
                  <a:pos x="73" y="99"/>
                </a:cxn>
                <a:cxn ang="0">
                  <a:pos x="57" y="101"/>
                </a:cxn>
                <a:cxn ang="0">
                  <a:pos x="49" y="104"/>
                </a:cxn>
                <a:cxn ang="0">
                  <a:pos x="17" y="79"/>
                </a:cxn>
                <a:cxn ang="0">
                  <a:pos x="20" y="92"/>
                </a:cxn>
                <a:cxn ang="0">
                  <a:pos x="28" y="84"/>
                </a:cxn>
                <a:cxn ang="0">
                  <a:pos x="26" y="68"/>
                </a:cxn>
                <a:cxn ang="0">
                  <a:pos x="14" y="71"/>
                </a:cxn>
              </a:cxnLst>
              <a:rect l="0" t="0" r="r" b="b"/>
              <a:pathLst>
                <a:path w="98" h="118">
                  <a:moveTo>
                    <a:pt x="57" y="15"/>
                  </a:moveTo>
                  <a:cubicBezTo>
                    <a:pt x="55" y="17"/>
                    <a:pt x="57" y="14"/>
                    <a:pt x="54" y="15"/>
                  </a:cubicBezTo>
                  <a:cubicBezTo>
                    <a:pt x="50" y="17"/>
                    <a:pt x="50" y="20"/>
                    <a:pt x="49" y="19"/>
                  </a:cubicBezTo>
                  <a:cubicBezTo>
                    <a:pt x="47" y="17"/>
                    <a:pt x="46" y="20"/>
                    <a:pt x="47" y="22"/>
                  </a:cubicBezTo>
                  <a:cubicBezTo>
                    <a:pt x="49" y="23"/>
                    <a:pt x="50" y="25"/>
                    <a:pt x="49" y="26"/>
                  </a:cubicBezTo>
                  <a:cubicBezTo>
                    <a:pt x="46" y="26"/>
                    <a:pt x="47" y="33"/>
                    <a:pt x="50" y="36"/>
                  </a:cubicBezTo>
                  <a:cubicBezTo>
                    <a:pt x="54" y="37"/>
                    <a:pt x="55" y="40"/>
                    <a:pt x="57" y="40"/>
                  </a:cubicBezTo>
                  <a:cubicBezTo>
                    <a:pt x="60" y="40"/>
                    <a:pt x="58" y="48"/>
                    <a:pt x="67" y="57"/>
                  </a:cubicBezTo>
                  <a:cubicBezTo>
                    <a:pt x="70" y="61"/>
                    <a:pt x="82" y="57"/>
                    <a:pt x="78" y="62"/>
                  </a:cubicBezTo>
                  <a:cubicBezTo>
                    <a:pt x="73" y="65"/>
                    <a:pt x="85" y="67"/>
                    <a:pt x="87" y="68"/>
                  </a:cubicBezTo>
                  <a:cubicBezTo>
                    <a:pt x="87" y="70"/>
                    <a:pt x="89" y="71"/>
                    <a:pt x="92" y="73"/>
                  </a:cubicBezTo>
                  <a:cubicBezTo>
                    <a:pt x="93" y="75"/>
                    <a:pt x="98" y="76"/>
                    <a:pt x="96" y="79"/>
                  </a:cubicBezTo>
                  <a:cubicBezTo>
                    <a:pt x="96" y="82"/>
                    <a:pt x="98" y="82"/>
                    <a:pt x="95" y="82"/>
                  </a:cubicBezTo>
                  <a:cubicBezTo>
                    <a:pt x="92" y="82"/>
                    <a:pt x="93" y="76"/>
                    <a:pt x="90" y="76"/>
                  </a:cubicBezTo>
                  <a:cubicBezTo>
                    <a:pt x="87" y="76"/>
                    <a:pt x="87" y="75"/>
                    <a:pt x="84" y="76"/>
                  </a:cubicBezTo>
                  <a:cubicBezTo>
                    <a:pt x="81" y="78"/>
                    <a:pt x="82" y="79"/>
                    <a:pt x="81" y="81"/>
                  </a:cubicBezTo>
                  <a:cubicBezTo>
                    <a:pt x="79" y="84"/>
                    <a:pt x="81" y="84"/>
                    <a:pt x="82" y="85"/>
                  </a:cubicBezTo>
                  <a:cubicBezTo>
                    <a:pt x="85" y="85"/>
                    <a:pt x="89" y="90"/>
                    <a:pt x="84" y="92"/>
                  </a:cubicBezTo>
                  <a:cubicBezTo>
                    <a:pt x="81" y="95"/>
                    <a:pt x="82" y="96"/>
                    <a:pt x="81" y="99"/>
                  </a:cubicBezTo>
                  <a:cubicBezTo>
                    <a:pt x="78" y="101"/>
                    <a:pt x="78" y="106"/>
                    <a:pt x="75" y="102"/>
                  </a:cubicBezTo>
                  <a:cubicBezTo>
                    <a:pt x="73" y="102"/>
                    <a:pt x="73" y="101"/>
                    <a:pt x="75" y="98"/>
                  </a:cubicBezTo>
                  <a:cubicBezTo>
                    <a:pt x="76" y="96"/>
                    <a:pt x="75" y="96"/>
                    <a:pt x="76" y="95"/>
                  </a:cubicBezTo>
                  <a:cubicBezTo>
                    <a:pt x="78" y="93"/>
                    <a:pt x="78" y="93"/>
                    <a:pt x="76" y="85"/>
                  </a:cubicBezTo>
                  <a:cubicBezTo>
                    <a:pt x="75" y="79"/>
                    <a:pt x="73" y="81"/>
                    <a:pt x="70" y="79"/>
                  </a:cubicBezTo>
                  <a:cubicBezTo>
                    <a:pt x="66" y="76"/>
                    <a:pt x="70" y="73"/>
                    <a:pt x="66" y="73"/>
                  </a:cubicBezTo>
                  <a:cubicBezTo>
                    <a:pt x="63" y="75"/>
                    <a:pt x="66" y="71"/>
                    <a:pt x="63" y="71"/>
                  </a:cubicBezTo>
                  <a:cubicBezTo>
                    <a:pt x="60" y="71"/>
                    <a:pt x="61" y="67"/>
                    <a:pt x="58" y="67"/>
                  </a:cubicBezTo>
                  <a:cubicBezTo>
                    <a:pt x="55" y="67"/>
                    <a:pt x="50" y="65"/>
                    <a:pt x="47" y="61"/>
                  </a:cubicBezTo>
                  <a:cubicBezTo>
                    <a:pt x="44" y="57"/>
                    <a:pt x="44" y="61"/>
                    <a:pt x="43" y="57"/>
                  </a:cubicBezTo>
                  <a:cubicBezTo>
                    <a:pt x="43" y="53"/>
                    <a:pt x="38" y="54"/>
                    <a:pt x="38" y="53"/>
                  </a:cubicBezTo>
                  <a:cubicBezTo>
                    <a:pt x="38" y="51"/>
                    <a:pt x="38" y="51"/>
                    <a:pt x="35" y="48"/>
                  </a:cubicBezTo>
                  <a:cubicBezTo>
                    <a:pt x="32" y="47"/>
                    <a:pt x="35" y="45"/>
                    <a:pt x="32" y="42"/>
                  </a:cubicBezTo>
                  <a:cubicBezTo>
                    <a:pt x="31" y="40"/>
                    <a:pt x="32" y="34"/>
                    <a:pt x="28" y="34"/>
                  </a:cubicBezTo>
                  <a:cubicBezTo>
                    <a:pt x="25" y="36"/>
                    <a:pt x="23" y="29"/>
                    <a:pt x="19" y="31"/>
                  </a:cubicBezTo>
                  <a:cubicBezTo>
                    <a:pt x="15" y="33"/>
                    <a:pt x="19" y="36"/>
                    <a:pt x="9" y="39"/>
                  </a:cubicBezTo>
                  <a:cubicBezTo>
                    <a:pt x="9" y="37"/>
                    <a:pt x="12" y="34"/>
                    <a:pt x="11" y="33"/>
                  </a:cubicBezTo>
                  <a:cubicBezTo>
                    <a:pt x="11" y="33"/>
                    <a:pt x="6" y="36"/>
                    <a:pt x="5" y="31"/>
                  </a:cubicBezTo>
                  <a:cubicBezTo>
                    <a:pt x="3" y="28"/>
                    <a:pt x="9" y="28"/>
                    <a:pt x="5" y="25"/>
                  </a:cubicBezTo>
                  <a:cubicBezTo>
                    <a:pt x="0" y="22"/>
                    <a:pt x="5" y="23"/>
                    <a:pt x="6" y="20"/>
                  </a:cubicBezTo>
                  <a:cubicBezTo>
                    <a:pt x="8" y="19"/>
                    <a:pt x="3" y="17"/>
                    <a:pt x="5" y="14"/>
                  </a:cubicBezTo>
                  <a:cubicBezTo>
                    <a:pt x="6" y="14"/>
                    <a:pt x="6" y="14"/>
                    <a:pt x="9" y="14"/>
                  </a:cubicBezTo>
                  <a:cubicBezTo>
                    <a:pt x="11" y="12"/>
                    <a:pt x="11" y="14"/>
                    <a:pt x="14" y="12"/>
                  </a:cubicBezTo>
                  <a:cubicBezTo>
                    <a:pt x="17" y="9"/>
                    <a:pt x="14" y="9"/>
                    <a:pt x="15" y="9"/>
                  </a:cubicBezTo>
                  <a:cubicBezTo>
                    <a:pt x="15" y="8"/>
                    <a:pt x="17" y="6"/>
                    <a:pt x="17" y="8"/>
                  </a:cubicBezTo>
                  <a:cubicBezTo>
                    <a:pt x="17" y="8"/>
                    <a:pt x="17" y="9"/>
                    <a:pt x="19" y="11"/>
                  </a:cubicBezTo>
                  <a:cubicBezTo>
                    <a:pt x="20" y="12"/>
                    <a:pt x="20" y="15"/>
                    <a:pt x="22" y="14"/>
                  </a:cubicBezTo>
                  <a:cubicBezTo>
                    <a:pt x="23" y="14"/>
                    <a:pt x="20" y="12"/>
                    <a:pt x="23" y="11"/>
                  </a:cubicBezTo>
                  <a:cubicBezTo>
                    <a:pt x="25" y="9"/>
                    <a:pt x="23" y="6"/>
                    <a:pt x="25" y="6"/>
                  </a:cubicBezTo>
                  <a:cubicBezTo>
                    <a:pt x="26" y="6"/>
                    <a:pt x="26" y="9"/>
                    <a:pt x="28" y="9"/>
                  </a:cubicBezTo>
                  <a:cubicBezTo>
                    <a:pt x="29" y="8"/>
                    <a:pt x="29" y="11"/>
                    <a:pt x="31" y="9"/>
                  </a:cubicBezTo>
                  <a:cubicBezTo>
                    <a:pt x="32" y="9"/>
                    <a:pt x="29" y="6"/>
                    <a:pt x="31" y="6"/>
                  </a:cubicBezTo>
                  <a:cubicBezTo>
                    <a:pt x="31" y="5"/>
                    <a:pt x="32" y="8"/>
                    <a:pt x="34" y="6"/>
                  </a:cubicBezTo>
                  <a:cubicBezTo>
                    <a:pt x="34" y="6"/>
                    <a:pt x="32" y="5"/>
                    <a:pt x="34" y="1"/>
                  </a:cubicBezTo>
                  <a:cubicBezTo>
                    <a:pt x="35" y="1"/>
                    <a:pt x="35" y="5"/>
                    <a:pt x="37" y="3"/>
                  </a:cubicBezTo>
                  <a:cubicBezTo>
                    <a:pt x="38" y="3"/>
                    <a:pt x="38" y="1"/>
                    <a:pt x="40" y="1"/>
                  </a:cubicBezTo>
                  <a:cubicBezTo>
                    <a:pt x="41" y="0"/>
                    <a:pt x="41" y="1"/>
                    <a:pt x="44" y="0"/>
                  </a:cubicBezTo>
                  <a:cubicBezTo>
                    <a:pt x="49" y="0"/>
                    <a:pt x="46" y="0"/>
                    <a:pt x="46" y="1"/>
                  </a:cubicBezTo>
                  <a:cubicBezTo>
                    <a:pt x="47" y="1"/>
                    <a:pt x="47" y="1"/>
                    <a:pt x="47" y="3"/>
                  </a:cubicBezTo>
                  <a:cubicBezTo>
                    <a:pt x="47" y="5"/>
                    <a:pt x="50" y="6"/>
                    <a:pt x="58" y="6"/>
                  </a:cubicBezTo>
                  <a:cubicBezTo>
                    <a:pt x="58" y="8"/>
                    <a:pt x="57" y="8"/>
                    <a:pt x="57" y="9"/>
                  </a:cubicBezTo>
                  <a:cubicBezTo>
                    <a:pt x="57" y="11"/>
                    <a:pt x="60" y="9"/>
                    <a:pt x="58" y="11"/>
                  </a:cubicBezTo>
                  <a:cubicBezTo>
                    <a:pt x="57" y="12"/>
                    <a:pt x="57" y="14"/>
                    <a:pt x="58" y="14"/>
                  </a:cubicBezTo>
                  <a:cubicBezTo>
                    <a:pt x="60" y="15"/>
                    <a:pt x="61" y="17"/>
                    <a:pt x="58" y="17"/>
                  </a:cubicBezTo>
                  <a:cubicBezTo>
                    <a:pt x="58" y="17"/>
                    <a:pt x="60" y="15"/>
                    <a:pt x="57" y="15"/>
                  </a:cubicBezTo>
                  <a:close/>
                  <a:moveTo>
                    <a:pt x="54" y="107"/>
                  </a:moveTo>
                  <a:cubicBezTo>
                    <a:pt x="55" y="109"/>
                    <a:pt x="58" y="112"/>
                    <a:pt x="61" y="112"/>
                  </a:cubicBezTo>
                  <a:cubicBezTo>
                    <a:pt x="64" y="112"/>
                    <a:pt x="64" y="115"/>
                    <a:pt x="67" y="115"/>
                  </a:cubicBezTo>
                  <a:cubicBezTo>
                    <a:pt x="70" y="116"/>
                    <a:pt x="70" y="118"/>
                    <a:pt x="70" y="115"/>
                  </a:cubicBezTo>
                  <a:cubicBezTo>
                    <a:pt x="70" y="113"/>
                    <a:pt x="72" y="110"/>
                    <a:pt x="70" y="109"/>
                  </a:cubicBezTo>
                  <a:cubicBezTo>
                    <a:pt x="69" y="109"/>
                    <a:pt x="73" y="101"/>
                    <a:pt x="73" y="99"/>
                  </a:cubicBezTo>
                  <a:cubicBezTo>
                    <a:pt x="75" y="98"/>
                    <a:pt x="70" y="101"/>
                    <a:pt x="69" y="101"/>
                  </a:cubicBezTo>
                  <a:cubicBezTo>
                    <a:pt x="66" y="99"/>
                    <a:pt x="61" y="104"/>
                    <a:pt x="57" y="101"/>
                  </a:cubicBezTo>
                  <a:cubicBezTo>
                    <a:pt x="54" y="96"/>
                    <a:pt x="54" y="104"/>
                    <a:pt x="52" y="101"/>
                  </a:cubicBezTo>
                  <a:cubicBezTo>
                    <a:pt x="50" y="99"/>
                    <a:pt x="49" y="101"/>
                    <a:pt x="49" y="104"/>
                  </a:cubicBezTo>
                  <a:cubicBezTo>
                    <a:pt x="49" y="107"/>
                    <a:pt x="50" y="107"/>
                    <a:pt x="54" y="107"/>
                  </a:cubicBezTo>
                  <a:close/>
                  <a:moveTo>
                    <a:pt x="17" y="79"/>
                  </a:moveTo>
                  <a:cubicBezTo>
                    <a:pt x="17" y="82"/>
                    <a:pt x="19" y="81"/>
                    <a:pt x="17" y="84"/>
                  </a:cubicBezTo>
                  <a:cubicBezTo>
                    <a:pt x="15" y="88"/>
                    <a:pt x="17" y="93"/>
                    <a:pt x="20" y="92"/>
                  </a:cubicBezTo>
                  <a:cubicBezTo>
                    <a:pt x="23" y="92"/>
                    <a:pt x="22" y="88"/>
                    <a:pt x="23" y="90"/>
                  </a:cubicBezTo>
                  <a:cubicBezTo>
                    <a:pt x="26" y="90"/>
                    <a:pt x="26" y="90"/>
                    <a:pt x="28" y="84"/>
                  </a:cubicBezTo>
                  <a:cubicBezTo>
                    <a:pt x="28" y="78"/>
                    <a:pt x="25" y="78"/>
                    <a:pt x="28" y="76"/>
                  </a:cubicBezTo>
                  <a:cubicBezTo>
                    <a:pt x="29" y="75"/>
                    <a:pt x="28" y="70"/>
                    <a:pt x="26" y="68"/>
                  </a:cubicBezTo>
                  <a:cubicBezTo>
                    <a:pt x="25" y="67"/>
                    <a:pt x="25" y="65"/>
                    <a:pt x="20" y="70"/>
                  </a:cubicBezTo>
                  <a:cubicBezTo>
                    <a:pt x="15" y="73"/>
                    <a:pt x="14" y="67"/>
                    <a:pt x="14" y="71"/>
                  </a:cubicBezTo>
                  <a:cubicBezTo>
                    <a:pt x="14" y="75"/>
                    <a:pt x="17" y="75"/>
                    <a:pt x="17" y="79"/>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1" name="Freeform 172">
              <a:extLst>
                <a:ext uri="{FF2B5EF4-FFF2-40B4-BE49-F238E27FC236}">
                  <a16:creationId xmlns:a16="http://schemas.microsoft.com/office/drawing/2014/main" id="{BD0610E4-6267-3043-2E55-4AE98464347C}"/>
                </a:ext>
              </a:extLst>
            </p:cNvPr>
            <p:cNvSpPr>
              <a:spLocks/>
            </p:cNvSpPr>
            <p:nvPr/>
          </p:nvSpPr>
          <p:spPr bwMode="auto">
            <a:xfrm>
              <a:off x="1988431" y="3012514"/>
              <a:ext cx="197132" cy="104922"/>
            </a:xfrm>
            <a:custGeom>
              <a:avLst/>
              <a:gdLst/>
              <a:ahLst/>
              <a:cxnLst>
                <a:cxn ang="0">
                  <a:pos x="3" y="20"/>
                </a:cxn>
                <a:cxn ang="0">
                  <a:pos x="9" y="22"/>
                </a:cxn>
                <a:cxn ang="0">
                  <a:pos x="10" y="19"/>
                </a:cxn>
                <a:cxn ang="0">
                  <a:pos x="13" y="20"/>
                </a:cxn>
                <a:cxn ang="0">
                  <a:pos x="20" y="19"/>
                </a:cxn>
                <a:cxn ang="0">
                  <a:pos x="24" y="17"/>
                </a:cxn>
                <a:cxn ang="0">
                  <a:pos x="27" y="19"/>
                </a:cxn>
                <a:cxn ang="0">
                  <a:pos x="30" y="20"/>
                </a:cxn>
                <a:cxn ang="0">
                  <a:pos x="30" y="16"/>
                </a:cxn>
                <a:cxn ang="0">
                  <a:pos x="29" y="11"/>
                </a:cxn>
                <a:cxn ang="0">
                  <a:pos x="33" y="10"/>
                </a:cxn>
                <a:cxn ang="0">
                  <a:pos x="37" y="5"/>
                </a:cxn>
                <a:cxn ang="0">
                  <a:pos x="40" y="8"/>
                </a:cxn>
                <a:cxn ang="0">
                  <a:pos x="46" y="4"/>
                </a:cxn>
                <a:cxn ang="0">
                  <a:pos x="49" y="4"/>
                </a:cxn>
                <a:cxn ang="0">
                  <a:pos x="56" y="5"/>
                </a:cxn>
                <a:cxn ang="0">
                  <a:pos x="63" y="7"/>
                </a:cxn>
                <a:cxn ang="0">
                  <a:pos x="63" y="14"/>
                </a:cxn>
                <a:cxn ang="0">
                  <a:pos x="63" y="17"/>
                </a:cxn>
                <a:cxn ang="0">
                  <a:pos x="58" y="17"/>
                </a:cxn>
                <a:cxn ang="0">
                  <a:pos x="60" y="20"/>
                </a:cxn>
                <a:cxn ang="0">
                  <a:pos x="58" y="22"/>
                </a:cxn>
                <a:cxn ang="0">
                  <a:pos x="58" y="25"/>
                </a:cxn>
                <a:cxn ang="0">
                  <a:pos x="55" y="27"/>
                </a:cxn>
                <a:cxn ang="0">
                  <a:pos x="55" y="28"/>
                </a:cxn>
                <a:cxn ang="0">
                  <a:pos x="52" y="30"/>
                </a:cxn>
                <a:cxn ang="0">
                  <a:pos x="49" y="30"/>
                </a:cxn>
                <a:cxn ang="0">
                  <a:pos x="44" y="33"/>
                </a:cxn>
                <a:cxn ang="0">
                  <a:pos x="41" y="33"/>
                </a:cxn>
                <a:cxn ang="0">
                  <a:pos x="35" y="31"/>
                </a:cxn>
                <a:cxn ang="0">
                  <a:pos x="24" y="28"/>
                </a:cxn>
                <a:cxn ang="0">
                  <a:pos x="23" y="27"/>
                </a:cxn>
                <a:cxn ang="0">
                  <a:pos x="21" y="25"/>
                </a:cxn>
                <a:cxn ang="0">
                  <a:pos x="17" y="27"/>
                </a:cxn>
                <a:cxn ang="0">
                  <a:pos x="13" y="28"/>
                </a:cxn>
                <a:cxn ang="0">
                  <a:pos x="10" y="27"/>
                </a:cxn>
                <a:cxn ang="0">
                  <a:pos x="7" y="28"/>
                </a:cxn>
                <a:cxn ang="0">
                  <a:pos x="3" y="25"/>
                </a:cxn>
                <a:cxn ang="0">
                  <a:pos x="3" y="20"/>
                </a:cxn>
              </a:cxnLst>
              <a:rect l="0" t="0" r="r" b="b"/>
              <a:pathLst>
                <a:path w="64" h="34">
                  <a:moveTo>
                    <a:pt x="3" y="20"/>
                  </a:moveTo>
                  <a:cubicBezTo>
                    <a:pt x="6" y="17"/>
                    <a:pt x="7" y="22"/>
                    <a:pt x="9" y="22"/>
                  </a:cubicBezTo>
                  <a:cubicBezTo>
                    <a:pt x="10" y="22"/>
                    <a:pt x="9" y="19"/>
                    <a:pt x="10" y="19"/>
                  </a:cubicBezTo>
                  <a:cubicBezTo>
                    <a:pt x="12" y="20"/>
                    <a:pt x="13" y="19"/>
                    <a:pt x="13" y="20"/>
                  </a:cubicBezTo>
                  <a:cubicBezTo>
                    <a:pt x="15" y="22"/>
                    <a:pt x="17" y="20"/>
                    <a:pt x="20" y="19"/>
                  </a:cubicBezTo>
                  <a:cubicBezTo>
                    <a:pt x="21" y="17"/>
                    <a:pt x="23" y="20"/>
                    <a:pt x="24" y="17"/>
                  </a:cubicBezTo>
                  <a:cubicBezTo>
                    <a:pt x="24" y="16"/>
                    <a:pt x="26" y="19"/>
                    <a:pt x="27" y="19"/>
                  </a:cubicBezTo>
                  <a:cubicBezTo>
                    <a:pt x="29" y="17"/>
                    <a:pt x="29" y="22"/>
                    <a:pt x="30" y="20"/>
                  </a:cubicBezTo>
                  <a:cubicBezTo>
                    <a:pt x="32" y="19"/>
                    <a:pt x="27" y="17"/>
                    <a:pt x="30" y="16"/>
                  </a:cubicBezTo>
                  <a:cubicBezTo>
                    <a:pt x="32" y="16"/>
                    <a:pt x="27" y="14"/>
                    <a:pt x="29" y="11"/>
                  </a:cubicBezTo>
                  <a:cubicBezTo>
                    <a:pt x="32" y="10"/>
                    <a:pt x="33" y="11"/>
                    <a:pt x="33" y="10"/>
                  </a:cubicBezTo>
                  <a:cubicBezTo>
                    <a:pt x="33" y="7"/>
                    <a:pt x="37" y="10"/>
                    <a:pt x="37" y="5"/>
                  </a:cubicBezTo>
                  <a:cubicBezTo>
                    <a:pt x="40" y="7"/>
                    <a:pt x="37" y="8"/>
                    <a:pt x="40" y="8"/>
                  </a:cubicBezTo>
                  <a:cubicBezTo>
                    <a:pt x="43" y="7"/>
                    <a:pt x="46" y="7"/>
                    <a:pt x="46" y="4"/>
                  </a:cubicBezTo>
                  <a:cubicBezTo>
                    <a:pt x="46" y="0"/>
                    <a:pt x="47" y="4"/>
                    <a:pt x="49" y="4"/>
                  </a:cubicBezTo>
                  <a:cubicBezTo>
                    <a:pt x="50" y="4"/>
                    <a:pt x="55" y="7"/>
                    <a:pt x="56" y="5"/>
                  </a:cubicBezTo>
                  <a:cubicBezTo>
                    <a:pt x="60" y="4"/>
                    <a:pt x="61" y="7"/>
                    <a:pt x="63" y="7"/>
                  </a:cubicBezTo>
                  <a:cubicBezTo>
                    <a:pt x="61" y="10"/>
                    <a:pt x="60" y="10"/>
                    <a:pt x="63" y="14"/>
                  </a:cubicBezTo>
                  <a:cubicBezTo>
                    <a:pt x="63" y="16"/>
                    <a:pt x="64" y="17"/>
                    <a:pt x="63" y="17"/>
                  </a:cubicBezTo>
                  <a:cubicBezTo>
                    <a:pt x="61" y="17"/>
                    <a:pt x="58" y="17"/>
                    <a:pt x="58" y="17"/>
                  </a:cubicBezTo>
                  <a:cubicBezTo>
                    <a:pt x="58" y="19"/>
                    <a:pt x="60" y="19"/>
                    <a:pt x="60" y="20"/>
                  </a:cubicBezTo>
                  <a:cubicBezTo>
                    <a:pt x="60" y="22"/>
                    <a:pt x="58" y="20"/>
                    <a:pt x="58" y="22"/>
                  </a:cubicBezTo>
                  <a:cubicBezTo>
                    <a:pt x="58" y="25"/>
                    <a:pt x="58" y="25"/>
                    <a:pt x="58" y="25"/>
                  </a:cubicBezTo>
                  <a:cubicBezTo>
                    <a:pt x="58" y="25"/>
                    <a:pt x="56" y="27"/>
                    <a:pt x="55" y="27"/>
                  </a:cubicBezTo>
                  <a:cubicBezTo>
                    <a:pt x="55" y="28"/>
                    <a:pt x="53" y="27"/>
                    <a:pt x="55" y="28"/>
                  </a:cubicBezTo>
                  <a:cubicBezTo>
                    <a:pt x="55" y="30"/>
                    <a:pt x="55" y="30"/>
                    <a:pt x="52" y="30"/>
                  </a:cubicBezTo>
                  <a:cubicBezTo>
                    <a:pt x="50" y="30"/>
                    <a:pt x="52" y="31"/>
                    <a:pt x="49" y="30"/>
                  </a:cubicBezTo>
                  <a:cubicBezTo>
                    <a:pt x="46" y="30"/>
                    <a:pt x="46" y="30"/>
                    <a:pt x="44" y="33"/>
                  </a:cubicBezTo>
                  <a:cubicBezTo>
                    <a:pt x="41" y="34"/>
                    <a:pt x="43" y="31"/>
                    <a:pt x="41" y="33"/>
                  </a:cubicBezTo>
                  <a:cubicBezTo>
                    <a:pt x="38" y="33"/>
                    <a:pt x="40" y="31"/>
                    <a:pt x="35" y="31"/>
                  </a:cubicBezTo>
                  <a:cubicBezTo>
                    <a:pt x="27" y="31"/>
                    <a:pt x="24" y="30"/>
                    <a:pt x="24" y="28"/>
                  </a:cubicBezTo>
                  <a:cubicBezTo>
                    <a:pt x="24" y="27"/>
                    <a:pt x="24" y="27"/>
                    <a:pt x="23" y="27"/>
                  </a:cubicBezTo>
                  <a:cubicBezTo>
                    <a:pt x="23" y="25"/>
                    <a:pt x="26" y="25"/>
                    <a:pt x="21" y="25"/>
                  </a:cubicBezTo>
                  <a:cubicBezTo>
                    <a:pt x="18" y="27"/>
                    <a:pt x="18" y="25"/>
                    <a:pt x="17" y="27"/>
                  </a:cubicBezTo>
                  <a:cubicBezTo>
                    <a:pt x="15" y="27"/>
                    <a:pt x="15" y="28"/>
                    <a:pt x="13" y="28"/>
                  </a:cubicBezTo>
                  <a:cubicBezTo>
                    <a:pt x="12" y="30"/>
                    <a:pt x="12" y="27"/>
                    <a:pt x="10" y="27"/>
                  </a:cubicBezTo>
                  <a:cubicBezTo>
                    <a:pt x="9" y="24"/>
                    <a:pt x="9" y="28"/>
                    <a:pt x="7" y="28"/>
                  </a:cubicBezTo>
                  <a:cubicBezTo>
                    <a:pt x="4" y="28"/>
                    <a:pt x="7" y="25"/>
                    <a:pt x="3" y="25"/>
                  </a:cubicBezTo>
                  <a:cubicBezTo>
                    <a:pt x="0" y="27"/>
                    <a:pt x="4" y="22"/>
                    <a:pt x="3" y="2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2" name="Freeform 85">
              <a:extLst>
                <a:ext uri="{FF2B5EF4-FFF2-40B4-BE49-F238E27FC236}">
                  <a16:creationId xmlns:a16="http://schemas.microsoft.com/office/drawing/2014/main" id="{B1E91A58-288A-10E5-16A5-DD3CA656E39A}"/>
                </a:ext>
              </a:extLst>
            </p:cNvPr>
            <p:cNvSpPr>
              <a:spLocks/>
            </p:cNvSpPr>
            <p:nvPr/>
          </p:nvSpPr>
          <p:spPr bwMode="auto">
            <a:xfrm>
              <a:off x="2112434" y="3468769"/>
              <a:ext cx="7949" cy="9538"/>
            </a:xfrm>
            <a:custGeom>
              <a:avLst/>
              <a:gdLst/>
              <a:ahLst/>
              <a:cxnLst>
                <a:cxn ang="0">
                  <a:pos x="1" y="2"/>
                </a:cxn>
                <a:cxn ang="0">
                  <a:pos x="3" y="3"/>
                </a:cxn>
                <a:cxn ang="0">
                  <a:pos x="1" y="2"/>
                </a:cxn>
              </a:cxnLst>
              <a:rect l="0" t="0" r="r" b="b"/>
              <a:pathLst>
                <a:path w="3" h="3">
                  <a:moveTo>
                    <a:pt x="1" y="2"/>
                  </a:moveTo>
                  <a:cubicBezTo>
                    <a:pt x="1" y="0"/>
                    <a:pt x="3" y="3"/>
                    <a:pt x="3" y="3"/>
                  </a:cubicBezTo>
                  <a:cubicBezTo>
                    <a:pt x="1" y="3"/>
                    <a:pt x="0" y="2"/>
                    <a:pt x="1"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3" name="Freeform 167">
              <a:extLst>
                <a:ext uri="{FF2B5EF4-FFF2-40B4-BE49-F238E27FC236}">
                  <a16:creationId xmlns:a16="http://schemas.microsoft.com/office/drawing/2014/main" id="{26160F43-8C26-F281-F201-4645AE2FD386}"/>
                </a:ext>
              </a:extLst>
            </p:cNvPr>
            <p:cNvSpPr>
              <a:spLocks/>
            </p:cNvSpPr>
            <p:nvPr/>
          </p:nvSpPr>
          <p:spPr bwMode="auto">
            <a:xfrm>
              <a:off x="1640272" y="2945744"/>
              <a:ext cx="329083" cy="311589"/>
            </a:xfrm>
            <a:custGeom>
              <a:avLst/>
              <a:gdLst/>
              <a:ahLst/>
              <a:cxnLst>
                <a:cxn ang="0">
                  <a:pos x="96" y="67"/>
                </a:cxn>
                <a:cxn ang="0">
                  <a:pos x="95" y="78"/>
                </a:cxn>
                <a:cxn ang="0">
                  <a:pos x="99" y="86"/>
                </a:cxn>
                <a:cxn ang="0">
                  <a:pos x="85" y="92"/>
                </a:cxn>
                <a:cxn ang="0">
                  <a:pos x="78" y="89"/>
                </a:cxn>
                <a:cxn ang="0">
                  <a:pos x="69" y="89"/>
                </a:cxn>
                <a:cxn ang="0">
                  <a:pos x="64" y="100"/>
                </a:cxn>
                <a:cxn ang="0">
                  <a:pos x="54" y="100"/>
                </a:cxn>
                <a:cxn ang="0">
                  <a:pos x="44" y="97"/>
                </a:cxn>
                <a:cxn ang="0">
                  <a:pos x="35" y="95"/>
                </a:cxn>
                <a:cxn ang="0">
                  <a:pos x="26" y="89"/>
                </a:cxn>
                <a:cxn ang="0">
                  <a:pos x="31" y="75"/>
                </a:cxn>
                <a:cxn ang="0">
                  <a:pos x="31" y="70"/>
                </a:cxn>
                <a:cxn ang="0">
                  <a:pos x="35" y="69"/>
                </a:cxn>
                <a:cxn ang="0">
                  <a:pos x="31" y="61"/>
                </a:cxn>
                <a:cxn ang="0">
                  <a:pos x="28" y="55"/>
                </a:cxn>
                <a:cxn ang="0">
                  <a:pos x="23" y="47"/>
                </a:cxn>
                <a:cxn ang="0">
                  <a:pos x="20" y="42"/>
                </a:cxn>
                <a:cxn ang="0">
                  <a:pos x="17" y="41"/>
                </a:cxn>
                <a:cxn ang="0">
                  <a:pos x="6" y="38"/>
                </a:cxn>
                <a:cxn ang="0">
                  <a:pos x="6" y="35"/>
                </a:cxn>
                <a:cxn ang="0">
                  <a:pos x="5" y="32"/>
                </a:cxn>
                <a:cxn ang="0">
                  <a:pos x="6" y="28"/>
                </a:cxn>
                <a:cxn ang="0">
                  <a:pos x="12" y="27"/>
                </a:cxn>
                <a:cxn ang="0">
                  <a:pos x="19" y="30"/>
                </a:cxn>
                <a:cxn ang="0">
                  <a:pos x="23" y="28"/>
                </a:cxn>
                <a:cxn ang="0">
                  <a:pos x="28" y="30"/>
                </a:cxn>
                <a:cxn ang="0">
                  <a:pos x="26" y="21"/>
                </a:cxn>
                <a:cxn ang="0">
                  <a:pos x="29" y="16"/>
                </a:cxn>
                <a:cxn ang="0">
                  <a:pos x="40" y="21"/>
                </a:cxn>
                <a:cxn ang="0">
                  <a:pos x="44" y="14"/>
                </a:cxn>
                <a:cxn ang="0">
                  <a:pos x="52" y="10"/>
                </a:cxn>
                <a:cxn ang="0">
                  <a:pos x="52" y="4"/>
                </a:cxn>
                <a:cxn ang="0">
                  <a:pos x="66" y="5"/>
                </a:cxn>
                <a:cxn ang="0">
                  <a:pos x="73" y="11"/>
                </a:cxn>
                <a:cxn ang="0">
                  <a:pos x="81" y="16"/>
                </a:cxn>
                <a:cxn ang="0">
                  <a:pos x="90" y="19"/>
                </a:cxn>
                <a:cxn ang="0">
                  <a:pos x="98" y="24"/>
                </a:cxn>
                <a:cxn ang="0">
                  <a:pos x="99" y="41"/>
                </a:cxn>
                <a:cxn ang="0">
                  <a:pos x="95" y="45"/>
                </a:cxn>
                <a:cxn ang="0">
                  <a:pos x="90" y="52"/>
                </a:cxn>
                <a:cxn ang="0">
                  <a:pos x="88" y="58"/>
                </a:cxn>
                <a:cxn ang="0">
                  <a:pos x="93" y="58"/>
                </a:cxn>
              </a:cxnLst>
              <a:rect l="0" t="0" r="r" b="b"/>
              <a:pathLst>
                <a:path w="107" h="101">
                  <a:moveTo>
                    <a:pt x="95" y="61"/>
                  </a:moveTo>
                  <a:cubicBezTo>
                    <a:pt x="93" y="64"/>
                    <a:pt x="98" y="66"/>
                    <a:pt x="96" y="67"/>
                  </a:cubicBezTo>
                  <a:cubicBezTo>
                    <a:pt x="95" y="70"/>
                    <a:pt x="90" y="69"/>
                    <a:pt x="95" y="72"/>
                  </a:cubicBezTo>
                  <a:cubicBezTo>
                    <a:pt x="99" y="75"/>
                    <a:pt x="93" y="75"/>
                    <a:pt x="95" y="78"/>
                  </a:cubicBezTo>
                  <a:cubicBezTo>
                    <a:pt x="96" y="83"/>
                    <a:pt x="101" y="80"/>
                    <a:pt x="101" y="80"/>
                  </a:cubicBezTo>
                  <a:cubicBezTo>
                    <a:pt x="102" y="81"/>
                    <a:pt x="99" y="84"/>
                    <a:pt x="99" y="86"/>
                  </a:cubicBezTo>
                  <a:cubicBezTo>
                    <a:pt x="98" y="86"/>
                    <a:pt x="93" y="89"/>
                    <a:pt x="93" y="89"/>
                  </a:cubicBezTo>
                  <a:cubicBezTo>
                    <a:pt x="93" y="92"/>
                    <a:pt x="87" y="94"/>
                    <a:pt x="85" y="92"/>
                  </a:cubicBezTo>
                  <a:cubicBezTo>
                    <a:pt x="84" y="91"/>
                    <a:pt x="84" y="94"/>
                    <a:pt x="82" y="91"/>
                  </a:cubicBezTo>
                  <a:cubicBezTo>
                    <a:pt x="81" y="89"/>
                    <a:pt x="81" y="89"/>
                    <a:pt x="78" y="89"/>
                  </a:cubicBezTo>
                  <a:cubicBezTo>
                    <a:pt x="75" y="91"/>
                    <a:pt x="78" y="89"/>
                    <a:pt x="75" y="89"/>
                  </a:cubicBezTo>
                  <a:cubicBezTo>
                    <a:pt x="72" y="89"/>
                    <a:pt x="75" y="84"/>
                    <a:pt x="69" y="89"/>
                  </a:cubicBezTo>
                  <a:cubicBezTo>
                    <a:pt x="67" y="91"/>
                    <a:pt x="64" y="91"/>
                    <a:pt x="64" y="94"/>
                  </a:cubicBezTo>
                  <a:cubicBezTo>
                    <a:pt x="66" y="97"/>
                    <a:pt x="64" y="95"/>
                    <a:pt x="64" y="100"/>
                  </a:cubicBezTo>
                  <a:cubicBezTo>
                    <a:pt x="61" y="100"/>
                    <a:pt x="63" y="101"/>
                    <a:pt x="60" y="100"/>
                  </a:cubicBezTo>
                  <a:cubicBezTo>
                    <a:pt x="58" y="100"/>
                    <a:pt x="58" y="101"/>
                    <a:pt x="54" y="100"/>
                  </a:cubicBezTo>
                  <a:cubicBezTo>
                    <a:pt x="54" y="98"/>
                    <a:pt x="54" y="97"/>
                    <a:pt x="52" y="98"/>
                  </a:cubicBezTo>
                  <a:cubicBezTo>
                    <a:pt x="43" y="92"/>
                    <a:pt x="47" y="97"/>
                    <a:pt x="44" y="97"/>
                  </a:cubicBezTo>
                  <a:cubicBezTo>
                    <a:pt x="41" y="95"/>
                    <a:pt x="41" y="98"/>
                    <a:pt x="40" y="97"/>
                  </a:cubicBezTo>
                  <a:cubicBezTo>
                    <a:pt x="38" y="95"/>
                    <a:pt x="35" y="97"/>
                    <a:pt x="35" y="95"/>
                  </a:cubicBezTo>
                  <a:cubicBezTo>
                    <a:pt x="34" y="92"/>
                    <a:pt x="29" y="94"/>
                    <a:pt x="29" y="92"/>
                  </a:cubicBezTo>
                  <a:cubicBezTo>
                    <a:pt x="29" y="89"/>
                    <a:pt x="28" y="91"/>
                    <a:pt x="26" y="89"/>
                  </a:cubicBezTo>
                  <a:cubicBezTo>
                    <a:pt x="28" y="89"/>
                    <a:pt x="29" y="87"/>
                    <a:pt x="29" y="81"/>
                  </a:cubicBezTo>
                  <a:cubicBezTo>
                    <a:pt x="31" y="75"/>
                    <a:pt x="31" y="75"/>
                    <a:pt x="31" y="75"/>
                  </a:cubicBezTo>
                  <a:cubicBezTo>
                    <a:pt x="32" y="75"/>
                    <a:pt x="31" y="73"/>
                    <a:pt x="31" y="73"/>
                  </a:cubicBezTo>
                  <a:cubicBezTo>
                    <a:pt x="29" y="75"/>
                    <a:pt x="29" y="73"/>
                    <a:pt x="31" y="70"/>
                  </a:cubicBezTo>
                  <a:cubicBezTo>
                    <a:pt x="31" y="67"/>
                    <a:pt x="32" y="66"/>
                    <a:pt x="32" y="66"/>
                  </a:cubicBezTo>
                  <a:cubicBezTo>
                    <a:pt x="34" y="66"/>
                    <a:pt x="35" y="72"/>
                    <a:pt x="35" y="69"/>
                  </a:cubicBezTo>
                  <a:cubicBezTo>
                    <a:pt x="34" y="67"/>
                    <a:pt x="35" y="66"/>
                    <a:pt x="31" y="64"/>
                  </a:cubicBezTo>
                  <a:cubicBezTo>
                    <a:pt x="28" y="61"/>
                    <a:pt x="31" y="63"/>
                    <a:pt x="31" y="61"/>
                  </a:cubicBezTo>
                  <a:cubicBezTo>
                    <a:pt x="32" y="58"/>
                    <a:pt x="29" y="58"/>
                    <a:pt x="31" y="56"/>
                  </a:cubicBezTo>
                  <a:cubicBezTo>
                    <a:pt x="31" y="55"/>
                    <a:pt x="31" y="56"/>
                    <a:pt x="28" y="55"/>
                  </a:cubicBezTo>
                  <a:cubicBezTo>
                    <a:pt x="25" y="53"/>
                    <a:pt x="22" y="50"/>
                    <a:pt x="23" y="49"/>
                  </a:cubicBezTo>
                  <a:cubicBezTo>
                    <a:pt x="25" y="49"/>
                    <a:pt x="25" y="47"/>
                    <a:pt x="23" y="47"/>
                  </a:cubicBezTo>
                  <a:cubicBezTo>
                    <a:pt x="22" y="47"/>
                    <a:pt x="25" y="44"/>
                    <a:pt x="22" y="45"/>
                  </a:cubicBezTo>
                  <a:cubicBezTo>
                    <a:pt x="19" y="45"/>
                    <a:pt x="20" y="44"/>
                    <a:pt x="20" y="42"/>
                  </a:cubicBezTo>
                  <a:cubicBezTo>
                    <a:pt x="22" y="42"/>
                    <a:pt x="20" y="42"/>
                    <a:pt x="19" y="42"/>
                  </a:cubicBezTo>
                  <a:cubicBezTo>
                    <a:pt x="16" y="42"/>
                    <a:pt x="19" y="41"/>
                    <a:pt x="17" y="41"/>
                  </a:cubicBezTo>
                  <a:cubicBezTo>
                    <a:pt x="14" y="41"/>
                    <a:pt x="14" y="39"/>
                    <a:pt x="12" y="39"/>
                  </a:cubicBezTo>
                  <a:cubicBezTo>
                    <a:pt x="9" y="38"/>
                    <a:pt x="8" y="38"/>
                    <a:pt x="6" y="38"/>
                  </a:cubicBezTo>
                  <a:cubicBezTo>
                    <a:pt x="5" y="39"/>
                    <a:pt x="6" y="38"/>
                    <a:pt x="3" y="36"/>
                  </a:cubicBezTo>
                  <a:cubicBezTo>
                    <a:pt x="0" y="35"/>
                    <a:pt x="6" y="35"/>
                    <a:pt x="6" y="35"/>
                  </a:cubicBezTo>
                  <a:cubicBezTo>
                    <a:pt x="5" y="33"/>
                    <a:pt x="3" y="35"/>
                    <a:pt x="3" y="33"/>
                  </a:cubicBezTo>
                  <a:cubicBezTo>
                    <a:pt x="3" y="33"/>
                    <a:pt x="6" y="33"/>
                    <a:pt x="5" y="32"/>
                  </a:cubicBezTo>
                  <a:cubicBezTo>
                    <a:pt x="3" y="32"/>
                    <a:pt x="2" y="33"/>
                    <a:pt x="2" y="32"/>
                  </a:cubicBezTo>
                  <a:cubicBezTo>
                    <a:pt x="2" y="30"/>
                    <a:pt x="3" y="28"/>
                    <a:pt x="6" y="28"/>
                  </a:cubicBezTo>
                  <a:cubicBezTo>
                    <a:pt x="9" y="28"/>
                    <a:pt x="6" y="27"/>
                    <a:pt x="9" y="28"/>
                  </a:cubicBezTo>
                  <a:cubicBezTo>
                    <a:pt x="11" y="28"/>
                    <a:pt x="12" y="28"/>
                    <a:pt x="12" y="27"/>
                  </a:cubicBezTo>
                  <a:cubicBezTo>
                    <a:pt x="11" y="25"/>
                    <a:pt x="12" y="27"/>
                    <a:pt x="14" y="25"/>
                  </a:cubicBezTo>
                  <a:cubicBezTo>
                    <a:pt x="16" y="25"/>
                    <a:pt x="17" y="28"/>
                    <a:pt x="19" y="30"/>
                  </a:cubicBezTo>
                  <a:cubicBezTo>
                    <a:pt x="19" y="32"/>
                    <a:pt x="20" y="28"/>
                    <a:pt x="22" y="28"/>
                  </a:cubicBezTo>
                  <a:cubicBezTo>
                    <a:pt x="23" y="27"/>
                    <a:pt x="22" y="30"/>
                    <a:pt x="23" y="28"/>
                  </a:cubicBezTo>
                  <a:cubicBezTo>
                    <a:pt x="25" y="28"/>
                    <a:pt x="23" y="28"/>
                    <a:pt x="25" y="28"/>
                  </a:cubicBezTo>
                  <a:cubicBezTo>
                    <a:pt x="26" y="28"/>
                    <a:pt x="25" y="30"/>
                    <a:pt x="28" y="30"/>
                  </a:cubicBezTo>
                  <a:cubicBezTo>
                    <a:pt x="29" y="28"/>
                    <a:pt x="28" y="28"/>
                    <a:pt x="28" y="25"/>
                  </a:cubicBezTo>
                  <a:cubicBezTo>
                    <a:pt x="28" y="24"/>
                    <a:pt x="28" y="21"/>
                    <a:pt x="26" y="21"/>
                  </a:cubicBezTo>
                  <a:cubicBezTo>
                    <a:pt x="25" y="19"/>
                    <a:pt x="26" y="19"/>
                    <a:pt x="25" y="18"/>
                  </a:cubicBezTo>
                  <a:cubicBezTo>
                    <a:pt x="25" y="14"/>
                    <a:pt x="26" y="18"/>
                    <a:pt x="29" y="16"/>
                  </a:cubicBezTo>
                  <a:cubicBezTo>
                    <a:pt x="31" y="16"/>
                    <a:pt x="29" y="21"/>
                    <a:pt x="31" y="21"/>
                  </a:cubicBezTo>
                  <a:cubicBezTo>
                    <a:pt x="35" y="19"/>
                    <a:pt x="38" y="22"/>
                    <a:pt x="40" y="21"/>
                  </a:cubicBezTo>
                  <a:cubicBezTo>
                    <a:pt x="41" y="19"/>
                    <a:pt x="43" y="19"/>
                    <a:pt x="41" y="19"/>
                  </a:cubicBezTo>
                  <a:cubicBezTo>
                    <a:pt x="41" y="19"/>
                    <a:pt x="38" y="18"/>
                    <a:pt x="44" y="14"/>
                  </a:cubicBezTo>
                  <a:cubicBezTo>
                    <a:pt x="50" y="13"/>
                    <a:pt x="50" y="13"/>
                    <a:pt x="52" y="11"/>
                  </a:cubicBezTo>
                  <a:cubicBezTo>
                    <a:pt x="52" y="10"/>
                    <a:pt x="54" y="11"/>
                    <a:pt x="52" y="10"/>
                  </a:cubicBezTo>
                  <a:cubicBezTo>
                    <a:pt x="52" y="8"/>
                    <a:pt x="54" y="8"/>
                    <a:pt x="52" y="8"/>
                  </a:cubicBezTo>
                  <a:cubicBezTo>
                    <a:pt x="52" y="7"/>
                    <a:pt x="52" y="7"/>
                    <a:pt x="52" y="4"/>
                  </a:cubicBezTo>
                  <a:cubicBezTo>
                    <a:pt x="52" y="2"/>
                    <a:pt x="54" y="0"/>
                    <a:pt x="60" y="0"/>
                  </a:cubicBezTo>
                  <a:cubicBezTo>
                    <a:pt x="63" y="7"/>
                    <a:pt x="64" y="2"/>
                    <a:pt x="66" y="5"/>
                  </a:cubicBezTo>
                  <a:cubicBezTo>
                    <a:pt x="67" y="8"/>
                    <a:pt x="67" y="5"/>
                    <a:pt x="69" y="8"/>
                  </a:cubicBezTo>
                  <a:cubicBezTo>
                    <a:pt x="70" y="10"/>
                    <a:pt x="73" y="8"/>
                    <a:pt x="73" y="11"/>
                  </a:cubicBezTo>
                  <a:cubicBezTo>
                    <a:pt x="75" y="16"/>
                    <a:pt x="76" y="10"/>
                    <a:pt x="78" y="11"/>
                  </a:cubicBezTo>
                  <a:cubicBezTo>
                    <a:pt x="79" y="11"/>
                    <a:pt x="76" y="14"/>
                    <a:pt x="81" y="16"/>
                  </a:cubicBezTo>
                  <a:cubicBezTo>
                    <a:pt x="82" y="16"/>
                    <a:pt x="82" y="19"/>
                    <a:pt x="85" y="19"/>
                  </a:cubicBezTo>
                  <a:cubicBezTo>
                    <a:pt x="88" y="19"/>
                    <a:pt x="88" y="19"/>
                    <a:pt x="90" y="19"/>
                  </a:cubicBezTo>
                  <a:cubicBezTo>
                    <a:pt x="93" y="19"/>
                    <a:pt x="92" y="22"/>
                    <a:pt x="95" y="22"/>
                  </a:cubicBezTo>
                  <a:cubicBezTo>
                    <a:pt x="96" y="22"/>
                    <a:pt x="95" y="24"/>
                    <a:pt x="98" y="24"/>
                  </a:cubicBezTo>
                  <a:cubicBezTo>
                    <a:pt x="101" y="22"/>
                    <a:pt x="102" y="24"/>
                    <a:pt x="104" y="25"/>
                  </a:cubicBezTo>
                  <a:cubicBezTo>
                    <a:pt x="107" y="25"/>
                    <a:pt x="99" y="28"/>
                    <a:pt x="99" y="41"/>
                  </a:cubicBezTo>
                  <a:cubicBezTo>
                    <a:pt x="98" y="44"/>
                    <a:pt x="96" y="41"/>
                    <a:pt x="96" y="42"/>
                  </a:cubicBezTo>
                  <a:cubicBezTo>
                    <a:pt x="95" y="44"/>
                    <a:pt x="96" y="44"/>
                    <a:pt x="95" y="45"/>
                  </a:cubicBezTo>
                  <a:cubicBezTo>
                    <a:pt x="93" y="45"/>
                    <a:pt x="95" y="47"/>
                    <a:pt x="92" y="49"/>
                  </a:cubicBezTo>
                  <a:cubicBezTo>
                    <a:pt x="90" y="49"/>
                    <a:pt x="93" y="50"/>
                    <a:pt x="90" y="52"/>
                  </a:cubicBezTo>
                  <a:cubicBezTo>
                    <a:pt x="87" y="53"/>
                    <a:pt x="90" y="55"/>
                    <a:pt x="88" y="56"/>
                  </a:cubicBezTo>
                  <a:cubicBezTo>
                    <a:pt x="85" y="58"/>
                    <a:pt x="87" y="58"/>
                    <a:pt x="88" y="58"/>
                  </a:cubicBezTo>
                  <a:cubicBezTo>
                    <a:pt x="92" y="56"/>
                    <a:pt x="88" y="55"/>
                    <a:pt x="92" y="55"/>
                  </a:cubicBezTo>
                  <a:cubicBezTo>
                    <a:pt x="95" y="53"/>
                    <a:pt x="93" y="56"/>
                    <a:pt x="93" y="58"/>
                  </a:cubicBezTo>
                  <a:cubicBezTo>
                    <a:pt x="93" y="58"/>
                    <a:pt x="95" y="58"/>
                    <a:pt x="95" y="6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4" name="Freeform 168">
              <a:extLst>
                <a:ext uri="{FF2B5EF4-FFF2-40B4-BE49-F238E27FC236}">
                  <a16:creationId xmlns:a16="http://schemas.microsoft.com/office/drawing/2014/main" id="{EC086B7E-77DD-F1E5-EA6E-063E0EFC23A6}"/>
                </a:ext>
              </a:extLst>
            </p:cNvPr>
            <p:cNvSpPr>
              <a:spLocks/>
            </p:cNvSpPr>
            <p:nvPr/>
          </p:nvSpPr>
          <p:spPr bwMode="auto">
            <a:xfrm>
              <a:off x="1522629" y="3262103"/>
              <a:ext cx="98566" cy="182820"/>
            </a:xfrm>
            <a:custGeom>
              <a:avLst/>
              <a:gdLst/>
              <a:ahLst/>
              <a:cxnLst>
                <a:cxn ang="0">
                  <a:pos x="8" y="3"/>
                </a:cxn>
                <a:cxn ang="0">
                  <a:pos x="14" y="0"/>
                </a:cxn>
                <a:cxn ang="0">
                  <a:pos x="13" y="3"/>
                </a:cxn>
                <a:cxn ang="0">
                  <a:pos x="17" y="3"/>
                </a:cxn>
                <a:cxn ang="0">
                  <a:pos x="23" y="2"/>
                </a:cxn>
                <a:cxn ang="0">
                  <a:pos x="28" y="6"/>
                </a:cxn>
                <a:cxn ang="0">
                  <a:pos x="23" y="14"/>
                </a:cxn>
                <a:cxn ang="0">
                  <a:pos x="23" y="23"/>
                </a:cxn>
                <a:cxn ang="0">
                  <a:pos x="20" y="28"/>
                </a:cxn>
                <a:cxn ang="0">
                  <a:pos x="20" y="33"/>
                </a:cxn>
                <a:cxn ang="0">
                  <a:pos x="22" y="37"/>
                </a:cxn>
                <a:cxn ang="0">
                  <a:pos x="22" y="43"/>
                </a:cxn>
                <a:cxn ang="0">
                  <a:pos x="22" y="47"/>
                </a:cxn>
                <a:cxn ang="0">
                  <a:pos x="19" y="54"/>
                </a:cxn>
                <a:cxn ang="0">
                  <a:pos x="14" y="57"/>
                </a:cxn>
                <a:cxn ang="0">
                  <a:pos x="8" y="57"/>
                </a:cxn>
                <a:cxn ang="0">
                  <a:pos x="8" y="54"/>
                </a:cxn>
                <a:cxn ang="0">
                  <a:pos x="8" y="45"/>
                </a:cxn>
                <a:cxn ang="0">
                  <a:pos x="5" y="42"/>
                </a:cxn>
                <a:cxn ang="0">
                  <a:pos x="5" y="40"/>
                </a:cxn>
                <a:cxn ang="0">
                  <a:pos x="3" y="39"/>
                </a:cxn>
                <a:cxn ang="0">
                  <a:pos x="3" y="33"/>
                </a:cxn>
                <a:cxn ang="0">
                  <a:pos x="6" y="28"/>
                </a:cxn>
                <a:cxn ang="0">
                  <a:pos x="8" y="22"/>
                </a:cxn>
                <a:cxn ang="0">
                  <a:pos x="9" y="11"/>
                </a:cxn>
                <a:cxn ang="0">
                  <a:pos x="8" y="6"/>
                </a:cxn>
                <a:cxn ang="0">
                  <a:pos x="8" y="3"/>
                </a:cxn>
              </a:cxnLst>
              <a:rect l="0" t="0" r="r" b="b"/>
              <a:pathLst>
                <a:path w="32" h="59">
                  <a:moveTo>
                    <a:pt x="8" y="3"/>
                  </a:moveTo>
                  <a:cubicBezTo>
                    <a:pt x="13" y="0"/>
                    <a:pt x="13" y="0"/>
                    <a:pt x="14" y="0"/>
                  </a:cubicBezTo>
                  <a:cubicBezTo>
                    <a:pt x="16" y="2"/>
                    <a:pt x="11" y="3"/>
                    <a:pt x="13" y="3"/>
                  </a:cubicBezTo>
                  <a:cubicBezTo>
                    <a:pt x="14" y="5"/>
                    <a:pt x="14" y="2"/>
                    <a:pt x="17" y="3"/>
                  </a:cubicBezTo>
                  <a:cubicBezTo>
                    <a:pt x="22" y="5"/>
                    <a:pt x="19" y="2"/>
                    <a:pt x="23" y="2"/>
                  </a:cubicBezTo>
                  <a:cubicBezTo>
                    <a:pt x="28" y="3"/>
                    <a:pt x="25" y="5"/>
                    <a:pt x="28" y="6"/>
                  </a:cubicBezTo>
                  <a:cubicBezTo>
                    <a:pt x="32" y="6"/>
                    <a:pt x="23" y="12"/>
                    <a:pt x="23" y="14"/>
                  </a:cubicBezTo>
                  <a:cubicBezTo>
                    <a:pt x="25" y="22"/>
                    <a:pt x="22" y="22"/>
                    <a:pt x="23" y="23"/>
                  </a:cubicBezTo>
                  <a:cubicBezTo>
                    <a:pt x="23" y="26"/>
                    <a:pt x="23" y="28"/>
                    <a:pt x="20" y="28"/>
                  </a:cubicBezTo>
                  <a:cubicBezTo>
                    <a:pt x="17" y="28"/>
                    <a:pt x="20" y="28"/>
                    <a:pt x="20" y="33"/>
                  </a:cubicBezTo>
                  <a:cubicBezTo>
                    <a:pt x="22" y="36"/>
                    <a:pt x="25" y="33"/>
                    <a:pt x="22" y="37"/>
                  </a:cubicBezTo>
                  <a:cubicBezTo>
                    <a:pt x="19" y="42"/>
                    <a:pt x="20" y="43"/>
                    <a:pt x="22" y="43"/>
                  </a:cubicBezTo>
                  <a:cubicBezTo>
                    <a:pt x="23" y="43"/>
                    <a:pt x="25" y="43"/>
                    <a:pt x="22" y="47"/>
                  </a:cubicBezTo>
                  <a:cubicBezTo>
                    <a:pt x="19" y="48"/>
                    <a:pt x="19" y="53"/>
                    <a:pt x="19" y="54"/>
                  </a:cubicBezTo>
                  <a:cubicBezTo>
                    <a:pt x="16" y="56"/>
                    <a:pt x="17" y="59"/>
                    <a:pt x="14" y="57"/>
                  </a:cubicBezTo>
                  <a:cubicBezTo>
                    <a:pt x="9" y="56"/>
                    <a:pt x="8" y="56"/>
                    <a:pt x="8" y="57"/>
                  </a:cubicBezTo>
                  <a:cubicBezTo>
                    <a:pt x="6" y="57"/>
                    <a:pt x="6" y="57"/>
                    <a:pt x="8" y="54"/>
                  </a:cubicBezTo>
                  <a:cubicBezTo>
                    <a:pt x="9" y="47"/>
                    <a:pt x="6" y="48"/>
                    <a:pt x="8" y="45"/>
                  </a:cubicBezTo>
                  <a:cubicBezTo>
                    <a:pt x="9" y="40"/>
                    <a:pt x="6" y="40"/>
                    <a:pt x="5" y="42"/>
                  </a:cubicBezTo>
                  <a:cubicBezTo>
                    <a:pt x="5" y="40"/>
                    <a:pt x="5" y="40"/>
                    <a:pt x="5" y="40"/>
                  </a:cubicBezTo>
                  <a:cubicBezTo>
                    <a:pt x="5" y="39"/>
                    <a:pt x="6" y="39"/>
                    <a:pt x="3" y="39"/>
                  </a:cubicBezTo>
                  <a:cubicBezTo>
                    <a:pt x="0" y="39"/>
                    <a:pt x="5" y="34"/>
                    <a:pt x="3" y="33"/>
                  </a:cubicBezTo>
                  <a:cubicBezTo>
                    <a:pt x="3" y="29"/>
                    <a:pt x="5" y="33"/>
                    <a:pt x="6" y="28"/>
                  </a:cubicBezTo>
                  <a:cubicBezTo>
                    <a:pt x="8" y="23"/>
                    <a:pt x="8" y="23"/>
                    <a:pt x="8" y="22"/>
                  </a:cubicBezTo>
                  <a:cubicBezTo>
                    <a:pt x="8" y="20"/>
                    <a:pt x="11" y="14"/>
                    <a:pt x="9" y="11"/>
                  </a:cubicBezTo>
                  <a:cubicBezTo>
                    <a:pt x="8" y="9"/>
                    <a:pt x="8" y="8"/>
                    <a:pt x="8" y="6"/>
                  </a:cubicBezTo>
                  <a:cubicBezTo>
                    <a:pt x="8" y="5"/>
                    <a:pt x="6" y="5"/>
                    <a:pt x="8"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5" name="Freeform 169">
              <a:extLst>
                <a:ext uri="{FF2B5EF4-FFF2-40B4-BE49-F238E27FC236}">
                  <a16:creationId xmlns:a16="http://schemas.microsoft.com/office/drawing/2014/main" id="{7FC595DE-605A-7A33-318D-878C9A320B91}"/>
                </a:ext>
              </a:extLst>
            </p:cNvPr>
            <p:cNvSpPr>
              <a:spLocks/>
            </p:cNvSpPr>
            <p:nvPr/>
          </p:nvSpPr>
          <p:spPr bwMode="auto">
            <a:xfrm>
              <a:off x="1972534" y="3235077"/>
              <a:ext cx="25437" cy="55641"/>
            </a:xfrm>
            <a:custGeom>
              <a:avLst/>
              <a:gdLst/>
              <a:ahLst/>
              <a:cxnLst>
                <a:cxn ang="0">
                  <a:pos x="7" y="0"/>
                </a:cxn>
                <a:cxn ang="0">
                  <a:pos x="5" y="3"/>
                </a:cxn>
                <a:cxn ang="0">
                  <a:pos x="2" y="4"/>
                </a:cxn>
                <a:cxn ang="0">
                  <a:pos x="0" y="12"/>
                </a:cxn>
                <a:cxn ang="0">
                  <a:pos x="0" y="13"/>
                </a:cxn>
                <a:cxn ang="0">
                  <a:pos x="2" y="13"/>
                </a:cxn>
                <a:cxn ang="0">
                  <a:pos x="2" y="16"/>
                </a:cxn>
                <a:cxn ang="0">
                  <a:pos x="5" y="18"/>
                </a:cxn>
                <a:cxn ang="0">
                  <a:pos x="5" y="16"/>
                </a:cxn>
                <a:cxn ang="0">
                  <a:pos x="7" y="12"/>
                </a:cxn>
                <a:cxn ang="0">
                  <a:pos x="8" y="7"/>
                </a:cxn>
                <a:cxn ang="0">
                  <a:pos x="7" y="3"/>
                </a:cxn>
                <a:cxn ang="0">
                  <a:pos x="7" y="0"/>
                </a:cxn>
              </a:cxnLst>
              <a:rect l="0" t="0" r="r" b="b"/>
              <a:pathLst>
                <a:path w="8" h="18">
                  <a:moveTo>
                    <a:pt x="7" y="0"/>
                  </a:moveTo>
                  <a:cubicBezTo>
                    <a:pt x="5" y="0"/>
                    <a:pt x="7" y="4"/>
                    <a:pt x="5" y="3"/>
                  </a:cubicBezTo>
                  <a:cubicBezTo>
                    <a:pt x="3" y="3"/>
                    <a:pt x="2" y="4"/>
                    <a:pt x="2" y="4"/>
                  </a:cubicBezTo>
                  <a:cubicBezTo>
                    <a:pt x="0" y="4"/>
                    <a:pt x="0" y="12"/>
                    <a:pt x="0" y="12"/>
                  </a:cubicBezTo>
                  <a:cubicBezTo>
                    <a:pt x="2" y="12"/>
                    <a:pt x="2" y="12"/>
                    <a:pt x="0" y="13"/>
                  </a:cubicBezTo>
                  <a:cubicBezTo>
                    <a:pt x="0" y="13"/>
                    <a:pt x="0" y="13"/>
                    <a:pt x="2" y="13"/>
                  </a:cubicBezTo>
                  <a:cubicBezTo>
                    <a:pt x="3" y="15"/>
                    <a:pt x="0" y="15"/>
                    <a:pt x="2" y="16"/>
                  </a:cubicBezTo>
                  <a:cubicBezTo>
                    <a:pt x="5" y="18"/>
                    <a:pt x="3" y="18"/>
                    <a:pt x="5" y="18"/>
                  </a:cubicBezTo>
                  <a:cubicBezTo>
                    <a:pt x="7" y="18"/>
                    <a:pt x="5" y="16"/>
                    <a:pt x="5" y="16"/>
                  </a:cubicBezTo>
                  <a:cubicBezTo>
                    <a:pt x="7" y="15"/>
                    <a:pt x="7" y="13"/>
                    <a:pt x="7" y="12"/>
                  </a:cubicBezTo>
                  <a:cubicBezTo>
                    <a:pt x="7" y="10"/>
                    <a:pt x="8" y="10"/>
                    <a:pt x="8" y="7"/>
                  </a:cubicBezTo>
                  <a:cubicBezTo>
                    <a:pt x="8" y="3"/>
                    <a:pt x="7" y="4"/>
                    <a:pt x="7" y="3"/>
                  </a:cubicBezTo>
                  <a:cubicBezTo>
                    <a:pt x="8" y="1"/>
                    <a:pt x="8" y="0"/>
                    <a:pt x="7"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6" name="Freeform 171">
              <a:extLst>
                <a:ext uri="{FF2B5EF4-FFF2-40B4-BE49-F238E27FC236}">
                  <a16:creationId xmlns:a16="http://schemas.microsoft.com/office/drawing/2014/main" id="{EEEB4E0F-7B58-1C6A-F784-1BE85FA33BA7}"/>
                </a:ext>
              </a:extLst>
            </p:cNvPr>
            <p:cNvSpPr>
              <a:spLocks/>
            </p:cNvSpPr>
            <p:nvPr/>
          </p:nvSpPr>
          <p:spPr bwMode="auto">
            <a:xfrm>
              <a:off x="1905763" y="3058615"/>
              <a:ext cx="116053" cy="77898"/>
            </a:xfrm>
            <a:custGeom>
              <a:avLst/>
              <a:gdLst/>
              <a:ahLst/>
              <a:cxnLst>
                <a:cxn ang="0">
                  <a:pos x="30" y="5"/>
                </a:cxn>
                <a:cxn ang="0">
                  <a:pos x="30" y="10"/>
                </a:cxn>
                <a:cxn ang="0">
                  <a:pos x="35" y="13"/>
                </a:cxn>
                <a:cxn ang="0">
                  <a:pos x="38" y="11"/>
                </a:cxn>
                <a:cxn ang="0">
                  <a:pos x="38" y="16"/>
                </a:cxn>
                <a:cxn ang="0">
                  <a:pos x="35" y="16"/>
                </a:cxn>
                <a:cxn ang="0">
                  <a:pos x="35" y="19"/>
                </a:cxn>
                <a:cxn ang="0">
                  <a:pos x="32" y="19"/>
                </a:cxn>
                <a:cxn ang="0">
                  <a:pos x="29" y="16"/>
                </a:cxn>
                <a:cxn ang="0">
                  <a:pos x="27" y="21"/>
                </a:cxn>
                <a:cxn ang="0">
                  <a:pos x="26" y="24"/>
                </a:cxn>
                <a:cxn ang="0">
                  <a:pos x="23" y="21"/>
                </a:cxn>
                <a:cxn ang="0">
                  <a:pos x="21" y="18"/>
                </a:cxn>
                <a:cxn ang="0">
                  <a:pos x="19" y="19"/>
                </a:cxn>
                <a:cxn ang="0">
                  <a:pos x="18" y="22"/>
                </a:cxn>
                <a:cxn ang="0">
                  <a:pos x="13" y="24"/>
                </a:cxn>
                <a:cxn ang="0">
                  <a:pos x="9" y="24"/>
                </a:cxn>
                <a:cxn ang="0">
                  <a:pos x="7" y="21"/>
                </a:cxn>
                <a:cxn ang="0">
                  <a:pos x="6" y="18"/>
                </a:cxn>
                <a:cxn ang="0">
                  <a:pos x="3" y="21"/>
                </a:cxn>
                <a:cxn ang="0">
                  <a:pos x="3" y="19"/>
                </a:cxn>
                <a:cxn ang="0">
                  <a:pos x="4" y="14"/>
                </a:cxn>
                <a:cxn ang="0">
                  <a:pos x="6" y="11"/>
                </a:cxn>
                <a:cxn ang="0">
                  <a:pos x="9" y="8"/>
                </a:cxn>
                <a:cxn ang="0">
                  <a:pos x="10" y="5"/>
                </a:cxn>
                <a:cxn ang="0">
                  <a:pos x="13" y="4"/>
                </a:cxn>
                <a:cxn ang="0">
                  <a:pos x="19" y="4"/>
                </a:cxn>
                <a:cxn ang="0">
                  <a:pos x="23" y="2"/>
                </a:cxn>
                <a:cxn ang="0">
                  <a:pos x="26" y="4"/>
                </a:cxn>
                <a:cxn ang="0">
                  <a:pos x="30" y="5"/>
                </a:cxn>
              </a:cxnLst>
              <a:rect l="0" t="0" r="r" b="b"/>
              <a:pathLst>
                <a:path w="38" h="25">
                  <a:moveTo>
                    <a:pt x="30" y="5"/>
                  </a:moveTo>
                  <a:cubicBezTo>
                    <a:pt x="32" y="7"/>
                    <a:pt x="27" y="11"/>
                    <a:pt x="30" y="10"/>
                  </a:cubicBezTo>
                  <a:cubicBezTo>
                    <a:pt x="35" y="10"/>
                    <a:pt x="32" y="13"/>
                    <a:pt x="35" y="13"/>
                  </a:cubicBezTo>
                  <a:cubicBezTo>
                    <a:pt x="36" y="13"/>
                    <a:pt x="36" y="8"/>
                    <a:pt x="38" y="11"/>
                  </a:cubicBezTo>
                  <a:cubicBezTo>
                    <a:pt x="36" y="14"/>
                    <a:pt x="38" y="16"/>
                    <a:pt x="38" y="16"/>
                  </a:cubicBezTo>
                  <a:cubicBezTo>
                    <a:pt x="36" y="18"/>
                    <a:pt x="35" y="14"/>
                    <a:pt x="35" y="16"/>
                  </a:cubicBezTo>
                  <a:cubicBezTo>
                    <a:pt x="33" y="16"/>
                    <a:pt x="36" y="19"/>
                    <a:pt x="35" y="19"/>
                  </a:cubicBezTo>
                  <a:cubicBezTo>
                    <a:pt x="33" y="21"/>
                    <a:pt x="33" y="18"/>
                    <a:pt x="32" y="19"/>
                  </a:cubicBezTo>
                  <a:cubicBezTo>
                    <a:pt x="30" y="19"/>
                    <a:pt x="30" y="16"/>
                    <a:pt x="29" y="16"/>
                  </a:cubicBezTo>
                  <a:cubicBezTo>
                    <a:pt x="27" y="16"/>
                    <a:pt x="29" y="19"/>
                    <a:pt x="27" y="21"/>
                  </a:cubicBezTo>
                  <a:cubicBezTo>
                    <a:pt x="24" y="22"/>
                    <a:pt x="27" y="24"/>
                    <a:pt x="26" y="24"/>
                  </a:cubicBezTo>
                  <a:cubicBezTo>
                    <a:pt x="24" y="25"/>
                    <a:pt x="24" y="22"/>
                    <a:pt x="23" y="21"/>
                  </a:cubicBezTo>
                  <a:cubicBezTo>
                    <a:pt x="21" y="19"/>
                    <a:pt x="21" y="18"/>
                    <a:pt x="21" y="18"/>
                  </a:cubicBezTo>
                  <a:cubicBezTo>
                    <a:pt x="21" y="16"/>
                    <a:pt x="19" y="18"/>
                    <a:pt x="19" y="19"/>
                  </a:cubicBezTo>
                  <a:cubicBezTo>
                    <a:pt x="18" y="19"/>
                    <a:pt x="21" y="19"/>
                    <a:pt x="18" y="22"/>
                  </a:cubicBezTo>
                  <a:cubicBezTo>
                    <a:pt x="15" y="24"/>
                    <a:pt x="15" y="22"/>
                    <a:pt x="13" y="24"/>
                  </a:cubicBezTo>
                  <a:cubicBezTo>
                    <a:pt x="10" y="24"/>
                    <a:pt x="10" y="24"/>
                    <a:pt x="9" y="24"/>
                  </a:cubicBezTo>
                  <a:cubicBezTo>
                    <a:pt x="9" y="21"/>
                    <a:pt x="7" y="21"/>
                    <a:pt x="7" y="21"/>
                  </a:cubicBezTo>
                  <a:cubicBezTo>
                    <a:pt x="7" y="19"/>
                    <a:pt x="9" y="16"/>
                    <a:pt x="6" y="18"/>
                  </a:cubicBezTo>
                  <a:cubicBezTo>
                    <a:pt x="3" y="18"/>
                    <a:pt x="6" y="19"/>
                    <a:pt x="3" y="21"/>
                  </a:cubicBezTo>
                  <a:cubicBezTo>
                    <a:pt x="1" y="21"/>
                    <a:pt x="0" y="21"/>
                    <a:pt x="3" y="19"/>
                  </a:cubicBezTo>
                  <a:cubicBezTo>
                    <a:pt x="4" y="18"/>
                    <a:pt x="1" y="16"/>
                    <a:pt x="4" y="14"/>
                  </a:cubicBezTo>
                  <a:cubicBezTo>
                    <a:pt x="7" y="13"/>
                    <a:pt x="4" y="11"/>
                    <a:pt x="6" y="11"/>
                  </a:cubicBezTo>
                  <a:cubicBezTo>
                    <a:pt x="9" y="10"/>
                    <a:pt x="7" y="8"/>
                    <a:pt x="9" y="8"/>
                  </a:cubicBezTo>
                  <a:cubicBezTo>
                    <a:pt x="10" y="7"/>
                    <a:pt x="9" y="7"/>
                    <a:pt x="10" y="5"/>
                  </a:cubicBezTo>
                  <a:cubicBezTo>
                    <a:pt x="10" y="4"/>
                    <a:pt x="12" y="7"/>
                    <a:pt x="13" y="4"/>
                  </a:cubicBezTo>
                  <a:cubicBezTo>
                    <a:pt x="16" y="5"/>
                    <a:pt x="16" y="4"/>
                    <a:pt x="19" y="4"/>
                  </a:cubicBezTo>
                  <a:cubicBezTo>
                    <a:pt x="23" y="4"/>
                    <a:pt x="19" y="2"/>
                    <a:pt x="23" y="2"/>
                  </a:cubicBezTo>
                  <a:cubicBezTo>
                    <a:pt x="24" y="0"/>
                    <a:pt x="24" y="4"/>
                    <a:pt x="26" y="4"/>
                  </a:cubicBezTo>
                  <a:cubicBezTo>
                    <a:pt x="27" y="2"/>
                    <a:pt x="29" y="4"/>
                    <a:pt x="30"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7" name="Freeform 184">
              <a:extLst>
                <a:ext uri="{FF2B5EF4-FFF2-40B4-BE49-F238E27FC236}">
                  <a16:creationId xmlns:a16="http://schemas.microsoft.com/office/drawing/2014/main" id="{F5162E81-C83C-279F-B695-C478C40BB85B}"/>
                </a:ext>
              </a:extLst>
            </p:cNvPr>
            <p:cNvSpPr>
              <a:spLocks noEditPoints="1"/>
            </p:cNvSpPr>
            <p:nvPr/>
          </p:nvSpPr>
          <p:spPr bwMode="auto">
            <a:xfrm>
              <a:off x="1961406" y="2686616"/>
              <a:ext cx="178054" cy="128769"/>
            </a:xfrm>
            <a:custGeom>
              <a:avLst/>
              <a:gdLst/>
              <a:ahLst/>
              <a:cxnLst>
                <a:cxn ang="0">
                  <a:pos x="4" y="33"/>
                </a:cxn>
                <a:cxn ang="0">
                  <a:pos x="1" y="30"/>
                </a:cxn>
                <a:cxn ang="0">
                  <a:pos x="0" y="19"/>
                </a:cxn>
                <a:cxn ang="0">
                  <a:pos x="16" y="3"/>
                </a:cxn>
                <a:cxn ang="0">
                  <a:pos x="20" y="5"/>
                </a:cxn>
                <a:cxn ang="0">
                  <a:pos x="18" y="11"/>
                </a:cxn>
                <a:cxn ang="0">
                  <a:pos x="20" y="17"/>
                </a:cxn>
                <a:cxn ang="0">
                  <a:pos x="21" y="21"/>
                </a:cxn>
                <a:cxn ang="0">
                  <a:pos x="18" y="19"/>
                </a:cxn>
                <a:cxn ang="0">
                  <a:pos x="15" y="25"/>
                </a:cxn>
                <a:cxn ang="0">
                  <a:pos x="12" y="30"/>
                </a:cxn>
                <a:cxn ang="0">
                  <a:pos x="12" y="35"/>
                </a:cxn>
                <a:cxn ang="0">
                  <a:pos x="15" y="38"/>
                </a:cxn>
                <a:cxn ang="0">
                  <a:pos x="10" y="38"/>
                </a:cxn>
                <a:cxn ang="0">
                  <a:pos x="4" y="38"/>
                </a:cxn>
                <a:cxn ang="0">
                  <a:pos x="53" y="31"/>
                </a:cxn>
                <a:cxn ang="0">
                  <a:pos x="53" y="31"/>
                </a:cxn>
                <a:cxn ang="0">
                  <a:pos x="24" y="7"/>
                </a:cxn>
                <a:cxn ang="0">
                  <a:pos x="21" y="30"/>
                </a:cxn>
                <a:cxn ang="0">
                  <a:pos x="18" y="28"/>
                </a:cxn>
                <a:cxn ang="0">
                  <a:pos x="13" y="30"/>
                </a:cxn>
                <a:cxn ang="0">
                  <a:pos x="16" y="33"/>
                </a:cxn>
                <a:cxn ang="0">
                  <a:pos x="21" y="35"/>
                </a:cxn>
                <a:cxn ang="0">
                  <a:pos x="20" y="27"/>
                </a:cxn>
                <a:cxn ang="0">
                  <a:pos x="20" y="27"/>
                </a:cxn>
                <a:cxn ang="0">
                  <a:pos x="21" y="36"/>
                </a:cxn>
                <a:cxn ang="0">
                  <a:pos x="23" y="35"/>
                </a:cxn>
                <a:cxn ang="0">
                  <a:pos x="30" y="39"/>
                </a:cxn>
                <a:cxn ang="0">
                  <a:pos x="26" y="36"/>
                </a:cxn>
                <a:cxn ang="0">
                  <a:pos x="29" y="41"/>
                </a:cxn>
                <a:cxn ang="0">
                  <a:pos x="32" y="38"/>
                </a:cxn>
                <a:cxn ang="0">
                  <a:pos x="32" y="35"/>
                </a:cxn>
                <a:cxn ang="0">
                  <a:pos x="33" y="31"/>
                </a:cxn>
                <a:cxn ang="0">
                  <a:pos x="36" y="24"/>
                </a:cxn>
                <a:cxn ang="0">
                  <a:pos x="30" y="24"/>
                </a:cxn>
                <a:cxn ang="0">
                  <a:pos x="29" y="25"/>
                </a:cxn>
                <a:cxn ang="0">
                  <a:pos x="26" y="24"/>
                </a:cxn>
                <a:cxn ang="0">
                  <a:pos x="23" y="27"/>
                </a:cxn>
                <a:cxn ang="0">
                  <a:pos x="24" y="31"/>
                </a:cxn>
                <a:cxn ang="0">
                  <a:pos x="27" y="33"/>
                </a:cxn>
                <a:cxn ang="0">
                  <a:pos x="29" y="35"/>
                </a:cxn>
                <a:cxn ang="0">
                  <a:pos x="30" y="38"/>
                </a:cxn>
                <a:cxn ang="0">
                  <a:pos x="32" y="39"/>
                </a:cxn>
                <a:cxn ang="0">
                  <a:pos x="35" y="36"/>
                </a:cxn>
              </a:cxnLst>
              <a:rect l="0" t="0" r="r" b="b"/>
              <a:pathLst>
                <a:path w="58" h="42">
                  <a:moveTo>
                    <a:pt x="3" y="35"/>
                  </a:moveTo>
                  <a:cubicBezTo>
                    <a:pt x="3" y="31"/>
                    <a:pt x="4" y="36"/>
                    <a:pt x="4" y="33"/>
                  </a:cubicBezTo>
                  <a:cubicBezTo>
                    <a:pt x="4" y="30"/>
                    <a:pt x="3" y="31"/>
                    <a:pt x="3" y="30"/>
                  </a:cubicBezTo>
                  <a:cubicBezTo>
                    <a:pt x="1" y="28"/>
                    <a:pt x="3" y="31"/>
                    <a:pt x="1" y="30"/>
                  </a:cubicBezTo>
                  <a:cubicBezTo>
                    <a:pt x="0" y="28"/>
                    <a:pt x="0" y="30"/>
                    <a:pt x="0" y="28"/>
                  </a:cubicBezTo>
                  <a:cubicBezTo>
                    <a:pt x="1" y="25"/>
                    <a:pt x="0" y="24"/>
                    <a:pt x="0" y="19"/>
                  </a:cubicBezTo>
                  <a:cubicBezTo>
                    <a:pt x="1" y="14"/>
                    <a:pt x="1" y="8"/>
                    <a:pt x="7" y="8"/>
                  </a:cubicBezTo>
                  <a:cubicBezTo>
                    <a:pt x="13" y="10"/>
                    <a:pt x="13" y="3"/>
                    <a:pt x="16" y="3"/>
                  </a:cubicBezTo>
                  <a:cubicBezTo>
                    <a:pt x="20" y="3"/>
                    <a:pt x="20" y="0"/>
                    <a:pt x="20" y="0"/>
                  </a:cubicBezTo>
                  <a:cubicBezTo>
                    <a:pt x="21" y="2"/>
                    <a:pt x="18" y="2"/>
                    <a:pt x="20" y="5"/>
                  </a:cubicBezTo>
                  <a:cubicBezTo>
                    <a:pt x="20" y="7"/>
                    <a:pt x="20" y="8"/>
                    <a:pt x="20" y="8"/>
                  </a:cubicBezTo>
                  <a:cubicBezTo>
                    <a:pt x="18" y="10"/>
                    <a:pt x="18" y="10"/>
                    <a:pt x="18" y="11"/>
                  </a:cubicBezTo>
                  <a:cubicBezTo>
                    <a:pt x="16" y="13"/>
                    <a:pt x="20" y="14"/>
                    <a:pt x="18" y="16"/>
                  </a:cubicBezTo>
                  <a:cubicBezTo>
                    <a:pt x="16" y="17"/>
                    <a:pt x="18" y="16"/>
                    <a:pt x="20" y="17"/>
                  </a:cubicBezTo>
                  <a:cubicBezTo>
                    <a:pt x="20" y="17"/>
                    <a:pt x="24" y="16"/>
                    <a:pt x="23" y="19"/>
                  </a:cubicBezTo>
                  <a:cubicBezTo>
                    <a:pt x="23" y="21"/>
                    <a:pt x="21" y="22"/>
                    <a:pt x="21" y="21"/>
                  </a:cubicBezTo>
                  <a:cubicBezTo>
                    <a:pt x="20" y="21"/>
                    <a:pt x="20" y="22"/>
                    <a:pt x="20" y="22"/>
                  </a:cubicBezTo>
                  <a:cubicBezTo>
                    <a:pt x="18" y="21"/>
                    <a:pt x="20" y="19"/>
                    <a:pt x="18" y="19"/>
                  </a:cubicBezTo>
                  <a:cubicBezTo>
                    <a:pt x="16" y="19"/>
                    <a:pt x="18" y="24"/>
                    <a:pt x="16" y="25"/>
                  </a:cubicBezTo>
                  <a:cubicBezTo>
                    <a:pt x="16" y="27"/>
                    <a:pt x="13" y="24"/>
                    <a:pt x="15" y="25"/>
                  </a:cubicBezTo>
                  <a:cubicBezTo>
                    <a:pt x="16" y="27"/>
                    <a:pt x="13" y="27"/>
                    <a:pt x="13" y="28"/>
                  </a:cubicBezTo>
                  <a:cubicBezTo>
                    <a:pt x="15" y="28"/>
                    <a:pt x="10" y="28"/>
                    <a:pt x="12" y="30"/>
                  </a:cubicBezTo>
                  <a:cubicBezTo>
                    <a:pt x="12" y="31"/>
                    <a:pt x="12" y="31"/>
                    <a:pt x="12" y="31"/>
                  </a:cubicBezTo>
                  <a:cubicBezTo>
                    <a:pt x="13" y="33"/>
                    <a:pt x="10" y="33"/>
                    <a:pt x="12" y="35"/>
                  </a:cubicBezTo>
                  <a:cubicBezTo>
                    <a:pt x="12" y="36"/>
                    <a:pt x="12" y="35"/>
                    <a:pt x="15" y="36"/>
                  </a:cubicBezTo>
                  <a:cubicBezTo>
                    <a:pt x="16" y="38"/>
                    <a:pt x="15" y="38"/>
                    <a:pt x="15" y="38"/>
                  </a:cubicBezTo>
                  <a:cubicBezTo>
                    <a:pt x="13" y="36"/>
                    <a:pt x="13" y="38"/>
                    <a:pt x="13" y="38"/>
                  </a:cubicBezTo>
                  <a:cubicBezTo>
                    <a:pt x="12" y="38"/>
                    <a:pt x="12" y="36"/>
                    <a:pt x="10" y="38"/>
                  </a:cubicBezTo>
                  <a:cubicBezTo>
                    <a:pt x="10" y="38"/>
                    <a:pt x="9" y="38"/>
                    <a:pt x="7" y="38"/>
                  </a:cubicBezTo>
                  <a:cubicBezTo>
                    <a:pt x="6" y="36"/>
                    <a:pt x="6" y="38"/>
                    <a:pt x="4" y="38"/>
                  </a:cubicBezTo>
                  <a:cubicBezTo>
                    <a:pt x="4" y="31"/>
                    <a:pt x="3" y="36"/>
                    <a:pt x="3" y="35"/>
                  </a:cubicBezTo>
                  <a:close/>
                  <a:moveTo>
                    <a:pt x="53" y="31"/>
                  </a:moveTo>
                  <a:cubicBezTo>
                    <a:pt x="55" y="31"/>
                    <a:pt x="58" y="35"/>
                    <a:pt x="56" y="36"/>
                  </a:cubicBezTo>
                  <a:cubicBezTo>
                    <a:pt x="53" y="36"/>
                    <a:pt x="52" y="33"/>
                    <a:pt x="53" y="31"/>
                  </a:cubicBezTo>
                  <a:close/>
                  <a:moveTo>
                    <a:pt x="23" y="7"/>
                  </a:moveTo>
                  <a:cubicBezTo>
                    <a:pt x="23" y="7"/>
                    <a:pt x="26" y="7"/>
                    <a:pt x="24" y="7"/>
                  </a:cubicBezTo>
                  <a:cubicBezTo>
                    <a:pt x="24" y="8"/>
                    <a:pt x="23" y="8"/>
                    <a:pt x="23" y="7"/>
                  </a:cubicBezTo>
                  <a:close/>
                  <a:moveTo>
                    <a:pt x="21" y="30"/>
                  </a:moveTo>
                  <a:cubicBezTo>
                    <a:pt x="20" y="28"/>
                    <a:pt x="20" y="28"/>
                    <a:pt x="20" y="28"/>
                  </a:cubicBezTo>
                  <a:cubicBezTo>
                    <a:pt x="20" y="30"/>
                    <a:pt x="20" y="30"/>
                    <a:pt x="18" y="28"/>
                  </a:cubicBezTo>
                  <a:cubicBezTo>
                    <a:pt x="18" y="28"/>
                    <a:pt x="15" y="30"/>
                    <a:pt x="13" y="30"/>
                  </a:cubicBezTo>
                  <a:cubicBezTo>
                    <a:pt x="13" y="28"/>
                    <a:pt x="12" y="30"/>
                    <a:pt x="13" y="30"/>
                  </a:cubicBezTo>
                  <a:cubicBezTo>
                    <a:pt x="15" y="31"/>
                    <a:pt x="15" y="31"/>
                    <a:pt x="15" y="33"/>
                  </a:cubicBezTo>
                  <a:cubicBezTo>
                    <a:pt x="15" y="35"/>
                    <a:pt x="15" y="33"/>
                    <a:pt x="16" y="33"/>
                  </a:cubicBezTo>
                  <a:cubicBezTo>
                    <a:pt x="16" y="35"/>
                    <a:pt x="15" y="35"/>
                    <a:pt x="16" y="35"/>
                  </a:cubicBezTo>
                  <a:cubicBezTo>
                    <a:pt x="20" y="35"/>
                    <a:pt x="20" y="36"/>
                    <a:pt x="21" y="35"/>
                  </a:cubicBezTo>
                  <a:cubicBezTo>
                    <a:pt x="23" y="33"/>
                    <a:pt x="21" y="31"/>
                    <a:pt x="21" y="30"/>
                  </a:cubicBezTo>
                  <a:close/>
                  <a:moveTo>
                    <a:pt x="20" y="27"/>
                  </a:moveTo>
                  <a:cubicBezTo>
                    <a:pt x="20" y="25"/>
                    <a:pt x="20" y="24"/>
                    <a:pt x="20" y="24"/>
                  </a:cubicBezTo>
                  <a:cubicBezTo>
                    <a:pt x="21" y="25"/>
                    <a:pt x="20" y="27"/>
                    <a:pt x="20" y="27"/>
                  </a:cubicBezTo>
                  <a:close/>
                  <a:moveTo>
                    <a:pt x="23" y="35"/>
                  </a:moveTo>
                  <a:cubicBezTo>
                    <a:pt x="23" y="35"/>
                    <a:pt x="21" y="35"/>
                    <a:pt x="21" y="36"/>
                  </a:cubicBezTo>
                  <a:cubicBezTo>
                    <a:pt x="21" y="36"/>
                    <a:pt x="20" y="38"/>
                    <a:pt x="20" y="39"/>
                  </a:cubicBezTo>
                  <a:cubicBezTo>
                    <a:pt x="21" y="41"/>
                    <a:pt x="21" y="36"/>
                    <a:pt x="23" y="35"/>
                  </a:cubicBezTo>
                  <a:close/>
                  <a:moveTo>
                    <a:pt x="29" y="41"/>
                  </a:moveTo>
                  <a:cubicBezTo>
                    <a:pt x="30" y="41"/>
                    <a:pt x="30" y="39"/>
                    <a:pt x="30" y="39"/>
                  </a:cubicBezTo>
                  <a:cubicBezTo>
                    <a:pt x="29" y="38"/>
                    <a:pt x="29" y="36"/>
                    <a:pt x="29" y="38"/>
                  </a:cubicBezTo>
                  <a:cubicBezTo>
                    <a:pt x="29" y="38"/>
                    <a:pt x="27" y="38"/>
                    <a:pt x="26" y="36"/>
                  </a:cubicBezTo>
                  <a:cubicBezTo>
                    <a:pt x="24" y="36"/>
                    <a:pt x="24" y="38"/>
                    <a:pt x="24" y="38"/>
                  </a:cubicBezTo>
                  <a:cubicBezTo>
                    <a:pt x="23" y="39"/>
                    <a:pt x="27" y="41"/>
                    <a:pt x="29" y="41"/>
                  </a:cubicBezTo>
                  <a:close/>
                  <a:moveTo>
                    <a:pt x="32" y="39"/>
                  </a:moveTo>
                  <a:cubicBezTo>
                    <a:pt x="33" y="38"/>
                    <a:pt x="32" y="38"/>
                    <a:pt x="32" y="38"/>
                  </a:cubicBezTo>
                  <a:cubicBezTo>
                    <a:pt x="30" y="36"/>
                    <a:pt x="30" y="36"/>
                    <a:pt x="32" y="36"/>
                  </a:cubicBezTo>
                  <a:cubicBezTo>
                    <a:pt x="32" y="36"/>
                    <a:pt x="33" y="36"/>
                    <a:pt x="32" y="35"/>
                  </a:cubicBezTo>
                  <a:cubicBezTo>
                    <a:pt x="32" y="33"/>
                    <a:pt x="32" y="33"/>
                    <a:pt x="33" y="33"/>
                  </a:cubicBezTo>
                  <a:cubicBezTo>
                    <a:pt x="35" y="33"/>
                    <a:pt x="35" y="31"/>
                    <a:pt x="33" y="31"/>
                  </a:cubicBezTo>
                  <a:cubicBezTo>
                    <a:pt x="32" y="30"/>
                    <a:pt x="33" y="28"/>
                    <a:pt x="35" y="28"/>
                  </a:cubicBezTo>
                  <a:cubicBezTo>
                    <a:pt x="36" y="28"/>
                    <a:pt x="35" y="25"/>
                    <a:pt x="36" y="24"/>
                  </a:cubicBezTo>
                  <a:cubicBezTo>
                    <a:pt x="36" y="22"/>
                    <a:pt x="35" y="22"/>
                    <a:pt x="33" y="22"/>
                  </a:cubicBezTo>
                  <a:cubicBezTo>
                    <a:pt x="32" y="21"/>
                    <a:pt x="30" y="24"/>
                    <a:pt x="30" y="24"/>
                  </a:cubicBezTo>
                  <a:cubicBezTo>
                    <a:pt x="30" y="25"/>
                    <a:pt x="30" y="25"/>
                    <a:pt x="30" y="27"/>
                  </a:cubicBezTo>
                  <a:cubicBezTo>
                    <a:pt x="30" y="28"/>
                    <a:pt x="29" y="27"/>
                    <a:pt x="29" y="25"/>
                  </a:cubicBezTo>
                  <a:cubicBezTo>
                    <a:pt x="29" y="25"/>
                    <a:pt x="30" y="24"/>
                    <a:pt x="29" y="24"/>
                  </a:cubicBezTo>
                  <a:cubicBezTo>
                    <a:pt x="27" y="25"/>
                    <a:pt x="26" y="24"/>
                    <a:pt x="26" y="24"/>
                  </a:cubicBezTo>
                  <a:cubicBezTo>
                    <a:pt x="24" y="24"/>
                    <a:pt x="29" y="24"/>
                    <a:pt x="26" y="27"/>
                  </a:cubicBezTo>
                  <a:cubicBezTo>
                    <a:pt x="24" y="27"/>
                    <a:pt x="23" y="27"/>
                    <a:pt x="23" y="27"/>
                  </a:cubicBezTo>
                  <a:cubicBezTo>
                    <a:pt x="21" y="27"/>
                    <a:pt x="24" y="28"/>
                    <a:pt x="24" y="28"/>
                  </a:cubicBezTo>
                  <a:cubicBezTo>
                    <a:pt x="24" y="30"/>
                    <a:pt x="26" y="30"/>
                    <a:pt x="24" y="31"/>
                  </a:cubicBezTo>
                  <a:cubicBezTo>
                    <a:pt x="23" y="31"/>
                    <a:pt x="26" y="31"/>
                    <a:pt x="26" y="33"/>
                  </a:cubicBezTo>
                  <a:cubicBezTo>
                    <a:pt x="26" y="35"/>
                    <a:pt x="26" y="33"/>
                    <a:pt x="27" y="33"/>
                  </a:cubicBezTo>
                  <a:cubicBezTo>
                    <a:pt x="29" y="35"/>
                    <a:pt x="29" y="33"/>
                    <a:pt x="29" y="35"/>
                  </a:cubicBezTo>
                  <a:cubicBezTo>
                    <a:pt x="29" y="36"/>
                    <a:pt x="29" y="35"/>
                    <a:pt x="29" y="35"/>
                  </a:cubicBezTo>
                  <a:cubicBezTo>
                    <a:pt x="27" y="36"/>
                    <a:pt x="30" y="36"/>
                    <a:pt x="29" y="36"/>
                  </a:cubicBezTo>
                  <a:cubicBezTo>
                    <a:pt x="29" y="36"/>
                    <a:pt x="29" y="38"/>
                    <a:pt x="30" y="38"/>
                  </a:cubicBezTo>
                  <a:cubicBezTo>
                    <a:pt x="30" y="39"/>
                    <a:pt x="30" y="41"/>
                    <a:pt x="32" y="41"/>
                  </a:cubicBezTo>
                  <a:cubicBezTo>
                    <a:pt x="32" y="42"/>
                    <a:pt x="32" y="39"/>
                    <a:pt x="32" y="39"/>
                  </a:cubicBezTo>
                  <a:close/>
                  <a:moveTo>
                    <a:pt x="33" y="36"/>
                  </a:moveTo>
                  <a:cubicBezTo>
                    <a:pt x="33" y="36"/>
                    <a:pt x="33" y="35"/>
                    <a:pt x="35" y="36"/>
                  </a:cubicBezTo>
                  <a:cubicBezTo>
                    <a:pt x="36" y="36"/>
                    <a:pt x="32" y="38"/>
                    <a:pt x="33" y="36"/>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8" name="Freeform 185">
              <a:extLst>
                <a:ext uri="{FF2B5EF4-FFF2-40B4-BE49-F238E27FC236}">
                  <a16:creationId xmlns:a16="http://schemas.microsoft.com/office/drawing/2014/main" id="{2E60D4EC-837C-B34A-4E6F-B67F56AF8FAE}"/>
                </a:ext>
              </a:extLst>
            </p:cNvPr>
            <p:cNvSpPr>
              <a:spLocks noEditPoints="1"/>
            </p:cNvSpPr>
            <p:nvPr/>
          </p:nvSpPr>
          <p:spPr bwMode="auto">
            <a:xfrm>
              <a:off x="1905763" y="2797898"/>
              <a:ext cx="227337" cy="282974"/>
            </a:xfrm>
            <a:custGeom>
              <a:avLst/>
              <a:gdLst/>
              <a:ahLst/>
              <a:cxnLst>
                <a:cxn ang="0">
                  <a:pos x="56" y="81"/>
                </a:cxn>
                <a:cxn ang="0">
                  <a:pos x="57" y="90"/>
                </a:cxn>
                <a:cxn ang="0">
                  <a:pos x="51" y="87"/>
                </a:cxn>
                <a:cxn ang="0">
                  <a:pos x="41" y="90"/>
                </a:cxn>
                <a:cxn ang="0">
                  <a:pos x="36" y="92"/>
                </a:cxn>
                <a:cxn ang="0">
                  <a:pos x="26" y="89"/>
                </a:cxn>
                <a:cxn ang="0">
                  <a:pos x="20" y="89"/>
                </a:cxn>
                <a:cxn ang="0">
                  <a:pos x="18" y="73"/>
                </a:cxn>
                <a:cxn ang="0">
                  <a:pos x="9" y="70"/>
                </a:cxn>
                <a:cxn ang="0">
                  <a:pos x="6" y="62"/>
                </a:cxn>
                <a:cxn ang="0">
                  <a:pos x="4" y="55"/>
                </a:cxn>
                <a:cxn ang="0">
                  <a:pos x="1" y="48"/>
                </a:cxn>
                <a:cxn ang="0">
                  <a:pos x="3" y="42"/>
                </a:cxn>
                <a:cxn ang="0">
                  <a:pos x="7" y="36"/>
                </a:cxn>
                <a:cxn ang="0">
                  <a:pos x="7" y="30"/>
                </a:cxn>
                <a:cxn ang="0">
                  <a:pos x="12" y="22"/>
                </a:cxn>
                <a:cxn ang="0">
                  <a:pos x="15" y="16"/>
                </a:cxn>
                <a:cxn ang="0">
                  <a:pos x="21" y="17"/>
                </a:cxn>
                <a:cxn ang="0">
                  <a:pos x="23" y="14"/>
                </a:cxn>
                <a:cxn ang="0">
                  <a:pos x="26" y="13"/>
                </a:cxn>
                <a:cxn ang="0">
                  <a:pos x="24" y="10"/>
                </a:cxn>
                <a:cxn ang="0">
                  <a:pos x="26" y="5"/>
                </a:cxn>
                <a:cxn ang="0">
                  <a:pos x="26" y="2"/>
                </a:cxn>
                <a:cxn ang="0">
                  <a:pos x="32" y="2"/>
                </a:cxn>
                <a:cxn ang="0">
                  <a:pos x="33" y="7"/>
                </a:cxn>
                <a:cxn ang="0">
                  <a:pos x="41" y="8"/>
                </a:cxn>
                <a:cxn ang="0">
                  <a:pos x="39" y="13"/>
                </a:cxn>
                <a:cxn ang="0">
                  <a:pos x="48" y="10"/>
                </a:cxn>
                <a:cxn ang="0">
                  <a:pos x="56" y="7"/>
                </a:cxn>
                <a:cxn ang="0">
                  <a:pos x="64" y="11"/>
                </a:cxn>
                <a:cxn ang="0">
                  <a:pos x="67" y="16"/>
                </a:cxn>
                <a:cxn ang="0">
                  <a:pos x="68" y="28"/>
                </a:cxn>
                <a:cxn ang="0">
                  <a:pos x="70" y="41"/>
                </a:cxn>
                <a:cxn ang="0">
                  <a:pos x="68" y="48"/>
                </a:cxn>
                <a:cxn ang="0">
                  <a:pos x="54" y="56"/>
                </a:cxn>
                <a:cxn ang="0">
                  <a:pos x="56" y="67"/>
                </a:cxn>
                <a:cxn ang="0">
                  <a:pos x="61" y="80"/>
                </a:cxn>
                <a:cxn ang="0">
                  <a:pos x="64" y="11"/>
                </a:cxn>
                <a:cxn ang="0">
                  <a:pos x="64" y="14"/>
                </a:cxn>
                <a:cxn ang="0">
                  <a:pos x="67" y="13"/>
                </a:cxn>
                <a:cxn ang="0">
                  <a:pos x="44" y="7"/>
                </a:cxn>
                <a:cxn ang="0">
                  <a:pos x="61" y="10"/>
                </a:cxn>
                <a:cxn ang="0">
                  <a:pos x="62" y="8"/>
                </a:cxn>
                <a:cxn ang="0">
                  <a:pos x="59" y="3"/>
                </a:cxn>
                <a:cxn ang="0">
                  <a:pos x="59" y="5"/>
                </a:cxn>
                <a:cxn ang="0">
                  <a:pos x="59" y="10"/>
                </a:cxn>
              </a:cxnLst>
              <a:rect l="0" t="0" r="r" b="b"/>
              <a:pathLst>
                <a:path w="74" h="92">
                  <a:moveTo>
                    <a:pt x="61" y="80"/>
                  </a:moveTo>
                  <a:cubicBezTo>
                    <a:pt x="61" y="81"/>
                    <a:pt x="59" y="80"/>
                    <a:pt x="56" y="81"/>
                  </a:cubicBezTo>
                  <a:cubicBezTo>
                    <a:pt x="54" y="84"/>
                    <a:pt x="59" y="86"/>
                    <a:pt x="57" y="86"/>
                  </a:cubicBezTo>
                  <a:cubicBezTo>
                    <a:pt x="54" y="87"/>
                    <a:pt x="59" y="89"/>
                    <a:pt x="57" y="90"/>
                  </a:cubicBezTo>
                  <a:cubicBezTo>
                    <a:pt x="56" y="92"/>
                    <a:pt x="56" y="87"/>
                    <a:pt x="54" y="89"/>
                  </a:cubicBezTo>
                  <a:cubicBezTo>
                    <a:pt x="53" y="89"/>
                    <a:pt x="51" y="86"/>
                    <a:pt x="51" y="87"/>
                  </a:cubicBezTo>
                  <a:cubicBezTo>
                    <a:pt x="50" y="90"/>
                    <a:pt x="48" y="87"/>
                    <a:pt x="47" y="89"/>
                  </a:cubicBezTo>
                  <a:cubicBezTo>
                    <a:pt x="44" y="90"/>
                    <a:pt x="42" y="92"/>
                    <a:pt x="41" y="90"/>
                  </a:cubicBezTo>
                  <a:cubicBezTo>
                    <a:pt x="41" y="89"/>
                    <a:pt x="39" y="90"/>
                    <a:pt x="38" y="89"/>
                  </a:cubicBezTo>
                  <a:cubicBezTo>
                    <a:pt x="36" y="89"/>
                    <a:pt x="38" y="92"/>
                    <a:pt x="36" y="92"/>
                  </a:cubicBezTo>
                  <a:cubicBezTo>
                    <a:pt x="35" y="92"/>
                    <a:pt x="33" y="87"/>
                    <a:pt x="30" y="90"/>
                  </a:cubicBezTo>
                  <a:cubicBezTo>
                    <a:pt x="29" y="89"/>
                    <a:pt x="27" y="87"/>
                    <a:pt x="26" y="89"/>
                  </a:cubicBezTo>
                  <a:cubicBezTo>
                    <a:pt x="24" y="89"/>
                    <a:pt x="24" y="86"/>
                    <a:pt x="23" y="87"/>
                  </a:cubicBezTo>
                  <a:cubicBezTo>
                    <a:pt x="20" y="87"/>
                    <a:pt x="23" y="89"/>
                    <a:pt x="20" y="89"/>
                  </a:cubicBezTo>
                  <a:cubicBezTo>
                    <a:pt x="16" y="89"/>
                    <a:pt x="16" y="90"/>
                    <a:pt x="13" y="89"/>
                  </a:cubicBezTo>
                  <a:cubicBezTo>
                    <a:pt x="13" y="76"/>
                    <a:pt x="21" y="73"/>
                    <a:pt x="18" y="73"/>
                  </a:cubicBezTo>
                  <a:cubicBezTo>
                    <a:pt x="16" y="72"/>
                    <a:pt x="15" y="70"/>
                    <a:pt x="12" y="72"/>
                  </a:cubicBezTo>
                  <a:cubicBezTo>
                    <a:pt x="9" y="72"/>
                    <a:pt x="10" y="70"/>
                    <a:pt x="9" y="70"/>
                  </a:cubicBezTo>
                  <a:cubicBezTo>
                    <a:pt x="6" y="70"/>
                    <a:pt x="7" y="67"/>
                    <a:pt x="4" y="67"/>
                  </a:cubicBezTo>
                  <a:cubicBezTo>
                    <a:pt x="4" y="64"/>
                    <a:pt x="7" y="64"/>
                    <a:pt x="6" y="62"/>
                  </a:cubicBezTo>
                  <a:cubicBezTo>
                    <a:pt x="6" y="62"/>
                    <a:pt x="3" y="62"/>
                    <a:pt x="3" y="58"/>
                  </a:cubicBezTo>
                  <a:cubicBezTo>
                    <a:pt x="7" y="55"/>
                    <a:pt x="3" y="56"/>
                    <a:pt x="4" y="55"/>
                  </a:cubicBezTo>
                  <a:cubicBezTo>
                    <a:pt x="4" y="53"/>
                    <a:pt x="3" y="53"/>
                    <a:pt x="1" y="52"/>
                  </a:cubicBezTo>
                  <a:cubicBezTo>
                    <a:pt x="1" y="52"/>
                    <a:pt x="4" y="50"/>
                    <a:pt x="1" y="48"/>
                  </a:cubicBezTo>
                  <a:cubicBezTo>
                    <a:pt x="0" y="48"/>
                    <a:pt x="3" y="48"/>
                    <a:pt x="3" y="47"/>
                  </a:cubicBezTo>
                  <a:cubicBezTo>
                    <a:pt x="3" y="45"/>
                    <a:pt x="4" y="45"/>
                    <a:pt x="3" y="42"/>
                  </a:cubicBezTo>
                  <a:cubicBezTo>
                    <a:pt x="1" y="39"/>
                    <a:pt x="1" y="38"/>
                    <a:pt x="4" y="39"/>
                  </a:cubicBezTo>
                  <a:cubicBezTo>
                    <a:pt x="6" y="39"/>
                    <a:pt x="9" y="38"/>
                    <a:pt x="7" y="36"/>
                  </a:cubicBezTo>
                  <a:cubicBezTo>
                    <a:pt x="6" y="36"/>
                    <a:pt x="10" y="34"/>
                    <a:pt x="10" y="33"/>
                  </a:cubicBezTo>
                  <a:cubicBezTo>
                    <a:pt x="10" y="30"/>
                    <a:pt x="7" y="33"/>
                    <a:pt x="7" y="30"/>
                  </a:cubicBezTo>
                  <a:cubicBezTo>
                    <a:pt x="7" y="28"/>
                    <a:pt x="7" y="28"/>
                    <a:pt x="9" y="28"/>
                  </a:cubicBezTo>
                  <a:cubicBezTo>
                    <a:pt x="10" y="30"/>
                    <a:pt x="10" y="28"/>
                    <a:pt x="12" y="22"/>
                  </a:cubicBezTo>
                  <a:cubicBezTo>
                    <a:pt x="12" y="21"/>
                    <a:pt x="9" y="22"/>
                    <a:pt x="10" y="19"/>
                  </a:cubicBezTo>
                  <a:cubicBezTo>
                    <a:pt x="10" y="16"/>
                    <a:pt x="12" y="16"/>
                    <a:pt x="15" y="16"/>
                  </a:cubicBezTo>
                  <a:cubicBezTo>
                    <a:pt x="21" y="16"/>
                    <a:pt x="16" y="17"/>
                    <a:pt x="20" y="19"/>
                  </a:cubicBezTo>
                  <a:cubicBezTo>
                    <a:pt x="21" y="21"/>
                    <a:pt x="18" y="17"/>
                    <a:pt x="21" y="17"/>
                  </a:cubicBezTo>
                  <a:cubicBezTo>
                    <a:pt x="23" y="17"/>
                    <a:pt x="21" y="21"/>
                    <a:pt x="23" y="21"/>
                  </a:cubicBezTo>
                  <a:cubicBezTo>
                    <a:pt x="24" y="19"/>
                    <a:pt x="21" y="13"/>
                    <a:pt x="23" y="14"/>
                  </a:cubicBezTo>
                  <a:cubicBezTo>
                    <a:pt x="26" y="14"/>
                    <a:pt x="27" y="14"/>
                    <a:pt x="29" y="16"/>
                  </a:cubicBezTo>
                  <a:cubicBezTo>
                    <a:pt x="30" y="17"/>
                    <a:pt x="29" y="14"/>
                    <a:pt x="26" y="13"/>
                  </a:cubicBezTo>
                  <a:cubicBezTo>
                    <a:pt x="24" y="13"/>
                    <a:pt x="24" y="13"/>
                    <a:pt x="26" y="11"/>
                  </a:cubicBezTo>
                  <a:cubicBezTo>
                    <a:pt x="27" y="11"/>
                    <a:pt x="23" y="11"/>
                    <a:pt x="24" y="10"/>
                  </a:cubicBezTo>
                  <a:cubicBezTo>
                    <a:pt x="26" y="8"/>
                    <a:pt x="23" y="10"/>
                    <a:pt x="23" y="8"/>
                  </a:cubicBezTo>
                  <a:cubicBezTo>
                    <a:pt x="23" y="7"/>
                    <a:pt x="27" y="8"/>
                    <a:pt x="26" y="5"/>
                  </a:cubicBezTo>
                  <a:cubicBezTo>
                    <a:pt x="24" y="3"/>
                    <a:pt x="23" y="3"/>
                    <a:pt x="23" y="2"/>
                  </a:cubicBezTo>
                  <a:cubicBezTo>
                    <a:pt x="24" y="2"/>
                    <a:pt x="24" y="0"/>
                    <a:pt x="26" y="2"/>
                  </a:cubicBezTo>
                  <a:cubicBezTo>
                    <a:pt x="27" y="2"/>
                    <a:pt x="29" y="2"/>
                    <a:pt x="29" y="2"/>
                  </a:cubicBezTo>
                  <a:cubicBezTo>
                    <a:pt x="30" y="3"/>
                    <a:pt x="30" y="2"/>
                    <a:pt x="32" y="2"/>
                  </a:cubicBezTo>
                  <a:cubicBezTo>
                    <a:pt x="33" y="3"/>
                    <a:pt x="33" y="2"/>
                    <a:pt x="33" y="3"/>
                  </a:cubicBezTo>
                  <a:cubicBezTo>
                    <a:pt x="35" y="7"/>
                    <a:pt x="32" y="7"/>
                    <a:pt x="33" y="7"/>
                  </a:cubicBezTo>
                  <a:cubicBezTo>
                    <a:pt x="35" y="7"/>
                    <a:pt x="35" y="8"/>
                    <a:pt x="36" y="7"/>
                  </a:cubicBezTo>
                  <a:cubicBezTo>
                    <a:pt x="38" y="7"/>
                    <a:pt x="36" y="10"/>
                    <a:pt x="41" y="8"/>
                  </a:cubicBezTo>
                  <a:cubicBezTo>
                    <a:pt x="44" y="7"/>
                    <a:pt x="42" y="8"/>
                    <a:pt x="42" y="10"/>
                  </a:cubicBezTo>
                  <a:cubicBezTo>
                    <a:pt x="44" y="11"/>
                    <a:pt x="39" y="11"/>
                    <a:pt x="39" y="13"/>
                  </a:cubicBezTo>
                  <a:cubicBezTo>
                    <a:pt x="41" y="14"/>
                    <a:pt x="42" y="11"/>
                    <a:pt x="44" y="13"/>
                  </a:cubicBezTo>
                  <a:cubicBezTo>
                    <a:pt x="47" y="14"/>
                    <a:pt x="44" y="10"/>
                    <a:pt x="48" y="10"/>
                  </a:cubicBezTo>
                  <a:cubicBezTo>
                    <a:pt x="51" y="10"/>
                    <a:pt x="53" y="7"/>
                    <a:pt x="53" y="7"/>
                  </a:cubicBezTo>
                  <a:cubicBezTo>
                    <a:pt x="54" y="5"/>
                    <a:pt x="54" y="8"/>
                    <a:pt x="56" y="7"/>
                  </a:cubicBezTo>
                  <a:cubicBezTo>
                    <a:pt x="57" y="7"/>
                    <a:pt x="56" y="8"/>
                    <a:pt x="59" y="10"/>
                  </a:cubicBezTo>
                  <a:cubicBezTo>
                    <a:pt x="61" y="13"/>
                    <a:pt x="64" y="10"/>
                    <a:pt x="64" y="11"/>
                  </a:cubicBezTo>
                  <a:cubicBezTo>
                    <a:pt x="64" y="13"/>
                    <a:pt x="64" y="13"/>
                    <a:pt x="64" y="13"/>
                  </a:cubicBezTo>
                  <a:cubicBezTo>
                    <a:pt x="64" y="14"/>
                    <a:pt x="64" y="16"/>
                    <a:pt x="67" y="16"/>
                  </a:cubicBezTo>
                  <a:cubicBezTo>
                    <a:pt x="67" y="16"/>
                    <a:pt x="67" y="16"/>
                    <a:pt x="67" y="16"/>
                  </a:cubicBezTo>
                  <a:cubicBezTo>
                    <a:pt x="70" y="24"/>
                    <a:pt x="64" y="25"/>
                    <a:pt x="68" y="28"/>
                  </a:cubicBezTo>
                  <a:cubicBezTo>
                    <a:pt x="73" y="31"/>
                    <a:pt x="68" y="31"/>
                    <a:pt x="70" y="33"/>
                  </a:cubicBezTo>
                  <a:cubicBezTo>
                    <a:pt x="73" y="38"/>
                    <a:pt x="70" y="38"/>
                    <a:pt x="70" y="41"/>
                  </a:cubicBezTo>
                  <a:cubicBezTo>
                    <a:pt x="71" y="45"/>
                    <a:pt x="74" y="41"/>
                    <a:pt x="73" y="50"/>
                  </a:cubicBezTo>
                  <a:cubicBezTo>
                    <a:pt x="70" y="52"/>
                    <a:pt x="68" y="48"/>
                    <a:pt x="68" y="48"/>
                  </a:cubicBezTo>
                  <a:cubicBezTo>
                    <a:pt x="67" y="48"/>
                    <a:pt x="70" y="50"/>
                    <a:pt x="65" y="52"/>
                  </a:cubicBezTo>
                  <a:cubicBezTo>
                    <a:pt x="61" y="52"/>
                    <a:pt x="59" y="55"/>
                    <a:pt x="54" y="56"/>
                  </a:cubicBezTo>
                  <a:cubicBezTo>
                    <a:pt x="51" y="58"/>
                    <a:pt x="50" y="58"/>
                    <a:pt x="51" y="61"/>
                  </a:cubicBezTo>
                  <a:cubicBezTo>
                    <a:pt x="54" y="64"/>
                    <a:pt x="50" y="66"/>
                    <a:pt x="56" y="67"/>
                  </a:cubicBezTo>
                  <a:cubicBezTo>
                    <a:pt x="59" y="69"/>
                    <a:pt x="59" y="72"/>
                    <a:pt x="64" y="75"/>
                  </a:cubicBezTo>
                  <a:cubicBezTo>
                    <a:pt x="64" y="80"/>
                    <a:pt x="61" y="76"/>
                    <a:pt x="61" y="80"/>
                  </a:cubicBezTo>
                  <a:close/>
                  <a:moveTo>
                    <a:pt x="67" y="13"/>
                  </a:moveTo>
                  <a:cubicBezTo>
                    <a:pt x="65" y="13"/>
                    <a:pt x="65" y="11"/>
                    <a:pt x="64" y="11"/>
                  </a:cubicBezTo>
                  <a:cubicBezTo>
                    <a:pt x="64" y="10"/>
                    <a:pt x="64" y="13"/>
                    <a:pt x="65" y="13"/>
                  </a:cubicBezTo>
                  <a:cubicBezTo>
                    <a:pt x="65" y="14"/>
                    <a:pt x="64" y="14"/>
                    <a:pt x="64" y="14"/>
                  </a:cubicBezTo>
                  <a:cubicBezTo>
                    <a:pt x="65" y="14"/>
                    <a:pt x="67" y="14"/>
                    <a:pt x="67" y="14"/>
                  </a:cubicBezTo>
                  <a:cubicBezTo>
                    <a:pt x="67" y="13"/>
                    <a:pt x="67" y="13"/>
                    <a:pt x="67" y="13"/>
                  </a:cubicBezTo>
                  <a:close/>
                  <a:moveTo>
                    <a:pt x="42" y="7"/>
                  </a:moveTo>
                  <a:cubicBezTo>
                    <a:pt x="42" y="5"/>
                    <a:pt x="44" y="7"/>
                    <a:pt x="44" y="7"/>
                  </a:cubicBezTo>
                  <a:cubicBezTo>
                    <a:pt x="44" y="8"/>
                    <a:pt x="41" y="7"/>
                    <a:pt x="42" y="7"/>
                  </a:cubicBezTo>
                  <a:close/>
                  <a:moveTo>
                    <a:pt x="61" y="10"/>
                  </a:moveTo>
                  <a:cubicBezTo>
                    <a:pt x="61" y="8"/>
                    <a:pt x="61" y="7"/>
                    <a:pt x="62" y="8"/>
                  </a:cubicBezTo>
                  <a:cubicBezTo>
                    <a:pt x="64" y="10"/>
                    <a:pt x="64" y="8"/>
                    <a:pt x="62" y="8"/>
                  </a:cubicBezTo>
                  <a:cubicBezTo>
                    <a:pt x="61" y="7"/>
                    <a:pt x="64" y="5"/>
                    <a:pt x="62" y="5"/>
                  </a:cubicBezTo>
                  <a:cubicBezTo>
                    <a:pt x="61" y="5"/>
                    <a:pt x="61" y="3"/>
                    <a:pt x="59" y="3"/>
                  </a:cubicBezTo>
                  <a:cubicBezTo>
                    <a:pt x="57" y="5"/>
                    <a:pt x="61" y="5"/>
                    <a:pt x="61" y="7"/>
                  </a:cubicBezTo>
                  <a:cubicBezTo>
                    <a:pt x="59" y="5"/>
                    <a:pt x="59" y="5"/>
                    <a:pt x="59" y="5"/>
                  </a:cubicBezTo>
                  <a:cubicBezTo>
                    <a:pt x="57" y="5"/>
                    <a:pt x="59" y="7"/>
                    <a:pt x="59" y="8"/>
                  </a:cubicBezTo>
                  <a:cubicBezTo>
                    <a:pt x="57" y="8"/>
                    <a:pt x="59" y="8"/>
                    <a:pt x="59" y="10"/>
                  </a:cubicBezTo>
                  <a:cubicBezTo>
                    <a:pt x="61" y="10"/>
                    <a:pt x="61" y="10"/>
                    <a:pt x="61" y="10"/>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09" name="Freeform 186">
              <a:extLst>
                <a:ext uri="{FF2B5EF4-FFF2-40B4-BE49-F238E27FC236}">
                  <a16:creationId xmlns:a16="http://schemas.microsoft.com/office/drawing/2014/main" id="{E401008E-065A-758D-034B-AF83FCD5B512}"/>
                </a:ext>
              </a:extLst>
            </p:cNvPr>
            <p:cNvSpPr>
              <a:spLocks/>
            </p:cNvSpPr>
            <p:nvPr/>
          </p:nvSpPr>
          <p:spPr bwMode="auto">
            <a:xfrm>
              <a:off x="1850121" y="2855129"/>
              <a:ext cx="92206" cy="98564"/>
            </a:xfrm>
            <a:custGeom>
              <a:avLst/>
              <a:gdLst/>
              <a:ahLst/>
              <a:cxnLst>
                <a:cxn ang="0">
                  <a:pos x="27" y="9"/>
                </a:cxn>
                <a:cxn ang="0">
                  <a:pos x="25" y="11"/>
                </a:cxn>
                <a:cxn ang="0">
                  <a:pos x="28" y="14"/>
                </a:cxn>
                <a:cxn ang="0">
                  <a:pos x="25" y="17"/>
                </a:cxn>
                <a:cxn ang="0">
                  <a:pos x="22" y="20"/>
                </a:cxn>
                <a:cxn ang="0">
                  <a:pos x="21" y="23"/>
                </a:cxn>
                <a:cxn ang="0">
                  <a:pos x="21" y="28"/>
                </a:cxn>
                <a:cxn ang="0">
                  <a:pos x="19" y="29"/>
                </a:cxn>
                <a:cxn ang="0">
                  <a:pos x="19" y="32"/>
                </a:cxn>
                <a:cxn ang="0">
                  <a:pos x="16" y="26"/>
                </a:cxn>
                <a:cxn ang="0">
                  <a:pos x="12" y="25"/>
                </a:cxn>
                <a:cxn ang="0">
                  <a:pos x="9" y="25"/>
                </a:cxn>
                <a:cxn ang="0">
                  <a:pos x="7" y="25"/>
                </a:cxn>
                <a:cxn ang="0">
                  <a:pos x="4" y="26"/>
                </a:cxn>
                <a:cxn ang="0">
                  <a:pos x="1" y="26"/>
                </a:cxn>
                <a:cxn ang="0">
                  <a:pos x="0" y="25"/>
                </a:cxn>
                <a:cxn ang="0">
                  <a:pos x="1" y="26"/>
                </a:cxn>
                <a:cxn ang="0">
                  <a:pos x="4" y="25"/>
                </a:cxn>
                <a:cxn ang="0">
                  <a:pos x="4" y="25"/>
                </a:cxn>
                <a:cxn ang="0">
                  <a:pos x="0" y="23"/>
                </a:cxn>
                <a:cxn ang="0">
                  <a:pos x="4" y="23"/>
                </a:cxn>
                <a:cxn ang="0">
                  <a:pos x="1" y="22"/>
                </a:cxn>
                <a:cxn ang="0">
                  <a:pos x="4" y="18"/>
                </a:cxn>
                <a:cxn ang="0">
                  <a:pos x="7" y="14"/>
                </a:cxn>
                <a:cxn ang="0">
                  <a:pos x="10" y="6"/>
                </a:cxn>
                <a:cxn ang="0">
                  <a:pos x="12" y="8"/>
                </a:cxn>
                <a:cxn ang="0">
                  <a:pos x="13" y="9"/>
                </a:cxn>
                <a:cxn ang="0">
                  <a:pos x="13" y="14"/>
                </a:cxn>
                <a:cxn ang="0">
                  <a:pos x="16" y="11"/>
                </a:cxn>
                <a:cxn ang="0">
                  <a:pos x="16" y="8"/>
                </a:cxn>
                <a:cxn ang="0">
                  <a:pos x="15" y="5"/>
                </a:cxn>
                <a:cxn ang="0">
                  <a:pos x="19" y="0"/>
                </a:cxn>
                <a:cxn ang="0">
                  <a:pos x="27" y="1"/>
                </a:cxn>
                <a:cxn ang="0">
                  <a:pos x="30" y="3"/>
                </a:cxn>
                <a:cxn ang="0">
                  <a:pos x="27" y="9"/>
                </a:cxn>
              </a:cxnLst>
              <a:rect l="0" t="0" r="r" b="b"/>
              <a:pathLst>
                <a:path w="30" h="32">
                  <a:moveTo>
                    <a:pt x="27" y="9"/>
                  </a:moveTo>
                  <a:cubicBezTo>
                    <a:pt x="25" y="9"/>
                    <a:pt x="25" y="9"/>
                    <a:pt x="25" y="11"/>
                  </a:cubicBezTo>
                  <a:cubicBezTo>
                    <a:pt x="25" y="14"/>
                    <a:pt x="28" y="11"/>
                    <a:pt x="28" y="14"/>
                  </a:cubicBezTo>
                  <a:cubicBezTo>
                    <a:pt x="28" y="15"/>
                    <a:pt x="24" y="17"/>
                    <a:pt x="25" y="17"/>
                  </a:cubicBezTo>
                  <a:cubicBezTo>
                    <a:pt x="27" y="18"/>
                    <a:pt x="24" y="20"/>
                    <a:pt x="22" y="20"/>
                  </a:cubicBezTo>
                  <a:cubicBezTo>
                    <a:pt x="19" y="18"/>
                    <a:pt x="19" y="20"/>
                    <a:pt x="21" y="23"/>
                  </a:cubicBezTo>
                  <a:cubicBezTo>
                    <a:pt x="22" y="26"/>
                    <a:pt x="21" y="26"/>
                    <a:pt x="21" y="28"/>
                  </a:cubicBezTo>
                  <a:cubicBezTo>
                    <a:pt x="21" y="29"/>
                    <a:pt x="18" y="29"/>
                    <a:pt x="19" y="29"/>
                  </a:cubicBezTo>
                  <a:cubicBezTo>
                    <a:pt x="22" y="31"/>
                    <a:pt x="19" y="32"/>
                    <a:pt x="19" y="32"/>
                  </a:cubicBezTo>
                  <a:cubicBezTo>
                    <a:pt x="13" y="32"/>
                    <a:pt x="22" y="28"/>
                    <a:pt x="16" y="26"/>
                  </a:cubicBezTo>
                  <a:cubicBezTo>
                    <a:pt x="12" y="26"/>
                    <a:pt x="13" y="23"/>
                    <a:pt x="12" y="25"/>
                  </a:cubicBezTo>
                  <a:cubicBezTo>
                    <a:pt x="10" y="25"/>
                    <a:pt x="12" y="23"/>
                    <a:pt x="9" y="25"/>
                  </a:cubicBezTo>
                  <a:cubicBezTo>
                    <a:pt x="7" y="25"/>
                    <a:pt x="9" y="23"/>
                    <a:pt x="7" y="25"/>
                  </a:cubicBezTo>
                  <a:cubicBezTo>
                    <a:pt x="7" y="26"/>
                    <a:pt x="6" y="25"/>
                    <a:pt x="4" y="26"/>
                  </a:cubicBezTo>
                  <a:cubicBezTo>
                    <a:pt x="3" y="28"/>
                    <a:pt x="1" y="26"/>
                    <a:pt x="1" y="26"/>
                  </a:cubicBezTo>
                  <a:cubicBezTo>
                    <a:pt x="0" y="26"/>
                    <a:pt x="0" y="26"/>
                    <a:pt x="0" y="25"/>
                  </a:cubicBezTo>
                  <a:cubicBezTo>
                    <a:pt x="1" y="25"/>
                    <a:pt x="1" y="25"/>
                    <a:pt x="1" y="26"/>
                  </a:cubicBezTo>
                  <a:cubicBezTo>
                    <a:pt x="3" y="26"/>
                    <a:pt x="4" y="25"/>
                    <a:pt x="4" y="25"/>
                  </a:cubicBezTo>
                  <a:cubicBezTo>
                    <a:pt x="6" y="25"/>
                    <a:pt x="4" y="23"/>
                    <a:pt x="4" y="25"/>
                  </a:cubicBezTo>
                  <a:cubicBezTo>
                    <a:pt x="3" y="25"/>
                    <a:pt x="0" y="23"/>
                    <a:pt x="0" y="23"/>
                  </a:cubicBezTo>
                  <a:cubicBezTo>
                    <a:pt x="1" y="22"/>
                    <a:pt x="1" y="23"/>
                    <a:pt x="4" y="23"/>
                  </a:cubicBezTo>
                  <a:cubicBezTo>
                    <a:pt x="9" y="22"/>
                    <a:pt x="3" y="22"/>
                    <a:pt x="1" y="22"/>
                  </a:cubicBezTo>
                  <a:cubicBezTo>
                    <a:pt x="1" y="20"/>
                    <a:pt x="6" y="20"/>
                    <a:pt x="4" y="18"/>
                  </a:cubicBezTo>
                  <a:cubicBezTo>
                    <a:pt x="4" y="17"/>
                    <a:pt x="6" y="20"/>
                    <a:pt x="7" y="14"/>
                  </a:cubicBezTo>
                  <a:cubicBezTo>
                    <a:pt x="10" y="9"/>
                    <a:pt x="9" y="5"/>
                    <a:pt x="10" y="6"/>
                  </a:cubicBezTo>
                  <a:cubicBezTo>
                    <a:pt x="15" y="5"/>
                    <a:pt x="12" y="6"/>
                    <a:pt x="12" y="8"/>
                  </a:cubicBezTo>
                  <a:cubicBezTo>
                    <a:pt x="12" y="9"/>
                    <a:pt x="15" y="9"/>
                    <a:pt x="13" y="9"/>
                  </a:cubicBezTo>
                  <a:cubicBezTo>
                    <a:pt x="12" y="11"/>
                    <a:pt x="12" y="12"/>
                    <a:pt x="13" y="14"/>
                  </a:cubicBezTo>
                  <a:cubicBezTo>
                    <a:pt x="16" y="15"/>
                    <a:pt x="19" y="11"/>
                    <a:pt x="16" y="11"/>
                  </a:cubicBezTo>
                  <a:cubicBezTo>
                    <a:pt x="15" y="9"/>
                    <a:pt x="18" y="8"/>
                    <a:pt x="16" y="8"/>
                  </a:cubicBezTo>
                  <a:cubicBezTo>
                    <a:pt x="15" y="8"/>
                    <a:pt x="16" y="5"/>
                    <a:pt x="15" y="5"/>
                  </a:cubicBezTo>
                  <a:cubicBezTo>
                    <a:pt x="13" y="5"/>
                    <a:pt x="15" y="1"/>
                    <a:pt x="19" y="0"/>
                  </a:cubicBezTo>
                  <a:cubicBezTo>
                    <a:pt x="24" y="0"/>
                    <a:pt x="25" y="0"/>
                    <a:pt x="27" y="1"/>
                  </a:cubicBezTo>
                  <a:cubicBezTo>
                    <a:pt x="28" y="1"/>
                    <a:pt x="28" y="3"/>
                    <a:pt x="30" y="3"/>
                  </a:cubicBezTo>
                  <a:cubicBezTo>
                    <a:pt x="28" y="9"/>
                    <a:pt x="28" y="11"/>
                    <a:pt x="27" y="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0" name="Freeform 187">
              <a:extLst>
                <a:ext uri="{FF2B5EF4-FFF2-40B4-BE49-F238E27FC236}">
                  <a16:creationId xmlns:a16="http://schemas.microsoft.com/office/drawing/2014/main" id="{DC1B0E3F-1418-ADF6-5C56-ACF315A3F973}"/>
                </a:ext>
              </a:extLst>
            </p:cNvPr>
            <p:cNvSpPr>
              <a:spLocks/>
            </p:cNvSpPr>
            <p:nvPr/>
          </p:nvSpPr>
          <p:spPr bwMode="auto">
            <a:xfrm>
              <a:off x="1824685" y="2926667"/>
              <a:ext cx="104925" cy="77898"/>
            </a:xfrm>
            <a:custGeom>
              <a:avLst/>
              <a:gdLst/>
              <a:ahLst/>
              <a:cxnLst>
                <a:cxn ang="0">
                  <a:pos x="31" y="13"/>
                </a:cxn>
                <a:cxn ang="0">
                  <a:pos x="29" y="16"/>
                </a:cxn>
                <a:cxn ang="0">
                  <a:pos x="26" y="25"/>
                </a:cxn>
                <a:cxn ang="0">
                  <a:pos x="21" y="22"/>
                </a:cxn>
                <a:cxn ang="0">
                  <a:pos x="18" y="18"/>
                </a:cxn>
                <a:cxn ang="0">
                  <a:pos x="14" y="18"/>
                </a:cxn>
                <a:cxn ang="0">
                  <a:pos x="9" y="14"/>
                </a:cxn>
                <a:cxn ang="0">
                  <a:pos x="6" y="11"/>
                </a:cxn>
                <a:cxn ang="0">
                  <a:pos x="0" y="7"/>
                </a:cxn>
                <a:cxn ang="0">
                  <a:pos x="8" y="2"/>
                </a:cxn>
                <a:cxn ang="0">
                  <a:pos x="9" y="4"/>
                </a:cxn>
                <a:cxn ang="0">
                  <a:pos x="12" y="4"/>
                </a:cxn>
                <a:cxn ang="0">
                  <a:pos x="15" y="2"/>
                </a:cxn>
                <a:cxn ang="0">
                  <a:pos x="17" y="2"/>
                </a:cxn>
                <a:cxn ang="0">
                  <a:pos x="20" y="2"/>
                </a:cxn>
                <a:cxn ang="0">
                  <a:pos x="24" y="4"/>
                </a:cxn>
                <a:cxn ang="0">
                  <a:pos x="28" y="10"/>
                </a:cxn>
                <a:cxn ang="0">
                  <a:pos x="31" y="13"/>
                </a:cxn>
              </a:cxnLst>
              <a:rect l="0" t="0" r="r" b="b"/>
              <a:pathLst>
                <a:path w="34" h="25">
                  <a:moveTo>
                    <a:pt x="31" y="13"/>
                  </a:moveTo>
                  <a:cubicBezTo>
                    <a:pt x="29" y="14"/>
                    <a:pt x="34" y="13"/>
                    <a:pt x="29" y="16"/>
                  </a:cubicBezTo>
                  <a:cubicBezTo>
                    <a:pt x="24" y="19"/>
                    <a:pt x="26" y="24"/>
                    <a:pt x="26" y="25"/>
                  </a:cubicBezTo>
                  <a:cubicBezTo>
                    <a:pt x="23" y="25"/>
                    <a:pt x="23" y="22"/>
                    <a:pt x="21" y="22"/>
                  </a:cubicBezTo>
                  <a:cubicBezTo>
                    <a:pt x="17" y="21"/>
                    <a:pt x="20" y="18"/>
                    <a:pt x="18" y="18"/>
                  </a:cubicBezTo>
                  <a:cubicBezTo>
                    <a:pt x="17" y="16"/>
                    <a:pt x="15" y="22"/>
                    <a:pt x="14" y="18"/>
                  </a:cubicBezTo>
                  <a:cubicBezTo>
                    <a:pt x="14" y="14"/>
                    <a:pt x="11" y="16"/>
                    <a:pt x="9" y="14"/>
                  </a:cubicBezTo>
                  <a:cubicBezTo>
                    <a:pt x="8" y="11"/>
                    <a:pt x="8" y="14"/>
                    <a:pt x="6" y="11"/>
                  </a:cubicBezTo>
                  <a:cubicBezTo>
                    <a:pt x="4" y="8"/>
                    <a:pt x="3" y="13"/>
                    <a:pt x="0" y="7"/>
                  </a:cubicBezTo>
                  <a:cubicBezTo>
                    <a:pt x="3" y="5"/>
                    <a:pt x="4" y="4"/>
                    <a:pt x="8" y="2"/>
                  </a:cubicBezTo>
                  <a:cubicBezTo>
                    <a:pt x="8" y="4"/>
                    <a:pt x="8" y="4"/>
                    <a:pt x="9" y="4"/>
                  </a:cubicBezTo>
                  <a:cubicBezTo>
                    <a:pt x="9" y="4"/>
                    <a:pt x="11" y="5"/>
                    <a:pt x="12" y="4"/>
                  </a:cubicBezTo>
                  <a:cubicBezTo>
                    <a:pt x="14" y="2"/>
                    <a:pt x="15" y="4"/>
                    <a:pt x="15" y="2"/>
                  </a:cubicBezTo>
                  <a:cubicBezTo>
                    <a:pt x="17" y="0"/>
                    <a:pt x="15" y="2"/>
                    <a:pt x="17" y="2"/>
                  </a:cubicBezTo>
                  <a:cubicBezTo>
                    <a:pt x="20" y="0"/>
                    <a:pt x="18" y="2"/>
                    <a:pt x="20" y="2"/>
                  </a:cubicBezTo>
                  <a:cubicBezTo>
                    <a:pt x="21" y="0"/>
                    <a:pt x="20" y="4"/>
                    <a:pt x="24" y="4"/>
                  </a:cubicBezTo>
                  <a:cubicBezTo>
                    <a:pt x="31" y="5"/>
                    <a:pt x="21" y="10"/>
                    <a:pt x="28" y="10"/>
                  </a:cubicBezTo>
                  <a:cubicBezTo>
                    <a:pt x="29" y="11"/>
                    <a:pt x="31" y="11"/>
                    <a:pt x="31" y="1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1" name="Freeform 188">
              <a:extLst>
                <a:ext uri="{FF2B5EF4-FFF2-40B4-BE49-F238E27FC236}">
                  <a16:creationId xmlns:a16="http://schemas.microsoft.com/office/drawing/2014/main" id="{487ED7E1-A7FA-80E5-D9A4-F3370A036DD4}"/>
                </a:ext>
              </a:extLst>
            </p:cNvPr>
            <p:cNvSpPr>
              <a:spLocks/>
            </p:cNvSpPr>
            <p:nvPr/>
          </p:nvSpPr>
          <p:spPr bwMode="auto">
            <a:xfrm>
              <a:off x="1899404" y="2972770"/>
              <a:ext cx="30206" cy="31795"/>
            </a:xfrm>
            <a:custGeom>
              <a:avLst/>
              <a:gdLst/>
              <a:ahLst/>
              <a:cxnLst>
                <a:cxn ang="0">
                  <a:pos x="7" y="10"/>
                </a:cxn>
                <a:cxn ang="0">
                  <a:pos x="8" y="5"/>
                </a:cxn>
                <a:cxn ang="0">
                  <a:pos x="5" y="0"/>
                </a:cxn>
                <a:cxn ang="0">
                  <a:pos x="2" y="10"/>
                </a:cxn>
                <a:cxn ang="0">
                  <a:pos x="7" y="10"/>
                </a:cxn>
              </a:cxnLst>
              <a:rect l="0" t="0" r="r" b="b"/>
              <a:pathLst>
                <a:path w="10" h="10">
                  <a:moveTo>
                    <a:pt x="7" y="10"/>
                  </a:moveTo>
                  <a:cubicBezTo>
                    <a:pt x="7" y="7"/>
                    <a:pt x="10" y="7"/>
                    <a:pt x="8" y="5"/>
                  </a:cubicBezTo>
                  <a:cubicBezTo>
                    <a:pt x="8" y="5"/>
                    <a:pt x="5" y="5"/>
                    <a:pt x="5" y="0"/>
                  </a:cubicBezTo>
                  <a:cubicBezTo>
                    <a:pt x="0" y="4"/>
                    <a:pt x="2" y="9"/>
                    <a:pt x="2" y="10"/>
                  </a:cubicBezTo>
                  <a:cubicBezTo>
                    <a:pt x="5" y="10"/>
                    <a:pt x="5" y="10"/>
                    <a:pt x="7" y="1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2" name="Freeform 189">
              <a:extLst>
                <a:ext uri="{FF2B5EF4-FFF2-40B4-BE49-F238E27FC236}">
                  <a16:creationId xmlns:a16="http://schemas.microsoft.com/office/drawing/2014/main" id="{90111592-08FD-36B6-1450-92938F0262C9}"/>
                </a:ext>
              </a:extLst>
            </p:cNvPr>
            <p:cNvSpPr>
              <a:spLocks/>
            </p:cNvSpPr>
            <p:nvPr/>
          </p:nvSpPr>
          <p:spPr bwMode="auto">
            <a:xfrm>
              <a:off x="2293667" y="2651641"/>
              <a:ext cx="42923" cy="28615"/>
            </a:xfrm>
            <a:custGeom>
              <a:avLst/>
              <a:gdLst/>
              <a:ahLst/>
              <a:cxnLst>
                <a:cxn ang="0">
                  <a:pos x="3" y="9"/>
                </a:cxn>
                <a:cxn ang="0">
                  <a:pos x="3" y="8"/>
                </a:cxn>
                <a:cxn ang="0">
                  <a:pos x="3" y="6"/>
                </a:cxn>
                <a:cxn ang="0">
                  <a:pos x="1" y="5"/>
                </a:cxn>
                <a:cxn ang="0">
                  <a:pos x="1" y="2"/>
                </a:cxn>
                <a:cxn ang="0">
                  <a:pos x="3" y="2"/>
                </a:cxn>
                <a:cxn ang="0">
                  <a:pos x="7" y="0"/>
                </a:cxn>
                <a:cxn ang="0">
                  <a:pos x="11" y="2"/>
                </a:cxn>
                <a:cxn ang="0">
                  <a:pos x="12" y="3"/>
                </a:cxn>
                <a:cxn ang="0">
                  <a:pos x="11" y="3"/>
                </a:cxn>
                <a:cxn ang="0">
                  <a:pos x="6" y="6"/>
                </a:cxn>
                <a:cxn ang="0">
                  <a:pos x="4" y="8"/>
                </a:cxn>
                <a:cxn ang="0">
                  <a:pos x="3" y="9"/>
                </a:cxn>
              </a:cxnLst>
              <a:rect l="0" t="0" r="r" b="b"/>
              <a:pathLst>
                <a:path w="14" h="9">
                  <a:moveTo>
                    <a:pt x="3" y="9"/>
                  </a:moveTo>
                  <a:cubicBezTo>
                    <a:pt x="1" y="9"/>
                    <a:pt x="1" y="8"/>
                    <a:pt x="3" y="8"/>
                  </a:cubicBezTo>
                  <a:cubicBezTo>
                    <a:pt x="4" y="8"/>
                    <a:pt x="4" y="6"/>
                    <a:pt x="3" y="6"/>
                  </a:cubicBezTo>
                  <a:cubicBezTo>
                    <a:pt x="0" y="5"/>
                    <a:pt x="1" y="5"/>
                    <a:pt x="1" y="5"/>
                  </a:cubicBezTo>
                  <a:cubicBezTo>
                    <a:pt x="3" y="3"/>
                    <a:pt x="0" y="2"/>
                    <a:pt x="1" y="2"/>
                  </a:cubicBezTo>
                  <a:cubicBezTo>
                    <a:pt x="3" y="2"/>
                    <a:pt x="3" y="3"/>
                    <a:pt x="3" y="2"/>
                  </a:cubicBezTo>
                  <a:cubicBezTo>
                    <a:pt x="4" y="0"/>
                    <a:pt x="7" y="0"/>
                    <a:pt x="7" y="0"/>
                  </a:cubicBezTo>
                  <a:cubicBezTo>
                    <a:pt x="7" y="2"/>
                    <a:pt x="9" y="0"/>
                    <a:pt x="11" y="2"/>
                  </a:cubicBezTo>
                  <a:cubicBezTo>
                    <a:pt x="14" y="3"/>
                    <a:pt x="14" y="3"/>
                    <a:pt x="12" y="3"/>
                  </a:cubicBezTo>
                  <a:cubicBezTo>
                    <a:pt x="12" y="3"/>
                    <a:pt x="12" y="2"/>
                    <a:pt x="11" y="3"/>
                  </a:cubicBezTo>
                  <a:cubicBezTo>
                    <a:pt x="11" y="5"/>
                    <a:pt x="7" y="6"/>
                    <a:pt x="6" y="6"/>
                  </a:cubicBezTo>
                  <a:cubicBezTo>
                    <a:pt x="6" y="5"/>
                    <a:pt x="4" y="8"/>
                    <a:pt x="4" y="8"/>
                  </a:cubicBezTo>
                  <a:cubicBezTo>
                    <a:pt x="4" y="9"/>
                    <a:pt x="3" y="9"/>
                    <a:pt x="3" y="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3" name="Freeform 190">
              <a:extLst>
                <a:ext uri="{FF2B5EF4-FFF2-40B4-BE49-F238E27FC236}">
                  <a16:creationId xmlns:a16="http://schemas.microsoft.com/office/drawing/2014/main" id="{1C267BDE-9483-F68B-8A7C-7D77A2FB8B8F}"/>
                </a:ext>
              </a:extLst>
            </p:cNvPr>
            <p:cNvSpPr>
              <a:spLocks/>
            </p:cNvSpPr>
            <p:nvPr/>
          </p:nvSpPr>
          <p:spPr bwMode="auto">
            <a:xfrm>
              <a:off x="2303206" y="2634155"/>
              <a:ext cx="27026" cy="17487"/>
            </a:xfrm>
            <a:custGeom>
              <a:avLst/>
              <a:gdLst/>
              <a:ahLst/>
              <a:cxnLst>
                <a:cxn ang="0">
                  <a:pos x="5" y="6"/>
                </a:cxn>
                <a:cxn ang="0">
                  <a:pos x="2" y="3"/>
                </a:cxn>
                <a:cxn ang="0">
                  <a:pos x="0" y="3"/>
                </a:cxn>
                <a:cxn ang="0">
                  <a:pos x="5" y="2"/>
                </a:cxn>
                <a:cxn ang="0">
                  <a:pos x="6" y="3"/>
                </a:cxn>
                <a:cxn ang="0">
                  <a:pos x="8" y="5"/>
                </a:cxn>
                <a:cxn ang="0">
                  <a:pos x="6" y="5"/>
                </a:cxn>
                <a:cxn ang="0">
                  <a:pos x="5" y="6"/>
                </a:cxn>
              </a:cxnLst>
              <a:rect l="0" t="0" r="r" b="b"/>
              <a:pathLst>
                <a:path w="9" h="6">
                  <a:moveTo>
                    <a:pt x="5" y="6"/>
                  </a:moveTo>
                  <a:cubicBezTo>
                    <a:pt x="3" y="6"/>
                    <a:pt x="3" y="3"/>
                    <a:pt x="2" y="3"/>
                  </a:cubicBezTo>
                  <a:cubicBezTo>
                    <a:pt x="0" y="3"/>
                    <a:pt x="0" y="3"/>
                    <a:pt x="0" y="3"/>
                  </a:cubicBezTo>
                  <a:cubicBezTo>
                    <a:pt x="2" y="2"/>
                    <a:pt x="3" y="3"/>
                    <a:pt x="5" y="2"/>
                  </a:cubicBezTo>
                  <a:cubicBezTo>
                    <a:pt x="5" y="0"/>
                    <a:pt x="5" y="2"/>
                    <a:pt x="6" y="3"/>
                  </a:cubicBezTo>
                  <a:cubicBezTo>
                    <a:pt x="9" y="3"/>
                    <a:pt x="8" y="5"/>
                    <a:pt x="8" y="5"/>
                  </a:cubicBezTo>
                  <a:cubicBezTo>
                    <a:pt x="6" y="5"/>
                    <a:pt x="6" y="5"/>
                    <a:pt x="6" y="5"/>
                  </a:cubicBezTo>
                  <a:cubicBezTo>
                    <a:pt x="5" y="5"/>
                    <a:pt x="5" y="6"/>
                    <a:pt x="5"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4" name="Freeform 191">
              <a:extLst>
                <a:ext uri="{FF2B5EF4-FFF2-40B4-BE49-F238E27FC236}">
                  <a16:creationId xmlns:a16="http://schemas.microsoft.com/office/drawing/2014/main" id="{69571DDD-AE91-C98B-9523-FB9328A875A0}"/>
                </a:ext>
              </a:extLst>
            </p:cNvPr>
            <p:cNvSpPr>
              <a:spLocks/>
            </p:cNvSpPr>
            <p:nvPr/>
          </p:nvSpPr>
          <p:spPr bwMode="auto">
            <a:xfrm>
              <a:off x="2327053" y="2648462"/>
              <a:ext cx="9539" cy="12718"/>
            </a:xfrm>
            <a:custGeom>
              <a:avLst/>
              <a:gdLst/>
              <a:ahLst/>
              <a:cxnLst>
                <a:cxn ang="0">
                  <a:pos x="0" y="1"/>
                </a:cxn>
                <a:cxn ang="0">
                  <a:pos x="3" y="3"/>
                </a:cxn>
                <a:cxn ang="0">
                  <a:pos x="0" y="1"/>
                </a:cxn>
              </a:cxnLst>
              <a:rect l="0" t="0" r="r" b="b"/>
              <a:pathLst>
                <a:path w="3" h="4">
                  <a:moveTo>
                    <a:pt x="0" y="1"/>
                  </a:moveTo>
                  <a:cubicBezTo>
                    <a:pt x="1" y="0"/>
                    <a:pt x="3" y="1"/>
                    <a:pt x="3" y="3"/>
                  </a:cubicBezTo>
                  <a:cubicBezTo>
                    <a:pt x="1" y="4"/>
                    <a:pt x="0" y="3"/>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5" name="Freeform 192">
              <a:extLst>
                <a:ext uri="{FF2B5EF4-FFF2-40B4-BE49-F238E27FC236}">
                  <a16:creationId xmlns:a16="http://schemas.microsoft.com/office/drawing/2014/main" id="{66E1D4EB-B9ED-71BF-9B5C-0D5E53F6943A}"/>
                </a:ext>
              </a:extLst>
            </p:cNvPr>
            <p:cNvSpPr>
              <a:spLocks/>
            </p:cNvSpPr>
            <p:nvPr/>
          </p:nvSpPr>
          <p:spPr bwMode="auto">
            <a:xfrm>
              <a:off x="2327053" y="2640513"/>
              <a:ext cx="9539" cy="3179"/>
            </a:xfrm>
            <a:custGeom>
              <a:avLst/>
              <a:gdLst/>
              <a:ahLst/>
              <a:cxnLst>
                <a:cxn ang="0">
                  <a:pos x="1" y="0"/>
                </a:cxn>
                <a:cxn ang="0">
                  <a:pos x="3" y="0"/>
                </a:cxn>
                <a:cxn ang="0">
                  <a:pos x="1" y="0"/>
                </a:cxn>
              </a:cxnLst>
              <a:rect l="0" t="0" r="r" b="b"/>
              <a:pathLst>
                <a:path w="3" h="1">
                  <a:moveTo>
                    <a:pt x="1" y="0"/>
                  </a:moveTo>
                  <a:cubicBezTo>
                    <a:pt x="0" y="0"/>
                    <a:pt x="3" y="0"/>
                    <a:pt x="3" y="0"/>
                  </a:cubicBezTo>
                  <a:cubicBezTo>
                    <a:pt x="3" y="1"/>
                    <a:pt x="1" y="0"/>
                    <a:pt x="1"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6" name="Freeform 193">
              <a:extLst>
                <a:ext uri="{FF2B5EF4-FFF2-40B4-BE49-F238E27FC236}">
                  <a16:creationId xmlns:a16="http://schemas.microsoft.com/office/drawing/2014/main" id="{5CA25AB6-FAB5-FB4B-4A38-C3A81EF70F32}"/>
                </a:ext>
              </a:extLst>
            </p:cNvPr>
            <p:cNvSpPr>
              <a:spLocks noEditPoints="1"/>
            </p:cNvSpPr>
            <p:nvPr/>
          </p:nvSpPr>
          <p:spPr bwMode="auto">
            <a:xfrm>
              <a:off x="2034535" y="2217642"/>
              <a:ext cx="321134" cy="570717"/>
            </a:xfrm>
            <a:custGeom>
              <a:avLst/>
              <a:gdLst/>
              <a:ahLst/>
              <a:cxnLst>
                <a:cxn ang="0">
                  <a:pos x="3" y="138"/>
                </a:cxn>
                <a:cxn ang="0">
                  <a:pos x="6" y="127"/>
                </a:cxn>
                <a:cxn ang="0">
                  <a:pos x="11" y="120"/>
                </a:cxn>
                <a:cxn ang="0">
                  <a:pos x="12" y="109"/>
                </a:cxn>
                <a:cxn ang="0">
                  <a:pos x="9" y="92"/>
                </a:cxn>
                <a:cxn ang="0">
                  <a:pos x="8" y="82"/>
                </a:cxn>
                <a:cxn ang="0">
                  <a:pos x="15" y="70"/>
                </a:cxn>
                <a:cxn ang="0">
                  <a:pos x="22" y="64"/>
                </a:cxn>
                <a:cxn ang="0">
                  <a:pos x="28" y="51"/>
                </a:cxn>
                <a:cxn ang="0">
                  <a:pos x="34" y="39"/>
                </a:cxn>
                <a:cxn ang="0">
                  <a:pos x="41" y="28"/>
                </a:cxn>
                <a:cxn ang="0">
                  <a:pos x="44" y="18"/>
                </a:cxn>
                <a:cxn ang="0">
                  <a:pos x="55" y="15"/>
                </a:cxn>
                <a:cxn ang="0">
                  <a:pos x="72" y="9"/>
                </a:cxn>
                <a:cxn ang="0">
                  <a:pos x="76" y="0"/>
                </a:cxn>
                <a:cxn ang="0">
                  <a:pos x="90" y="9"/>
                </a:cxn>
                <a:cxn ang="0">
                  <a:pos x="98" y="14"/>
                </a:cxn>
                <a:cxn ang="0">
                  <a:pos x="98" y="23"/>
                </a:cxn>
                <a:cxn ang="0">
                  <a:pos x="99" y="28"/>
                </a:cxn>
                <a:cxn ang="0">
                  <a:pos x="101" y="37"/>
                </a:cxn>
                <a:cxn ang="0">
                  <a:pos x="96" y="46"/>
                </a:cxn>
                <a:cxn ang="0">
                  <a:pos x="87" y="51"/>
                </a:cxn>
                <a:cxn ang="0">
                  <a:pos x="81" y="60"/>
                </a:cxn>
                <a:cxn ang="0">
                  <a:pos x="75" y="74"/>
                </a:cxn>
                <a:cxn ang="0">
                  <a:pos x="67" y="78"/>
                </a:cxn>
                <a:cxn ang="0">
                  <a:pos x="55" y="87"/>
                </a:cxn>
                <a:cxn ang="0">
                  <a:pos x="49" y="92"/>
                </a:cxn>
                <a:cxn ang="0">
                  <a:pos x="50" y="102"/>
                </a:cxn>
                <a:cxn ang="0">
                  <a:pos x="53" y="116"/>
                </a:cxn>
                <a:cxn ang="0">
                  <a:pos x="60" y="123"/>
                </a:cxn>
                <a:cxn ang="0">
                  <a:pos x="55" y="132"/>
                </a:cxn>
                <a:cxn ang="0">
                  <a:pos x="41" y="130"/>
                </a:cxn>
                <a:cxn ang="0">
                  <a:pos x="60" y="132"/>
                </a:cxn>
                <a:cxn ang="0">
                  <a:pos x="55" y="138"/>
                </a:cxn>
                <a:cxn ang="0">
                  <a:pos x="46" y="143"/>
                </a:cxn>
                <a:cxn ang="0">
                  <a:pos x="44" y="151"/>
                </a:cxn>
                <a:cxn ang="0">
                  <a:pos x="43" y="162"/>
                </a:cxn>
                <a:cxn ang="0">
                  <a:pos x="32" y="172"/>
                </a:cxn>
                <a:cxn ang="0">
                  <a:pos x="25" y="183"/>
                </a:cxn>
                <a:cxn ang="0">
                  <a:pos x="12" y="172"/>
                </a:cxn>
                <a:cxn ang="0">
                  <a:pos x="14" y="168"/>
                </a:cxn>
                <a:cxn ang="0">
                  <a:pos x="6" y="146"/>
                </a:cxn>
                <a:cxn ang="0">
                  <a:pos x="0" y="138"/>
                </a:cxn>
                <a:cxn ang="0">
                  <a:pos x="61" y="158"/>
                </a:cxn>
                <a:cxn ang="0">
                  <a:pos x="63" y="151"/>
                </a:cxn>
                <a:cxn ang="0">
                  <a:pos x="56" y="160"/>
                </a:cxn>
                <a:cxn ang="0">
                  <a:pos x="61" y="158"/>
                </a:cxn>
                <a:cxn ang="0">
                  <a:pos x="44" y="163"/>
                </a:cxn>
                <a:cxn ang="0">
                  <a:pos x="47" y="158"/>
                </a:cxn>
                <a:cxn ang="0">
                  <a:pos x="58" y="116"/>
                </a:cxn>
              </a:cxnLst>
              <a:rect l="0" t="0" r="r" b="b"/>
              <a:pathLst>
                <a:path w="104" h="185">
                  <a:moveTo>
                    <a:pt x="2" y="135"/>
                  </a:moveTo>
                  <a:cubicBezTo>
                    <a:pt x="2" y="135"/>
                    <a:pt x="2" y="137"/>
                    <a:pt x="3" y="138"/>
                  </a:cubicBezTo>
                  <a:cubicBezTo>
                    <a:pt x="3" y="140"/>
                    <a:pt x="6" y="137"/>
                    <a:pt x="5" y="132"/>
                  </a:cubicBezTo>
                  <a:cubicBezTo>
                    <a:pt x="3" y="129"/>
                    <a:pt x="6" y="129"/>
                    <a:pt x="6" y="127"/>
                  </a:cubicBezTo>
                  <a:cubicBezTo>
                    <a:pt x="5" y="124"/>
                    <a:pt x="8" y="127"/>
                    <a:pt x="9" y="124"/>
                  </a:cubicBezTo>
                  <a:cubicBezTo>
                    <a:pt x="12" y="121"/>
                    <a:pt x="9" y="121"/>
                    <a:pt x="11" y="120"/>
                  </a:cubicBezTo>
                  <a:cubicBezTo>
                    <a:pt x="14" y="118"/>
                    <a:pt x="8" y="112"/>
                    <a:pt x="9" y="110"/>
                  </a:cubicBezTo>
                  <a:cubicBezTo>
                    <a:pt x="9" y="109"/>
                    <a:pt x="12" y="112"/>
                    <a:pt x="12" y="109"/>
                  </a:cubicBezTo>
                  <a:cubicBezTo>
                    <a:pt x="14" y="107"/>
                    <a:pt x="15" y="106"/>
                    <a:pt x="11" y="104"/>
                  </a:cubicBezTo>
                  <a:cubicBezTo>
                    <a:pt x="5" y="101"/>
                    <a:pt x="11" y="96"/>
                    <a:pt x="9" y="92"/>
                  </a:cubicBezTo>
                  <a:cubicBezTo>
                    <a:pt x="6" y="88"/>
                    <a:pt x="9" y="88"/>
                    <a:pt x="8" y="87"/>
                  </a:cubicBezTo>
                  <a:cubicBezTo>
                    <a:pt x="6" y="85"/>
                    <a:pt x="9" y="85"/>
                    <a:pt x="8" y="82"/>
                  </a:cubicBezTo>
                  <a:cubicBezTo>
                    <a:pt x="5" y="79"/>
                    <a:pt x="9" y="79"/>
                    <a:pt x="8" y="78"/>
                  </a:cubicBezTo>
                  <a:cubicBezTo>
                    <a:pt x="8" y="74"/>
                    <a:pt x="14" y="71"/>
                    <a:pt x="15" y="70"/>
                  </a:cubicBezTo>
                  <a:cubicBezTo>
                    <a:pt x="18" y="68"/>
                    <a:pt x="23" y="73"/>
                    <a:pt x="25" y="67"/>
                  </a:cubicBezTo>
                  <a:cubicBezTo>
                    <a:pt x="26" y="64"/>
                    <a:pt x="23" y="65"/>
                    <a:pt x="22" y="64"/>
                  </a:cubicBezTo>
                  <a:cubicBezTo>
                    <a:pt x="18" y="62"/>
                    <a:pt x="26" y="57"/>
                    <a:pt x="26" y="56"/>
                  </a:cubicBezTo>
                  <a:cubicBezTo>
                    <a:pt x="26" y="53"/>
                    <a:pt x="28" y="54"/>
                    <a:pt x="28" y="51"/>
                  </a:cubicBezTo>
                  <a:cubicBezTo>
                    <a:pt x="26" y="46"/>
                    <a:pt x="29" y="48"/>
                    <a:pt x="26" y="42"/>
                  </a:cubicBezTo>
                  <a:cubicBezTo>
                    <a:pt x="26" y="40"/>
                    <a:pt x="37" y="42"/>
                    <a:pt x="34" y="39"/>
                  </a:cubicBezTo>
                  <a:cubicBezTo>
                    <a:pt x="32" y="36"/>
                    <a:pt x="35" y="37"/>
                    <a:pt x="37" y="32"/>
                  </a:cubicBezTo>
                  <a:cubicBezTo>
                    <a:pt x="40" y="29"/>
                    <a:pt x="41" y="31"/>
                    <a:pt x="41" y="28"/>
                  </a:cubicBezTo>
                  <a:cubicBezTo>
                    <a:pt x="43" y="26"/>
                    <a:pt x="40" y="25"/>
                    <a:pt x="40" y="23"/>
                  </a:cubicBezTo>
                  <a:cubicBezTo>
                    <a:pt x="40" y="22"/>
                    <a:pt x="41" y="23"/>
                    <a:pt x="44" y="18"/>
                  </a:cubicBezTo>
                  <a:cubicBezTo>
                    <a:pt x="44" y="15"/>
                    <a:pt x="47" y="15"/>
                    <a:pt x="49" y="14"/>
                  </a:cubicBezTo>
                  <a:cubicBezTo>
                    <a:pt x="50" y="14"/>
                    <a:pt x="52" y="17"/>
                    <a:pt x="55" y="15"/>
                  </a:cubicBezTo>
                  <a:cubicBezTo>
                    <a:pt x="58" y="14"/>
                    <a:pt x="53" y="9"/>
                    <a:pt x="55" y="8"/>
                  </a:cubicBezTo>
                  <a:cubicBezTo>
                    <a:pt x="60" y="4"/>
                    <a:pt x="67" y="12"/>
                    <a:pt x="72" y="9"/>
                  </a:cubicBezTo>
                  <a:cubicBezTo>
                    <a:pt x="75" y="8"/>
                    <a:pt x="67" y="9"/>
                    <a:pt x="72" y="6"/>
                  </a:cubicBezTo>
                  <a:cubicBezTo>
                    <a:pt x="76" y="1"/>
                    <a:pt x="67" y="0"/>
                    <a:pt x="76" y="0"/>
                  </a:cubicBezTo>
                  <a:cubicBezTo>
                    <a:pt x="79" y="1"/>
                    <a:pt x="75" y="1"/>
                    <a:pt x="79" y="3"/>
                  </a:cubicBezTo>
                  <a:cubicBezTo>
                    <a:pt x="82" y="6"/>
                    <a:pt x="87" y="9"/>
                    <a:pt x="90" y="9"/>
                  </a:cubicBezTo>
                  <a:cubicBezTo>
                    <a:pt x="93" y="9"/>
                    <a:pt x="96" y="11"/>
                    <a:pt x="96" y="12"/>
                  </a:cubicBezTo>
                  <a:cubicBezTo>
                    <a:pt x="96" y="14"/>
                    <a:pt x="94" y="12"/>
                    <a:pt x="98" y="14"/>
                  </a:cubicBezTo>
                  <a:cubicBezTo>
                    <a:pt x="102" y="18"/>
                    <a:pt x="98" y="15"/>
                    <a:pt x="98" y="18"/>
                  </a:cubicBezTo>
                  <a:cubicBezTo>
                    <a:pt x="99" y="23"/>
                    <a:pt x="98" y="22"/>
                    <a:pt x="98" y="23"/>
                  </a:cubicBezTo>
                  <a:cubicBezTo>
                    <a:pt x="98" y="25"/>
                    <a:pt x="101" y="22"/>
                    <a:pt x="101" y="23"/>
                  </a:cubicBezTo>
                  <a:cubicBezTo>
                    <a:pt x="101" y="25"/>
                    <a:pt x="99" y="25"/>
                    <a:pt x="99" y="28"/>
                  </a:cubicBezTo>
                  <a:cubicBezTo>
                    <a:pt x="99" y="29"/>
                    <a:pt x="104" y="31"/>
                    <a:pt x="102" y="32"/>
                  </a:cubicBezTo>
                  <a:cubicBezTo>
                    <a:pt x="101" y="34"/>
                    <a:pt x="102" y="34"/>
                    <a:pt x="101" y="37"/>
                  </a:cubicBezTo>
                  <a:cubicBezTo>
                    <a:pt x="98" y="40"/>
                    <a:pt x="104" y="42"/>
                    <a:pt x="104" y="46"/>
                  </a:cubicBezTo>
                  <a:cubicBezTo>
                    <a:pt x="101" y="48"/>
                    <a:pt x="99" y="45"/>
                    <a:pt x="96" y="46"/>
                  </a:cubicBezTo>
                  <a:cubicBezTo>
                    <a:pt x="93" y="48"/>
                    <a:pt x="94" y="45"/>
                    <a:pt x="91" y="46"/>
                  </a:cubicBezTo>
                  <a:cubicBezTo>
                    <a:pt x="90" y="48"/>
                    <a:pt x="87" y="50"/>
                    <a:pt x="87" y="51"/>
                  </a:cubicBezTo>
                  <a:cubicBezTo>
                    <a:pt x="87" y="53"/>
                    <a:pt x="84" y="51"/>
                    <a:pt x="82" y="54"/>
                  </a:cubicBezTo>
                  <a:cubicBezTo>
                    <a:pt x="82" y="59"/>
                    <a:pt x="79" y="57"/>
                    <a:pt x="81" y="60"/>
                  </a:cubicBezTo>
                  <a:cubicBezTo>
                    <a:pt x="81" y="64"/>
                    <a:pt x="85" y="64"/>
                    <a:pt x="81" y="67"/>
                  </a:cubicBezTo>
                  <a:cubicBezTo>
                    <a:pt x="76" y="70"/>
                    <a:pt x="78" y="74"/>
                    <a:pt x="75" y="74"/>
                  </a:cubicBezTo>
                  <a:cubicBezTo>
                    <a:pt x="72" y="74"/>
                    <a:pt x="73" y="76"/>
                    <a:pt x="72" y="76"/>
                  </a:cubicBezTo>
                  <a:cubicBezTo>
                    <a:pt x="69" y="76"/>
                    <a:pt x="70" y="79"/>
                    <a:pt x="67" y="78"/>
                  </a:cubicBezTo>
                  <a:cubicBezTo>
                    <a:pt x="63" y="78"/>
                    <a:pt x="66" y="84"/>
                    <a:pt x="63" y="82"/>
                  </a:cubicBezTo>
                  <a:cubicBezTo>
                    <a:pt x="60" y="81"/>
                    <a:pt x="61" y="87"/>
                    <a:pt x="55" y="87"/>
                  </a:cubicBezTo>
                  <a:cubicBezTo>
                    <a:pt x="50" y="88"/>
                    <a:pt x="58" y="88"/>
                    <a:pt x="53" y="92"/>
                  </a:cubicBezTo>
                  <a:cubicBezTo>
                    <a:pt x="49" y="93"/>
                    <a:pt x="50" y="88"/>
                    <a:pt x="49" y="92"/>
                  </a:cubicBezTo>
                  <a:cubicBezTo>
                    <a:pt x="49" y="95"/>
                    <a:pt x="53" y="92"/>
                    <a:pt x="50" y="96"/>
                  </a:cubicBezTo>
                  <a:cubicBezTo>
                    <a:pt x="49" y="99"/>
                    <a:pt x="52" y="102"/>
                    <a:pt x="50" y="102"/>
                  </a:cubicBezTo>
                  <a:cubicBezTo>
                    <a:pt x="47" y="102"/>
                    <a:pt x="47" y="116"/>
                    <a:pt x="50" y="116"/>
                  </a:cubicBezTo>
                  <a:cubicBezTo>
                    <a:pt x="53" y="116"/>
                    <a:pt x="50" y="118"/>
                    <a:pt x="53" y="116"/>
                  </a:cubicBezTo>
                  <a:cubicBezTo>
                    <a:pt x="56" y="116"/>
                    <a:pt x="56" y="120"/>
                    <a:pt x="58" y="120"/>
                  </a:cubicBezTo>
                  <a:cubicBezTo>
                    <a:pt x="61" y="120"/>
                    <a:pt x="56" y="123"/>
                    <a:pt x="60" y="123"/>
                  </a:cubicBezTo>
                  <a:cubicBezTo>
                    <a:pt x="61" y="123"/>
                    <a:pt x="63" y="124"/>
                    <a:pt x="64" y="126"/>
                  </a:cubicBezTo>
                  <a:cubicBezTo>
                    <a:pt x="64" y="127"/>
                    <a:pt x="58" y="130"/>
                    <a:pt x="55" y="132"/>
                  </a:cubicBezTo>
                  <a:cubicBezTo>
                    <a:pt x="53" y="134"/>
                    <a:pt x="52" y="129"/>
                    <a:pt x="50" y="130"/>
                  </a:cubicBezTo>
                  <a:cubicBezTo>
                    <a:pt x="49" y="130"/>
                    <a:pt x="46" y="127"/>
                    <a:pt x="41" y="130"/>
                  </a:cubicBezTo>
                  <a:cubicBezTo>
                    <a:pt x="38" y="134"/>
                    <a:pt x="46" y="129"/>
                    <a:pt x="49" y="132"/>
                  </a:cubicBezTo>
                  <a:cubicBezTo>
                    <a:pt x="53" y="137"/>
                    <a:pt x="58" y="130"/>
                    <a:pt x="60" y="132"/>
                  </a:cubicBezTo>
                  <a:cubicBezTo>
                    <a:pt x="61" y="135"/>
                    <a:pt x="58" y="134"/>
                    <a:pt x="58" y="135"/>
                  </a:cubicBezTo>
                  <a:cubicBezTo>
                    <a:pt x="58" y="137"/>
                    <a:pt x="56" y="135"/>
                    <a:pt x="55" y="138"/>
                  </a:cubicBezTo>
                  <a:cubicBezTo>
                    <a:pt x="53" y="140"/>
                    <a:pt x="52" y="135"/>
                    <a:pt x="52" y="138"/>
                  </a:cubicBezTo>
                  <a:cubicBezTo>
                    <a:pt x="50" y="141"/>
                    <a:pt x="44" y="141"/>
                    <a:pt x="46" y="143"/>
                  </a:cubicBezTo>
                  <a:cubicBezTo>
                    <a:pt x="46" y="144"/>
                    <a:pt x="43" y="143"/>
                    <a:pt x="44" y="146"/>
                  </a:cubicBezTo>
                  <a:cubicBezTo>
                    <a:pt x="46" y="148"/>
                    <a:pt x="44" y="148"/>
                    <a:pt x="44" y="151"/>
                  </a:cubicBezTo>
                  <a:cubicBezTo>
                    <a:pt x="46" y="152"/>
                    <a:pt x="43" y="154"/>
                    <a:pt x="44" y="155"/>
                  </a:cubicBezTo>
                  <a:cubicBezTo>
                    <a:pt x="44" y="157"/>
                    <a:pt x="43" y="160"/>
                    <a:pt x="43" y="162"/>
                  </a:cubicBezTo>
                  <a:cubicBezTo>
                    <a:pt x="43" y="165"/>
                    <a:pt x="41" y="166"/>
                    <a:pt x="40" y="171"/>
                  </a:cubicBezTo>
                  <a:cubicBezTo>
                    <a:pt x="38" y="177"/>
                    <a:pt x="38" y="172"/>
                    <a:pt x="32" y="172"/>
                  </a:cubicBezTo>
                  <a:cubicBezTo>
                    <a:pt x="26" y="174"/>
                    <a:pt x="31" y="176"/>
                    <a:pt x="28" y="176"/>
                  </a:cubicBezTo>
                  <a:cubicBezTo>
                    <a:pt x="25" y="174"/>
                    <a:pt x="28" y="183"/>
                    <a:pt x="25" y="183"/>
                  </a:cubicBezTo>
                  <a:cubicBezTo>
                    <a:pt x="20" y="182"/>
                    <a:pt x="12" y="185"/>
                    <a:pt x="14" y="182"/>
                  </a:cubicBezTo>
                  <a:cubicBezTo>
                    <a:pt x="17" y="177"/>
                    <a:pt x="8" y="169"/>
                    <a:pt x="12" y="172"/>
                  </a:cubicBezTo>
                  <a:cubicBezTo>
                    <a:pt x="15" y="174"/>
                    <a:pt x="11" y="169"/>
                    <a:pt x="12" y="169"/>
                  </a:cubicBezTo>
                  <a:cubicBezTo>
                    <a:pt x="15" y="169"/>
                    <a:pt x="15" y="166"/>
                    <a:pt x="14" y="168"/>
                  </a:cubicBezTo>
                  <a:cubicBezTo>
                    <a:pt x="11" y="168"/>
                    <a:pt x="8" y="158"/>
                    <a:pt x="6" y="154"/>
                  </a:cubicBezTo>
                  <a:cubicBezTo>
                    <a:pt x="5" y="149"/>
                    <a:pt x="8" y="149"/>
                    <a:pt x="6" y="146"/>
                  </a:cubicBezTo>
                  <a:cubicBezTo>
                    <a:pt x="5" y="144"/>
                    <a:pt x="3" y="149"/>
                    <a:pt x="2" y="146"/>
                  </a:cubicBezTo>
                  <a:cubicBezTo>
                    <a:pt x="0" y="143"/>
                    <a:pt x="2" y="141"/>
                    <a:pt x="0" y="138"/>
                  </a:cubicBezTo>
                  <a:cubicBezTo>
                    <a:pt x="0" y="137"/>
                    <a:pt x="2" y="137"/>
                    <a:pt x="2" y="135"/>
                  </a:cubicBezTo>
                  <a:close/>
                  <a:moveTo>
                    <a:pt x="61" y="158"/>
                  </a:moveTo>
                  <a:cubicBezTo>
                    <a:pt x="64" y="155"/>
                    <a:pt x="60" y="155"/>
                    <a:pt x="63" y="152"/>
                  </a:cubicBezTo>
                  <a:cubicBezTo>
                    <a:pt x="66" y="151"/>
                    <a:pt x="66" y="149"/>
                    <a:pt x="63" y="151"/>
                  </a:cubicBezTo>
                  <a:cubicBezTo>
                    <a:pt x="60" y="154"/>
                    <a:pt x="61" y="149"/>
                    <a:pt x="58" y="152"/>
                  </a:cubicBezTo>
                  <a:cubicBezTo>
                    <a:pt x="55" y="155"/>
                    <a:pt x="55" y="158"/>
                    <a:pt x="56" y="160"/>
                  </a:cubicBezTo>
                  <a:cubicBezTo>
                    <a:pt x="56" y="162"/>
                    <a:pt x="55" y="165"/>
                    <a:pt x="56" y="163"/>
                  </a:cubicBezTo>
                  <a:cubicBezTo>
                    <a:pt x="58" y="163"/>
                    <a:pt x="58" y="162"/>
                    <a:pt x="61" y="158"/>
                  </a:cubicBezTo>
                  <a:close/>
                  <a:moveTo>
                    <a:pt x="47" y="158"/>
                  </a:moveTo>
                  <a:cubicBezTo>
                    <a:pt x="46" y="158"/>
                    <a:pt x="46" y="162"/>
                    <a:pt x="44" y="163"/>
                  </a:cubicBezTo>
                  <a:cubicBezTo>
                    <a:pt x="43" y="165"/>
                    <a:pt x="41" y="171"/>
                    <a:pt x="43" y="172"/>
                  </a:cubicBezTo>
                  <a:cubicBezTo>
                    <a:pt x="43" y="172"/>
                    <a:pt x="49" y="158"/>
                    <a:pt x="47" y="158"/>
                  </a:cubicBezTo>
                  <a:close/>
                  <a:moveTo>
                    <a:pt x="60" y="120"/>
                  </a:moveTo>
                  <a:cubicBezTo>
                    <a:pt x="58" y="120"/>
                    <a:pt x="58" y="118"/>
                    <a:pt x="58" y="116"/>
                  </a:cubicBezTo>
                  <a:cubicBezTo>
                    <a:pt x="60" y="120"/>
                    <a:pt x="60" y="120"/>
                    <a:pt x="60" y="120"/>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7" name="Freeform 199">
              <a:extLst>
                <a:ext uri="{FF2B5EF4-FFF2-40B4-BE49-F238E27FC236}">
                  <a16:creationId xmlns:a16="http://schemas.microsoft.com/office/drawing/2014/main" id="{543A878E-ED31-7058-843C-DBF0060EEDAD}"/>
                </a:ext>
              </a:extLst>
            </p:cNvPr>
            <p:cNvSpPr>
              <a:spLocks noEditPoints="1"/>
            </p:cNvSpPr>
            <p:nvPr/>
          </p:nvSpPr>
          <p:spPr bwMode="auto">
            <a:xfrm>
              <a:off x="2244384" y="2168360"/>
              <a:ext cx="295697" cy="443538"/>
            </a:xfrm>
            <a:custGeom>
              <a:avLst/>
              <a:gdLst/>
              <a:ahLst/>
              <a:cxnLst>
                <a:cxn ang="0">
                  <a:pos x="12" y="13"/>
                </a:cxn>
                <a:cxn ang="0">
                  <a:pos x="24" y="21"/>
                </a:cxn>
                <a:cxn ang="0">
                  <a:pos x="35" y="19"/>
                </a:cxn>
                <a:cxn ang="0">
                  <a:pos x="44" y="21"/>
                </a:cxn>
                <a:cxn ang="0">
                  <a:pos x="50" y="10"/>
                </a:cxn>
                <a:cxn ang="0">
                  <a:pos x="62" y="2"/>
                </a:cxn>
                <a:cxn ang="0">
                  <a:pos x="77" y="10"/>
                </a:cxn>
                <a:cxn ang="0">
                  <a:pos x="73" y="19"/>
                </a:cxn>
                <a:cxn ang="0">
                  <a:pos x="79" y="31"/>
                </a:cxn>
                <a:cxn ang="0">
                  <a:pos x="76" y="49"/>
                </a:cxn>
                <a:cxn ang="0">
                  <a:pos x="80" y="66"/>
                </a:cxn>
                <a:cxn ang="0">
                  <a:pos x="80" y="70"/>
                </a:cxn>
                <a:cxn ang="0">
                  <a:pos x="83" y="78"/>
                </a:cxn>
                <a:cxn ang="0">
                  <a:pos x="88" y="86"/>
                </a:cxn>
                <a:cxn ang="0">
                  <a:pos x="93" y="99"/>
                </a:cxn>
                <a:cxn ang="0">
                  <a:pos x="79" y="120"/>
                </a:cxn>
                <a:cxn ang="0">
                  <a:pos x="56" y="134"/>
                </a:cxn>
                <a:cxn ang="0">
                  <a:pos x="44" y="138"/>
                </a:cxn>
                <a:cxn ang="0">
                  <a:pos x="27" y="141"/>
                </a:cxn>
                <a:cxn ang="0">
                  <a:pos x="22" y="138"/>
                </a:cxn>
                <a:cxn ang="0">
                  <a:pos x="13" y="128"/>
                </a:cxn>
                <a:cxn ang="0">
                  <a:pos x="15" y="117"/>
                </a:cxn>
                <a:cxn ang="0">
                  <a:pos x="15" y="99"/>
                </a:cxn>
                <a:cxn ang="0">
                  <a:pos x="21" y="94"/>
                </a:cxn>
                <a:cxn ang="0">
                  <a:pos x="29" y="88"/>
                </a:cxn>
                <a:cxn ang="0">
                  <a:pos x="41" y="75"/>
                </a:cxn>
                <a:cxn ang="0">
                  <a:pos x="45" y="70"/>
                </a:cxn>
                <a:cxn ang="0">
                  <a:pos x="36" y="63"/>
                </a:cxn>
                <a:cxn ang="0">
                  <a:pos x="35" y="49"/>
                </a:cxn>
                <a:cxn ang="0">
                  <a:pos x="33" y="39"/>
                </a:cxn>
                <a:cxn ang="0">
                  <a:pos x="30" y="35"/>
                </a:cxn>
                <a:cxn ang="0">
                  <a:pos x="29" y="28"/>
                </a:cxn>
                <a:cxn ang="0">
                  <a:pos x="12" y="19"/>
                </a:cxn>
                <a:cxn ang="0">
                  <a:pos x="12" y="16"/>
                </a:cxn>
                <a:cxn ang="0">
                  <a:pos x="21" y="138"/>
                </a:cxn>
                <a:cxn ang="0">
                  <a:pos x="18" y="136"/>
                </a:cxn>
                <a:cxn ang="0">
                  <a:pos x="18" y="136"/>
                </a:cxn>
                <a:cxn ang="0">
                  <a:pos x="16" y="139"/>
                </a:cxn>
                <a:cxn ang="0">
                  <a:pos x="18" y="139"/>
                </a:cxn>
                <a:cxn ang="0">
                  <a:pos x="18" y="139"/>
                </a:cxn>
                <a:cxn ang="0">
                  <a:pos x="18" y="138"/>
                </a:cxn>
                <a:cxn ang="0">
                  <a:pos x="4" y="141"/>
                </a:cxn>
                <a:cxn ang="0">
                  <a:pos x="4" y="141"/>
                </a:cxn>
                <a:cxn ang="0">
                  <a:pos x="4" y="138"/>
                </a:cxn>
                <a:cxn ang="0">
                  <a:pos x="3" y="136"/>
                </a:cxn>
                <a:cxn ang="0">
                  <a:pos x="1" y="136"/>
                </a:cxn>
                <a:cxn ang="0">
                  <a:pos x="0" y="138"/>
                </a:cxn>
                <a:cxn ang="0">
                  <a:pos x="3" y="139"/>
                </a:cxn>
                <a:cxn ang="0">
                  <a:pos x="41" y="72"/>
                </a:cxn>
                <a:cxn ang="0">
                  <a:pos x="44" y="74"/>
                </a:cxn>
                <a:cxn ang="0">
                  <a:pos x="13" y="97"/>
                </a:cxn>
                <a:cxn ang="0">
                  <a:pos x="15" y="97"/>
                </a:cxn>
              </a:cxnLst>
              <a:rect l="0" t="0" r="r" b="b"/>
              <a:pathLst>
                <a:path w="96" h="144">
                  <a:moveTo>
                    <a:pt x="12" y="16"/>
                  </a:moveTo>
                  <a:cubicBezTo>
                    <a:pt x="12" y="16"/>
                    <a:pt x="10" y="14"/>
                    <a:pt x="12" y="13"/>
                  </a:cubicBezTo>
                  <a:cubicBezTo>
                    <a:pt x="15" y="11"/>
                    <a:pt x="18" y="14"/>
                    <a:pt x="21" y="17"/>
                  </a:cubicBezTo>
                  <a:cubicBezTo>
                    <a:pt x="24" y="21"/>
                    <a:pt x="19" y="21"/>
                    <a:pt x="24" y="21"/>
                  </a:cubicBezTo>
                  <a:cubicBezTo>
                    <a:pt x="30" y="21"/>
                    <a:pt x="27" y="22"/>
                    <a:pt x="30" y="22"/>
                  </a:cubicBezTo>
                  <a:cubicBezTo>
                    <a:pt x="35" y="21"/>
                    <a:pt x="33" y="19"/>
                    <a:pt x="35" y="19"/>
                  </a:cubicBezTo>
                  <a:cubicBezTo>
                    <a:pt x="36" y="21"/>
                    <a:pt x="39" y="21"/>
                    <a:pt x="42" y="24"/>
                  </a:cubicBezTo>
                  <a:cubicBezTo>
                    <a:pt x="42" y="22"/>
                    <a:pt x="44" y="24"/>
                    <a:pt x="44" y="21"/>
                  </a:cubicBezTo>
                  <a:cubicBezTo>
                    <a:pt x="45" y="17"/>
                    <a:pt x="51" y="19"/>
                    <a:pt x="48" y="16"/>
                  </a:cubicBezTo>
                  <a:cubicBezTo>
                    <a:pt x="47" y="13"/>
                    <a:pt x="50" y="13"/>
                    <a:pt x="50" y="10"/>
                  </a:cubicBezTo>
                  <a:cubicBezTo>
                    <a:pt x="50" y="8"/>
                    <a:pt x="51" y="5"/>
                    <a:pt x="54" y="3"/>
                  </a:cubicBezTo>
                  <a:cubicBezTo>
                    <a:pt x="58" y="2"/>
                    <a:pt x="56" y="5"/>
                    <a:pt x="62" y="2"/>
                  </a:cubicBezTo>
                  <a:cubicBezTo>
                    <a:pt x="65" y="0"/>
                    <a:pt x="65" y="0"/>
                    <a:pt x="67" y="3"/>
                  </a:cubicBezTo>
                  <a:cubicBezTo>
                    <a:pt x="68" y="5"/>
                    <a:pt x="76" y="6"/>
                    <a:pt x="77" y="10"/>
                  </a:cubicBezTo>
                  <a:cubicBezTo>
                    <a:pt x="77" y="11"/>
                    <a:pt x="70" y="14"/>
                    <a:pt x="74" y="16"/>
                  </a:cubicBezTo>
                  <a:cubicBezTo>
                    <a:pt x="67" y="21"/>
                    <a:pt x="73" y="17"/>
                    <a:pt x="73" y="19"/>
                  </a:cubicBezTo>
                  <a:cubicBezTo>
                    <a:pt x="74" y="22"/>
                    <a:pt x="70" y="21"/>
                    <a:pt x="71" y="25"/>
                  </a:cubicBezTo>
                  <a:cubicBezTo>
                    <a:pt x="73" y="33"/>
                    <a:pt x="76" y="27"/>
                    <a:pt x="79" y="31"/>
                  </a:cubicBezTo>
                  <a:cubicBezTo>
                    <a:pt x="82" y="36"/>
                    <a:pt x="85" y="35"/>
                    <a:pt x="82" y="38"/>
                  </a:cubicBezTo>
                  <a:cubicBezTo>
                    <a:pt x="79" y="41"/>
                    <a:pt x="73" y="46"/>
                    <a:pt x="76" y="49"/>
                  </a:cubicBezTo>
                  <a:cubicBezTo>
                    <a:pt x="79" y="50"/>
                    <a:pt x="85" y="64"/>
                    <a:pt x="83" y="64"/>
                  </a:cubicBezTo>
                  <a:cubicBezTo>
                    <a:pt x="80" y="64"/>
                    <a:pt x="80" y="64"/>
                    <a:pt x="80" y="66"/>
                  </a:cubicBezTo>
                  <a:cubicBezTo>
                    <a:pt x="82" y="66"/>
                    <a:pt x="80" y="66"/>
                    <a:pt x="80" y="67"/>
                  </a:cubicBezTo>
                  <a:cubicBezTo>
                    <a:pt x="80" y="70"/>
                    <a:pt x="79" y="69"/>
                    <a:pt x="80" y="70"/>
                  </a:cubicBezTo>
                  <a:cubicBezTo>
                    <a:pt x="83" y="72"/>
                    <a:pt x="79" y="72"/>
                    <a:pt x="79" y="74"/>
                  </a:cubicBezTo>
                  <a:cubicBezTo>
                    <a:pt x="80" y="77"/>
                    <a:pt x="86" y="77"/>
                    <a:pt x="83" y="78"/>
                  </a:cubicBezTo>
                  <a:cubicBezTo>
                    <a:pt x="82" y="80"/>
                    <a:pt x="83" y="80"/>
                    <a:pt x="83" y="81"/>
                  </a:cubicBezTo>
                  <a:cubicBezTo>
                    <a:pt x="82" y="83"/>
                    <a:pt x="88" y="83"/>
                    <a:pt x="88" y="86"/>
                  </a:cubicBezTo>
                  <a:cubicBezTo>
                    <a:pt x="86" y="89"/>
                    <a:pt x="80" y="89"/>
                    <a:pt x="83" y="92"/>
                  </a:cubicBezTo>
                  <a:cubicBezTo>
                    <a:pt x="86" y="94"/>
                    <a:pt x="91" y="95"/>
                    <a:pt x="93" y="99"/>
                  </a:cubicBezTo>
                  <a:cubicBezTo>
                    <a:pt x="94" y="102"/>
                    <a:pt x="96" y="100"/>
                    <a:pt x="94" y="103"/>
                  </a:cubicBezTo>
                  <a:cubicBezTo>
                    <a:pt x="93" y="106"/>
                    <a:pt x="88" y="113"/>
                    <a:pt x="79" y="120"/>
                  </a:cubicBezTo>
                  <a:cubicBezTo>
                    <a:pt x="71" y="128"/>
                    <a:pt x="68" y="130"/>
                    <a:pt x="65" y="133"/>
                  </a:cubicBezTo>
                  <a:cubicBezTo>
                    <a:pt x="61" y="136"/>
                    <a:pt x="61" y="133"/>
                    <a:pt x="56" y="134"/>
                  </a:cubicBezTo>
                  <a:cubicBezTo>
                    <a:pt x="51" y="138"/>
                    <a:pt x="53" y="133"/>
                    <a:pt x="51" y="136"/>
                  </a:cubicBezTo>
                  <a:cubicBezTo>
                    <a:pt x="48" y="139"/>
                    <a:pt x="50" y="134"/>
                    <a:pt x="44" y="138"/>
                  </a:cubicBezTo>
                  <a:cubicBezTo>
                    <a:pt x="35" y="142"/>
                    <a:pt x="33" y="141"/>
                    <a:pt x="30" y="142"/>
                  </a:cubicBezTo>
                  <a:cubicBezTo>
                    <a:pt x="25" y="144"/>
                    <a:pt x="25" y="144"/>
                    <a:pt x="27" y="141"/>
                  </a:cubicBezTo>
                  <a:cubicBezTo>
                    <a:pt x="29" y="139"/>
                    <a:pt x="27" y="138"/>
                    <a:pt x="25" y="141"/>
                  </a:cubicBezTo>
                  <a:cubicBezTo>
                    <a:pt x="22" y="142"/>
                    <a:pt x="22" y="139"/>
                    <a:pt x="22" y="138"/>
                  </a:cubicBezTo>
                  <a:cubicBezTo>
                    <a:pt x="24" y="134"/>
                    <a:pt x="21" y="134"/>
                    <a:pt x="16" y="134"/>
                  </a:cubicBezTo>
                  <a:cubicBezTo>
                    <a:pt x="12" y="133"/>
                    <a:pt x="13" y="133"/>
                    <a:pt x="13" y="128"/>
                  </a:cubicBezTo>
                  <a:cubicBezTo>
                    <a:pt x="15" y="125"/>
                    <a:pt x="15" y="124"/>
                    <a:pt x="15" y="122"/>
                  </a:cubicBezTo>
                  <a:cubicBezTo>
                    <a:pt x="13" y="119"/>
                    <a:pt x="18" y="120"/>
                    <a:pt x="15" y="117"/>
                  </a:cubicBezTo>
                  <a:cubicBezTo>
                    <a:pt x="10" y="111"/>
                    <a:pt x="16" y="114"/>
                    <a:pt x="13" y="110"/>
                  </a:cubicBezTo>
                  <a:cubicBezTo>
                    <a:pt x="10" y="103"/>
                    <a:pt x="15" y="102"/>
                    <a:pt x="15" y="99"/>
                  </a:cubicBezTo>
                  <a:cubicBezTo>
                    <a:pt x="15" y="97"/>
                    <a:pt x="18" y="100"/>
                    <a:pt x="19" y="99"/>
                  </a:cubicBezTo>
                  <a:cubicBezTo>
                    <a:pt x="22" y="97"/>
                    <a:pt x="19" y="94"/>
                    <a:pt x="21" y="94"/>
                  </a:cubicBezTo>
                  <a:cubicBezTo>
                    <a:pt x="22" y="94"/>
                    <a:pt x="22" y="91"/>
                    <a:pt x="25" y="92"/>
                  </a:cubicBezTo>
                  <a:cubicBezTo>
                    <a:pt x="27" y="92"/>
                    <a:pt x="25" y="89"/>
                    <a:pt x="29" y="88"/>
                  </a:cubicBezTo>
                  <a:cubicBezTo>
                    <a:pt x="32" y="88"/>
                    <a:pt x="27" y="88"/>
                    <a:pt x="33" y="85"/>
                  </a:cubicBezTo>
                  <a:cubicBezTo>
                    <a:pt x="39" y="80"/>
                    <a:pt x="38" y="77"/>
                    <a:pt x="41" y="75"/>
                  </a:cubicBezTo>
                  <a:cubicBezTo>
                    <a:pt x="45" y="74"/>
                    <a:pt x="45" y="75"/>
                    <a:pt x="45" y="74"/>
                  </a:cubicBezTo>
                  <a:cubicBezTo>
                    <a:pt x="47" y="72"/>
                    <a:pt x="44" y="74"/>
                    <a:pt x="45" y="70"/>
                  </a:cubicBezTo>
                  <a:cubicBezTo>
                    <a:pt x="45" y="67"/>
                    <a:pt x="47" y="66"/>
                    <a:pt x="42" y="64"/>
                  </a:cubicBezTo>
                  <a:cubicBezTo>
                    <a:pt x="38" y="64"/>
                    <a:pt x="41" y="63"/>
                    <a:pt x="36" y="63"/>
                  </a:cubicBezTo>
                  <a:cubicBezTo>
                    <a:pt x="36" y="58"/>
                    <a:pt x="30" y="56"/>
                    <a:pt x="33" y="53"/>
                  </a:cubicBezTo>
                  <a:cubicBezTo>
                    <a:pt x="35" y="50"/>
                    <a:pt x="33" y="50"/>
                    <a:pt x="35" y="49"/>
                  </a:cubicBezTo>
                  <a:cubicBezTo>
                    <a:pt x="36" y="47"/>
                    <a:pt x="32" y="46"/>
                    <a:pt x="32" y="44"/>
                  </a:cubicBezTo>
                  <a:cubicBezTo>
                    <a:pt x="32" y="41"/>
                    <a:pt x="33" y="41"/>
                    <a:pt x="33" y="39"/>
                  </a:cubicBezTo>
                  <a:cubicBezTo>
                    <a:pt x="33" y="38"/>
                    <a:pt x="30" y="41"/>
                    <a:pt x="30" y="39"/>
                  </a:cubicBezTo>
                  <a:cubicBezTo>
                    <a:pt x="30" y="38"/>
                    <a:pt x="32" y="39"/>
                    <a:pt x="30" y="35"/>
                  </a:cubicBezTo>
                  <a:cubicBezTo>
                    <a:pt x="30" y="31"/>
                    <a:pt x="35" y="35"/>
                    <a:pt x="30" y="30"/>
                  </a:cubicBezTo>
                  <a:cubicBezTo>
                    <a:pt x="27" y="28"/>
                    <a:pt x="29" y="30"/>
                    <a:pt x="29" y="28"/>
                  </a:cubicBezTo>
                  <a:cubicBezTo>
                    <a:pt x="29" y="27"/>
                    <a:pt x="25" y="25"/>
                    <a:pt x="22" y="25"/>
                  </a:cubicBezTo>
                  <a:cubicBezTo>
                    <a:pt x="19" y="25"/>
                    <a:pt x="15" y="22"/>
                    <a:pt x="12" y="19"/>
                  </a:cubicBezTo>
                  <a:cubicBezTo>
                    <a:pt x="7" y="17"/>
                    <a:pt x="12" y="17"/>
                    <a:pt x="9" y="16"/>
                  </a:cubicBezTo>
                  <a:cubicBezTo>
                    <a:pt x="9" y="14"/>
                    <a:pt x="12" y="17"/>
                    <a:pt x="12" y="16"/>
                  </a:cubicBezTo>
                  <a:close/>
                  <a:moveTo>
                    <a:pt x="19" y="136"/>
                  </a:moveTo>
                  <a:cubicBezTo>
                    <a:pt x="19" y="136"/>
                    <a:pt x="21" y="136"/>
                    <a:pt x="21" y="138"/>
                  </a:cubicBezTo>
                  <a:cubicBezTo>
                    <a:pt x="21" y="138"/>
                    <a:pt x="19" y="138"/>
                    <a:pt x="19" y="136"/>
                  </a:cubicBezTo>
                  <a:close/>
                  <a:moveTo>
                    <a:pt x="18" y="136"/>
                  </a:moveTo>
                  <a:cubicBezTo>
                    <a:pt x="18" y="136"/>
                    <a:pt x="16" y="134"/>
                    <a:pt x="18" y="134"/>
                  </a:cubicBezTo>
                  <a:cubicBezTo>
                    <a:pt x="18" y="134"/>
                    <a:pt x="19" y="136"/>
                    <a:pt x="18" y="136"/>
                  </a:cubicBezTo>
                  <a:close/>
                  <a:moveTo>
                    <a:pt x="15" y="139"/>
                  </a:moveTo>
                  <a:cubicBezTo>
                    <a:pt x="15" y="138"/>
                    <a:pt x="16" y="138"/>
                    <a:pt x="16" y="139"/>
                  </a:cubicBezTo>
                  <a:cubicBezTo>
                    <a:pt x="15" y="139"/>
                    <a:pt x="15" y="139"/>
                    <a:pt x="15" y="139"/>
                  </a:cubicBezTo>
                  <a:close/>
                  <a:moveTo>
                    <a:pt x="18" y="139"/>
                  </a:moveTo>
                  <a:cubicBezTo>
                    <a:pt x="18" y="138"/>
                    <a:pt x="19" y="138"/>
                    <a:pt x="19" y="138"/>
                  </a:cubicBezTo>
                  <a:cubicBezTo>
                    <a:pt x="19" y="139"/>
                    <a:pt x="19" y="139"/>
                    <a:pt x="18" y="139"/>
                  </a:cubicBezTo>
                  <a:close/>
                  <a:moveTo>
                    <a:pt x="16" y="139"/>
                  </a:moveTo>
                  <a:cubicBezTo>
                    <a:pt x="16" y="138"/>
                    <a:pt x="18" y="138"/>
                    <a:pt x="18" y="138"/>
                  </a:cubicBezTo>
                  <a:cubicBezTo>
                    <a:pt x="18" y="139"/>
                    <a:pt x="16" y="139"/>
                    <a:pt x="16" y="139"/>
                  </a:cubicBezTo>
                  <a:close/>
                  <a:moveTo>
                    <a:pt x="4" y="141"/>
                  </a:moveTo>
                  <a:cubicBezTo>
                    <a:pt x="4" y="141"/>
                    <a:pt x="3" y="139"/>
                    <a:pt x="4" y="139"/>
                  </a:cubicBezTo>
                  <a:cubicBezTo>
                    <a:pt x="4" y="139"/>
                    <a:pt x="6" y="141"/>
                    <a:pt x="4" y="141"/>
                  </a:cubicBezTo>
                  <a:close/>
                  <a:moveTo>
                    <a:pt x="3" y="139"/>
                  </a:moveTo>
                  <a:cubicBezTo>
                    <a:pt x="4" y="139"/>
                    <a:pt x="3" y="138"/>
                    <a:pt x="4" y="138"/>
                  </a:cubicBezTo>
                  <a:cubicBezTo>
                    <a:pt x="4" y="138"/>
                    <a:pt x="4" y="139"/>
                    <a:pt x="6" y="138"/>
                  </a:cubicBezTo>
                  <a:cubicBezTo>
                    <a:pt x="6" y="136"/>
                    <a:pt x="6" y="136"/>
                    <a:pt x="3" y="136"/>
                  </a:cubicBezTo>
                  <a:cubicBezTo>
                    <a:pt x="0" y="134"/>
                    <a:pt x="3" y="136"/>
                    <a:pt x="3" y="138"/>
                  </a:cubicBezTo>
                  <a:cubicBezTo>
                    <a:pt x="1" y="139"/>
                    <a:pt x="1" y="136"/>
                    <a:pt x="1" y="136"/>
                  </a:cubicBezTo>
                  <a:cubicBezTo>
                    <a:pt x="1" y="138"/>
                    <a:pt x="0" y="138"/>
                    <a:pt x="0" y="138"/>
                  </a:cubicBezTo>
                  <a:cubicBezTo>
                    <a:pt x="0" y="139"/>
                    <a:pt x="0" y="138"/>
                    <a:pt x="0" y="138"/>
                  </a:cubicBezTo>
                  <a:cubicBezTo>
                    <a:pt x="1" y="139"/>
                    <a:pt x="1" y="139"/>
                    <a:pt x="1" y="139"/>
                  </a:cubicBezTo>
                  <a:cubicBezTo>
                    <a:pt x="3" y="139"/>
                    <a:pt x="3" y="141"/>
                    <a:pt x="3" y="139"/>
                  </a:cubicBezTo>
                  <a:close/>
                  <a:moveTo>
                    <a:pt x="44" y="74"/>
                  </a:moveTo>
                  <a:cubicBezTo>
                    <a:pt x="45" y="72"/>
                    <a:pt x="44" y="72"/>
                    <a:pt x="41" y="72"/>
                  </a:cubicBezTo>
                  <a:cubicBezTo>
                    <a:pt x="39" y="72"/>
                    <a:pt x="39" y="74"/>
                    <a:pt x="41" y="74"/>
                  </a:cubicBezTo>
                  <a:cubicBezTo>
                    <a:pt x="42" y="74"/>
                    <a:pt x="42" y="74"/>
                    <a:pt x="44" y="74"/>
                  </a:cubicBezTo>
                  <a:close/>
                  <a:moveTo>
                    <a:pt x="15" y="97"/>
                  </a:moveTo>
                  <a:cubicBezTo>
                    <a:pt x="13" y="97"/>
                    <a:pt x="13" y="97"/>
                    <a:pt x="13" y="97"/>
                  </a:cubicBezTo>
                  <a:cubicBezTo>
                    <a:pt x="13" y="97"/>
                    <a:pt x="12" y="97"/>
                    <a:pt x="13" y="99"/>
                  </a:cubicBezTo>
                  <a:cubicBezTo>
                    <a:pt x="13" y="99"/>
                    <a:pt x="15" y="99"/>
                    <a:pt x="15" y="97"/>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8" name="Freeform 200">
              <a:extLst>
                <a:ext uri="{FF2B5EF4-FFF2-40B4-BE49-F238E27FC236}">
                  <a16:creationId xmlns:a16="http://schemas.microsoft.com/office/drawing/2014/main" id="{6847BEE0-2015-2BDA-690C-176DBA9083D4}"/>
                </a:ext>
              </a:extLst>
            </p:cNvPr>
            <p:cNvSpPr>
              <a:spLocks noEditPoints="1"/>
            </p:cNvSpPr>
            <p:nvPr/>
          </p:nvSpPr>
          <p:spPr bwMode="auto">
            <a:xfrm>
              <a:off x="1877147" y="1656464"/>
              <a:ext cx="653396" cy="1023794"/>
            </a:xfrm>
            <a:custGeom>
              <a:avLst/>
              <a:gdLst/>
              <a:ahLst/>
              <a:cxnLst>
                <a:cxn ang="0">
                  <a:pos x="58" y="30"/>
                </a:cxn>
                <a:cxn ang="0">
                  <a:pos x="93" y="31"/>
                </a:cxn>
                <a:cxn ang="0">
                  <a:pos x="111" y="45"/>
                </a:cxn>
                <a:cxn ang="0">
                  <a:pos x="56" y="40"/>
                </a:cxn>
                <a:cxn ang="0">
                  <a:pos x="149" y="42"/>
                </a:cxn>
                <a:cxn ang="0">
                  <a:pos x="172" y="9"/>
                </a:cxn>
                <a:cxn ang="0">
                  <a:pos x="108" y="13"/>
                </a:cxn>
                <a:cxn ang="0">
                  <a:pos x="201" y="172"/>
                </a:cxn>
                <a:cxn ang="0">
                  <a:pos x="198" y="159"/>
                </a:cxn>
                <a:cxn ang="0">
                  <a:pos x="184" y="152"/>
                </a:cxn>
                <a:cxn ang="0">
                  <a:pos x="167" y="162"/>
                </a:cxn>
                <a:cxn ang="0">
                  <a:pos x="160" y="154"/>
                </a:cxn>
                <a:cxn ang="0">
                  <a:pos x="146" y="166"/>
                </a:cxn>
                <a:cxn ang="0">
                  <a:pos x="135" y="169"/>
                </a:cxn>
                <a:cxn ang="0">
                  <a:pos x="120" y="172"/>
                </a:cxn>
                <a:cxn ang="0">
                  <a:pos x="106" y="180"/>
                </a:cxn>
                <a:cxn ang="0">
                  <a:pos x="91" y="194"/>
                </a:cxn>
                <a:cxn ang="0">
                  <a:pos x="80" y="200"/>
                </a:cxn>
                <a:cxn ang="0">
                  <a:pos x="87" y="210"/>
                </a:cxn>
                <a:cxn ang="0">
                  <a:pos x="67" y="219"/>
                </a:cxn>
                <a:cxn ang="0">
                  <a:pos x="64" y="233"/>
                </a:cxn>
                <a:cxn ang="0">
                  <a:pos x="56" y="245"/>
                </a:cxn>
                <a:cxn ang="0">
                  <a:pos x="50" y="256"/>
                </a:cxn>
                <a:cxn ang="0">
                  <a:pos x="38" y="258"/>
                </a:cxn>
                <a:cxn ang="0">
                  <a:pos x="15" y="272"/>
                </a:cxn>
                <a:cxn ang="0">
                  <a:pos x="4" y="283"/>
                </a:cxn>
                <a:cxn ang="0">
                  <a:pos x="6" y="292"/>
                </a:cxn>
                <a:cxn ang="0">
                  <a:pos x="12" y="303"/>
                </a:cxn>
                <a:cxn ang="0">
                  <a:pos x="7" y="320"/>
                </a:cxn>
                <a:cxn ang="0">
                  <a:pos x="36" y="323"/>
                </a:cxn>
                <a:cxn ang="0">
                  <a:pos x="50" y="317"/>
                </a:cxn>
                <a:cxn ang="0">
                  <a:pos x="62" y="286"/>
                </a:cxn>
                <a:cxn ang="0">
                  <a:pos x="79" y="233"/>
                </a:cxn>
                <a:cxn ang="0">
                  <a:pos x="106" y="190"/>
                </a:cxn>
                <a:cxn ang="0">
                  <a:pos x="154" y="185"/>
                </a:cxn>
                <a:cxn ang="0">
                  <a:pos x="193" y="182"/>
                </a:cxn>
                <a:cxn ang="0">
                  <a:pos x="149" y="163"/>
                </a:cxn>
                <a:cxn ang="0">
                  <a:pos x="143" y="159"/>
                </a:cxn>
                <a:cxn ang="0">
                  <a:pos x="120" y="165"/>
                </a:cxn>
                <a:cxn ang="0">
                  <a:pos x="129" y="168"/>
                </a:cxn>
                <a:cxn ang="0">
                  <a:pos x="116" y="168"/>
                </a:cxn>
                <a:cxn ang="0">
                  <a:pos x="112" y="168"/>
                </a:cxn>
                <a:cxn ang="0">
                  <a:pos x="112" y="174"/>
                </a:cxn>
                <a:cxn ang="0">
                  <a:pos x="99" y="177"/>
                </a:cxn>
                <a:cxn ang="0">
                  <a:pos x="102" y="183"/>
                </a:cxn>
                <a:cxn ang="0">
                  <a:pos x="82" y="191"/>
                </a:cxn>
                <a:cxn ang="0">
                  <a:pos x="82" y="185"/>
                </a:cxn>
                <a:cxn ang="0">
                  <a:pos x="88" y="183"/>
                </a:cxn>
                <a:cxn ang="0">
                  <a:pos x="90" y="188"/>
                </a:cxn>
                <a:cxn ang="0">
                  <a:pos x="93" y="190"/>
                </a:cxn>
                <a:cxn ang="0">
                  <a:pos x="74" y="193"/>
                </a:cxn>
                <a:cxn ang="0">
                  <a:pos x="70" y="196"/>
                </a:cxn>
                <a:cxn ang="0">
                  <a:pos x="87" y="197"/>
                </a:cxn>
                <a:cxn ang="0">
                  <a:pos x="62" y="227"/>
                </a:cxn>
                <a:cxn ang="0">
                  <a:pos x="59" y="230"/>
                </a:cxn>
                <a:cxn ang="0">
                  <a:pos x="53" y="245"/>
                </a:cxn>
                <a:cxn ang="0">
                  <a:pos x="50" y="244"/>
                </a:cxn>
                <a:cxn ang="0">
                  <a:pos x="29" y="258"/>
                </a:cxn>
                <a:cxn ang="0">
                  <a:pos x="29" y="264"/>
                </a:cxn>
                <a:cxn ang="0">
                  <a:pos x="10" y="273"/>
                </a:cxn>
                <a:cxn ang="0">
                  <a:pos x="1" y="292"/>
                </a:cxn>
                <a:cxn ang="0">
                  <a:pos x="4" y="317"/>
                </a:cxn>
                <a:cxn ang="0">
                  <a:pos x="3" y="300"/>
                </a:cxn>
              </a:cxnLst>
              <a:rect l="0" t="0" r="r" b="b"/>
              <a:pathLst>
                <a:path w="212" h="332">
                  <a:moveTo>
                    <a:pt x="94" y="68"/>
                  </a:moveTo>
                  <a:cubicBezTo>
                    <a:pt x="84" y="65"/>
                    <a:pt x="88" y="62"/>
                    <a:pt x="80" y="59"/>
                  </a:cubicBezTo>
                  <a:cubicBezTo>
                    <a:pt x="71" y="56"/>
                    <a:pt x="73" y="54"/>
                    <a:pt x="80" y="53"/>
                  </a:cubicBezTo>
                  <a:cubicBezTo>
                    <a:pt x="90" y="51"/>
                    <a:pt x="99" y="47"/>
                    <a:pt x="84" y="48"/>
                  </a:cubicBezTo>
                  <a:cubicBezTo>
                    <a:pt x="68" y="50"/>
                    <a:pt x="67" y="48"/>
                    <a:pt x="80" y="44"/>
                  </a:cubicBezTo>
                  <a:cubicBezTo>
                    <a:pt x="93" y="40"/>
                    <a:pt x="102" y="37"/>
                    <a:pt x="91" y="37"/>
                  </a:cubicBezTo>
                  <a:cubicBezTo>
                    <a:pt x="80" y="37"/>
                    <a:pt x="90" y="33"/>
                    <a:pt x="80" y="37"/>
                  </a:cubicBezTo>
                  <a:cubicBezTo>
                    <a:pt x="73" y="42"/>
                    <a:pt x="70" y="47"/>
                    <a:pt x="62" y="39"/>
                  </a:cubicBezTo>
                  <a:cubicBezTo>
                    <a:pt x="55" y="30"/>
                    <a:pt x="52" y="31"/>
                    <a:pt x="58" y="30"/>
                  </a:cubicBezTo>
                  <a:cubicBezTo>
                    <a:pt x="62" y="30"/>
                    <a:pt x="56" y="30"/>
                    <a:pt x="58" y="27"/>
                  </a:cubicBezTo>
                  <a:cubicBezTo>
                    <a:pt x="59" y="22"/>
                    <a:pt x="55" y="31"/>
                    <a:pt x="52" y="27"/>
                  </a:cubicBezTo>
                  <a:cubicBezTo>
                    <a:pt x="49" y="22"/>
                    <a:pt x="45" y="22"/>
                    <a:pt x="52" y="17"/>
                  </a:cubicBezTo>
                  <a:cubicBezTo>
                    <a:pt x="59" y="13"/>
                    <a:pt x="56" y="19"/>
                    <a:pt x="61" y="17"/>
                  </a:cubicBezTo>
                  <a:cubicBezTo>
                    <a:pt x="64" y="14"/>
                    <a:pt x="62" y="19"/>
                    <a:pt x="68" y="16"/>
                  </a:cubicBezTo>
                  <a:cubicBezTo>
                    <a:pt x="76" y="14"/>
                    <a:pt x="76" y="17"/>
                    <a:pt x="70" y="19"/>
                  </a:cubicBezTo>
                  <a:cubicBezTo>
                    <a:pt x="64" y="20"/>
                    <a:pt x="71" y="19"/>
                    <a:pt x="73" y="25"/>
                  </a:cubicBezTo>
                  <a:cubicBezTo>
                    <a:pt x="76" y="30"/>
                    <a:pt x="73" y="19"/>
                    <a:pt x="77" y="17"/>
                  </a:cubicBezTo>
                  <a:cubicBezTo>
                    <a:pt x="84" y="16"/>
                    <a:pt x="90" y="31"/>
                    <a:pt x="93" y="31"/>
                  </a:cubicBezTo>
                  <a:cubicBezTo>
                    <a:pt x="97" y="31"/>
                    <a:pt x="84" y="17"/>
                    <a:pt x="90" y="14"/>
                  </a:cubicBezTo>
                  <a:cubicBezTo>
                    <a:pt x="94" y="9"/>
                    <a:pt x="93" y="14"/>
                    <a:pt x="99" y="14"/>
                  </a:cubicBezTo>
                  <a:cubicBezTo>
                    <a:pt x="103" y="14"/>
                    <a:pt x="103" y="16"/>
                    <a:pt x="106" y="17"/>
                  </a:cubicBezTo>
                  <a:cubicBezTo>
                    <a:pt x="108" y="17"/>
                    <a:pt x="103" y="19"/>
                    <a:pt x="105" y="23"/>
                  </a:cubicBezTo>
                  <a:cubicBezTo>
                    <a:pt x="106" y="27"/>
                    <a:pt x="105" y="17"/>
                    <a:pt x="111" y="20"/>
                  </a:cubicBezTo>
                  <a:cubicBezTo>
                    <a:pt x="116" y="23"/>
                    <a:pt x="109" y="28"/>
                    <a:pt x="117" y="27"/>
                  </a:cubicBezTo>
                  <a:cubicBezTo>
                    <a:pt x="123" y="27"/>
                    <a:pt x="119" y="28"/>
                    <a:pt x="128" y="31"/>
                  </a:cubicBezTo>
                  <a:cubicBezTo>
                    <a:pt x="137" y="33"/>
                    <a:pt x="137" y="34"/>
                    <a:pt x="123" y="36"/>
                  </a:cubicBezTo>
                  <a:cubicBezTo>
                    <a:pt x="109" y="36"/>
                    <a:pt x="120" y="44"/>
                    <a:pt x="111" y="45"/>
                  </a:cubicBezTo>
                  <a:cubicBezTo>
                    <a:pt x="103" y="48"/>
                    <a:pt x="116" y="51"/>
                    <a:pt x="106" y="54"/>
                  </a:cubicBezTo>
                  <a:cubicBezTo>
                    <a:pt x="96" y="58"/>
                    <a:pt x="105" y="72"/>
                    <a:pt x="94" y="68"/>
                  </a:cubicBezTo>
                  <a:close/>
                  <a:moveTo>
                    <a:pt x="131" y="42"/>
                  </a:moveTo>
                  <a:cubicBezTo>
                    <a:pt x="135" y="40"/>
                    <a:pt x="140" y="42"/>
                    <a:pt x="140" y="39"/>
                  </a:cubicBezTo>
                  <a:cubicBezTo>
                    <a:pt x="138" y="36"/>
                    <a:pt x="134" y="36"/>
                    <a:pt x="129" y="37"/>
                  </a:cubicBezTo>
                  <a:cubicBezTo>
                    <a:pt x="125" y="39"/>
                    <a:pt x="122" y="37"/>
                    <a:pt x="126" y="40"/>
                  </a:cubicBezTo>
                  <a:cubicBezTo>
                    <a:pt x="129" y="42"/>
                    <a:pt x="126" y="44"/>
                    <a:pt x="131" y="42"/>
                  </a:cubicBezTo>
                  <a:close/>
                  <a:moveTo>
                    <a:pt x="50" y="37"/>
                  </a:moveTo>
                  <a:cubicBezTo>
                    <a:pt x="52" y="42"/>
                    <a:pt x="50" y="36"/>
                    <a:pt x="56" y="40"/>
                  </a:cubicBezTo>
                  <a:cubicBezTo>
                    <a:pt x="64" y="45"/>
                    <a:pt x="58" y="37"/>
                    <a:pt x="55" y="37"/>
                  </a:cubicBezTo>
                  <a:cubicBezTo>
                    <a:pt x="52" y="37"/>
                    <a:pt x="52" y="30"/>
                    <a:pt x="47" y="31"/>
                  </a:cubicBezTo>
                  <a:cubicBezTo>
                    <a:pt x="45" y="31"/>
                    <a:pt x="47" y="33"/>
                    <a:pt x="50" y="37"/>
                  </a:cubicBezTo>
                  <a:close/>
                  <a:moveTo>
                    <a:pt x="131" y="51"/>
                  </a:moveTo>
                  <a:cubicBezTo>
                    <a:pt x="126" y="56"/>
                    <a:pt x="131" y="54"/>
                    <a:pt x="138" y="54"/>
                  </a:cubicBezTo>
                  <a:cubicBezTo>
                    <a:pt x="146" y="53"/>
                    <a:pt x="135" y="61"/>
                    <a:pt x="146" y="56"/>
                  </a:cubicBezTo>
                  <a:cubicBezTo>
                    <a:pt x="152" y="54"/>
                    <a:pt x="163" y="50"/>
                    <a:pt x="158" y="48"/>
                  </a:cubicBezTo>
                  <a:cubicBezTo>
                    <a:pt x="155" y="47"/>
                    <a:pt x="155" y="50"/>
                    <a:pt x="149" y="47"/>
                  </a:cubicBezTo>
                  <a:cubicBezTo>
                    <a:pt x="143" y="44"/>
                    <a:pt x="154" y="44"/>
                    <a:pt x="149" y="42"/>
                  </a:cubicBezTo>
                  <a:cubicBezTo>
                    <a:pt x="144" y="40"/>
                    <a:pt x="122" y="42"/>
                    <a:pt x="134" y="47"/>
                  </a:cubicBezTo>
                  <a:cubicBezTo>
                    <a:pt x="135" y="48"/>
                    <a:pt x="135" y="48"/>
                    <a:pt x="131" y="51"/>
                  </a:cubicBezTo>
                  <a:close/>
                  <a:moveTo>
                    <a:pt x="131" y="16"/>
                  </a:moveTo>
                  <a:cubicBezTo>
                    <a:pt x="140" y="16"/>
                    <a:pt x="135" y="17"/>
                    <a:pt x="123" y="19"/>
                  </a:cubicBezTo>
                  <a:cubicBezTo>
                    <a:pt x="111" y="22"/>
                    <a:pt x="129" y="23"/>
                    <a:pt x="138" y="23"/>
                  </a:cubicBezTo>
                  <a:cubicBezTo>
                    <a:pt x="146" y="23"/>
                    <a:pt x="151" y="31"/>
                    <a:pt x="157" y="25"/>
                  </a:cubicBezTo>
                  <a:cubicBezTo>
                    <a:pt x="163" y="20"/>
                    <a:pt x="161" y="25"/>
                    <a:pt x="167" y="23"/>
                  </a:cubicBezTo>
                  <a:cubicBezTo>
                    <a:pt x="173" y="22"/>
                    <a:pt x="164" y="20"/>
                    <a:pt x="177" y="16"/>
                  </a:cubicBezTo>
                  <a:cubicBezTo>
                    <a:pt x="184" y="14"/>
                    <a:pt x="177" y="9"/>
                    <a:pt x="172" y="9"/>
                  </a:cubicBezTo>
                  <a:cubicBezTo>
                    <a:pt x="169" y="11"/>
                    <a:pt x="164" y="8"/>
                    <a:pt x="157" y="6"/>
                  </a:cubicBezTo>
                  <a:cubicBezTo>
                    <a:pt x="149" y="6"/>
                    <a:pt x="154" y="11"/>
                    <a:pt x="149" y="9"/>
                  </a:cubicBezTo>
                  <a:cubicBezTo>
                    <a:pt x="144" y="9"/>
                    <a:pt x="151" y="6"/>
                    <a:pt x="148" y="5"/>
                  </a:cubicBezTo>
                  <a:cubicBezTo>
                    <a:pt x="146" y="3"/>
                    <a:pt x="141" y="3"/>
                    <a:pt x="141" y="9"/>
                  </a:cubicBezTo>
                  <a:cubicBezTo>
                    <a:pt x="141" y="14"/>
                    <a:pt x="140" y="14"/>
                    <a:pt x="137" y="9"/>
                  </a:cubicBezTo>
                  <a:cubicBezTo>
                    <a:pt x="134" y="5"/>
                    <a:pt x="135" y="11"/>
                    <a:pt x="123" y="6"/>
                  </a:cubicBezTo>
                  <a:cubicBezTo>
                    <a:pt x="111" y="0"/>
                    <a:pt x="126" y="13"/>
                    <a:pt x="117" y="8"/>
                  </a:cubicBezTo>
                  <a:cubicBezTo>
                    <a:pt x="106" y="3"/>
                    <a:pt x="120" y="13"/>
                    <a:pt x="112" y="9"/>
                  </a:cubicBezTo>
                  <a:cubicBezTo>
                    <a:pt x="105" y="8"/>
                    <a:pt x="103" y="11"/>
                    <a:pt x="108" y="13"/>
                  </a:cubicBezTo>
                  <a:cubicBezTo>
                    <a:pt x="112" y="16"/>
                    <a:pt x="105" y="13"/>
                    <a:pt x="112" y="17"/>
                  </a:cubicBezTo>
                  <a:cubicBezTo>
                    <a:pt x="117" y="20"/>
                    <a:pt x="120" y="16"/>
                    <a:pt x="131" y="16"/>
                  </a:cubicBezTo>
                  <a:close/>
                  <a:moveTo>
                    <a:pt x="196" y="179"/>
                  </a:moveTo>
                  <a:cubicBezTo>
                    <a:pt x="196" y="177"/>
                    <a:pt x="201" y="177"/>
                    <a:pt x="202" y="176"/>
                  </a:cubicBezTo>
                  <a:cubicBezTo>
                    <a:pt x="204" y="174"/>
                    <a:pt x="202" y="174"/>
                    <a:pt x="205" y="174"/>
                  </a:cubicBezTo>
                  <a:cubicBezTo>
                    <a:pt x="207" y="176"/>
                    <a:pt x="210" y="176"/>
                    <a:pt x="209" y="172"/>
                  </a:cubicBezTo>
                  <a:cubicBezTo>
                    <a:pt x="209" y="172"/>
                    <a:pt x="209" y="172"/>
                    <a:pt x="209" y="171"/>
                  </a:cubicBezTo>
                  <a:cubicBezTo>
                    <a:pt x="205" y="171"/>
                    <a:pt x="205" y="172"/>
                    <a:pt x="204" y="171"/>
                  </a:cubicBezTo>
                  <a:cubicBezTo>
                    <a:pt x="202" y="169"/>
                    <a:pt x="202" y="172"/>
                    <a:pt x="201" y="172"/>
                  </a:cubicBezTo>
                  <a:cubicBezTo>
                    <a:pt x="199" y="172"/>
                    <a:pt x="198" y="172"/>
                    <a:pt x="199" y="172"/>
                  </a:cubicBezTo>
                  <a:cubicBezTo>
                    <a:pt x="199" y="171"/>
                    <a:pt x="201" y="169"/>
                    <a:pt x="196" y="168"/>
                  </a:cubicBezTo>
                  <a:cubicBezTo>
                    <a:pt x="193" y="168"/>
                    <a:pt x="193" y="166"/>
                    <a:pt x="192" y="166"/>
                  </a:cubicBezTo>
                  <a:cubicBezTo>
                    <a:pt x="189" y="166"/>
                    <a:pt x="190" y="165"/>
                    <a:pt x="198" y="168"/>
                  </a:cubicBezTo>
                  <a:cubicBezTo>
                    <a:pt x="204" y="169"/>
                    <a:pt x="204" y="165"/>
                    <a:pt x="207" y="165"/>
                  </a:cubicBezTo>
                  <a:cubicBezTo>
                    <a:pt x="210" y="165"/>
                    <a:pt x="212" y="162"/>
                    <a:pt x="209" y="162"/>
                  </a:cubicBezTo>
                  <a:cubicBezTo>
                    <a:pt x="205" y="162"/>
                    <a:pt x="207" y="160"/>
                    <a:pt x="205" y="160"/>
                  </a:cubicBezTo>
                  <a:cubicBezTo>
                    <a:pt x="202" y="160"/>
                    <a:pt x="204" y="157"/>
                    <a:pt x="201" y="159"/>
                  </a:cubicBezTo>
                  <a:cubicBezTo>
                    <a:pt x="199" y="160"/>
                    <a:pt x="201" y="157"/>
                    <a:pt x="198" y="159"/>
                  </a:cubicBezTo>
                  <a:cubicBezTo>
                    <a:pt x="195" y="159"/>
                    <a:pt x="198" y="157"/>
                    <a:pt x="195" y="155"/>
                  </a:cubicBezTo>
                  <a:cubicBezTo>
                    <a:pt x="190" y="155"/>
                    <a:pt x="189" y="159"/>
                    <a:pt x="189" y="162"/>
                  </a:cubicBezTo>
                  <a:cubicBezTo>
                    <a:pt x="190" y="163"/>
                    <a:pt x="189" y="160"/>
                    <a:pt x="187" y="162"/>
                  </a:cubicBezTo>
                  <a:cubicBezTo>
                    <a:pt x="186" y="162"/>
                    <a:pt x="184" y="162"/>
                    <a:pt x="186" y="160"/>
                  </a:cubicBezTo>
                  <a:cubicBezTo>
                    <a:pt x="189" y="159"/>
                    <a:pt x="189" y="157"/>
                    <a:pt x="187" y="159"/>
                  </a:cubicBezTo>
                  <a:cubicBezTo>
                    <a:pt x="186" y="159"/>
                    <a:pt x="186" y="159"/>
                    <a:pt x="186" y="157"/>
                  </a:cubicBezTo>
                  <a:cubicBezTo>
                    <a:pt x="187" y="157"/>
                    <a:pt x="190" y="155"/>
                    <a:pt x="190" y="154"/>
                  </a:cubicBezTo>
                  <a:cubicBezTo>
                    <a:pt x="190" y="152"/>
                    <a:pt x="187" y="155"/>
                    <a:pt x="187" y="154"/>
                  </a:cubicBezTo>
                  <a:cubicBezTo>
                    <a:pt x="187" y="152"/>
                    <a:pt x="186" y="154"/>
                    <a:pt x="184" y="152"/>
                  </a:cubicBezTo>
                  <a:cubicBezTo>
                    <a:pt x="181" y="151"/>
                    <a:pt x="183" y="154"/>
                    <a:pt x="181" y="154"/>
                  </a:cubicBezTo>
                  <a:cubicBezTo>
                    <a:pt x="180" y="152"/>
                    <a:pt x="178" y="155"/>
                    <a:pt x="180" y="155"/>
                  </a:cubicBezTo>
                  <a:cubicBezTo>
                    <a:pt x="183" y="155"/>
                    <a:pt x="180" y="157"/>
                    <a:pt x="180" y="157"/>
                  </a:cubicBezTo>
                  <a:cubicBezTo>
                    <a:pt x="181" y="157"/>
                    <a:pt x="178" y="157"/>
                    <a:pt x="178" y="159"/>
                  </a:cubicBezTo>
                  <a:cubicBezTo>
                    <a:pt x="178" y="160"/>
                    <a:pt x="177" y="159"/>
                    <a:pt x="178" y="160"/>
                  </a:cubicBezTo>
                  <a:cubicBezTo>
                    <a:pt x="178" y="162"/>
                    <a:pt x="178" y="162"/>
                    <a:pt x="175" y="163"/>
                  </a:cubicBezTo>
                  <a:cubicBezTo>
                    <a:pt x="172" y="165"/>
                    <a:pt x="175" y="160"/>
                    <a:pt x="175" y="159"/>
                  </a:cubicBezTo>
                  <a:cubicBezTo>
                    <a:pt x="175" y="159"/>
                    <a:pt x="177" y="155"/>
                    <a:pt x="175" y="155"/>
                  </a:cubicBezTo>
                  <a:cubicBezTo>
                    <a:pt x="173" y="154"/>
                    <a:pt x="169" y="159"/>
                    <a:pt x="167" y="162"/>
                  </a:cubicBezTo>
                  <a:cubicBezTo>
                    <a:pt x="164" y="165"/>
                    <a:pt x="167" y="163"/>
                    <a:pt x="164" y="166"/>
                  </a:cubicBezTo>
                  <a:cubicBezTo>
                    <a:pt x="163" y="168"/>
                    <a:pt x="163" y="166"/>
                    <a:pt x="163" y="166"/>
                  </a:cubicBezTo>
                  <a:cubicBezTo>
                    <a:pt x="161" y="168"/>
                    <a:pt x="160" y="166"/>
                    <a:pt x="161" y="165"/>
                  </a:cubicBezTo>
                  <a:cubicBezTo>
                    <a:pt x="164" y="163"/>
                    <a:pt x="163" y="163"/>
                    <a:pt x="163" y="163"/>
                  </a:cubicBezTo>
                  <a:cubicBezTo>
                    <a:pt x="166" y="160"/>
                    <a:pt x="161" y="162"/>
                    <a:pt x="166" y="159"/>
                  </a:cubicBezTo>
                  <a:cubicBezTo>
                    <a:pt x="169" y="155"/>
                    <a:pt x="170" y="155"/>
                    <a:pt x="167" y="155"/>
                  </a:cubicBezTo>
                  <a:cubicBezTo>
                    <a:pt x="164" y="155"/>
                    <a:pt x="164" y="152"/>
                    <a:pt x="164" y="155"/>
                  </a:cubicBezTo>
                  <a:cubicBezTo>
                    <a:pt x="164" y="159"/>
                    <a:pt x="164" y="155"/>
                    <a:pt x="163" y="155"/>
                  </a:cubicBezTo>
                  <a:cubicBezTo>
                    <a:pt x="161" y="154"/>
                    <a:pt x="161" y="155"/>
                    <a:pt x="160" y="154"/>
                  </a:cubicBezTo>
                  <a:cubicBezTo>
                    <a:pt x="160" y="154"/>
                    <a:pt x="158" y="154"/>
                    <a:pt x="158" y="155"/>
                  </a:cubicBezTo>
                  <a:cubicBezTo>
                    <a:pt x="160" y="155"/>
                    <a:pt x="160" y="157"/>
                    <a:pt x="158" y="157"/>
                  </a:cubicBezTo>
                  <a:cubicBezTo>
                    <a:pt x="155" y="155"/>
                    <a:pt x="155" y="157"/>
                    <a:pt x="158" y="157"/>
                  </a:cubicBezTo>
                  <a:cubicBezTo>
                    <a:pt x="161" y="159"/>
                    <a:pt x="161" y="160"/>
                    <a:pt x="158" y="159"/>
                  </a:cubicBezTo>
                  <a:cubicBezTo>
                    <a:pt x="155" y="157"/>
                    <a:pt x="158" y="159"/>
                    <a:pt x="154" y="162"/>
                  </a:cubicBezTo>
                  <a:cubicBezTo>
                    <a:pt x="148" y="163"/>
                    <a:pt x="152" y="163"/>
                    <a:pt x="149" y="165"/>
                  </a:cubicBezTo>
                  <a:cubicBezTo>
                    <a:pt x="146" y="166"/>
                    <a:pt x="151" y="166"/>
                    <a:pt x="148" y="166"/>
                  </a:cubicBezTo>
                  <a:cubicBezTo>
                    <a:pt x="146" y="168"/>
                    <a:pt x="151" y="168"/>
                    <a:pt x="149" y="169"/>
                  </a:cubicBezTo>
                  <a:cubicBezTo>
                    <a:pt x="149" y="169"/>
                    <a:pt x="144" y="169"/>
                    <a:pt x="146" y="166"/>
                  </a:cubicBezTo>
                  <a:cubicBezTo>
                    <a:pt x="148" y="165"/>
                    <a:pt x="143" y="165"/>
                    <a:pt x="141" y="165"/>
                  </a:cubicBezTo>
                  <a:cubicBezTo>
                    <a:pt x="140" y="165"/>
                    <a:pt x="140" y="163"/>
                    <a:pt x="140" y="165"/>
                  </a:cubicBezTo>
                  <a:cubicBezTo>
                    <a:pt x="138" y="165"/>
                    <a:pt x="137" y="162"/>
                    <a:pt x="137" y="165"/>
                  </a:cubicBezTo>
                  <a:cubicBezTo>
                    <a:pt x="137" y="168"/>
                    <a:pt x="135" y="163"/>
                    <a:pt x="134" y="165"/>
                  </a:cubicBezTo>
                  <a:cubicBezTo>
                    <a:pt x="131" y="166"/>
                    <a:pt x="134" y="166"/>
                    <a:pt x="134" y="166"/>
                  </a:cubicBezTo>
                  <a:cubicBezTo>
                    <a:pt x="134" y="168"/>
                    <a:pt x="135" y="166"/>
                    <a:pt x="137" y="168"/>
                  </a:cubicBezTo>
                  <a:cubicBezTo>
                    <a:pt x="137" y="168"/>
                    <a:pt x="138" y="168"/>
                    <a:pt x="138" y="169"/>
                  </a:cubicBezTo>
                  <a:cubicBezTo>
                    <a:pt x="137" y="169"/>
                    <a:pt x="137" y="169"/>
                    <a:pt x="138" y="171"/>
                  </a:cubicBezTo>
                  <a:cubicBezTo>
                    <a:pt x="140" y="172"/>
                    <a:pt x="138" y="172"/>
                    <a:pt x="135" y="169"/>
                  </a:cubicBezTo>
                  <a:cubicBezTo>
                    <a:pt x="132" y="168"/>
                    <a:pt x="131" y="168"/>
                    <a:pt x="132" y="169"/>
                  </a:cubicBezTo>
                  <a:cubicBezTo>
                    <a:pt x="132" y="169"/>
                    <a:pt x="131" y="171"/>
                    <a:pt x="131" y="169"/>
                  </a:cubicBezTo>
                  <a:cubicBezTo>
                    <a:pt x="131" y="168"/>
                    <a:pt x="128" y="171"/>
                    <a:pt x="126" y="171"/>
                  </a:cubicBezTo>
                  <a:cubicBezTo>
                    <a:pt x="126" y="172"/>
                    <a:pt x="128" y="176"/>
                    <a:pt x="122" y="179"/>
                  </a:cubicBezTo>
                  <a:cubicBezTo>
                    <a:pt x="125" y="176"/>
                    <a:pt x="125" y="172"/>
                    <a:pt x="125" y="169"/>
                  </a:cubicBezTo>
                  <a:cubicBezTo>
                    <a:pt x="125" y="168"/>
                    <a:pt x="125" y="171"/>
                    <a:pt x="123" y="169"/>
                  </a:cubicBezTo>
                  <a:cubicBezTo>
                    <a:pt x="123" y="169"/>
                    <a:pt x="123" y="169"/>
                    <a:pt x="122" y="171"/>
                  </a:cubicBezTo>
                  <a:cubicBezTo>
                    <a:pt x="120" y="174"/>
                    <a:pt x="122" y="172"/>
                    <a:pt x="120" y="174"/>
                  </a:cubicBezTo>
                  <a:cubicBezTo>
                    <a:pt x="119" y="176"/>
                    <a:pt x="119" y="174"/>
                    <a:pt x="120" y="172"/>
                  </a:cubicBezTo>
                  <a:cubicBezTo>
                    <a:pt x="122" y="169"/>
                    <a:pt x="117" y="171"/>
                    <a:pt x="116" y="172"/>
                  </a:cubicBezTo>
                  <a:cubicBezTo>
                    <a:pt x="111" y="176"/>
                    <a:pt x="114" y="174"/>
                    <a:pt x="114" y="176"/>
                  </a:cubicBezTo>
                  <a:cubicBezTo>
                    <a:pt x="114" y="177"/>
                    <a:pt x="119" y="176"/>
                    <a:pt x="119" y="180"/>
                  </a:cubicBezTo>
                  <a:cubicBezTo>
                    <a:pt x="114" y="179"/>
                    <a:pt x="119" y="179"/>
                    <a:pt x="116" y="177"/>
                  </a:cubicBezTo>
                  <a:cubicBezTo>
                    <a:pt x="112" y="177"/>
                    <a:pt x="114" y="174"/>
                    <a:pt x="111" y="176"/>
                  </a:cubicBezTo>
                  <a:cubicBezTo>
                    <a:pt x="108" y="176"/>
                    <a:pt x="109" y="176"/>
                    <a:pt x="111" y="177"/>
                  </a:cubicBezTo>
                  <a:cubicBezTo>
                    <a:pt x="112" y="179"/>
                    <a:pt x="111" y="180"/>
                    <a:pt x="109" y="177"/>
                  </a:cubicBezTo>
                  <a:cubicBezTo>
                    <a:pt x="109" y="176"/>
                    <a:pt x="106" y="174"/>
                    <a:pt x="108" y="177"/>
                  </a:cubicBezTo>
                  <a:cubicBezTo>
                    <a:pt x="108" y="179"/>
                    <a:pt x="105" y="177"/>
                    <a:pt x="106" y="180"/>
                  </a:cubicBezTo>
                  <a:cubicBezTo>
                    <a:pt x="108" y="182"/>
                    <a:pt x="105" y="180"/>
                    <a:pt x="103" y="183"/>
                  </a:cubicBezTo>
                  <a:cubicBezTo>
                    <a:pt x="100" y="185"/>
                    <a:pt x="106" y="183"/>
                    <a:pt x="103" y="185"/>
                  </a:cubicBezTo>
                  <a:cubicBezTo>
                    <a:pt x="100" y="186"/>
                    <a:pt x="102" y="186"/>
                    <a:pt x="100" y="186"/>
                  </a:cubicBezTo>
                  <a:cubicBezTo>
                    <a:pt x="97" y="188"/>
                    <a:pt x="97" y="186"/>
                    <a:pt x="94" y="190"/>
                  </a:cubicBezTo>
                  <a:cubicBezTo>
                    <a:pt x="93" y="193"/>
                    <a:pt x="99" y="190"/>
                    <a:pt x="99" y="190"/>
                  </a:cubicBezTo>
                  <a:cubicBezTo>
                    <a:pt x="99" y="191"/>
                    <a:pt x="99" y="191"/>
                    <a:pt x="102" y="190"/>
                  </a:cubicBezTo>
                  <a:cubicBezTo>
                    <a:pt x="105" y="188"/>
                    <a:pt x="102" y="191"/>
                    <a:pt x="99" y="193"/>
                  </a:cubicBezTo>
                  <a:cubicBezTo>
                    <a:pt x="96" y="193"/>
                    <a:pt x="97" y="191"/>
                    <a:pt x="94" y="191"/>
                  </a:cubicBezTo>
                  <a:cubicBezTo>
                    <a:pt x="91" y="193"/>
                    <a:pt x="90" y="193"/>
                    <a:pt x="91" y="194"/>
                  </a:cubicBezTo>
                  <a:cubicBezTo>
                    <a:pt x="93" y="194"/>
                    <a:pt x="91" y="194"/>
                    <a:pt x="93" y="194"/>
                  </a:cubicBezTo>
                  <a:cubicBezTo>
                    <a:pt x="96" y="194"/>
                    <a:pt x="93" y="196"/>
                    <a:pt x="93" y="197"/>
                  </a:cubicBezTo>
                  <a:cubicBezTo>
                    <a:pt x="93" y="200"/>
                    <a:pt x="91" y="197"/>
                    <a:pt x="91" y="196"/>
                  </a:cubicBezTo>
                  <a:cubicBezTo>
                    <a:pt x="91" y="194"/>
                    <a:pt x="90" y="193"/>
                    <a:pt x="90" y="194"/>
                  </a:cubicBezTo>
                  <a:cubicBezTo>
                    <a:pt x="88" y="196"/>
                    <a:pt x="88" y="196"/>
                    <a:pt x="88" y="196"/>
                  </a:cubicBezTo>
                  <a:cubicBezTo>
                    <a:pt x="88" y="194"/>
                    <a:pt x="85" y="196"/>
                    <a:pt x="85" y="197"/>
                  </a:cubicBezTo>
                  <a:cubicBezTo>
                    <a:pt x="85" y="197"/>
                    <a:pt x="85" y="196"/>
                    <a:pt x="88" y="197"/>
                  </a:cubicBezTo>
                  <a:cubicBezTo>
                    <a:pt x="90" y="197"/>
                    <a:pt x="90" y="197"/>
                    <a:pt x="90" y="197"/>
                  </a:cubicBezTo>
                  <a:cubicBezTo>
                    <a:pt x="88" y="197"/>
                    <a:pt x="79" y="199"/>
                    <a:pt x="80" y="200"/>
                  </a:cubicBezTo>
                  <a:cubicBezTo>
                    <a:pt x="82" y="202"/>
                    <a:pt x="79" y="202"/>
                    <a:pt x="80" y="202"/>
                  </a:cubicBezTo>
                  <a:cubicBezTo>
                    <a:pt x="84" y="203"/>
                    <a:pt x="84" y="199"/>
                    <a:pt x="88" y="200"/>
                  </a:cubicBezTo>
                  <a:cubicBezTo>
                    <a:pt x="91" y="202"/>
                    <a:pt x="88" y="200"/>
                    <a:pt x="85" y="202"/>
                  </a:cubicBezTo>
                  <a:cubicBezTo>
                    <a:pt x="82" y="202"/>
                    <a:pt x="87" y="203"/>
                    <a:pt x="82" y="203"/>
                  </a:cubicBezTo>
                  <a:cubicBezTo>
                    <a:pt x="77" y="203"/>
                    <a:pt x="82" y="205"/>
                    <a:pt x="82" y="207"/>
                  </a:cubicBezTo>
                  <a:cubicBezTo>
                    <a:pt x="80" y="207"/>
                    <a:pt x="80" y="205"/>
                    <a:pt x="79" y="207"/>
                  </a:cubicBezTo>
                  <a:cubicBezTo>
                    <a:pt x="77" y="207"/>
                    <a:pt x="77" y="208"/>
                    <a:pt x="79" y="208"/>
                  </a:cubicBezTo>
                  <a:cubicBezTo>
                    <a:pt x="79" y="208"/>
                    <a:pt x="80" y="207"/>
                    <a:pt x="84" y="208"/>
                  </a:cubicBezTo>
                  <a:cubicBezTo>
                    <a:pt x="90" y="208"/>
                    <a:pt x="85" y="207"/>
                    <a:pt x="87" y="210"/>
                  </a:cubicBezTo>
                  <a:cubicBezTo>
                    <a:pt x="87" y="211"/>
                    <a:pt x="85" y="208"/>
                    <a:pt x="82" y="208"/>
                  </a:cubicBezTo>
                  <a:cubicBezTo>
                    <a:pt x="80" y="208"/>
                    <a:pt x="79" y="210"/>
                    <a:pt x="77" y="210"/>
                  </a:cubicBezTo>
                  <a:cubicBezTo>
                    <a:pt x="76" y="208"/>
                    <a:pt x="77" y="210"/>
                    <a:pt x="74" y="210"/>
                  </a:cubicBezTo>
                  <a:cubicBezTo>
                    <a:pt x="73" y="210"/>
                    <a:pt x="76" y="211"/>
                    <a:pt x="73" y="211"/>
                  </a:cubicBezTo>
                  <a:cubicBezTo>
                    <a:pt x="68" y="211"/>
                    <a:pt x="73" y="213"/>
                    <a:pt x="71" y="214"/>
                  </a:cubicBezTo>
                  <a:cubicBezTo>
                    <a:pt x="70" y="216"/>
                    <a:pt x="70" y="214"/>
                    <a:pt x="68" y="216"/>
                  </a:cubicBezTo>
                  <a:cubicBezTo>
                    <a:pt x="67" y="217"/>
                    <a:pt x="70" y="216"/>
                    <a:pt x="68" y="217"/>
                  </a:cubicBezTo>
                  <a:cubicBezTo>
                    <a:pt x="67" y="217"/>
                    <a:pt x="68" y="219"/>
                    <a:pt x="68" y="217"/>
                  </a:cubicBezTo>
                  <a:cubicBezTo>
                    <a:pt x="67" y="217"/>
                    <a:pt x="65" y="217"/>
                    <a:pt x="67" y="219"/>
                  </a:cubicBezTo>
                  <a:cubicBezTo>
                    <a:pt x="68" y="219"/>
                    <a:pt x="65" y="221"/>
                    <a:pt x="68" y="221"/>
                  </a:cubicBezTo>
                  <a:cubicBezTo>
                    <a:pt x="71" y="221"/>
                    <a:pt x="65" y="222"/>
                    <a:pt x="67" y="222"/>
                  </a:cubicBezTo>
                  <a:cubicBezTo>
                    <a:pt x="67" y="222"/>
                    <a:pt x="73" y="221"/>
                    <a:pt x="74" y="221"/>
                  </a:cubicBezTo>
                  <a:cubicBezTo>
                    <a:pt x="77" y="221"/>
                    <a:pt x="74" y="222"/>
                    <a:pt x="71" y="222"/>
                  </a:cubicBezTo>
                  <a:cubicBezTo>
                    <a:pt x="68" y="224"/>
                    <a:pt x="67" y="222"/>
                    <a:pt x="65" y="224"/>
                  </a:cubicBezTo>
                  <a:cubicBezTo>
                    <a:pt x="62" y="225"/>
                    <a:pt x="67" y="224"/>
                    <a:pt x="67" y="225"/>
                  </a:cubicBezTo>
                  <a:cubicBezTo>
                    <a:pt x="67" y="227"/>
                    <a:pt x="64" y="225"/>
                    <a:pt x="64" y="228"/>
                  </a:cubicBezTo>
                  <a:cubicBezTo>
                    <a:pt x="62" y="230"/>
                    <a:pt x="61" y="228"/>
                    <a:pt x="61" y="230"/>
                  </a:cubicBezTo>
                  <a:cubicBezTo>
                    <a:pt x="62" y="233"/>
                    <a:pt x="62" y="231"/>
                    <a:pt x="64" y="233"/>
                  </a:cubicBezTo>
                  <a:cubicBezTo>
                    <a:pt x="64" y="235"/>
                    <a:pt x="61" y="235"/>
                    <a:pt x="61" y="236"/>
                  </a:cubicBezTo>
                  <a:cubicBezTo>
                    <a:pt x="62" y="236"/>
                    <a:pt x="62" y="238"/>
                    <a:pt x="59" y="238"/>
                  </a:cubicBezTo>
                  <a:cubicBezTo>
                    <a:pt x="58" y="238"/>
                    <a:pt x="58" y="239"/>
                    <a:pt x="56" y="239"/>
                  </a:cubicBezTo>
                  <a:cubicBezTo>
                    <a:pt x="55" y="239"/>
                    <a:pt x="55" y="241"/>
                    <a:pt x="53" y="241"/>
                  </a:cubicBezTo>
                  <a:cubicBezTo>
                    <a:pt x="52" y="241"/>
                    <a:pt x="50" y="241"/>
                    <a:pt x="50" y="241"/>
                  </a:cubicBezTo>
                  <a:cubicBezTo>
                    <a:pt x="50" y="242"/>
                    <a:pt x="50" y="241"/>
                    <a:pt x="53" y="241"/>
                  </a:cubicBezTo>
                  <a:cubicBezTo>
                    <a:pt x="55" y="242"/>
                    <a:pt x="52" y="244"/>
                    <a:pt x="55" y="242"/>
                  </a:cubicBezTo>
                  <a:cubicBezTo>
                    <a:pt x="56" y="241"/>
                    <a:pt x="56" y="242"/>
                    <a:pt x="55" y="242"/>
                  </a:cubicBezTo>
                  <a:cubicBezTo>
                    <a:pt x="53" y="244"/>
                    <a:pt x="56" y="244"/>
                    <a:pt x="56" y="245"/>
                  </a:cubicBezTo>
                  <a:cubicBezTo>
                    <a:pt x="55" y="247"/>
                    <a:pt x="55" y="247"/>
                    <a:pt x="53" y="247"/>
                  </a:cubicBezTo>
                  <a:cubicBezTo>
                    <a:pt x="52" y="247"/>
                    <a:pt x="52" y="244"/>
                    <a:pt x="50" y="244"/>
                  </a:cubicBezTo>
                  <a:cubicBezTo>
                    <a:pt x="49" y="245"/>
                    <a:pt x="50" y="245"/>
                    <a:pt x="50" y="245"/>
                  </a:cubicBezTo>
                  <a:cubicBezTo>
                    <a:pt x="47" y="245"/>
                    <a:pt x="47" y="247"/>
                    <a:pt x="47" y="249"/>
                  </a:cubicBezTo>
                  <a:cubicBezTo>
                    <a:pt x="47" y="250"/>
                    <a:pt x="44" y="249"/>
                    <a:pt x="44" y="250"/>
                  </a:cubicBezTo>
                  <a:cubicBezTo>
                    <a:pt x="42" y="255"/>
                    <a:pt x="39" y="253"/>
                    <a:pt x="39" y="256"/>
                  </a:cubicBezTo>
                  <a:cubicBezTo>
                    <a:pt x="38" y="258"/>
                    <a:pt x="41" y="256"/>
                    <a:pt x="41" y="256"/>
                  </a:cubicBezTo>
                  <a:cubicBezTo>
                    <a:pt x="41" y="258"/>
                    <a:pt x="42" y="258"/>
                    <a:pt x="42" y="258"/>
                  </a:cubicBezTo>
                  <a:cubicBezTo>
                    <a:pt x="42" y="259"/>
                    <a:pt x="45" y="259"/>
                    <a:pt x="50" y="256"/>
                  </a:cubicBezTo>
                  <a:cubicBezTo>
                    <a:pt x="55" y="253"/>
                    <a:pt x="47" y="255"/>
                    <a:pt x="50" y="253"/>
                  </a:cubicBezTo>
                  <a:cubicBezTo>
                    <a:pt x="53" y="252"/>
                    <a:pt x="52" y="252"/>
                    <a:pt x="53" y="252"/>
                  </a:cubicBezTo>
                  <a:cubicBezTo>
                    <a:pt x="56" y="253"/>
                    <a:pt x="49" y="253"/>
                    <a:pt x="53" y="255"/>
                  </a:cubicBezTo>
                  <a:cubicBezTo>
                    <a:pt x="56" y="255"/>
                    <a:pt x="53" y="256"/>
                    <a:pt x="50" y="258"/>
                  </a:cubicBezTo>
                  <a:cubicBezTo>
                    <a:pt x="47" y="259"/>
                    <a:pt x="50" y="258"/>
                    <a:pt x="49" y="259"/>
                  </a:cubicBezTo>
                  <a:cubicBezTo>
                    <a:pt x="49" y="259"/>
                    <a:pt x="52" y="259"/>
                    <a:pt x="50" y="261"/>
                  </a:cubicBezTo>
                  <a:cubicBezTo>
                    <a:pt x="49" y="261"/>
                    <a:pt x="45" y="259"/>
                    <a:pt x="42" y="261"/>
                  </a:cubicBezTo>
                  <a:cubicBezTo>
                    <a:pt x="41" y="262"/>
                    <a:pt x="42" y="261"/>
                    <a:pt x="41" y="259"/>
                  </a:cubicBezTo>
                  <a:cubicBezTo>
                    <a:pt x="39" y="256"/>
                    <a:pt x="39" y="258"/>
                    <a:pt x="38" y="258"/>
                  </a:cubicBezTo>
                  <a:cubicBezTo>
                    <a:pt x="35" y="259"/>
                    <a:pt x="36" y="261"/>
                    <a:pt x="36" y="259"/>
                  </a:cubicBezTo>
                  <a:cubicBezTo>
                    <a:pt x="35" y="259"/>
                    <a:pt x="33" y="261"/>
                    <a:pt x="30" y="261"/>
                  </a:cubicBezTo>
                  <a:cubicBezTo>
                    <a:pt x="27" y="262"/>
                    <a:pt x="35" y="264"/>
                    <a:pt x="30" y="264"/>
                  </a:cubicBezTo>
                  <a:cubicBezTo>
                    <a:pt x="26" y="264"/>
                    <a:pt x="32" y="266"/>
                    <a:pt x="27" y="266"/>
                  </a:cubicBezTo>
                  <a:cubicBezTo>
                    <a:pt x="23" y="264"/>
                    <a:pt x="29" y="266"/>
                    <a:pt x="26" y="267"/>
                  </a:cubicBezTo>
                  <a:cubicBezTo>
                    <a:pt x="23" y="267"/>
                    <a:pt x="20" y="266"/>
                    <a:pt x="18" y="267"/>
                  </a:cubicBezTo>
                  <a:cubicBezTo>
                    <a:pt x="18" y="267"/>
                    <a:pt x="18" y="270"/>
                    <a:pt x="21" y="269"/>
                  </a:cubicBezTo>
                  <a:cubicBezTo>
                    <a:pt x="26" y="269"/>
                    <a:pt x="21" y="269"/>
                    <a:pt x="23" y="272"/>
                  </a:cubicBezTo>
                  <a:cubicBezTo>
                    <a:pt x="24" y="273"/>
                    <a:pt x="21" y="270"/>
                    <a:pt x="15" y="272"/>
                  </a:cubicBezTo>
                  <a:cubicBezTo>
                    <a:pt x="10" y="273"/>
                    <a:pt x="18" y="272"/>
                    <a:pt x="18" y="273"/>
                  </a:cubicBezTo>
                  <a:cubicBezTo>
                    <a:pt x="20" y="276"/>
                    <a:pt x="18" y="272"/>
                    <a:pt x="13" y="275"/>
                  </a:cubicBezTo>
                  <a:cubicBezTo>
                    <a:pt x="9" y="276"/>
                    <a:pt x="12" y="278"/>
                    <a:pt x="10" y="276"/>
                  </a:cubicBezTo>
                  <a:cubicBezTo>
                    <a:pt x="7" y="276"/>
                    <a:pt x="10" y="278"/>
                    <a:pt x="7" y="278"/>
                  </a:cubicBezTo>
                  <a:cubicBezTo>
                    <a:pt x="4" y="276"/>
                    <a:pt x="3" y="276"/>
                    <a:pt x="4" y="278"/>
                  </a:cubicBezTo>
                  <a:cubicBezTo>
                    <a:pt x="6" y="280"/>
                    <a:pt x="1" y="278"/>
                    <a:pt x="3" y="280"/>
                  </a:cubicBezTo>
                  <a:cubicBezTo>
                    <a:pt x="4" y="281"/>
                    <a:pt x="9" y="280"/>
                    <a:pt x="13" y="281"/>
                  </a:cubicBezTo>
                  <a:cubicBezTo>
                    <a:pt x="17" y="283"/>
                    <a:pt x="12" y="281"/>
                    <a:pt x="10" y="283"/>
                  </a:cubicBezTo>
                  <a:cubicBezTo>
                    <a:pt x="10" y="283"/>
                    <a:pt x="9" y="280"/>
                    <a:pt x="4" y="283"/>
                  </a:cubicBezTo>
                  <a:cubicBezTo>
                    <a:pt x="0" y="284"/>
                    <a:pt x="7" y="286"/>
                    <a:pt x="4" y="287"/>
                  </a:cubicBezTo>
                  <a:cubicBezTo>
                    <a:pt x="0" y="287"/>
                    <a:pt x="4" y="287"/>
                    <a:pt x="3" y="289"/>
                  </a:cubicBezTo>
                  <a:cubicBezTo>
                    <a:pt x="3" y="290"/>
                    <a:pt x="4" y="292"/>
                    <a:pt x="7" y="290"/>
                  </a:cubicBezTo>
                  <a:cubicBezTo>
                    <a:pt x="10" y="289"/>
                    <a:pt x="13" y="292"/>
                    <a:pt x="15" y="290"/>
                  </a:cubicBezTo>
                  <a:cubicBezTo>
                    <a:pt x="15" y="287"/>
                    <a:pt x="17" y="290"/>
                    <a:pt x="20" y="290"/>
                  </a:cubicBezTo>
                  <a:cubicBezTo>
                    <a:pt x="23" y="289"/>
                    <a:pt x="24" y="290"/>
                    <a:pt x="21" y="290"/>
                  </a:cubicBezTo>
                  <a:cubicBezTo>
                    <a:pt x="17" y="292"/>
                    <a:pt x="23" y="295"/>
                    <a:pt x="18" y="292"/>
                  </a:cubicBezTo>
                  <a:cubicBezTo>
                    <a:pt x="15" y="289"/>
                    <a:pt x="15" y="294"/>
                    <a:pt x="13" y="292"/>
                  </a:cubicBezTo>
                  <a:cubicBezTo>
                    <a:pt x="10" y="290"/>
                    <a:pt x="7" y="294"/>
                    <a:pt x="6" y="292"/>
                  </a:cubicBezTo>
                  <a:cubicBezTo>
                    <a:pt x="3" y="292"/>
                    <a:pt x="3" y="292"/>
                    <a:pt x="3" y="294"/>
                  </a:cubicBezTo>
                  <a:cubicBezTo>
                    <a:pt x="3" y="297"/>
                    <a:pt x="6" y="294"/>
                    <a:pt x="6" y="297"/>
                  </a:cubicBezTo>
                  <a:cubicBezTo>
                    <a:pt x="6" y="298"/>
                    <a:pt x="3" y="294"/>
                    <a:pt x="3" y="297"/>
                  </a:cubicBezTo>
                  <a:cubicBezTo>
                    <a:pt x="4" y="300"/>
                    <a:pt x="6" y="297"/>
                    <a:pt x="6" y="298"/>
                  </a:cubicBezTo>
                  <a:cubicBezTo>
                    <a:pt x="6" y="301"/>
                    <a:pt x="3" y="301"/>
                    <a:pt x="3" y="301"/>
                  </a:cubicBezTo>
                  <a:cubicBezTo>
                    <a:pt x="6" y="303"/>
                    <a:pt x="6" y="304"/>
                    <a:pt x="7" y="303"/>
                  </a:cubicBezTo>
                  <a:cubicBezTo>
                    <a:pt x="7" y="301"/>
                    <a:pt x="7" y="304"/>
                    <a:pt x="9" y="304"/>
                  </a:cubicBezTo>
                  <a:cubicBezTo>
                    <a:pt x="9" y="303"/>
                    <a:pt x="7" y="306"/>
                    <a:pt x="9" y="306"/>
                  </a:cubicBezTo>
                  <a:cubicBezTo>
                    <a:pt x="10" y="306"/>
                    <a:pt x="9" y="303"/>
                    <a:pt x="12" y="303"/>
                  </a:cubicBezTo>
                  <a:cubicBezTo>
                    <a:pt x="13" y="301"/>
                    <a:pt x="10" y="306"/>
                    <a:pt x="9" y="308"/>
                  </a:cubicBezTo>
                  <a:cubicBezTo>
                    <a:pt x="6" y="308"/>
                    <a:pt x="10" y="308"/>
                    <a:pt x="9" y="309"/>
                  </a:cubicBezTo>
                  <a:cubicBezTo>
                    <a:pt x="7" y="311"/>
                    <a:pt x="9" y="308"/>
                    <a:pt x="6" y="311"/>
                  </a:cubicBezTo>
                  <a:cubicBezTo>
                    <a:pt x="3" y="314"/>
                    <a:pt x="6" y="317"/>
                    <a:pt x="7" y="315"/>
                  </a:cubicBezTo>
                  <a:cubicBezTo>
                    <a:pt x="7" y="314"/>
                    <a:pt x="9" y="315"/>
                    <a:pt x="9" y="314"/>
                  </a:cubicBezTo>
                  <a:cubicBezTo>
                    <a:pt x="10" y="312"/>
                    <a:pt x="12" y="314"/>
                    <a:pt x="10" y="315"/>
                  </a:cubicBezTo>
                  <a:cubicBezTo>
                    <a:pt x="9" y="315"/>
                    <a:pt x="12" y="315"/>
                    <a:pt x="10" y="317"/>
                  </a:cubicBezTo>
                  <a:cubicBezTo>
                    <a:pt x="9" y="318"/>
                    <a:pt x="12" y="318"/>
                    <a:pt x="10" y="320"/>
                  </a:cubicBezTo>
                  <a:cubicBezTo>
                    <a:pt x="7" y="320"/>
                    <a:pt x="7" y="317"/>
                    <a:pt x="7" y="320"/>
                  </a:cubicBezTo>
                  <a:cubicBezTo>
                    <a:pt x="6" y="323"/>
                    <a:pt x="6" y="323"/>
                    <a:pt x="7" y="323"/>
                  </a:cubicBezTo>
                  <a:cubicBezTo>
                    <a:pt x="9" y="326"/>
                    <a:pt x="10" y="325"/>
                    <a:pt x="10" y="326"/>
                  </a:cubicBezTo>
                  <a:cubicBezTo>
                    <a:pt x="12" y="328"/>
                    <a:pt x="13" y="328"/>
                    <a:pt x="15" y="329"/>
                  </a:cubicBezTo>
                  <a:cubicBezTo>
                    <a:pt x="17" y="329"/>
                    <a:pt x="15" y="329"/>
                    <a:pt x="17" y="331"/>
                  </a:cubicBezTo>
                  <a:cubicBezTo>
                    <a:pt x="17" y="332"/>
                    <a:pt x="17" y="329"/>
                    <a:pt x="18" y="331"/>
                  </a:cubicBezTo>
                  <a:cubicBezTo>
                    <a:pt x="20" y="331"/>
                    <a:pt x="18" y="332"/>
                    <a:pt x="20" y="331"/>
                  </a:cubicBezTo>
                  <a:cubicBezTo>
                    <a:pt x="23" y="331"/>
                    <a:pt x="27" y="331"/>
                    <a:pt x="29" y="329"/>
                  </a:cubicBezTo>
                  <a:cubicBezTo>
                    <a:pt x="30" y="329"/>
                    <a:pt x="32" y="328"/>
                    <a:pt x="33" y="325"/>
                  </a:cubicBezTo>
                  <a:cubicBezTo>
                    <a:pt x="35" y="323"/>
                    <a:pt x="36" y="325"/>
                    <a:pt x="36" y="323"/>
                  </a:cubicBezTo>
                  <a:cubicBezTo>
                    <a:pt x="36" y="321"/>
                    <a:pt x="39" y="323"/>
                    <a:pt x="38" y="321"/>
                  </a:cubicBezTo>
                  <a:cubicBezTo>
                    <a:pt x="36" y="320"/>
                    <a:pt x="41" y="321"/>
                    <a:pt x="39" y="318"/>
                  </a:cubicBezTo>
                  <a:cubicBezTo>
                    <a:pt x="39" y="317"/>
                    <a:pt x="41" y="320"/>
                    <a:pt x="42" y="318"/>
                  </a:cubicBezTo>
                  <a:cubicBezTo>
                    <a:pt x="44" y="318"/>
                    <a:pt x="45" y="320"/>
                    <a:pt x="45" y="317"/>
                  </a:cubicBezTo>
                  <a:cubicBezTo>
                    <a:pt x="45" y="314"/>
                    <a:pt x="49" y="315"/>
                    <a:pt x="45" y="314"/>
                  </a:cubicBezTo>
                  <a:cubicBezTo>
                    <a:pt x="45" y="312"/>
                    <a:pt x="44" y="311"/>
                    <a:pt x="47" y="312"/>
                  </a:cubicBezTo>
                  <a:cubicBezTo>
                    <a:pt x="49" y="314"/>
                    <a:pt x="47" y="309"/>
                    <a:pt x="49" y="311"/>
                  </a:cubicBezTo>
                  <a:cubicBezTo>
                    <a:pt x="49" y="314"/>
                    <a:pt x="47" y="312"/>
                    <a:pt x="49" y="314"/>
                  </a:cubicBezTo>
                  <a:cubicBezTo>
                    <a:pt x="49" y="315"/>
                    <a:pt x="47" y="317"/>
                    <a:pt x="50" y="317"/>
                  </a:cubicBezTo>
                  <a:cubicBezTo>
                    <a:pt x="52" y="317"/>
                    <a:pt x="50" y="317"/>
                    <a:pt x="53" y="317"/>
                  </a:cubicBezTo>
                  <a:cubicBezTo>
                    <a:pt x="53" y="317"/>
                    <a:pt x="53" y="318"/>
                    <a:pt x="55" y="320"/>
                  </a:cubicBezTo>
                  <a:cubicBezTo>
                    <a:pt x="55" y="321"/>
                    <a:pt x="58" y="318"/>
                    <a:pt x="56" y="314"/>
                  </a:cubicBezTo>
                  <a:cubicBezTo>
                    <a:pt x="55" y="311"/>
                    <a:pt x="58" y="311"/>
                    <a:pt x="58" y="309"/>
                  </a:cubicBezTo>
                  <a:cubicBezTo>
                    <a:pt x="56" y="306"/>
                    <a:pt x="59" y="309"/>
                    <a:pt x="61" y="306"/>
                  </a:cubicBezTo>
                  <a:cubicBezTo>
                    <a:pt x="64" y="303"/>
                    <a:pt x="61" y="303"/>
                    <a:pt x="62" y="301"/>
                  </a:cubicBezTo>
                  <a:cubicBezTo>
                    <a:pt x="65" y="300"/>
                    <a:pt x="59" y="294"/>
                    <a:pt x="61" y="292"/>
                  </a:cubicBezTo>
                  <a:cubicBezTo>
                    <a:pt x="61" y="290"/>
                    <a:pt x="64" y="294"/>
                    <a:pt x="64" y="290"/>
                  </a:cubicBezTo>
                  <a:cubicBezTo>
                    <a:pt x="65" y="289"/>
                    <a:pt x="67" y="287"/>
                    <a:pt x="62" y="286"/>
                  </a:cubicBezTo>
                  <a:cubicBezTo>
                    <a:pt x="56" y="283"/>
                    <a:pt x="62" y="278"/>
                    <a:pt x="61" y="273"/>
                  </a:cubicBezTo>
                  <a:cubicBezTo>
                    <a:pt x="58" y="270"/>
                    <a:pt x="61" y="270"/>
                    <a:pt x="59" y="269"/>
                  </a:cubicBezTo>
                  <a:cubicBezTo>
                    <a:pt x="58" y="267"/>
                    <a:pt x="61" y="267"/>
                    <a:pt x="59" y="264"/>
                  </a:cubicBezTo>
                  <a:cubicBezTo>
                    <a:pt x="56" y="261"/>
                    <a:pt x="61" y="261"/>
                    <a:pt x="59" y="259"/>
                  </a:cubicBezTo>
                  <a:cubicBezTo>
                    <a:pt x="59" y="256"/>
                    <a:pt x="65" y="253"/>
                    <a:pt x="67" y="252"/>
                  </a:cubicBezTo>
                  <a:cubicBezTo>
                    <a:pt x="70" y="250"/>
                    <a:pt x="74" y="255"/>
                    <a:pt x="76" y="249"/>
                  </a:cubicBezTo>
                  <a:cubicBezTo>
                    <a:pt x="77" y="245"/>
                    <a:pt x="74" y="247"/>
                    <a:pt x="73" y="245"/>
                  </a:cubicBezTo>
                  <a:cubicBezTo>
                    <a:pt x="70" y="244"/>
                    <a:pt x="77" y="239"/>
                    <a:pt x="77" y="238"/>
                  </a:cubicBezTo>
                  <a:cubicBezTo>
                    <a:pt x="77" y="235"/>
                    <a:pt x="79" y="236"/>
                    <a:pt x="79" y="233"/>
                  </a:cubicBezTo>
                  <a:cubicBezTo>
                    <a:pt x="77" y="228"/>
                    <a:pt x="80" y="230"/>
                    <a:pt x="77" y="224"/>
                  </a:cubicBezTo>
                  <a:cubicBezTo>
                    <a:pt x="77" y="222"/>
                    <a:pt x="88" y="224"/>
                    <a:pt x="85" y="221"/>
                  </a:cubicBezTo>
                  <a:cubicBezTo>
                    <a:pt x="84" y="217"/>
                    <a:pt x="87" y="219"/>
                    <a:pt x="88" y="214"/>
                  </a:cubicBezTo>
                  <a:cubicBezTo>
                    <a:pt x="91" y="211"/>
                    <a:pt x="93" y="213"/>
                    <a:pt x="93" y="210"/>
                  </a:cubicBezTo>
                  <a:cubicBezTo>
                    <a:pt x="94" y="208"/>
                    <a:pt x="91" y="207"/>
                    <a:pt x="91" y="205"/>
                  </a:cubicBezTo>
                  <a:cubicBezTo>
                    <a:pt x="91" y="203"/>
                    <a:pt x="93" y="205"/>
                    <a:pt x="96" y="200"/>
                  </a:cubicBezTo>
                  <a:cubicBezTo>
                    <a:pt x="96" y="197"/>
                    <a:pt x="99" y="197"/>
                    <a:pt x="100" y="196"/>
                  </a:cubicBezTo>
                  <a:cubicBezTo>
                    <a:pt x="102" y="196"/>
                    <a:pt x="103" y="199"/>
                    <a:pt x="106" y="197"/>
                  </a:cubicBezTo>
                  <a:cubicBezTo>
                    <a:pt x="109" y="196"/>
                    <a:pt x="105" y="191"/>
                    <a:pt x="106" y="190"/>
                  </a:cubicBezTo>
                  <a:cubicBezTo>
                    <a:pt x="111" y="186"/>
                    <a:pt x="119" y="194"/>
                    <a:pt x="123" y="191"/>
                  </a:cubicBezTo>
                  <a:cubicBezTo>
                    <a:pt x="126" y="190"/>
                    <a:pt x="119" y="191"/>
                    <a:pt x="123" y="188"/>
                  </a:cubicBezTo>
                  <a:cubicBezTo>
                    <a:pt x="128" y="183"/>
                    <a:pt x="119" y="182"/>
                    <a:pt x="128" y="182"/>
                  </a:cubicBezTo>
                  <a:cubicBezTo>
                    <a:pt x="128" y="180"/>
                    <a:pt x="131" y="183"/>
                    <a:pt x="131" y="182"/>
                  </a:cubicBezTo>
                  <a:cubicBezTo>
                    <a:pt x="131" y="182"/>
                    <a:pt x="129" y="180"/>
                    <a:pt x="131" y="179"/>
                  </a:cubicBezTo>
                  <a:cubicBezTo>
                    <a:pt x="134" y="177"/>
                    <a:pt x="137" y="180"/>
                    <a:pt x="140" y="183"/>
                  </a:cubicBezTo>
                  <a:cubicBezTo>
                    <a:pt x="143" y="186"/>
                    <a:pt x="138" y="186"/>
                    <a:pt x="143" y="186"/>
                  </a:cubicBezTo>
                  <a:cubicBezTo>
                    <a:pt x="149" y="186"/>
                    <a:pt x="146" y="188"/>
                    <a:pt x="149" y="188"/>
                  </a:cubicBezTo>
                  <a:cubicBezTo>
                    <a:pt x="154" y="186"/>
                    <a:pt x="152" y="185"/>
                    <a:pt x="154" y="185"/>
                  </a:cubicBezTo>
                  <a:cubicBezTo>
                    <a:pt x="155" y="186"/>
                    <a:pt x="158" y="186"/>
                    <a:pt x="161" y="190"/>
                  </a:cubicBezTo>
                  <a:cubicBezTo>
                    <a:pt x="161" y="188"/>
                    <a:pt x="163" y="190"/>
                    <a:pt x="163" y="186"/>
                  </a:cubicBezTo>
                  <a:cubicBezTo>
                    <a:pt x="164" y="183"/>
                    <a:pt x="170" y="185"/>
                    <a:pt x="167" y="182"/>
                  </a:cubicBezTo>
                  <a:cubicBezTo>
                    <a:pt x="166" y="179"/>
                    <a:pt x="169" y="179"/>
                    <a:pt x="169" y="176"/>
                  </a:cubicBezTo>
                  <a:cubicBezTo>
                    <a:pt x="169" y="174"/>
                    <a:pt x="170" y="171"/>
                    <a:pt x="173" y="169"/>
                  </a:cubicBezTo>
                  <a:cubicBezTo>
                    <a:pt x="177" y="168"/>
                    <a:pt x="175" y="171"/>
                    <a:pt x="181" y="168"/>
                  </a:cubicBezTo>
                  <a:cubicBezTo>
                    <a:pt x="184" y="166"/>
                    <a:pt x="184" y="166"/>
                    <a:pt x="186" y="169"/>
                  </a:cubicBezTo>
                  <a:cubicBezTo>
                    <a:pt x="187" y="171"/>
                    <a:pt x="195" y="172"/>
                    <a:pt x="196" y="176"/>
                  </a:cubicBezTo>
                  <a:cubicBezTo>
                    <a:pt x="196" y="177"/>
                    <a:pt x="189" y="180"/>
                    <a:pt x="193" y="182"/>
                  </a:cubicBezTo>
                  <a:cubicBezTo>
                    <a:pt x="195" y="183"/>
                    <a:pt x="195" y="182"/>
                    <a:pt x="196" y="179"/>
                  </a:cubicBezTo>
                  <a:close/>
                  <a:moveTo>
                    <a:pt x="154" y="157"/>
                  </a:moveTo>
                  <a:cubicBezTo>
                    <a:pt x="157" y="159"/>
                    <a:pt x="155" y="160"/>
                    <a:pt x="154" y="160"/>
                  </a:cubicBezTo>
                  <a:cubicBezTo>
                    <a:pt x="152" y="162"/>
                    <a:pt x="151" y="157"/>
                    <a:pt x="154" y="157"/>
                  </a:cubicBezTo>
                  <a:close/>
                  <a:moveTo>
                    <a:pt x="149" y="163"/>
                  </a:moveTo>
                  <a:cubicBezTo>
                    <a:pt x="151" y="162"/>
                    <a:pt x="154" y="160"/>
                    <a:pt x="151" y="159"/>
                  </a:cubicBezTo>
                  <a:cubicBezTo>
                    <a:pt x="149" y="159"/>
                    <a:pt x="151" y="160"/>
                    <a:pt x="149" y="160"/>
                  </a:cubicBezTo>
                  <a:cubicBezTo>
                    <a:pt x="146" y="162"/>
                    <a:pt x="144" y="162"/>
                    <a:pt x="148" y="163"/>
                  </a:cubicBezTo>
                  <a:cubicBezTo>
                    <a:pt x="148" y="163"/>
                    <a:pt x="149" y="165"/>
                    <a:pt x="149" y="163"/>
                  </a:cubicBezTo>
                  <a:close/>
                  <a:moveTo>
                    <a:pt x="141" y="163"/>
                  </a:moveTo>
                  <a:cubicBezTo>
                    <a:pt x="144" y="162"/>
                    <a:pt x="146" y="163"/>
                    <a:pt x="146" y="163"/>
                  </a:cubicBezTo>
                  <a:cubicBezTo>
                    <a:pt x="148" y="165"/>
                    <a:pt x="140" y="165"/>
                    <a:pt x="141" y="163"/>
                  </a:cubicBezTo>
                  <a:close/>
                  <a:moveTo>
                    <a:pt x="144" y="160"/>
                  </a:moveTo>
                  <a:cubicBezTo>
                    <a:pt x="146" y="160"/>
                    <a:pt x="146" y="160"/>
                    <a:pt x="149" y="159"/>
                  </a:cubicBezTo>
                  <a:cubicBezTo>
                    <a:pt x="152" y="155"/>
                    <a:pt x="151" y="155"/>
                    <a:pt x="148" y="155"/>
                  </a:cubicBezTo>
                  <a:cubicBezTo>
                    <a:pt x="146" y="157"/>
                    <a:pt x="149" y="157"/>
                    <a:pt x="148" y="157"/>
                  </a:cubicBezTo>
                  <a:cubicBezTo>
                    <a:pt x="146" y="159"/>
                    <a:pt x="144" y="157"/>
                    <a:pt x="144" y="159"/>
                  </a:cubicBezTo>
                  <a:cubicBezTo>
                    <a:pt x="144" y="160"/>
                    <a:pt x="144" y="157"/>
                    <a:pt x="143" y="159"/>
                  </a:cubicBezTo>
                  <a:cubicBezTo>
                    <a:pt x="140" y="159"/>
                    <a:pt x="137" y="160"/>
                    <a:pt x="140" y="160"/>
                  </a:cubicBezTo>
                  <a:cubicBezTo>
                    <a:pt x="141" y="160"/>
                    <a:pt x="138" y="162"/>
                    <a:pt x="141" y="162"/>
                  </a:cubicBezTo>
                  <a:cubicBezTo>
                    <a:pt x="143" y="160"/>
                    <a:pt x="143" y="160"/>
                    <a:pt x="144" y="160"/>
                  </a:cubicBezTo>
                  <a:close/>
                  <a:moveTo>
                    <a:pt x="128" y="168"/>
                  </a:moveTo>
                  <a:cubicBezTo>
                    <a:pt x="129" y="168"/>
                    <a:pt x="129" y="168"/>
                    <a:pt x="129" y="166"/>
                  </a:cubicBezTo>
                  <a:cubicBezTo>
                    <a:pt x="129" y="165"/>
                    <a:pt x="129" y="163"/>
                    <a:pt x="126" y="165"/>
                  </a:cubicBezTo>
                  <a:cubicBezTo>
                    <a:pt x="125" y="166"/>
                    <a:pt x="125" y="166"/>
                    <a:pt x="128" y="168"/>
                  </a:cubicBezTo>
                  <a:close/>
                  <a:moveTo>
                    <a:pt x="122" y="165"/>
                  </a:moveTo>
                  <a:cubicBezTo>
                    <a:pt x="120" y="165"/>
                    <a:pt x="120" y="163"/>
                    <a:pt x="120" y="165"/>
                  </a:cubicBezTo>
                  <a:cubicBezTo>
                    <a:pt x="119" y="166"/>
                    <a:pt x="122" y="168"/>
                    <a:pt x="123" y="166"/>
                  </a:cubicBezTo>
                  <a:cubicBezTo>
                    <a:pt x="125" y="166"/>
                    <a:pt x="123" y="166"/>
                    <a:pt x="122" y="165"/>
                  </a:cubicBezTo>
                  <a:close/>
                  <a:moveTo>
                    <a:pt x="154" y="154"/>
                  </a:moveTo>
                  <a:cubicBezTo>
                    <a:pt x="155" y="154"/>
                    <a:pt x="155" y="154"/>
                    <a:pt x="155" y="154"/>
                  </a:cubicBezTo>
                  <a:cubicBezTo>
                    <a:pt x="157" y="155"/>
                    <a:pt x="155" y="155"/>
                    <a:pt x="154" y="154"/>
                  </a:cubicBezTo>
                  <a:close/>
                  <a:moveTo>
                    <a:pt x="128" y="169"/>
                  </a:moveTo>
                  <a:cubicBezTo>
                    <a:pt x="129" y="169"/>
                    <a:pt x="128" y="171"/>
                    <a:pt x="128" y="171"/>
                  </a:cubicBezTo>
                  <a:cubicBezTo>
                    <a:pt x="126" y="171"/>
                    <a:pt x="128" y="168"/>
                    <a:pt x="128" y="169"/>
                  </a:cubicBezTo>
                  <a:close/>
                  <a:moveTo>
                    <a:pt x="129" y="168"/>
                  </a:moveTo>
                  <a:cubicBezTo>
                    <a:pt x="129" y="166"/>
                    <a:pt x="132" y="168"/>
                    <a:pt x="131" y="169"/>
                  </a:cubicBezTo>
                  <a:cubicBezTo>
                    <a:pt x="129" y="169"/>
                    <a:pt x="129" y="169"/>
                    <a:pt x="129" y="168"/>
                  </a:cubicBezTo>
                  <a:close/>
                  <a:moveTo>
                    <a:pt x="119" y="169"/>
                  </a:moveTo>
                  <a:cubicBezTo>
                    <a:pt x="120" y="168"/>
                    <a:pt x="122" y="168"/>
                    <a:pt x="122" y="168"/>
                  </a:cubicBezTo>
                  <a:cubicBezTo>
                    <a:pt x="122" y="169"/>
                    <a:pt x="119" y="171"/>
                    <a:pt x="119" y="169"/>
                  </a:cubicBezTo>
                  <a:close/>
                  <a:moveTo>
                    <a:pt x="119" y="169"/>
                  </a:moveTo>
                  <a:cubicBezTo>
                    <a:pt x="120" y="168"/>
                    <a:pt x="120" y="168"/>
                    <a:pt x="120" y="168"/>
                  </a:cubicBezTo>
                  <a:cubicBezTo>
                    <a:pt x="119" y="168"/>
                    <a:pt x="119" y="168"/>
                    <a:pt x="117" y="168"/>
                  </a:cubicBezTo>
                  <a:cubicBezTo>
                    <a:pt x="116" y="166"/>
                    <a:pt x="116" y="168"/>
                    <a:pt x="116" y="168"/>
                  </a:cubicBezTo>
                  <a:cubicBezTo>
                    <a:pt x="114" y="168"/>
                    <a:pt x="114" y="168"/>
                    <a:pt x="112" y="169"/>
                  </a:cubicBezTo>
                  <a:cubicBezTo>
                    <a:pt x="112" y="169"/>
                    <a:pt x="114" y="169"/>
                    <a:pt x="116" y="171"/>
                  </a:cubicBezTo>
                  <a:cubicBezTo>
                    <a:pt x="117" y="171"/>
                    <a:pt x="117" y="171"/>
                    <a:pt x="119" y="169"/>
                  </a:cubicBezTo>
                  <a:close/>
                  <a:moveTo>
                    <a:pt x="116" y="166"/>
                  </a:moveTo>
                  <a:cubicBezTo>
                    <a:pt x="114" y="166"/>
                    <a:pt x="116" y="165"/>
                    <a:pt x="117" y="165"/>
                  </a:cubicBezTo>
                  <a:cubicBezTo>
                    <a:pt x="117" y="165"/>
                    <a:pt x="117" y="166"/>
                    <a:pt x="116" y="166"/>
                  </a:cubicBezTo>
                  <a:close/>
                  <a:moveTo>
                    <a:pt x="114" y="166"/>
                  </a:moveTo>
                  <a:cubicBezTo>
                    <a:pt x="114" y="166"/>
                    <a:pt x="114" y="166"/>
                    <a:pt x="112" y="166"/>
                  </a:cubicBezTo>
                  <a:cubicBezTo>
                    <a:pt x="112" y="166"/>
                    <a:pt x="112" y="166"/>
                    <a:pt x="112" y="168"/>
                  </a:cubicBezTo>
                  <a:cubicBezTo>
                    <a:pt x="112" y="169"/>
                    <a:pt x="114" y="166"/>
                    <a:pt x="114" y="166"/>
                  </a:cubicBezTo>
                  <a:close/>
                  <a:moveTo>
                    <a:pt x="112" y="174"/>
                  </a:moveTo>
                  <a:cubicBezTo>
                    <a:pt x="112" y="172"/>
                    <a:pt x="117" y="172"/>
                    <a:pt x="114" y="171"/>
                  </a:cubicBezTo>
                  <a:cubicBezTo>
                    <a:pt x="111" y="169"/>
                    <a:pt x="112" y="171"/>
                    <a:pt x="112" y="171"/>
                  </a:cubicBezTo>
                  <a:cubicBezTo>
                    <a:pt x="111" y="171"/>
                    <a:pt x="111" y="172"/>
                    <a:pt x="111" y="171"/>
                  </a:cubicBezTo>
                  <a:cubicBezTo>
                    <a:pt x="109" y="171"/>
                    <a:pt x="109" y="171"/>
                    <a:pt x="109" y="172"/>
                  </a:cubicBezTo>
                  <a:cubicBezTo>
                    <a:pt x="108" y="174"/>
                    <a:pt x="108" y="172"/>
                    <a:pt x="106" y="174"/>
                  </a:cubicBezTo>
                  <a:cubicBezTo>
                    <a:pt x="106" y="174"/>
                    <a:pt x="106" y="174"/>
                    <a:pt x="111" y="174"/>
                  </a:cubicBezTo>
                  <a:cubicBezTo>
                    <a:pt x="112" y="174"/>
                    <a:pt x="112" y="174"/>
                    <a:pt x="112" y="174"/>
                  </a:cubicBezTo>
                  <a:close/>
                  <a:moveTo>
                    <a:pt x="106" y="179"/>
                  </a:moveTo>
                  <a:cubicBezTo>
                    <a:pt x="105" y="177"/>
                    <a:pt x="106" y="177"/>
                    <a:pt x="106" y="177"/>
                  </a:cubicBezTo>
                  <a:cubicBezTo>
                    <a:pt x="106" y="176"/>
                    <a:pt x="108" y="174"/>
                    <a:pt x="106" y="176"/>
                  </a:cubicBezTo>
                  <a:cubicBezTo>
                    <a:pt x="106" y="176"/>
                    <a:pt x="106" y="174"/>
                    <a:pt x="105" y="174"/>
                  </a:cubicBezTo>
                  <a:cubicBezTo>
                    <a:pt x="105" y="176"/>
                    <a:pt x="105" y="172"/>
                    <a:pt x="103" y="174"/>
                  </a:cubicBezTo>
                  <a:cubicBezTo>
                    <a:pt x="103" y="176"/>
                    <a:pt x="102" y="174"/>
                    <a:pt x="102" y="174"/>
                  </a:cubicBezTo>
                  <a:cubicBezTo>
                    <a:pt x="102" y="176"/>
                    <a:pt x="102" y="174"/>
                    <a:pt x="100" y="176"/>
                  </a:cubicBezTo>
                  <a:cubicBezTo>
                    <a:pt x="99" y="176"/>
                    <a:pt x="102" y="176"/>
                    <a:pt x="102" y="177"/>
                  </a:cubicBezTo>
                  <a:cubicBezTo>
                    <a:pt x="102" y="177"/>
                    <a:pt x="97" y="177"/>
                    <a:pt x="99" y="177"/>
                  </a:cubicBezTo>
                  <a:cubicBezTo>
                    <a:pt x="100" y="179"/>
                    <a:pt x="97" y="177"/>
                    <a:pt x="99" y="179"/>
                  </a:cubicBezTo>
                  <a:cubicBezTo>
                    <a:pt x="99" y="179"/>
                    <a:pt x="97" y="179"/>
                    <a:pt x="99" y="180"/>
                  </a:cubicBezTo>
                  <a:cubicBezTo>
                    <a:pt x="99" y="180"/>
                    <a:pt x="96" y="182"/>
                    <a:pt x="99" y="182"/>
                  </a:cubicBezTo>
                  <a:cubicBezTo>
                    <a:pt x="100" y="182"/>
                    <a:pt x="99" y="183"/>
                    <a:pt x="100" y="182"/>
                  </a:cubicBezTo>
                  <a:cubicBezTo>
                    <a:pt x="102" y="182"/>
                    <a:pt x="102" y="180"/>
                    <a:pt x="102" y="180"/>
                  </a:cubicBezTo>
                  <a:cubicBezTo>
                    <a:pt x="103" y="180"/>
                    <a:pt x="102" y="182"/>
                    <a:pt x="105" y="180"/>
                  </a:cubicBezTo>
                  <a:cubicBezTo>
                    <a:pt x="106" y="180"/>
                    <a:pt x="106" y="180"/>
                    <a:pt x="106" y="179"/>
                  </a:cubicBezTo>
                  <a:close/>
                  <a:moveTo>
                    <a:pt x="100" y="185"/>
                  </a:moveTo>
                  <a:cubicBezTo>
                    <a:pt x="99" y="183"/>
                    <a:pt x="100" y="183"/>
                    <a:pt x="102" y="183"/>
                  </a:cubicBezTo>
                  <a:cubicBezTo>
                    <a:pt x="102" y="185"/>
                    <a:pt x="100" y="185"/>
                    <a:pt x="100" y="185"/>
                  </a:cubicBezTo>
                  <a:close/>
                  <a:moveTo>
                    <a:pt x="97" y="186"/>
                  </a:moveTo>
                  <a:cubicBezTo>
                    <a:pt x="97" y="185"/>
                    <a:pt x="100" y="186"/>
                    <a:pt x="99" y="186"/>
                  </a:cubicBezTo>
                  <a:cubicBezTo>
                    <a:pt x="97" y="186"/>
                    <a:pt x="96" y="186"/>
                    <a:pt x="97" y="186"/>
                  </a:cubicBezTo>
                  <a:close/>
                  <a:moveTo>
                    <a:pt x="82" y="199"/>
                  </a:moveTo>
                  <a:cubicBezTo>
                    <a:pt x="82" y="199"/>
                    <a:pt x="82" y="197"/>
                    <a:pt x="84" y="197"/>
                  </a:cubicBezTo>
                  <a:cubicBezTo>
                    <a:pt x="84" y="197"/>
                    <a:pt x="84" y="197"/>
                    <a:pt x="82" y="199"/>
                  </a:cubicBezTo>
                  <a:close/>
                  <a:moveTo>
                    <a:pt x="82" y="193"/>
                  </a:moveTo>
                  <a:cubicBezTo>
                    <a:pt x="84" y="191"/>
                    <a:pt x="82" y="191"/>
                    <a:pt x="82" y="191"/>
                  </a:cubicBezTo>
                  <a:cubicBezTo>
                    <a:pt x="82" y="191"/>
                    <a:pt x="80" y="191"/>
                    <a:pt x="79" y="191"/>
                  </a:cubicBezTo>
                  <a:cubicBezTo>
                    <a:pt x="77" y="191"/>
                    <a:pt x="79" y="193"/>
                    <a:pt x="77" y="193"/>
                  </a:cubicBezTo>
                  <a:cubicBezTo>
                    <a:pt x="76" y="193"/>
                    <a:pt x="77" y="193"/>
                    <a:pt x="76" y="194"/>
                  </a:cubicBezTo>
                  <a:cubicBezTo>
                    <a:pt x="76" y="194"/>
                    <a:pt x="76" y="196"/>
                    <a:pt x="79" y="194"/>
                  </a:cubicBezTo>
                  <a:cubicBezTo>
                    <a:pt x="79" y="194"/>
                    <a:pt x="80" y="194"/>
                    <a:pt x="82" y="193"/>
                  </a:cubicBezTo>
                  <a:close/>
                  <a:moveTo>
                    <a:pt x="85" y="188"/>
                  </a:moveTo>
                  <a:cubicBezTo>
                    <a:pt x="87" y="188"/>
                    <a:pt x="84" y="186"/>
                    <a:pt x="85" y="186"/>
                  </a:cubicBezTo>
                  <a:cubicBezTo>
                    <a:pt x="87" y="185"/>
                    <a:pt x="84" y="182"/>
                    <a:pt x="84" y="183"/>
                  </a:cubicBezTo>
                  <a:cubicBezTo>
                    <a:pt x="82" y="183"/>
                    <a:pt x="84" y="185"/>
                    <a:pt x="82" y="185"/>
                  </a:cubicBezTo>
                  <a:cubicBezTo>
                    <a:pt x="80" y="185"/>
                    <a:pt x="82" y="186"/>
                    <a:pt x="80" y="186"/>
                  </a:cubicBezTo>
                  <a:cubicBezTo>
                    <a:pt x="79" y="186"/>
                    <a:pt x="80" y="185"/>
                    <a:pt x="79" y="185"/>
                  </a:cubicBezTo>
                  <a:cubicBezTo>
                    <a:pt x="79" y="186"/>
                    <a:pt x="77" y="185"/>
                    <a:pt x="77" y="186"/>
                  </a:cubicBezTo>
                  <a:cubicBezTo>
                    <a:pt x="77" y="186"/>
                    <a:pt x="76" y="188"/>
                    <a:pt x="77" y="188"/>
                  </a:cubicBezTo>
                  <a:cubicBezTo>
                    <a:pt x="79" y="190"/>
                    <a:pt x="79" y="188"/>
                    <a:pt x="82" y="186"/>
                  </a:cubicBezTo>
                  <a:cubicBezTo>
                    <a:pt x="85" y="186"/>
                    <a:pt x="79" y="188"/>
                    <a:pt x="80" y="190"/>
                  </a:cubicBezTo>
                  <a:cubicBezTo>
                    <a:pt x="82" y="190"/>
                    <a:pt x="84" y="188"/>
                    <a:pt x="85" y="188"/>
                  </a:cubicBezTo>
                  <a:close/>
                  <a:moveTo>
                    <a:pt x="87" y="185"/>
                  </a:moveTo>
                  <a:cubicBezTo>
                    <a:pt x="87" y="185"/>
                    <a:pt x="87" y="183"/>
                    <a:pt x="88" y="183"/>
                  </a:cubicBezTo>
                  <a:cubicBezTo>
                    <a:pt x="90" y="183"/>
                    <a:pt x="90" y="182"/>
                    <a:pt x="91" y="180"/>
                  </a:cubicBezTo>
                  <a:cubicBezTo>
                    <a:pt x="91" y="179"/>
                    <a:pt x="91" y="177"/>
                    <a:pt x="90" y="179"/>
                  </a:cubicBezTo>
                  <a:cubicBezTo>
                    <a:pt x="88" y="180"/>
                    <a:pt x="87" y="180"/>
                    <a:pt x="87" y="183"/>
                  </a:cubicBezTo>
                  <a:cubicBezTo>
                    <a:pt x="85" y="183"/>
                    <a:pt x="85" y="183"/>
                    <a:pt x="87" y="185"/>
                  </a:cubicBezTo>
                  <a:close/>
                  <a:moveTo>
                    <a:pt x="93" y="183"/>
                  </a:moveTo>
                  <a:cubicBezTo>
                    <a:pt x="96" y="183"/>
                    <a:pt x="96" y="183"/>
                    <a:pt x="96" y="183"/>
                  </a:cubicBezTo>
                  <a:cubicBezTo>
                    <a:pt x="94" y="185"/>
                    <a:pt x="93" y="183"/>
                    <a:pt x="93" y="183"/>
                  </a:cubicBezTo>
                  <a:close/>
                  <a:moveTo>
                    <a:pt x="91" y="185"/>
                  </a:moveTo>
                  <a:cubicBezTo>
                    <a:pt x="91" y="185"/>
                    <a:pt x="93" y="186"/>
                    <a:pt x="90" y="188"/>
                  </a:cubicBezTo>
                  <a:cubicBezTo>
                    <a:pt x="88" y="190"/>
                    <a:pt x="91" y="186"/>
                    <a:pt x="90" y="186"/>
                  </a:cubicBezTo>
                  <a:cubicBezTo>
                    <a:pt x="88" y="186"/>
                    <a:pt x="91" y="185"/>
                    <a:pt x="90" y="183"/>
                  </a:cubicBezTo>
                  <a:cubicBezTo>
                    <a:pt x="88" y="183"/>
                    <a:pt x="87" y="185"/>
                    <a:pt x="87" y="186"/>
                  </a:cubicBezTo>
                  <a:cubicBezTo>
                    <a:pt x="85" y="188"/>
                    <a:pt x="88" y="190"/>
                    <a:pt x="85" y="190"/>
                  </a:cubicBezTo>
                  <a:cubicBezTo>
                    <a:pt x="84" y="190"/>
                    <a:pt x="85" y="190"/>
                    <a:pt x="84" y="193"/>
                  </a:cubicBezTo>
                  <a:cubicBezTo>
                    <a:pt x="82" y="194"/>
                    <a:pt x="85" y="191"/>
                    <a:pt x="87" y="193"/>
                  </a:cubicBezTo>
                  <a:cubicBezTo>
                    <a:pt x="88" y="194"/>
                    <a:pt x="88" y="191"/>
                    <a:pt x="88" y="191"/>
                  </a:cubicBezTo>
                  <a:cubicBezTo>
                    <a:pt x="90" y="193"/>
                    <a:pt x="90" y="193"/>
                    <a:pt x="90" y="191"/>
                  </a:cubicBezTo>
                  <a:cubicBezTo>
                    <a:pt x="91" y="190"/>
                    <a:pt x="91" y="190"/>
                    <a:pt x="93" y="190"/>
                  </a:cubicBezTo>
                  <a:cubicBezTo>
                    <a:pt x="96" y="188"/>
                    <a:pt x="94" y="185"/>
                    <a:pt x="93" y="185"/>
                  </a:cubicBezTo>
                  <a:cubicBezTo>
                    <a:pt x="93" y="183"/>
                    <a:pt x="93" y="183"/>
                    <a:pt x="91" y="185"/>
                  </a:cubicBezTo>
                  <a:close/>
                  <a:moveTo>
                    <a:pt x="91" y="191"/>
                  </a:moveTo>
                  <a:cubicBezTo>
                    <a:pt x="93" y="190"/>
                    <a:pt x="94" y="190"/>
                    <a:pt x="94" y="190"/>
                  </a:cubicBezTo>
                  <a:cubicBezTo>
                    <a:pt x="93" y="191"/>
                    <a:pt x="91" y="193"/>
                    <a:pt x="91" y="191"/>
                  </a:cubicBezTo>
                  <a:close/>
                  <a:moveTo>
                    <a:pt x="117" y="166"/>
                  </a:moveTo>
                  <a:cubicBezTo>
                    <a:pt x="119" y="165"/>
                    <a:pt x="120" y="166"/>
                    <a:pt x="120" y="166"/>
                  </a:cubicBezTo>
                  <a:cubicBezTo>
                    <a:pt x="119" y="166"/>
                    <a:pt x="117" y="166"/>
                    <a:pt x="117" y="166"/>
                  </a:cubicBezTo>
                  <a:close/>
                  <a:moveTo>
                    <a:pt x="74" y="193"/>
                  </a:moveTo>
                  <a:cubicBezTo>
                    <a:pt x="76" y="193"/>
                    <a:pt x="76" y="193"/>
                    <a:pt x="76" y="193"/>
                  </a:cubicBezTo>
                  <a:cubicBezTo>
                    <a:pt x="76" y="194"/>
                    <a:pt x="74" y="193"/>
                    <a:pt x="74" y="193"/>
                  </a:cubicBezTo>
                  <a:close/>
                  <a:moveTo>
                    <a:pt x="70" y="196"/>
                  </a:moveTo>
                  <a:cubicBezTo>
                    <a:pt x="70" y="196"/>
                    <a:pt x="70" y="197"/>
                    <a:pt x="71" y="196"/>
                  </a:cubicBezTo>
                  <a:cubicBezTo>
                    <a:pt x="71" y="196"/>
                    <a:pt x="71" y="196"/>
                    <a:pt x="73" y="196"/>
                  </a:cubicBezTo>
                  <a:cubicBezTo>
                    <a:pt x="73" y="196"/>
                    <a:pt x="73" y="194"/>
                    <a:pt x="74" y="194"/>
                  </a:cubicBezTo>
                  <a:cubicBezTo>
                    <a:pt x="76" y="194"/>
                    <a:pt x="74" y="194"/>
                    <a:pt x="73" y="193"/>
                  </a:cubicBezTo>
                  <a:cubicBezTo>
                    <a:pt x="71" y="193"/>
                    <a:pt x="71" y="193"/>
                    <a:pt x="70" y="194"/>
                  </a:cubicBezTo>
                  <a:cubicBezTo>
                    <a:pt x="70" y="196"/>
                    <a:pt x="71" y="196"/>
                    <a:pt x="70" y="196"/>
                  </a:cubicBezTo>
                  <a:close/>
                  <a:moveTo>
                    <a:pt x="70" y="196"/>
                  </a:moveTo>
                  <a:cubicBezTo>
                    <a:pt x="71" y="196"/>
                    <a:pt x="68" y="194"/>
                    <a:pt x="68" y="196"/>
                  </a:cubicBezTo>
                  <a:cubicBezTo>
                    <a:pt x="68" y="197"/>
                    <a:pt x="68" y="196"/>
                    <a:pt x="68" y="197"/>
                  </a:cubicBezTo>
                  <a:cubicBezTo>
                    <a:pt x="68" y="197"/>
                    <a:pt x="68" y="197"/>
                    <a:pt x="70" y="196"/>
                  </a:cubicBezTo>
                  <a:close/>
                  <a:moveTo>
                    <a:pt x="65" y="197"/>
                  </a:moveTo>
                  <a:cubicBezTo>
                    <a:pt x="65" y="200"/>
                    <a:pt x="65" y="200"/>
                    <a:pt x="67" y="199"/>
                  </a:cubicBezTo>
                  <a:cubicBezTo>
                    <a:pt x="67" y="197"/>
                    <a:pt x="67" y="197"/>
                    <a:pt x="67" y="196"/>
                  </a:cubicBezTo>
                  <a:cubicBezTo>
                    <a:pt x="67" y="196"/>
                    <a:pt x="67" y="196"/>
                    <a:pt x="65" y="197"/>
                  </a:cubicBezTo>
                  <a:close/>
                  <a:moveTo>
                    <a:pt x="87" y="197"/>
                  </a:moveTo>
                  <a:cubicBezTo>
                    <a:pt x="88" y="197"/>
                    <a:pt x="88" y="197"/>
                    <a:pt x="88" y="197"/>
                  </a:cubicBezTo>
                  <a:cubicBezTo>
                    <a:pt x="90" y="197"/>
                    <a:pt x="87" y="197"/>
                    <a:pt x="87" y="197"/>
                  </a:cubicBezTo>
                  <a:close/>
                  <a:moveTo>
                    <a:pt x="64" y="224"/>
                  </a:moveTo>
                  <a:cubicBezTo>
                    <a:pt x="64" y="222"/>
                    <a:pt x="62" y="222"/>
                    <a:pt x="62" y="222"/>
                  </a:cubicBezTo>
                  <a:cubicBezTo>
                    <a:pt x="62" y="224"/>
                    <a:pt x="61" y="225"/>
                    <a:pt x="62" y="225"/>
                  </a:cubicBezTo>
                  <a:cubicBezTo>
                    <a:pt x="62" y="224"/>
                    <a:pt x="64" y="225"/>
                    <a:pt x="64" y="224"/>
                  </a:cubicBezTo>
                  <a:close/>
                  <a:moveTo>
                    <a:pt x="64" y="227"/>
                  </a:moveTo>
                  <a:cubicBezTo>
                    <a:pt x="65" y="225"/>
                    <a:pt x="65" y="225"/>
                    <a:pt x="64" y="225"/>
                  </a:cubicBezTo>
                  <a:cubicBezTo>
                    <a:pt x="64" y="225"/>
                    <a:pt x="62" y="225"/>
                    <a:pt x="62" y="227"/>
                  </a:cubicBezTo>
                  <a:cubicBezTo>
                    <a:pt x="62" y="227"/>
                    <a:pt x="62" y="227"/>
                    <a:pt x="64" y="227"/>
                  </a:cubicBezTo>
                  <a:close/>
                  <a:moveTo>
                    <a:pt x="59" y="235"/>
                  </a:moveTo>
                  <a:cubicBezTo>
                    <a:pt x="59" y="236"/>
                    <a:pt x="58" y="236"/>
                    <a:pt x="59" y="236"/>
                  </a:cubicBezTo>
                  <a:cubicBezTo>
                    <a:pt x="61" y="236"/>
                    <a:pt x="59" y="235"/>
                    <a:pt x="61" y="235"/>
                  </a:cubicBezTo>
                  <a:cubicBezTo>
                    <a:pt x="62" y="235"/>
                    <a:pt x="62" y="235"/>
                    <a:pt x="62" y="233"/>
                  </a:cubicBezTo>
                  <a:cubicBezTo>
                    <a:pt x="61" y="231"/>
                    <a:pt x="61" y="231"/>
                    <a:pt x="61" y="233"/>
                  </a:cubicBezTo>
                  <a:cubicBezTo>
                    <a:pt x="61" y="233"/>
                    <a:pt x="59" y="233"/>
                    <a:pt x="59" y="235"/>
                  </a:cubicBezTo>
                  <a:close/>
                  <a:moveTo>
                    <a:pt x="56" y="230"/>
                  </a:moveTo>
                  <a:cubicBezTo>
                    <a:pt x="56" y="230"/>
                    <a:pt x="58" y="228"/>
                    <a:pt x="59" y="230"/>
                  </a:cubicBezTo>
                  <a:cubicBezTo>
                    <a:pt x="59" y="230"/>
                    <a:pt x="56" y="231"/>
                    <a:pt x="56" y="230"/>
                  </a:cubicBezTo>
                  <a:close/>
                  <a:moveTo>
                    <a:pt x="59" y="238"/>
                  </a:moveTo>
                  <a:cubicBezTo>
                    <a:pt x="58" y="238"/>
                    <a:pt x="59" y="238"/>
                    <a:pt x="61" y="238"/>
                  </a:cubicBezTo>
                  <a:cubicBezTo>
                    <a:pt x="62" y="236"/>
                    <a:pt x="61" y="236"/>
                    <a:pt x="59" y="236"/>
                  </a:cubicBezTo>
                  <a:cubicBezTo>
                    <a:pt x="59" y="238"/>
                    <a:pt x="59" y="236"/>
                    <a:pt x="59" y="238"/>
                  </a:cubicBezTo>
                  <a:close/>
                  <a:moveTo>
                    <a:pt x="55" y="238"/>
                  </a:moveTo>
                  <a:cubicBezTo>
                    <a:pt x="56" y="238"/>
                    <a:pt x="58" y="238"/>
                    <a:pt x="58" y="238"/>
                  </a:cubicBezTo>
                  <a:cubicBezTo>
                    <a:pt x="56" y="238"/>
                    <a:pt x="55" y="238"/>
                    <a:pt x="55" y="238"/>
                  </a:cubicBezTo>
                  <a:close/>
                  <a:moveTo>
                    <a:pt x="53" y="245"/>
                  </a:moveTo>
                  <a:cubicBezTo>
                    <a:pt x="55" y="245"/>
                    <a:pt x="55" y="245"/>
                    <a:pt x="53" y="245"/>
                  </a:cubicBezTo>
                  <a:cubicBezTo>
                    <a:pt x="53" y="245"/>
                    <a:pt x="53" y="244"/>
                    <a:pt x="52" y="244"/>
                  </a:cubicBezTo>
                  <a:cubicBezTo>
                    <a:pt x="52" y="245"/>
                    <a:pt x="52" y="245"/>
                    <a:pt x="53" y="245"/>
                  </a:cubicBezTo>
                  <a:close/>
                  <a:moveTo>
                    <a:pt x="53" y="244"/>
                  </a:moveTo>
                  <a:cubicBezTo>
                    <a:pt x="53" y="244"/>
                    <a:pt x="55" y="244"/>
                    <a:pt x="53" y="244"/>
                  </a:cubicBezTo>
                  <a:cubicBezTo>
                    <a:pt x="53" y="244"/>
                    <a:pt x="52" y="242"/>
                    <a:pt x="53" y="244"/>
                  </a:cubicBezTo>
                  <a:close/>
                  <a:moveTo>
                    <a:pt x="50" y="244"/>
                  </a:moveTo>
                  <a:cubicBezTo>
                    <a:pt x="52" y="242"/>
                    <a:pt x="52" y="244"/>
                    <a:pt x="52" y="244"/>
                  </a:cubicBezTo>
                  <a:cubicBezTo>
                    <a:pt x="50" y="244"/>
                    <a:pt x="50" y="244"/>
                    <a:pt x="50" y="244"/>
                  </a:cubicBezTo>
                  <a:close/>
                  <a:moveTo>
                    <a:pt x="64" y="222"/>
                  </a:moveTo>
                  <a:cubicBezTo>
                    <a:pt x="65" y="221"/>
                    <a:pt x="65" y="221"/>
                    <a:pt x="65" y="221"/>
                  </a:cubicBezTo>
                  <a:cubicBezTo>
                    <a:pt x="67" y="222"/>
                    <a:pt x="65" y="222"/>
                    <a:pt x="64" y="222"/>
                  </a:cubicBezTo>
                  <a:close/>
                  <a:moveTo>
                    <a:pt x="26" y="261"/>
                  </a:moveTo>
                  <a:cubicBezTo>
                    <a:pt x="24" y="261"/>
                    <a:pt x="29" y="259"/>
                    <a:pt x="29" y="261"/>
                  </a:cubicBezTo>
                  <a:cubicBezTo>
                    <a:pt x="29" y="261"/>
                    <a:pt x="27" y="262"/>
                    <a:pt x="26" y="261"/>
                  </a:cubicBezTo>
                  <a:close/>
                  <a:moveTo>
                    <a:pt x="33" y="256"/>
                  </a:moveTo>
                  <a:cubicBezTo>
                    <a:pt x="35" y="256"/>
                    <a:pt x="33" y="255"/>
                    <a:pt x="33" y="255"/>
                  </a:cubicBezTo>
                  <a:cubicBezTo>
                    <a:pt x="32" y="256"/>
                    <a:pt x="29" y="256"/>
                    <a:pt x="29" y="258"/>
                  </a:cubicBezTo>
                  <a:cubicBezTo>
                    <a:pt x="30" y="258"/>
                    <a:pt x="32" y="258"/>
                    <a:pt x="33" y="256"/>
                  </a:cubicBezTo>
                  <a:close/>
                  <a:moveTo>
                    <a:pt x="32" y="259"/>
                  </a:moveTo>
                  <a:cubicBezTo>
                    <a:pt x="35" y="259"/>
                    <a:pt x="36" y="259"/>
                    <a:pt x="36" y="259"/>
                  </a:cubicBezTo>
                  <a:cubicBezTo>
                    <a:pt x="36" y="258"/>
                    <a:pt x="35" y="259"/>
                    <a:pt x="35" y="258"/>
                  </a:cubicBezTo>
                  <a:cubicBezTo>
                    <a:pt x="35" y="256"/>
                    <a:pt x="32" y="258"/>
                    <a:pt x="32" y="258"/>
                  </a:cubicBezTo>
                  <a:cubicBezTo>
                    <a:pt x="30" y="259"/>
                    <a:pt x="29" y="259"/>
                    <a:pt x="29" y="259"/>
                  </a:cubicBezTo>
                  <a:cubicBezTo>
                    <a:pt x="29" y="261"/>
                    <a:pt x="30" y="261"/>
                    <a:pt x="32" y="259"/>
                  </a:cubicBezTo>
                  <a:close/>
                  <a:moveTo>
                    <a:pt x="27" y="264"/>
                  </a:moveTo>
                  <a:cubicBezTo>
                    <a:pt x="26" y="262"/>
                    <a:pt x="27" y="262"/>
                    <a:pt x="29" y="264"/>
                  </a:cubicBezTo>
                  <a:cubicBezTo>
                    <a:pt x="27" y="264"/>
                    <a:pt x="27" y="264"/>
                    <a:pt x="27" y="264"/>
                  </a:cubicBezTo>
                  <a:close/>
                  <a:moveTo>
                    <a:pt x="24" y="266"/>
                  </a:moveTo>
                  <a:cubicBezTo>
                    <a:pt x="26" y="266"/>
                    <a:pt x="24" y="264"/>
                    <a:pt x="24" y="266"/>
                  </a:cubicBezTo>
                  <a:cubicBezTo>
                    <a:pt x="23" y="266"/>
                    <a:pt x="23" y="264"/>
                    <a:pt x="23" y="266"/>
                  </a:cubicBezTo>
                  <a:cubicBezTo>
                    <a:pt x="21" y="267"/>
                    <a:pt x="24" y="267"/>
                    <a:pt x="24" y="266"/>
                  </a:cubicBezTo>
                  <a:close/>
                  <a:moveTo>
                    <a:pt x="17" y="270"/>
                  </a:moveTo>
                  <a:cubicBezTo>
                    <a:pt x="15" y="270"/>
                    <a:pt x="18" y="269"/>
                    <a:pt x="18" y="270"/>
                  </a:cubicBezTo>
                  <a:cubicBezTo>
                    <a:pt x="17" y="270"/>
                    <a:pt x="17" y="270"/>
                    <a:pt x="17" y="270"/>
                  </a:cubicBezTo>
                  <a:close/>
                  <a:moveTo>
                    <a:pt x="10" y="273"/>
                  </a:moveTo>
                  <a:cubicBezTo>
                    <a:pt x="12" y="275"/>
                    <a:pt x="10" y="276"/>
                    <a:pt x="9" y="276"/>
                  </a:cubicBezTo>
                  <a:cubicBezTo>
                    <a:pt x="9" y="275"/>
                    <a:pt x="10" y="273"/>
                    <a:pt x="10" y="273"/>
                  </a:cubicBezTo>
                  <a:close/>
                  <a:moveTo>
                    <a:pt x="7" y="276"/>
                  </a:moveTo>
                  <a:cubicBezTo>
                    <a:pt x="7" y="275"/>
                    <a:pt x="9" y="275"/>
                    <a:pt x="9" y="276"/>
                  </a:cubicBezTo>
                  <a:cubicBezTo>
                    <a:pt x="7" y="276"/>
                    <a:pt x="7" y="276"/>
                    <a:pt x="7" y="276"/>
                  </a:cubicBezTo>
                  <a:close/>
                  <a:moveTo>
                    <a:pt x="1" y="283"/>
                  </a:moveTo>
                  <a:cubicBezTo>
                    <a:pt x="1" y="281"/>
                    <a:pt x="3" y="281"/>
                    <a:pt x="4" y="281"/>
                  </a:cubicBezTo>
                  <a:cubicBezTo>
                    <a:pt x="4" y="281"/>
                    <a:pt x="3" y="283"/>
                    <a:pt x="1" y="283"/>
                  </a:cubicBezTo>
                  <a:close/>
                  <a:moveTo>
                    <a:pt x="1" y="292"/>
                  </a:moveTo>
                  <a:cubicBezTo>
                    <a:pt x="1" y="292"/>
                    <a:pt x="1" y="290"/>
                    <a:pt x="3" y="290"/>
                  </a:cubicBezTo>
                  <a:cubicBezTo>
                    <a:pt x="3" y="290"/>
                    <a:pt x="3" y="292"/>
                    <a:pt x="1" y="292"/>
                  </a:cubicBezTo>
                  <a:close/>
                  <a:moveTo>
                    <a:pt x="6" y="308"/>
                  </a:moveTo>
                  <a:cubicBezTo>
                    <a:pt x="6" y="306"/>
                    <a:pt x="6" y="306"/>
                    <a:pt x="7" y="308"/>
                  </a:cubicBezTo>
                  <a:cubicBezTo>
                    <a:pt x="7" y="308"/>
                    <a:pt x="7" y="306"/>
                    <a:pt x="9" y="306"/>
                  </a:cubicBezTo>
                  <a:cubicBezTo>
                    <a:pt x="9" y="304"/>
                    <a:pt x="6" y="304"/>
                    <a:pt x="6" y="306"/>
                  </a:cubicBezTo>
                  <a:cubicBezTo>
                    <a:pt x="4" y="308"/>
                    <a:pt x="6" y="309"/>
                    <a:pt x="7" y="309"/>
                  </a:cubicBezTo>
                  <a:cubicBezTo>
                    <a:pt x="7" y="309"/>
                    <a:pt x="7" y="308"/>
                    <a:pt x="6" y="308"/>
                  </a:cubicBezTo>
                  <a:close/>
                  <a:moveTo>
                    <a:pt x="4" y="317"/>
                  </a:moveTo>
                  <a:cubicBezTo>
                    <a:pt x="6" y="317"/>
                    <a:pt x="4" y="312"/>
                    <a:pt x="4" y="314"/>
                  </a:cubicBezTo>
                  <a:cubicBezTo>
                    <a:pt x="4" y="315"/>
                    <a:pt x="3" y="317"/>
                    <a:pt x="4" y="317"/>
                  </a:cubicBezTo>
                  <a:close/>
                  <a:moveTo>
                    <a:pt x="4" y="311"/>
                  </a:moveTo>
                  <a:cubicBezTo>
                    <a:pt x="4" y="312"/>
                    <a:pt x="4" y="309"/>
                    <a:pt x="4" y="309"/>
                  </a:cubicBezTo>
                  <a:cubicBezTo>
                    <a:pt x="6" y="309"/>
                    <a:pt x="6" y="311"/>
                    <a:pt x="6" y="309"/>
                  </a:cubicBezTo>
                  <a:cubicBezTo>
                    <a:pt x="6" y="309"/>
                    <a:pt x="6" y="309"/>
                    <a:pt x="4" y="308"/>
                  </a:cubicBezTo>
                  <a:cubicBezTo>
                    <a:pt x="4" y="308"/>
                    <a:pt x="4" y="309"/>
                    <a:pt x="4" y="311"/>
                  </a:cubicBezTo>
                  <a:close/>
                  <a:moveTo>
                    <a:pt x="3" y="303"/>
                  </a:moveTo>
                  <a:cubicBezTo>
                    <a:pt x="3" y="300"/>
                    <a:pt x="3" y="300"/>
                    <a:pt x="3" y="300"/>
                  </a:cubicBezTo>
                  <a:cubicBezTo>
                    <a:pt x="3" y="301"/>
                    <a:pt x="4" y="304"/>
                    <a:pt x="3" y="303"/>
                  </a:cubicBezTo>
                  <a:close/>
                  <a:moveTo>
                    <a:pt x="4" y="300"/>
                  </a:moveTo>
                  <a:cubicBezTo>
                    <a:pt x="4" y="301"/>
                    <a:pt x="3" y="300"/>
                    <a:pt x="3" y="298"/>
                  </a:cubicBezTo>
                  <a:cubicBezTo>
                    <a:pt x="4" y="300"/>
                    <a:pt x="4" y="300"/>
                    <a:pt x="4" y="300"/>
                  </a:cubicBezTo>
                  <a:close/>
                  <a:moveTo>
                    <a:pt x="3" y="298"/>
                  </a:moveTo>
                  <a:cubicBezTo>
                    <a:pt x="4" y="298"/>
                    <a:pt x="3" y="297"/>
                    <a:pt x="3" y="297"/>
                  </a:cubicBezTo>
                  <a:cubicBezTo>
                    <a:pt x="1" y="295"/>
                    <a:pt x="1" y="297"/>
                    <a:pt x="3" y="298"/>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19" name="Freeform 201">
              <a:extLst>
                <a:ext uri="{FF2B5EF4-FFF2-40B4-BE49-F238E27FC236}">
                  <a16:creationId xmlns:a16="http://schemas.microsoft.com/office/drawing/2014/main" id="{1DBB9024-DC12-70EE-031E-0EBB9549796B}"/>
                </a:ext>
              </a:extLst>
            </p:cNvPr>
            <p:cNvSpPr>
              <a:spLocks noEditPoints="1"/>
            </p:cNvSpPr>
            <p:nvPr/>
          </p:nvSpPr>
          <p:spPr bwMode="auto">
            <a:xfrm>
              <a:off x="1556013" y="2565796"/>
              <a:ext cx="254363" cy="416513"/>
            </a:xfrm>
            <a:custGeom>
              <a:avLst/>
              <a:gdLst/>
              <a:ahLst/>
              <a:cxnLst>
                <a:cxn ang="0">
                  <a:pos x="32" y="78"/>
                </a:cxn>
                <a:cxn ang="0">
                  <a:pos x="29" y="67"/>
                </a:cxn>
                <a:cxn ang="0">
                  <a:pos x="25" y="62"/>
                </a:cxn>
                <a:cxn ang="0">
                  <a:pos x="23" y="64"/>
                </a:cxn>
                <a:cxn ang="0">
                  <a:pos x="23" y="55"/>
                </a:cxn>
                <a:cxn ang="0">
                  <a:pos x="20" y="52"/>
                </a:cxn>
                <a:cxn ang="0">
                  <a:pos x="22" y="44"/>
                </a:cxn>
                <a:cxn ang="0">
                  <a:pos x="25" y="34"/>
                </a:cxn>
                <a:cxn ang="0">
                  <a:pos x="32" y="30"/>
                </a:cxn>
                <a:cxn ang="0">
                  <a:pos x="35" y="39"/>
                </a:cxn>
                <a:cxn ang="0">
                  <a:pos x="52" y="42"/>
                </a:cxn>
                <a:cxn ang="0">
                  <a:pos x="46" y="59"/>
                </a:cxn>
                <a:cxn ang="0">
                  <a:pos x="53" y="67"/>
                </a:cxn>
                <a:cxn ang="0">
                  <a:pos x="67" y="89"/>
                </a:cxn>
                <a:cxn ang="0">
                  <a:pos x="69" y="101"/>
                </a:cxn>
                <a:cxn ang="0">
                  <a:pos x="75" y="114"/>
                </a:cxn>
                <a:cxn ang="0">
                  <a:pos x="79" y="118"/>
                </a:cxn>
                <a:cxn ang="0">
                  <a:pos x="60" y="126"/>
                </a:cxn>
                <a:cxn ang="0">
                  <a:pos x="46" y="128"/>
                </a:cxn>
                <a:cxn ang="0">
                  <a:pos x="28" y="134"/>
                </a:cxn>
                <a:cxn ang="0">
                  <a:pos x="29" y="128"/>
                </a:cxn>
                <a:cxn ang="0">
                  <a:pos x="43" y="121"/>
                </a:cxn>
                <a:cxn ang="0">
                  <a:pos x="38" y="118"/>
                </a:cxn>
                <a:cxn ang="0">
                  <a:pos x="26" y="112"/>
                </a:cxn>
                <a:cxn ang="0">
                  <a:pos x="31" y="101"/>
                </a:cxn>
                <a:cxn ang="0">
                  <a:pos x="40" y="95"/>
                </a:cxn>
                <a:cxn ang="0">
                  <a:pos x="44" y="90"/>
                </a:cxn>
                <a:cxn ang="0">
                  <a:pos x="40" y="78"/>
                </a:cxn>
                <a:cxn ang="0">
                  <a:pos x="23" y="83"/>
                </a:cxn>
                <a:cxn ang="0">
                  <a:pos x="23" y="78"/>
                </a:cxn>
                <a:cxn ang="0">
                  <a:pos x="14" y="72"/>
                </a:cxn>
                <a:cxn ang="0">
                  <a:pos x="11" y="84"/>
                </a:cxn>
                <a:cxn ang="0">
                  <a:pos x="22" y="84"/>
                </a:cxn>
                <a:cxn ang="0">
                  <a:pos x="31" y="95"/>
                </a:cxn>
                <a:cxn ang="0">
                  <a:pos x="25" y="66"/>
                </a:cxn>
                <a:cxn ang="0">
                  <a:pos x="55" y="128"/>
                </a:cxn>
                <a:cxn ang="0">
                  <a:pos x="13" y="38"/>
                </a:cxn>
                <a:cxn ang="0">
                  <a:pos x="16" y="38"/>
                </a:cxn>
                <a:cxn ang="0">
                  <a:pos x="17" y="33"/>
                </a:cxn>
                <a:cxn ang="0">
                  <a:pos x="11" y="42"/>
                </a:cxn>
                <a:cxn ang="0">
                  <a:pos x="9" y="48"/>
                </a:cxn>
                <a:cxn ang="0">
                  <a:pos x="16" y="45"/>
                </a:cxn>
                <a:cxn ang="0">
                  <a:pos x="22" y="47"/>
                </a:cxn>
                <a:cxn ang="0">
                  <a:pos x="16" y="42"/>
                </a:cxn>
                <a:cxn ang="0">
                  <a:pos x="19" y="58"/>
                </a:cxn>
                <a:cxn ang="0">
                  <a:pos x="17" y="55"/>
                </a:cxn>
                <a:cxn ang="0">
                  <a:pos x="17" y="67"/>
                </a:cxn>
                <a:cxn ang="0">
                  <a:pos x="16" y="66"/>
                </a:cxn>
                <a:cxn ang="0">
                  <a:pos x="20" y="64"/>
                </a:cxn>
                <a:cxn ang="0">
                  <a:pos x="44" y="25"/>
                </a:cxn>
                <a:cxn ang="0">
                  <a:pos x="43" y="22"/>
                </a:cxn>
                <a:cxn ang="0">
                  <a:pos x="44" y="27"/>
                </a:cxn>
                <a:cxn ang="0">
                  <a:pos x="46" y="21"/>
                </a:cxn>
                <a:cxn ang="0">
                  <a:pos x="46" y="22"/>
                </a:cxn>
                <a:cxn ang="0">
                  <a:pos x="58" y="11"/>
                </a:cxn>
                <a:cxn ang="0">
                  <a:pos x="58" y="5"/>
                </a:cxn>
                <a:cxn ang="0">
                  <a:pos x="53" y="8"/>
                </a:cxn>
                <a:cxn ang="0">
                  <a:pos x="58" y="11"/>
                </a:cxn>
                <a:cxn ang="0">
                  <a:pos x="58" y="3"/>
                </a:cxn>
                <a:cxn ang="0">
                  <a:pos x="60" y="2"/>
                </a:cxn>
              </a:cxnLst>
              <a:rect l="0" t="0" r="r" b="b"/>
              <a:pathLst>
                <a:path w="82" h="135">
                  <a:moveTo>
                    <a:pt x="40" y="75"/>
                  </a:moveTo>
                  <a:cubicBezTo>
                    <a:pt x="38" y="78"/>
                    <a:pt x="38" y="75"/>
                    <a:pt x="37" y="76"/>
                  </a:cubicBezTo>
                  <a:cubicBezTo>
                    <a:pt x="35" y="80"/>
                    <a:pt x="32" y="75"/>
                    <a:pt x="32" y="76"/>
                  </a:cubicBezTo>
                  <a:cubicBezTo>
                    <a:pt x="34" y="78"/>
                    <a:pt x="32" y="80"/>
                    <a:pt x="32" y="78"/>
                  </a:cubicBezTo>
                  <a:cubicBezTo>
                    <a:pt x="31" y="76"/>
                    <a:pt x="28" y="75"/>
                    <a:pt x="28" y="78"/>
                  </a:cubicBezTo>
                  <a:cubicBezTo>
                    <a:pt x="29" y="81"/>
                    <a:pt x="26" y="76"/>
                    <a:pt x="26" y="75"/>
                  </a:cubicBezTo>
                  <a:cubicBezTo>
                    <a:pt x="28" y="73"/>
                    <a:pt x="28" y="76"/>
                    <a:pt x="28" y="73"/>
                  </a:cubicBezTo>
                  <a:cubicBezTo>
                    <a:pt x="28" y="70"/>
                    <a:pt x="32" y="70"/>
                    <a:pt x="29" y="67"/>
                  </a:cubicBezTo>
                  <a:cubicBezTo>
                    <a:pt x="28" y="64"/>
                    <a:pt x="29" y="64"/>
                    <a:pt x="31" y="62"/>
                  </a:cubicBezTo>
                  <a:cubicBezTo>
                    <a:pt x="28" y="59"/>
                    <a:pt x="29" y="64"/>
                    <a:pt x="28" y="64"/>
                  </a:cubicBezTo>
                  <a:cubicBezTo>
                    <a:pt x="26" y="62"/>
                    <a:pt x="28" y="64"/>
                    <a:pt x="26" y="64"/>
                  </a:cubicBezTo>
                  <a:cubicBezTo>
                    <a:pt x="25" y="62"/>
                    <a:pt x="26" y="61"/>
                    <a:pt x="25" y="62"/>
                  </a:cubicBezTo>
                  <a:cubicBezTo>
                    <a:pt x="23" y="62"/>
                    <a:pt x="26" y="64"/>
                    <a:pt x="25" y="66"/>
                  </a:cubicBezTo>
                  <a:cubicBezTo>
                    <a:pt x="23" y="67"/>
                    <a:pt x="23" y="72"/>
                    <a:pt x="22" y="72"/>
                  </a:cubicBezTo>
                  <a:cubicBezTo>
                    <a:pt x="20" y="70"/>
                    <a:pt x="25" y="64"/>
                    <a:pt x="23" y="66"/>
                  </a:cubicBezTo>
                  <a:cubicBezTo>
                    <a:pt x="23" y="66"/>
                    <a:pt x="23" y="66"/>
                    <a:pt x="23" y="64"/>
                  </a:cubicBezTo>
                  <a:cubicBezTo>
                    <a:pt x="23" y="62"/>
                    <a:pt x="22" y="62"/>
                    <a:pt x="23" y="61"/>
                  </a:cubicBezTo>
                  <a:cubicBezTo>
                    <a:pt x="23" y="59"/>
                    <a:pt x="22" y="59"/>
                    <a:pt x="23" y="58"/>
                  </a:cubicBezTo>
                  <a:cubicBezTo>
                    <a:pt x="25" y="58"/>
                    <a:pt x="23" y="56"/>
                    <a:pt x="25" y="55"/>
                  </a:cubicBezTo>
                  <a:cubicBezTo>
                    <a:pt x="26" y="53"/>
                    <a:pt x="26" y="53"/>
                    <a:pt x="23" y="55"/>
                  </a:cubicBezTo>
                  <a:cubicBezTo>
                    <a:pt x="22" y="56"/>
                    <a:pt x="23" y="55"/>
                    <a:pt x="22" y="55"/>
                  </a:cubicBezTo>
                  <a:cubicBezTo>
                    <a:pt x="20" y="55"/>
                    <a:pt x="19" y="55"/>
                    <a:pt x="20" y="55"/>
                  </a:cubicBezTo>
                  <a:cubicBezTo>
                    <a:pt x="22" y="53"/>
                    <a:pt x="23" y="53"/>
                    <a:pt x="20" y="53"/>
                  </a:cubicBezTo>
                  <a:cubicBezTo>
                    <a:pt x="17" y="53"/>
                    <a:pt x="19" y="52"/>
                    <a:pt x="20" y="52"/>
                  </a:cubicBezTo>
                  <a:cubicBezTo>
                    <a:pt x="20" y="53"/>
                    <a:pt x="22" y="52"/>
                    <a:pt x="22" y="52"/>
                  </a:cubicBezTo>
                  <a:cubicBezTo>
                    <a:pt x="19" y="50"/>
                    <a:pt x="23" y="50"/>
                    <a:pt x="22" y="48"/>
                  </a:cubicBezTo>
                  <a:cubicBezTo>
                    <a:pt x="22" y="48"/>
                    <a:pt x="22" y="48"/>
                    <a:pt x="23" y="47"/>
                  </a:cubicBezTo>
                  <a:cubicBezTo>
                    <a:pt x="23" y="45"/>
                    <a:pt x="22" y="47"/>
                    <a:pt x="22" y="44"/>
                  </a:cubicBezTo>
                  <a:cubicBezTo>
                    <a:pt x="20" y="41"/>
                    <a:pt x="23" y="42"/>
                    <a:pt x="22" y="39"/>
                  </a:cubicBezTo>
                  <a:cubicBezTo>
                    <a:pt x="20" y="38"/>
                    <a:pt x="23" y="38"/>
                    <a:pt x="25" y="39"/>
                  </a:cubicBezTo>
                  <a:cubicBezTo>
                    <a:pt x="25" y="39"/>
                    <a:pt x="25" y="38"/>
                    <a:pt x="25" y="36"/>
                  </a:cubicBezTo>
                  <a:cubicBezTo>
                    <a:pt x="23" y="34"/>
                    <a:pt x="28" y="36"/>
                    <a:pt x="25" y="34"/>
                  </a:cubicBezTo>
                  <a:cubicBezTo>
                    <a:pt x="23" y="31"/>
                    <a:pt x="29" y="36"/>
                    <a:pt x="26" y="33"/>
                  </a:cubicBezTo>
                  <a:cubicBezTo>
                    <a:pt x="25" y="31"/>
                    <a:pt x="28" y="33"/>
                    <a:pt x="28" y="30"/>
                  </a:cubicBezTo>
                  <a:cubicBezTo>
                    <a:pt x="26" y="28"/>
                    <a:pt x="28" y="28"/>
                    <a:pt x="29" y="30"/>
                  </a:cubicBezTo>
                  <a:cubicBezTo>
                    <a:pt x="31" y="30"/>
                    <a:pt x="31" y="28"/>
                    <a:pt x="32" y="30"/>
                  </a:cubicBezTo>
                  <a:cubicBezTo>
                    <a:pt x="34" y="30"/>
                    <a:pt x="37" y="28"/>
                    <a:pt x="40" y="28"/>
                  </a:cubicBezTo>
                  <a:cubicBezTo>
                    <a:pt x="41" y="30"/>
                    <a:pt x="38" y="28"/>
                    <a:pt x="41" y="28"/>
                  </a:cubicBezTo>
                  <a:cubicBezTo>
                    <a:pt x="44" y="28"/>
                    <a:pt x="43" y="30"/>
                    <a:pt x="43" y="30"/>
                  </a:cubicBezTo>
                  <a:cubicBezTo>
                    <a:pt x="44" y="31"/>
                    <a:pt x="37" y="38"/>
                    <a:pt x="35" y="39"/>
                  </a:cubicBezTo>
                  <a:cubicBezTo>
                    <a:pt x="34" y="39"/>
                    <a:pt x="38" y="38"/>
                    <a:pt x="37" y="39"/>
                  </a:cubicBezTo>
                  <a:cubicBezTo>
                    <a:pt x="35" y="41"/>
                    <a:pt x="34" y="42"/>
                    <a:pt x="35" y="42"/>
                  </a:cubicBezTo>
                  <a:cubicBezTo>
                    <a:pt x="38" y="42"/>
                    <a:pt x="38" y="39"/>
                    <a:pt x="43" y="41"/>
                  </a:cubicBezTo>
                  <a:cubicBezTo>
                    <a:pt x="49" y="41"/>
                    <a:pt x="52" y="39"/>
                    <a:pt x="52" y="42"/>
                  </a:cubicBezTo>
                  <a:cubicBezTo>
                    <a:pt x="53" y="44"/>
                    <a:pt x="52" y="44"/>
                    <a:pt x="50" y="50"/>
                  </a:cubicBezTo>
                  <a:cubicBezTo>
                    <a:pt x="47" y="56"/>
                    <a:pt x="46" y="56"/>
                    <a:pt x="44" y="56"/>
                  </a:cubicBezTo>
                  <a:cubicBezTo>
                    <a:pt x="43" y="56"/>
                    <a:pt x="46" y="56"/>
                    <a:pt x="44" y="58"/>
                  </a:cubicBezTo>
                  <a:cubicBezTo>
                    <a:pt x="44" y="58"/>
                    <a:pt x="49" y="58"/>
                    <a:pt x="46" y="59"/>
                  </a:cubicBezTo>
                  <a:cubicBezTo>
                    <a:pt x="44" y="61"/>
                    <a:pt x="44" y="59"/>
                    <a:pt x="43" y="61"/>
                  </a:cubicBezTo>
                  <a:cubicBezTo>
                    <a:pt x="43" y="62"/>
                    <a:pt x="38" y="62"/>
                    <a:pt x="41" y="62"/>
                  </a:cubicBezTo>
                  <a:cubicBezTo>
                    <a:pt x="46" y="64"/>
                    <a:pt x="43" y="59"/>
                    <a:pt x="47" y="62"/>
                  </a:cubicBezTo>
                  <a:cubicBezTo>
                    <a:pt x="52" y="64"/>
                    <a:pt x="50" y="66"/>
                    <a:pt x="53" y="67"/>
                  </a:cubicBezTo>
                  <a:cubicBezTo>
                    <a:pt x="55" y="69"/>
                    <a:pt x="53" y="70"/>
                    <a:pt x="57" y="75"/>
                  </a:cubicBezTo>
                  <a:cubicBezTo>
                    <a:pt x="58" y="81"/>
                    <a:pt x="58" y="80"/>
                    <a:pt x="61" y="80"/>
                  </a:cubicBezTo>
                  <a:cubicBezTo>
                    <a:pt x="64" y="81"/>
                    <a:pt x="63" y="84"/>
                    <a:pt x="66" y="84"/>
                  </a:cubicBezTo>
                  <a:cubicBezTo>
                    <a:pt x="67" y="86"/>
                    <a:pt x="64" y="86"/>
                    <a:pt x="67" y="89"/>
                  </a:cubicBezTo>
                  <a:cubicBezTo>
                    <a:pt x="70" y="92"/>
                    <a:pt x="69" y="92"/>
                    <a:pt x="66" y="90"/>
                  </a:cubicBezTo>
                  <a:cubicBezTo>
                    <a:pt x="64" y="89"/>
                    <a:pt x="64" y="90"/>
                    <a:pt x="67" y="92"/>
                  </a:cubicBezTo>
                  <a:cubicBezTo>
                    <a:pt x="69" y="94"/>
                    <a:pt x="72" y="98"/>
                    <a:pt x="70" y="98"/>
                  </a:cubicBezTo>
                  <a:cubicBezTo>
                    <a:pt x="69" y="100"/>
                    <a:pt x="67" y="101"/>
                    <a:pt x="69" y="101"/>
                  </a:cubicBezTo>
                  <a:cubicBezTo>
                    <a:pt x="70" y="101"/>
                    <a:pt x="70" y="103"/>
                    <a:pt x="72" y="100"/>
                  </a:cubicBezTo>
                  <a:cubicBezTo>
                    <a:pt x="72" y="98"/>
                    <a:pt x="81" y="100"/>
                    <a:pt x="81" y="104"/>
                  </a:cubicBezTo>
                  <a:cubicBezTo>
                    <a:pt x="82" y="112"/>
                    <a:pt x="76" y="112"/>
                    <a:pt x="78" y="114"/>
                  </a:cubicBezTo>
                  <a:cubicBezTo>
                    <a:pt x="79" y="114"/>
                    <a:pt x="76" y="112"/>
                    <a:pt x="75" y="114"/>
                  </a:cubicBezTo>
                  <a:cubicBezTo>
                    <a:pt x="73" y="115"/>
                    <a:pt x="76" y="114"/>
                    <a:pt x="75" y="117"/>
                  </a:cubicBezTo>
                  <a:cubicBezTo>
                    <a:pt x="75" y="117"/>
                    <a:pt x="70" y="117"/>
                    <a:pt x="72" y="117"/>
                  </a:cubicBezTo>
                  <a:cubicBezTo>
                    <a:pt x="73" y="118"/>
                    <a:pt x="72" y="118"/>
                    <a:pt x="73" y="118"/>
                  </a:cubicBezTo>
                  <a:cubicBezTo>
                    <a:pt x="75" y="120"/>
                    <a:pt x="79" y="117"/>
                    <a:pt x="79" y="118"/>
                  </a:cubicBezTo>
                  <a:cubicBezTo>
                    <a:pt x="78" y="120"/>
                    <a:pt x="79" y="121"/>
                    <a:pt x="76" y="123"/>
                  </a:cubicBezTo>
                  <a:cubicBezTo>
                    <a:pt x="73" y="123"/>
                    <a:pt x="76" y="125"/>
                    <a:pt x="73" y="125"/>
                  </a:cubicBezTo>
                  <a:cubicBezTo>
                    <a:pt x="72" y="125"/>
                    <a:pt x="70" y="128"/>
                    <a:pt x="67" y="126"/>
                  </a:cubicBezTo>
                  <a:cubicBezTo>
                    <a:pt x="64" y="125"/>
                    <a:pt x="61" y="128"/>
                    <a:pt x="60" y="126"/>
                  </a:cubicBezTo>
                  <a:cubicBezTo>
                    <a:pt x="60" y="125"/>
                    <a:pt x="60" y="126"/>
                    <a:pt x="58" y="126"/>
                  </a:cubicBezTo>
                  <a:cubicBezTo>
                    <a:pt x="55" y="125"/>
                    <a:pt x="58" y="126"/>
                    <a:pt x="53" y="126"/>
                  </a:cubicBezTo>
                  <a:cubicBezTo>
                    <a:pt x="50" y="128"/>
                    <a:pt x="53" y="129"/>
                    <a:pt x="50" y="128"/>
                  </a:cubicBezTo>
                  <a:cubicBezTo>
                    <a:pt x="47" y="128"/>
                    <a:pt x="49" y="131"/>
                    <a:pt x="46" y="128"/>
                  </a:cubicBezTo>
                  <a:cubicBezTo>
                    <a:pt x="44" y="125"/>
                    <a:pt x="41" y="129"/>
                    <a:pt x="40" y="128"/>
                  </a:cubicBezTo>
                  <a:cubicBezTo>
                    <a:pt x="40" y="128"/>
                    <a:pt x="40" y="134"/>
                    <a:pt x="37" y="132"/>
                  </a:cubicBezTo>
                  <a:cubicBezTo>
                    <a:pt x="35" y="131"/>
                    <a:pt x="35" y="131"/>
                    <a:pt x="32" y="131"/>
                  </a:cubicBezTo>
                  <a:cubicBezTo>
                    <a:pt x="29" y="131"/>
                    <a:pt x="29" y="132"/>
                    <a:pt x="28" y="134"/>
                  </a:cubicBezTo>
                  <a:cubicBezTo>
                    <a:pt x="26" y="134"/>
                    <a:pt x="28" y="135"/>
                    <a:pt x="26" y="135"/>
                  </a:cubicBezTo>
                  <a:cubicBezTo>
                    <a:pt x="25" y="135"/>
                    <a:pt x="25" y="134"/>
                    <a:pt x="23" y="134"/>
                  </a:cubicBezTo>
                  <a:cubicBezTo>
                    <a:pt x="22" y="135"/>
                    <a:pt x="22" y="132"/>
                    <a:pt x="25" y="132"/>
                  </a:cubicBezTo>
                  <a:cubicBezTo>
                    <a:pt x="26" y="132"/>
                    <a:pt x="26" y="129"/>
                    <a:pt x="29" y="128"/>
                  </a:cubicBezTo>
                  <a:cubicBezTo>
                    <a:pt x="31" y="128"/>
                    <a:pt x="29" y="128"/>
                    <a:pt x="31" y="126"/>
                  </a:cubicBezTo>
                  <a:cubicBezTo>
                    <a:pt x="32" y="125"/>
                    <a:pt x="29" y="123"/>
                    <a:pt x="32" y="123"/>
                  </a:cubicBezTo>
                  <a:cubicBezTo>
                    <a:pt x="35" y="123"/>
                    <a:pt x="32" y="120"/>
                    <a:pt x="35" y="120"/>
                  </a:cubicBezTo>
                  <a:cubicBezTo>
                    <a:pt x="40" y="120"/>
                    <a:pt x="38" y="121"/>
                    <a:pt x="43" y="121"/>
                  </a:cubicBezTo>
                  <a:cubicBezTo>
                    <a:pt x="46" y="120"/>
                    <a:pt x="41" y="120"/>
                    <a:pt x="47" y="117"/>
                  </a:cubicBezTo>
                  <a:cubicBezTo>
                    <a:pt x="47" y="115"/>
                    <a:pt x="47" y="115"/>
                    <a:pt x="49" y="114"/>
                  </a:cubicBezTo>
                  <a:cubicBezTo>
                    <a:pt x="46" y="115"/>
                    <a:pt x="46" y="117"/>
                    <a:pt x="44" y="117"/>
                  </a:cubicBezTo>
                  <a:cubicBezTo>
                    <a:pt x="43" y="117"/>
                    <a:pt x="41" y="121"/>
                    <a:pt x="38" y="118"/>
                  </a:cubicBezTo>
                  <a:cubicBezTo>
                    <a:pt x="35" y="115"/>
                    <a:pt x="32" y="118"/>
                    <a:pt x="34" y="117"/>
                  </a:cubicBezTo>
                  <a:cubicBezTo>
                    <a:pt x="34" y="115"/>
                    <a:pt x="32" y="114"/>
                    <a:pt x="29" y="115"/>
                  </a:cubicBezTo>
                  <a:cubicBezTo>
                    <a:pt x="28" y="117"/>
                    <a:pt x="26" y="115"/>
                    <a:pt x="26" y="114"/>
                  </a:cubicBezTo>
                  <a:cubicBezTo>
                    <a:pt x="28" y="112"/>
                    <a:pt x="25" y="114"/>
                    <a:pt x="26" y="112"/>
                  </a:cubicBezTo>
                  <a:cubicBezTo>
                    <a:pt x="28" y="109"/>
                    <a:pt x="28" y="112"/>
                    <a:pt x="32" y="109"/>
                  </a:cubicBezTo>
                  <a:cubicBezTo>
                    <a:pt x="37" y="106"/>
                    <a:pt x="34" y="104"/>
                    <a:pt x="35" y="103"/>
                  </a:cubicBezTo>
                  <a:cubicBezTo>
                    <a:pt x="37" y="101"/>
                    <a:pt x="34" y="103"/>
                    <a:pt x="35" y="101"/>
                  </a:cubicBezTo>
                  <a:cubicBezTo>
                    <a:pt x="35" y="98"/>
                    <a:pt x="32" y="103"/>
                    <a:pt x="31" y="101"/>
                  </a:cubicBezTo>
                  <a:cubicBezTo>
                    <a:pt x="31" y="101"/>
                    <a:pt x="29" y="103"/>
                    <a:pt x="31" y="101"/>
                  </a:cubicBezTo>
                  <a:cubicBezTo>
                    <a:pt x="31" y="100"/>
                    <a:pt x="32" y="100"/>
                    <a:pt x="34" y="97"/>
                  </a:cubicBezTo>
                  <a:cubicBezTo>
                    <a:pt x="35" y="95"/>
                    <a:pt x="35" y="97"/>
                    <a:pt x="37" y="95"/>
                  </a:cubicBezTo>
                  <a:cubicBezTo>
                    <a:pt x="37" y="95"/>
                    <a:pt x="37" y="97"/>
                    <a:pt x="40" y="95"/>
                  </a:cubicBezTo>
                  <a:cubicBezTo>
                    <a:pt x="41" y="94"/>
                    <a:pt x="43" y="97"/>
                    <a:pt x="43" y="95"/>
                  </a:cubicBezTo>
                  <a:cubicBezTo>
                    <a:pt x="41" y="94"/>
                    <a:pt x="43" y="94"/>
                    <a:pt x="44" y="95"/>
                  </a:cubicBezTo>
                  <a:cubicBezTo>
                    <a:pt x="44" y="97"/>
                    <a:pt x="44" y="95"/>
                    <a:pt x="44" y="94"/>
                  </a:cubicBezTo>
                  <a:cubicBezTo>
                    <a:pt x="41" y="90"/>
                    <a:pt x="44" y="90"/>
                    <a:pt x="44" y="90"/>
                  </a:cubicBezTo>
                  <a:cubicBezTo>
                    <a:pt x="41" y="89"/>
                    <a:pt x="46" y="87"/>
                    <a:pt x="44" y="87"/>
                  </a:cubicBezTo>
                  <a:cubicBezTo>
                    <a:pt x="44" y="86"/>
                    <a:pt x="46" y="84"/>
                    <a:pt x="44" y="84"/>
                  </a:cubicBezTo>
                  <a:cubicBezTo>
                    <a:pt x="43" y="84"/>
                    <a:pt x="43" y="87"/>
                    <a:pt x="41" y="86"/>
                  </a:cubicBezTo>
                  <a:cubicBezTo>
                    <a:pt x="40" y="83"/>
                    <a:pt x="37" y="83"/>
                    <a:pt x="40" y="78"/>
                  </a:cubicBezTo>
                  <a:cubicBezTo>
                    <a:pt x="43" y="73"/>
                    <a:pt x="40" y="78"/>
                    <a:pt x="41" y="75"/>
                  </a:cubicBezTo>
                  <a:cubicBezTo>
                    <a:pt x="43" y="75"/>
                    <a:pt x="40" y="75"/>
                    <a:pt x="40" y="75"/>
                  </a:cubicBezTo>
                  <a:close/>
                  <a:moveTo>
                    <a:pt x="22" y="84"/>
                  </a:moveTo>
                  <a:cubicBezTo>
                    <a:pt x="22" y="83"/>
                    <a:pt x="23" y="84"/>
                    <a:pt x="23" y="83"/>
                  </a:cubicBezTo>
                  <a:cubicBezTo>
                    <a:pt x="22" y="83"/>
                    <a:pt x="22" y="83"/>
                    <a:pt x="22" y="83"/>
                  </a:cubicBezTo>
                  <a:cubicBezTo>
                    <a:pt x="23" y="81"/>
                    <a:pt x="23" y="80"/>
                    <a:pt x="23" y="81"/>
                  </a:cubicBezTo>
                  <a:cubicBezTo>
                    <a:pt x="23" y="83"/>
                    <a:pt x="25" y="83"/>
                    <a:pt x="25" y="81"/>
                  </a:cubicBezTo>
                  <a:cubicBezTo>
                    <a:pt x="23" y="78"/>
                    <a:pt x="23" y="78"/>
                    <a:pt x="23" y="78"/>
                  </a:cubicBezTo>
                  <a:cubicBezTo>
                    <a:pt x="22" y="80"/>
                    <a:pt x="20" y="80"/>
                    <a:pt x="22" y="78"/>
                  </a:cubicBezTo>
                  <a:cubicBezTo>
                    <a:pt x="23" y="78"/>
                    <a:pt x="23" y="76"/>
                    <a:pt x="22" y="76"/>
                  </a:cubicBezTo>
                  <a:cubicBezTo>
                    <a:pt x="20" y="76"/>
                    <a:pt x="20" y="73"/>
                    <a:pt x="19" y="72"/>
                  </a:cubicBezTo>
                  <a:cubicBezTo>
                    <a:pt x="19" y="70"/>
                    <a:pt x="16" y="72"/>
                    <a:pt x="14" y="72"/>
                  </a:cubicBezTo>
                  <a:cubicBezTo>
                    <a:pt x="11" y="72"/>
                    <a:pt x="13" y="73"/>
                    <a:pt x="9" y="73"/>
                  </a:cubicBezTo>
                  <a:cubicBezTo>
                    <a:pt x="6" y="75"/>
                    <a:pt x="9" y="78"/>
                    <a:pt x="6" y="78"/>
                  </a:cubicBezTo>
                  <a:cubicBezTo>
                    <a:pt x="3" y="78"/>
                    <a:pt x="8" y="80"/>
                    <a:pt x="5" y="81"/>
                  </a:cubicBezTo>
                  <a:cubicBezTo>
                    <a:pt x="0" y="83"/>
                    <a:pt x="11" y="87"/>
                    <a:pt x="11" y="84"/>
                  </a:cubicBezTo>
                  <a:cubicBezTo>
                    <a:pt x="11" y="83"/>
                    <a:pt x="13" y="81"/>
                    <a:pt x="13" y="83"/>
                  </a:cubicBezTo>
                  <a:cubicBezTo>
                    <a:pt x="14" y="86"/>
                    <a:pt x="14" y="84"/>
                    <a:pt x="14" y="86"/>
                  </a:cubicBezTo>
                  <a:cubicBezTo>
                    <a:pt x="16" y="87"/>
                    <a:pt x="16" y="86"/>
                    <a:pt x="17" y="86"/>
                  </a:cubicBezTo>
                  <a:cubicBezTo>
                    <a:pt x="20" y="86"/>
                    <a:pt x="19" y="89"/>
                    <a:pt x="22" y="84"/>
                  </a:cubicBezTo>
                  <a:close/>
                  <a:moveTo>
                    <a:pt x="32" y="83"/>
                  </a:moveTo>
                  <a:cubicBezTo>
                    <a:pt x="34" y="83"/>
                    <a:pt x="32" y="87"/>
                    <a:pt x="31" y="86"/>
                  </a:cubicBezTo>
                  <a:cubicBezTo>
                    <a:pt x="28" y="86"/>
                    <a:pt x="32" y="81"/>
                    <a:pt x="32" y="83"/>
                  </a:cubicBezTo>
                  <a:close/>
                  <a:moveTo>
                    <a:pt x="31" y="95"/>
                  </a:moveTo>
                  <a:cubicBezTo>
                    <a:pt x="32" y="92"/>
                    <a:pt x="35" y="95"/>
                    <a:pt x="34" y="97"/>
                  </a:cubicBezTo>
                  <a:cubicBezTo>
                    <a:pt x="32" y="98"/>
                    <a:pt x="31" y="97"/>
                    <a:pt x="31" y="95"/>
                  </a:cubicBezTo>
                  <a:close/>
                  <a:moveTo>
                    <a:pt x="26" y="69"/>
                  </a:moveTo>
                  <a:cubicBezTo>
                    <a:pt x="25" y="69"/>
                    <a:pt x="25" y="67"/>
                    <a:pt x="25" y="66"/>
                  </a:cubicBezTo>
                  <a:cubicBezTo>
                    <a:pt x="26" y="64"/>
                    <a:pt x="28" y="69"/>
                    <a:pt x="26" y="69"/>
                  </a:cubicBezTo>
                  <a:close/>
                  <a:moveTo>
                    <a:pt x="55" y="128"/>
                  </a:moveTo>
                  <a:cubicBezTo>
                    <a:pt x="57" y="126"/>
                    <a:pt x="58" y="126"/>
                    <a:pt x="58" y="128"/>
                  </a:cubicBezTo>
                  <a:cubicBezTo>
                    <a:pt x="60" y="128"/>
                    <a:pt x="58" y="129"/>
                    <a:pt x="55" y="128"/>
                  </a:cubicBezTo>
                  <a:close/>
                  <a:moveTo>
                    <a:pt x="14" y="34"/>
                  </a:moveTo>
                  <a:cubicBezTo>
                    <a:pt x="13" y="36"/>
                    <a:pt x="13" y="33"/>
                    <a:pt x="13" y="34"/>
                  </a:cubicBezTo>
                  <a:cubicBezTo>
                    <a:pt x="11" y="34"/>
                    <a:pt x="11" y="36"/>
                    <a:pt x="11" y="36"/>
                  </a:cubicBezTo>
                  <a:cubicBezTo>
                    <a:pt x="13" y="38"/>
                    <a:pt x="9" y="36"/>
                    <a:pt x="13" y="38"/>
                  </a:cubicBezTo>
                  <a:cubicBezTo>
                    <a:pt x="14" y="38"/>
                    <a:pt x="9" y="38"/>
                    <a:pt x="11" y="39"/>
                  </a:cubicBezTo>
                  <a:cubicBezTo>
                    <a:pt x="13" y="41"/>
                    <a:pt x="13" y="39"/>
                    <a:pt x="14" y="39"/>
                  </a:cubicBezTo>
                  <a:cubicBezTo>
                    <a:pt x="14" y="39"/>
                    <a:pt x="14" y="39"/>
                    <a:pt x="14" y="38"/>
                  </a:cubicBezTo>
                  <a:cubicBezTo>
                    <a:pt x="16" y="38"/>
                    <a:pt x="17" y="38"/>
                    <a:pt x="16" y="38"/>
                  </a:cubicBezTo>
                  <a:cubicBezTo>
                    <a:pt x="16" y="36"/>
                    <a:pt x="17" y="36"/>
                    <a:pt x="17" y="36"/>
                  </a:cubicBezTo>
                  <a:cubicBezTo>
                    <a:pt x="16" y="36"/>
                    <a:pt x="17" y="36"/>
                    <a:pt x="17" y="34"/>
                  </a:cubicBezTo>
                  <a:cubicBezTo>
                    <a:pt x="17" y="33"/>
                    <a:pt x="17" y="34"/>
                    <a:pt x="19" y="34"/>
                  </a:cubicBezTo>
                  <a:cubicBezTo>
                    <a:pt x="20" y="33"/>
                    <a:pt x="17" y="34"/>
                    <a:pt x="17" y="33"/>
                  </a:cubicBezTo>
                  <a:cubicBezTo>
                    <a:pt x="19" y="33"/>
                    <a:pt x="19" y="31"/>
                    <a:pt x="19" y="30"/>
                  </a:cubicBezTo>
                  <a:cubicBezTo>
                    <a:pt x="19" y="30"/>
                    <a:pt x="16" y="31"/>
                    <a:pt x="14" y="33"/>
                  </a:cubicBezTo>
                  <a:cubicBezTo>
                    <a:pt x="13" y="33"/>
                    <a:pt x="14" y="34"/>
                    <a:pt x="14" y="34"/>
                  </a:cubicBezTo>
                  <a:close/>
                  <a:moveTo>
                    <a:pt x="11" y="42"/>
                  </a:moveTo>
                  <a:cubicBezTo>
                    <a:pt x="13" y="41"/>
                    <a:pt x="11" y="41"/>
                    <a:pt x="11" y="41"/>
                  </a:cubicBezTo>
                  <a:cubicBezTo>
                    <a:pt x="9" y="41"/>
                    <a:pt x="9" y="41"/>
                    <a:pt x="8" y="41"/>
                  </a:cubicBezTo>
                  <a:cubicBezTo>
                    <a:pt x="8" y="42"/>
                    <a:pt x="11" y="44"/>
                    <a:pt x="11" y="42"/>
                  </a:cubicBezTo>
                  <a:close/>
                  <a:moveTo>
                    <a:pt x="9" y="48"/>
                  </a:moveTo>
                  <a:cubicBezTo>
                    <a:pt x="11" y="48"/>
                    <a:pt x="9" y="47"/>
                    <a:pt x="9" y="47"/>
                  </a:cubicBezTo>
                  <a:cubicBezTo>
                    <a:pt x="11" y="45"/>
                    <a:pt x="11" y="45"/>
                    <a:pt x="9" y="45"/>
                  </a:cubicBezTo>
                  <a:cubicBezTo>
                    <a:pt x="8" y="44"/>
                    <a:pt x="8" y="48"/>
                    <a:pt x="9" y="48"/>
                  </a:cubicBezTo>
                  <a:close/>
                  <a:moveTo>
                    <a:pt x="16" y="45"/>
                  </a:moveTo>
                  <a:cubicBezTo>
                    <a:pt x="17" y="45"/>
                    <a:pt x="16" y="45"/>
                    <a:pt x="17" y="47"/>
                  </a:cubicBezTo>
                  <a:cubicBezTo>
                    <a:pt x="17" y="48"/>
                    <a:pt x="19" y="47"/>
                    <a:pt x="20" y="47"/>
                  </a:cubicBezTo>
                  <a:cubicBezTo>
                    <a:pt x="22" y="47"/>
                    <a:pt x="19" y="48"/>
                    <a:pt x="20" y="50"/>
                  </a:cubicBezTo>
                  <a:cubicBezTo>
                    <a:pt x="22" y="47"/>
                    <a:pt x="22" y="47"/>
                    <a:pt x="22" y="47"/>
                  </a:cubicBezTo>
                  <a:cubicBezTo>
                    <a:pt x="23" y="45"/>
                    <a:pt x="22" y="47"/>
                    <a:pt x="20" y="45"/>
                  </a:cubicBezTo>
                  <a:cubicBezTo>
                    <a:pt x="19" y="45"/>
                    <a:pt x="19" y="41"/>
                    <a:pt x="17" y="41"/>
                  </a:cubicBezTo>
                  <a:cubicBezTo>
                    <a:pt x="17" y="41"/>
                    <a:pt x="17" y="42"/>
                    <a:pt x="17" y="44"/>
                  </a:cubicBezTo>
                  <a:cubicBezTo>
                    <a:pt x="16" y="42"/>
                    <a:pt x="16" y="42"/>
                    <a:pt x="16" y="42"/>
                  </a:cubicBezTo>
                  <a:cubicBezTo>
                    <a:pt x="14" y="42"/>
                    <a:pt x="16" y="44"/>
                    <a:pt x="16" y="44"/>
                  </a:cubicBezTo>
                  <a:cubicBezTo>
                    <a:pt x="16" y="44"/>
                    <a:pt x="13" y="44"/>
                    <a:pt x="14" y="45"/>
                  </a:cubicBezTo>
                  <a:cubicBezTo>
                    <a:pt x="16" y="45"/>
                    <a:pt x="16" y="44"/>
                    <a:pt x="16" y="45"/>
                  </a:cubicBezTo>
                  <a:close/>
                  <a:moveTo>
                    <a:pt x="19" y="58"/>
                  </a:moveTo>
                  <a:cubicBezTo>
                    <a:pt x="19" y="58"/>
                    <a:pt x="17" y="58"/>
                    <a:pt x="17" y="59"/>
                  </a:cubicBezTo>
                  <a:cubicBezTo>
                    <a:pt x="17" y="59"/>
                    <a:pt x="20" y="58"/>
                    <a:pt x="22" y="58"/>
                  </a:cubicBezTo>
                  <a:cubicBezTo>
                    <a:pt x="23" y="58"/>
                    <a:pt x="22" y="56"/>
                    <a:pt x="20" y="56"/>
                  </a:cubicBezTo>
                  <a:cubicBezTo>
                    <a:pt x="19" y="55"/>
                    <a:pt x="19" y="53"/>
                    <a:pt x="17" y="55"/>
                  </a:cubicBezTo>
                  <a:cubicBezTo>
                    <a:pt x="17" y="56"/>
                    <a:pt x="17" y="56"/>
                    <a:pt x="19" y="56"/>
                  </a:cubicBezTo>
                  <a:cubicBezTo>
                    <a:pt x="20" y="56"/>
                    <a:pt x="19" y="56"/>
                    <a:pt x="19" y="58"/>
                  </a:cubicBezTo>
                  <a:close/>
                  <a:moveTo>
                    <a:pt x="17" y="66"/>
                  </a:moveTo>
                  <a:cubicBezTo>
                    <a:pt x="19" y="67"/>
                    <a:pt x="17" y="67"/>
                    <a:pt x="17" y="67"/>
                  </a:cubicBezTo>
                  <a:cubicBezTo>
                    <a:pt x="17" y="69"/>
                    <a:pt x="19" y="67"/>
                    <a:pt x="19" y="67"/>
                  </a:cubicBezTo>
                  <a:cubicBezTo>
                    <a:pt x="20" y="66"/>
                    <a:pt x="19" y="66"/>
                    <a:pt x="19" y="64"/>
                  </a:cubicBezTo>
                  <a:cubicBezTo>
                    <a:pt x="19" y="62"/>
                    <a:pt x="17" y="64"/>
                    <a:pt x="17" y="64"/>
                  </a:cubicBezTo>
                  <a:cubicBezTo>
                    <a:pt x="17" y="62"/>
                    <a:pt x="14" y="66"/>
                    <a:pt x="16" y="66"/>
                  </a:cubicBezTo>
                  <a:cubicBezTo>
                    <a:pt x="17" y="67"/>
                    <a:pt x="17" y="64"/>
                    <a:pt x="17" y="66"/>
                  </a:cubicBezTo>
                  <a:close/>
                  <a:moveTo>
                    <a:pt x="20" y="64"/>
                  </a:moveTo>
                  <a:cubicBezTo>
                    <a:pt x="19" y="62"/>
                    <a:pt x="20" y="61"/>
                    <a:pt x="22" y="61"/>
                  </a:cubicBezTo>
                  <a:cubicBezTo>
                    <a:pt x="23" y="59"/>
                    <a:pt x="20" y="66"/>
                    <a:pt x="20" y="64"/>
                  </a:cubicBezTo>
                  <a:close/>
                  <a:moveTo>
                    <a:pt x="41" y="27"/>
                  </a:moveTo>
                  <a:cubicBezTo>
                    <a:pt x="41" y="27"/>
                    <a:pt x="40" y="25"/>
                    <a:pt x="41" y="25"/>
                  </a:cubicBezTo>
                  <a:cubicBezTo>
                    <a:pt x="41" y="25"/>
                    <a:pt x="43" y="27"/>
                    <a:pt x="41" y="27"/>
                  </a:cubicBezTo>
                  <a:close/>
                  <a:moveTo>
                    <a:pt x="44" y="25"/>
                  </a:moveTo>
                  <a:cubicBezTo>
                    <a:pt x="44" y="27"/>
                    <a:pt x="46" y="25"/>
                    <a:pt x="46" y="24"/>
                  </a:cubicBezTo>
                  <a:cubicBezTo>
                    <a:pt x="46" y="24"/>
                    <a:pt x="44" y="25"/>
                    <a:pt x="44" y="24"/>
                  </a:cubicBezTo>
                  <a:cubicBezTo>
                    <a:pt x="44" y="24"/>
                    <a:pt x="43" y="25"/>
                    <a:pt x="43" y="24"/>
                  </a:cubicBezTo>
                  <a:cubicBezTo>
                    <a:pt x="44" y="22"/>
                    <a:pt x="43" y="22"/>
                    <a:pt x="43" y="22"/>
                  </a:cubicBezTo>
                  <a:cubicBezTo>
                    <a:pt x="41" y="22"/>
                    <a:pt x="40" y="24"/>
                    <a:pt x="41" y="24"/>
                  </a:cubicBezTo>
                  <a:cubicBezTo>
                    <a:pt x="43" y="25"/>
                    <a:pt x="43" y="24"/>
                    <a:pt x="44" y="25"/>
                  </a:cubicBezTo>
                  <a:close/>
                  <a:moveTo>
                    <a:pt x="44" y="27"/>
                  </a:moveTo>
                  <a:cubicBezTo>
                    <a:pt x="44" y="25"/>
                    <a:pt x="44" y="27"/>
                    <a:pt x="44" y="27"/>
                  </a:cubicBezTo>
                  <a:cubicBezTo>
                    <a:pt x="43" y="27"/>
                    <a:pt x="43" y="27"/>
                    <a:pt x="44" y="27"/>
                  </a:cubicBezTo>
                  <a:close/>
                  <a:moveTo>
                    <a:pt x="46" y="21"/>
                  </a:moveTo>
                  <a:cubicBezTo>
                    <a:pt x="47" y="21"/>
                    <a:pt x="47" y="19"/>
                    <a:pt x="47" y="21"/>
                  </a:cubicBezTo>
                  <a:cubicBezTo>
                    <a:pt x="46" y="21"/>
                    <a:pt x="46" y="19"/>
                    <a:pt x="46" y="21"/>
                  </a:cubicBezTo>
                  <a:cubicBezTo>
                    <a:pt x="46" y="22"/>
                    <a:pt x="46" y="21"/>
                    <a:pt x="46" y="21"/>
                  </a:cubicBezTo>
                  <a:close/>
                  <a:moveTo>
                    <a:pt x="46" y="22"/>
                  </a:moveTo>
                  <a:cubicBezTo>
                    <a:pt x="46" y="21"/>
                    <a:pt x="47" y="22"/>
                    <a:pt x="47" y="22"/>
                  </a:cubicBezTo>
                  <a:cubicBezTo>
                    <a:pt x="46" y="24"/>
                    <a:pt x="46" y="24"/>
                    <a:pt x="46" y="22"/>
                  </a:cubicBezTo>
                  <a:close/>
                  <a:moveTo>
                    <a:pt x="43" y="19"/>
                  </a:moveTo>
                  <a:cubicBezTo>
                    <a:pt x="44" y="19"/>
                    <a:pt x="44" y="21"/>
                    <a:pt x="44" y="21"/>
                  </a:cubicBezTo>
                  <a:cubicBezTo>
                    <a:pt x="44" y="21"/>
                    <a:pt x="43" y="21"/>
                    <a:pt x="43" y="19"/>
                  </a:cubicBezTo>
                  <a:close/>
                  <a:moveTo>
                    <a:pt x="58" y="11"/>
                  </a:moveTo>
                  <a:cubicBezTo>
                    <a:pt x="58" y="10"/>
                    <a:pt x="58" y="10"/>
                    <a:pt x="58" y="8"/>
                  </a:cubicBezTo>
                  <a:cubicBezTo>
                    <a:pt x="58" y="8"/>
                    <a:pt x="58" y="8"/>
                    <a:pt x="60" y="5"/>
                  </a:cubicBezTo>
                  <a:cubicBezTo>
                    <a:pt x="60" y="3"/>
                    <a:pt x="58" y="7"/>
                    <a:pt x="58" y="5"/>
                  </a:cubicBezTo>
                  <a:cubicBezTo>
                    <a:pt x="58" y="5"/>
                    <a:pt x="58" y="3"/>
                    <a:pt x="58" y="5"/>
                  </a:cubicBezTo>
                  <a:cubicBezTo>
                    <a:pt x="57" y="7"/>
                    <a:pt x="57" y="5"/>
                    <a:pt x="57" y="3"/>
                  </a:cubicBezTo>
                  <a:cubicBezTo>
                    <a:pt x="58" y="2"/>
                    <a:pt x="53" y="5"/>
                    <a:pt x="55" y="5"/>
                  </a:cubicBezTo>
                  <a:cubicBezTo>
                    <a:pt x="55" y="5"/>
                    <a:pt x="57" y="5"/>
                    <a:pt x="57" y="7"/>
                  </a:cubicBezTo>
                  <a:cubicBezTo>
                    <a:pt x="57" y="7"/>
                    <a:pt x="53" y="7"/>
                    <a:pt x="53" y="8"/>
                  </a:cubicBezTo>
                  <a:cubicBezTo>
                    <a:pt x="53" y="10"/>
                    <a:pt x="55" y="8"/>
                    <a:pt x="55" y="8"/>
                  </a:cubicBezTo>
                  <a:cubicBezTo>
                    <a:pt x="57" y="10"/>
                    <a:pt x="57" y="8"/>
                    <a:pt x="57" y="8"/>
                  </a:cubicBezTo>
                  <a:cubicBezTo>
                    <a:pt x="58" y="10"/>
                    <a:pt x="55" y="11"/>
                    <a:pt x="57" y="13"/>
                  </a:cubicBezTo>
                  <a:cubicBezTo>
                    <a:pt x="58" y="14"/>
                    <a:pt x="58" y="11"/>
                    <a:pt x="58" y="11"/>
                  </a:cubicBezTo>
                  <a:close/>
                  <a:moveTo>
                    <a:pt x="60" y="3"/>
                  </a:moveTo>
                  <a:cubicBezTo>
                    <a:pt x="60" y="2"/>
                    <a:pt x="60" y="2"/>
                    <a:pt x="60" y="2"/>
                  </a:cubicBezTo>
                  <a:cubicBezTo>
                    <a:pt x="58" y="2"/>
                    <a:pt x="58" y="2"/>
                    <a:pt x="58" y="2"/>
                  </a:cubicBezTo>
                  <a:cubicBezTo>
                    <a:pt x="58" y="3"/>
                    <a:pt x="58" y="3"/>
                    <a:pt x="58" y="3"/>
                  </a:cubicBezTo>
                  <a:cubicBezTo>
                    <a:pt x="60" y="5"/>
                    <a:pt x="58" y="3"/>
                    <a:pt x="60" y="3"/>
                  </a:cubicBezTo>
                  <a:close/>
                  <a:moveTo>
                    <a:pt x="60" y="2"/>
                  </a:moveTo>
                  <a:cubicBezTo>
                    <a:pt x="60" y="0"/>
                    <a:pt x="60" y="0"/>
                    <a:pt x="61" y="0"/>
                  </a:cubicBezTo>
                  <a:cubicBezTo>
                    <a:pt x="61" y="0"/>
                    <a:pt x="61" y="2"/>
                    <a:pt x="60" y="2"/>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0" name="Freeform 202">
              <a:extLst>
                <a:ext uri="{FF2B5EF4-FFF2-40B4-BE49-F238E27FC236}">
                  <a16:creationId xmlns:a16="http://schemas.microsoft.com/office/drawing/2014/main" id="{7BF388FA-9341-CF15-C4E7-77B62AA7D0EA}"/>
                </a:ext>
              </a:extLst>
            </p:cNvPr>
            <p:cNvSpPr>
              <a:spLocks/>
            </p:cNvSpPr>
            <p:nvPr/>
          </p:nvSpPr>
          <p:spPr bwMode="auto">
            <a:xfrm>
              <a:off x="1581450" y="2510154"/>
              <a:ext cx="12718" cy="9538"/>
            </a:xfrm>
            <a:custGeom>
              <a:avLst/>
              <a:gdLst/>
              <a:ahLst/>
              <a:cxnLst>
                <a:cxn ang="0">
                  <a:pos x="1" y="3"/>
                </a:cxn>
                <a:cxn ang="0">
                  <a:pos x="1" y="0"/>
                </a:cxn>
                <a:cxn ang="0">
                  <a:pos x="3" y="1"/>
                </a:cxn>
                <a:cxn ang="0">
                  <a:pos x="1" y="3"/>
                </a:cxn>
              </a:cxnLst>
              <a:rect l="0" t="0" r="r" b="b"/>
              <a:pathLst>
                <a:path w="4" h="3">
                  <a:moveTo>
                    <a:pt x="1" y="3"/>
                  </a:moveTo>
                  <a:cubicBezTo>
                    <a:pt x="1" y="1"/>
                    <a:pt x="0" y="0"/>
                    <a:pt x="1" y="0"/>
                  </a:cubicBezTo>
                  <a:cubicBezTo>
                    <a:pt x="1" y="0"/>
                    <a:pt x="1" y="0"/>
                    <a:pt x="3" y="1"/>
                  </a:cubicBezTo>
                  <a:cubicBezTo>
                    <a:pt x="4" y="1"/>
                    <a:pt x="3" y="3"/>
                    <a:pt x="1"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1" name="Freeform 203">
              <a:extLst>
                <a:ext uri="{FF2B5EF4-FFF2-40B4-BE49-F238E27FC236}">
                  <a16:creationId xmlns:a16="http://schemas.microsoft.com/office/drawing/2014/main" id="{315D290E-2D15-3B27-1333-777B646994CA}"/>
                </a:ext>
              </a:extLst>
            </p:cNvPr>
            <p:cNvSpPr>
              <a:spLocks/>
            </p:cNvSpPr>
            <p:nvPr/>
          </p:nvSpPr>
          <p:spPr bwMode="auto">
            <a:xfrm>
              <a:off x="1597347" y="2519693"/>
              <a:ext cx="6359" cy="9538"/>
            </a:xfrm>
            <a:custGeom>
              <a:avLst/>
              <a:gdLst/>
              <a:ahLst/>
              <a:cxnLst>
                <a:cxn ang="0">
                  <a:pos x="0" y="1"/>
                </a:cxn>
                <a:cxn ang="0">
                  <a:pos x="2" y="3"/>
                </a:cxn>
                <a:cxn ang="0">
                  <a:pos x="0" y="3"/>
                </a:cxn>
                <a:cxn ang="0">
                  <a:pos x="0" y="1"/>
                </a:cxn>
              </a:cxnLst>
              <a:rect l="0" t="0" r="r" b="b"/>
              <a:pathLst>
                <a:path w="2" h="3">
                  <a:moveTo>
                    <a:pt x="0" y="1"/>
                  </a:moveTo>
                  <a:cubicBezTo>
                    <a:pt x="0" y="0"/>
                    <a:pt x="2" y="1"/>
                    <a:pt x="2" y="3"/>
                  </a:cubicBezTo>
                  <a:cubicBezTo>
                    <a:pt x="2" y="3"/>
                    <a:pt x="2" y="3"/>
                    <a:pt x="0" y="3"/>
                  </a:cubicBezTo>
                  <a:cubicBezTo>
                    <a:pt x="0" y="1"/>
                    <a:pt x="0" y="1"/>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2" name="Freeform 204">
              <a:extLst>
                <a:ext uri="{FF2B5EF4-FFF2-40B4-BE49-F238E27FC236}">
                  <a16:creationId xmlns:a16="http://schemas.microsoft.com/office/drawing/2014/main" id="{6540B804-AE2D-8FDE-06B6-F17E4204DD47}"/>
                </a:ext>
              </a:extLst>
            </p:cNvPr>
            <p:cNvSpPr>
              <a:spLocks/>
            </p:cNvSpPr>
            <p:nvPr/>
          </p:nvSpPr>
          <p:spPr bwMode="auto">
            <a:xfrm>
              <a:off x="1594168" y="2535591"/>
              <a:ext cx="9539" cy="11128"/>
            </a:xfrm>
            <a:custGeom>
              <a:avLst/>
              <a:gdLst/>
              <a:ahLst/>
              <a:cxnLst>
                <a:cxn ang="0">
                  <a:pos x="0" y="0"/>
                </a:cxn>
                <a:cxn ang="0">
                  <a:pos x="1" y="0"/>
                </a:cxn>
                <a:cxn ang="0">
                  <a:pos x="3" y="3"/>
                </a:cxn>
                <a:cxn ang="0">
                  <a:pos x="1" y="3"/>
                </a:cxn>
                <a:cxn ang="0">
                  <a:pos x="0" y="0"/>
                </a:cxn>
              </a:cxnLst>
              <a:rect l="0" t="0" r="r" b="b"/>
              <a:pathLst>
                <a:path w="3" h="4">
                  <a:moveTo>
                    <a:pt x="0" y="0"/>
                  </a:moveTo>
                  <a:cubicBezTo>
                    <a:pt x="1" y="0"/>
                    <a:pt x="0" y="0"/>
                    <a:pt x="1" y="0"/>
                  </a:cubicBezTo>
                  <a:cubicBezTo>
                    <a:pt x="3" y="1"/>
                    <a:pt x="1" y="3"/>
                    <a:pt x="3" y="3"/>
                  </a:cubicBezTo>
                  <a:cubicBezTo>
                    <a:pt x="3" y="3"/>
                    <a:pt x="3" y="4"/>
                    <a:pt x="1" y="3"/>
                  </a:cubicBezTo>
                  <a:cubicBezTo>
                    <a:pt x="1" y="1"/>
                    <a:pt x="0" y="0"/>
                    <a:pt x="0"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3" name="Freeform 205">
              <a:extLst>
                <a:ext uri="{FF2B5EF4-FFF2-40B4-BE49-F238E27FC236}">
                  <a16:creationId xmlns:a16="http://schemas.microsoft.com/office/drawing/2014/main" id="{D83177F5-8541-1A0B-32FB-B0F1AA335C01}"/>
                </a:ext>
              </a:extLst>
            </p:cNvPr>
            <p:cNvSpPr>
              <a:spLocks/>
            </p:cNvSpPr>
            <p:nvPr/>
          </p:nvSpPr>
          <p:spPr bwMode="auto">
            <a:xfrm>
              <a:off x="1590989" y="2503796"/>
              <a:ext cx="12718" cy="19077"/>
            </a:xfrm>
            <a:custGeom>
              <a:avLst/>
              <a:gdLst/>
              <a:ahLst/>
              <a:cxnLst>
                <a:cxn ang="0">
                  <a:pos x="0" y="2"/>
                </a:cxn>
                <a:cxn ang="0">
                  <a:pos x="0" y="0"/>
                </a:cxn>
                <a:cxn ang="0">
                  <a:pos x="1" y="2"/>
                </a:cxn>
                <a:cxn ang="0">
                  <a:pos x="3" y="3"/>
                </a:cxn>
                <a:cxn ang="0">
                  <a:pos x="3" y="5"/>
                </a:cxn>
                <a:cxn ang="0">
                  <a:pos x="0" y="2"/>
                </a:cxn>
              </a:cxnLst>
              <a:rect l="0" t="0" r="r" b="b"/>
              <a:pathLst>
                <a:path w="4" h="6">
                  <a:moveTo>
                    <a:pt x="0" y="2"/>
                  </a:moveTo>
                  <a:cubicBezTo>
                    <a:pt x="0" y="2"/>
                    <a:pt x="0" y="2"/>
                    <a:pt x="0" y="0"/>
                  </a:cubicBezTo>
                  <a:cubicBezTo>
                    <a:pt x="0" y="0"/>
                    <a:pt x="0" y="0"/>
                    <a:pt x="1" y="2"/>
                  </a:cubicBezTo>
                  <a:cubicBezTo>
                    <a:pt x="1" y="3"/>
                    <a:pt x="1" y="2"/>
                    <a:pt x="3" y="3"/>
                  </a:cubicBezTo>
                  <a:cubicBezTo>
                    <a:pt x="4" y="5"/>
                    <a:pt x="4" y="6"/>
                    <a:pt x="3" y="5"/>
                  </a:cubicBezTo>
                  <a:cubicBezTo>
                    <a:pt x="1" y="2"/>
                    <a:pt x="1" y="3"/>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4" name="Freeform 206">
              <a:extLst>
                <a:ext uri="{FF2B5EF4-FFF2-40B4-BE49-F238E27FC236}">
                  <a16:creationId xmlns:a16="http://schemas.microsoft.com/office/drawing/2014/main" id="{E7E76F72-135A-88AC-9275-9A1520F5CA5A}"/>
                </a:ext>
              </a:extLst>
            </p:cNvPr>
            <p:cNvSpPr>
              <a:spLocks/>
            </p:cNvSpPr>
            <p:nvPr/>
          </p:nvSpPr>
          <p:spPr bwMode="auto">
            <a:xfrm>
              <a:off x="1594168" y="2503796"/>
              <a:ext cx="12718" cy="9538"/>
            </a:xfrm>
            <a:custGeom>
              <a:avLst/>
              <a:gdLst/>
              <a:ahLst/>
              <a:cxnLst>
                <a:cxn ang="0">
                  <a:pos x="1" y="3"/>
                </a:cxn>
                <a:cxn ang="0">
                  <a:pos x="0" y="0"/>
                </a:cxn>
                <a:cxn ang="0">
                  <a:pos x="0" y="0"/>
                </a:cxn>
                <a:cxn ang="0">
                  <a:pos x="1" y="0"/>
                </a:cxn>
                <a:cxn ang="0">
                  <a:pos x="3" y="2"/>
                </a:cxn>
                <a:cxn ang="0">
                  <a:pos x="3" y="2"/>
                </a:cxn>
                <a:cxn ang="0">
                  <a:pos x="1" y="3"/>
                </a:cxn>
              </a:cxnLst>
              <a:rect l="0" t="0" r="r" b="b"/>
              <a:pathLst>
                <a:path w="4" h="3">
                  <a:moveTo>
                    <a:pt x="1" y="3"/>
                  </a:moveTo>
                  <a:cubicBezTo>
                    <a:pt x="1" y="2"/>
                    <a:pt x="0" y="2"/>
                    <a:pt x="0" y="0"/>
                  </a:cubicBezTo>
                  <a:cubicBezTo>
                    <a:pt x="0" y="0"/>
                    <a:pt x="0" y="0"/>
                    <a:pt x="0" y="0"/>
                  </a:cubicBezTo>
                  <a:cubicBezTo>
                    <a:pt x="1" y="0"/>
                    <a:pt x="0" y="0"/>
                    <a:pt x="1" y="0"/>
                  </a:cubicBezTo>
                  <a:cubicBezTo>
                    <a:pt x="3" y="0"/>
                    <a:pt x="1" y="2"/>
                    <a:pt x="3" y="2"/>
                  </a:cubicBezTo>
                  <a:cubicBezTo>
                    <a:pt x="4" y="2"/>
                    <a:pt x="3" y="2"/>
                    <a:pt x="3" y="2"/>
                  </a:cubicBezTo>
                  <a:cubicBezTo>
                    <a:pt x="4" y="3"/>
                    <a:pt x="3" y="3"/>
                    <a:pt x="1"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5" name="Freeform 207">
              <a:extLst>
                <a:ext uri="{FF2B5EF4-FFF2-40B4-BE49-F238E27FC236}">
                  <a16:creationId xmlns:a16="http://schemas.microsoft.com/office/drawing/2014/main" id="{69F1A3BA-5C13-F29B-F9DE-6C66C94E35AB}"/>
                </a:ext>
              </a:extLst>
            </p:cNvPr>
            <p:cNvSpPr>
              <a:spLocks/>
            </p:cNvSpPr>
            <p:nvPr/>
          </p:nvSpPr>
          <p:spPr bwMode="auto">
            <a:xfrm>
              <a:off x="1603707" y="2500616"/>
              <a:ext cx="7949" cy="9538"/>
            </a:xfrm>
            <a:custGeom>
              <a:avLst/>
              <a:gdLst/>
              <a:ahLst/>
              <a:cxnLst>
                <a:cxn ang="0">
                  <a:pos x="1" y="3"/>
                </a:cxn>
                <a:cxn ang="0">
                  <a:pos x="1" y="1"/>
                </a:cxn>
                <a:cxn ang="0">
                  <a:pos x="1" y="1"/>
                </a:cxn>
                <a:cxn ang="0">
                  <a:pos x="1" y="3"/>
                </a:cxn>
                <a:cxn ang="0">
                  <a:pos x="1" y="3"/>
                </a:cxn>
              </a:cxnLst>
              <a:rect l="0" t="0" r="r" b="b"/>
              <a:pathLst>
                <a:path w="3" h="3">
                  <a:moveTo>
                    <a:pt x="1" y="3"/>
                  </a:moveTo>
                  <a:cubicBezTo>
                    <a:pt x="0" y="3"/>
                    <a:pt x="1" y="1"/>
                    <a:pt x="1" y="1"/>
                  </a:cubicBezTo>
                  <a:cubicBezTo>
                    <a:pt x="0" y="0"/>
                    <a:pt x="1" y="1"/>
                    <a:pt x="1" y="1"/>
                  </a:cubicBezTo>
                  <a:cubicBezTo>
                    <a:pt x="1" y="3"/>
                    <a:pt x="3" y="3"/>
                    <a:pt x="1" y="3"/>
                  </a:cubicBezTo>
                  <a:cubicBezTo>
                    <a:pt x="1" y="3"/>
                    <a:pt x="1" y="3"/>
                    <a:pt x="1"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6" name="Freeform 208">
              <a:extLst>
                <a:ext uri="{FF2B5EF4-FFF2-40B4-BE49-F238E27FC236}">
                  <a16:creationId xmlns:a16="http://schemas.microsoft.com/office/drawing/2014/main" id="{1AA34402-AD2D-B8EC-38F1-9D806FB12EC8}"/>
                </a:ext>
              </a:extLst>
            </p:cNvPr>
            <p:cNvSpPr>
              <a:spLocks/>
            </p:cNvSpPr>
            <p:nvPr/>
          </p:nvSpPr>
          <p:spPr bwMode="auto">
            <a:xfrm>
              <a:off x="1603707" y="2500616"/>
              <a:ext cx="3179" cy="9538"/>
            </a:xfrm>
            <a:custGeom>
              <a:avLst/>
              <a:gdLst/>
              <a:ahLst/>
              <a:cxnLst>
                <a:cxn ang="0">
                  <a:pos x="0" y="1"/>
                </a:cxn>
                <a:cxn ang="0">
                  <a:pos x="0" y="0"/>
                </a:cxn>
                <a:cxn ang="0">
                  <a:pos x="0" y="1"/>
                </a:cxn>
              </a:cxnLst>
              <a:rect l="0" t="0" r="r" b="b"/>
              <a:pathLst>
                <a:path w="1" h="3">
                  <a:moveTo>
                    <a:pt x="0" y="1"/>
                  </a:moveTo>
                  <a:cubicBezTo>
                    <a:pt x="0" y="3"/>
                    <a:pt x="0" y="1"/>
                    <a:pt x="0" y="0"/>
                  </a:cubicBezTo>
                  <a:cubicBezTo>
                    <a:pt x="0" y="0"/>
                    <a:pt x="1" y="1"/>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7" name="Freeform 209">
              <a:extLst>
                <a:ext uri="{FF2B5EF4-FFF2-40B4-BE49-F238E27FC236}">
                  <a16:creationId xmlns:a16="http://schemas.microsoft.com/office/drawing/2014/main" id="{32930763-3935-3028-8C18-E251A7B51674}"/>
                </a:ext>
              </a:extLst>
            </p:cNvPr>
            <p:cNvSpPr>
              <a:spLocks noEditPoints="1"/>
            </p:cNvSpPr>
            <p:nvPr/>
          </p:nvSpPr>
          <p:spPr bwMode="auto">
            <a:xfrm>
              <a:off x="1532168" y="3204872"/>
              <a:ext cx="338622" cy="270256"/>
            </a:xfrm>
            <a:custGeom>
              <a:avLst/>
              <a:gdLst/>
              <a:ahLst/>
              <a:cxnLst>
                <a:cxn ang="0">
                  <a:pos x="3" y="16"/>
                </a:cxn>
                <a:cxn ang="0">
                  <a:pos x="2" y="11"/>
                </a:cxn>
                <a:cxn ang="0">
                  <a:pos x="8" y="6"/>
                </a:cxn>
                <a:cxn ang="0">
                  <a:pos x="11" y="2"/>
                </a:cxn>
                <a:cxn ang="0">
                  <a:pos x="22" y="3"/>
                </a:cxn>
                <a:cxn ang="0">
                  <a:pos x="32" y="3"/>
                </a:cxn>
                <a:cxn ang="0">
                  <a:pos x="49" y="5"/>
                </a:cxn>
                <a:cxn ang="0">
                  <a:pos x="57" y="5"/>
                </a:cxn>
                <a:cxn ang="0">
                  <a:pos x="61" y="5"/>
                </a:cxn>
                <a:cxn ang="0">
                  <a:pos x="64" y="8"/>
                </a:cxn>
                <a:cxn ang="0">
                  <a:pos x="71" y="11"/>
                </a:cxn>
                <a:cxn ang="0">
                  <a:pos x="75" y="12"/>
                </a:cxn>
                <a:cxn ang="0">
                  <a:pos x="80" y="12"/>
                </a:cxn>
                <a:cxn ang="0">
                  <a:pos x="87" y="14"/>
                </a:cxn>
                <a:cxn ang="0">
                  <a:pos x="89" y="16"/>
                </a:cxn>
                <a:cxn ang="0">
                  <a:pos x="95" y="16"/>
                </a:cxn>
                <a:cxn ang="0">
                  <a:pos x="100" y="16"/>
                </a:cxn>
                <a:cxn ang="0">
                  <a:pos x="101" y="20"/>
                </a:cxn>
                <a:cxn ang="0">
                  <a:pos x="93" y="28"/>
                </a:cxn>
                <a:cxn ang="0">
                  <a:pos x="81" y="33"/>
                </a:cxn>
                <a:cxn ang="0">
                  <a:pos x="81" y="37"/>
                </a:cxn>
                <a:cxn ang="0">
                  <a:pos x="74" y="52"/>
                </a:cxn>
                <a:cxn ang="0">
                  <a:pos x="77" y="58"/>
                </a:cxn>
                <a:cxn ang="0">
                  <a:pos x="69" y="69"/>
                </a:cxn>
                <a:cxn ang="0">
                  <a:pos x="66" y="70"/>
                </a:cxn>
                <a:cxn ang="0">
                  <a:pos x="57" y="78"/>
                </a:cxn>
                <a:cxn ang="0">
                  <a:pos x="46" y="80"/>
                </a:cxn>
                <a:cxn ang="0">
                  <a:pos x="40" y="81"/>
                </a:cxn>
                <a:cxn ang="0">
                  <a:pos x="34" y="83"/>
                </a:cxn>
                <a:cxn ang="0">
                  <a:pos x="31" y="86"/>
                </a:cxn>
                <a:cxn ang="0">
                  <a:pos x="28" y="86"/>
                </a:cxn>
                <a:cxn ang="0">
                  <a:pos x="23" y="78"/>
                </a:cxn>
                <a:cxn ang="0">
                  <a:pos x="16" y="73"/>
                </a:cxn>
                <a:cxn ang="0">
                  <a:pos x="19" y="66"/>
                </a:cxn>
                <a:cxn ang="0">
                  <a:pos x="19" y="62"/>
                </a:cxn>
                <a:cxn ang="0">
                  <a:pos x="19" y="56"/>
                </a:cxn>
                <a:cxn ang="0">
                  <a:pos x="17" y="52"/>
                </a:cxn>
                <a:cxn ang="0">
                  <a:pos x="17" y="47"/>
                </a:cxn>
                <a:cxn ang="0">
                  <a:pos x="20" y="42"/>
                </a:cxn>
                <a:cxn ang="0">
                  <a:pos x="20" y="33"/>
                </a:cxn>
                <a:cxn ang="0">
                  <a:pos x="25" y="25"/>
                </a:cxn>
                <a:cxn ang="0">
                  <a:pos x="20" y="20"/>
                </a:cxn>
                <a:cxn ang="0">
                  <a:pos x="14" y="22"/>
                </a:cxn>
                <a:cxn ang="0">
                  <a:pos x="10" y="22"/>
                </a:cxn>
                <a:cxn ang="0">
                  <a:pos x="11" y="19"/>
                </a:cxn>
                <a:cxn ang="0">
                  <a:pos x="5" y="22"/>
                </a:cxn>
                <a:cxn ang="0">
                  <a:pos x="3" y="16"/>
                </a:cxn>
                <a:cxn ang="0">
                  <a:pos x="97" y="48"/>
                </a:cxn>
                <a:cxn ang="0">
                  <a:pos x="98" y="52"/>
                </a:cxn>
                <a:cxn ang="0">
                  <a:pos x="103" y="47"/>
                </a:cxn>
                <a:cxn ang="0">
                  <a:pos x="101" y="45"/>
                </a:cxn>
                <a:cxn ang="0">
                  <a:pos x="95" y="48"/>
                </a:cxn>
                <a:cxn ang="0">
                  <a:pos x="97" y="48"/>
                </a:cxn>
                <a:cxn ang="0">
                  <a:pos x="109" y="44"/>
                </a:cxn>
                <a:cxn ang="0">
                  <a:pos x="109" y="44"/>
                </a:cxn>
                <a:cxn ang="0">
                  <a:pos x="106" y="44"/>
                </a:cxn>
                <a:cxn ang="0">
                  <a:pos x="109" y="44"/>
                </a:cxn>
                <a:cxn ang="0">
                  <a:pos x="87" y="53"/>
                </a:cxn>
                <a:cxn ang="0">
                  <a:pos x="84" y="56"/>
                </a:cxn>
                <a:cxn ang="0">
                  <a:pos x="87" y="53"/>
                </a:cxn>
              </a:cxnLst>
              <a:rect l="0" t="0" r="r" b="b"/>
              <a:pathLst>
                <a:path w="110" h="88">
                  <a:moveTo>
                    <a:pt x="3" y="16"/>
                  </a:moveTo>
                  <a:cubicBezTo>
                    <a:pt x="2" y="12"/>
                    <a:pt x="3" y="11"/>
                    <a:pt x="2" y="11"/>
                  </a:cubicBezTo>
                  <a:cubicBezTo>
                    <a:pt x="0" y="9"/>
                    <a:pt x="3" y="6"/>
                    <a:pt x="8" y="6"/>
                  </a:cubicBezTo>
                  <a:cubicBezTo>
                    <a:pt x="11" y="6"/>
                    <a:pt x="8" y="3"/>
                    <a:pt x="11" y="2"/>
                  </a:cubicBezTo>
                  <a:cubicBezTo>
                    <a:pt x="16" y="0"/>
                    <a:pt x="16" y="3"/>
                    <a:pt x="22" y="3"/>
                  </a:cubicBezTo>
                  <a:cubicBezTo>
                    <a:pt x="28" y="3"/>
                    <a:pt x="28" y="2"/>
                    <a:pt x="32" y="3"/>
                  </a:cubicBezTo>
                  <a:cubicBezTo>
                    <a:pt x="40" y="6"/>
                    <a:pt x="43" y="3"/>
                    <a:pt x="49" y="5"/>
                  </a:cubicBezTo>
                  <a:cubicBezTo>
                    <a:pt x="54" y="6"/>
                    <a:pt x="52" y="3"/>
                    <a:pt x="57" y="5"/>
                  </a:cubicBezTo>
                  <a:cubicBezTo>
                    <a:pt x="58" y="6"/>
                    <a:pt x="60" y="5"/>
                    <a:pt x="61" y="5"/>
                  </a:cubicBezTo>
                  <a:cubicBezTo>
                    <a:pt x="63" y="6"/>
                    <a:pt x="64" y="5"/>
                    <a:pt x="64" y="8"/>
                  </a:cubicBezTo>
                  <a:cubicBezTo>
                    <a:pt x="64" y="9"/>
                    <a:pt x="69" y="8"/>
                    <a:pt x="71" y="11"/>
                  </a:cubicBezTo>
                  <a:cubicBezTo>
                    <a:pt x="71" y="12"/>
                    <a:pt x="74" y="11"/>
                    <a:pt x="75" y="12"/>
                  </a:cubicBezTo>
                  <a:cubicBezTo>
                    <a:pt x="77" y="14"/>
                    <a:pt x="77" y="11"/>
                    <a:pt x="80" y="12"/>
                  </a:cubicBezTo>
                  <a:cubicBezTo>
                    <a:pt x="83" y="12"/>
                    <a:pt x="78" y="8"/>
                    <a:pt x="87" y="14"/>
                  </a:cubicBezTo>
                  <a:cubicBezTo>
                    <a:pt x="87" y="16"/>
                    <a:pt x="89" y="16"/>
                    <a:pt x="89" y="16"/>
                  </a:cubicBezTo>
                  <a:cubicBezTo>
                    <a:pt x="93" y="17"/>
                    <a:pt x="93" y="16"/>
                    <a:pt x="95" y="16"/>
                  </a:cubicBezTo>
                  <a:cubicBezTo>
                    <a:pt x="98" y="17"/>
                    <a:pt x="97" y="16"/>
                    <a:pt x="100" y="16"/>
                  </a:cubicBezTo>
                  <a:cubicBezTo>
                    <a:pt x="104" y="19"/>
                    <a:pt x="100" y="17"/>
                    <a:pt x="101" y="20"/>
                  </a:cubicBezTo>
                  <a:cubicBezTo>
                    <a:pt x="103" y="23"/>
                    <a:pt x="93" y="25"/>
                    <a:pt x="93" y="28"/>
                  </a:cubicBezTo>
                  <a:cubicBezTo>
                    <a:pt x="92" y="30"/>
                    <a:pt x="83" y="30"/>
                    <a:pt x="81" y="33"/>
                  </a:cubicBezTo>
                  <a:cubicBezTo>
                    <a:pt x="81" y="36"/>
                    <a:pt x="86" y="34"/>
                    <a:pt x="81" y="37"/>
                  </a:cubicBezTo>
                  <a:cubicBezTo>
                    <a:pt x="78" y="37"/>
                    <a:pt x="72" y="47"/>
                    <a:pt x="74" y="52"/>
                  </a:cubicBezTo>
                  <a:cubicBezTo>
                    <a:pt x="74" y="56"/>
                    <a:pt x="77" y="56"/>
                    <a:pt x="77" y="58"/>
                  </a:cubicBezTo>
                  <a:cubicBezTo>
                    <a:pt x="77" y="58"/>
                    <a:pt x="68" y="62"/>
                    <a:pt x="69" y="69"/>
                  </a:cubicBezTo>
                  <a:cubicBezTo>
                    <a:pt x="69" y="70"/>
                    <a:pt x="69" y="70"/>
                    <a:pt x="66" y="70"/>
                  </a:cubicBezTo>
                  <a:cubicBezTo>
                    <a:pt x="60" y="70"/>
                    <a:pt x="60" y="81"/>
                    <a:pt x="57" y="78"/>
                  </a:cubicBezTo>
                  <a:cubicBezTo>
                    <a:pt x="55" y="77"/>
                    <a:pt x="51" y="81"/>
                    <a:pt x="46" y="80"/>
                  </a:cubicBezTo>
                  <a:cubicBezTo>
                    <a:pt x="43" y="78"/>
                    <a:pt x="40" y="80"/>
                    <a:pt x="40" y="81"/>
                  </a:cubicBezTo>
                  <a:cubicBezTo>
                    <a:pt x="38" y="83"/>
                    <a:pt x="35" y="81"/>
                    <a:pt x="34" y="83"/>
                  </a:cubicBezTo>
                  <a:cubicBezTo>
                    <a:pt x="32" y="86"/>
                    <a:pt x="32" y="86"/>
                    <a:pt x="31" y="86"/>
                  </a:cubicBezTo>
                  <a:cubicBezTo>
                    <a:pt x="31" y="88"/>
                    <a:pt x="31" y="88"/>
                    <a:pt x="28" y="86"/>
                  </a:cubicBezTo>
                  <a:cubicBezTo>
                    <a:pt x="25" y="83"/>
                    <a:pt x="23" y="81"/>
                    <a:pt x="23" y="78"/>
                  </a:cubicBezTo>
                  <a:cubicBezTo>
                    <a:pt x="23" y="77"/>
                    <a:pt x="20" y="72"/>
                    <a:pt x="16" y="73"/>
                  </a:cubicBezTo>
                  <a:cubicBezTo>
                    <a:pt x="16" y="72"/>
                    <a:pt x="16" y="67"/>
                    <a:pt x="19" y="66"/>
                  </a:cubicBezTo>
                  <a:cubicBezTo>
                    <a:pt x="22" y="62"/>
                    <a:pt x="20" y="62"/>
                    <a:pt x="19" y="62"/>
                  </a:cubicBezTo>
                  <a:cubicBezTo>
                    <a:pt x="17" y="62"/>
                    <a:pt x="16" y="61"/>
                    <a:pt x="19" y="56"/>
                  </a:cubicBezTo>
                  <a:cubicBezTo>
                    <a:pt x="22" y="52"/>
                    <a:pt x="19" y="55"/>
                    <a:pt x="17" y="52"/>
                  </a:cubicBezTo>
                  <a:cubicBezTo>
                    <a:pt x="17" y="47"/>
                    <a:pt x="14" y="47"/>
                    <a:pt x="17" y="47"/>
                  </a:cubicBezTo>
                  <a:cubicBezTo>
                    <a:pt x="20" y="47"/>
                    <a:pt x="20" y="45"/>
                    <a:pt x="20" y="42"/>
                  </a:cubicBezTo>
                  <a:cubicBezTo>
                    <a:pt x="19" y="41"/>
                    <a:pt x="22" y="41"/>
                    <a:pt x="20" y="33"/>
                  </a:cubicBezTo>
                  <a:cubicBezTo>
                    <a:pt x="20" y="31"/>
                    <a:pt x="29" y="25"/>
                    <a:pt x="25" y="25"/>
                  </a:cubicBezTo>
                  <a:cubicBezTo>
                    <a:pt x="22" y="23"/>
                    <a:pt x="25" y="22"/>
                    <a:pt x="20" y="20"/>
                  </a:cubicBezTo>
                  <a:cubicBezTo>
                    <a:pt x="16" y="20"/>
                    <a:pt x="19" y="23"/>
                    <a:pt x="14" y="22"/>
                  </a:cubicBezTo>
                  <a:cubicBezTo>
                    <a:pt x="11" y="20"/>
                    <a:pt x="11" y="23"/>
                    <a:pt x="10" y="22"/>
                  </a:cubicBezTo>
                  <a:cubicBezTo>
                    <a:pt x="8" y="22"/>
                    <a:pt x="13" y="20"/>
                    <a:pt x="11" y="19"/>
                  </a:cubicBezTo>
                  <a:cubicBezTo>
                    <a:pt x="10" y="19"/>
                    <a:pt x="10" y="19"/>
                    <a:pt x="5" y="22"/>
                  </a:cubicBezTo>
                  <a:cubicBezTo>
                    <a:pt x="3" y="20"/>
                    <a:pt x="5" y="17"/>
                    <a:pt x="3" y="16"/>
                  </a:cubicBezTo>
                  <a:close/>
                  <a:moveTo>
                    <a:pt x="97" y="48"/>
                  </a:moveTo>
                  <a:cubicBezTo>
                    <a:pt x="98" y="48"/>
                    <a:pt x="97" y="50"/>
                    <a:pt x="98" y="52"/>
                  </a:cubicBezTo>
                  <a:cubicBezTo>
                    <a:pt x="101" y="52"/>
                    <a:pt x="101" y="48"/>
                    <a:pt x="103" y="47"/>
                  </a:cubicBezTo>
                  <a:cubicBezTo>
                    <a:pt x="104" y="44"/>
                    <a:pt x="101" y="47"/>
                    <a:pt x="101" y="45"/>
                  </a:cubicBezTo>
                  <a:cubicBezTo>
                    <a:pt x="100" y="42"/>
                    <a:pt x="93" y="47"/>
                    <a:pt x="95" y="48"/>
                  </a:cubicBezTo>
                  <a:cubicBezTo>
                    <a:pt x="95" y="48"/>
                    <a:pt x="93" y="48"/>
                    <a:pt x="97" y="48"/>
                  </a:cubicBezTo>
                  <a:close/>
                  <a:moveTo>
                    <a:pt x="109" y="44"/>
                  </a:moveTo>
                  <a:cubicBezTo>
                    <a:pt x="109" y="45"/>
                    <a:pt x="110" y="45"/>
                    <a:pt x="109" y="44"/>
                  </a:cubicBezTo>
                  <a:cubicBezTo>
                    <a:pt x="109" y="42"/>
                    <a:pt x="106" y="42"/>
                    <a:pt x="106" y="44"/>
                  </a:cubicBezTo>
                  <a:cubicBezTo>
                    <a:pt x="106" y="44"/>
                    <a:pt x="107" y="44"/>
                    <a:pt x="109" y="44"/>
                  </a:cubicBezTo>
                  <a:close/>
                  <a:moveTo>
                    <a:pt x="87" y="53"/>
                  </a:moveTo>
                  <a:cubicBezTo>
                    <a:pt x="89" y="55"/>
                    <a:pt x="86" y="56"/>
                    <a:pt x="84" y="56"/>
                  </a:cubicBezTo>
                  <a:cubicBezTo>
                    <a:pt x="84" y="55"/>
                    <a:pt x="86" y="52"/>
                    <a:pt x="87" y="53"/>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8" name="Freeform 286">
              <a:extLst>
                <a:ext uri="{FF2B5EF4-FFF2-40B4-BE49-F238E27FC236}">
                  <a16:creationId xmlns:a16="http://schemas.microsoft.com/office/drawing/2014/main" id="{EC0CB6DE-363A-59F6-9646-B8A8951321CD}"/>
                </a:ext>
              </a:extLst>
            </p:cNvPr>
            <p:cNvSpPr>
              <a:spLocks/>
            </p:cNvSpPr>
            <p:nvPr/>
          </p:nvSpPr>
          <p:spPr bwMode="auto">
            <a:xfrm>
              <a:off x="2115613" y="3157180"/>
              <a:ext cx="7949" cy="9538"/>
            </a:xfrm>
            <a:custGeom>
              <a:avLst/>
              <a:gdLst/>
              <a:ahLst/>
              <a:cxnLst>
                <a:cxn ang="0">
                  <a:pos x="3" y="3"/>
                </a:cxn>
                <a:cxn ang="0">
                  <a:pos x="0" y="1"/>
                </a:cxn>
                <a:cxn ang="0">
                  <a:pos x="2" y="0"/>
                </a:cxn>
                <a:cxn ang="0">
                  <a:pos x="3" y="1"/>
                </a:cxn>
                <a:cxn ang="0">
                  <a:pos x="3" y="3"/>
                </a:cxn>
              </a:cxnLst>
              <a:rect l="0" t="0" r="r" b="b"/>
              <a:pathLst>
                <a:path w="3" h="3">
                  <a:moveTo>
                    <a:pt x="3" y="3"/>
                  </a:moveTo>
                  <a:cubicBezTo>
                    <a:pt x="2" y="3"/>
                    <a:pt x="0" y="1"/>
                    <a:pt x="0" y="1"/>
                  </a:cubicBezTo>
                  <a:cubicBezTo>
                    <a:pt x="2" y="0"/>
                    <a:pt x="0" y="0"/>
                    <a:pt x="2" y="0"/>
                  </a:cubicBezTo>
                  <a:cubicBezTo>
                    <a:pt x="2" y="0"/>
                    <a:pt x="2" y="0"/>
                    <a:pt x="3" y="1"/>
                  </a:cubicBezTo>
                  <a:cubicBezTo>
                    <a:pt x="3" y="3"/>
                    <a:pt x="3" y="3"/>
                    <a:pt x="3"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29" name="Freeform 287">
              <a:extLst>
                <a:ext uri="{FF2B5EF4-FFF2-40B4-BE49-F238E27FC236}">
                  <a16:creationId xmlns:a16="http://schemas.microsoft.com/office/drawing/2014/main" id="{9B3C461E-7AD2-91A5-3CCB-A72808C4CA2B}"/>
                </a:ext>
              </a:extLst>
            </p:cNvPr>
            <p:cNvSpPr>
              <a:spLocks/>
            </p:cNvSpPr>
            <p:nvPr/>
          </p:nvSpPr>
          <p:spPr bwMode="auto">
            <a:xfrm>
              <a:off x="2112434" y="3157180"/>
              <a:ext cx="7949" cy="22256"/>
            </a:xfrm>
            <a:custGeom>
              <a:avLst/>
              <a:gdLst/>
              <a:ahLst/>
              <a:cxnLst>
                <a:cxn ang="0">
                  <a:pos x="3" y="6"/>
                </a:cxn>
                <a:cxn ang="0">
                  <a:pos x="1" y="3"/>
                </a:cxn>
                <a:cxn ang="0">
                  <a:pos x="1" y="1"/>
                </a:cxn>
                <a:cxn ang="0">
                  <a:pos x="1" y="0"/>
                </a:cxn>
                <a:cxn ang="0">
                  <a:pos x="3" y="6"/>
                </a:cxn>
              </a:cxnLst>
              <a:rect l="0" t="0" r="r" b="b"/>
              <a:pathLst>
                <a:path w="3" h="7">
                  <a:moveTo>
                    <a:pt x="3" y="6"/>
                  </a:moveTo>
                  <a:cubicBezTo>
                    <a:pt x="1" y="4"/>
                    <a:pt x="0" y="3"/>
                    <a:pt x="1" y="3"/>
                  </a:cubicBezTo>
                  <a:cubicBezTo>
                    <a:pt x="1" y="3"/>
                    <a:pt x="1" y="4"/>
                    <a:pt x="1" y="1"/>
                  </a:cubicBezTo>
                  <a:cubicBezTo>
                    <a:pt x="0" y="0"/>
                    <a:pt x="1" y="0"/>
                    <a:pt x="1" y="0"/>
                  </a:cubicBezTo>
                  <a:cubicBezTo>
                    <a:pt x="1" y="1"/>
                    <a:pt x="3" y="7"/>
                    <a:pt x="3"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30" name="Freeform 288">
              <a:extLst>
                <a:ext uri="{FF2B5EF4-FFF2-40B4-BE49-F238E27FC236}">
                  <a16:creationId xmlns:a16="http://schemas.microsoft.com/office/drawing/2014/main" id="{C8A7869C-6730-31B2-804C-F2803E98E0C1}"/>
                </a:ext>
              </a:extLst>
            </p:cNvPr>
            <p:cNvSpPr>
              <a:spLocks/>
            </p:cNvSpPr>
            <p:nvPr/>
          </p:nvSpPr>
          <p:spPr bwMode="auto">
            <a:xfrm>
              <a:off x="2120383" y="3169897"/>
              <a:ext cx="12718" cy="19077"/>
            </a:xfrm>
            <a:custGeom>
              <a:avLst/>
              <a:gdLst/>
              <a:ahLst/>
              <a:cxnLst>
                <a:cxn ang="0">
                  <a:pos x="4" y="5"/>
                </a:cxn>
                <a:cxn ang="0">
                  <a:pos x="1" y="2"/>
                </a:cxn>
                <a:cxn ang="0">
                  <a:pos x="1" y="3"/>
                </a:cxn>
                <a:cxn ang="0">
                  <a:pos x="4" y="5"/>
                </a:cxn>
              </a:cxnLst>
              <a:rect l="0" t="0" r="r" b="b"/>
              <a:pathLst>
                <a:path w="4" h="6">
                  <a:moveTo>
                    <a:pt x="4" y="5"/>
                  </a:moveTo>
                  <a:cubicBezTo>
                    <a:pt x="1" y="3"/>
                    <a:pt x="1" y="3"/>
                    <a:pt x="1" y="2"/>
                  </a:cubicBezTo>
                  <a:cubicBezTo>
                    <a:pt x="0" y="0"/>
                    <a:pt x="1" y="2"/>
                    <a:pt x="1" y="3"/>
                  </a:cubicBezTo>
                  <a:cubicBezTo>
                    <a:pt x="3" y="3"/>
                    <a:pt x="4" y="6"/>
                    <a:pt x="4"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31" name="Freeform 301">
              <a:extLst>
                <a:ext uri="{FF2B5EF4-FFF2-40B4-BE49-F238E27FC236}">
                  <a16:creationId xmlns:a16="http://schemas.microsoft.com/office/drawing/2014/main" id="{2C7B9794-C1B3-AD29-8719-08DFEA391CED}"/>
                </a:ext>
              </a:extLst>
            </p:cNvPr>
            <p:cNvSpPr>
              <a:spLocks/>
            </p:cNvSpPr>
            <p:nvPr/>
          </p:nvSpPr>
          <p:spPr bwMode="auto">
            <a:xfrm>
              <a:off x="1800839" y="3244616"/>
              <a:ext cx="6359" cy="9538"/>
            </a:xfrm>
            <a:custGeom>
              <a:avLst/>
              <a:gdLst/>
              <a:ahLst/>
              <a:cxnLst>
                <a:cxn ang="0">
                  <a:pos x="0" y="1"/>
                </a:cxn>
                <a:cxn ang="0">
                  <a:pos x="2" y="3"/>
                </a:cxn>
                <a:cxn ang="0">
                  <a:pos x="0" y="1"/>
                </a:cxn>
              </a:cxnLst>
              <a:rect l="0" t="0" r="r" b="b"/>
              <a:pathLst>
                <a:path w="2" h="3">
                  <a:moveTo>
                    <a:pt x="0" y="1"/>
                  </a:moveTo>
                  <a:cubicBezTo>
                    <a:pt x="0" y="3"/>
                    <a:pt x="2" y="3"/>
                    <a:pt x="2" y="3"/>
                  </a:cubicBezTo>
                  <a:cubicBezTo>
                    <a:pt x="2" y="1"/>
                    <a:pt x="2" y="0"/>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grpSp>
      <p:grpSp>
        <p:nvGrpSpPr>
          <p:cNvPr id="232" name="组合 231">
            <a:extLst>
              <a:ext uri="{FF2B5EF4-FFF2-40B4-BE49-F238E27FC236}">
                <a16:creationId xmlns:a16="http://schemas.microsoft.com/office/drawing/2014/main" id="{7A1FE836-2F96-077A-71D1-D178FBA11E33}"/>
              </a:ext>
            </a:extLst>
          </p:cNvPr>
          <p:cNvGrpSpPr/>
          <p:nvPr/>
        </p:nvGrpSpPr>
        <p:grpSpPr>
          <a:xfrm>
            <a:off x="2179634" y="3457282"/>
            <a:ext cx="2001522" cy="2251075"/>
            <a:chOff x="1180828" y="3425846"/>
            <a:chExt cx="2001522" cy="2251075"/>
          </a:xfrm>
          <a:solidFill>
            <a:schemeClr val="accent1">
              <a:lumMod val="20000"/>
              <a:lumOff val="80000"/>
            </a:schemeClr>
          </a:solidFill>
        </p:grpSpPr>
        <p:sp>
          <p:nvSpPr>
            <p:cNvPr id="233" name="Freeform 95">
              <a:extLst>
                <a:ext uri="{FF2B5EF4-FFF2-40B4-BE49-F238E27FC236}">
                  <a16:creationId xmlns:a16="http://schemas.microsoft.com/office/drawing/2014/main" id="{F3C6A97B-F110-2DEB-848C-D50C6201FE99}"/>
                </a:ext>
              </a:extLst>
            </p:cNvPr>
            <p:cNvSpPr>
              <a:spLocks/>
            </p:cNvSpPr>
            <p:nvPr/>
          </p:nvSpPr>
          <p:spPr bwMode="auto">
            <a:xfrm>
              <a:off x="2786497" y="4206409"/>
              <a:ext cx="44514" cy="65180"/>
            </a:xfrm>
            <a:custGeom>
              <a:avLst/>
              <a:gdLst/>
              <a:ahLst/>
              <a:cxnLst>
                <a:cxn ang="0">
                  <a:pos x="9" y="19"/>
                </a:cxn>
                <a:cxn ang="0">
                  <a:pos x="0" y="17"/>
                </a:cxn>
                <a:cxn ang="0">
                  <a:pos x="5" y="3"/>
                </a:cxn>
                <a:cxn ang="0">
                  <a:pos x="11" y="0"/>
                </a:cxn>
                <a:cxn ang="0">
                  <a:pos x="11" y="10"/>
                </a:cxn>
                <a:cxn ang="0">
                  <a:pos x="12" y="13"/>
                </a:cxn>
                <a:cxn ang="0">
                  <a:pos x="9" y="19"/>
                </a:cxn>
              </a:cxnLst>
              <a:rect l="0" t="0" r="r" b="b"/>
              <a:pathLst>
                <a:path w="14" h="21">
                  <a:moveTo>
                    <a:pt x="9" y="19"/>
                  </a:moveTo>
                  <a:cubicBezTo>
                    <a:pt x="8" y="14"/>
                    <a:pt x="3" y="21"/>
                    <a:pt x="0" y="17"/>
                  </a:cubicBezTo>
                  <a:cubicBezTo>
                    <a:pt x="0" y="8"/>
                    <a:pt x="2" y="13"/>
                    <a:pt x="5" y="3"/>
                  </a:cubicBezTo>
                  <a:cubicBezTo>
                    <a:pt x="6" y="2"/>
                    <a:pt x="6" y="6"/>
                    <a:pt x="11" y="0"/>
                  </a:cubicBezTo>
                  <a:cubicBezTo>
                    <a:pt x="12" y="5"/>
                    <a:pt x="14" y="6"/>
                    <a:pt x="11" y="10"/>
                  </a:cubicBezTo>
                  <a:cubicBezTo>
                    <a:pt x="3" y="14"/>
                    <a:pt x="9" y="11"/>
                    <a:pt x="12" y="13"/>
                  </a:cubicBezTo>
                  <a:cubicBezTo>
                    <a:pt x="9" y="19"/>
                    <a:pt x="9" y="19"/>
                    <a:pt x="9" y="19"/>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34" name="Freeform 97">
              <a:extLst>
                <a:ext uri="{FF2B5EF4-FFF2-40B4-BE49-F238E27FC236}">
                  <a16:creationId xmlns:a16="http://schemas.microsoft.com/office/drawing/2014/main" id="{251BA48D-DDDF-F0A5-F97B-859272D89F9B}"/>
                </a:ext>
              </a:extLst>
            </p:cNvPr>
            <p:cNvSpPr>
              <a:spLocks/>
            </p:cNvSpPr>
            <p:nvPr/>
          </p:nvSpPr>
          <p:spPr bwMode="auto">
            <a:xfrm>
              <a:off x="2589365" y="4440102"/>
              <a:ext cx="200311" cy="294102"/>
            </a:xfrm>
            <a:custGeom>
              <a:avLst/>
              <a:gdLst/>
              <a:ahLst/>
              <a:cxnLst>
                <a:cxn ang="0">
                  <a:pos x="2" y="8"/>
                </a:cxn>
                <a:cxn ang="0">
                  <a:pos x="8" y="22"/>
                </a:cxn>
                <a:cxn ang="0">
                  <a:pos x="6" y="41"/>
                </a:cxn>
                <a:cxn ang="0">
                  <a:pos x="2" y="59"/>
                </a:cxn>
                <a:cxn ang="0">
                  <a:pos x="29" y="78"/>
                </a:cxn>
                <a:cxn ang="0">
                  <a:pos x="32" y="86"/>
                </a:cxn>
                <a:cxn ang="0">
                  <a:pos x="44" y="95"/>
                </a:cxn>
                <a:cxn ang="0">
                  <a:pos x="49" y="86"/>
                </a:cxn>
                <a:cxn ang="0">
                  <a:pos x="52" y="78"/>
                </a:cxn>
                <a:cxn ang="0">
                  <a:pos x="56" y="70"/>
                </a:cxn>
                <a:cxn ang="0">
                  <a:pos x="62" y="66"/>
                </a:cxn>
                <a:cxn ang="0">
                  <a:pos x="58" y="56"/>
                </a:cxn>
                <a:cxn ang="0">
                  <a:pos x="58" y="22"/>
                </a:cxn>
                <a:cxn ang="0">
                  <a:pos x="65" y="11"/>
                </a:cxn>
                <a:cxn ang="0">
                  <a:pos x="58" y="10"/>
                </a:cxn>
                <a:cxn ang="0">
                  <a:pos x="52" y="10"/>
                </a:cxn>
                <a:cxn ang="0">
                  <a:pos x="44" y="16"/>
                </a:cxn>
                <a:cxn ang="0">
                  <a:pos x="40" y="14"/>
                </a:cxn>
                <a:cxn ang="0">
                  <a:pos x="29" y="10"/>
                </a:cxn>
                <a:cxn ang="0">
                  <a:pos x="17" y="5"/>
                </a:cxn>
                <a:cxn ang="0">
                  <a:pos x="14" y="2"/>
                </a:cxn>
                <a:cxn ang="0">
                  <a:pos x="8" y="2"/>
                </a:cxn>
                <a:cxn ang="0">
                  <a:pos x="2" y="8"/>
                </a:cxn>
              </a:cxnLst>
              <a:rect l="0" t="0" r="r" b="b"/>
              <a:pathLst>
                <a:path w="65" h="95">
                  <a:moveTo>
                    <a:pt x="2" y="8"/>
                  </a:moveTo>
                  <a:cubicBezTo>
                    <a:pt x="8" y="16"/>
                    <a:pt x="5" y="17"/>
                    <a:pt x="8" y="22"/>
                  </a:cubicBezTo>
                  <a:cubicBezTo>
                    <a:pt x="11" y="27"/>
                    <a:pt x="11" y="34"/>
                    <a:pt x="6" y="41"/>
                  </a:cubicBezTo>
                  <a:cubicBezTo>
                    <a:pt x="0" y="47"/>
                    <a:pt x="3" y="52"/>
                    <a:pt x="2" y="59"/>
                  </a:cubicBezTo>
                  <a:cubicBezTo>
                    <a:pt x="18" y="70"/>
                    <a:pt x="24" y="75"/>
                    <a:pt x="29" y="78"/>
                  </a:cubicBezTo>
                  <a:cubicBezTo>
                    <a:pt x="35" y="81"/>
                    <a:pt x="29" y="81"/>
                    <a:pt x="32" y="86"/>
                  </a:cubicBezTo>
                  <a:cubicBezTo>
                    <a:pt x="37" y="89"/>
                    <a:pt x="43" y="95"/>
                    <a:pt x="44" y="95"/>
                  </a:cubicBezTo>
                  <a:cubicBezTo>
                    <a:pt x="47" y="91"/>
                    <a:pt x="49" y="91"/>
                    <a:pt x="49" y="86"/>
                  </a:cubicBezTo>
                  <a:cubicBezTo>
                    <a:pt x="49" y="80"/>
                    <a:pt x="52" y="86"/>
                    <a:pt x="52" y="78"/>
                  </a:cubicBezTo>
                  <a:cubicBezTo>
                    <a:pt x="50" y="72"/>
                    <a:pt x="58" y="75"/>
                    <a:pt x="56" y="70"/>
                  </a:cubicBezTo>
                  <a:cubicBezTo>
                    <a:pt x="56" y="67"/>
                    <a:pt x="58" y="72"/>
                    <a:pt x="62" y="66"/>
                  </a:cubicBezTo>
                  <a:cubicBezTo>
                    <a:pt x="61" y="61"/>
                    <a:pt x="58" y="63"/>
                    <a:pt x="58" y="56"/>
                  </a:cubicBezTo>
                  <a:cubicBezTo>
                    <a:pt x="58" y="48"/>
                    <a:pt x="58" y="22"/>
                    <a:pt x="58" y="22"/>
                  </a:cubicBezTo>
                  <a:cubicBezTo>
                    <a:pt x="58" y="22"/>
                    <a:pt x="62" y="14"/>
                    <a:pt x="65" y="11"/>
                  </a:cubicBezTo>
                  <a:cubicBezTo>
                    <a:pt x="62" y="11"/>
                    <a:pt x="59" y="11"/>
                    <a:pt x="58" y="10"/>
                  </a:cubicBezTo>
                  <a:cubicBezTo>
                    <a:pt x="56" y="8"/>
                    <a:pt x="56" y="6"/>
                    <a:pt x="52" y="10"/>
                  </a:cubicBezTo>
                  <a:cubicBezTo>
                    <a:pt x="46" y="13"/>
                    <a:pt x="47" y="17"/>
                    <a:pt x="44" y="16"/>
                  </a:cubicBezTo>
                  <a:cubicBezTo>
                    <a:pt x="44" y="14"/>
                    <a:pt x="43" y="16"/>
                    <a:pt x="40" y="14"/>
                  </a:cubicBezTo>
                  <a:cubicBezTo>
                    <a:pt x="37" y="13"/>
                    <a:pt x="37" y="17"/>
                    <a:pt x="29" y="10"/>
                  </a:cubicBezTo>
                  <a:cubicBezTo>
                    <a:pt x="21" y="2"/>
                    <a:pt x="21" y="10"/>
                    <a:pt x="17" y="5"/>
                  </a:cubicBezTo>
                  <a:cubicBezTo>
                    <a:pt x="15" y="5"/>
                    <a:pt x="12" y="5"/>
                    <a:pt x="14" y="2"/>
                  </a:cubicBezTo>
                  <a:cubicBezTo>
                    <a:pt x="14" y="0"/>
                    <a:pt x="11" y="2"/>
                    <a:pt x="8" y="2"/>
                  </a:cubicBezTo>
                  <a:cubicBezTo>
                    <a:pt x="5" y="3"/>
                    <a:pt x="3" y="6"/>
                    <a:pt x="2" y="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35" name="Freeform 98">
              <a:extLst>
                <a:ext uri="{FF2B5EF4-FFF2-40B4-BE49-F238E27FC236}">
                  <a16:creationId xmlns:a16="http://schemas.microsoft.com/office/drawing/2014/main" id="{FD972680-BE8D-110A-905C-E980EA529F34}"/>
                </a:ext>
              </a:extLst>
            </p:cNvPr>
            <p:cNvSpPr>
              <a:spLocks/>
            </p:cNvSpPr>
            <p:nvPr/>
          </p:nvSpPr>
          <p:spPr bwMode="auto">
            <a:xfrm>
              <a:off x="2490800" y="4465537"/>
              <a:ext cx="130361" cy="173281"/>
            </a:xfrm>
            <a:custGeom>
              <a:avLst/>
              <a:gdLst/>
              <a:ahLst/>
              <a:cxnLst>
                <a:cxn ang="0">
                  <a:pos x="9" y="8"/>
                </a:cxn>
                <a:cxn ang="0">
                  <a:pos x="11" y="19"/>
                </a:cxn>
                <a:cxn ang="0">
                  <a:pos x="5" y="30"/>
                </a:cxn>
                <a:cxn ang="0">
                  <a:pos x="0" y="55"/>
                </a:cxn>
                <a:cxn ang="0">
                  <a:pos x="3" y="56"/>
                </a:cxn>
                <a:cxn ang="0">
                  <a:pos x="6" y="52"/>
                </a:cxn>
                <a:cxn ang="0">
                  <a:pos x="33" y="52"/>
                </a:cxn>
                <a:cxn ang="0">
                  <a:pos x="38" y="33"/>
                </a:cxn>
                <a:cxn ang="0">
                  <a:pos x="39" y="14"/>
                </a:cxn>
                <a:cxn ang="0">
                  <a:pos x="33" y="0"/>
                </a:cxn>
                <a:cxn ang="0">
                  <a:pos x="29" y="5"/>
                </a:cxn>
                <a:cxn ang="0">
                  <a:pos x="27" y="3"/>
                </a:cxn>
                <a:cxn ang="0">
                  <a:pos x="18" y="6"/>
                </a:cxn>
                <a:cxn ang="0">
                  <a:pos x="15" y="5"/>
                </a:cxn>
                <a:cxn ang="0">
                  <a:pos x="9" y="8"/>
                </a:cxn>
              </a:cxnLst>
              <a:rect l="0" t="0" r="r" b="b"/>
              <a:pathLst>
                <a:path w="42" h="56">
                  <a:moveTo>
                    <a:pt x="9" y="8"/>
                  </a:moveTo>
                  <a:cubicBezTo>
                    <a:pt x="9" y="16"/>
                    <a:pt x="6" y="17"/>
                    <a:pt x="11" y="19"/>
                  </a:cubicBezTo>
                  <a:cubicBezTo>
                    <a:pt x="15" y="22"/>
                    <a:pt x="9" y="25"/>
                    <a:pt x="5" y="30"/>
                  </a:cubicBezTo>
                  <a:cubicBezTo>
                    <a:pt x="0" y="34"/>
                    <a:pt x="0" y="45"/>
                    <a:pt x="0" y="55"/>
                  </a:cubicBezTo>
                  <a:cubicBezTo>
                    <a:pt x="3" y="53"/>
                    <a:pt x="0" y="56"/>
                    <a:pt x="3" y="56"/>
                  </a:cubicBezTo>
                  <a:cubicBezTo>
                    <a:pt x="5" y="55"/>
                    <a:pt x="5" y="53"/>
                    <a:pt x="6" y="52"/>
                  </a:cubicBezTo>
                  <a:cubicBezTo>
                    <a:pt x="9" y="52"/>
                    <a:pt x="29" y="52"/>
                    <a:pt x="33" y="52"/>
                  </a:cubicBezTo>
                  <a:cubicBezTo>
                    <a:pt x="35" y="44"/>
                    <a:pt x="32" y="39"/>
                    <a:pt x="38" y="33"/>
                  </a:cubicBezTo>
                  <a:cubicBezTo>
                    <a:pt x="42" y="27"/>
                    <a:pt x="42" y="19"/>
                    <a:pt x="39" y="14"/>
                  </a:cubicBezTo>
                  <a:cubicBezTo>
                    <a:pt x="36" y="10"/>
                    <a:pt x="39" y="8"/>
                    <a:pt x="33" y="0"/>
                  </a:cubicBezTo>
                  <a:cubicBezTo>
                    <a:pt x="32" y="3"/>
                    <a:pt x="32" y="5"/>
                    <a:pt x="29" y="5"/>
                  </a:cubicBezTo>
                  <a:cubicBezTo>
                    <a:pt x="26" y="5"/>
                    <a:pt x="29" y="5"/>
                    <a:pt x="27" y="3"/>
                  </a:cubicBezTo>
                  <a:cubicBezTo>
                    <a:pt x="23" y="3"/>
                    <a:pt x="20" y="10"/>
                    <a:pt x="18" y="6"/>
                  </a:cubicBezTo>
                  <a:cubicBezTo>
                    <a:pt x="17" y="5"/>
                    <a:pt x="17" y="3"/>
                    <a:pt x="15" y="5"/>
                  </a:cubicBezTo>
                  <a:cubicBezTo>
                    <a:pt x="14" y="8"/>
                    <a:pt x="12" y="0"/>
                    <a:pt x="9" y="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36" name="Freeform 117">
              <a:extLst>
                <a:ext uri="{FF2B5EF4-FFF2-40B4-BE49-F238E27FC236}">
                  <a16:creationId xmlns:a16="http://schemas.microsoft.com/office/drawing/2014/main" id="{9E7AA94A-0332-DAF0-E55A-6726A88C6179}"/>
                </a:ext>
              </a:extLst>
            </p:cNvPr>
            <p:cNvSpPr>
              <a:spLocks/>
            </p:cNvSpPr>
            <p:nvPr/>
          </p:nvSpPr>
          <p:spPr bwMode="auto">
            <a:xfrm>
              <a:off x="2034535" y="4481435"/>
              <a:ext cx="187593" cy="267077"/>
            </a:xfrm>
            <a:custGeom>
              <a:avLst/>
              <a:gdLst/>
              <a:ahLst/>
              <a:cxnLst>
                <a:cxn ang="0">
                  <a:pos x="18" y="16"/>
                </a:cxn>
                <a:cxn ang="0">
                  <a:pos x="17" y="23"/>
                </a:cxn>
                <a:cxn ang="0">
                  <a:pos x="23" y="23"/>
                </a:cxn>
                <a:cxn ang="0">
                  <a:pos x="26" y="30"/>
                </a:cxn>
                <a:cxn ang="0">
                  <a:pos x="23" y="37"/>
                </a:cxn>
                <a:cxn ang="0">
                  <a:pos x="28" y="43"/>
                </a:cxn>
                <a:cxn ang="0">
                  <a:pos x="26" y="56"/>
                </a:cxn>
                <a:cxn ang="0">
                  <a:pos x="25" y="60"/>
                </a:cxn>
                <a:cxn ang="0">
                  <a:pos x="22" y="59"/>
                </a:cxn>
                <a:cxn ang="0">
                  <a:pos x="14" y="56"/>
                </a:cxn>
                <a:cxn ang="0">
                  <a:pos x="12" y="57"/>
                </a:cxn>
                <a:cxn ang="0">
                  <a:pos x="6" y="60"/>
                </a:cxn>
                <a:cxn ang="0">
                  <a:pos x="6" y="68"/>
                </a:cxn>
                <a:cxn ang="0">
                  <a:pos x="5" y="73"/>
                </a:cxn>
                <a:cxn ang="0">
                  <a:pos x="0" y="74"/>
                </a:cxn>
                <a:cxn ang="0">
                  <a:pos x="6" y="82"/>
                </a:cxn>
                <a:cxn ang="0">
                  <a:pos x="8" y="85"/>
                </a:cxn>
                <a:cxn ang="0">
                  <a:pos x="14" y="81"/>
                </a:cxn>
                <a:cxn ang="0">
                  <a:pos x="17" y="82"/>
                </a:cxn>
                <a:cxn ang="0">
                  <a:pos x="26" y="79"/>
                </a:cxn>
                <a:cxn ang="0">
                  <a:pos x="28" y="84"/>
                </a:cxn>
                <a:cxn ang="0">
                  <a:pos x="37" y="76"/>
                </a:cxn>
                <a:cxn ang="0">
                  <a:pos x="41" y="67"/>
                </a:cxn>
                <a:cxn ang="0">
                  <a:pos x="50" y="47"/>
                </a:cxn>
                <a:cxn ang="0">
                  <a:pos x="55" y="34"/>
                </a:cxn>
                <a:cxn ang="0">
                  <a:pos x="55" y="23"/>
                </a:cxn>
                <a:cxn ang="0">
                  <a:pos x="57" y="11"/>
                </a:cxn>
                <a:cxn ang="0">
                  <a:pos x="61" y="3"/>
                </a:cxn>
                <a:cxn ang="0">
                  <a:pos x="54" y="2"/>
                </a:cxn>
                <a:cxn ang="0">
                  <a:pos x="46" y="2"/>
                </a:cxn>
                <a:cxn ang="0">
                  <a:pos x="41" y="16"/>
                </a:cxn>
                <a:cxn ang="0">
                  <a:pos x="40" y="20"/>
                </a:cxn>
                <a:cxn ang="0">
                  <a:pos x="35" y="17"/>
                </a:cxn>
                <a:cxn ang="0">
                  <a:pos x="29" y="16"/>
                </a:cxn>
                <a:cxn ang="0">
                  <a:pos x="18" y="16"/>
                </a:cxn>
              </a:cxnLst>
              <a:rect l="0" t="0" r="r" b="b"/>
              <a:pathLst>
                <a:path w="61" h="87">
                  <a:moveTo>
                    <a:pt x="18" y="16"/>
                  </a:moveTo>
                  <a:cubicBezTo>
                    <a:pt x="18" y="19"/>
                    <a:pt x="15" y="19"/>
                    <a:pt x="17" y="23"/>
                  </a:cubicBezTo>
                  <a:cubicBezTo>
                    <a:pt x="18" y="26"/>
                    <a:pt x="22" y="23"/>
                    <a:pt x="23" y="23"/>
                  </a:cubicBezTo>
                  <a:cubicBezTo>
                    <a:pt x="26" y="23"/>
                    <a:pt x="28" y="26"/>
                    <a:pt x="26" y="30"/>
                  </a:cubicBezTo>
                  <a:cubicBezTo>
                    <a:pt x="25" y="34"/>
                    <a:pt x="25" y="28"/>
                    <a:pt x="23" y="37"/>
                  </a:cubicBezTo>
                  <a:cubicBezTo>
                    <a:pt x="22" y="42"/>
                    <a:pt x="28" y="40"/>
                    <a:pt x="28" y="43"/>
                  </a:cubicBezTo>
                  <a:cubicBezTo>
                    <a:pt x="26" y="47"/>
                    <a:pt x="28" y="53"/>
                    <a:pt x="26" y="56"/>
                  </a:cubicBezTo>
                  <a:cubicBezTo>
                    <a:pt x="25" y="59"/>
                    <a:pt x="28" y="60"/>
                    <a:pt x="25" y="60"/>
                  </a:cubicBezTo>
                  <a:cubicBezTo>
                    <a:pt x="22" y="62"/>
                    <a:pt x="23" y="56"/>
                    <a:pt x="22" y="59"/>
                  </a:cubicBezTo>
                  <a:cubicBezTo>
                    <a:pt x="18" y="62"/>
                    <a:pt x="17" y="62"/>
                    <a:pt x="14" y="56"/>
                  </a:cubicBezTo>
                  <a:cubicBezTo>
                    <a:pt x="11" y="51"/>
                    <a:pt x="11" y="54"/>
                    <a:pt x="12" y="57"/>
                  </a:cubicBezTo>
                  <a:cubicBezTo>
                    <a:pt x="12" y="60"/>
                    <a:pt x="9" y="60"/>
                    <a:pt x="6" y="60"/>
                  </a:cubicBezTo>
                  <a:cubicBezTo>
                    <a:pt x="3" y="60"/>
                    <a:pt x="5" y="67"/>
                    <a:pt x="6" y="68"/>
                  </a:cubicBezTo>
                  <a:cubicBezTo>
                    <a:pt x="8" y="70"/>
                    <a:pt x="8" y="74"/>
                    <a:pt x="5" y="73"/>
                  </a:cubicBezTo>
                  <a:cubicBezTo>
                    <a:pt x="3" y="71"/>
                    <a:pt x="3" y="71"/>
                    <a:pt x="0" y="74"/>
                  </a:cubicBezTo>
                  <a:cubicBezTo>
                    <a:pt x="5" y="79"/>
                    <a:pt x="5" y="79"/>
                    <a:pt x="6" y="82"/>
                  </a:cubicBezTo>
                  <a:cubicBezTo>
                    <a:pt x="6" y="84"/>
                    <a:pt x="8" y="85"/>
                    <a:pt x="8" y="85"/>
                  </a:cubicBezTo>
                  <a:cubicBezTo>
                    <a:pt x="9" y="82"/>
                    <a:pt x="12" y="81"/>
                    <a:pt x="14" y="81"/>
                  </a:cubicBezTo>
                  <a:cubicBezTo>
                    <a:pt x="14" y="79"/>
                    <a:pt x="15" y="81"/>
                    <a:pt x="17" y="82"/>
                  </a:cubicBezTo>
                  <a:cubicBezTo>
                    <a:pt x="20" y="87"/>
                    <a:pt x="23" y="77"/>
                    <a:pt x="26" y="79"/>
                  </a:cubicBezTo>
                  <a:cubicBezTo>
                    <a:pt x="29" y="81"/>
                    <a:pt x="25" y="84"/>
                    <a:pt x="28" y="84"/>
                  </a:cubicBezTo>
                  <a:cubicBezTo>
                    <a:pt x="32" y="85"/>
                    <a:pt x="35" y="76"/>
                    <a:pt x="37" y="76"/>
                  </a:cubicBezTo>
                  <a:cubicBezTo>
                    <a:pt x="40" y="76"/>
                    <a:pt x="43" y="70"/>
                    <a:pt x="41" y="67"/>
                  </a:cubicBezTo>
                  <a:cubicBezTo>
                    <a:pt x="38" y="60"/>
                    <a:pt x="46" y="48"/>
                    <a:pt x="50" y="47"/>
                  </a:cubicBezTo>
                  <a:cubicBezTo>
                    <a:pt x="55" y="43"/>
                    <a:pt x="52" y="40"/>
                    <a:pt x="55" y="34"/>
                  </a:cubicBezTo>
                  <a:cubicBezTo>
                    <a:pt x="57" y="30"/>
                    <a:pt x="54" y="31"/>
                    <a:pt x="55" y="23"/>
                  </a:cubicBezTo>
                  <a:cubicBezTo>
                    <a:pt x="57" y="16"/>
                    <a:pt x="54" y="17"/>
                    <a:pt x="57" y="11"/>
                  </a:cubicBezTo>
                  <a:cubicBezTo>
                    <a:pt x="61" y="6"/>
                    <a:pt x="61" y="5"/>
                    <a:pt x="61" y="3"/>
                  </a:cubicBezTo>
                  <a:cubicBezTo>
                    <a:pt x="58" y="0"/>
                    <a:pt x="57" y="5"/>
                    <a:pt x="54" y="2"/>
                  </a:cubicBezTo>
                  <a:cubicBezTo>
                    <a:pt x="50" y="0"/>
                    <a:pt x="50" y="3"/>
                    <a:pt x="46" y="2"/>
                  </a:cubicBezTo>
                  <a:cubicBezTo>
                    <a:pt x="41" y="2"/>
                    <a:pt x="44" y="9"/>
                    <a:pt x="41" y="16"/>
                  </a:cubicBezTo>
                  <a:cubicBezTo>
                    <a:pt x="40" y="17"/>
                    <a:pt x="41" y="20"/>
                    <a:pt x="40" y="20"/>
                  </a:cubicBezTo>
                  <a:cubicBezTo>
                    <a:pt x="40" y="22"/>
                    <a:pt x="38" y="19"/>
                    <a:pt x="35" y="17"/>
                  </a:cubicBezTo>
                  <a:cubicBezTo>
                    <a:pt x="32" y="17"/>
                    <a:pt x="29" y="16"/>
                    <a:pt x="29" y="16"/>
                  </a:cubicBezTo>
                  <a:cubicBezTo>
                    <a:pt x="18" y="16"/>
                    <a:pt x="18" y="16"/>
                    <a:pt x="18" y="16"/>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37" name="Freeform 506">
              <a:extLst>
                <a:ext uri="{FF2B5EF4-FFF2-40B4-BE49-F238E27FC236}">
                  <a16:creationId xmlns:a16="http://schemas.microsoft.com/office/drawing/2014/main" id="{338D2304-444D-9127-7083-B5DF9B56DA35}"/>
                </a:ext>
              </a:extLst>
            </p:cNvPr>
            <p:cNvSpPr/>
            <p:nvPr/>
          </p:nvSpPr>
          <p:spPr bwMode="ltGray">
            <a:xfrm>
              <a:off x="2344900" y="4230393"/>
              <a:ext cx="260334" cy="73944"/>
            </a:xfrm>
            <a:custGeom>
              <a:avLst/>
              <a:gdLst>
                <a:gd name="connsiteX0" fmla="*/ 0 w 235744"/>
                <a:gd name="connsiteY0" fmla="*/ 64294 h 66960"/>
                <a:gd name="connsiteX1" fmla="*/ 16669 w 235744"/>
                <a:gd name="connsiteY1" fmla="*/ 54769 h 66960"/>
                <a:gd name="connsiteX2" fmla="*/ 14288 w 235744"/>
                <a:gd name="connsiteY2" fmla="*/ 47625 h 66960"/>
                <a:gd name="connsiteX3" fmla="*/ 16669 w 235744"/>
                <a:gd name="connsiteY3" fmla="*/ 35719 h 66960"/>
                <a:gd name="connsiteX4" fmla="*/ 30956 w 235744"/>
                <a:gd name="connsiteY4" fmla="*/ 30956 h 66960"/>
                <a:gd name="connsiteX5" fmla="*/ 38100 w 235744"/>
                <a:gd name="connsiteY5" fmla="*/ 35719 h 66960"/>
                <a:gd name="connsiteX6" fmla="*/ 42863 w 235744"/>
                <a:gd name="connsiteY6" fmla="*/ 42863 h 66960"/>
                <a:gd name="connsiteX7" fmla="*/ 50006 w 235744"/>
                <a:gd name="connsiteY7" fmla="*/ 50006 h 66960"/>
                <a:gd name="connsiteX8" fmla="*/ 52388 w 235744"/>
                <a:gd name="connsiteY8" fmla="*/ 57150 h 66960"/>
                <a:gd name="connsiteX9" fmla="*/ 71438 w 235744"/>
                <a:gd name="connsiteY9" fmla="*/ 57150 h 66960"/>
                <a:gd name="connsiteX10" fmla="*/ 95250 w 235744"/>
                <a:gd name="connsiteY10" fmla="*/ 59531 h 66960"/>
                <a:gd name="connsiteX11" fmla="*/ 100013 w 235744"/>
                <a:gd name="connsiteY11" fmla="*/ 66675 h 66960"/>
                <a:gd name="connsiteX12" fmla="*/ 114300 w 235744"/>
                <a:gd name="connsiteY12" fmla="*/ 64294 h 66960"/>
                <a:gd name="connsiteX13" fmla="*/ 116681 w 235744"/>
                <a:gd name="connsiteY13" fmla="*/ 52388 h 66960"/>
                <a:gd name="connsiteX14" fmla="*/ 140494 w 235744"/>
                <a:gd name="connsiteY14" fmla="*/ 50006 h 66960"/>
                <a:gd name="connsiteX15" fmla="*/ 147638 w 235744"/>
                <a:gd name="connsiteY15" fmla="*/ 47625 h 66960"/>
                <a:gd name="connsiteX16" fmla="*/ 152400 w 235744"/>
                <a:gd name="connsiteY16" fmla="*/ 40481 h 66960"/>
                <a:gd name="connsiteX17" fmla="*/ 169069 w 235744"/>
                <a:gd name="connsiteY17" fmla="*/ 38100 h 66960"/>
                <a:gd name="connsiteX18" fmla="*/ 176213 w 235744"/>
                <a:gd name="connsiteY18" fmla="*/ 35719 h 66960"/>
                <a:gd name="connsiteX19" fmla="*/ 178594 w 235744"/>
                <a:gd name="connsiteY19" fmla="*/ 23813 h 66960"/>
                <a:gd name="connsiteX20" fmla="*/ 180975 w 235744"/>
                <a:gd name="connsiteY20" fmla="*/ 16669 h 66960"/>
                <a:gd name="connsiteX21" fmla="*/ 183356 w 235744"/>
                <a:gd name="connsiteY21" fmla="*/ 2381 h 66960"/>
                <a:gd name="connsiteX22" fmla="*/ 190500 w 235744"/>
                <a:gd name="connsiteY22" fmla="*/ 0 h 66960"/>
                <a:gd name="connsiteX23" fmla="*/ 195263 w 235744"/>
                <a:gd name="connsiteY23" fmla="*/ 16669 h 66960"/>
                <a:gd name="connsiteX24" fmla="*/ 200025 w 235744"/>
                <a:gd name="connsiteY24" fmla="*/ 30956 h 66960"/>
                <a:gd name="connsiteX25" fmla="*/ 216694 w 235744"/>
                <a:gd name="connsiteY25" fmla="*/ 47625 h 66960"/>
                <a:gd name="connsiteX26" fmla="*/ 228600 w 235744"/>
                <a:gd name="connsiteY26" fmla="*/ 50006 h 66960"/>
                <a:gd name="connsiteX27" fmla="*/ 235744 w 235744"/>
                <a:gd name="connsiteY27" fmla="*/ 54769 h 66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35744" h="66960">
                  <a:moveTo>
                    <a:pt x="0" y="64294"/>
                  </a:moveTo>
                  <a:cubicBezTo>
                    <a:pt x="7024" y="62889"/>
                    <a:pt x="15098" y="64193"/>
                    <a:pt x="16669" y="54769"/>
                  </a:cubicBezTo>
                  <a:cubicBezTo>
                    <a:pt x="17082" y="52293"/>
                    <a:pt x="15082" y="50006"/>
                    <a:pt x="14288" y="47625"/>
                  </a:cubicBezTo>
                  <a:cubicBezTo>
                    <a:pt x="15082" y="43656"/>
                    <a:pt x="13807" y="38581"/>
                    <a:pt x="16669" y="35719"/>
                  </a:cubicBezTo>
                  <a:cubicBezTo>
                    <a:pt x="20219" y="32169"/>
                    <a:pt x="30956" y="30956"/>
                    <a:pt x="30956" y="30956"/>
                  </a:cubicBezTo>
                  <a:cubicBezTo>
                    <a:pt x="33337" y="32544"/>
                    <a:pt x="36076" y="33695"/>
                    <a:pt x="38100" y="35719"/>
                  </a:cubicBezTo>
                  <a:cubicBezTo>
                    <a:pt x="40124" y="37743"/>
                    <a:pt x="41031" y="40664"/>
                    <a:pt x="42863" y="42863"/>
                  </a:cubicBezTo>
                  <a:cubicBezTo>
                    <a:pt x="45019" y="45450"/>
                    <a:pt x="47625" y="47625"/>
                    <a:pt x="50006" y="50006"/>
                  </a:cubicBezTo>
                  <a:cubicBezTo>
                    <a:pt x="50800" y="52387"/>
                    <a:pt x="50613" y="55375"/>
                    <a:pt x="52388" y="57150"/>
                  </a:cubicBezTo>
                  <a:cubicBezTo>
                    <a:pt x="57269" y="62031"/>
                    <a:pt x="66910" y="58055"/>
                    <a:pt x="71438" y="57150"/>
                  </a:cubicBezTo>
                  <a:cubicBezTo>
                    <a:pt x="79375" y="57944"/>
                    <a:pt x="87682" y="57008"/>
                    <a:pt x="95250" y="59531"/>
                  </a:cubicBezTo>
                  <a:cubicBezTo>
                    <a:pt x="97965" y="60436"/>
                    <a:pt x="97236" y="65981"/>
                    <a:pt x="100013" y="66675"/>
                  </a:cubicBezTo>
                  <a:cubicBezTo>
                    <a:pt x="104697" y="67846"/>
                    <a:pt x="109538" y="65088"/>
                    <a:pt x="114300" y="64294"/>
                  </a:cubicBezTo>
                  <a:cubicBezTo>
                    <a:pt x="115094" y="60325"/>
                    <a:pt x="114673" y="55902"/>
                    <a:pt x="116681" y="52388"/>
                  </a:cubicBezTo>
                  <a:cubicBezTo>
                    <a:pt x="121734" y="43546"/>
                    <a:pt x="134251" y="49114"/>
                    <a:pt x="140494" y="50006"/>
                  </a:cubicBezTo>
                  <a:cubicBezTo>
                    <a:pt x="142875" y="49212"/>
                    <a:pt x="145678" y="49193"/>
                    <a:pt x="147638" y="47625"/>
                  </a:cubicBezTo>
                  <a:cubicBezTo>
                    <a:pt x="149873" y="45837"/>
                    <a:pt x="149785" y="41643"/>
                    <a:pt x="152400" y="40481"/>
                  </a:cubicBezTo>
                  <a:cubicBezTo>
                    <a:pt x="157529" y="38201"/>
                    <a:pt x="163513" y="38894"/>
                    <a:pt x="169069" y="38100"/>
                  </a:cubicBezTo>
                  <a:cubicBezTo>
                    <a:pt x="171450" y="37306"/>
                    <a:pt x="174821" y="37808"/>
                    <a:pt x="176213" y="35719"/>
                  </a:cubicBezTo>
                  <a:cubicBezTo>
                    <a:pt x="178458" y="32352"/>
                    <a:pt x="177612" y="27739"/>
                    <a:pt x="178594" y="23813"/>
                  </a:cubicBezTo>
                  <a:cubicBezTo>
                    <a:pt x="179203" y="21378"/>
                    <a:pt x="180431" y="19119"/>
                    <a:pt x="180975" y="16669"/>
                  </a:cubicBezTo>
                  <a:cubicBezTo>
                    <a:pt x="182022" y="11956"/>
                    <a:pt x="180960" y="6573"/>
                    <a:pt x="183356" y="2381"/>
                  </a:cubicBezTo>
                  <a:cubicBezTo>
                    <a:pt x="184601" y="202"/>
                    <a:pt x="188119" y="794"/>
                    <a:pt x="190500" y="0"/>
                  </a:cubicBezTo>
                  <a:cubicBezTo>
                    <a:pt x="198505" y="24018"/>
                    <a:pt x="186289" y="-13243"/>
                    <a:pt x="195263" y="16669"/>
                  </a:cubicBezTo>
                  <a:cubicBezTo>
                    <a:pt x="196706" y="21477"/>
                    <a:pt x="198438" y="26194"/>
                    <a:pt x="200025" y="30956"/>
                  </a:cubicBezTo>
                  <a:cubicBezTo>
                    <a:pt x="203019" y="39940"/>
                    <a:pt x="203046" y="44896"/>
                    <a:pt x="216694" y="47625"/>
                  </a:cubicBezTo>
                  <a:lnTo>
                    <a:pt x="228600" y="50006"/>
                  </a:lnTo>
                  <a:lnTo>
                    <a:pt x="235744" y="54769"/>
                  </a:lnTo>
                </a:path>
              </a:pathLst>
            </a:custGeom>
            <a:grp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24073" rtl="0" eaLnBrk="1" fontAlgn="auto" latinLnBrk="0" hangingPunct="1">
                <a:lnSpc>
                  <a:spcPct val="100000"/>
                </a:lnSpc>
                <a:spcBef>
                  <a:spcPts val="0"/>
                </a:spcBef>
                <a:spcAft>
                  <a:spcPts val="0"/>
                </a:spcAft>
                <a:buClrTx/>
                <a:buSzTx/>
                <a:buFontTx/>
                <a:buNone/>
                <a:tabLst/>
                <a:defRPr/>
              </a:pPr>
              <a:endParaRPr kumimoji="0" lang="en-US" sz="1814" b="0" i="0" u="none" strike="noStrike" kern="1200" cap="none" spc="0" normalizeH="0" baseline="0" noProof="0">
                <a:ln>
                  <a:noFill/>
                </a:ln>
                <a:solidFill>
                  <a:srgbClr val="FFFFFF"/>
                </a:solidFill>
                <a:effectLst/>
                <a:uLnTx/>
                <a:uFillTx/>
                <a:cs typeface="+mn-ea"/>
                <a:sym typeface="+mn-lt"/>
              </a:endParaRPr>
            </a:p>
          </p:txBody>
        </p:sp>
        <p:sp>
          <p:nvSpPr>
            <p:cNvPr id="238" name="Freeform 13">
              <a:extLst>
                <a:ext uri="{FF2B5EF4-FFF2-40B4-BE49-F238E27FC236}">
                  <a16:creationId xmlns:a16="http://schemas.microsoft.com/office/drawing/2014/main" id="{8FF8031A-94F3-8186-4AF2-0C531C6E4C69}"/>
                </a:ext>
              </a:extLst>
            </p:cNvPr>
            <p:cNvSpPr>
              <a:spLocks/>
            </p:cNvSpPr>
            <p:nvPr/>
          </p:nvSpPr>
          <p:spPr bwMode="auto">
            <a:xfrm>
              <a:off x="2818292" y="4945639"/>
              <a:ext cx="184414" cy="438769"/>
            </a:xfrm>
            <a:custGeom>
              <a:avLst/>
              <a:gdLst/>
              <a:ahLst/>
              <a:cxnLst>
                <a:cxn ang="0">
                  <a:pos x="46" y="12"/>
                </a:cxn>
                <a:cxn ang="0">
                  <a:pos x="48" y="4"/>
                </a:cxn>
                <a:cxn ang="0">
                  <a:pos x="54" y="11"/>
                </a:cxn>
                <a:cxn ang="0">
                  <a:pos x="58" y="32"/>
                </a:cxn>
                <a:cxn ang="0">
                  <a:pos x="55" y="42"/>
                </a:cxn>
                <a:cxn ang="0">
                  <a:pos x="52" y="43"/>
                </a:cxn>
                <a:cxn ang="0">
                  <a:pos x="54" y="51"/>
                </a:cxn>
                <a:cxn ang="0">
                  <a:pos x="51" y="59"/>
                </a:cxn>
                <a:cxn ang="0">
                  <a:pos x="45" y="83"/>
                </a:cxn>
                <a:cxn ang="0">
                  <a:pos x="29" y="135"/>
                </a:cxn>
                <a:cxn ang="0">
                  <a:pos x="16" y="138"/>
                </a:cxn>
                <a:cxn ang="0">
                  <a:pos x="7" y="130"/>
                </a:cxn>
                <a:cxn ang="0">
                  <a:pos x="5" y="116"/>
                </a:cxn>
                <a:cxn ang="0">
                  <a:pos x="2" y="101"/>
                </a:cxn>
                <a:cxn ang="0">
                  <a:pos x="7" y="93"/>
                </a:cxn>
                <a:cxn ang="0">
                  <a:pos x="11" y="80"/>
                </a:cxn>
                <a:cxn ang="0">
                  <a:pos x="10" y="71"/>
                </a:cxn>
                <a:cxn ang="0">
                  <a:pos x="8" y="63"/>
                </a:cxn>
                <a:cxn ang="0">
                  <a:pos x="10" y="53"/>
                </a:cxn>
                <a:cxn ang="0">
                  <a:pos x="13" y="45"/>
                </a:cxn>
                <a:cxn ang="0">
                  <a:pos x="19" y="42"/>
                </a:cxn>
                <a:cxn ang="0">
                  <a:pos x="32" y="31"/>
                </a:cxn>
                <a:cxn ang="0">
                  <a:pos x="39" y="21"/>
                </a:cxn>
                <a:cxn ang="0">
                  <a:pos x="46" y="12"/>
                </a:cxn>
              </a:cxnLst>
              <a:rect l="0" t="0" r="r" b="b"/>
              <a:pathLst>
                <a:path w="60" h="142">
                  <a:moveTo>
                    <a:pt x="46" y="12"/>
                  </a:moveTo>
                  <a:cubicBezTo>
                    <a:pt x="46" y="6"/>
                    <a:pt x="46" y="8"/>
                    <a:pt x="48" y="4"/>
                  </a:cubicBezTo>
                  <a:cubicBezTo>
                    <a:pt x="51" y="0"/>
                    <a:pt x="51" y="9"/>
                    <a:pt x="54" y="11"/>
                  </a:cubicBezTo>
                  <a:cubicBezTo>
                    <a:pt x="57" y="12"/>
                    <a:pt x="57" y="29"/>
                    <a:pt x="58" y="32"/>
                  </a:cubicBezTo>
                  <a:cubicBezTo>
                    <a:pt x="60" y="37"/>
                    <a:pt x="57" y="45"/>
                    <a:pt x="55" y="42"/>
                  </a:cubicBezTo>
                  <a:cubicBezTo>
                    <a:pt x="52" y="34"/>
                    <a:pt x="51" y="39"/>
                    <a:pt x="52" y="43"/>
                  </a:cubicBezTo>
                  <a:cubicBezTo>
                    <a:pt x="55" y="46"/>
                    <a:pt x="52" y="46"/>
                    <a:pt x="54" y="51"/>
                  </a:cubicBezTo>
                  <a:cubicBezTo>
                    <a:pt x="54" y="54"/>
                    <a:pt x="49" y="51"/>
                    <a:pt x="51" y="59"/>
                  </a:cubicBezTo>
                  <a:cubicBezTo>
                    <a:pt x="52" y="66"/>
                    <a:pt x="49" y="68"/>
                    <a:pt x="45" y="83"/>
                  </a:cubicBezTo>
                  <a:cubicBezTo>
                    <a:pt x="40" y="105"/>
                    <a:pt x="34" y="135"/>
                    <a:pt x="29" y="135"/>
                  </a:cubicBezTo>
                  <a:cubicBezTo>
                    <a:pt x="26" y="135"/>
                    <a:pt x="19" y="142"/>
                    <a:pt x="16" y="138"/>
                  </a:cubicBezTo>
                  <a:cubicBezTo>
                    <a:pt x="13" y="135"/>
                    <a:pt x="10" y="138"/>
                    <a:pt x="7" y="130"/>
                  </a:cubicBezTo>
                  <a:cubicBezTo>
                    <a:pt x="2" y="121"/>
                    <a:pt x="7" y="119"/>
                    <a:pt x="5" y="116"/>
                  </a:cubicBezTo>
                  <a:cubicBezTo>
                    <a:pt x="2" y="111"/>
                    <a:pt x="0" y="110"/>
                    <a:pt x="2" y="101"/>
                  </a:cubicBezTo>
                  <a:cubicBezTo>
                    <a:pt x="3" y="93"/>
                    <a:pt x="5" y="99"/>
                    <a:pt x="7" y="93"/>
                  </a:cubicBezTo>
                  <a:cubicBezTo>
                    <a:pt x="8" y="88"/>
                    <a:pt x="13" y="87"/>
                    <a:pt x="11" y="80"/>
                  </a:cubicBezTo>
                  <a:cubicBezTo>
                    <a:pt x="10" y="74"/>
                    <a:pt x="8" y="74"/>
                    <a:pt x="10" y="71"/>
                  </a:cubicBezTo>
                  <a:cubicBezTo>
                    <a:pt x="10" y="68"/>
                    <a:pt x="7" y="68"/>
                    <a:pt x="8" y="63"/>
                  </a:cubicBezTo>
                  <a:cubicBezTo>
                    <a:pt x="10" y="57"/>
                    <a:pt x="5" y="60"/>
                    <a:pt x="10" y="53"/>
                  </a:cubicBezTo>
                  <a:cubicBezTo>
                    <a:pt x="13" y="45"/>
                    <a:pt x="8" y="43"/>
                    <a:pt x="13" y="45"/>
                  </a:cubicBezTo>
                  <a:cubicBezTo>
                    <a:pt x="17" y="45"/>
                    <a:pt x="14" y="42"/>
                    <a:pt x="19" y="42"/>
                  </a:cubicBezTo>
                  <a:cubicBezTo>
                    <a:pt x="29" y="40"/>
                    <a:pt x="26" y="37"/>
                    <a:pt x="32" y="31"/>
                  </a:cubicBezTo>
                  <a:cubicBezTo>
                    <a:pt x="39" y="25"/>
                    <a:pt x="40" y="25"/>
                    <a:pt x="39" y="21"/>
                  </a:cubicBezTo>
                  <a:cubicBezTo>
                    <a:pt x="36" y="17"/>
                    <a:pt x="45" y="23"/>
                    <a:pt x="46" y="1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39" name="Freeform 82">
              <a:extLst>
                <a:ext uri="{FF2B5EF4-FFF2-40B4-BE49-F238E27FC236}">
                  <a16:creationId xmlns:a16="http://schemas.microsoft.com/office/drawing/2014/main" id="{730BEFD9-137A-0CBF-E777-FDC1E6B5E35A}"/>
                </a:ext>
              </a:extLst>
            </p:cNvPr>
            <p:cNvSpPr>
              <a:spLocks/>
            </p:cNvSpPr>
            <p:nvPr/>
          </p:nvSpPr>
          <p:spPr bwMode="auto">
            <a:xfrm>
              <a:off x="1982073" y="3567333"/>
              <a:ext cx="400622" cy="432409"/>
            </a:xfrm>
            <a:custGeom>
              <a:avLst/>
              <a:gdLst/>
              <a:ahLst/>
              <a:cxnLst>
                <a:cxn ang="0">
                  <a:pos x="119" y="140"/>
                </a:cxn>
                <a:cxn ang="0">
                  <a:pos x="119" y="135"/>
                </a:cxn>
                <a:cxn ang="0">
                  <a:pos x="129" y="135"/>
                </a:cxn>
                <a:cxn ang="0">
                  <a:pos x="129" y="115"/>
                </a:cxn>
                <a:cxn ang="0">
                  <a:pos x="129" y="39"/>
                </a:cxn>
                <a:cxn ang="0">
                  <a:pos x="127" y="28"/>
                </a:cxn>
                <a:cxn ang="0">
                  <a:pos x="129" y="18"/>
                </a:cxn>
                <a:cxn ang="0">
                  <a:pos x="129" y="16"/>
                </a:cxn>
                <a:cxn ang="0">
                  <a:pos x="124" y="11"/>
                </a:cxn>
                <a:cxn ang="0">
                  <a:pos x="116" y="10"/>
                </a:cxn>
                <a:cxn ang="0">
                  <a:pos x="109" y="4"/>
                </a:cxn>
                <a:cxn ang="0">
                  <a:pos x="100" y="4"/>
                </a:cxn>
                <a:cxn ang="0">
                  <a:pos x="89" y="10"/>
                </a:cxn>
                <a:cxn ang="0">
                  <a:pos x="87" y="25"/>
                </a:cxn>
                <a:cxn ang="0">
                  <a:pos x="77" y="27"/>
                </a:cxn>
                <a:cxn ang="0">
                  <a:pos x="61" y="21"/>
                </a:cxn>
                <a:cxn ang="0">
                  <a:pos x="52" y="13"/>
                </a:cxn>
                <a:cxn ang="0">
                  <a:pos x="43" y="5"/>
                </a:cxn>
                <a:cxn ang="0">
                  <a:pos x="31" y="4"/>
                </a:cxn>
                <a:cxn ang="0">
                  <a:pos x="22" y="0"/>
                </a:cxn>
                <a:cxn ang="0">
                  <a:pos x="20" y="8"/>
                </a:cxn>
                <a:cxn ang="0">
                  <a:pos x="11" y="14"/>
                </a:cxn>
                <a:cxn ang="0">
                  <a:pos x="5" y="30"/>
                </a:cxn>
                <a:cxn ang="0">
                  <a:pos x="8" y="53"/>
                </a:cxn>
                <a:cxn ang="0">
                  <a:pos x="8" y="64"/>
                </a:cxn>
                <a:cxn ang="0">
                  <a:pos x="6" y="76"/>
                </a:cxn>
                <a:cxn ang="0">
                  <a:pos x="9" y="87"/>
                </a:cxn>
                <a:cxn ang="0">
                  <a:pos x="19" y="90"/>
                </a:cxn>
                <a:cxn ang="0">
                  <a:pos x="25" y="100"/>
                </a:cxn>
                <a:cxn ang="0">
                  <a:pos x="40" y="106"/>
                </a:cxn>
                <a:cxn ang="0">
                  <a:pos x="48" y="104"/>
                </a:cxn>
                <a:cxn ang="0">
                  <a:pos x="57" y="100"/>
                </a:cxn>
                <a:cxn ang="0">
                  <a:pos x="119" y="140"/>
                </a:cxn>
              </a:cxnLst>
              <a:rect l="0" t="0" r="r" b="b"/>
              <a:pathLst>
                <a:path w="130" h="140">
                  <a:moveTo>
                    <a:pt x="119" y="140"/>
                  </a:moveTo>
                  <a:cubicBezTo>
                    <a:pt x="119" y="135"/>
                    <a:pt x="119" y="135"/>
                    <a:pt x="119" y="135"/>
                  </a:cubicBezTo>
                  <a:cubicBezTo>
                    <a:pt x="129" y="135"/>
                    <a:pt x="129" y="135"/>
                    <a:pt x="129" y="135"/>
                  </a:cubicBezTo>
                  <a:cubicBezTo>
                    <a:pt x="129" y="115"/>
                    <a:pt x="129" y="115"/>
                    <a:pt x="129" y="115"/>
                  </a:cubicBezTo>
                  <a:cubicBezTo>
                    <a:pt x="129" y="39"/>
                    <a:pt x="129" y="39"/>
                    <a:pt x="129" y="39"/>
                  </a:cubicBezTo>
                  <a:cubicBezTo>
                    <a:pt x="129" y="36"/>
                    <a:pt x="124" y="35"/>
                    <a:pt x="127" y="28"/>
                  </a:cubicBezTo>
                  <a:cubicBezTo>
                    <a:pt x="130" y="24"/>
                    <a:pt x="125" y="21"/>
                    <a:pt x="129" y="18"/>
                  </a:cubicBezTo>
                  <a:cubicBezTo>
                    <a:pt x="129" y="16"/>
                    <a:pt x="129" y="16"/>
                    <a:pt x="129" y="16"/>
                  </a:cubicBezTo>
                  <a:cubicBezTo>
                    <a:pt x="129" y="14"/>
                    <a:pt x="129" y="11"/>
                    <a:pt x="124" y="11"/>
                  </a:cubicBezTo>
                  <a:cubicBezTo>
                    <a:pt x="119" y="11"/>
                    <a:pt x="121" y="11"/>
                    <a:pt x="116" y="10"/>
                  </a:cubicBezTo>
                  <a:cubicBezTo>
                    <a:pt x="112" y="10"/>
                    <a:pt x="116" y="7"/>
                    <a:pt x="109" y="4"/>
                  </a:cubicBezTo>
                  <a:cubicBezTo>
                    <a:pt x="103" y="0"/>
                    <a:pt x="101" y="2"/>
                    <a:pt x="100" y="4"/>
                  </a:cubicBezTo>
                  <a:cubicBezTo>
                    <a:pt x="98" y="5"/>
                    <a:pt x="96" y="2"/>
                    <a:pt x="89" y="10"/>
                  </a:cubicBezTo>
                  <a:cubicBezTo>
                    <a:pt x="86" y="14"/>
                    <a:pt x="92" y="21"/>
                    <a:pt x="87" y="25"/>
                  </a:cubicBezTo>
                  <a:cubicBezTo>
                    <a:pt x="83" y="32"/>
                    <a:pt x="80" y="32"/>
                    <a:pt x="77" y="27"/>
                  </a:cubicBezTo>
                  <a:cubicBezTo>
                    <a:pt x="74" y="24"/>
                    <a:pt x="67" y="21"/>
                    <a:pt x="61" y="21"/>
                  </a:cubicBezTo>
                  <a:cubicBezTo>
                    <a:pt x="57" y="19"/>
                    <a:pt x="54" y="19"/>
                    <a:pt x="52" y="13"/>
                  </a:cubicBezTo>
                  <a:cubicBezTo>
                    <a:pt x="51" y="5"/>
                    <a:pt x="46" y="8"/>
                    <a:pt x="43" y="5"/>
                  </a:cubicBezTo>
                  <a:cubicBezTo>
                    <a:pt x="41" y="4"/>
                    <a:pt x="35" y="2"/>
                    <a:pt x="31" y="4"/>
                  </a:cubicBezTo>
                  <a:cubicBezTo>
                    <a:pt x="28" y="4"/>
                    <a:pt x="23" y="0"/>
                    <a:pt x="22" y="0"/>
                  </a:cubicBezTo>
                  <a:cubicBezTo>
                    <a:pt x="19" y="5"/>
                    <a:pt x="23" y="7"/>
                    <a:pt x="20" y="8"/>
                  </a:cubicBezTo>
                  <a:cubicBezTo>
                    <a:pt x="17" y="10"/>
                    <a:pt x="15" y="11"/>
                    <a:pt x="11" y="14"/>
                  </a:cubicBezTo>
                  <a:cubicBezTo>
                    <a:pt x="6" y="19"/>
                    <a:pt x="15" y="24"/>
                    <a:pt x="5" y="30"/>
                  </a:cubicBezTo>
                  <a:cubicBezTo>
                    <a:pt x="9" y="44"/>
                    <a:pt x="6" y="47"/>
                    <a:pt x="8" y="53"/>
                  </a:cubicBezTo>
                  <a:cubicBezTo>
                    <a:pt x="9" y="58"/>
                    <a:pt x="6" y="59"/>
                    <a:pt x="8" y="64"/>
                  </a:cubicBezTo>
                  <a:cubicBezTo>
                    <a:pt x="9" y="72"/>
                    <a:pt x="0" y="69"/>
                    <a:pt x="6" y="76"/>
                  </a:cubicBezTo>
                  <a:cubicBezTo>
                    <a:pt x="11" y="84"/>
                    <a:pt x="8" y="83"/>
                    <a:pt x="9" y="87"/>
                  </a:cubicBezTo>
                  <a:cubicBezTo>
                    <a:pt x="12" y="92"/>
                    <a:pt x="12" y="87"/>
                    <a:pt x="19" y="90"/>
                  </a:cubicBezTo>
                  <a:cubicBezTo>
                    <a:pt x="23" y="94"/>
                    <a:pt x="22" y="94"/>
                    <a:pt x="25" y="100"/>
                  </a:cubicBezTo>
                  <a:cubicBezTo>
                    <a:pt x="28" y="103"/>
                    <a:pt x="37" y="101"/>
                    <a:pt x="40" y="106"/>
                  </a:cubicBezTo>
                  <a:cubicBezTo>
                    <a:pt x="43" y="111"/>
                    <a:pt x="41" y="109"/>
                    <a:pt x="48" y="104"/>
                  </a:cubicBezTo>
                  <a:cubicBezTo>
                    <a:pt x="51" y="103"/>
                    <a:pt x="55" y="100"/>
                    <a:pt x="57" y="100"/>
                  </a:cubicBezTo>
                  <a:cubicBezTo>
                    <a:pt x="78" y="112"/>
                    <a:pt x="119" y="140"/>
                    <a:pt x="119" y="14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0" name="Freeform 86">
              <a:extLst>
                <a:ext uri="{FF2B5EF4-FFF2-40B4-BE49-F238E27FC236}">
                  <a16:creationId xmlns:a16="http://schemas.microsoft.com/office/drawing/2014/main" id="{72A7534B-E577-644C-97B4-71AF4CC90856}"/>
                </a:ext>
              </a:extLst>
            </p:cNvPr>
            <p:cNvSpPr>
              <a:spLocks/>
            </p:cNvSpPr>
            <p:nvPr/>
          </p:nvSpPr>
          <p:spPr bwMode="auto">
            <a:xfrm>
              <a:off x="1554424" y="3429025"/>
              <a:ext cx="505548" cy="592973"/>
            </a:xfrm>
            <a:custGeom>
              <a:avLst/>
              <a:gdLst/>
              <a:ahLst/>
              <a:cxnLst>
                <a:cxn ang="0">
                  <a:pos x="0" y="102"/>
                </a:cxn>
                <a:cxn ang="0">
                  <a:pos x="0" y="106"/>
                </a:cxn>
                <a:cxn ang="0">
                  <a:pos x="32" y="129"/>
                </a:cxn>
                <a:cxn ang="0">
                  <a:pos x="77" y="168"/>
                </a:cxn>
                <a:cxn ang="0">
                  <a:pos x="80" y="173"/>
                </a:cxn>
                <a:cxn ang="0">
                  <a:pos x="85" y="178"/>
                </a:cxn>
                <a:cxn ang="0">
                  <a:pos x="91" y="181"/>
                </a:cxn>
                <a:cxn ang="0">
                  <a:pos x="94" y="188"/>
                </a:cxn>
                <a:cxn ang="0">
                  <a:pos x="102" y="188"/>
                </a:cxn>
                <a:cxn ang="0">
                  <a:pos x="129" y="171"/>
                </a:cxn>
                <a:cxn ang="0">
                  <a:pos x="164" y="145"/>
                </a:cxn>
                <a:cxn ang="0">
                  <a:pos x="158" y="136"/>
                </a:cxn>
                <a:cxn ang="0">
                  <a:pos x="148" y="133"/>
                </a:cxn>
                <a:cxn ang="0">
                  <a:pos x="145" y="122"/>
                </a:cxn>
                <a:cxn ang="0">
                  <a:pos x="147" y="109"/>
                </a:cxn>
                <a:cxn ang="0">
                  <a:pos x="147" y="98"/>
                </a:cxn>
                <a:cxn ang="0">
                  <a:pos x="144" y="75"/>
                </a:cxn>
                <a:cxn ang="0">
                  <a:pos x="133" y="49"/>
                </a:cxn>
                <a:cxn ang="0">
                  <a:pos x="127" y="36"/>
                </a:cxn>
                <a:cxn ang="0">
                  <a:pos x="133" y="28"/>
                </a:cxn>
                <a:cxn ang="0">
                  <a:pos x="135" y="18"/>
                </a:cxn>
                <a:cxn ang="0">
                  <a:pos x="133" y="10"/>
                </a:cxn>
                <a:cxn ang="0">
                  <a:pos x="136" y="4"/>
                </a:cxn>
                <a:cxn ang="0">
                  <a:pos x="132" y="5"/>
                </a:cxn>
                <a:cxn ang="0">
                  <a:pos x="127" y="2"/>
                </a:cxn>
                <a:cxn ang="0">
                  <a:pos x="123" y="4"/>
                </a:cxn>
                <a:cxn ang="0">
                  <a:pos x="115" y="5"/>
                </a:cxn>
                <a:cxn ang="0">
                  <a:pos x="109" y="7"/>
                </a:cxn>
                <a:cxn ang="0">
                  <a:pos x="98" y="5"/>
                </a:cxn>
                <a:cxn ang="0">
                  <a:pos x="91" y="7"/>
                </a:cxn>
                <a:cxn ang="0">
                  <a:pos x="83" y="8"/>
                </a:cxn>
                <a:cxn ang="0">
                  <a:pos x="70" y="14"/>
                </a:cxn>
                <a:cxn ang="0">
                  <a:pos x="65" y="16"/>
                </a:cxn>
                <a:cxn ang="0">
                  <a:pos x="59" y="19"/>
                </a:cxn>
                <a:cxn ang="0">
                  <a:pos x="51" y="24"/>
                </a:cxn>
                <a:cxn ang="0">
                  <a:pos x="59" y="50"/>
                </a:cxn>
                <a:cxn ang="0">
                  <a:pos x="59" y="55"/>
                </a:cxn>
                <a:cxn ang="0">
                  <a:pos x="45" y="58"/>
                </a:cxn>
                <a:cxn ang="0">
                  <a:pos x="38" y="63"/>
                </a:cxn>
                <a:cxn ang="0">
                  <a:pos x="36" y="70"/>
                </a:cxn>
                <a:cxn ang="0">
                  <a:pos x="27" y="77"/>
                </a:cxn>
                <a:cxn ang="0">
                  <a:pos x="7" y="86"/>
                </a:cxn>
                <a:cxn ang="0">
                  <a:pos x="0" y="91"/>
                </a:cxn>
                <a:cxn ang="0">
                  <a:pos x="0" y="102"/>
                </a:cxn>
              </a:cxnLst>
              <a:rect l="0" t="0" r="r" b="b"/>
              <a:pathLst>
                <a:path w="164" h="192">
                  <a:moveTo>
                    <a:pt x="0" y="102"/>
                  </a:moveTo>
                  <a:cubicBezTo>
                    <a:pt x="0" y="106"/>
                    <a:pt x="0" y="106"/>
                    <a:pt x="0" y="106"/>
                  </a:cubicBezTo>
                  <a:cubicBezTo>
                    <a:pt x="32" y="129"/>
                    <a:pt x="32" y="129"/>
                    <a:pt x="32" y="129"/>
                  </a:cubicBezTo>
                  <a:cubicBezTo>
                    <a:pt x="32" y="129"/>
                    <a:pt x="76" y="167"/>
                    <a:pt x="77" y="168"/>
                  </a:cubicBezTo>
                  <a:cubicBezTo>
                    <a:pt x="80" y="171"/>
                    <a:pt x="77" y="171"/>
                    <a:pt x="80" y="173"/>
                  </a:cubicBezTo>
                  <a:cubicBezTo>
                    <a:pt x="83" y="175"/>
                    <a:pt x="82" y="179"/>
                    <a:pt x="85" y="178"/>
                  </a:cubicBezTo>
                  <a:cubicBezTo>
                    <a:pt x="89" y="178"/>
                    <a:pt x="86" y="181"/>
                    <a:pt x="91" y="181"/>
                  </a:cubicBezTo>
                  <a:cubicBezTo>
                    <a:pt x="95" y="181"/>
                    <a:pt x="95" y="185"/>
                    <a:pt x="94" y="188"/>
                  </a:cubicBezTo>
                  <a:cubicBezTo>
                    <a:pt x="92" y="190"/>
                    <a:pt x="94" y="192"/>
                    <a:pt x="102" y="188"/>
                  </a:cubicBezTo>
                  <a:cubicBezTo>
                    <a:pt x="123" y="188"/>
                    <a:pt x="120" y="178"/>
                    <a:pt x="129" y="171"/>
                  </a:cubicBezTo>
                  <a:cubicBezTo>
                    <a:pt x="138" y="164"/>
                    <a:pt x="159" y="148"/>
                    <a:pt x="164" y="145"/>
                  </a:cubicBezTo>
                  <a:cubicBezTo>
                    <a:pt x="161" y="139"/>
                    <a:pt x="162" y="139"/>
                    <a:pt x="158" y="136"/>
                  </a:cubicBezTo>
                  <a:cubicBezTo>
                    <a:pt x="152" y="133"/>
                    <a:pt x="152" y="137"/>
                    <a:pt x="148" y="133"/>
                  </a:cubicBezTo>
                  <a:cubicBezTo>
                    <a:pt x="147" y="128"/>
                    <a:pt x="150" y="129"/>
                    <a:pt x="145" y="122"/>
                  </a:cubicBezTo>
                  <a:cubicBezTo>
                    <a:pt x="139" y="114"/>
                    <a:pt x="148" y="117"/>
                    <a:pt x="147" y="109"/>
                  </a:cubicBezTo>
                  <a:cubicBezTo>
                    <a:pt x="145" y="105"/>
                    <a:pt x="148" y="103"/>
                    <a:pt x="147" y="98"/>
                  </a:cubicBezTo>
                  <a:cubicBezTo>
                    <a:pt x="145" y="92"/>
                    <a:pt x="148" y="89"/>
                    <a:pt x="144" y="75"/>
                  </a:cubicBezTo>
                  <a:cubicBezTo>
                    <a:pt x="141" y="47"/>
                    <a:pt x="136" y="58"/>
                    <a:pt x="133" y="49"/>
                  </a:cubicBezTo>
                  <a:cubicBezTo>
                    <a:pt x="133" y="46"/>
                    <a:pt x="127" y="39"/>
                    <a:pt x="127" y="36"/>
                  </a:cubicBezTo>
                  <a:cubicBezTo>
                    <a:pt x="129" y="33"/>
                    <a:pt x="133" y="30"/>
                    <a:pt x="133" y="28"/>
                  </a:cubicBezTo>
                  <a:cubicBezTo>
                    <a:pt x="133" y="22"/>
                    <a:pt x="136" y="25"/>
                    <a:pt x="135" y="18"/>
                  </a:cubicBezTo>
                  <a:cubicBezTo>
                    <a:pt x="133" y="13"/>
                    <a:pt x="135" y="10"/>
                    <a:pt x="133" y="10"/>
                  </a:cubicBezTo>
                  <a:cubicBezTo>
                    <a:pt x="132" y="8"/>
                    <a:pt x="136" y="7"/>
                    <a:pt x="136" y="4"/>
                  </a:cubicBezTo>
                  <a:cubicBezTo>
                    <a:pt x="135" y="4"/>
                    <a:pt x="133" y="4"/>
                    <a:pt x="132" y="5"/>
                  </a:cubicBezTo>
                  <a:cubicBezTo>
                    <a:pt x="130" y="7"/>
                    <a:pt x="130" y="4"/>
                    <a:pt x="127" y="2"/>
                  </a:cubicBezTo>
                  <a:cubicBezTo>
                    <a:pt x="124" y="0"/>
                    <a:pt x="126" y="5"/>
                    <a:pt x="123" y="4"/>
                  </a:cubicBezTo>
                  <a:cubicBezTo>
                    <a:pt x="118" y="2"/>
                    <a:pt x="120" y="4"/>
                    <a:pt x="115" y="5"/>
                  </a:cubicBezTo>
                  <a:cubicBezTo>
                    <a:pt x="111" y="5"/>
                    <a:pt x="112" y="8"/>
                    <a:pt x="109" y="7"/>
                  </a:cubicBezTo>
                  <a:cubicBezTo>
                    <a:pt x="108" y="4"/>
                    <a:pt x="102" y="4"/>
                    <a:pt x="98" y="5"/>
                  </a:cubicBezTo>
                  <a:cubicBezTo>
                    <a:pt x="94" y="7"/>
                    <a:pt x="92" y="4"/>
                    <a:pt x="91" y="7"/>
                  </a:cubicBezTo>
                  <a:cubicBezTo>
                    <a:pt x="89" y="8"/>
                    <a:pt x="88" y="8"/>
                    <a:pt x="83" y="8"/>
                  </a:cubicBezTo>
                  <a:cubicBezTo>
                    <a:pt x="77" y="8"/>
                    <a:pt x="70" y="11"/>
                    <a:pt x="70" y="14"/>
                  </a:cubicBezTo>
                  <a:cubicBezTo>
                    <a:pt x="68" y="19"/>
                    <a:pt x="67" y="14"/>
                    <a:pt x="65" y="16"/>
                  </a:cubicBezTo>
                  <a:cubicBezTo>
                    <a:pt x="62" y="19"/>
                    <a:pt x="62" y="14"/>
                    <a:pt x="59" y="19"/>
                  </a:cubicBezTo>
                  <a:cubicBezTo>
                    <a:pt x="58" y="21"/>
                    <a:pt x="54" y="25"/>
                    <a:pt x="51" y="24"/>
                  </a:cubicBezTo>
                  <a:cubicBezTo>
                    <a:pt x="58" y="27"/>
                    <a:pt x="53" y="47"/>
                    <a:pt x="59" y="50"/>
                  </a:cubicBezTo>
                  <a:cubicBezTo>
                    <a:pt x="62" y="52"/>
                    <a:pt x="59" y="52"/>
                    <a:pt x="59" y="55"/>
                  </a:cubicBezTo>
                  <a:cubicBezTo>
                    <a:pt x="59" y="58"/>
                    <a:pt x="48" y="53"/>
                    <a:pt x="45" y="58"/>
                  </a:cubicBezTo>
                  <a:cubicBezTo>
                    <a:pt x="42" y="61"/>
                    <a:pt x="36" y="58"/>
                    <a:pt x="38" y="63"/>
                  </a:cubicBezTo>
                  <a:cubicBezTo>
                    <a:pt x="41" y="67"/>
                    <a:pt x="42" y="67"/>
                    <a:pt x="36" y="70"/>
                  </a:cubicBezTo>
                  <a:cubicBezTo>
                    <a:pt x="30" y="72"/>
                    <a:pt x="30" y="72"/>
                    <a:pt x="27" y="77"/>
                  </a:cubicBezTo>
                  <a:cubicBezTo>
                    <a:pt x="27" y="78"/>
                    <a:pt x="9" y="83"/>
                    <a:pt x="7" y="86"/>
                  </a:cubicBezTo>
                  <a:cubicBezTo>
                    <a:pt x="0" y="91"/>
                    <a:pt x="0" y="91"/>
                    <a:pt x="0" y="91"/>
                  </a:cubicBezTo>
                  <a:cubicBezTo>
                    <a:pt x="0" y="102"/>
                    <a:pt x="0" y="102"/>
                    <a:pt x="0" y="102"/>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1" name="Freeform 87">
              <a:extLst>
                <a:ext uri="{FF2B5EF4-FFF2-40B4-BE49-F238E27FC236}">
                  <a16:creationId xmlns:a16="http://schemas.microsoft.com/office/drawing/2014/main" id="{A0D12DA6-3794-C7BF-6805-D12324153644}"/>
                </a:ext>
              </a:extLst>
            </p:cNvPr>
            <p:cNvSpPr>
              <a:spLocks/>
            </p:cNvSpPr>
            <p:nvPr/>
          </p:nvSpPr>
          <p:spPr bwMode="auto">
            <a:xfrm>
              <a:off x="1945508" y="3425846"/>
              <a:ext cx="108104" cy="235282"/>
            </a:xfrm>
            <a:custGeom>
              <a:avLst/>
              <a:gdLst/>
              <a:ahLst/>
              <a:cxnLst>
                <a:cxn ang="0">
                  <a:pos x="9" y="5"/>
                </a:cxn>
                <a:cxn ang="0">
                  <a:pos x="6" y="11"/>
                </a:cxn>
                <a:cxn ang="0">
                  <a:pos x="8" y="19"/>
                </a:cxn>
                <a:cxn ang="0">
                  <a:pos x="6" y="30"/>
                </a:cxn>
                <a:cxn ang="0">
                  <a:pos x="0" y="37"/>
                </a:cxn>
                <a:cxn ang="0">
                  <a:pos x="6" y="50"/>
                </a:cxn>
                <a:cxn ang="0">
                  <a:pos x="17" y="76"/>
                </a:cxn>
                <a:cxn ang="0">
                  <a:pos x="23" y="61"/>
                </a:cxn>
                <a:cxn ang="0">
                  <a:pos x="32" y="54"/>
                </a:cxn>
                <a:cxn ang="0">
                  <a:pos x="34" y="47"/>
                </a:cxn>
                <a:cxn ang="0">
                  <a:pos x="29" y="42"/>
                </a:cxn>
                <a:cxn ang="0">
                  <a:pos x="28" y="40"/>
                </a:cxn>
                <a:cxn ang="0">
                  <a:pos x="21" y="36"/>
                </a:cxn>
                <a:cxn ang="0">
                  <a:pos x="29" y="23"/>
                </a:cxn>
                <a:cxn ang="0">
                  <a:pos x="26" y="17"/>
                </a:cxn>
                <a:cxn ang="0">
                  <a:pos x="25" y="11"/>
                </a:cxn>
                <a:cxn ang="0">
                  <a:pos x="29" y="5"/>
                </a:cxn>
                <a:cxn ang="0">
                  <a:pos x="23" y="8"/>
                </a:cxn>
                <a:cxn ang="0">
                  <a:pos x="20" y="2"/>
                </a:cxn>
                <a:cxn ang="0">
                  <a:pos x="11" y="5"/>
                </a:cxn>
                <a:cxn ang="0">
                  <a:pos x="9" y="5"/>
                </a:cxn>
              </a:cxnLst>
              <a:rect l="0" t="0" r="r" b="b"/>
              <a:pathLst>
                <a:path w="35" h="76">
                  <a:moveTo>
                    <a:pt x="9" y="5"/>
                  </a:moveTo>
                  <a:cubicBezTo>
                    <a:pt x="9" y="8"/>
                    <a:pt x="5" y="9"/>
                    <a:pt x="6" y="11"/>
                  </a:cubicBezTo>
                  <a:cubicBezTo>
                    <a:pt x="8" y="11"/>
                    <a:pt x="6" y="14"/>
                    <a:pt x="8" y="19"/>
                  </a:cubicBezTo>
                  <a:cubicBezTo>
                    <a:pt x="9" y="26"/>
                    <a:pt x="6" y="23"/>
                    <a:pt x="6" y="30"/>
                  </a:cubicBezTo>
                  <a:cubicBezTo>
                    <a:pt x="6" y="31"/>
                    <a:pt x="2" y="34"/>
                    <a:pt x="0" y="37"/>
                  </a:cubicBezTo>
                  <a:cubicBezTo>
                    <a:pt x="0" y="40"/>
                    <a:pt x="6" y="47"/>
                    <a:pt x="6" y="50"/>
                  </a:cubicBezTo>
                  <a:cubicBezTo>
                    <a:pt x="9" y="59"/>
                    <a:pt x="14" y="48"/>
                    <a:pt x="17" y="76"/>
                  </a:cubicBezTo>
                  <a:cubicBezTo>
                    <a:pt x="28" y="70"/>
                    <a:pt x="18" y="65"/>
                    <a:pt x="23" y="61"/>
                  </a:cubicBezTo>
                  <a:cubicBezTo>
                    <a:pt x="28" y="57"/>
                    <a:pt x="29" y="56"/>
                    <a:pt x="32" y="54"/>
                  </a:cubicBezTo>
                  <a:cubicBezTo>
                    <a:pt x="35" y="53"/>
                    <a:pt x="31" y="51"/>
                    <a:pt x="34" y="47"/>
                  </a:cubicBezTo>
                  <a:cubicBezTo>
                    <a:pt x="31" y="45"/>
                    <a:pt x="31" y="45"/>
                    <a:pt x="29" y="42"/>
                  </a:cubicBezTo>
                  <a:cubicBezTo>
                    <a:pt x="29" y="39"/>
                    <a:pt x="28" y="42"/>
                    <a:pt x="28" y="40"/>
                  </a:cubicBezTo>
                  <a:cubicBezTo>
                    <a:pt x="26" y="40"/>
                    <a:pt x="21" y="40"/>
                    <a:pt x="21" y="36"/>
                  </a:cubicBezTo>
                  <a:cubicBezTo>
                    <a:pt x="20" y="33"/>
                    <a:pt x="32" y="26"/>
                    <a:pt x="29" y="23"/>
                  </a:cubicBezTo>
                  <a:cubicBezTo>
                    <a:pt x="28" y="20"/>
                    <a:pt x="31" y="20"/>
                    <a:pt x="26" y="17"/>
                  </a:cubicBezTo>
                  <a:cubicBezTo>
                    <a:pt x="23" y="16"/>
                    <a:pt x="23" y="12"/>
                    <a:pt x="25" y="11"/>
                  </a:cubicBezTo>
                  <a:cubicBezTo>
                    <a:pt x="28" y="9"/>
                    <a:pt x="31" y="6"/>
                    <a:pt x="29" y="5"/>
                  </a:cubicBezTo>
                  <a:cubicBezTo>
                    <a:pt x="28" y="2"/>
                    <a:pt x="25" y="8"/>
                    <a:pt x="23" y="8"/>
                  </a:cubicBezTo>
                  <a:cubicBezTo>
                    <a:pt x="21" y="6"/>
                    <a:pt x="25" y="3"/>
                    <a:pt x="20" y="2"/>
                  </a:cubicBezTo>
                  <a:cubicBezTo>
                    <a:pt x="14" y="0"/>
                    <a:pt x="12" y="5"/>
                    <a:pt x="11" y="5"/>
                  </a:cubicBezTo>
                  <a:cubicBezTo>
                    <a:pt x="11" y="5"/>
                    <a:pt x="11" y="5"/>
                    <a:pt x="9"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2" name="Freeform 88">
              <a:extLst>
                <a:ext uri="{FF2B5EF4-FFF2-40B4-BE49-F238E27FC236}">
                  <a16:creationId xmlns:a16="http://schemas.microsoft.com/office/drawing/2014/main" id="{3EE82EAE-A3D3-4866-FC35-9F71F500C9CC}"/>
                </a:ext>
              </a:extLst>
            </p:cNvPr>
            <p:cNvSpPr>
              <a:spLocks/>
            </p:cNvSpPr>
            <p:nvPr/>
          </p:nvSpPr>
          <p:spPr bwMode="auto">
            <a:xfrm>
              <a:off x="2367588" y="3606291"/>
              <a:ext cx="279800" cy="329077"/>
            </a:xfrm>
            <a:custGeom>
              <a:avLst/>
              <a:gdLst/>
              <a:ahLst/>
              <a:cxnLst>
                <a:cxn ang="0">
                  <a:pos x="82" y="24"/>
                </a:cxn>
                <a:cxn ang="0">
                  <a:pos x="77" y="41"/>
                </a:cxn>
                <a:cxn ang="0">
                  <a:pos x="70" y="36"/>
                </a:cxn>
                <a:cxn ang="0">
                  <a:pos x="67" y="27"/>
                </a:cxn>
                <a:cxn ang="0">
                  <a:pos x="64" y="19"/>
                </a:cxn>
                <a:cxn ang="0">
                  <a:pos x="64" y="27"/>
                </a:cxn>
                <a:cxn ang="0">
                  <a:pos x="71" y="44"/>
                </a:cxn>
                <a:cxn ang="0">
                  <a:pos x="74" y="52"/>
                </a:cxn>
                <a:cxn ang="0">
                  <a:pos x="83" y="74"/>
                </a:cxn>
                <a:cxn ang="0">
                  <a:pos x="88" y="82"/>
                </a:cxn>
                <a:cxn ang="0">
                  <a:pos x="88" y="91"/>
                </a:cxn>
                <a:cxn ang="0">
                  <a:pos x="82" y="96"/>
                </a:cxn>
                <a:cxn ang="0">
                  <a:pos x="76" y="102"/>
                </a:cxn>
                <a:cxn ang="0">
                  <a:pos x="68" y="102"/>
                </a:cxn>
                <a:cxn ang="0">
                  <a:pos x="54" y="102"/>
                </a:cxn>
                <a:cxn ang="0">
                  <a:pos x="54" y="100"/>
                </a:cxn>
                <a:cxn ang="0">
                  <a:pos x="53" y="102"/>
                </a:cxn>
                <a:cxn ang="0">
                  <a:pos x="4" y="102"/>
                </a:cxn>
                <a:cxn ang="0">
                  <a:pos x="4" y="25"/>
                </a:cxn>
                <a:cxn ang="0">
                  <a:pos x="3" y="14"/>
                </a:cxn>
                <a:cxn ang="0">
                  <a:pos x="4" y="3"/>
                </a:cxn>
                <a:cxn ang="0">
                  <a:pos x="16" y="3"/>
                </a:cxn>
                <a:cxn ang="0">
                  <a:pos x="24" y="6"/>
                </a:cxn>
                <a:cxn ang="0">
                  <a:pos x="30" y="8"/>
                </a:cxn>
                <a:cxn ang="0">
                  <a:pos x="39" y="9"/>
                </a:cxn>
                <a:cxn ang="0">
                  <a:pos x="45" y="5"/>
                </a:cxn>
                <a:cxn ang="0">
                  <a:pos x="50" y="2"/>
                </a:cxn>
                <a:cxn ang="0">
                  <a:pos x="56" y="3"/>
                </a:cxn>
                <a:cxn ang="0">
                  <a:pos x="59" y="3"/>
                </a:cxn>
                <a:cxn ang="0">
                  <a:pos x="61" y="5"/>
                </a:cxn>
                <a:cxn ang="0">
                  <a:pos x="57" y="3"/>
                </a:cxn>
                <a:cxn ang="0">
                  <a:pos x="57" y="5"/>
                </a:cxn>
                <a:cxn ang="0">
                  <a:pos x="59" y="6"/>
                </a:cxn>
                <a:cxn ang="0">
                  <a:pos x="61" y="6"/>
                </a:cxn>
                <a:cxn ang="0">
                  <a:pos x="62" y="6"/>
                </a:cxn>
                <a:cxn ang="0">
                  <a:pos x="68" y="6"/>
                </a:cxn>
                <a:cxn ang="0">
                  <a:pos x="76" y="5"/>
                </a:cxn>
                <a:cxn ang="0">
                  <a:pos x="77" y="6"/>
                </a:cxn>
                <a:cxn ang="0">
                  <a:pos x="82" y="24"/>
                </a:cxn>
              </a:cxnLst>
              <a:rect l="0" t="0" r="r" b="b"/>
              <a:pathLst>
                <a:path w="91" h="107">
                  <a:moveTo>
                    <a:pt x="82" y="24"/>
                  </a:moveTo>
                  <a:cubicBezTo>
                    <a:pt x="77" y="38"/>
                    <a:pt x="79" y="38"/>
                    <a:pt x="77" y="41"/>
                  </a:cubicBezTo>
                  <a:cubicBezTo>
                    <a:pt x="76" y="44"/>
                    <a:pt x="74" y="41"/>
                    <a:pt x="70" y="36"/>
                  </a:cubicBezTo>
                  <a:cubicBezTo>
                    <a:pt x="67" y="33"/>
                    <a:pt x="70" y="30"/>
                    <a:pt x="67" y="27"/>
                  </a:cubicBezTo>
                  <a:cubicBezTo>
                    <a:pt x="62" y="22"/>
                    <a:pt x="65" y="20"/>
                    <a:pt x="64" y="19"/>
                  </a:cubicBezTo>
                  <a:cubicBezTo>
                    <a:pt x="59" y="25"/>
                    <a:pt x="64" y="22"/>
                    <a:pt x="64" y="27"/>
                  </a:cubicBezTo>
                  <a:cubicBezTo>
                    <a:pt x="64" y="33"/>
                    <a:pt x="71" y="39"/>
                    <a:pt x="71" y="44"/>
                  </a:cubicBezTo>
                  <a:cubicBezTo>
                    <a:pt x="71" y="47"/>
                    <a:pt x="74" y="49"/>
                    <a:pt x="74" y="52"/>
                  </a:cubicBezTo>
                  <a:cubicBezTo>
                    <a:pt x="73" y="56"/>
                    <a:pt x="79" y="63"/>
                    <a:pt x="83" y="74"/>
                  </a:cubicBezTo>
                  <a:cubicBezTo>
                    <a:pt x="86" y="82"/>
                    <a:pt x="91" y="82"/>
                    <a:pt x="88" y="82"/>
                  </a:cubicBezTo>
                  <a:cubicBezTo>
                    <a:pt x="85" y="82"/>
                    <a:pt x="86" y="88"/>
                    <a:pt x="88" y="91"/>
                  </a:cubicBezTo>
                  <a:cubicBezTo>
                    <a:pt x="85" y="96"/>
                    <a:pt x="83" y="91"/>
                    <a:pt x="82" y="96"/>
                  </a:cubicBezTo>
                  <a:cubicBezTo>
                    <a:pt x="80" y="100"/>
                    <a:pt x="77" y="99"/>
                    <a:pt x="76" y="102"/>
                  </a:cubicBezTo>
                  <a:cubicBezTo>
                    <a:pt x="74" y="105"/>
                    <a:pt x="71" y="107"/>
                    <a:pt x="68" y="102"/>
                  </a:cubicBezTo>
                  <a:cubicBezTo>
                    <a:pt x="54" y="102"/>
                    <a:pt x="54" y="102"/>
                    <a:pt x="54" y="102"/>
                  </a:cubicBezTo>
                  <a:cubicBezTo>
                    <a:pt x="54" y="100"/>
                    <a:pt x="54" y="100"/>
                    <a:pt x="54" y="100"/>
                  </a:cubicBezTo>
                  <a:cubicBezTo>
                    <a:pt x="53" y="102"/>
                    <a:pt x="53" y="102"/>
                    <a:pt x="53" y="102"/>
                  </a:cubicBezTo>
                  <a:cubicBezTo>
                    <a:pt x="4" y="102"/>
                    <a:pt x="4" y="102"/>
                    <a:pt x="4" y="102"/>
                  </a:cubicBezTo>
                  <a:cubicBezTo>
                    <a:pt x="4" y="25"/>
                    <a:pt x="4" y="25"/>
                    <a:pt x="4" y="25"/>
                  </a:cubicBezTo>
                  <a:cubicBezTo>
                    <a:pt x="4" y="22"/>
                    <a:pt x="0" y="20"/>
                    <a:pt x="3" y="14"/>
                  </a:cubicBezTo>
                  <a:cubicBezTo>
                    <a:pt x="6" y="9"/>
                    <a:pt x="1" y="6"/>
                    <a:pt x="4" y="3"/>
                  </a:cubicBezTo>
                  <a:cubicBezTo>
                    <a:pt x="6" y="3"/>
                    <a:pt x="7" y="0"/>
                    <a:pt x="16" y="3"/>
                  </a:cubicBezTo>
                  <a:cubicBezTo>
                    <a:pt x="27" y="5"/>
                    <a:pt x="22" y="6"/>
                    <a:pt x="24" y="6"/>
                  </a:cubicBezTo>
                  <a:cubicBezTo>
                    <a:pt x="27" y="5"/>
                    <a:pt x="27" y="8"/>
                    <a:pt x="30" y="8"/>
                  </a:cubicBezTo>
                  <a:cubicBezTo>
                    <a:pt x="32" y="6"/>
                    <a:pt x="36" y="13"/>
                    <a:pt x="39" y="9"/>
                  </a:cubicBezTo>
                  <a:cubicBezTo>
                    <a:pt x="45" y="3"/>
                    <a:pt x="44" y="6"/>
                    <a:pt x="45" y="5"/>
                  </a:cubicBezTo>
                  <a:cubicBezTo>
                    <a:pt x="47" y="2"/>
                    <a:pt x="47" y="3"/>
                    <a:pt x="50" y="2"/>
                  </a:cubicBezTo>
                  <a:cubicBezTo>
                    <a:pt x="53" y="0"/>
                    <a:pt x="54" y="5"/>
                    <a:pt x="56" y="3"/>
                  </a:cubicBezTo>
                  <a:cubicBezTo>
                    <a:pt x="57" y="2"/>
                    <a:pt x="57" y="2"/>
                    <a:pt x="59" y="3"/>
                  </a:cubicBezTo>
                  <a:cubicBezTo>
                    <a:pt x="61" y="5"/>
                    <a:pt x="61" y="5"/>
                    <a:pt x="61" y="5"/>
                  </a:cubicBezTo>
                  <a:cubicBezTo>
                    <a:pt x="59" y="5"/>
                    <a:pt x="57" y="3"/>
                    <a:pt x="57" y="3"/>
                  </a:cubicBezTo>
                  <a:cubicBezTo>
                    <a:pt x="57" y="5"/>
                    <a:pt x="56" y="5"/>
                    <a:pt x="57" y="5"/>
                  </a:cubicBezTo>
                  <a:cubicBezTo>
                    <a:pt x="57" y="6"/>
                    <a:pt x="59" y="5"/>
                    <a:pt x="59" y="6"/>
                  </a:cubicBezTo>
                  <a:cubicBezTo>
                    <a:pt x="61" y="8"/>
                    <a:pt x="62" y="6"/>
                    <a:pt x="61" y="6"/>
                  </a:cubicBezTo>
                  <a:cubicBezTo>
                    <a:pt x="61" y="5"/>
                    <a:pt x="61" y="5"/>
                    <a:pt x="62" y="6"/>
                  </a:cubicBezTo>
                  <a:cubicBezTo>
                    <a:pt x="65" y="9"/>
                    <a:pt x="67" y="5"/>
                    <a:pt x="68" y="6"/>
                  </a:cubicBezTo>
                  <a:cubicBezTo>
                    <a:pt x="70" y="8"/>
                    <a:pt x="68" y="8"/>
                    <a:pt x="76" y="5"/>
                  </a:cubicBezTo>
                  <a:cubicBezTo>
                    <a:pt x="76" y="5"/>
                    <a:pt x="76" y="6"/>
                    <a:pt x="77" y="6"/>
                  </a:cubicBezTo>
                  <a:cubicBezTo>
                    <a:pt x="79" y="11"/>
                    <a:pt x="80" y="17"/>
                    <a:pt x="82" y="2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3" name="Freeform 92">
              <a:extLst>
                <a:ext uri="{FF2B5EF4-FFF2-40B4-BE49-F238E27FC236}">
                  <a16:creationId xmlns:a16="http://schemas.microsoft.com/office/drawing/2014/main" id="{72F2F337-4E34-3D17-472C-8DF3BCEC7341}"/>
                </a:ext>
              </a:extLst>
            </p:cNvPr>
            <p:cNvSpPr>
              <a:spLocks/>
            </p:cNvSpPr>
            <p:nvPr/>
          </p:nvSpPr>
          <p:spPr bwMode="auto">
            <a:xfrm>
              <a:off x="2769009" y="4225486"/>
              <a:ext cx="262313" cy="418102"/>
            </a:xfrm>
            <a:custGeom>
              <a:avLst/>
              <a:gdLst/>
              <a:ahLst/>
              <a:cxnLst>
                <a:cxn ang="0">
                  <a:pos x="5" y="136"/>
                </a:cxn>
                <a:cxn ang="0">
                  <a:pos x="0" y="126"/>
                </a:cxn>
                <a:cxn ang="0">
                  <a:pos x="0" y="92"/>
                </a:cxn>
                <a:cxn ang="0">
                  <a:pos x="8" y="81"/>
                </a:cxn>
                <a:cxn ang="0">
                  <a:pos x="12" y="78"/>
                </a:cxn>
                <a:cxn ang="0">
                  <a:pos x="18" y="73"/>
                </a:cxn>
                <a:cxn ang="0">
                  <a:pos x="33" y="69"/>
                </a:cxn>
                <a:cxn ang="0">
                  <a:pos x="49" y="48"/>
                </a:cxn>
                <a:cxn ang="0">
                  <a:pos x="53" y="41"/>
                </a:cxn>
                <a:cxn ang="0">
                  <a:pos x="38" y="38"/>
                </a:cxn>
                <a:cxn ang="0">
                  <a:pos x="23" y="30"/>
                </a:cxn>
                <a:cxn ang="0">
                  <a:pos x="18" y="25"/>
                </a:cxn>
                <a:cxn ang="0">
                  <a:pos x="15" y="20"/>
                </a:cxn>
                <a:cxn ang="0">
                  <a:pos x="15" y="13"/>
                </a:cxn>
                <a:cxn ang="0">
                  <a:pos x="18" y="6"/>
                </a:cxn>
                <a:cxn ang="0">
                  <a:pos x="27" y="17"/>
                </a:cxn>
                <a:cxn ang="0">
                  <a:pos x="41" y="14"/>
                </a:cxn>
                <a:cxn ang="0">
                  <a:pos x="53" y="11"/>
                </a:cxn>
                <a:cxn ang="0">
                  <a:pos x="62" y="8"/>
                </a:cxn>
                <a:cxn ang="0">
                  <a:pos x="79" y="3"/>
                </a:cxn>
                <a:cxn ang="0">
                  <a:pos x="80" y="16"/>
                </a:cxn>
                <a:cxn ang="0">
                  <a:pos x="77" y="24"/>
                </a:cxn>
                <a:cxn ang="0">
                  <a:pos x="68" y="48"/>
                </a:cxn>
                <a:cxn ang="0">
                  <a:pos x="35" y="98"/>
                </a:cxn>
                <a:cxn ang="0">
                  <a:pos x="12" y="122"/>
                </a:cxn>
                <a:cxn ang="0">
                  <a:pos x="5" y="136"/>
                </a:cxn>
              </a:cxnLst>
              <a:rect l="0" t="0" r="r" b="b"/>
              <a:pathLst>
                <a:path w="85" h="136">
                  <a:moveTo>
                    <a:pt x="5" y="136"/>
                  </a:moveTo>
                  <a:cubicBezTo>
                    <a:pt x="3" y="131"/>
                    <a:pt x="0" y="133"/>
                    <a:pt x="0" y="126"/>
                  </a:cubicBezTo>
                  <a:cubicBezTo>
                    <a:pt x="0" y="119"/>
                    <a:pt x="0" y="92"/>
                    <a:pt x="0" y="92"/>
                  </a:cubicBezTo>
                  <a:cubicBezTo>
                    <a:pt x="0" y="92"/>
                    <a:pt x="5" y="84"/>
                    <a:pt x="8" y="81"/>
                  </a:cubicBezTo>
                  <a:cubicBezTo>
                    <a:pt x="9" y="78"/>
                    <a:pt x="9" y="78"/>
                    <a:pt x="12" y="78"/>
                  </a:cubicBezTo>
                  <a:cubicBezTo>
                    <a:pt x="18" y="78"/>
                    <a:pt x="11" y="77"/>
                    <a:pt x="18" y="73"/>
                  </a:cubicBezTo>
                  <a:cubicBezTo>
                    <a:pt x="27" y="69"/>
                    <a:pt x="27" y="77"/>
                    <a:pt x="33" y="69"/>
                  </a:cubicBezTo>
                  <a:cubicBezTo>
                    <a:pt x="39" y="61"/>
                    <a:pt x="42" y="56"/>
                    <a:pt x="49" y="48"/>
                  </a:cubicBezTo>
                  <a:cubicBezTo>
                    <a:pt x="56" y="41"/>
                    <a:pt x="56" y="41"/>
                    <a:pt x="53" y="41"/>
                  </a:cubicBezTo>
                  <a:cubicBezTo>
                    <a:pt x="52" y="41"/>
                    <a:pt x="49" y="42"/>
                    <a:pt x="38" y="38"/>
                  </a:cubicBezTo>
                  <a:cubicBezTo>
                    <a:pt x="27" y="33"/>
                    <a:pt x="26" y="34"/>
                    <a:pt x="23" y="30"/>
                  </a:cubicBezTo>
                  <a:cubicBezTo>
                    <a:pt x="20" y="27"/>
                    <a:pt x="18" y="28"/>
                    <a:pt x="18" y="25"/>
                  </a:cubicBezTo>
                  <a:cubicBezTo>
                    <a:pt x="17" y="22"/>
                    <a:pt x="17" y="24"/>
                    <a:pt x="15" y="20"/>
                  </a:cubicBezTo>
                  <a:cubicBezTo>
                    <a:pt x="14" y="16"/>
                    <a:pt x="12" y="16"/>
                    <a:pt x="15" y="13"/>
                  </a:cubicBezTo>
                  <a:cubicBezTo>
                    <a:pt x="18" y="6"/>
                    <a:pt x="18" y="6"/>
                    <a:pt x="18" y="6"/>
                  </a:cubicBezTo>
                  <a:cubicBezTo>
                    <a:pt x="21" y="11"/>
                    <a:pt x="20" y="14"/>
                    <a:pt x="27" y="17"/>
                  </a:cubicBezTo>
                  <a:cubicBezTo>
                    <a:pt x="32" y="20"/>
                    <a:pt x="33" y="11"/>
                    <a:pt x="41" y="14"/>
                  </a:cubicBezTo>
                  <a:cubicBezTo>
                    <a:pt x="47" y="17"/>
                    <a:pt x="45" y="10"/>
                    <a:pt x="53" y="11"/>
                  </a:cubicBezTo>
                  <a:cubicBezTo>
                    <a:pt x="61" y="11"/>
                    <a:pt x="52" y="8"/>
                    <a:pt x="62" y="8"/>
                  </a:cubicBezTo>
                  <a:cubicBezTo>
                    <a:pt x="73" y="10"/>
                    <a:pt x="74" y="0"/>
                    <a:pt x="79" y="3"/>
                  </a:cubicBezTo>
                  <a:cubicBezTo>
                    <a:pt x="83" y="5"/>
                    <a:pt x="76" y="8"/>
                    <a:pt x="80" y="16"/>
                  </a:cubicBezTo>
                  <a:cubicBezTo>
                    <a:pt x="85" y="22"/>
                    <a:pt x="79" y="13"/>
                    <a:pt x="77" y="24"/>
                  </a:cubicBezTo>
                  <a:cubicBezTo>
                    <a:pt x="77" y="30"/>
                    <a:pt x="73" y="34"/>
                    <a:pt x="68" y="48"/>
                  </a:cubicBezTo>
                  <a:cubicBezTo>
                    <a:pt x="59" y="72"/>
                    <a:pt x="47" y="89"/>
                    <a:pt x="35" y="98"/>
                  </a:cubicBezTo>
                  <a:cubicBezTo>
                    <a:pt x="21" y="109"/>
                    <a:pt x="21" y="111"/>
                    <a:pt x="12" y="122"/>
                  </a:cubicBezTo>
                  <a:cubicBezTo>
                    <a:pt x="5" y="131"/>
                    <a:pt x="9" y="130"/>
                    <a:pt x="5" y="13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4" name="Freeform 93">
              <a:extLst>
                <a:ext uri="{FF2B5EF4-FFF2-40B4-BE49-F238E27FC236}">
                  <a16:creationId xmlns:a16="http://schemas.microsoft.com/office/drawing/2014/main" id="{EAFBD07E-74B0-5CCC-DF98-00BA280F7E01}"/>
                </a:ext>
              </a:extLst>
            </p:cNvPr>
            <p:cNvSpPr>
              <a:spLocks/>
            </p:cNvSpPr>
            <p:nvPr/>
          </p:nvSpPr>
          <p:spPr bwMode="auto">
            <a:xfrm>
              <a:off x="2562339" y="4134871"/>
              <a:ext cx="378366" cy="360871"/>
            </a:xfrm>
            <a:custGeom>
              <a:avLst/>
              <a:gdLst/>
              <a:ahLst/>
              <a:cxnLst>
                <a:cxn ang="0">
                  <a:pos x="26" y="104"/>
                </a:cxn>
                <a:cxn ang="0">
                  <a:pos x="38" y="109"/>
                </a:cxn>
                <a:cxn ang="0">
                  <a:pos x="49" y="114"/>
                </a:cxn>
                <a:cxn ang="0">
                  <a:pos x="53" y="115"/>
                </a:cxn>
                <a:cxn ang="0">
                  <a:pos x="61" y="109"/>
                </a:cxn>
                <a:cxn ang="0">
                  <a:pos x="67" y="109"/>
                </a:cxn>
                <a:cxn ang="0">
                  <a:pos x="75" y="110"/>
                </a:cxn>
                <a:cxn ang="0">
                  <a:pos x="79" y="107"/>
                </a:cxn>
                <a:cxn ang="0">
                  <a:pos x="85" y="103"/>
                </a:cxn>
                <a:cxn ang="0">
                  <a:pos x="101" y="98"/>
                </a:cxn>
                <a:cxn ang="0">
                  <a:pos x="116" y="78"/>
                </a:cxn>
                <a:cxn ang="0">
                  <a:pos x="120" y="70"/>
                </a:cxn>
                <a:cxn ang="0">
                  <a:pos x="105" y="67"/>
                </a:cxn>
                <a:cxn ang="0">
                  <a:pos x="90" y="59"/>
                </a:cxn>
                <a:cxn ang="0">
                  <a:pos x="85" y="54"/>
                </a:cxn>
                <a:cxn ang="0">
                  <a:pos x="82" y="50"/>
                </a:cxn>
                <a:cxn ang="0">
                  <a:pos x="82" y="42"/>
                </a:cxn>
                <a:cxn ang="0">
                  <a:pos x="73" y="40"/>
                </a:cxn>
                <a:cxn ang="0">
                  <a:pos x="78" y="26"/>
                </a:cxn>
                <a:cxn ang="0">
                  <a:pos x="72" y="17"/>
                </a:cxn>
                <a:cxn ang="0">
                  <a:pos x="64" y="9"/>
                </a:cxn>
                <a:cxn ang="0">
                  <a:pos x="56" y="6"/>
                </a:cxn>
                <a:cxn ang="0">
                  <a:pos x="52" y="6"/>
                </a:cxn>
                <a:cxn ang="0">
                  <a:pos x="44" y="3"/>
                </a:cxn>
                <a:cxn ang="0">
                  <a:pos x="38" y="7"/>
                </a:cxn>
                <a:cxn ang="0">
                  <a:pos x="32" y="7"/>
                </a:cxn>
                <a:cxn ang="0">
                  <a:pos x="29" y="23"/>
                </a:cxn>
                <a:cxn ang="0">
                  <a:pos x="21" y="31"/>
                </a:cxn>
                <a:cxn ang="0">
                  <a:pos x="18" y="43"/>
                </a:cxn>
                <a:cxn ang="0">
                  <a:pos x="14" y="43"/>
                </a:cxn>
                <a:cxn ang="0">
                  <a:pos x="14" y="51"/>
                </a:cxn>
                <a:cxn ang="0">
                  <a:pos x="9" y="67"/>
                </a:cxn>
                <a:cxn ang="0">
                  <a:pos x="5" y="70"/>
                </a:cxn>
                <a:cxn ang="0">
                  <a:pos x="12" y="78"/>
                </a:cxn>
                <a:cxn ang="0">
                  <a:pos x="18" y="87"/>
                </a:cxn>
                <a:cxn ang="0">
                  <a:pos x="24" y="96"/>
                </a:cxn>
                <a:cxn ang="0">
                  <a:pos x="26" y="104"/>
                </a:cxn>
              </a:cxnLst>
              <a:rect l="0" t="0" r="r" b="b"/>
              <a:pathLst>
                <a:path w="123" h="117">
                  <a:moveTo>
                    <a:pt x="26" y="104"/>
                  </a:moveTo>
                  <a:cubicBezTo>
                    <a:pt x="31" y="109"/>
                    <a:pt x="31" y="101"/>
                    <a:pt x="38" y="109"/>
                  </a:cubicBezTo>
                  <a:cubicBezTo>
                    <a:pt x="46" y="117"/>
                    <a:pt x="46" y="112"/>
                    <a:pt x="49" y="114"/>
                  </a:cubicBezTo>
                  <a:cubicBezTo>
                    <a:pt x="52" y="115"/>
                    <a:pt x="53" y="114"/>
                    <a:pt x="53" y="115"/>
                  </a:cubicBezTo>
                  <a:cubicBezTo>
                    <a:pt x="56" y="117"/>
                    <a:pt x="55" y="112"/>
                    <a:pt x="61" y="109"/>
                  </a:cubicBezTo>
                  <a:cubicBezTo>
                    <a:pt x="66" y="106"/>
                    <a:pt x="66" y="107"/>
                    <a:pt x="67" y="109"/>
                  </a:cubicBezTo>
                  <a:cubicBezTo>
                    <a:pt x="69" y="110"/>
                    <a:pt x="72" y="110"/>
                    <a:pt x="75" y="110"/>
                  </a:cubicBezTo>
                  <a:cubicBezTo>
                    <a:pt x="76" y="107"/>
                    <a:pt x="76" y="107"/>
                    <a:pt x="79" y="107"/>
                  </a:cubicBezTo>
                  <a:cubicBezTo>
                    <a:pt x="85" y="107"/>
                    <a:pt x="78" y="106"/>
                    <a:pt x="85" y="103"/>
                  </a:cubicBezTo>
                  <a:cubicBezTo>
                    <a:pt x="94" y="98"/>
                    <a:pt x="94" y="106"/>
                    <a:pt x="101" y="98"/>
                  </a:cubicBezTo>
                  <a:cubicBezTo>
                    <a:pt x="107" y="90"/>
                    <a:pt x="110" y="85"/>
                    <a:pt x="116" y="78"/>
                  </a:cubicBezTo>
                  <a:cubicBezTo>
                    <a:pt x="123" y="70"/>
                    <a:pt x="123" y="70"/>
                    <a:pt x="120" y="70"/>
                  </a:cubicBezTo>
                  <a:cubicBezTo>
                    <a:pt x="119" y="70"/>
                    <a:pt x="116" y="71"/>
                    <a:pt x="105" y="67"/>
                  </a:cubicBezTo>
                  <a:cubicBezTo>
                    <a:pt x="94" y="62"/>
                    <a:pt x="93" y="64"/>
                    <a:pt x="90" y="59"/>
                  </a:cubicBezTo>
                  <a:cubicBezTo>
                    <a:pt x="87" y="56"/>
                    <a:pt x="85" y="57"/>
                    <a:pt x="85" y="54"/>
                  </a:cubicBezTo>
                  <a:cubicBezTo>
                    <a:pt x="84" y="51"/>
                    <a:pt x="84" y="53"/>
                    <a:pt x="82" y="50"/>
                  </a:cubicBezTo>
                  <a:cubicBezTo>
                    <a:pt x="81" y="45"/>
                    <a:pt x="79" y="45"/>
                    <a:pt x="82" y="42"/>
                  </a:cubicBezTo>
                  <a:cubicBezTo>
                    <a:pt x="81" y="37"/>
                    <a:pt x="76" y="43"/>
                    <a:pt x="73" y="40"/>
                  </a:cubicBezTo>
                  <a:cubicBezTo>
                    <a:pt x="73" y="31"/>
                    <a:pt x="75" y="36"/>
                    <a:pt x="78" y="26"/>
                  </a:cubicBezTo>
                  <a:cubicBezTo>
                    <a:pt x="73" y="23"/>
                    <a:pt x="75" y="20"/>
                    <a:pt x="72" y="17"/>
                  </a:cubicBezTo>
                  <a:cubicBezTo>
                    <a:pt x="69" y="15"/>
                    <a:pt x="67" y="9"/>
                    <a:pt x="64" y="9"/>
                  </a:cubicBezTo>
                  <a:cubicBezTo>
                    <a:pt x="62" y="7"/>
                    <a:pt x="61" y="6"/>
                    <a:pt x="56" y="6"/>
                  </a:cubicBezTo>
                  <a:cubicBezTo>
                    <a:pt x="52" y="4"/>
                    <a:pt x="53" y="7"/>
                    <a:pt x="52" y="6"/>
                  </a:cubicBezTo>
                  <a:cubicBezTo>
                    <a:pt x="50" y="3"/>
                    <a:pt x="50" y="12"/>
                    <a:pt x="44" y="3"/>
                  </a:cubicBezTo>
                  <a:cubicBezTo>
                    <a:pt x="41" y="0"/>
                    <a:pt x="41" y="12"/>
                    <a:pt x="38" y="7"/>
                  </a:cubicBezTo>
                  <a:cubicBezTo>
                    <a:pt x="37" y="3"/>
                    <a:pt x="38" y="11"/>
                    <a:pt x="32" y="7"/>
                  </a:cubicBezTo>
                  <a:cubicBezTo>
                    <a:pt x="31" y="17"/>
                    <a:pt x="27" y="18"/>
                    <a:pt x="29" y="23"/>
                  </a:cubicBezTo>
                  <a:cubicBezTo>
                    <a:pt x="23" y="23"/>
                    <a:pt x="24" y="29"/>
                    <a:pt x="21" y="31"/>
                  </a:cubicBezTo>
                  <a:cubicBezTo>
                    <a:pt x="18" y="34"/>
                    <a:pt x="20" y="42"/>
                    <a:pt x="18" y="43"/>
                  </a:cubicBezTo>
                  <a:cubicBezTo>
                    <a:pt x="17" y="45"/>
                    <a:pt x="17" y="39"/>
                    <a:pt x="14" y="43"/>
                  </a:cubicBezTo>
                  <a:cubicBezTo>
                    <a:pt x="12" y="48"/>
                    <a:pt x="15" y="46"/>
                    <a:pt x="14" y="51"/>
                  </a:cubicBezTo>
                  <a:cubicBezTo>
                    <a:pt x="11" y="57"/>
                    <a:pt x="15" y="68"/>
                    <a:pt x="9" y="67"/>
                  </a:cubicBezTo>
                  <a:cubicBezTo>
                    <a:pt x="2" y="64"/>
                    <a:pt x="6" y="68"/>
                    <a:pt x="5" y="70"/>
                  </a:cubicBezTo>
                  <a:cubicBezTo>
                    <a:pt x="0" y="73"/>
                    <a:pt x="9" y="71"/>
                    <a:pt x="12" y="78"/>
                  </a:cubicBezTo>
                  <a:cubicBezTo>
                    <a:pt x="15" y="82"/>
                    <a:pt x="17" y="79"/>
                    <a:pt x="18" y="87"/>
                  </a:cubicBezTo>
                  <a:cubicBezTo>
                    <a:pt x="20" y="95"/>
                    <a:pt x="20" y="95"/>
                    <a:pt x="24" y="96"/>
                  </a:cubicBezTo>
                  <a:cubicBezTo>
                    <a:pt x="27" y="96"/>
                    <a:pt x="24" y="98"/>
                    <a:pt x="26" y="10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5" name="Freeform 94">
              <a:extLst>
                <a:ext uri="{FF2B5EF4-FFF2-40B4-BE49-F238E27FC236}">
                  <a16:creationId xmlns:a16="http://schemas.microsoft.com/office/drawing/2014/main" id="{45F7BAB4-FF46-D9EF-91CC-D9784B53408E}"/>
                </a:ext>
              </a:extLst>
            </p:cNvPr>
            <p:cNvSpPr>
              <a:spLocks/>
            </p:cNvSpPr>
            <p:nvPr/>
          </p:nvSpPr>
          <p:spPr bwMode="auto">
            <a:xfrm>
              <a:off x="2648187" y="4045845"/>
              <a:ext cx="170105" cy="179641"/>
            </a:xfrm>
            <a:custGeom>
              <a:avLst/>
              <a:gdLst/>
              <a:ahLst/>
              <a:cxnLst>
                <a:cxn ang="0">
                  <a:pos x="4" y="37"/>
                </a:cxn>
                <a:cxn ang="0">
                  <a:pos x="10" y="37"/>
                </a:cxn>
                <a:cxn ang="0">
                  <a:pos x="16" y="32"/>
                </a:cxn>
                <a:cxn ang="0">
                  <a:pos x="23" y="35"/>
                </a:cxn>
                <a:cxn ang="0">
                  <a:pos x="28" y="35"/>
                </a:cxn>
                <a:cxn ang="0">
                  <a:pos x="36" y="38"/>
                </a:cxn>
                <a:cxn ang="0">
                  <a:pos x="43" y="46"/>
                </a:cxn>
                <a:cxn ang="0">
                  <a:pos x="49" y="55"/>
                </a:cxn>
                <a:cxn ang="0">
                  <a:pos x="55" y="52"/>
                </a:cxn>
                <a:cxn ang="0">
                  <a:pos x="51" y="49"/>
                </a:cxn>
                <a:cxn ang="0">
                  <a:pos x="49" y="46"/>
                </a:cxn>
                <a:cxn ang="0">
                  <a:pos x="46" y="43"/>
                </a:cxn>
                <a:cxn ang="0">
                  <a:pos x="42" y="37"/>
                </a:cxn>
                <a:cxn ang="0">
                  <a:pos x="36" y="32"/>
                </a:cxn>
                <a:cxn ang="0">
                  <a:pos x="31" y="27"/>
                </a:cxn>
                <a:cxn ang="0">
                  <a:pos x="28" y="30"/>
                </a:cxn>
                <a:cxn ang="0">
                  <a:pos x="25" y="23"/>
                </a:cxn>
                <a:cxn ang="0">
                  <a:pos x="19" y="0"/>
                </a:cxn>
                <a:cxn ang="0">
                  <a:pos x="11" y="7"/>
                </a:cxn>
                <a:cxn ang="0">
                  <a:pos x="7" y="12"/>
                </a:cxn>
                <a:cxn ang="0">
                  <a:pos x="2" y="29"/>
                </a:cxn>
                <a:cxn ang="0">
                  <a:pos x="4" y="37"/>
                </a:cxn>
              </a:cxnLst>
              <a:rect l="0" t="0" r="r" b="b"/>
              <a:pathLst>
                <a:path w="55" h="58">
                  <a:moveTo>
                    <a:pt x="4" y="37"/>
                  </a:moveTo>
                  <a:cubicBezTo>
                    <a:pt x="10" y="40"/>
                    <a:pt x="8" y="32"/>
                    <a:pt x="10" y="37"/>
                  </a:cubicBezTo>
                  <a:cubicBezTo>
                    <a:pt x="13" y="41"/>
                    <a:pt x="13" y="29"/>
                    <a:pt x="16" y="32"/>
                  </a:cubicBezTo>
                  <a:cubicBezTo>
                    <a:pt x="22" y="41"/>
                    <a:pt x="22" y="32"/>
                    <a:pt x="23" y="35"/>
                  </a:cubicBezTo>
                  <a:cubicBezTo>
                    <a:pt x="25" y="37"/>
                    <a:pt x="23" y="34"/>
                    <a:pt x="28" y="35"/>
                  </a:cubicBezTo>
                  <a:cubicBezTo>
                    <a:pt x="33" y="35"/>
                    <a:pt x="34" y="37"/>
                    <a:pt x="36" y="38"/>
                  </a:cubicBezTo>
                  <a:cubicBezTo>
                    <a:pt x="39" y="38"/>
                    <a:pt x="40" y="44"/>
                    <a:pt x="43" y="46"/>
                  </a:cubicBezTo>
                  <a:cubicBezTo>
                    <a:pt x="46" y="49"/>
                    <a:pt x="45" y="52"/>
                    <a:pt x="49" y="55"/>
                  </a:cubicBezTo>
                  <a:cubicBezTo>
                    <a:pt x="51" y="54"/>
                    <a:pt x="51" y="58"/>
                    <a:pt x="55" y="52"/>
                  </a:cubicBezTo>
                  <a:cubicBezTo>
                    <a:pt x="54" y="50"/>
                    <a:pt x="52" y="52"/>
                    <a:pt x="51" y="49"/>
                  </a:cubicBezTo>
                  <a:cubicBezTo>
                    <a:pt x="51" y="47"/>
                    <a:pt x="51" y="49"/>
                    <a:pt x="49" y="46"/>
                  </a:cubicBezTo>
                  <a:cubicBezTo>
                    <a:pt x="46" y="40"/>
                    <a:pt x="48" y="46"/>
                    <a:pt x="46" y="43"/>
                  </a:cubicBezTo>
                  <a:cubicBezTo>
                    <a:pt x="45" y="38"/>
                    <a:pt x="45" y="44"/>
                    <a:pt x="42" y="37"/>
                  </a:cubicBezTo>
                  <a:cubicBezTo>
                    <a:pt x="37" y="30"/>
                    <a:pt x="39" y="37"/>
                    <a:pt x="36" y="32"/>
                  </a:cubicBezTo>
                  <a:cubicBezTo>
                    <a:pt x="34" y="27"/>
                    <a:pt x="34" y="35"/>
                    <a:pt x="31" y="27"/>
                  </a:cubicBezTo>
                  <a:cubicBezTo>
                    <a:pt x="28" y="21"/>
                    <a:pt x="29" y="30"/>
                    <a:pt x="28" y="30"/>
                  </a:cubicBezTo>
                  <a:cubicBezTo>
                    <a:pt x="28" y="29"/>
                    <a:pt x="28" y="27"/>
                    <a:pt x="25" y="23"/>
                  </a:cubicBezTo>
                  <a:cubicBezTo>
                    <a:pt x="23" y="18"/>
                    <a:pt x="23" y="7"/>
                    <a:pt x="19" y="0"/>
                  </a:cubicBezTo>
                  <a:cubicBezTo>
                    <a:pt x="16" y="9"/>
                    <a:pt x="13" y="4"/>
                    <a:pt x="11" y="7"/>
                  </a:cubicBezTo>
                  <a:cubicBezTo>
                    <a:pt x="8" y="13"/>
                    <a:pt x="5" y="6"/>
                    <a:pt x="7" y="12"/>
                  </a:cubicBezTo>
                  <a:cubicBezTo>
                    <a:pt x="7" y="21"/>
                    <a:pt x="4" y="26"/>
                    <a:pt x="2" y="29"/>
                  </a:cubicBezTo>
                  <a:cubicBezTo>
                    <a:pt x="0" y="30"/>
                    <a:pt x="4" y="34"/>
                    <a:pt x="4" y="3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6" name="Freeform 96">
              <a:extLst>
                <a:ext uri="{FF2B5EF4-FFF2-40B4-BE49-F238E27FC236}">
                  <a16:creationId xmlns:a16="http://schemas.microsoft.com/office/drawing/2014/main" id="{3CFED65A-E740-B846-C7F1-BB0F32457876}"/>
                </a:ext>
              </a:extLst>
            </p:cNvPr>
            <p:cNvSpPr>
              <a:spLocks/>
            </p:cNvSpPr>
            <p:nvPr/>
          </p:nvSpPr>
          <p:spPr bwMode="auto">
            <a:xfrm>
              <a:off x="2063151" y="4422614"/>
              <a:ext cx="476932" cy="594564"/>
            </a:xfrm>
            <a:custGeom>
              <a:avLst/>
              <a:gdLst/>
              <a:ahLst/>
              <a:cxnLst>
                <a:cxn ang="0">
                  <a:pos x="138" y="114"/>
                </a:cxn>
                <a:cxn ang="0">
                  <a:pos x="148" y="136"/>
                </a:cxn>
                <a:cxn ang="0">
                  <a:pos x="130" y="148"/>
                </a:cxn>
                <a:cxn ang="0">
                  <a:pos x="129" y="170"/>
                </a:cxn>
                <a:cxn ang="0">
                  <a:pos x="141" y="181"/>
                </a:cxn>
                <a:cxn ang="0">
                  <a:pos x="132" y="182"/>
                </a:cxn>
                <a:cxn ang="0">
                  <a:pos x="119" y="171"/>
                </a:cxn>
                <a:cxn ang="0">
                  <a:pos x="107" y="171"/>
                </a:cxn>
                <a:cxn ang="0">
                  <a:pos x="93" y="162"/>
                </a:cxn>
                <a:cxn ang="0">
                  <a:pos x="84" y="164"/>
                </a:cxn>
                <a:cxn ang="0">
                  <a:pos x="78" y="153"/>
                </a:cxn>
                <a:cxn ang="0">
                  <a:pos x="77" y="128"/>
                </a:cxn>
                <a:cxn ang="0">
                  <a:pos x="64" y="123"/>
                </a:cxn>
                <a:cxn ang="0">
                  <a:pos x="57" y="133"/>
                </a:cxn>
                <a:cxn ang="0">
                  <a:pos x="41" y="133"/>
                </a:cxn>
                <a:cxn ang="0">
                  <a:pos x="35" y="117"/>
                </a:cxn>
                <a:cxn ang="0">
                  <a:pos x="8" y="112"/>
                </a:cxn>
                <a:cxn ang="0">
                  <a:pos x="0" y="112"/>
                </a:cxn>
                <a:cxn ang="0">
                  <a:pos x="8" y="101"/>
                </a:cxn>
                <a:cxn ang="0">
                  <a:pos x="19" y="103"/>
                </a:cxn>
                <a:cxn ang="0">
                  <a:pos x="32" y="86"/>
                </a:cxn>
                <a:cxn ang="0">
                  <a:pos x="46" y="53"/>
                </a:cxn>
                <a:cxn ang="0">
                  <a:pos x="48" y="30"/>
                </a:cxn>
                <a:cxn ang="0">
                  <a:pos x="52" y="13"/>
                </a:cxn>
                <a:cxn ang="0">
                  <a:pos x="67" y="13"/>
                </a:cxn>
                <a:cxn ang="0">
                  <a:pos x="93" y="8"/>
                </a:cxn>
                <a:cxn ang="0">
                  <a:pos x="116" y="6"/>
                </a:cxn>
                <a:cxn ang="0">
                  <a:pos x="130" y="13"/>
                </a:cxn>
                <a:cxn ang="0">
                  <a:pos x="142" y="14"/>
                </a:cxn>
                <a:cxn ang="0">
                  <a:pos x="150" y="33"/>
                </a:cxn>
                <a:cxn ang="0">
                  <a:pos x="139" y="69"/>
                </a:cxn>
                <a:cxn ang="0">
                  <a:pos x="133" y="83"/>
                </a:cxn>
                <a:cxn ang="0">
                  <a:pos x="138" y="100"/>
                </a:cxn>
              </a:cxnLst>
              <a:rect l="0" t="0" r="r" b="b"/>
              <a:pathLst>
                <a:path w="155" h="193">
                  <a:moveTo>
                    <a:pt x="138" y="100"/>
                  </a:moveTo>
                  <a:cubicBezTo>
                    <a:pt x="136" y="106"/>
                    <a:pt x="139" y="109"/>
                    <a:pt x="138" y="114"/>
                  </a:cubicBezTo>
                  <a:cubicBezTo>
                    <a:pt x="136" y="119"/>
                    <a:pt x="144" y="125"/>
                    <a:pt x="145" y="128"/>
                  </a:cubicBezTo>
                  <a:cubicBezTo>
                    <a:pt x="145" y="133"/>
                    <a:pt x="147" y="134"/>
                    <a:pt x="148" y="136"/>
                  </a:cubicBezTo>
                  <a:cubicBezTo>
                    <a:pt x="142" y="137"/>
                    <a:pt x="133" y="136"/>
                    <a:pt x="133" y="140"/>
                  </a:cubicBezTo>
                  <a:cubicBezTo>
                    <a:pt x="133" y="147"/>
                    <a:pt x="127" y="145"/>
                    <a:pt x="130" y="148"/>
                  </a:cubicBezTo>
                  <a:cubicBezTo>
                    <a:pt x="135" y="154"/>
                    <a:pt x="129" y="153"/>
                    <a:pt x="130" y="157"/>
                  </a:cubicBezTo>
                  <a:cubicBezTo>
                    <a:pt x="133" y="161"/>
                    <a:pt x="127" y="167"/>
                    <a:pt x="129" y="170"/>
                  </a:cubicBezTo>
                  <a:cubicBezTo>
                    <a:pt x="130" y="173"/>
                    <a:pt x="132" y="176"/>
                    <a:pt x="135" y="178"/>
                  </a:cubicBezTo>
                  <a:cubicBezTo>
                    <a:pt x="139" y="179"/>
                    <a:pt x="141" y="168"/>
                    <a:pt x="141" y="181"/>
                  </a:cubicBezTo>
                  <a:cubicBezTo>
                    <a:pt x="139" y="193"/>
                    <a:pt x="139" y="184"/>
                    <a:pt x="138" y="186"/>
                  </a:cubicBezTo>
                  <a:cubicBezTo>
                    <a:pt x="135" y="189"/>
                    <a:pt x="135" y="189"/>
                    <a:pt x="132" y="182"/>
                  </a:cubicBezTo>
                  <a:cubicBezTo>
                    <a:pt x="129" y="178"/>
                    <a:pt x="127" y="176"/>
                    <a:pt x="124" y="176"/>
                  </a:cubicBezTo>
                  <a:cubicBezTo>
                    <a:pt x="122" y="176"/>
                    <a:pt x="121" y="173"/>
                    <a:pt x="119" y="171"/>
                  </a:cubicBezTo>
                  <a:cubicBezTo>
                    <a:pt x="119" y="168"/>
                    <a:pt x="118" y="167"/>
                    <a:pt x="118" y="171"/>
                  </a:cubicBezTo>
                  <a:cubicBezTo>
                    <a:pt x="116" y="175"/>
                    <a:pt x="115" y="173"/>
                    <a:pt x="107" y="171"/>
                  </a:cubicBezTo>
                  <a:cubicBezTo>
                    <a:pt x="101" y="170"/>
                    <a:pt x="109" y="162"/>
                    <a:pt x="101" y="167"/>
                  </a:cubicBezTo>
                  <a:cubicBezTo>
                    <a:pt x="95" y="170"/>
                    <a:pt x="101" y="162"/>
                    <a:pt x="93" y="162"/>
                  </a:cubicBezTo>
                  <a:cubicBezTo>
                    <a:pt x="93" y="164"/>
                    <a:pt x="93" y="164"/>
                    <a:pt x="90" y="164"/>
                  </a:cubicBezTo>
                  <a:cubicBezTo>
                    <a:pt x="89" y="162"/>
                    <a:pt x="87" y="165"/>
                    <a:pt x="84" y="164"/>
                  </a:cubicBezTo>
                  <a:cubicBezTo>
                    <a:pt x="81" y="164"/>
                    <a:pt x="83" y="167"/>
                    <a:pt x="80" y="167"/>
                  </a:cubicBezTo>
                  <a:cubicBezTo>
                    <a:pt x="77" y="165"/>
                    <a:pt x="83" y="159"/>
                    <a:pt x="78" y="153"/>
                  </a:cubicBezTo>
                  <a:cubicBezTo>
                    <a:pt x="74" y="147"/>
                    <a:pt x="78" y="140"/>
                    <a:pt x="77" y="136"/>
                  </a:cubicBezTo>
                  <a:cubicBezTo>
                    <a:pt x="75" y="131"/>
                    <a:pt x="77" y="131"/>
                    <a:pt x="77" y="128"/>
                  </a:cubicBezTo>
                  <a:cubicBezTo>
                    <a:pt x="77" y="125"/>
                    <a:pt x="64" y="129"/>
                    <a:pt x="67" y="125"/>
                  </a:cubicBezTo>
                  <a:cubicBezTo>
                    <a:pt x="67" y="123"/>
                    <a:pt x="66" y="122"/>
                    <a:pt x="64" y="123"/>
                  </a:cubicBezTo>
                  <a:cubicBezTo>
                    <a:pt x="63" y="125"/>
                    <a:pt x="58" y="122"/>
                    <a:pt x="58" y="126"/>
                  </a:cubicBezTo>
                  <a:cubicBezTo>
                    <a:pt x="58" y="131"/>
                    <a:pt x="57" y="128"/>
                    <a:pt x="57" y="133"/>
                  </a:cubicBezTo>
                  <a:cubicBezTo>
                    <a:pt x="58" y="136"/>
                    <a:pt x="54" y="134"/>
                    <a:pt x="52" y="134"/>
                  </a:cubicBezTo>
                  <a:cubicBezTo>
                    <a:pt x="51" y="133"/>
                    <a:pt x="43" y="137"/>
                    <a:pt x="41" y="133"/>
                  </a:cubicBezTo>
                  <a:cubicBezTo>
                    <a:pt x="40" y="128"/>
                    <a:pt x="38" y="129"/>
                    <a:pt x="38" y="125"/>
                  </a:cubicBezTo>
                  <a:cubicBezTo>
                    <a:pt x="38" y="122"/>
                    <a:pt x="37" y="122"/>
                    <a:pt x="35" y="117"/>
                  </a:cubicBezTo>
                  <a:cubicBezTo>
                    <a:pt x="35" y="112"/>
                    <a:pt x="35" y="112"/>
                    <a:pt x="25" y="114"/>
                  </a:cubicBezTo>
                  <a:cubicBezTo>
                    <a:pt x="12" y="114"/>
                    <a:pt x="14" y="112"/>
                    <a:pt x="8" y="112"/>
                  </a:cubicBezTo>
                  <a:cubicBezTo>
                    <a:pt x="6" y="112"/>
                    <a:pt x="6" y="112"/>
                    <a:pt x="3" y="112"/>
                  </a:cubicBezTo>
                  <a:cubicBezTo>
                    <a:pt x="2" y="114"/>
                    <a:pt x="2" y="114"/>
                    <a:pt x="0" y="112"/>
                  </a:cubicBezTo>
                  <a:cubicBezTo>
                    <a:pt x="5" y="112"/>
                    <a:pt x="2" y="106"/>
                    <a:pt x="3" y="103"/>
                  </a:cubicBezTo>
                  <a:cubicBezTo>
                    <a:pt x="6" y="101"/>
                    <a:pt x="6" y="101"/>
                    <a:pt x="8" y="101"/>
                  </a:cubicBezTo>
                  <a:cubicBezTo>
                    <a:pt x="11" y="106"/>
                    <a:pt x="14" y="97"/>
                    <a:pt x="17" y="98"/>
                  </a:cubicBezTo>
                  <a:cubicBezTo>
                    <a:pt x="20" y="100"/>
                    <a:pt x="15" y="103"/>
                    <a:pt x="19" y="103"/>
                  </a:cubicBezTo>
                  <a:cubicBezTo>
                    <a:pt x="23" y="105"/>
                    <a:pt x="26" y="95"/>
                    <a:pt x="28" y="95"/>
                  </a:cubicBezTo>
                  <a:cubicBezTo>
                    <a:pt x="31" y="95"/>
                    <a:pt x="34" y="89"/>
                    <a:pt x="32" y="86"/>
                  </a:cubicBezTo>
                  <a:cubicBezTo>
                    <a:pt x="29" y="80"/>
                    <a:pt x="37" y="67"/>
                    <a:pt x="41" y="66"/>
                  </a:cubicBezTo>
                  <a:cubicBezTo>
                    <a:pt x="46" y="62"/>
                    <a:pt x="43" y="59"/>
                    <a:pt x="46" y="53"/>
                  </a:cubicBezTo>
                  <a:cubicBezTo>
                    <a:pt x="48" y="48"/>
                    <a:pt x="45" y="50"/>
                    <a:pt x="46" y="42"/>
                  </a:cubicBezTo>
                  <a:cubicBezTo>
                    <a:pt x="48" y="34"/>
                    <a:pt x="45" y="36"/>
                    <a:pt x="48" y="30"/>
                  </a:cubicBezTo>
                  <a:cubicBezTo>
                    <a:pt x="52" y="25"/>
                    <a:pt x="52" y="24"/>
                    <a:pt x="52" y="22"/>
                  </a:cubicBezTo>
                  <a:cubicBezTo>
                    <a:pt x="51" y="17"/>
                    <a:pt x="49" y="14"/>
                    <a:pt x="52" y="13"/>
                  </a:cubicBezTo>
                  <a:cubicBezTo>
                    <a:pt x="54" y="11"/>
                    <a:pt x="54" y="3"/>
                    <a:pt x="61" y="6"/>
                  </a:cubicBezTo>
                  <a:cubicBezTo>
                    <a:pt x="67" y="10"/>
                    <a:pt x="64" y="13"/>
                    <a:pt x="67" y="13"/>
                  </a:cubicBezTo>
                  <a:cubicBezTo>
                    <a:pt x="77" y="13"/>
                    <a:pt x="81" y="19"/>
                    <a:pt x="84" y="11"/>
                  </a:cubicBezTo>
                  <a:cubicBezTo>
                    <a:pt x="87" y="3"/>
                    <a:pt x="84" y="14"/>
                    <a:pt x="93" y="8"/>
                  </a:cubicBezTo>
                  <a:cubicBezTo>
                    <a:pt x="101" y="3"/>
                    <a:pt x="101" y="10"/>
                    <a:pt x="104" y="5"/>
                  </a:cubicBezTo>
                  <a:cubicBezTo>
                    <a:pt x="107" y="0"/>
                    <a:pt x="115" y="10"/>
                    <a:pt x="116" y="6"/>
                  </a:cubicBezTo>
                  <a:cubicBezTo>
                    <a:pt x="119" y="3"/>
                    <a:pt x="119" y="6"/>
                    <a:pt x="122" y="6"/>
                  </a:cubicBezTo>
                  <a:cubicBezTo>
                    <a:pt x="125" y="11"/>
                    <a:pt x="129" y="16"/>
                    <a:pt x="130" y="13"/>
                  </a:cubicBezTo>
                  <a:cubicBezTo>
                    <a:pt x="133" y="10"/>
                    <a:pt x="135" y="16"/>
                    <a:pt x="136" y="11"/>
                  </a:cubicBezTo>
                  <a:cubicBezTo>
                    <a:pt x="139" y="8"/>
                    <a:pt x="141" y="10"/>
                    <a:pt x="142" y="14"/>
                  </a:cubicBezTo>
                  <a:cubicBezTo>
                    <a:pt x="145" y="19"/>
                    <a:pt x="145" y="16"/>
                    <a:pt x="148" y="22"/>
                  </a:cubicBezTo>
                  <a:cubicBezTo>
                    <a:pt x="148" y="30"/>
                    <a:pt x="145" y="31"/>
                    <a:pt x="150" y="33"/>
                  </a:cubicBezTo>
                  <a:cubicBezTo>
                    <a:pt x="155" y="36"/>
                    <a:pt x="148" y="39"/>
                    <a:pt x="144" y="44"/>
                  </a:cubicBezTo>
                  <a:cubicBezTo>
                    <a:pt x="139" y="48"/>
                    <a:pt x="139" y="59"/>
                    <a:pt x="139" y="69"/>
                  </a:cubicBezTo>
                  <a:cubicBezTo>
                    <a:pt x="130" y="75"/>
                    <a:pt x="138" y="75"/>
                    <a:pt x="135" y="78"/>
                  </a:cubicBezTo>
                  <a:cubicBezTo>
                    <a:pt x="132" y="80"/>
                    <a:pt x="133" y="80"/>
                    <a:pt x="133" y="83"/>
                  </a:cubicBezTo>
                  <a:cubicBezTo>
                    <a:pt x="135" y="86"/>
                    <a:pt x="136" y="86"/>
                    <a:pt x="135" y="90"/>
                  </a:cubicBezTo>
                  <a:cubicBezTo>
                    <a:pt x="135" y="95"/>
                    <a:pt x="138" y="97"/>
                    <a:pt x="138" y="10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7" name="Freeform 99">
              <a:extLst>
                <a:ext uri="{FF2B5EF4-FFF2-40B4-BE49-F238E27FC236}">
                  <a16:creationId xmlns:a16="http://schemas.microsoft.com/office/drawing/2014/main" id="{7329854A-35DE-8B48-7DC1-3A0D818BBABE}"/>
                </a:ext>
              </a:extLst>
            </p:cNvPr>
            <p:cNvSpPr>
              <a:spLocks/>
            </p:cNvSpPr>
            <p:nvPr/>
          </p:nvSpPr>
          <p:spPr bwMode="auto">
            <a:xfrm>
              <a:off x="2044073" y="4767589"/>
              <a:ext cx="314775" cy="379948"/>
            </a:xfrm>
            <a:custGeom>
              <a:avLst/>
              <a:gdLst/>
              <a:ahLst/>
              <a:cxnLst>
                <a:cxn ang="0">
                  <a:pos x="95" y="117"/>
                </a:cxn>
                <a:cxn ang="0">
                  <a:pos x="84" y="100"/>
                </a:cxn>
                <a:cxn ang="0">
                  <a:pos x="84" y="73"/>
                </a:cxn>
                <a:cxn ang="0">
                  <a:pos x="98" y="72"/>
                </a:cxn>
                <a:cxn ang="0">
                  <a:pos x="99" y="65"/>
                </a:cxn>
                <a:cxn ang="0">
                  <a:pos x="99" y="59"/>
                </a:cxn>
                <a:cxn ang="0">
                  <a:pos x="99" y="50"/>
                </a:cxn>
                <a:cxn ang="0">
                  <a:pos x="96" y="51"/>
                </a:cxn>
                <a:cxn ang="0">
                  <a:pos x="90" y="51"/>
                </a:cxn>
                <a:cxn ang="0">
                  <a:pos x="85" y="55"/>
                </a:cxn>
                <a:cxn ang="0">
                  <a:pos x="84" y="41"/>
                </a:cxn>
                <a:cxn ang="0">
                  <a:pos x="82" y="24"/>
                </a:cxn>
                <a:cxn ang="0">
                  <a:pos x="82" y="16"/>
                </a:cxn>
                <a:cxn ang="0">
                  <a:pos x="73" y="13"/>
                </a:cxn>
                <a:cxn ang="0">
                  <a:pos x="70" y="11"/>
                </a:cxn>
                <a:cxn ang="0">
                  <a:pos x="64" y="14"/>
                </a:cxn>
                <a:cxn ang="0">
                  <a:pos x="63" y="20"/>
                </a:cxn>
                <a:cxn ang="0">
                  <a:pos x="58" y="22"/>
                </a:cxn>
                <a:cxn ang="0">
                  <a:pos x="47" y="20"/>
                </a:cxn>
                <a:cxn ang="0">
                  <a:pos x="44" y="13"/>
                </a:cxn>
                <a:cxn ang="0">
                  <a:pos x="41" y="5"/>
                </a:cxn>
                <a:cxn ang="0">
                  <a:pos x="31" y="2"/>
                </a:cxn>
                <a:cxn ang="0">
                  <a:pos x="14" y="0"/>
                </a:cxn>
                <a:cxn ang="0">
                  <a:pos x="8" y="3"/>
                </a:cxn>
                <a:cxn ang="0">
                  <a:pos x="14" y="28"/>
                </a:cxn>
                <a:cxn ang="0">
                  <a:pos x="18" y="47"/>
                </a:cxn>
                <a:cxn ang="0">
                  <a:pos x="14" y="67"/>
                </a:cxn>
                <a:cxn ang="0">
                  <a:pos x="5" y="96"/>
                </a:cxn>
                <a:cxn ang="0">
                  <a:pos x="2" y="114"/>
                </a:cxn>
                <a:cxn ang="0">
                  <a:pos x="12" y="110"/>
                </a:cxn>
                <a:cxn ang="0">
                  <a:pos x="22" y="115"/>
                </a:cxn>
                <a:cxn ang="0">
                  <a:pos x="50" y="115"/>
                </a:cxn>
                <a:cxn ang="0">
                  <a:pos x="58" y="117"/>
                </a:cxn>
                <a:cxn ang="0">
                  <a:pos x="72" y="120"/>
                </a:cxn>
                <a:cxn ang="0">
                  <a:pos x="76" y="120"/>
                </a:cxn>
                <a:cxn ang="0">
                  <a:pos x="79" y="121"/>
                </a:cxn>
                <a:cxn ang="0">
                  <a:pos x="95" y="117"/>
                </a:cxn>
              </a:cxnLst>
              <a:rect l="0" t="0" r="r" b="b"/>
              <a:pathLst>
                <a:path w="102" h="123">
                  <a:moveTo>
                    <a:pt x="95" y="117"/>
                  </a:moveTo>
                  <a:cubicBezTo>
                    <a:pt x="90" y="112"/>
                    <a:pt x="84" y="106"/>
                    <a:pt x="84" y="100"/>
                  </a:cubicBezTo>
                  <a:cubicBezTo>
                    <a:pt x="84" y="96"/>
                    <a:pt x="84" y="78"/>
                    <a:pt x="84" y="73"/>
                  </a:cubicBezTo>
                  <a:cubicBezTo>
                    <a:pt x="84" y="70"/>
                    <a:pt x="88" y="72"/>
                    <a:pt x="98" y="72"/>
                  </a:cubicBezTo>
                  <a:cubicBezTo>
                    <a:pt x="101" y="72"/>
                    <a:pt x="98" y="69"/>
                    <a:pt x="99" y="65"/>
                  </a:cubicBezTo>
                  <a:cubicBezTo>
                    <a:pt x="102" y="64"/>
                    <a:pt x="98" y="64"/>
                    <a:pt x="99" y="59"/>
                  </a:cubicBezTo>
                  <a:cubicBezTo>
                    <a:pt x="101" y="53"/>
                    <a:pt x="99" y="51"/>
                    <a:pt x="99" y="50"/>
                  </a:cubicBezTo>
                  <a:cubicBezTo>
                    <a:pt x="99" y="51"/>
                    <a:pt x="99" y="51"/>
                    <a:pt x="96" y="51"/>
                  </a:cubicBezTo>
                  <a:cubicBezTo>
                    <a:pt x="95" y="50"/>
                    <a:pt x="93" y="53"/>
                    <a:pt x="90" y="51"/>
                  </a:cubicBezTo>
                  <a:cubicBezTo>
                    <a:pt x="87" y="51"/>
                    <a:pt x="88" y="55"/>
                    <a:pt x="85" y="55"/>
                  </a:cubicBezTo>
                  <a:cubicBezTo>
                    <a:pt x="82" y="53"/>
                    <a:pt x="88" y="47"/>
                    <a:pt x="84" y="41"/>
                  </a:cubicBezTo>
                  <a:cubicBezTo>
                    <a:pt x="79" y="34"/>
                    <a:pt x="84" y="28"/>
                    <a:pt x="82" y="24"/>
                  </a:cubicBezTo>
                  <a:cubicBezTo>
                    <a:pt x="81" y="19"/>
                    <a:pt x="82" y="19"/>
                    <a:pt x="82" y="16"/>
                  </a:cubicBezTo>
                  <a:cubicBezTo>
                    <a:pt x="82" y="13"/>
                    <a:pt x="70" y="17"/>
                    <a:pt x="73" y="13"/>
                  </a:cubicBezTo>
                  <a:cubicBezTo>
                    <a:pt x="73" y="11"/>
                    <a:pt x="72" y="10"/>
                    <a:pt x="70" y="11"/>
                  </a:cubicBezTo>
                  <a:cubicBezTo>
                    <a:pt x="69" y="13"/>
                    <a:pt x="64" y="10"/>
                    <a:pt x="64" y="14"/>
                  </a:cubicBezTo>
                  <a:cubicBezTo>
                    <a:pt x="64" y="19"/>
                    <a:pt x="63" y="16"/>
                    <a:pt x="63" y="20"/>
                  </a:cubicBezTo>
                  <a:cubicBezTo>
                    <a:pt x="64" y="24"/>
                    <a:pt x="60" y="22"/>
                    <a:pt x="58" y="22"/>
                  </a:cubicBezTo>
                  <a:cubicBezTo>
                    <a:pt x="56" y="20"/>
                    <a:pt x="49" y="25"/>
                    <a:pt x="47" y="20"/>
                  </a:cubicBezTo>
                  <a:cubicBezTo>
                    <a:pt x="46" y="16"/>
                    <a:pt x="44" y="17"/>
                    <a:pt x="44" y="13"/>
                  </a:cubicBezTo>
                  <a:cubicBezTo>
                    <a:pt x="44" y="10"/>
                    <a:pt x="43" y="10"/>
                    <a:pt x="41" y="5"/>
                  </a:cubicBezTo>
                  <a:cubicBezTo>
                    <a:pt x="41" y="0"/>
                    <a:pt x="41" y="0"/>
                    <a:pt x="31" y="2"/>
                  </a:cubicBezTo>
                  <a:cubicBezTo>
                    <a:pt x="18" y="2"/>
                    <a:pt x="20" y="0"/>
                    <a:pt x="14" y="0"/>
                  </a:cubicBezTo>
                  <a:cubicBezTo>
                    <a:pt x="9" y="3"/>
                    <a:pt x="6" y="2"/>
                    <a:pt x="8" y="3"/>
                  </a:cubicBezTo>
                  <a:cubicBezTo>
                    <a:pt x="8" y="6"/>
                    <a:pt x="17" y="25"/>
                    <a:pt x="14" y="28"/>
                  </a:cubicBezTo>
                  <a:cubicBezTo>
                    <a:pt x="11" y="33"/>
                    <a:pt x="15" y="41"/>
                    <a:pt x="18" y="47"/>
                  </a:cubicBezTo>
                  <a:cubicBezTo>
                    <a:pt x="20" y="53"/>
                    <a:pt x="20" y="62"/>
                    <a:pt x="14" y="67"/>
                  </a:cubicBezTo>
                  <a:cubicBezTo>
                    <a:pt x="5" y="73"/>
                    <a:pt x="8" y="90"/>
                    <a:pt x="5" y="96"/>
                  </a:cubicBezTo>
                  <a:cubicBezTo>
                    <a:pt x="0" y="103"/>
                    <a:pt x="3" y="104"/>
                    <a:pt x="2" y="114"/>
                  </a:cubicBezTo>
                  <a:cubicBezTo>
                    <a:pt x="8" y="114"/>
                    <a:pt x="8" y="114"/>
                    <a:pt x="12" y="110"/>
                  </a:cubicBezTo>
                  <a:cubicBezTo>
                    <a:pt x="18" y="107"/>
                    <a:pt x="17" y="115"/>
                    <a:pt x="22" y="115"/>
                  </a:cubicBezTo>
                  <a:cubicBezTo>
                    <a:pt x="26" y="115"/>
                    <a:pt x="46" y="115"/>
                    <a:pt x="50" y="115"/>
                  </a:cubicBezTo>
                  <a:cubicBezTo>
                    <a:pt x="55" y="115"/>
                    <a:pt x="56" y="114"/>
                    <a:pt x="58" y="117"/>
                  </a:cubicBezTo>
                  <a:cubicBezTo>
                    <a:pt x="60" y="123"/>
                    <a:pt x="69" y="118"/>
                    <a:pt x="72" y="120"/>
                  </a:cubicBezTo>
                  <a:cubicBezTo>
                    <a:pt x="75" y="121"/>
                    <a:pt x="75" y="121"/>
                    <a:pt x="76" y="120"/>
                  </a:cubicBezTo>
                  <a:cubicBezTo>
                    <a:pt x="76" y="118"/>
                    <a:pt x="78" y="121"/>
                    <a:pt x="79" y="121"/>
                  </a:cubicBezTo>
                  <a:cubicBezTo>
                    <a:pt x="82" y="120"/>
                    <a:pt x="95" y="117"/>
                    <a:pt x="95" y="11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8" name="Freeform 100">
              <a:extLst>
                <a:ext uri="{FF2B5EF4-FFF2-40B4-BE49-F238E27FC236}">
                  <a16:creationId xmlns:a16="http://schemas.microsoft.com/office/drawing/2014/main" id="{EF0F095A-56CC-B054-2682-72A4E4F13107}"/>
                </a:ext>
              </a:extLst>
            </p:cNvPr>
            <p:cNvSpPr>
              <a:spLocks/>
            </p:cNvSpPr>
            <p:nvPr/>
          </p:nvSpPr>
          <p:spPr bwMode="auto">
            <a:xfrm>
              <a:off x="2303206" y="4839127"/>
              <a:ext cx="286159" cy="310000"/>
            </a:xfrm>
            <a:custGeom>
              <a:avLst/>
              <a:gdLst/>
              <a:ahLst/>
              <a:cxnLst>
                <a:cxn ang="0">
                  <a:pos x="26" y="95"/>
                </a:cxn>
                <a:cxn ang="0">
                  <a:pos x="11" y="94"/>
                </a:cxn>
                <a:cxn ang="0">
                  <a:pos x="0" y="76"/>
                </a:cxn>
                <a:cxn ang="0">
                  <a:pos x="0" y="50"/>
                </a:cxn>
                <a:cxn ang="0">
                  <a:pos x="14" y="48"/>
                </a:cxn>
                <a:cxn ang="0">
                  <a:pos x="15" y="42"/>
                </a:cxn>
                <a:cxn ang="0">
                  <a:pos x="15" y="36"/>
                </a:cxn>
                <a:cxn ang="0">
                  <a:pos x="15" y="27"/>
                </a:cxn>
                <a:cxn ang="0">
                  <a:pos x="23" y="31"/>
                </a:cxn>
                <a:cxn ang="0">
                  <a:pos x="29" y="36"/>
                </a:cxn>
                <a:cxn ang="0">
                  <a:pos x="40" y="36"/>
                </a:cxn>
                <a:cxn ang="0">
                  <a:pos x="41" y="36"/>
                </a:cxn>
                <a:cxn ang="0">
                  <a:pos x="46" y="41"/>
                </a:cxn>
                <a:cxn ang="0">
                  <a:pos x="53" y="47"/>
                </a:cxn>
                <a:cxn ang="0">
                  <a:pos x="59" y="50"/>
                </a:cxn>
                <a:cxn ang="0">
                  <a:pos x="63" y="45"/>
                </a:cxn>
                <a:cxn ang="0">
                  <a:pos x="56" y="42"/>
                </a:cxn>
                <a:cxn ang="0">
                  <a:pos x="50" y="35"/>
                </a:cxn>
                <a:cxn ang="0">
                  <a:pos x="52" y="22"/>
                </a:cxn>
                <a:cxn ang="0">
                  <a:pos x="52" y="13"/>
                </a:cxn>
                <a:cxn ang="0">
                  <a:pos x="55" y="5"/>
                </a:cxn>
                <a:cxn ang="0">
                  <a:pos x="70" y="0"/>
                </a:cxn>
                <a:cxn ang="0">
                  <a:pos x="76" y="6"/>
                </a:cxn>
                <a:cxn ang="0">
                  <a:pos x="79" y="8"/>
                </a:cxn>
                <a:cxn ang="0">
                  <a:pos x="87" y="13"/>
                </a:cxn>
                <a:cxn ang="0">
                  <a:pos x="90" y="16"/>
                </a:cxn>
                <a:cxn ang="0">
                  <a:pos x="90" y="20"/>
                </a:cxn>
                <a:cxn ang="0">
                  <a:pos x="91" y="27"/>
                </a:cxn>
                <a:cxn ang="0">
                  <a:pos x="90" y="31"/>
                </a:cxn>
                <a:cxn ang="0">
                  <a:pos x="90" y="38"/>
                </a:cxn>
                <a:cxn ang="0">
                  <a:pos x="90" y="44"/>
                </a:cxn>
                <a:cxn ang="0">
                  <a:pos x="85" y="53"/>
                </a:cxn>
                <a:cxn ang="0">
                  <a:pos x="88" y="58"/>
                </a:cxn>
                <a:cxn ang="0">
                  <a:pos x="66" y="67"/>
                </a:cxn>
                <a:cxn ang="0">
                  <a:pos x="67" y="73"/>
                </a:cxn>
                <a:cxn ang="0">
                  <a:pos x="56" y="76"/>
                </a:cxn>
                <a:cxn ang="0">
                  <a:pos x="52" y="84"/>
                </a:cxn>
                <a:cxn ang="0">
                  <a:pos x="40" y="97"/>
                </a:cxn>
                <a:cxn ang="0">
                  <a:pos x="32" y="97"/>
                </a:cxn>
                <a:cxn ang="0">
                  <a:pos x="26" y="95"/>
                </a:cxn>
              </a:cxnLst>
              <a:rect l="0" t="0" r="r" b="b"/>
              <a:pathLst>
                <a:path w="93" h="101">
                  <a:moveTo>
                    <a:pt x="26" y="95"/>
                  </a:moveTo>
                  <a:cubicBezTo>
                    <a:pt x="23" y="90"/>
                    <a:pt x="18" y="92"/>
                    <a:pt x="11" y="94"/>
                  </a:cubicBezTo>
                  <a:cubicBezTo>
                    <a:pt x="6" y="89"/>
                    <a:pt x="0" y="83"/>
                    <a:pt x="0" y="76"/>
                  </a:cubicBezTo>
                  <a:cubicBezTo>
                    <a:pt x="0" y="73"/>
                    <a:pt x="0" y="55"/>
                    <a:pt x="0" y="50"/>
                  </a:cubicBezTo>
                  <a:cubicBezTo>
                    <a:pt x="0" y="47"/>
                    <a:pt x="5" y="48"/>
                    <a:pt x="14" y="48"/>
                  </a:cubicBezTo>
                  <a:cubicBezTo>
                    <a:pt x="17" y="48"/>
                    <a:pt x="14" y="45"/>
                    <a:pt x="15" y="42"/>
                  </a:cubicBezTo>
                  <a:cubicBezTo>
                    <a:pt x="18" y="41"/>
                    <a:pt x="14" y="41"/>
                    <a:pt x="15" y="36"/>
                  </a:cubicBezTo>
                  <a:cubicBezTo>
                    <a:pt x="17" y="30"/>
                    <a:pt x="15" y="28"/>
                    <a:pt x="15" y="27"/>
                  </a:cubicBezTo>
                  <a:cubicBezTo>
                    <a:pt x="23" y="27"/>
                    <a:pt x="17" y="35"/>
                    <a:pt x="23" y="31"/>
                  </a:cubicBezTo>
                  <a:cubicBezTo>
                    <a:pt x="31" y="27"/>
                    <a:pt x="23" y="35"/>
                    <a:pt x="29" y="36"/>
                  </a:cubicBezTo>
                  <a:cubicBezTo>
                    <a:pt x="37" y="38"/>
                    <a:pt x="38" y="39"/>
                    <a:pt x="40" y="36"/>
                  </a:cubicBezTo>
                  <a:cubicBezTo>
                    <a:pt x="40" y="31"/>
                    <a:pt x="41" y="33"/>
                    <a:pt x="41" y="36"/>
                  </a:cubicBezTo>
                  <a:cubicBezTo>
                    <a:pt x="43" y="38"/>
                    <a:pt x="44" y="41"/>
                    <a:pt x="46" y="41"/>
                  </a:cubicBezTo>
                  <a:cubicBezTo>
                    <a:pt x="49" y="41"/>
                    <a:pt x="50" y="42"/>
                    <a:pt x="53" y="47"/>
                  </a:cubicBezTo>
                  <a:cubicBezTo>
                    <a:pt x="56" y="53"/>
                    <a:pt x="56" y="53"/>
                    <a:pt x="59" y="50"/>
                  </a:cubicBezTo>
                  <a:cubicBezTo>
                    <a:pt x="61" y="48"/>
                    <a:pt x="61" y="58"/>
                    <a:pt x="63" y="45"/>
                  </a:cubicBezTo>
                  <a:cubicBezTo>
                    <a:pt x="63" y="33"/>
                    <a:pt x="61" y="44"/>
                    <a:pt x="56" y="42"/>
                  </a:cubicBezTo>
                  <a:cubicBezTo>
                    <a:pt x="53" y="41"/>
                    <a:pt x="52" y="38"/>
                    <a:pt x="50" y="35"/>
                  </a:cubicBezTo>
                  <a:cubicBezTo>
                    <a:pt x="49" y="31"/>
                    <a:pt x="55" y="25"/>
                    <a:pt x="52" y="22"/>
                  </a:cubicBezTo>
                  <a:cubicBezTo>
                    <a:pt x="50" y="17"/>
                    <a:pt x="56" y="19"/>
                    <a:pt x="52" y="13"/>
                  </a:cubicBezTo>
                  <a:cubicBezTo>
                    <a:pt x="49" y="10"/>
                    <a:pt x="55" y="11"/>
                    <a:pt x="55" y="5"/>
                  </a:cubicBezTo>
                  <a:cubicBezTo>
                    <a:pt x="55" y="0"/>
                    <a:pt x="64" y="2"/>
                    <a:pt x="70" y="0"/>
                  </a:cubicBezTo>
                  <a:cubicBezTo>
                    <a:pt x="72" y="5"/>
                    <a:pt x="75" y="3"/>
                    <a:pt x="76" y="6"/>
                  </a:cubicBezTo>
                  <a:cubicBezTo>
                    <a:pt x="78" y="10"/>
                    <a:pt x="78" y="5"/>
                    <a:pt x="79" y="8"/>
                  </a:cubicBezTo>
                  <a:cubicBezTo>
                    <a:pt x="81" y="11"/>
                    <a:pt x="79" y="8"/>
                    <a:pt x="87" y="13"/>
                  </a:cubicBezTo>
                  <a:cubicBezTo>
                    <a:pt x="87" y="16"/>
                    <a:pt x="87" y="13"/>
                    <a:pt x="90" y="16"/>
                  </a:cubicBezTo>
                  <a:cubicBezTo>
                    <a:pt x="91" y="17"/>
                    <a:pt x="88" y="17"/>
                    <a:pt x="90" y="20"/>
                  </a:cubicBezTo>
                  <a:cubicBezTo>
                    <a:pt x="93" y="22"/>
                    <a:pt x="93" y="24"/>
                    <a:pt x="91" y="27"/>
                  </a:cubicBezTo>
                  <a:cubicBezTo>
                    <a:pt x="88" y="28"/>
                    <a:pt x="91" y="30"/>
                    <a:pt x="90" y="31"/>
                  </a:cubicBezTo>
                  <a:cubicBezTo>
                    <a:pt x="88" y="33"/>
                    <a:pt x="90" y="35"/>
                    <a:pt x="90" y="38"/>
                  </a:cubicBezTo>
                  <a:cubicBezTo>
                    <a:pt x="88" y="42"/>
                    <a:pt x="93" y="44"/>
                    <a:pt x="90" y="44"/>
                  </a:cubicBezTo>
                  <a:cubicBezTo>
                    <a:pt x="85" y="44"/>
                    <a:pt x="88" y="50"/>
                    <a:pt x="85" y="53"/>
                  </a:cubicBezTo>
                  <a:cubicBezTo>
                    <a:pt x="84" y="55"/>
                    <a:pt x="87" y="56"/>
                    <a:pt x="88" y="58"/>
                  </a:cubicBezTo>
                  <a:cubicBezTo>
                    <a:pt x="87" y="59"/>
                    <a:pt x="67" y="67"/>
                    <a:pt x="66" y="67"/>
                  </a:cubicBezTo>
                  <a:cubicBezTo>
                    <a:pt x="64" y="67"/>
                    <a:pt x="66" y="72"/>
                    <a:pt x="67" y="73"/>
                  </a:cubicBezTo>
                  <a:cubicBezTo>
                    <a:pt x="64" y="75"/>
                    <a:pt x="61" y="73"/>
                    <a:pt x="56" y="76"/>
                  </a:cubicBezTo>
                  <a:cubicBezTo>
                    <a:pt x="52" y="80"/>
                    <a:pt x="56" y="83"/>
                    <a:pt x="52" y="84"/>
                  </a:cubicBezTo>
                  <a:cubicBezTo>
                    <a:pt x="46" y="87"/>
                    <a:pt x="43" y="92"/>
                    <a:pt x="40" y="97"/>
                  </a:cubicBezTo>
                  <a:cubicBezTo>
                    <a:pt x="37" y="101"/>
                    <a:pt x="35" y="95"/>
                    <a:pt x="32" y="97"/>
                  </a:cubicBezTo>
                  <a:cubicBezTo>
                    <a:pt x="31" y="98"/>
                    <a:pt x="31" y="95"/>
                    <a:pt x="26" y="9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49" name="Freeform 101">
              <a:extLst>
                <a:ext uri="{FF2B5EF4-FFF2-40B4-BE49-F238E27FC236}">
                  <a16:creationId xmlns:a16="http://schemas.microsoft.com/office/drawing/2014/main" id="{9C48AE0D-67D4-4D42-646B-0B6E1D0D8FE1}"/>
                </a:ext>
              </a:extLst>
            </p:cNvPr>
            <p:cNvSpPr>
              <a:spLocks/>
            </p:cNvSpPr>
            <p:nvPr/>
          </p:nvSpPr>
          <p:spPr bwMode="auto">
            <a:xfrm>
              <a:off x="2500337" y="4912255"/>
              <a:ext cx="268671" cy="502358"/>
            </a:xfrm>
            <a:custGeom>
              <a:avLst/>
              <a:gdLst/>
              <a:ahLst/>
              <a:cxnLst>
                <a:cxn ang="0">
                  <a:pos x="17" y="163"/>
                </a:cxn>
                <a:cxn ang="0">
                  <a:pos x="23" y="163"/>
                </a:cxn>
                <a:cxn ang="0">
                  <a:pos x="21" y="156"/>
                </a:cxn>
                <a:cxn ang="0">
                  <a:pos x="34" y="145"/>
                </a:cxn>
                <a:cxn ang="0">
                  <a:pos x="43" y="132"/>
                </a:cxn>
                <a:cxn ang="0">
                  <a:pos x="44" y="120"/>
                </a:cxn>
                <a:cxn ang="0">
                  <a:pos x="41" y="114"/>
                </a:cxn>
                <a:cxn ang="0">
                  <a:pos x="38" y="101"/>
                </a:cxn>
                <a:cxn ang="0">
                  <a:pos x="37" y="93"/>
                </a:cxn>
                <a:cxn ang="0">
                  <a:pos x="43" y="87"/>
                </a:cxn>
                <a:cxn ang="0">
                  <a:pos x="53" y="78"/>
                </a:cxn>
                <a:cxn ang="0">
                  <a:pos x="69" y="65"/>
                </a:cxn>
                <a:cxn ang="0">
                  <a:pos x="82" y="48"/>
                </a:cxn>
                <a:cxn ang="0">
                  <a:pos x="85" y="42"/>
                </a:cxn>
                <a:cxn ang="0">
                  <a:pos x="82" y="31"/>
                </a:cxn>
                <a:cxn ang="0">
                  <a:pos x="82" y="12"/>
                </a:cxn>
                <a:cxn ang="0">
                  <a:pos x="82" y="0"/>
                </a:cxn>
                <a:cxn ang="0">
                  <a:pos x="70" y="8"/>
                </a:cxn>
                <a:cxn ang="0">
                  <a:pos x="63" y="8"/>
                </a:cxn>
                <a:cxn ang="0">
                  <a:pos x="55" y="11"/>
                </a:cxn>
                <a:cxn ang="0">
                  <a:pos x="47" y="11"/>
                </a:cxn>
                <a:cxn ang="0">
                  <a:pos x="37" y="9"/>
                </a:cxn>
                <a:cxn ang="0">
                  <a:pos x="35" y="14"/>
                </a:cxn>
                <a:cxn ang="0">
                  <a:pos x="35" y="26"/>
                </a:cxn>
                <a:cxn ang="0">
                  <a:pos x="43" y="36"/>
                </a:cxn>
                <a:cxn ang="0">
                  <a:pos x="46" y="48"/>
                </a:cxn>
                <a:cxn ang="0">
                  <a:pos x="44" y="56"/>
                </a:cxn>
                <a:cxn ang="0">
                  <a:pos x="41" y="61"/>
                </a:cxn>
                <a:cxn ang="0">
                  <a:pos x="40" y="65"/>
                </a:cxn>
                <a:cxn ang="0">
                  <a:pos x="35" y="56"/>
                </a:cxn>
                <a:cxn ang="0">
                  <a:pos x="35" y="47"/>
                </a:cxn>
                <a:cxn ang="0">
                  <a:pos x="29" y="39"/>
                </a:cxn>
                <a:cxn ang="0">
                  <a:pos x="24" y="34"/>
                </a:cxn>
                <a:cxn ang="0">
                  <a:pos x="2" y="43"/>
                </a:cxn>
                <a:cxn ang="0">
                  <a:pos x="3" y="50"/>
                </a:cxn>
                <a:cxn ang="0">
                  <a:pos x="12" y="56"/>
                </a:cxn>
                <a:cxn ang="0">
                  <a:pos x="21" y="61"/>
                </a:cxn>
                <a:cxn ang="0">
                  <a:pos x="23" y="67"/>
                </a:cxn>
                <a:cxn ang="0">
                  <a:pos x="21" y="82"/>
                </a:cxn>
                <a:cxn ang="0">
                  <a:pos x="21" y="87"/>
                </a:cxn>
                <a:cxn ang="0">
                  <a:pos x="23" y="96"/>
                </a:cxn>
                <a:cxn ang="0">
                  <a:pos x="17" y="109"/>
                </a:cxn>
                <a:cxn ang="0">
                  <a:pos x="9" y="118"/>
                </a:cxn>
                <a:cxn ang="0">
                  <a:pos x="15" y="156"/>
                </a:cxn>
                <a:cxn ang="0">
                  <a:pos x="17" y="163"/>
                </a:cxn>
              </a:cxnLst>
              <a:rect l="0" t="0" r="r" b="b"/>
              <a:pathLst>
                <a:path w="87" h="163">
                  <a:moveTo>
                    <a:pt x="17" y="163"/>
                  </a:moveTo>
                  <a:cubicBezTo>
                    <a:pt x="23" y="163"/>
                    <a:pt x="23" y="163"/>
                    <a:pt x="23" y="163"/>
                  </a:cubicBezTo>
                  <a:cubicBezTo>
                    <a:pt x="24" y="152"/>
                    <a:pt x="21" y="160"/>
                    <a:pt x="21" y="156"/>
                  </a:cubicBezTo>
                  <a:cubicBezTo>
                    <a:pt x="20" y="152"/>
                    <a:pt x="26" y="148"/>
                    <a:pt x="34" y="145"/>
                  </a:cubicBezTo>
                  <a:cubicBezTo>
                    <a:pt x="41" y="142"/>
                    <a:pt x="44" y="137"/>
                    <a:pt x="43" y="132"/>
                  </a:cubicBezTo>
                  <a:cubicBezTo>
                    <a:pt x="41" y="129"/>
                    <a:pt x="44" y="129"/>
                    <a:pt x="44" y="120"/>
                  </a:cubicBezTo>
                  <a:cubicBezTo>
                    <a:pt x="43" y="110"/>
                    <a:pt x="43" y="121"/>
                    <a:pt x="41" y="114"/>
                  </a:cubicBezTo>
                  <a:cubicBezTo>
                    <a:pt x="40" y="104"/>
                    <a:pt x="41" y="106"/>
                    <a:pt x="38" y="101"/>
                  </a:cubicBezTo>
                  <a:cubicBezTo>
                    <a:pt x="35" y="98"/>
                    <a:pt x="37" y="96"/>
                    <a:pt x="37" y="93"/>
                  </a:cubicBezTo>
                  <a:cubicBezTo>
                    <a:pt x="37" y="90"/>
                    <a:pt x="38" y="95"/>
                    <a:pt x="43" y="87"/>
                  </a:cubicBezTo>
                  <a:cubicBezTo>
                    <a:pt x="49" y="81"/>
                    <a:pt x="47" y="87"/>
                    <a:pt x="53" y="78"/>
                  </a:cubicBezTo>
                  <a:cubicBezTo>
                    <a:pt x="58" y="67"/>
                    <a:pt x="64" y="67"/>
                    <a:pt x="69" y="65"/>
                  </a:cubicBezTo>
                  <a:cubicBezTo>
                    <a:pt x="75" y="64"/>
                    <a:pt x="78" y="57"/>
                    <a:pt x="82" y="48"/>
                  </a:cubicBezTo>
                  <a:cubicBezTo>
                    <a:pt x="85" y="42"/>
                    <a:pt x="82" y="47"/>
                    <a:pt x="85" y="42"/>
                  </a:cubicBezTo>
                  <a:cubicBezTo>
                    <a:pt x="87" y="37"/>
                    <a:pt x="82" y="40"/>
                    <a:pt x="82" y="31"/>
                  </a:cubicBezTo>
                  <a:cubicBezTo>
                    <a:pt x="84" y="23"/>
                    <a:pt x="84" y="18"/>
                    <a:pt x="82" y="12"/>
                  </a:cubicBezTo>
                  <a:cubicBezTo>
                    <a:pt x="81" y="3"/>
                    <a:pt x="87" y="8"/>
                    <a:pt x="82" y="0"/>
                  </a:cubicBezTo>
                  <a:cubicBezTo>
                    <a:pt x="79" y="3"/>
                    <a:pt x="76" y="4"/>
                    <a:pt x="70" y="8"/>
                  </a:cubicBezTo>
                  <a:cubicBezTo>
                    <a:pt x="64" y="11"/>
                    <a:pt x="63" y="3"/>
                    <a:pt x="63" y="8"/>
                  </a:cubicBezTo>
                  <a:cubicBezTo>
                    <a:pt x="61" y="12"/>
                    <a:pt x="56" y="12"/>
                    <a:pt x="55" y="11"/>
                  </a:cubicBezTo>
                  <a:cubicBezTo>
                    <a:pt x="53" y="9"/>
                    <a:pt x="50" y="14"/>
                    <a:pt x="47" y="11"/>
                  </a:cubicBezTo>
                  <a:cubicBezTo>
                    <a:pt x="44" y="6"/>
                    <a:pt x="44" y="12"/>
                    <a:pt x="37" y="9"/>
                  </a:cubicBezTo>
                  <a:cubicBezTo>
                    <a:pt x="35" y="11"/>
                    <a:pt x="37" y="12"/>
                    <a:pt x="35" y="14"/>
                  </a:cubicBezTo>
                  <a:cubicBezTo>
                    <a:pt x="34" y="17"/>
                    <a:pt x="35" y="22"/>
                    <a:pt x="35" y="26"/>
                  </a:cubicBezTo>
                  <a:cubicBezTo>
                    <a:pt x="37" y="29"/>
                    <a:pt x="38" y="29"/>
                    <a:pt x="43" y="36"/>
                  </a:cubicBezTo>
                  <a:cubicBezTo>
                    <a:pt x="49" y="42"/>
                    <a:pt x="46" y="43"/>
                    <a:pt x="46" y="48"/>
                  </a:cubicBezTo>
                  <a:cubicBezTo>
                    <a:pt x="46" y="53"/>
                    <a:pt x="46" y="54"/>
                    <a:pt x="44" y="56"/>
                  </a:cubicBezTo>
                  <a:cubicBezTo>
                    <a:pt x="41" y="56"/>
                    <a:pt x="40" y="57"/>
                    <a:pt x="41" y="61"/>
                  </a:cubicBezTo>
                  <a:cubicBezTo>
                    <a:pt x="41" y="64"/>
                    <a:pt x="41" y="67"/>
                    <a:pt x="40" y="65"/>
                  </a:cubicBezTo>
                  <a:cubicBezTo>
                    <a:pt x="38" y="65"/>
                    <a:pt x="40" y="62"/>
                    <a:pt x="35" y="56"/>
                  </a:cubicBezTo>
                  <a:cubicBezTo>
                    <a:pt x="31" y="51"/>
                    <a:pt x="35" y="53"/>
                    <a:pt x="35" y="47"/>
                  </a:cubicBezTo>
                  <a:cubicBezTo>
                    <a:pt x="37" y="40"/>
                    <a:pt x="35" y="37"/>
                    <a:pt x="29" y="39"/>
                  </a:cubicBezTo>
                  <a:cubicBezTo>
                    <a:pt x="27" y="40"/>
                    <a:pt x="26" y="37"/>
                    <a:pt x="24" y="34"/>
                  </a:cubicBezTo>
                  <a:cubicBezTo>
                    <a:pt x="23" y="36"/>
                    <a:pt x="3" y="43"/>
                    <a:pt x="2" y="43"/>
                  </a:cubicBezTo>
                  <a:cubicBezTo>
                    <a:pt x="0" y="43"/>
                    <a:pt x="2" y="48"/>
                    <a:pt x="3" y="50"/>
                  </a:cubicBezTo>
                  <a:cubicBezTo>
                    <a:pt x="2" y="57"/>
                    <a:pt x="8" y="51"/>
                    <a:pt x="12" y="56"/>
                  </a:cubicBezTo>
                  <a:cubicBezTo>
                    <a:pt x="17" y="59"/>
                    <a:pt x="18" y="57"/>
                    <a:pt x="21" y="61"/>
                  </a:cubicBezTo>
                  <a:cubicBezTo>
                    <a:pt x="24" y="62"/>
                    <a:pt x="21" y="62"/>
                    <a:pt x="23" y="67"/>
                  </a:cubicBezTo>
                  <a:cubicBezTo>
                    <a:pt x="24" y="70"/>
                    <a:pt x="23" y="82"/>
                    <a:pt x="21" y="82"/>
                  </a:cubicBezTo>
                  <a:cubicBezTo>
                    <a:pt x="20" y="82"/>
                    <a:pt x="23" y="84"/>
                    <a:pt x="21" y="87"/>
                  </a:cubicBezTo>
                  <a:cubicBezTo>
                    <a:pt x="20" y="92"/>
                    <a:pt x="26" y="90"/>
                    <a:pt x="23" y="96"/>
                  </a:cubicBezTo>
                  <a:cubicBezTo>
                    <a:pt x="17" y="104"/>
                    <a:pt x="20" y="106"/>
                    <a:pt x="17" y="109"/>
                  </a:cubicBezTo>
                  <a:cubicBezTo>
                    <a:pt x="15" y="112"/>
                    <a:pt x="9" y="118"/>
                    <a:pt x="9" y="118"/>
                  </a:cubicBezTo>
                  <a:cubicBezTo>
                    <a:pt x="12" y="126"/>
                    <a:pt x="17" y="146"/>
                    <a:pt x="15" y="156"/>
                  </a:cubicBezTo>
                  <a:cubicBezTo>
                    <a:pt x="17" y="163"/>
                    <a:pt x="17" y="163"/>
                    <a:pt x="17" y="163"/>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0" name="Freeform 102">
              <a:extLst>
                <a:ext uri="{FF2B5EF4-FFF2-40B4-BE49-F238E27FC236}">
                  <a16:creationId xmlns:a16="http://schemas.microsoft.com/office/drawing/2014/main" id="{3F740708-755B-3D1C-EB03-8CAAC14233DF}"/>
                </a:ext>
              </a:extLst>
            </p:cNvPr>
            <p:cNvSpPr>
              <a:spLocks/>
            </p:cNvSpPr>
            <p:nvPr/>
          </p:nvSpPr>
          <p:spPr bwMode="auto">
            <a:xfrm>
              <a:off x="2044073" y="5099844"/>
              <a:ext cx="338622" cy="386308"/>
            </a:xfrm>
            <a:custGeom>
              <a:avLst/>
              <a:gdLst/>
              <a:ahLst/>
              <a:cxnLst>
                <a:cxn ang="0">
                  <a:pos x="2" y="6"/>
                </a:cxn>
                <a:cxn ang="0">
                  <a:pos x="15" y="42"/>
                </a:cxn>
                <a:cxn ang="0">
                  <a:pos x="23" y="68"/>
                </a:cxn>
                <a:cxn ang="0">
                  <a:pos x="29" y="101"/>
                </a:cxn>
                <a:cxn ang="0">
                  <a:pos x="40" y="121"/>
                </a:cxn>
                <a:cxn ang="0">
                  <a:pos x="46" y="116"/>
                </a:cxn>
                <a:cxn ang="0">
                  <a:pos x="51" y="124"/>
                </a:cxn>
                <a:cxn ang="0">
                  <a:pos x="60" y="124"/>
                </a:cxn>
                <a:cxn ang="0">
                  <a:pos x="69" y="119"/>
                </a:cxn>
                <a:cxn ang="0">
                  <a:pos x="69" y="82"/>
                </a:cxn>
                <a:cxn ang="0">
                  <a:pos x="69" y="54"/>
                </a:cxn>
                <a:cxn ang="0">
                  <a:pos x="77" y="54"/>
                </a:cxn>
                <a:cxn ang="0">
                  <a:pos x="77" y="17"/>
                </a:cxn>
                <a:cxn ang="0">
                  <a:pos x="87" y="14"/>
                </a:cxn>
                <a:cxn ang="0">
                  <a:pos x="96" y="15"/>
                </a:cxn>
                <a:cxn ang="0">
                  <a:pos x="102" y="14"/>
                </a:cxn>
                <a:cxn ang="0">
                  <a:pos x="110" y="11"/>
                </a:cxn>
                <a:cxn ang="0">
                  <a:pos x="95" y="9"/>
                </a:cxn>
                <a:cxn ang="0">
                  <a:pos x="80" y="14"/>
                </a:cxn>
                <a:cxn ang="0">
                  <a:pos x="77" y="12"/>
                </a:cxn>
                <a:cxn ang="0">
                  <a:pos x="72" y="12"/>
                </a:cxn>
                <a:cxn ang="0">
                  <a:pos x="58" y="9"/>
                </a:cxn>
                <a:cxn ang="0">
                  <a:pos x="51" y="8"/>
                </a:cxn>
                <a:cxn ang="0">
                  <a:pos x="22" y="8"/>
                </a:cxn>
                <a:cxn ang="0">
                  <a:pos x="12" y="3"/>
                </a:cxn>
                <a:cxn ang="0">
                  <a:pos x="2" y="6"/>
                </a:cxn>
              </a:cxnLst>
              <a:rect l="0" t="0" r="r" b="b"/>
              <a:pathLst>
                <a:path w="110" h="125">
                  <a:moveTo>
                    <a:pt x="2" y="6"/>
                  </a:moveTo>
                  <a:cubicBezTo>
                    <a:pt x="0" y="15"/>
                    <a:pt x="11" y="25"/>
                    <a:pt x="15" y="42"/>
                  </a:cubicBezTo>
                  <a:cubicBezTo>
                    <a:pt x="19" y="57"/>
                    <a:pt x="26" y="49"/>
                    <a:pt x="23" y="68"/>
                  </a:cubicBezTo>
                  <a:cubicBezTo>
                    <a:pt x="23" y="76"/>
                    <a:pt x="28" y="90"/>
                    <a:pt x="29" y="101"/>
                  </a:cubicBezTo>
                  <a:cubicBezTo>
                    <a:pt x="29" y="113"/>
                    <a:pt x="37" y="118"/>
                    <a:pt x="40" y="121"/>
                  </a:cubicBezTo>
                  <a:cubicBezTo>
                    <a:pt x="44" y="119"/>
                    <a:pt x="43" y="113"/>
                    <a:pt x="46" y="116"/>
                  </a:cubicBezTo>
                  <a:cubicBezTo>
                    <a:pt x="49" y="119"/>
                    <a:pt x="44" y="121"/>
                    <a:pt x="51" y="124"/>
                  </a:cubicBezTo>
                  <a:cubicBezTo>
                    <a:pt x="55" y="125"/>
                    <a:pt x="58" y="122"/>
                    <a:pt x="60" y="124"/>
                  </a:cubicBezTo>
                  <a:cubicBezTo>
                    <a:pt x="61" y="125"/>
                    <a:pt x="64" y="121"/>
                    <a:pt x="69" y="119"/>
                  </a:cubicBezTo>
                  <a:cubicBezTo>
                    <a:pt x="69" y="82"/>
                    <a:pt x="69" y="82"/>
                    <a:pt x="69" y="82"/>
                  </a:cubicBezTo>
                  <a:cubicBezTo>
                    <a:pt x="69" y="54"/>
                    <a:pt x="69" y="54"/>
                    <a:pt x="69" y="54"/>
                  </a:cubicBezTo>
                  <a:cubicBezTo>
                    <a:pt x="77" y="54"/>
                    <a:pt x="77" y="54"/>
                    <a:pt x="77" y="54"/>
                  </a:cubicBezTo>
                  <a:cubicBezTo>
                    <a:pt x="77" y="17"/>
                    <a:pt x="77" y="17"/>
                    <a:pt x="77" y="17"/>
                  </a:cubicBezTo>
                  <a:cubicBezTo>
                    <a:pt x="77" y="17"/>
                    <a:pt x="81" y="15"/>
                    <a:pt x="87" y="14"/>
                  </a:cubicBezTo>
                  <a:cubicBezTo>
                    <a:pt x="93" y="14"/>
                    <a:pt x="95" y="12"/>
                    <a:pt x="96" y="15"/>
                  </a:cubicBezTo>
                  <a:cubicBezTo>
                    <a:pt x="98" y="20"/>
                    <a:pt x="99" y="14"/>
                    <a:pt x="102" y="14"/>
                  </a:cubicBezTo>
                  <a:cubicBezTo>
                    <a:pt x="105" y="14"/>
                    <a:pt x="105" y="12"/>
                    <a:pt x="110" y="11"/>
                  </a:cubicBezTo>
                  <a:cubicBezTo>
                    <a:pt x="107" y="6"/>
                    <a:pt x="102" y="8"/>
                    <a:pt x="95" y="9"/>
                  </a:cubicBezTo>
                  <a:cubicBezTo>
                    <a:pt x="95" y="9"/>
                    <a:pt x="83" y="12"/>
                    <a:pt x="80" y="14"/>
                  </a:cubicBezTo>
                  <a:cubicBezTo>
                    <a:pt x="78" y="14"/>
                    <a:pt x="77" y="11"/>
                    <a:pt x="77" y="12"/>
                  </a:cubicBezTo>
                  <a:cubicBezTo>
                    <a:pt x="75" y="14"/>
                    <a:pt x="75" y="14"/>
                    <a:pt x="72" y="12"/>
                  </a:cubicBezTo>
                  <a:cubicBezTo>
                    <a:pt x="69" y="11"/>
                    <a:pt x="60" y="15"/>
                    <a:pt x="58" y="9"/>
                  </a:cubicBezTo>
                  <a:cubicBezTo>
                    <a:pt x="57" y="6"/>
                    <a:pt x="55" y="8"/>
                    <a:pt x="51" y="8"/>
                  </a:cubicBezTo>
                  <a:cubicBezTo>
                    <a:pt x="46" y="8"/>
                    <a:pt x="26" y="8"/>
                    <a:pt x="22" y="8"/>
                  </a:cubicBezTo>
                  <a:cubicBezTo>
                    <a:pt x="17" y="8"/>
                    <a:pt x="19" y="0"/>
                    <a:pt x="12" y="3"/>
                  </a:cubicBezTo>
                  <a:cubicBezTo>
                    <a:pt x="8" y="6"/>
                    <a:pt x="8" y="6"/>
                    <a:pt x="2"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1" name="Freeform 103">
              <a:extLst>
                <a:ext uri="{FF2B5EF4-FFF2-40B4-BE49-F238E27FC236}">
                  <a16:creationId xmlns:a16="http://schemas.microsoft.com/office/drawing/2014/main" id="{6C81283D-BC44-AD5F-3668-8CD93270B78C}"/>
                </a:ext>
              </a:extLst>
            </p:cNvPr>
            <p:cNvSpPr>
              <a:spLocks/>
            </p:cNvSpPr>
            <p:nvPr/>
          </p:nvSpPr>
          <p:spPr bwMode="auto">
            <a:xfrm>
              <a:off x="2257103" y="5131639"/>
              <a:ext cx="224158" cy="292512"/>
            </a:xfrm>
            <a:custGeom>
              <a:avLst/>
              <a:gdLst/>
              <a:ahLst/>
              <a:cxnLst>
                <a:cxn ang="0">
                  <a:pos x="41" y="0"/>
                </a:cxn>
                <a:cxn ang="0">
                  <a:pos x="34" y="3"/>
                </a:cxn>
                <a:cxn ang="0">
                  <a:pos x="27" y="5"/>
                </a:cxn>
                <a:cxn ang="0">
                  <a:pos x="18" y="3"/>
                </a:cxn>
                <a:cxn ang="0">
                  <a:pos x="8" y="7"/>
                </a:cxn>
                <a:cxn ang="0">
                  <a:pos x="8" y="44"/>
                </a:cxn>
                <a:cxn ang="0">
                  <a:pos x="0" y="44"/>
                </a:cxn>
                <a:cxn ang="0">
                  <a:pos x="0" y="72"/>
                </a:cxn>
                <a:cxn ang="0">
                  <a:pos x="5" y="88"/>
                </a:cxn>
                <a:cxn ang="0">
                  <a:pos x="6" y="94"/>
                </a:cxn>
                <a:cxn ang="0">
                  <a:pos x="17" y="89"/>
                </a:cxn>
                <a:cxn ang="0">
                  <a:pos x="30" y="80"/>
                </a:cxn>
                <a:cxn ang="0">
                  <a:pos x="46" y="75"/>
                </a:cxn>
                <a:cxn ang="0">
                  <a:pos x="55" y="63"/>
                </a:cxn>
                <a:cxn ang="0">
                  <a:pos x="62" y="53"/>
                </a:cxn>
                <a:cxn ang="0">
                  <a:pos x="73" y="46"/>
                </a:cxn>
                <a:cxn ang="0">
                  <a:pos x="65" y="39"/>
                </a:cxn>
                <a:cxn ang="0">
                  <a:pos x="61" y="30"/>
                </a:cxn>
                <a:cxn ang="0">
                  <a:pos x="58" y="25"/>
                </a:cxn>
                <a:cxn ang="0">
                  <a:pos x="47" y="16"/>
                </a:cxn>
                <a:cxn ang="0">
                  <a:pos x="41" y="0"/>
                </a:cxn>
              </a:cxnLst>
              <a:rect l="0" t="0" r="r" b="b"/>
              <a:pathLst>
                <a:path w="73" h="95">
                  <a:moveTo>
                    <a:pt x="41" y="0"/>
                  </a:moveTo>
                  <a:cubicBezTo>
                    <a:pt x="37" y="2"/>
                    <a:pt x="37" y="3"/>
                    <a:pt x="34" y="3"/>
                  </a:cubicBezTo>
                  <a:cubicBezTo>
                    <a:pt x="30" y="3"/>
                    <a:pt x="29" y="10"/>
                    <a:pt x="27" y="5"/>
                  </a:cubicBezTo>
                  <a:cubicBezTo>
                    <a:pt x="26" y="2"/>
                    <a:pt x="24" y="3"/>
                    <a:pt x="18" y="3"/>
                  </a:cubicBezTo>
                  <a:cubicBezTo>
                    <a:pt x="12" y="5"/>
                    <a:pt x="8" y="7"/>
                    <a:pt x="8" y="7"/>
                  </a:cubicBezTo>
                  <a:cubicBezTo>
                    <a:pt x="8" y="44"/>
                    <a:pt x="8" y="44"/>
                    <a:pt x="8" y="44"/>
                  </a:cubicBezTo>
                  <a:cubicBezTo>
                    <a:pt x="0" y="44"/>
                    <a:pt x="0" y="44"/>
                    <a:pt x="0" y="44"/>
                  </a:cubicBezTo>
                  <a:cubicBezTo>
                    <a:pt x="0" y="72"/>
                    <a:pt x="0" y="72"/>
                    <a:pt x="0" y="72"/>
                  </a:cubicBezTo>
                  <a:cubicBezTo>
                    <a:pt x="3" y="75"/>
                    <a:pt x="6" y="84"/>
                    <a:pt x="5" y="88"/>
                  </a:cubicBezTo>
                  <a:cubicBezTo>
                    <a:pt x="3" y="89"/>
                    <a:pt x="3" y="94"/>
                    <a:pt x="6" y="94"/>
                  </a:cubicBezTo>
                  <a:cubicBezTo>
                    <a:pt x="9" y="92"/>
                    <a:pt x="11" y="95"/>
                    <a:pt x="17" y="89"/>
                  </a:cubicBezTo>
                  <a:cubicBezTo>
                    <a:pt x="21" y="83"/>
                    <a:pt x="20" y="72"/>
                    <a:pt x="30" y="80"/>
                  </a:cubicBezTo>
                  <a:cubicBezTo>
                    <a:pt x="41" y="86"/>
                    <a:pt x="43" y="80"/>
                    <a:pt x="46" y="75"/>
                  </a:cubicBezTo>
                  <a:cubicBezTo>
                    <a:pt x="47" y="69"/>
                    <a:pt x="53" y="70"/>
                    <a:pt x="55" y="63"/>
                  </a:cubicBezTo>
                  <a:cubicBezTo>
                    <a:pt x="56" y="56"/>
                    <a:pt x="61" y="58"/>
                    <a:pt x="62" y="53"/>
                  </a:cubicBezTo>
                  <a:cubicBezTo>
                    <a:pt x="64" y="49"/>
                    <a:pt x="68" y="50"/>
                    <a:pt x="73" y="46"/>
                  </a:cubicBezTo>
                  <a:cubicBezTo>
                    <a:pt x="72" y="41"/>
                    <a:pt x="70" y="41"/>
                    <a:pt x="65" y="39"/>
                  </a:cubicBezTo>
                  <a:cubicBezTo>
                    <a:pt x="62" y="38"/>
                    <a:pt x="59" y="35"/>
                    <a:pt x="61" y="30"/>
                  </a:cubicBezTo>
                  <a:cubicBezTo>
                    <a:pt x="61" y="25"/>
                    <a:pt x="58" y="30"/>
                    <a:pt x="58" y="25"/>
                  </a:cubicBezTo>
                  <a:cubicBezTo>
                    <a:pt x="58" y="22"/>
                    <a:pt x="49" y="22"/>
                    <a:pt x="47" y="16"/>
                  </a:cubicBezTo>
                  <a:cubicBezTo>
                    <a:pt x="46" y="11"/>
                    <a:pt x="43" y="8"/>
                    <a:pt x="41"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2" name="Freeform 104">
              <a:extLst>
                <a:ext uri="{FF2B5EF4-FFF2-40B4-BE49-F238E27FC236}">
                  <a16:creationId xmlns:a16="http://schemas.microsoft.com/office/drawing/2014/main" id="{BFB3F2CE-598A-244B-0D28-D11EE372449E}"/>
                </a:ext>
              </a:extLst>
            </p:cNvPr>
            <p:cNvSpPr>
              <a:spLocks/>
            </p:cNvSpPr>
            <p:nvPr/>
          </p:nvSpPr>
          <p:spPr bwMode="auto">
            <a:xfrm>
              <a:off x="2382694" y="5063280"/>
              <a:ext cx="197132" cy="213025"/>
            </a:xfrm>
            <a:custGeom>
              <a:avLst/>
              <a:gdLst/>
              <a:ahLst/>
              <a:cxnLst>
                <a:cxn ang="0">
                  <a:pos x="0" y="22"/>
                </a:cxn>
                <a:cxn ang="0">
                  <a:pos x="6" y="38"/>
                </a:cxn>
                <a:cxn ang="0">
                  <a:pos x="17" y="47"/>
                </a:cxn>
                <a:cxn ang="0">
                  <a:pos x="20" y="52"/>
                </a:cxn>
                <a:cxn ang="0">
                  <a:pos x="24" y="61"/>
                </a:cxn>
                <a:cxn ang="0">
                  <a:pos x="32" y="67"/>
                </a:cxn>
                <a:cxn ang="0">
                  <a:pos x="43" y="69"/>
                </a:cxn>
                <a:cxn ang="0">
                  <a:pos x="47" y="69"/>
                </a:cxn>
                <a:cxn ang="0">
                  <a:pos x="55" y="59"/>
                </a:cxn>
                <a:cxn ang="0">
                  <a:pos x="61" y="47"/>
                </a:cxn>
                <a:cxn ang="0">
                  <a:pos x="59" y="38"/>
                </a:cxn>
                <a:cxn ang="0">
                  <a:pos x="59" y="33"/>
                </a:cxn>
                <a:cxn ang="0">
                  <a:pos x="61" y="17"/>
                </a:cxn>
                <a:cxn ang="0">
                  <a:pos x="59" y="11"/>
                </a:cxn>
                <a:cxn ang="0">
                  <a:pos x="50" y="7"/>
                </a:cxn>
                <a:cxn ang="0">
                  <a:pos x="41" y="0"/>
                </a:cxn>
                <a:cxn ang="0">
                  <a:pos x="31" y="3"/>
                </a:cxn>
                <a:cxn ang="0">
                  <a:pos x="26" y="11"/>
                </a:cxn>
                <a:cxn ang="0">
                  <a:pos x="14" y="24"/>
                </a:cxn>
                <a:cxn ang="0">
                  <a:pos x="6" y="24"/>
                </a:cxn>
                <a:cxn ang="0">
                  <a:pos x="0" y="22"/>
                </a:cxn>
              </a:cxnLst>
              <a:rect l="0" t="0" r="r" b="b"/>
              <a:pathLst>
                <a:path w="64" h="69">
                  <a:moveTo>
                    <a:pt x="0" y="22"/>
                  </a:moveTo>
                  <a:cubicBezTo>
                    <a:pt x="2" y="30"/>
                    <a:pt x="5" y="33"/>
                    <a:pt x="6" y="38"/>
                  </a:cubicBezTo>
                  <a:cubicBezTo>
                    <a:pt x="8" y="44"/>
                    <a:pt x="17" y="44"/>
                    <a:pt x="17" y="47"/>
                  </a:cubicBezTo>
                  <a:cubicBezTo>
                    <a:pt x="17" y="52"/>
                    <a:pt x="20" y="47"/>
                    <a:pt x="20" y="52"/>
                  </a:cubicBezTo>
                  <a:cubicBezTo>
                    <a:pt x="18" y="56"/>
                    <a:pt x="21" y="59"/>
                    <a:pt x="24" y="61"/>
                  </a:cubicBezTo>
                  <a:cubicBezTo>
                    <a:pt x="29" y="63"/>
                    <a:pt x="31" y="63"/>
                    <a:pt x="32" y="67"/>
                  </a:cubicBezTo>
                  <a:cubicBezTo>
                    <a:pt x="37" y="66"/>
                    <a:pt x="40" y="69"/>
                    <a:pt x="43" y="69"/>
                  </a:cubicBezTo>
                  <a:cubicBezTo>
                    <a:pt x="44" y="67"/>
                    <a:pt x="46" y="69"/>
                    <a:pt x="47" y="69"/>
                  </a:cubicBezTo>
                  <a:cubicBezTo>
                    <a:pt x="47" y="69"/>
                    <a:pt x="53" y="63"/>
                    <a:pt x="55" y="59"/>
                  </a:cubicBezTo>
                  <a:cubicBezTo>
                    <a:pt x="58" y="56"/>
                    <a:pt x="55" y="55"/>
                    <a:pt x="61" y="47"/>
                  </a:cubicBezTo>
                  <a:cubicBezTo>
                    <a:pt x="64" y="41"/>
                    <a:pt x="58" y="42"/>
                    <a:pt x="59" y="38"/>
                  </a:cubicBezTo>
                  <a:cubicBezTo>
                    <a:pt x="61" y="35"/>
                    <a:pt x="58" y="33"/>
                    <a:pt x="59" y="33"/>
                  </a:cubicBezTo>
                  <a:cubicBezTo>
                    <a:pt x="61" y="33"/>
                    <a:pt x="62" y="21"/>
                    <a:pt x="61" y="17"/>
                  </a:cubicBezTo>
                  <a:cubicBezTo>
                    <a:pt x="59" y="13"/>
                    <a:pt x="62" y="13"/>
                    <a:pt x="59" y="11"/>
                  </a:cubicBezTo>
                  <a:cubicBezTo>
                    <a:pt x="56" y="8"/>
                    <a:pt x="55" y="10"/>
                    <a:pt x="50" y="7"/>
                  </a:cubicBezTo>
                  <a:cubicBezTo>
                    <a:pt x="46" y="2"/>
                    <a:pt x="40" y="8"/>
                    <a:pt x="41" y="0"/>
                  </a:cubicBezTo>
                  <a:cubicBezTo>
                    <a:pt x="38" y="2"/>
                    <a:pt x="35" y="0"/>
                    <a:pt x="31" y="3"/>
                  </a:cubicBezTo>
                  <a:cubicBezTo>
                    <a:pt x="26" y="7"/>
                    <a:pt x="31" y="10"/>
                    <a:pt x="26" y="11"/>
                  </a:cubicBezTo>
                  <a:cubicBezTo>
                    <a:pt x="20" y="14"/>
                    <a:pt x="17" y="19"/>
                    <a:pt x="14" y="24"/>
                  </a:cubicBezTo>
                  <a:cubicBezTo>
                    <a:pt x="11" y="28"/>
                    <a:pt x="9" y="22"/>
                    <a:pt x="6" y="24"/>
                  </a:cubicBezTo>
                  <a:cubicBezTo>
                    <a:pt x="5" y="25"/>
                    <a:pt x="5" y="22"/>
                    <a:pt x="0" y="2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3" name="Freeform 105">
              <a:extLst>
                <a:ext uri="{FF2B5EF4-FFF2-40B4-BE49-F238E27FC236}">
                  <a16:creationId xmlns:a16="http://schemas.microsoft.com/office/drawing/2014/main" id="{B7BB3016-D8FC-2AFF-03EB-F928F32C8D80}"/>
                </a:ext>
              </a:extLst>
            </p:cNvPr>
            <p:cNvSpPr>
              <a:spLocks/>
            </p:cNvSpPr>
            <p:nvPr/>
          </p:nvSpPr>
          <p:spPr bwMode="auto">
            <a:xfrm>
              <a:off x="2168076" y="5266768"/>
              <a:ext cx="403802" cy="410153"/>
            </a:xfrm>
            <a:custGeom>
              <a:avLst/>
              <a:gdLst/>
              <a:ahLst/>
              <a:cxnLst>
                <a:cxn ang="0">
                  <a:pos x="102" y="1"/>
                </a:cxn>
                <a:cxn ang="0">
                  <a:pos x="113" y="3"/>
                </a:cxn>
                <a:cxn ang="0">
                  <a:pos x="117" y="3"/>
                </a:cxn>
                <a:cxn ang="0">
                  <a:pos x="123" y="40"/>
                </a:cxn>
                <a:cxn ang="0">
                  <a:pos x="114" y="43"/>
                </a:cxn>
                <a:cxn ang="0">
                  <a:pos x="122" y="54"/>
                </a:cxn>
                <a:cxn ang="0">
                  <a:pos x="125" y="48"/>
                </a:cxn>
                <a:cxn ang="0">
                  <a:pos x="131" y="48"/>
                </a:cxn>
                <a:cxn ang="0">
                  <a:pos x="116" y="81"/>
                </a:cxn>
                <a:cxn ang="0">
                  <a:pos x="102" y="101"/>
                </a:cxn>
                <a:cxn ang="0">
                  <a:pos x="84" y="119"/>
                </a:cxn>
                <a:cxn ang="0">
                  <a:pos x="73" y="123"/>
                </a:cxn>
                <a:cxn ang="0">
                  <a:pos x="67" y="124"/>
                </a:cxn>
                <a:cxn ang="0">
                  <a:pos x="56" y="124"/>
                </a:cxn>
                <a:cxn ang="0">
                  <a:pos x="47" y="124"/>
                </a:cxn>
                <a:cxn ang="0">
                  <a:pos x="41" y="127"/>
                </a:cxn>
                <a:cxn ang="0">
                  <a:pos x="34" y="129"/>
                </a:cxn>
                <a:cxn ang="0">
                  <a:pos x="29" y="132"/>
                </a:cxn>
                <a:cxn ang="0">
                  <a:pos x="24" y="132"/>
                </a:cxn>
                <a:cxn ang="0">
                  <a:pos x="23" y="129"/>
                </a:cxn>
                <a:cxn ang="0">
                  <a:pos x="20" y="126"/>
                </a:cxn>
                <a:cxn ang="0">
                  <a:pos x="17" y="126"/>
                </a:cxn>
                <a:cxn ang="0">
                  <a:pos x="15" y="123"/>
                </a:cxn>
                <a:cxn ang="0">
                  <a:pos x="12" y="116"/>
                </a:cxn>
                <a:cxn ang="0">
                  <a:pos x="12" y="110"/>
                </a:cxn>
                <a:cxn ang="0">
                  <a:pos x="11" y="95"/>
                </a:cxn>
                <a:cxn ang="0">
                  <a:pos x="0" y="67"/>
                </a:cxn>
                <a:cxn ang="0">
                  <a:pos x="6" y="62"/>
                </a:cxn>
                <a:cxn ang="0">
                  <a:pos x="11" y="70"/>
                </a:cxn>
                <a:cxn ang="0">
                  <a:pos x="20" y="70"/>
                </a:cxn>
                <a:cxn ang="0">
                  <a:pos x="29" y="65"/>
                </a:cxn>
                <a:cxn ang="0">
                  <a:pos x="29" y="28"/>
                </a:cxn>
                <a:cxn ang="0">
                  <a:pos x="34" y="43"/>
                </a:cxn>
                <a:cxn ang="0">
                  <a:pos x="35" y="50"/>
                </a:cxn>
                <a:cxn ang="0">
                  <a:pos x="46" y="45"/>
                </a:cxn>
                <a:cxn ang="0">
                  <a:pos x="59" y="36"/>
                </a:cxn>
                <a:cxn ang="0">
                  <a:pos x="75" y="31"/>
                </a:cxn>
                <a:cxn ang="0">
                  <a:pos x="84" y="19"/>
                </a:cxn>
                <a:cxn ang="0">
                  <a:pos x="91" y="9"/>
                </a:cxn>
                <a:cxn ang="0">
                  <a:pos x="102" y="1"/>
                </a:cxn>
              </a:cxnLst>
              <a:rect l="0" t="0" r="r" b="b"/>
              <a:pathLst>
                <a:path w="131" h="133">
                  <a:moveTo>
                    <a:pt x="102" y="1"/>
                  </a:moveTo>
                  <a:cubicBezTo>
                    <a:pt x="107" y="0"/>
                    <a:pt x="110" y="3"/>
                    <a:pt x="113" y="3"/>
                  </a:cubicBezTo>
                  <a:cubicBezTo>
                    <a:pt x="114" y="1"/>
                    <a:pt x="116" y="3"/>
                    <a:pt x="117" y="3"/>
                  </a:cubicBezTo>
                  <a:cubicBezTo>
                    <a:pt x="120" y="11"/>
                    <a:pt x="125" y="31"/>
                    <a:pt x="123" y="40"/>
                  </a:cubicBezTo>
                  <a:cubicBezTo>
                    <a:pt x="117" y="36"/>
                    <a:pt x="116" y="39"/>
                    <a:pt x="114" y="43"/>
                  </a:cubicBezTo>
                  <a:cubicBezTo>
                    <a:pt x="113" y="50"/>
                    <a:pt x="119" y="54"/>
                    <a:pt x="122" y="54"/>
                  </a:cubicBezTo>
                  <a:cubicBezTo>
                    <a:pt x="125" y="54"/>
                    <a:pt x="122" y="48"/>
                    <a:pt x="125" y="48"/>
                  </a:cubicBezTo>
                  <a:cubicBezTo>
                    <a:pt x="131" y="48"/>
                    <a:pt x="131" y="48"/>
                    <a:pt x="131" y="48"/>
                  </a:cubicBezTo>
                  <a:cubicBezTo>
                    <a:pt x="128" y="74"/>
                    <a:pt x="123" y="62"/>
                    <a:pt x="116" y="81"/>
                  </a:cubicBezTo>
                  <a:cubicBezTo>
                    <a:pt x="108" y="98"/>
                    <a:pt x="105" y="95"/>
                    <a:pt x="102" y="101"/>
                  </a:cubicBezTo>
                  <a:cubicBezTo>
                    <a:pt x="94" y="112"/>
                    <a:pt x="87" y="116"/>
                    <a:pt x="84" y="119"/>
                  </a:cubicBezTo>
                  <a:cubicBezTo>
                    <a:pt x="79" y="123"/>
                    <a:pt x="73" y="119"/>
                    <a:pt x="73" y="123"/>
                  </a:cubicBezTo>
                  <a:cubicBezTo>
                    <a:pt x="75" y="126"/>
                    <a:pt x="69" y="121"/>
                    <a:pt x="67" y="124"/>
                  </a:cubicBezTo>
                  <a:cubicBezTo>
                    <a:pt x="64" y="129"/>
                    <a:pt x="58" y="123"/>
                    <a:pt x="56" y="124"/>
                  </a:cubicBezTo>
                  <a:cubicBezTo>
                    <a:pt x="53" y="126"/>
                    <a:pt x="50" y="123"/>
                    <a:pt x="47" y="124"/>
                  </a:cubicBezTo>
                  <a:cubicBezTo>
                    <a:pt x="44" y="124"/>
                    <a:pt x="46" y="126"/>
                    <a:pt x="41" y="127"/>
                  </a:cubicBezTo>
                  <a:cubicBezTo>
                    <a:pt x="37" y="129"/>
                    <a:pt x="38" y="127"/>
                    <a:pt x="34" y="129"/>
                  </a:cubicBezTo>
                  <a:cubicBezTo>
                    <a:pt x="29" y="129"/>
                    <a:pt x="31" y="133"/>
                    <a:pt x="29" y="132"/>
                  </a:cubicBezTo>
                  <a:cubicBezTo>
                    <a:pt x="28" y="132"/>
                    <a:pt x="26" y="133"/>
                    <a:pt x="24" y="132"/>
                  </a:cubicBezTo>
                  <a:cubicBezTo>
                    <a:pt x="24" y="130"/>
                    <a:pt x="23" y="132"/>
                    <a:pt x="23" y="129"/>
                  </a:cubicBezTo>
                  <a:cubicBezTo>
                    <a:pt x="23" y="126"/>
                    <a:pt x="20" y="130"/>
                    <a:pt x="20" y="126"/>
                  </a:cubicBezTo>
                  <a:cubicBezTo>
                    <a:pt x="20" y="124"/>
                    <a:pt x="17" y="124"/>
                    <a:pt x="17" y="126"/>
                  </a:cubicBezTo>
                  <a:cubicBezTo>
                    <a:pt x="15" y="129"/>
                    <a:pt x="14" y="124"/>
                    <a:pt x="15" y="123"/>
                  </a:cubicBezTo>
                  <a:cubicBezTo>
                    <a:pt x="17" y="121"/>
                    <a:pt x="15" y="119"/>
                    <a:pt x="12" y="116"/>
                  </a:cubicBezTo>
                  <a:cubicBezTo>
                    <a:pt x="9" y="112"/>
                    <a:pt x="11" y="109"/>
                    <a:pt x="12" y="110"/>
                  </a:cubicBezTo>
                  <a:cubicBezTo>
                    <a:pt x="14" y="112"/>
                    <a:pt x="18" y="105"/>
                    <a:pt x="11" y="95"/>
                  </a:cubicBezTo>
                  <a:cubicBezTo>
                    <a:pt x="3" y="81"/>
                    <a:pt x="6" y="74"/>
                    <a:pt x="0" y="67"/>
                  </a:cubicBezTo>
                  <a:cubicBezTo>
                    <a:pt x="5" y="65"/>
                    <a:pt x="3" y="59"/>
                    <a:pt x="6" y="62"/>
                  </a:cubicBezTo>
                  <a:cubicBezTo>
                    <a:pt x="9" y="65"/>
                    <a:pt x="5" y="67"/>
                    <a:pt x="11" y="70"/>
                  </a:cubicBezTo>
                  <a:cubicBezTo>
                    <a:pt x="15" y="71"/>
                    <a:pt x="18" y="68"/>
                    <a:pt x="20" y="70"/>
                  </a:cubicBezTo>
                  <a:cubicBezTo>
                    <a:pt x="21" y="71"/>
                    <a:pt x="24" y="67"/>
                    <a:pt x="29" y="65"/>
                  </a:cubicBezTo>
                  <a:cubicBezTo>
                    <a:pt x="29" y="28"/>
                    <a:pt x="29" y="28"/>
                    <a:pt x="29" y="28"/>
                  </a:cubicBezTo>
                  <a:cubicBezTo>
                    <a:pt x="32" y="31"/>
                    <a:pt x="35" y="40"/>
                    <a:pt x="34" y="43"/>
                  </a:cubicBezTo>
                  <a:cubicBezTo>
                    <a:pt x="32" y="45"/>
                    <a:pt x="32" y="50"/>
                    <a:pt x="35" y="50"/>
                  </a:cubicBezTo>
                  <a:cubicBezTo>
                    <a:pt x="38" y="48"/>
                    <a:pt x="40" y="51"/>
                    <a:pt x="46" y="45"/>
                  </a:cubicBezTo>
                  <a:cubicBezTo>
                    <a:pt x="50" y="39"/>
                    <a:pt x="49" y="28"/>
                    <a:pt x="59" y="36"/>
                  </a:cubicBezTo>
                  <a:cubicBezTo>
                    <a:pt x="70" y="42"/>
                    <a:pt x="72" y="36"/>
                    <a:pt x="75" y="31"/>
                  </a:cubicBezTo>
                  <a:cubicBezTo>
                    <a:pt x="76" y="25"/>
                    <a:pt x="82" y="26"/>
                    <a:pt x="84" y="19"/>
                  </a:cubicBezTo>
                  <a:cubicBezTo>
                    <a:pt x="85" y="12"/>
                    <a:pt x="90" y="14"/>
                    <a:pt x="91" y="9"/>
                  </a:cubicBezTo>
                  <a:cubicBezTo>
                    <a:pt x="93" y="5"/>
                    <a:pt x="98" y="6"/>
                    <a:pt x="102"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4" name="Freeform 106">
              <a:extLst>
                <a:ext uri="{FF2B5EF4-FFF2-40B4-BE49-F238E27FC236}">
                  <a16:creationId xmlns:a16="http://schemas.microsoft.com/office/drawing/2014/main" id="{49A74015-F1A2-2660-D798-15A2C27B5F2D}"/>
                </a:ext>
              </a:extLst>
            </p:cNvPr>
            <p:cNvSpPr>
              <a:spLocks/>
            </p:cNvSpPr>
            <p:nvPr/>
          </p:nvSpPr>
          <p:spPr bwMode="auto">
            <a:xfrm>
              <a:off x="2420849" y="5460716"/>
              <a:ext cx="69950" cy="84256"/>
            </a:xfrm>
            <a:custGeom>
              <a:avLst/>
              <a:gdLst/>
              <a:ahLst/>
              <a:cxnLst>
                <a:cxn ang="0">
                  <a:pos x="8" y="25"/>
                </a:cxn>
                <a:cxn ang="0">
                  <a:pos x="3" y="13"/>
                </a:cxn>
                <a:cxn ang="0">
                  <a:pos x="15" y="3"/>
                </a:cxn>
                <a:cxn ang="0">
                  <a:pos x="20" y="14"/>
                </a:cxn>
                <a:cxn ang="0">
                  <a:pos x="11" y="22"/>
                </a:cxn>
                <a:cxn ang="0">
                  <a:pos x="8" y="25"/>
                </a:cxn>
              </a:cxnLst>
              <a:rect l="0" t="0" r="r" b="b"/>
              <a:pathLst>
                <a:path w="23" h="27">
                  <a:moveTo>
                    <a:pt x="8" y="25"/>
                  </a:moveTo>
                  <a:cubicBezTo>
                    <a:pt x="5" y="21"/>
                    <a:pt x="0" y="18"/>
                    <a:pt x="3" y="13"/>
                  </a:cubicBezTo>
                  <a:cubicBezTo>
                    <a:pt x="6" y="8"/>
                    <a:pt x="14" y="0"/>
                    <a:pt x="15" y="3"/>
                  </a:cubicBezTo>
                  <a:cubicBezTo>
                    <a:pt x="18" y="7"/>
                    <a:pt x="23" y="8"/>
                    <a:pt x="20" y="14"/>
                  </a:cubicBezTo>
                  <a:cubicBezTo>
                    <a:pt x="18" y="19"/>
                    <a:pt x="12" y="19"/>
                    <a:pt x="11" y="22"/>
                  </a:cubicBezTo>
                  <a:cubicBezTo>
                    <a:pt x="9" y="25"/>
                    <a:pt x="9" y="27"/>
                    <a:pt x="8" y="2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5" name="Freeform 107">
              <a:extLst>
                <a:ext uri="{FF2B5EF4-FFF2-40B4-BE49-F238E27FC236}">
                  <a16:creationId xmlns:a16="http://schemas.microsoft.com/office/drawing/2014/main" id="{B73E6277-52D7-6816-9BDC-66928BE8E5E2}"/>
                </a:ext>
              </a:extLst>
            </p:cNvPr>
            <p:cNvSpPr>
              <a:spLocks/>
            </p:cNvSpPr>
            <p:nvPr/>
          </p:nvSpPr>
          <p:spPr bwMode="auto">
            <a:xfrm>
              <a:off x="2516235" y="5374869"/>
              <a:ext cx="36565" cy="58821"/>
            </a:xfrm>
            <a:custGeom>
              <a:avLst/>
              <a:gdLst/>
              <a:ahLst/>
              <a:cxnLst>
                <a:cxn ang="0">
                  <a:pos x="10" y="5"/>
                </a:cxn>
                <a:cxn ang="0">
                  <a:pos x="12" y="13"/>
                </a:cxn>
                <a:cxn ang="0">
                  <a:pos x="9" y="19"/>
                </a:cxn>
                <a:cxn ang="0">
                  <a:pos x="1" y="8"/>
                </a:cxn>
                <a:cxn ang="0">
                  <a:pos x="10" y="5"/>
                </a:cxn>
              </a:cxnLst>
              <a:rect l="0" t="0" r="r" b="b"/>
              <a:pathLst>
                <a:path w="12" h="19">
                  <a:moveTo>
                    <a:pt x="10" y="5"/>
                  </a:moveTo>
                  <a:cubicBezTo>
                    <a:pt x="12" y="13"/>
                    <a:pt x="12" y="13"/>
                    <a:pt x="12" y="13"/>
                  </a:cubicBezTo>
                  <a:cubicBezTo>
                    <a:pt x="9" y="13"/>
                    <a:pt x="12" y="19"/>
                    <a:pt x="9" y="19"/>
                  </a:cubicBezTo>
                  <a:cubicBezTo>
                    <a:pt x="6" y="19"/>
                    <a:pt x="0" y="15"/>
                    <a:pt x="1" y="8"/>
                  </a:cubicBezTo>
                  <a:cubicBezTo>
                    <a:pt x="3" y="4"/>
                    <a:pt x="4" y="0"/>
                    <a:pt x="10"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6" name="Freeform 108">
              <a:extLst>
                <a:ext uri="{FF2B5EF4-FFF2-40B4-BE49-F238E27FC236}">
                  <a16:creationId xmlns:a16="http://schemas.microsoft.com/office/drawing/2014/main" id="{6126A401-8A37-06C1-27C7-7EF7FE425B1C}"/>
                </a:ext>
              </a:extLst>
            </p:cNvPr>
            <p:cNvSpPr>
              <a:spLocks/>
            </p:cNvSpPr>
            <p:nvPr/>
          </p:nvSpPr>
          <p:spPr bwMode="auto">
            <a:xfrm>
              <a:off x="2562339" y="4878870"/>
              <a:ext cx="85848" cy="240051"/>
            </a:xfrm>
            <a:custGeom>
              <a:avLst/>
              <a:gdLst/>
              <a:ahLst/>
              <a:cxnLst>
                <a:cxn ang="0">
                  <a:pos x="4" y="45"/>
                </a:cxn>
                <a:cxn ang="0">
                  <a:pos x="9" y="50"/>
                </a:cxn>
                <a:cxn ang="0">
                  <a:pos x="15" y="58"/>
                </a:cxn>
                <a:cxn ang="0">
                  <a:pos x="15" y="67"/>
                </a:cxn>
                <a:cxn ang="0">
                  <a:pos x="19" y="76"/>
                </a:cxn>
                <a:cxn ang="0">
                  <a:pos x="21" y="72"/>
                </a:cxn>
                <a:cxn ang="0">
                  <a:pos x="24" y="67"/>
                </a:cxn>
                <a:cxn ang="0">
                  <a:pos x="25" y="59"/>
                </a:cxn>
                <a:cxn ang="0">
                  <a:pos x="22" y="47"/>
                </a:cxn>
                <a:cxn ang="0">
                  <a:pos x="15" y="37"/>
                </a:cxn>
                <a:cxn ang="0">
                  <a:pos x="15" y="25"/>
                </a:cxn>
                <a:cxn ang="0">
                  <a:pos x="16" y="20"/>
                </a:cxn>
                <a:cxn ang="0">
                  <a:pos x="15" y="11"/>
                </a:cxn>
                <a:cxn ang="0">
                  <a:pos x="10" y="2"/>
                </a:cxn>
                <a:cxn ang="0">
                  <a:pos x="3" y="0"/>
                </a:cxn>
                <a:cxn ang="0">
                  <a:pos x="6" y="3"/>
                </a:cxn>
                <a:cxn ang="0">
                  <a:pos x="6" y="8"/>
                </a:cxn>
                <a:cxn ang="0">
                  <a:pos x="7" y="14"/>
                </a:cxn>
                <a:cxn ang="0">
                  <a:pos x="6" y="19"/>
                </a:cxn>
                <a:cxn ang="0">
                  <a:pos x="6" y="25"/>
                </a:cxn>
                <a:cxn ang="0">
                  <a:pos x="6" y="31"/>
                </a:cxn>
                <a:cxn ang="0">
                  <a:pos x="1" y="41"/>
                </a:cxn>
                <a:cxn ang="0">
                  <a:pos x="4" y="45"/>
                </a:cxn>
              </a:cxnLst>
              <a:rect l="0" t="0" r="r" b="b"/>
              <a:pathLst>
                <a:path w="28" h="78">
                  <a:moveTo>
                    <a:pt x="4" y="45"/>
                  </a:moveTo>
                  <a:cubicBezTo>
                    <a:pt x="6" y="48"/>
                    <a:pt x="7" y="51"/>
                    <a:pt x="9" y="50"/>
                  </a:cubicBezTo>
                  <a:cubicBezTo>
                    <a:pt x="15" y="48"/>
                    <a:pt x="16" y="51"/>
                    <a:pt x="15" y="58"/>
                  </a:cubicBezTo>
                  <a:cubicBezTo>
                    <a:pt x="15" y="64"/>
                    <a:pt x="10" y="62"/>
                    <a:pt x="15" y="67"/>
                  </a:cubicBezTo>
                  <a:cubicBezTo>
                    <a:pt x="19" y="73"/>
                    <a:pt x="18" y="76"/>
                    <a:pt x="19" y="76"/>
                  </a:cubicBezTo>
                  <a:cubicBezTo>
                    <a:pt x="21" y="78"/>
                    <a:pt x="21" y="75"/>
                    <a:pt x="21" y="72"/>
                  </a:cubicBezTo>
                  <a:cubicBezTo>
                    <a:pt x="19" y="69"/>
                    <a:pt x="21" y="67"/>
                    <a:pt x="24" y="67"/>
                  </a:cubicBezTo>
                  <a:cubicBezTo>
                    <a:pt x="25" y="65"/>
                    <a:pt x="25" y="64"/>
                    <a:pt x="25" y="59"/>
                  </a:cubicBezTo>
                  <a:cubicBezTo>
                    <a:pt x="25" y="55"/>
                    <a:pt x="28" y="53"/>
                    <a:pt x="22" y="47"/>
                  </a:cubicBezTo>
                  <a:cubicBezTo>
                    <a:pt x="18" y="41"/>
                    <a:pt x="16" y="41"/>
                    <a:pt x="15" y="37"/>
                  </a:cubicBezTo>
                  <a:cubicBezTo>
                    <a:pt x="15" y="33"/>
                    <a:pt x="13" y="28"/>
                    <a:pt x="15" y="25"/>
                  </a:cubicBezTo>
                  <a:cubicBezTo>
                    <a:pt x="16" y="24"/>
                    <a:pt x="15" y="22"/>
                    <a:pt x="16" y="20"/>
                  </a:cubicBezTo>
                  <a:cubicBezTo>
                    <a:pt x="13" y="16"/>
                    <a:pt x="16" y="16"/>
                    <a:pt x="15" y="11"/>
                  </a:cubicBezTo>
                  <a:cubicBezTo>
                    <a:pt x="13" y="6"/>
                    <a:pt x="12" y="3"/>
                    <a:pt x="10" y="2"/>
                  </a:cubicBezTo>
                  <a:cubicBezTo>
                    <a:pt x="7" y="2"/>
                    <a:pt x="4" y="2"/>
                    <a:pt x="3" y="0"/>
                  </a:cubicBezTo>
                  <a:cubicBezTo>
                    <a:pt x="3" y="3"/>
                    <a:pt x="3" y="0"/>
                    <a:pt x="6" y="3"/>
                  </a:cubicBezTo>
                  <a:cubicBezTo>
                    <a:pt x="7" y="5"/>
                    <a:pt x="4" y="5"/>
                    <a:pt x="6" y="8"/>
                  </a:cubicBezTo>
                  <a:cubicBezTo>
                    <a:pt x="9" y="10"/>
                    <a:pt x="9" y="11"/>
                    <a:pt x="7" y="14"/>
                  </a:cubicBezTo>
                  <a:cubicBezTo>
                    <a:pt x="4" y="16"/>
                    <a:pt x="7" y="17"/>
                    <a:pt x="6" y="19"/>
                  </a:cubicBezTo>
                  <a:cubicBezTo>
                    <a:pt x="4" y="20"/>
                    <a:pt x="6" y="22"/>
                    <a:pt x="6" y="25"/>
                  </a:cubicBezTo>
                  <a:cubicBezTo>
                    <a:pt x="4" y="30"/>
                    <a:pt x="9" y="31"/>
                    <a:pt x="6" y="31"/>
                  </a:cubicBezTo>
                  <a:cubicBezTo>
                    <a:pt x="1" y="31"/>
                    <a:pt x="4" y="37"/>
                    <a:pt x="1" y="41"/>
                  </a:cubicBezTo>
                  <a:cubicBezTo>
                    <a:pt x="0" y="42"/>
                    <a:pt x="3" y="44"/>
                    <a:pt x="4" y="4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7" name="Freeform 109">
              <a:extLst>
                <a:ext uri="{FF2B5EF4-FFF2-40B4-BE49-F238E27FC236}">
                  <a16:creationId xmlns:a16="http://schemas.microsoft.com/office/drawing/2014/main" id="{BD168A9F-82F7-99AE-C674-E0C56A6A2536}"/>
                </a:ext>
              </a:extLst>
            </p:cNvPr>
            <p:cNvSpPr>
              <a:spLocks/>
            </p:cNvSpPr>
            <p:nvPr/>
          </p:nvSpPr>
          <p:spPr bwMode="auto">
            <a:xfrm>
              <a:off x="2086997" y="3875743"/>
              <a:ext cx="271851" cy="494410"/>
            </a:xfrm>
            <a:custGeom>
              <a:avLst/>
              <a:gdLst/>
              <a:ahLst/>
              <a:cxnLst>
                <a:cxn ang="0">
                  <a:pos x="18" y="159"/>
                </a:cxn>
                <a:cxn ang="0">
                  <a:pos x="26" y="157"/>
                </a:cxn>
                <a:cxn ang="0">
                  <a:pos x="31" y="157"/>
                </a:cxn>
                <a:cxn ang="0">
                  <a:pos x="46" y="151"/>
                </a:cxn>
                <a:cxn ang="0">
                  <a:pos x="46" y="145"/>
                </a:cxn>
                <a:cxn ang="0">
                  <a:pos x="62" y="138"/>
                </a:cxn>
                <a:cxn ang="0">
                  <a:pos x="67" y="129"/>
                </a:cxn>
                <a:cxn ang="0">
                  <a:pos x="77" y="126"/>
                </a:cxn>
                <a:cxn ang="0">
                  <a:pos x="74" y="118"/>
                </a:cxn>
                <a:cxn ang="0">
                  <a:pos x="73" y="110"/>
                </a:cxn>
                <a:cxn ang="0">
                  <a:pos x="68" y="109"/>
                </a:cxn>
                <a:cxn ang="0">
                  <a:pos x="71" y="100"/>
                </a:cxn>
                <a:cxn ang="0">
                  <a:pos x="73" y="92"/>
                </a:cxn>
                <a:cxn ang="0">
                  <a:pos x="76" y="87"/>
                </a:cxn>
                <a:cxn ang="0">
                  <a:pos x="77" y="82"/>
                </a:cxn>
                <a:cxn ang="0">
                  <a:pos x="84" y="78"/>
                </a:cxn>
                <a:cxn ang="0">
                  <a:pos x="85" y="76"/>
                </a:cxn>
                <a:cxn ang="0">
                  <a:pos x="85" y="40"/>
                </a:cxn>
                <a:cxn ang="0">
                  <a:pos x="23" y="0"/>
                </a:cxn>
                <a:cxn ang="0">
                  <a:pos x="14" y="5"/>
                </a:cxn>
                <a:cxn ang="0">
                  <a:pos x="18" y="27"/>
                </a:cxn>
                <a:cxn ang="0">
                  <a:pos x="20" y="44"/>
                </a:cxn>
                <a:cxn ang="0">
                  <a:pos x="17" y="68"/>
                </a:cxn>
                <a:cxn ang="0">
                  <a:pos x="3" y="98"/>
                </a:cxn>
                <a:cxn ang="0">
                  <a:pos x="8" y="104"/>
                </a:cxn>
                <a:cxn ang="0">
                  <a:pos x="12" y="107"/>
                </a:cxn>
                <a:cxn ang="0">
                  <a:pos x="14" y="114"/>
                </a:cxn>
                <a:cxn ang="0">
                  <a:pos x="20" y="134"/>
                </a:cxn>
                <a:cxn ang="0">
                  <a:pos x="11" y="135"/>
                </a:cxn>
                <a:cxn ang="0">
                  <a:pos x="8" y="140"/>
                </a:cxn>
                <a:cxn ang="0">
                  <a:pos x="17" y="152"/>
                </a:cxn>
                <a:cxn ang="0">
                  <a:pos x="18" y="159"/>
                </a:cxn>
              </a:cxnLst>
              <a:rect l="0" t="0" r="r" b="b"/>
              <a:pathLst>
                <a:path w="88" h="160">
                  <a:moveTo>
                    <a:pt x="18" y="159"/>
                  </a:moveTo>
                  <a:cubicBezTo>
                    <a:pt x="21" y="160"/>
                    <a:pt x="24" y="159"/>
                    <a:pt x="26" y="157"/>
                  </a:cubicBezTo>
                  <a:cubicBezTo>
                    <a:pt x="27" y="154"/>
                    <a:pt x="27" y="160"/>
                    <a:pt x="31" y="157"/>
                  </a:cubicBezTo>
                  <a:cubicBezTo>
                    <a:pt x="37" y="152"/>
                    <a:pt x="41" y="157"/>
                    <a:pt x="46" y="151"/>
                  </a:cubicBezTo>
                  <a:cubicBezTo>
                    <a:pt x="49" y="146"/>
                    <a:pt x="44" y="146"/>
                    <a:pt x="46" y="145"/>
                  </a:cubicBezTo>
                  <a:cubicBezTo>
                    <a:pt x="47" y="143"/>
                    <a:pt x="56" y="146"/>
                    <a:pt x="62" y="138"/>
                  </a:cubicBezTo>
                  <a:cubicBezTo>
                    <a:pt x="67" y="131"/>
                    <a:pt x="68" y="134"/>
                    <a:pt x="67" y="129"/>
                  </a:cubicBezTo>
                  <a:cubicBezTo>
                    <a:pt x="67" y="128"/>
                    <a:pt x="74" y="124"/>
                    <a:pt x="77" y="126"/>
                  </a:cubicBezTo>
                  <a:cubicBezTo>
                    <a:pt x="79" y="120"/>
                    <a:pt x="74" y="123"/>
                    <a:pt x="74" y="118"/>
                  </a:cubicBezTo>
                  <a:cubicBezTo>
                    <a:pt x="74" y="114"/>
                    <a:pt x="73" y="115"/>
                    <a:pt x="73" y="110"/>
                  </a:cubicBezTo>
                  <a:cubicBezTo>
                    <a:pt x="73" y="106"/>
                    <a:pt x="70" y="110"/>
                    <a:pt x="68" y="109"/>
                  </a:cubicBezTo>
                  <a:cubicBezTo>
                    <a:pt x="67" y="104"/>
                    <a:pt x="74" y="104"/>
                    <a:pt x="71" y="100"/>
                  </a:cubicBezTo>
                  <a:cubicBezTo>
                    <a:pt x="68" y="95"/>
                    <a:pt x="76" y="96"/>
                    <a:pt x="73" y="92"/>
                  </a:cubicBezTo>
                  <a:cubicBezTo>
                    <a:pt x="71" y="87"/>
                    <a:pt x="76" y="92"/>
                    <a:pt x="76" y="87"/>
                  </a:cubicBezTo>
                  <a:cubicBezTo>
                    <a:pt x="74" y="84"/>
                    <a:pt x="77" y="87"/>
                    <a:pt x="77" y="82"/>
                  </a:cubicBezTo>
                  <a:cubicBezTo>
                    <a:pt x="77" y="78"/>
                    <a:pt x="81" y="78"/>
                    <a:pt x="84" y="78"/>
                  </a:cubicBezTo>
                  <a:cubicBezTo>
                    <a:pt x="88" y="79"/>
                    <a:pt x="85" y="76"/>
                    <a:pt x="85" y="76"/>
                  </a:cubicBezTo>
                  <a:cubicBezTo>
                    <a:pt x="85" y="40"/>
                    <a:pt x="85" y="40"/>
                    <a:pt x="85" y="40"/>
                  </a:cubicBezTo>
                  <a:cubicBezTo>
                    <a:pt x="85" y="40"/>
                    <a:pt x="44" y="13"/>
                    <a:pt x="23" y="0"/>
                  </a:cubicBezTo>
                  <a:cubicBezTo>
                    <a:pt x="21" y="0"/>
                    <a:pt x="17" y="3"/>
                    <a:pt x="14" y="5"/>
                  </a:cubicBezTo>
                  <a:cubicBezTo>
                    <a:pt x="18" y="14"/>
                    <a:pt x="14" y="17"/>
                    <a:pt x="18" y="27"/>
                  </a:cubicBezTo>
                  <a:cubicBezTo>
                    <a:pt x="24" y="37"/>
                    <a:pt x="20" y="33"/>
                    <a:pt x="20" y="44"/>
                  </a:cubicBezTo>
                  <a:cubicBezTo>
                    <a:pt x="20" y="53"/>
                    <a:pt x="18" y="67"/>
                    <a:pt x="17" y="68"/>
                  </a:cubicBezTo>
                  <a:cubicBezTo>
                    <a:pt x="15" y="70"/>
                    <a:pt x="0" y="89"/>
                    <a:pt x="3" y="98"/>
                  </a:cubicBezTo>
                  <a:cubicBezTo>
                    <a:pt x="8" y="104"/>
                    <a:pt x="8" y="104"/>
                    <a:pt x="8" y="104"/>
                  </a:cubicBezTo>
                  <a:cubicBezTo>
                    <a:pt x="17" y="104"/>
                    <a:pt x="8" y="106"/>
                    <a:pt x="12" y="107"/>
                  </a:cubicBezTo>
                  <a:cubicBezTo>
                    <a:pt x="15" y="109"/>
                    <a:pt x="12" y="114"/>
                    <a:pt x="14" y="114"/>
                  </a:cubicBezTo>
                  <a:cubicBezTo>
                    <a:pt x="17" y="115"/>
                    <a:pt x="12" y="129"/>
                    <a:pt x="20" y="134"/>
                  </a:cubicBezTo>
                  <a:cubicBezTo>
                    <a:pt x="15" y="137"/>
                    <a:pt x="12" y="135"/>
                    <a:pt x="11" y="135"/>
                  </a:cubicBezTo>
                  <a:cubicBezTo>
                    <a:pt x="8" y="134"/>
                    <a:pt x="6" y="138"/>
                    <a:pt x="8" y="140"/>
                  </a:cubicBezTo>
                  <a:cubicBezTo>
                    <a:pt x="14" y="149"/>
                    <a:pt x="17" y="148"/>
                    <a:pt x="17" y="152"/>
                  </a:cubicBezTo>
                  <a:cubicBezTo>
                    <a:pt x="18" y="159"/>
                    <a:pt x="20" y="156"/>
                    <a:pt x="18" y="15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8" name="Freeform 110">
              <a:extLst>
                <a:ext uri="{FF2B5EF4-FFF2-40B4-BE49-F238E27FC236}">
                  <a16:creationId xmlns:a16="http://schemas.microsoft.com/office/drawing/2014/main" id="{43724608-CCFF-E637-EF00-8B48F1AF870F}"/>
                </a:ext>
              </a:extLst>
            </p:cNvPr>
            <p:cNvSpPr>
              <a:spLocks/>
            </p:cNvSpPr>
            <p:nvPr/>
          </p:nvSpPr>
          <p:spPr bwMode="auto">
            <a:xfrm>
              <a:off x="1765864" y="3875743"/>
              <a:ext cx="399033" cy="364050"/>
            </a:xfrm>
            <a:custGeom>
              <a:avLst/>
              <a:gdLst/>
              <a:ahLst/>
              <a:cxnLst>
                <a:cxn ang="0">
                  <a:pos x="32" y="44"/>
                </a:cxn>
                <a:cxn ang="0">
                  <a:pos x="32" y="72"/>
                </a:cxn>
                <a:cxn ang="0">
                  <a:pos x="29" y="79"/>
                </a:cxn>
                <a:cxn ang="0">
                  <a:pos x="26" y="81"/>
                </a:cxn>
                <a:cxn ang="0">
                  <a:pos x="14" y="82"/>
                </a:cxn>
                <a:cxn ang="0">
                  <a:pos x="2" y="86"/>
                </a:cxn>
                <a:cxn ang="0">
                  <a:pos x="3" y="95"/>
                </a:cxn>
                <a:cxn ang="0">
                  <a:pos x="6" y="100"/>
                </a:cxn>
                <a:cxn ang="0">
                  <a:pos x="8" y="101"/>
                </a:cxn>
                <a:cxn ang="0">
                  <a:pos x="8" y="104"/>
                </a:cxn>
                <a:cxn ang="0">
                  <a:pos x="14" y="109"/>
                </a:cxn>
                <a:cxn ang="0">
                  <a:pos x="17" y="112"/>
                </a:cxn>
                <a:cxn ang="0">
                  <a:pos x="19" y="117"/>
                </a:cxn>
                <a:cxn ang="0">
                  <a:pos x="20" y="112"/>
                </a:cxn>
                <a:cxn ang="0">
                  <a:pos x="23" y="112"/>
                </a:cxn>
                <a:cxn ang="0">
                  <a:pos x="28" y="118"/>
                </a:cxn>
                <a:cxn ang="0">
                  <a:pos x="31" y="109"/>
                </a:cxn>
                <a:cxn ang="0">
                  <a:pos x="32" y="100"/>
                </a:cxn>
                <a:cxn ang="0">
                  <a:pos x="40" y="98"/>
                </a:cxn>
                <a:cxn ang="0">
                  <a:pos x="45" y="96"/>
                </a:cxn>
                <a:cxn ang="0">
                  <a:pos x="52" y="103"/>
                </a:cxn>
                <a:cxn ang="0">
                  <a:pos x="63" y="101"/>
                </a:cxn>
                <a:cxn ang="0">
                  <a:pos x="72" y="107"/>
                </a:cxn>
                <a:cxn ang="0">
                  <a:pos x="84" y="101"/>
                </a:cxn>
                <a:cxn ang="0">
                  <a:pos x="100" y="103"/>
                </a:cxn>
                <a:cxn ang="0">
                  <a:pos x="107" y="98"/>
                </a:cxn>
                <a:cxn ang="0">
                  <a:pos x="121" y="68"/>
                </a:cxn>
                <a:cxn ang="0">
                  <a:pos x="124" y="44"/>
                </a:cxn>
                <a:cxn ang="0">
                  <a:pos x="123" y="27"/>
                </a:cxn>
                <a:cxn ang="0">
                  <a:pos x="118" y="5"/>
                </a:cxn>
                <a:cxn ang="0">
                  <a:pos x="110" y="6"/>
                </a:cxn>
                <a:cxn ang="0">
                  <a:pos x="95" y="0"/>
                </a:cxn>
                <a:cxn ang="0">
                  <a:pos x="60" y="27"/>
                </a:cxn>
                <a:cxn ang="0">
                  <a:pos x="32" y="44"/>
                </a:cxn>
              </a:cxnLst>
              <a:rect l="0" t="0" r="r" b="b"/>
              <a:pathLst>
                <a:path w="129" h="118">
                  <a:moveTo>
                    <a:pt x="32" y="44"/>
                  </a:moveTo>
                  <a:cubicBezTo>
                    <a:pt x="32" y="44"/>
                    <a:pt x="34" y="70"/>
                    <a:pt x="32" y="72"/>
                  </a:cubicBezTo>
                  <a:cubicBezTo>
                    <a:pt x="31" y="75"/>
                    <a:pt x="32" y="79"/>
                    <a:pt x="29" y="79"/>
                  </a:cubicBezTo>
                  <a:cubicBezTo>
                    <a:pt x="26" y="79"/>
                    <a:pt x="28" y="82"/>
                    <a:pt x="26" y="81"/>
                  </a:cubicBezTo>
                  <a:cubicBezTo>
                    <a:pt x="25" y="81"/>
                    <a:pt x="23" y="82"/>
                    <a:pt x="14" y="82"/>
                  </a:cubicBezTo>
                  <a:cubicBezTo>
                    <a:pt x="6" y="82"/>
                    <a:pt x="11" y="87"/>
                    <a:pt x="2" y="86"/>
                  </a:cubicBezTo>
                  <a:cubicBezTo>
                    <a:pt x="0" y="92"/>
                    <a:pt x="2" y="89"/>
                    <a:pt x="3" y="95"/>
                  </a:cubicBezTo>
                  <a:cubicBezTo>
                    <a:pt x="3" y="100"/>
                    <a:pt x="5" y="96"/>
                    <a:pt x="6" y="100"/>
                  </a:cubicBezTo>
                  <a:cubicBezTo>
                    <a:pt x="9" y="101"/>
                    <a:pt x="9" y="103"/>
                    <a:pt x="8" y="101"/>
                  </a:cubicBezTo>
                  <a:cubicBezTo>
                    <a:pt x="6" y="101"/>
                    <a:pt x="6" y="104"/>
                    <a:pt x="8" y="104"/>
                  </a:cubicBezTo>
                  <a:cubicBezTo>
                    <a:pt x="9" y="106"/>
                    <a:pt x="12" y="110"/>
                    <a:pt x="14" y="109"/>
                  </a:cubicBezTo>
                  <a:cubicBezTo>
                    <a:pt x="16" y="106"/>
                    <a:pt x="19" y="110"/>
                    <a:pt x="17" y="112"/>
                  </a:cubicBezTo>
                  <a:cubicBezTo>
                    <a:pt x="16" y="112"/>
                    <a:pt x="17" y="114"/>
                    <a:pt x="19" y="117"/>
                  </a:cubicBezTo>
                  <a:cubicBezTo>
                    <a:pt x="20" y="114"/>
                    <a:pt x="17" y="112"/>
                    <a:pt x="20" y="112"/>
                  </a:cubicBezTo>
                  <a:cubicBezTo>
                    <a:pt x="22" y="112"/>
                    <a:pt x="20" y="109"/>
                    <a:pt x="23" y="112"/>
                  </a:cubicBezTo>
                  <a:cubicBezTo>
                    <a:pt x="26" y="115"/>
                    <a:pt x="26" y="115"/>
                    <a:pt x="28" y="118"/>
                  </a:cubicBezTo>
                  <a:cubicBezTo>
                    <a:pt x="29" y="115"/>
                    <a:pt x="26" y="110"/>
                    <a:pt x="31" y="109"/>
                  </a:cubicBezTo>
                  <a:cubicBezTo>
                    <a:pt x="34" y="106"/>
                    <a:pt x="31" y="103"/>
                    <a:pt x="32" y="100"/>
                  </a:cubicBezTo>
                  <a:cubicBezTo>
                    <a:pt x="35" y="98"/>
                    <a:pt x="35" y="98"/>
                    <a:pt x="40" y="98"/>
                  </a:cubicBezTo>
                  <a:cubicBezTo>
                    <a:pt x="43" y="98"/>
                    <a:pt x="42" y="95"/>
                    <a:pt x="45" y="96"/>
                  </a:cubicBezTo>
                  <a:cubicBezTo>
                    <a:pt x="48" y="98"/>
                    <a:pt x="51" y="96"/>
                    <a:pt x="52" y="103"/>
                  </a:cubicBezTo>
                  <a:cubicBezTo>
                    <a:pt x="55" y="109"/>
                    <a:pt x="60" y="101"/>
                    <a:pt x="63" y="101"/>
                  </a:cubicBezTo>
                  <a:cubicBezTo>
                    <a:pt x="64" y="101"/>
                    <a:pt x="68" y="106"/>
                    <a:pt x="72" y="107"/>
                  </a:cubicBezTo>
                  <a:cubicBezTo>
                    <a:pt x="78" y="107"/>
                    <a:pt x="77" y="103"/>
                    <a:pt x="84" y="101"/>
                  </a:cubicBezTo>
                  <a:cubicBezTo>
                    <a:pt x="94" y="100"/>
                    <a:pt x="98" y="107"/>
                    <a:pt x="100" y="103"/>
                  </a:cubicBezTo>
                  <a:cubicBezTo>
                    <a:pt x="101" y="98"/>
                    <a:pt x="103" y="101"/>
                    <a:pt x="107" y="98"/>
                  </a:cubicBezTo>
                  <a:cubicBezTo>
                    <a:pt x="104" y="89"/>
                    <a:pt x="119" y="70"/>
                    <a:pt x="121" y="68"/>
                  </a:cubicBezTo>
                  <a:cubicBezTo>
                    <a:pt x="123" y="67"/>
                    <a:pt x="124" y="53"/>
                    <a:pt x="124" y="44"/>
                  </a:cubicBezTo>
                  <a:cubicBezTo>
                    <a:pt x="124" y="33"/>
                    <a:pt x="129" y="37"/>
                    <a:pt x="123" y="27"/>
                  </a:cubicBezTo>
                  <a:cubicBezTo>
                    <a:pt x="118" y="17"/>
                    <a:pt x="123" y="14"/>
                    <a:pt x="118" y="5"/>
                  </a:cubicBezTo>
                  <a:cubicBezTo>
                    <a:pt x="112" y="9"/>
                    <a:pt x="113" y="11"/>
                    <a:pt x="110" y="6"/>
                  </a:cubicBezTo>
                  <a:cubicBezTo>
                    <a:pt x="107" y="2"/>
                    <a:pt x="98" y="3"/>
                    <a:pt x="95" y="0"/>
                  </a:cubicBezTo>
                  <a:cubicBezTo>
                    <a:pt x="90" y="3"/>
                    <a:pt x="69" y="19"/>
                    <a:pt x="60" y="27"/>
                  </a:cubicBezTo>
                  <a:cubicBezTo>
                    <a:pt x="51" y="33"/>
                    <a:pt x="54" y="44"/>
                    <a:pt x="32" y="4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59" name="Freeform 111">
              <a:extLst>
                <a:ext uri="{FF2B5EF4-FFF2-40B4-BE49-F238E27FC236}">
                  <a16:creationId xmlns:a16="http://schemas.microsoft.com/office/drawing/2014/main" id="{96D481AB-5D72-7736-812F-BFE3A0DEF521}"/>
                </a:ext>
              </a:extLst>
            </p:cNvPr>
            <p:cNvSpPr>
              <a:spLocks/>
            </p:cNvSpPr>
            <p:nvPr/>
          </p:nvSpPr>
          <p:spPr bwMode="auto">
            <a:xfrm>
              <a:off x="1460628" y="3826461"/>
              <a:ext cx="410161" cy="472153"/>
            </a:xfrm>
            <a:custGeom>
              <a:avLst/>
              <a:gdLst/>
              <a:ahLst/>
              <a:cxnLst>
                <a:cxn ang="0">
                  <a:pos x="101" y="101"/>
                </a:cxn>
                <a:cxn ang="0">
                  <a:pos x="113" y="98"/>
                </a:cxn>
                <a:cxn ang="0">
                  <a:pos x="126" y="97"/>
                </a:cxn>
                <a:cxn ang="0">
                  <a:pos x="129" y="95"/>
                </a:cxn>
                <a:cxn ang="0">
                  <a:pos x="132" y="87"/>
                </a:cxn>
                <a:cxn ang="0">
                  <a:pos x="132" y="59"/>
                </a:cxn>
                <a:cxn ang="0">
                  <a:pos x="124" y="59"/>
                </a:cxn>
                <a:cxn ang="0">
                  <a:pos x="121" y="51"/>
                </a:cxn>
                <a:cxn ang="0">
                  <a:pos x="115" y="48"/>
                </a:cxn>
                <a:cxn ang="0">
                  <a:pos x="110" y="44"/>
                </a:cxn>
                <a:cxn ang="0">
                  <a:pos x="107" y="39"/>
                </a:cxn>
                <a:cxn ang="0">
                  <a:pos x="61" y="0"/>
                </a:cxn>
                <a:cxn ang="0">
                  <a:pos x="46" y="0"/>
                </a:cxn>
                <a:cxn ang="0">
                  <a:pos x="54" y="86"/>
                </a:cxn>
                <a:cxn ang="0">
                  <a:pos x="55" y="97"/>
                </a:cxn>
                <a:cxn ang="0">
                  <a:pos x="26" y="97"/>
                </a:cxn>
                <a:cxn ang="0">
                  <a:pos x="23" y="97"/>
                </a:cxn>
                <a:cxn ang="0">
                  <a:pos x="16" y="97"/>
                </a:cxn>
                <a:cxn ang="0">
                  <a:pos x="11" y="100"/>
                </a:cxn>
                <a:cxn ang="0">
                  <a:pos x="5" y="97"/>
                </a:cxn>
                <a:cxn ang="0">
                  <a:pos x="2" y="104"/>
                </a:cxn>
                <a:cxn ang="0">
                  <a:pos x="3" y="111"/>
                </a:cxn>
                <a:cxn ang="0">
                  <a:pos x="3" y="115"/>
                </a:cxn>
                <a:cxn ang="0">
                  <a:pos x="8" y="120"/>
                </a:cxn>
                <a:cxn ang="0">
                  <a:pos x="8" y="126"/>
                </a:cxn>
                <a:cxn ang="0">
                  <a:pos x="11" y="129"/>
                </a:cxn>
                <a:cxn ang="0">
                  <a:pos x="13" y="131"/>
                </a:cxn>
                <a:cxn ang="0">
                  <a:pos x="20" y="129"/>
                </a:cxn>
                <a:cxn ang="0">
                  <a:pos x="23" y="128"/>
                </a:cxn>
                <a:cxn ang="0">
                  <a:pos x="26" y="126"/>
                </a:cxn>
                <a:cxn ang="0">
                  <a:pos x="28" y="131"/>
                </a:cxn>
                <a:cxn ang="0">
                  <a:pos x="29" y="134"/>
                </a:cxn>
                <a:cxn ang="0">
                  <a:pos x="31" y="137"/>
                </a:cxn>
                <a:cxn ang="0">
                  <a:pos x="31" y="140"/>
                </a:cxn>
                <a:cxn ang="0">
                  <a:pos x="32" y="145"/>
                </a:cxn>
                <a:cxn ang="0">
                  <a:pos x="35" y="150"/>
                </a:cxn>
                <a:cxn ang="0">
                  <a:pos x="45" y="148"/>
                </a:cxn>
                <a:cxn ang="0">
                  <a:pos x="49" y="146"/>
                </a:cxn>
                <a:cxn ang="0">
                  <a:pos x="55" y="146"/>
                </a:cxn>
                <a:cxn ang="0">
                  <a:pos x="55" y="140"/>
                </a:cxn>
                <a:cxn ang="0">
                  <a:pos x="57" y="132"/>
                </a:cxn>
                <a:cxn ang="0">
                  <a:pos x="63" y="129"/>
                </a:cxn>
                <a:cxn ang="0">
                  <a:pos x="63" y="125"/>
                </a:cxn>
                <a:cxn ang="0">
                  <a:pos x="66" y="122"/>
                </a:cxn>
                <a:cxn ang="0">
                  <a:pos x="66" y="117"/>
                </a:cxn>
                <a:cxn ang="0">
                  <a:pos x="69" y="118"/>
                </a:cxn>
                <a:cxn ang="0">
                  <a:pos x="72" y="115"/>
                </a:cxn>
                <a:cxn ang="0">
                  <a:pos x="77" y="114"/>
                </a:cxn>
                <a:cxn ang="0">
                  <a:pos x="81" y="109"/>
                </a:cxn>
                <a:cxn ang="0">
                  <a:pos x="86" y="104"/>
                </a:cxn>
                <a:cxn ang="0">
                  <a:pos x="95" y="100"/>
                </a:cxn>
                <a:cxn ang="0">
                  <a:pos x="98" y="101"/>
                </a:cxn>
                <a:cxn ang="0">
                  <a:pos x="101" y="101"/>
                </a:cxn>
              </a:cxnLst>
              <a:rect l="0" t="0" r="r" b="b"/>
              <a:pathLst>
                <a:path w="133" h="153">
                  <a:moveTo>
                    <a:pt x="101" y="101"/>
                  </a:moveTo>
                  <a:cubicBezTo>
                    <a:pt x="110" y="103"/>
                    <a:pt x="106" y="98"/>
                    <a:pt x="113" y="98"/>
                  </a:cubicBezTo>
                  <a:cubicBezTo>
                    <a:pt x="123" y="98"/>
                    <a:pt x="124" y="97"/>
                    <a:pt x="126" y="97"/>
                  </a:cubicBezTo>
                  <a:cubicBezTo>
                    <a:pt x="127" y="98"/>
                    <a:pt x="126" y="95"/>
                    <a:pt x="129" y="95"/>
                  </a:cubicBezTo>
                  <a:cubicBezTo>
                    <a:pt x="132" y="95"/>
                    <a:pt x="130" y="90"/>
                    <a:pt x="132" y="87"/>
                  </a:cubicBezTo>
                  <a:cubicBezTo>
                    <a:pt x="133" y="86"/>
                    <a:pt x="132" y="59"/>
                    <a:pt x="132" y="59"/>
                  </a:cubicBezTo>
                  <a:cubicBezTo>
                    <a:pt x="124" y="62"/>
                    <a:pt x="123" y="61"/>
                    <a:pt x="124" y="59"/>
                  </a:cubicBezTo>
                  <a:cubicBezTo>
                    <a:pt x="126" y="56"/>
                    <a:pt x="126" y="51"/>
                    <a:pt x="121" y="51"/>
                  </a:cubicBezTo>
                  <a:cubicBezTo>
                    <a:pt x="116" y="51"/>
                    <a:pt x="120" y="48"/>
                    <a:pt x="115" y="48"/>
                  </a:cubicBezTo>
                  <a:cubicBezTo>
                    <a:pt x="112" y="50"/>
                    <a:pt x="113" y="45"/>
                    <a:pt x="110" y="44"/>
                  </a:cubicBezTo>
                  <a:cubicBezTo>
                    <a:pt x="107" y="42"/>
                    <a:pt x="110" y="42"/>
                    <a:pt x="107" y="39"/>
                  </a:cubicBezTo>
                  <a:cubicBezTo>
                    <a:pt x="106" y="37"/>
                    <a:pt x="61" y="0"/>
                    <a:pt x="61" y="0"/>
                  </a:cubicBezTo>
                  <a:cubicBezTo>
                    <a:pt x="46" y="0"/>
                    <a:pt x="46" y="0"/>
                    <a:pt x="46" y="0"/>
                  </a:cubicBezTo>
                  <a:cubicBezTo>
                    <a:pt x="46" y="0"/>
                    <a:pt x="54" y="81"/>
                    <a:pt x="54" y="86"/>
                  </a:cubicBezTo>
                  <a:cubicBezTo>
                    <a:pt x="55" y="90"/>
                    <a:pt x="58" y="83"/>
                    <a:pt x="55" y="97"/>
                  </a:cubicBezTo>
                  <a:cubicBezTo>
                    <a:pt x="55" y="97"/>
                    <a:pt x="31" y="97"/>
                    <a:pt x="26" y="97"/>
                  </a:cubicBezTo>
                  <a:cubicBezTo>
                    <a:pt x="23" y="97"/>
                    <a:pt x="25" y="93"/>
                    <a:pt x="23" y="97"/>
                  </a:cubicBezTo>
                  <a:cubicBezTo>
                    <a:pt x="23" y="98"/>
                    <a:pt x="19" y="98"/>
                    <a:pt x="16" y="97"/>
                  </a:cubicBezTo>
                  <a:cubicBezTo>
                    <a:pt x="11" y="95"/>
                    <a:pt x="13" y="103"/>
                    <a:pt x="11" y="100"/>
                  </a:cubicBezTo>
                  <a:cubicBezTo>
                    <a:pt x="10" y="97"/>
                    <a:pt x="8" y="92"/>
                    <a:pt x="5" y="97"/>
                  </a:cubicBezTo>
                  <a:cubicBezTo>
                    <a:pt x="2" y="101"/>
                    <a:pt x="8" y="101"/>
                    <a:pt x="2" y="104"/>
                  </a:cubicBezTo>
                  <a:cubicBezTo>
                    <a:pt x="0" y="109"/>
                    <a:pt x="3" y="106"/>
                    <a:pt x="3" y="111"/>
                  </a:cubicBezTo>
                  <a:cubicBezTo>
                    <a:pt x="3" y="115"/>
                    <a:pt x="2" y="112"/>
                    <a:pt x="3" y="115"/>
                  </a:cubicBezTo>
                  <a:cubicBezTo>
                    <a:pt x="5" y="120"/>
                    <a:pt x="5" y="115"/>
                    <a:pt x="8" y="120"/>
                  </a:cubicBezTo>
                  <a:cubicBezTo>
                    <a:pt x="10" y="123"/>
                    <a:pt x="8" y="123"/>
                    <a:pt x="8" y="126"/>
                  </a:cubicBezTo>
                  <a:cubicBezTo>
                    <a:pt x="6" y="131"/>
                    <a:pt x="10" y="132"/>
                    <a:pt x="11" y="129"/>
                  </a:cubicBezTo>
                  <a:cubicBezTo>
                    <a:pt x="11" y="128"/>
                    <a:pt x="13" y="129"/>
                    <a:pt x="13" y="131"/>
                  </a:cubicBezTo>
                  <a:cubicBezTo>
                    <a:pt x="16" y="134"/>
                    <a:pt x="14" y="126"/>
                    <a:pt x="20" y="129"/>
                  </a:cubicBezTo>
                  <a:cubicBezTo>
                    <a:pt x="23" y="132"/>
                    <a:pt x="22" y="129"/>
                    <a:pt x="23" y="128"/>
                  </a:cubicBezTo>
                  <a:cubicBezTo>
                    <a:pt x="26" y="128"/>
                    <a:pt x="22" y="125"/>
                    <a:pt x="26" y="126"/>
                  </a:cubicBezTo>
                  <a:cubicBezTo>
                    <a:pt x="29" y="128"/>
                    <a:pt x="28" y="129"/>
                    <a:pt x="28" y="131"/>
                  </a:cubicBezTo>
                  <a:cubicBezTo>
                    <a:pt x="29" y="131"/>
                    <a:pt x="28" y="134"/>
                    <a:pt x="29" y="134"/>
                  </a:cubicBezTo>
                  <a:cubicBezTo>
                    <a:pt x="31" y="134"/>
                    <a:pt x="34" y="137"/>
                    <a:pt x="31" y="137"/>
                  </a:cubicBezTo>
                  <a:cubicBezTo>
                    <a:pt x="29" y="139"/>
                    <a:pt x="29" y="143"/>
                    <a:pt x="31" y="140"/>
                  </a:cubicBezTo>
                  <a:cubicBezTo>
                    <a:pt x="32" y="139"/>
                    <a:pt x="34" y="140"/>
                    <a:pt x="32" y="145"/>
                  </a:cubicBezTo>
                  <a:cubicBezTo>
                    <a:pt x="32" y="148"/>
                    <a:pt x="34" y="145"/>
                    <a:pt x="35" y="150"/>
                  </a:cubicBezTo>
                  <a:cubicBezTo>
                    <a:pt x="42" y="142"/>
                    <a:pt x="40" y="153"/>
                    <a:pt x="45" y="148"/>
                  </a:cubicBezTo>
                  <a:cubicBezTo>
                    <a:pt x="48" y="143"/>
                    <a:pt x="49" y="140"/>
                    <a:pt x="49" y="146"/>
                  </a:cubicBezTo>
                  <a:cubicBezTo>
                    <a:pt x="49" y="151"/>
                    <a:pt x="52" y="146"/>
                    <a:pt x="55" y="146"/>
                  </a:cubicBezTo>
                  <a:cubicBezTo>
                    <a:pt x="57" y="142"/>
                    <a:pt x="54" y="140"/>
                    <a:pt x="55" y="140"/>
                  </a:cubicBezTo>
                  <a:cubicBezTo>
                    <a:pt x="57" y="139"/>
                    <a:pt x="57" y="134"/>
                    <a:pt x="57" y="132"/>
                  </a:cubicBezTo>
                  <a:cubicBezTo>
                    <a:pt x="55" y="131"/>
                    <a:pt x="61" y="132"/>
                    <a:pt x="63" y="129"/>
                  </a:cubicBezTo>
                  <a:cubicBezTo>
                    <a:pt x="65" y="126"/>
                    <a:pt x="65" y="126"/>
                    <a:pt x="63" y="125"/>
                  </a:cubicBezTo>
                  <a:cubicBezTo>
                    <a:pt x="63" y="123"/>
                    <a:pt x="68" y="125"/>
                    <a:pt x="66" y="122"/>
                  </a:cubicBezTo>
                  <a:cubicBezTo>
                    <a:pt x="65" y="120"/>
                    <a:pt x="65" y="118"/>
                    <a:pt x="66" y="117"/>
                  </a:cubicBezTo>
                  <a:cubicBezTo>
                    <a:pt x="68" y="115"/>
                    <a:pt x="66" y="118"/>
                    <a:pt x="69" y="118"/>
                  </a:cubicBezTo>
                  <a:cubicBezTo>
                    <a:pt x="72" y="120"/>
                    <a:pt x="72" y="117"/>
                    <a:pt x="72" y="115"/>
                  </a:cubicBezTo>
                  <a:cubicBezTo>
                    <a:pt x="72" y="112"/>
                    <a:pt x="77" y="117"/>
                    <a:pt x="77" y="114"/>
                  </a:cubicBezTo>
                  <a:cubicBezTo>
                    <a:pt x="77" y="109"/>
                    <a:pt x="78" y="108"/>
                    <a:pt x="81" y="109"/>
                  </a:cubicBezTo>
                  <a:cubicBezTo>
                    <a:pt x="84" y="111"/>
                    <a:pt x="81" y="106"/>
                    <a:pt x="86" y="104"/>
                  </a:cubicBezTo>
                  <a:cubicBezTo>
                    <a:pt x="95" y="101"/>
                    <a:pt x="92" y="98"/>
                    <a:pt x="95" y="100"/>
                  </a:cubicBezTo>
                  <a:cubicBezTo>
                    <a:pt x="97" y="101"/>
                    <a:pt x="97" y="100"/>
                    <a:pt x="98" y="101"/>
                  </a:cubicBezTo>
                  <a:cubicBezTo>
                    <a:pt x="100" y="101"/>
                    <a:pt x="100" y="101"/>
                    <a:pt x="101" y="10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0" name="Freeform 112">
              <a:extLst>
                <a:ext uri="{FF2B5EF4-FFF2-40B4-BE49-F238E27FC236}">
                  <a16:creationId xmlns:a16="http://schemas.microsoft.com/office/drawing/2014/main" id="{0C0B9B44-2085-17D7-B7AD-5307C9D64808}"/>
                </a:ext>
              </a:extLst>
            </p:cNvPr>
            <p:cNvSpPr>
              <a:spLocks/>
            </p:cNvSpPr>
            <p:nvPr/>
          </p:nvSpPr>
          <p:spPr bwMode="auto">
            <a:xfrm>
              <a:off x="1344574" y="3756512"/>
              <a:ext cx="305236" cy="394255"/>
            </a:xfrm>
            <a:custGeom>
              <a:avLst/>
              <a:gdLst/>
              <a:ahLst/>
              <a:cxnLst>
                <a:cxn ang="0">
                  <a:pos x="7" y="112"/>
                </a:cxn>
                <a:cxn ang="0">
                  <a:pos x="22" y="109"/>
                </a:cxn>
                <a:cxn ang="0">
                  <a:pos x="29" y="114"/>
                </a:cxn>
                <a:cxn ang="0">
                  <a:pos x="40" y="128"/>
                </a:cxn>
                <a:cxn ang="0">
                  <a:pos x="43" y="120"/>
                </a:cxn>
                <a:cxn ang="0">
                  <a:pos x="49" y="123"/>
                </a:cxn>
                <a:cxn ang="0">
                  <a:pos x="54" y="120"/>
                </a:cxn>
                <a:cxn ang="0">
                  <a:pos x="61" y="120"/>
                </a:cxn>
                <a:cxn ang="0">
                  <a:pos x="64" y="120"/>
                </a:cxn>
                <a:cxn ang="0">
                  <a:pos x="93" y="120"/>
                </a:cxn>
                <a:cxn ang="0">
                  <a:pos x="92" y="109"/>
                </a:cxn>
                <a:cxn ang="0">
                  <a:pos x="84" y="23"/>
                </a:cxn>
                <a:cxn ang="0">
                  <a:pos x="99" y="23"/>
                </a:cxn>
                <a:cxn ang="0">
                  <a:pos x="67" y="0"/>
                </a:cxn>
                <a:cxn ang="0">
                  <a:pos x="67" y="14"/>
                </a:cxn>
                <a:cxn ang="0">
                  <a:pos x="42" y="14"/>
                </a:cxn>
                <a:cxn ang="0">
                  <a:pos x="42" y="39"/>
                </a:cxn>
                <a:cxn ang="0">
                  <a:pos x="34" y="61"/>
                </a:cxn>
                <a:cxn ang="0">
                  <a:pos x="3" y="61"/>
                </a:cxn>
                <a:cxn ang="0">
                  <a:pos x="2" y="67"/>
                </a:cxn>
                <a:cxn ang="0">
                  <a:pos x="3" y="64"/>
                </a:cxn>
                <a:cxn ang="0">
                  <a:pos x="5" y="69"/>
                </a:cxn>
                <a:cxn ang="0">
                  <a:pos x="8" y="75"/>
                </a:cxn>
                <a:cxn ang="0">
                  <a:pos x="7" y="81"/>
                </a:cxn>
                <a:cxn ang="0">
                  <a:pos x="8" y="101"/>
                </a:cxn>
                <a:cxn ang="0">
                  <a:pos x="7" y="112"/>
                </a:cxn>
              </a:cxnLst>
              <a:rect l="0" t="0" r="r" b="b"/>
              <a:pathLst>
                <a:path w="99" h="128">
                  <a:moveTo>
                    <a:pt x="7" y="112"/>
                  </a:moveTo>
                  <a:cubicBezTo>
                    <a:pt x="7" y="107"/>
                    <a:pt x="17" y="109"/>
                    <a:pt x="22" y="109"/>
                  </a:cubicBezTo>
                  <a:cubicBezTo>
                    <a:pt x="25" y="107"/>
                    <a:pt x="28" y="112"/>
                    <a:pt x="29" y="114"/>
                  </a:cubicBezTo>
                  <a:cubicBezTo>
                    <a:pt x="32" y="115"/>
                    <a:pt x="37" y="125"/>
                    <a:pt x="40" y="128"/>
                  </a:cubicBezTo>
                  <a:cubicBezTo>
                    <a:pt x="46" y="125"/>
                    <a:pt x="40" y="125"/>
                    <a:pt x="43" y="120"/>
                  </a:cubicBezTo>
                  <a:cubicBezTo>
                    <a:pt x="46" y="115"/>
                    <a:pt x="48" y="120"/>
                    <a:pt x="49" y="123"/>
                  </a:cubicBezTo>
                  <a:cubicBezTo>
                    <a:pt x="51" y="126"/>
                    <a:pt x="49" y="118"/>
                    <a:pt x="54" y="120"/>
                  </a:cubicBezTo>
                  <a:cubicBezTo>
                    <a:pt x="57" y="121"/>
                    <a:pt x="61" y="121"/>
                    <a:pt x="61" y="120"/>
                  </a:cubicBezTo>
                  <a:cubicBezTo>
                    <a:pt x="63" y="117"/>
                    <a:pt x="61" y="120"/>
                    <a:pt x="64" y="120"/>
                  </a:cubicBezTo>
                  <a:cubicBezTo>
                    <a:pt x="69" y="120"/>
                    <a:pt x="93" y="120"/>
                    <a:pt x="93" y="120"/>
                  </a:cubicBezTo>
                  <a:cubicBezTo>
                    <a:pt x="96" y="106"/>
                    <a:pt x="93" y="114"/>
                    <a:pt x="92" y="109"/>
                  </a:cubicBezTo>
                  <a:cubicBezTo>
                    <a:pt x="92" y="104"/>
                    <a:pt x="84" y="23"/>
                    <a:pt x="84" y="23"/>
                  </a:cubicBezTo>
                  <a:cubicBezTo>
                    <a:pt x="99" y="23"/>
                    <a:pt x="99" y="23"/>
                    <a:pt x="99" y="23"/>
                  </a:cubicBezTo>
                  <a:cubicBezTo>
                    <a:pt x="67" y="0"/>
                    <a:pt x="67" y="0"/>
                    <a:pt x="67" y="0"/>
                  </a:cubicBezTo>
                  <a:cubicBezTo>
                    <a:pt x="67" y="14"/>
                    <a:pt x="67" y="14"/>
                    <a:pt x="67" y="14"/>
                  </a:cubicBezTo>
                  <a:cubicBezTo>
                    <a:pt x="42" y="14"/>
                    <a:pt x="42" y="14"/>
                    <a:pt x="42" y="14"/>
                  </a:cubicBezTo>
                  <a:cubicBezTo>
                    <a:pt x="42" y="39"/>
                    <a:pt x="42" y="39"/>
                    <a:pt x="42" y="39"/>
                  </a:cubicBezTo>
                  <a:cubicBezTo>
                    <a:pt x="32" y="44"/>
                    <a:pt x="31" y="42"/>
                    <a:pt x="34" y="61"/>
                  </a:cubicBezTo>
                  <a:cubicBezTo>
                    <a:pt x="34" y="61"/>
                    <a:pt x="5" y="61"/>
                    <a:pt x="3" y="61"/>
                  </a:cubicBezTo>
                  <a:cubicBezTo>
                    <a:pt x="2" y="61"/>
                    <a:pt x="0" y="64"/>
                    <a:pt x="2" y="67"/>
                  </a:cubicBezTo>
                  <a:cubicBezTo>
                    <a:pt x="3" y="67"/>
                    <a:pt x="2" y="62"/>
                    <a:pt x="3" y="64"/>
                  </a:cubicBezTo>
                  <a:cubicBezTo>
                    <a:pt x="5" y="64"/>
                    <a:pt x="3" y="69"/>
                    <a:pt x="5" y="69"/>
                  </a:cubicBezTo>
                  <a:cubicBezTo>
                    <a:pt x="7" y="67"/>
                    <a:pt x="8" y="72"/>
                    <a:pt x="8" y="75"/>
                  </a:cubicBezTo>
                  <a:cubicBezTo>
                    <a:pt x="8" y="79"/>
                    <a:pt x="3" y="79"/>
                    <a:pt x="7" y="81"/>
                  </a:cubicBezTo>
                  <a:cubicBezTo>
                    <a:pt x="8" y="82"/>
                    <a:pt x="11" y="93"/>
                    <a:pt x="8" y="101"/>
                  </a:cubicBezTo>
                  <a:cubicBezTo>
                    <a:pt x="7" y="107"/>
                    <a:pt x="5" y="109"/>
                    <a:pt x="7" y="11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1" name="Freeform 113">
              <a:extLst>
                <a:ext uri="{FF2B5EF4-FFF2-40B4-BE49-F238E27FC236}">
                  <a16:creationId xmlns:a16="http://schemas.microsoft.com/office/drawing/2014/main" id="{5A18A1F1-0C67-A9F3-A37A-AB485EF1FA25}"/>
                </a:ext>
              </a:extLst>
            </p:cNvPr>
            <p:cNvSpPr>
              <a:spLocks/>
            </p:cNvSpPr>
            <p:nvPr/>
          </p:nvSpPr>
          <p:spPr bwMode="auto">
            <a:xfrm>
              <a:off x="1834224" y="4169846"/>
              <a:ext cx="295697" cy="295692"/>
            </a:xfrm>
            <a:custGeom>
              <a:avLst/>
              <a:gdLst/>
              <a:ahLst/>
              <a:cxnLst>
                <a:cxn ang="0">
                  <a:pos x="90" y="9"/>
                </a:cxn>
                <a:cxn ang="0">
                  <a:pos x="93" y="22"/>
                </a:cxn>
                <a:cxn ang="0">
                  <a:pos x="84" y="39"/>
                </a:cxn>
                <a:cxn ang="0">
                  <a:pos x="77" y="54"/>
                </a:cxn>
                <a:cxn ang="0">
                  <a:pos x="70" y="70"/>
                </a:cxn>
                <a:cxn ang="0">
                  <a:pos x="64" y="71"/>
                </a:cxn>
                <a:cxn ang="0">
                  <a:pos x="56" y="73"/>
                </a:cxn>
                <a:cxn ang="0">
                  <a:pos x="50" y="79"/>
                </a:cxn>
                <a:cxn ang="0">
                  <a:pos x="45" y="92"/>
                </a:cxn>
                <a:cxn ang="0">
                  <a:pos x="42" y="88"/>
                </a:cxn>
                <a:cxn ang="0">
                  <a:pos x="35" y="93"/>
                </a:cxn>
                <a:cxn ang="0">
                  <a:pos x="32" y="95"/>
                </a:cxn>
                <a:cxn ang="0">
                  <a:pos x="26" y="96"/>
                </a:cxn>
                <a:cxn ang="0">
                  <a:pos x="18" y="81"/>
                </a:cxn>
                <a:cxn ang="0">
                  <a:pos x="9" y="75"/>
                </a:cxn>
                <a:cxn ang="0">
                  <a:pos x="4" y="75"/>
                </a:cxn>
                <a:cxn ang="0">
                  <a:pos x="0" y="76"/>
                </a:cxn>
                <a:cxn ang="0">
                  <a:pos x="0" y="54"/>
                </a:cxn>
                <a:cxn ang="0">
                  <a:pos x="3" y="47"/>
                </a:cxn>
                <a:cxn ang="0">
                  <a:pos x="7" y="36"/>
                </a:cxn>
                <a:cxn ang="0">
                  <a:pos x="6" y="23"/>
                </a:cxn>
                <a:cxn ang="0">
                  <a:pos x="9" y="14"/>
                </a:cxn>
                <a:cxn ang="0">
                  <a:pos x="10" y="5"/>
                </a:cxn>
                <a:cxn ang="0">
                  <a:pos x="18" y="3"/>
                </a:cxn>
                <a:cxn ang="0">
                  <a:pos x="23" y="2"/>
                </a:cxn>
                <a:cxn ang="0">
                  <a:pos x="30" y="8"/>
                </a:cxn>
                <a:cxn ang="0">
                  <a:pos x="41" y="6"/>
                </a:cxn>
                <a:cxn ang="0">
                  <a:pos x="50" y="13"/>
                </a:cxn>
                <a:cxn ang="0">
                  <a:pos x="62" y="6"/>
                </a:cxn>
                <a:cxn ang="0">
                  <a:pos x="77" y="8"/>
                </a:cxn>
                <a:cxn ang="0">
                  <a:pos x="85" y="3"/>
                </a:cxn>
                <a:cxn ang="0">
                  <a:pos x="90" y="9"/>
                </a:cxn>
              </a:cxnLst>
              <a:rect l="0" t="0" r="r" b="b"/>
              <a:pathLst>
                <a:path w="96" h="96">
                  <a:moveTo>
                    <a:pt x="90" y="9"/>
                  </a:moveTo>
                  <a:cubicBezTo>
                    <a:pt x="88" y="22"/>
                    <a:pt x="96" y="14"/>
                    <a:pt x="93" y="22"/>
                  </a:cubicBezTo>
                  <a:cubicBezTo>
                    <a:pt x="91" y="31"/>
                    <a:pt x="88" y="23"/>
                    <a:pt x="84" y="39"/>
                  </a:cubicBezTo>
                  <a:cubicBezTo>
                    <a:pt x="80" y="53"/>
                    <a:pt x="80" y="53"/>
                    <a:pt x="77" y="54"/>
                  </a:cubicBezTo>
                  <a:cubicBezTo>
                    <a:pt x="74" y="56"/>
                    <a:pt x="73" y="65"/>
                    <a:pt x="70" y="70"/>
                  </a:cubicBezTo>
                  <a:cubicBezTo>
                    <a:pt x="67" y="76"/>
                    <a:pt x="68" y="76"/>
                    <a:pt x="64" y="71"/>
                  </a:cubicBezTo>
                  <a:cubicBezTo>
                    <a:pt x="61" y="67"/>
                    <a:pt x="56" y="68"/>
                    <a:pt x="56" y="73"/>
                  </a:cubicBezTo>
                  <a:cubicBezTo>
                    <a:pt x="55" y="76"/>
                    <a:pt x="52" y="73"/>
                    <a:pt x="50" y="79"/>
                  </a:cubicBezTo>
                  <a:cubicBezTo>
                    <a:pt x="47" y="84"/>
                    <a:pt x="49" y="85"/>
                    <a:pt x="45" y="92"/>
                  </a:cubicBezTo>
                  <a:cubicBezTo>
                    <a:pt x="42" y="88"/>
                    <a:pt x="42" y="88"/>
                    <a:pt x="42" y="88"/>
                  </a:cubicBezTo>
                  <a:cubicBezTo>
                    <a:pt x="47" y="95"/>
                    <a:pt x="36" y="95"/>
                    <a:pt x="35" y="93"/>
                  </a:cubicBezTo>
                  <a:cubicBezTo>
                    <a:pt x="33" y="92"/>
                    <a:pt x="36" y="95"/>
                    <a:pt x="32" y="95"/>
                  </a:cubicBezTo>
                  <a:cubicBezTo>
                    <a:pt x="30" y="96"/>
                    <a:pt x="30" y="96"/>
                    <a:pt x="26" y="96"/>
                  </a:cubicBezTo>
                  <a:cubicBezTo>
                    <a:pt x="21" y="96"/>
                    <a:pt x="20" y="84"/>
                    <a:pt x="18" y="81"/>
                  </a:cubicBezTo>
                  <a:cubicBezTo>
                    <a:pt x="13" y="76"/>
                    <a:pt x="12" y="75"/>
                    <a:pt x="9" y="75"/>
                  </a:cubicBezTo>
                  <a:cubicBezTo>
                    <a:pt x="4" y="76"/>
                    <a:pt x="6" y="73"/>
                    <a:pt x="4" y="75"/>
                  </a:cubicBezTo>
                  <a:cubicBezTo>
                    <a:pt x="4" y="76"/>
                    <a:pt x="3" y="76"/>
                    <a:pt x="0" y="76"/>
                  </a:cubicBezTo>
                  <a:cubicBezTo>
                    <a:pt x="1" y="67"/>
                    <a:pt x="0" y="62"/>
                    <a:pt x="0" y="54"/>
                  </a:cubicBezTo>
                  <a:cubicBezTo>
                    <a:pt x="0" y="47"/>
                    <a:pt x="1" y="51"/>
                    <a:pt x="3" y="47"/>
                  </a:cubicBezTo>
                  <a:cubicBezTo>
                    <a:pt x="3" y="42"/>
                    <a:pt x="4" y="44"/>
                    <a:pt x="7" y="36"/>
                  </a:cubicBezTo>
                  <a:cubicBezTo>
                    <a:pt x="10" y="28"/>
                    <a:pt x="4" y="28"/>
                    <a:pt x="6" y="23"/>
                  </a:cubicBezTo>
                  <a:cubicBezTo>
                    <a:pt x="7" y="20"/>
                    <a:pt x="4" y="16"/>
                    <a:pt x="9" y="14"/>
                  </a:cubicBezTo>
                  <a:cubicBezTo>
                    <a:pt x="12" y="11"/>
                    <a:pt x="9" y="8"/>
                    <a:pt x="10" y="5"/>
                  </a:cubicBezTo>
                  <a:cubicBezTo>
                    <a:pt x="13" y="3"/>
                    <a:pt x="13" y="3"/>
                    <a:pt x="18" y="3"/>
                  </a:cubicBezTo>
                  <a:cubicBezTo>
                    <a:pt x="21" y="3"/>
                    <a:pt x="20" y="0"/>
                    <a:pt x="23" y="2"/>
                  </a:cubicBezTo>
                  <a:cubicBezTo>
                    <a:pt x="26" y="3"/>
                    <a:pt x="29" y="2"/>
                    <a:pt x="30" y="8"/>
                  </a:cubicBezTo>
                  <a:cubicBezTo>
                    <a:pt x="33" y="14"/>
                    <a:pt x="38" y="6"/>
                    <a:pt x="41" y="6"/>
                  </a:cubicBezTo>
                  <a:cubicBezTo>
                    <a:pt x="42" y="6"/>
                    <a:pt x="45" y="11"/>
                    <a:pt x="50" y="13"/>
                  </a:cubicBezTo>
                  <a:cubicBezTo>
                    <a:pt x="56" y="13"/>
                    <a:pt x="55" y="8"/>
                    <a:pt x="62" y="6"/>
                  </a:cubicBezTo>
                  <a:cubicBezTo>
                    <a:pt x="71" y="5"/>
                    <a:pt x="76" y="13"/>
                    <a:pt x="77" y="8"/>
                  </a:cubicBezTo>
                  <a:cubicBezTo>
                    <a:pt x="79" y="3"/>
                    <a:pt x="80" y="6"/>
                    <a:pt x="85" y="3"/>
                  </a:cubicBezTo>
                  <a:cubicBezTo>
                    <a:pt x="90" y="9"/>
                    <a:pt x="90" y="9"/>
                    <a:pt x="90" y="9"/>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2" name="Freeform 114">
              <a:extLst>
                <a:ext uri="{FF2B5EF4-FFF2-40B4-BE49-F238E27FC236}">
                  <a16:creationId xmlns:a16="http://schemas.microsoft.com/office/drawing/2014/main" id="{06C41E7D-70CB-D491-D58B-A971E67FEDF3}"/>
                </a:ext>
              </a:extLst>
            </p:cNvPr>
            <p:cNvSpPr>
              <a:spLocks/>
            </p:cNvSpPr>
            <p:nvPr/>
          </p:nvSpPr>
          <p:spPr bwMode="auto">
            <a:xfrm>
              <a:off x="2115613" y="4262050"/>
              <a:ext cx="322724" cy="265487"/>
            </a:xfrm>
            <a:custGeom>
              <a:avLst/>
              <a:gdLst/>
              <a:ahLst/>
              <a:cxnLst>
                <a:cxn ang="0">
                  <a:pos x="105" y="58"/>
                </a:cxn>
                <a:cxn ang="0">
                  <a:pos x="99" y="58"/>
                </a:cxn>
                <a:cxn ang="0">
                  <a:pos x="87" y="57"/>
                </a:cxn>
                <a:cxn ang="0">
                  <a:pos x="76" y="60"/>
                </a:cxn>
                <a:cxn ang="0">
                  <a:pos x="67" y="63"/>
                </a:cxn>
                <a:cxn ang="0">
                  <a:pos x="50" y="65"/>
                </a:cxn>
                <a:cxn ang="0">
                  <a:pos x="44" y="58"/>
                </a:cxn>
                <a:cxn ang="0">
                  <a:pos x="35" y="65"/>
                </a:cxn>
                <a:cxn ang="0">
                  <a:pos x="35" y="74"/>
                </a:cxn>
                <a:cxn ang="0">
                  <a:pos x="28" y="72"/>
                </a:cxn>
                <a:cxn ang="0">
                  <a:pos x="20" y="72"/>
                </a:cxn>
                <a:cxn ang="0">
                  <a:pos x="15" y="86"/>
                </a:cxn>
                <a:cxn ang="0">
                  <a:pos x="8" y="71"/>
                </a:cxn>
                <a:cxn ang="0">
                  <a:pos x="5" y="65"/>
                </a:cxn>
                <a:cxn ang="0">
                  <a:pos x="2" y="52"/>
                </a:cxn>
                <a:cxn ang="0">
                  <a:pos x="2" y="48"/>
                </a:cxn>
                <a:cxn ang="0">
                  <a:pos x="9" y="34"/>
                </a:cxn>
                <a:cxn ang="0">
                  <a:pos x="17" y="32"/>
                </a:cxn>
                <a:cxn ang="0">
                  <a:pos x="21" y="32"/>
                </a:cxn>
                <a:cxn ang="0">
                  <a:pos x="37" y="26"/>
                </a:cxn>
                <a:cxn ang="0">
                  <a:pos x="37" y="20"/>
                </a:cxn>
                <a:cxn ang="0">
                  <a:pos x="53" y="14"/>
                </a:cxn>
                <a:cxn ang="0">
                  <a:pos x="58" y="4"/>
                </a:cxn>
                <a:cxn ang="0">
                  <a:pos x="69" y="1"/>
                </a:cxn>
                <a:cxn ang="0">
                  <a:pos x="73" y="17"/>
                </a:cxn>
                <a:cxn ang="0">
                  <a:pos x="78" y="24"/>
                </a:cxn>
                <a:cxn ang="0">
                  <a:pos x="85" y="29"/>
                </a:cxn>
                <a:cxn ang="0">
                  <a:pos x="90" y="37"/>
                </a:cxn>
                <a:cxn ang="0">
                  <a:pos x="96" y="44"/>
                </a:cxn>
                <a:cxn ang="0">
                  <a:pos x="101" y="51"/>
                </a:cxn>
                <a:cxn ang="0">
                  <a:pos x="105" y="58"/>
                </a:cxn>
              </a:cxnLst>
              <a:rect l="0" t="0" r="r" b="b"/>
              <a:pathLst>
                <a:path w="105" h="86">
                  <a:moveTo>
                    <a:pt x="105" y="58"/>
                  </a:moveTo>
                  <a:cubicBezTo>
                    <a:pt x="102" y="58"/>
                    <a:pt x="102" y="55"/>
                    <a:pt x="99" y="58"/>
                  </a:cubicBezTo>
                  <a:cubicBezTo>
                    <a:pt x="97" y="62"/>
                    <a:pt x="90" y="52"/>
                    <a:pt x="87" y="57"/>
                  </a:cubicBezTo>
                  <a:cubicBezTo>
                    <a:pt x="84" y="62"/>
                    <a:pt x="84" y="55"/>
                    <a:pt x="76" y="60"/>
                  </a:cubicBezTo>
                  <a:cubicBezTo>
                    <a:pt x="67" y="66"/>
                    <a:pt x="70" y="55"/>
                    <a:pt x="67" y="63"/>
                  </a:cubicBezTo>
                  <a:cubicBezTo>
                    <a:pt x="64" y="71"/>
                    <a:pt x="59" y="65"/>
                    <a:pt x="50" y="65"/>
                  </a:cubicBezTo>
                  <a:cubicBezTo>
                    <a:pt x="47" y="65"/>
                    <a:pt x="50" y="62"/>
                    <a:pt x="44" y="58"/>
                  </a:cubicBezTo>
                  <a:cubicBezTo>
                    <a:pt x="37" y="55"/>
                    <a:pt x="37" y="63"/>
                    <a:pt x="35" y="65"/>
                  </a:cubicBezTo>
                  <a:cubicBezTo>
                    <a:pt x="32" y="66"/>
                    <a:pt x="34" y="69"/>
                    <a:pt x="35" y="74"/>
                  </a:cubicBezTo>
                  <a:cubicBezTo>
                    <a:pt x="32" y="71"/>
                    <a:pt x="31" y="75"/>
                    <a:pt x="28" y="72"/>
                  </a:cubicBezTo>
                  <a:cubicBezTo>
                    <a:pt x="25" y="71"/>
                    <a:pt x="25" y="74"/>
                    <a:pt x="20" y="72"/>
                  </a:cubicBezTo>
                  <a:cubicBezTo>
                    <a:pt x="15" y="72"/>
                    <a:pt x="18" y="80"/>
                    <a:pt x="15" y="86"/>
                  </a:cubicBezTo>
                  <a:cubicBezTo>
                    <a:pt x="14" y="75"/>
                    <a:pt x="11" y="74"/>
                    <a:pt x="8" y="71"/>
                  </a:cubicBezTo>
                  <a:cubicBezTo>
                    <a:pt x="5" y="68"/>
                    <a:pt x="8" y="65"/>
                    <a:pt x="5" y="65"/>
                  </a:cubicBezTo>
                  <a:cubicBezTo>
                    <a:pt x="3" y="63"/>
                    <a:pt x="2" y="58"/>
                    <a:pt x="2" y="52"/>
                  </a:cubicBezTo>
                  <a:cubicBezTo>
                    <a:pt x="3" y="48"/>
                    <a:pt x="0" y="49"/>
                    <a:pt x="2" y="48"/>
                  </a:cubicBezTo>
                  <a:cubicBezTo>
                    <a:pt x="5" y="46"/>
                    <a:pt x="6" y="40"/>
                    <a:pt x="9" y="34"/>
                  </a:cubicBezTo>
                  <a:cubicBezTo>
                    <a:pt x="12" y="35"/>
                    <a:pt x="15" y="34"/>
                    <a:pt x="17" y="32"/>
                  </a:cubicBezTo>
                  <a:cubicBezTo>
                    <a:pt x="18" y="29"/>
                    <a:pt x="18" y="35"/>
                    <a:pt x="21" y="32"/>
                  </a:cubicBezTo>
                  <a:cubicBezTo>
                    <a:pt x="28" y="27"/>
                    <a:pt x="32" y="32"/>
                    <a:pt x="37" y="26"/>
                  </a:cubicBezTo>
                  <a:cubicBezTo>
                    <a:pt x="40" y="21"/>
                    <a:pt x="35" y="21"/>
                    <a:pt x="37" y="20"/>
                  </a:cubicBezTo>
                  <a:cubicBezTo>
                    <a:pt x="38" y="18"/>
                    <a:pt x="47" y="21"/>
                    <a:pt x="53" y="14"/>
                  </a:cubicBezTo>
                  <a:cubicBezTo>
                    <a:pt x="58" y="6"/>
                    <a:pt x="59" y="9"/>
                    <a:pt x="58" y="4"/>
                  </a:cubicBezTo>
                  <a:cubicBezTo>
                    <a:pt x="58" y="3"/>
                    <a:pt x="66" y="0"/>
                    <a:pt x="69" y="1"/>
                  </a:cubicBezTo>
                  <a:cubicBezTo>
                    <a:pt x="72" y="6"/>
                    <a:pt x="76" y="10"/>
                    <a:pt x="73" y="17"/>
                  </a:cubicBezTo>
                  <a:cubicBezTo>
                    <a:pt x="72" y="27"/>
                    <a:pt x="81" y="21"/>
                    <a:pt x="78" y="24"/>
                  </a:cubicBezTo>
                  <a:cubicBezTo>
                    <a:pt x="76" y="29"/>
                    <a:pt x="82" y="26"/>
                    <a:pt x="85" y="29"/>
                  </a:cubicBezTo>
                  <a:cubicBezTo>
                    <a:pt x="88" y="34"/>
                    <a:pt x="84" y="32"/>
                    <a:pt x="90" y="37"/>
                  </a:cubicBezTo>
                  <a:cubicBezTo>
                    <a:pt x="94" y="41"/>
                    <a:pt x="96" y="41"/>
                    <a:pt x="96" y="44"/>
                  </a:cubicBezTo>
                  <a:cubicBezTo>
                    <a:pt x="94" y="48"/>
                    <a:pt x="96" y="48"/>
                    <a:pt x="101" y="51"/>
                  </a:cubicBezTo>
                  <a:cubicBezTo>
                    <a:pt x="104" y="51"/>
                    <a:pt x="102" y="55"/>
                    <a:pt x="105" y="5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3" name="Freeform 115">
              <a:extLst>
                <a:ext uri="{FF2B5EF4-FFF2-40B4-BE49-F238E27FC236}">
                  <a16:creationId xmlns:a16="http://schemas.microsoft.com/office/drawing/2014/main" id="{6E6B4D44-CA6C-8F6F-2F9A-0009725ABF75}"/>
                </a:ext>
              </a:extLst>
            </p:cNvPr>
            <p:cNvSpPr>
              <a:spLocks/>
            </p:cNvSpPr>
            <p:nvPr/>
          </p:nvSpPr>
          <p:spPr bwMode="auto">
            <a:xfrm>
              <a:off x="1972534" y="4196871"/>
              <a:ext cx="192363" cy="348154"/>
            </a:xfrm>
            <a:custGeom>
              <a:avLst/>
              <a:gdLst/>
              <a:ahLst/>
              <a:cxnLst>
                <a:cxn ang="0">
                  <a:pos x="39" y="107"/>
                </a:cxn>
                <a:cxn ang="0">
                  <a:pos x="49" y="107"/>
                </a:cxn>
                <a:cxn ang="0">
                  <a:pos x="56" y="109"/>
                </a:cxn>
                <a:cxn ang="0">
                  <a:pos x="60" y="112"/>
                </a:cxn>
                <a:cxn ang="0">
                  <a:pos x="62" y="107"/>
                </a:cxn>
                <a:cxn ang="0">
                  <a:pos x="54" y="92"/>
                </a:cxn>
                <a:cxn ang="0">
                  <a:pos x="51" y="85"/>
                </a:cxn>
                <a:cxn ang="0">
                  <a:pos x="48" y="73"/>
                </a:cxn>
                <a:cxn ang="0">
                  <a:pos x="48" y="68"/>
                </a:cxn>
                <a:cxn ang="0">
                  <a:pos x="56" y="54"/>
                </a:cxn>
                <a:cxn ang="0">
                  <a:pos x="54" y="48"/>
                </a:cxn>
                <a:cxn ang="0">
                  <a:pos x="45" y="36"/>
                </a:cxn>
                <a:cxn ang="0">
                  <a:pos x="48" y="31"/>
                </a:cxn>
                <a:cxn ang="0">
                  <a:pos x="57" y="30"/>
                </a:cxn>
                <a:cxn ang="0">
                  <a:pos x="51" y="9"/>
                </a:cxn>
                <a:cxn ang="0">
                  <a:pos x="49" y="3"/>
                </a:cxn>
                <a:cxn ang="0">
                  <a:pos x="45" y="0"/>
                </a:cxn>
                <a:cxn ang="0">
                  <a:pos x="48" y="13"/>
                </a:cxn>
                <a:cxn ang="0">
                  <a:pos x="39" y="30"/>
                </a:cxn>
                <a:cxn ang="0">
                  <a:pos x="32" y="45"/>
                </a:cxn>
                <a:cxn ang="0">
                  <a:pos x="25" y="61"/>
                </a:cxn>
                <a:cxn ang="0">
                  <a:pos x="19" y="62"/>
                </a:cxn>
                <a:cxn ang="0">
                  <a:pos x="11" y="64"/>
                </a:cxn>
                <a:cxn ang="0">
                  <a:pos x="5" y="70"/>
                </a:cxn>
                <a:cxn ang="0">
                  <a:pos x="0" y="82"/>
                </a:cxn>
                <a:cxn ang="0">
                  <a:pos x="3" y="85"/>
                </a:cxn>
                <a:cxn ang="0">
                  <a:pos x="5" y="90"/>
                </a:cxn>
                <a:cxn ang="0">
                  <a:pos x="9" y="88"/>
                </a:cxn>
                <a:cxn ang="0">
                  <a:pos x="9" y="93"/>
                </a:cxn>
                <a:cxn ang="0">
                  <a:pos x="9" y="96"/>
                </a:cxn>
                <a:cxn ang="0">
                  <a:pos x="9" y="105"/>
                </a:cxn>
                <a:cxn ang="0">
                  <a:pos x="22" y="107"/>
                </a:cxn>
                <a:cxn ang="0">
                  <a:pos x="31" y="105"/>
                </a:cxn>
                <a:cxn ang="0">
                  <a:pos x="39" y="107"/>
                </a:cxn>
              </a:cxnLst>
              <a:rect l="0" t="0" r="r" b="b"/>
              <a:pathLst>
                <a:path w="62" h="113">
                  <a:moveTo>
                    <a:pt x="39" y="107"/>
                  </a:moveTo>
                  <a:cubicBezTo>
                    <a:pt x="49" y="107"/>
                    <a:pt x="49" y="107"/>
                    <a:pt x="49" y="107"/>
                  </a:cubicBezTo>
                  <a:cubicBezTo>
                    <a:pt x="49" y="107"/>
                    <a:pt x="52" y="109"/>
                    <a:pt x="56" y="109"/>
                  </a:cubicBezTo>
                  <a:cubicBezTo>
                    <a:pt x="59" y="110"/>
                    <a:pt x="60" y="113"/>
                    <a:pt x="60" y="112"/>
                  </a:cubicBezTo>
                  <a:cubicBezTo>
                    <a:pt x="62" y="112"/>
                    <a:pt x="60" y="109"/>
                    <a:pt x="62" y="107"/>
                  </a:cubicBezTo>
                  <a:cubicBezTo>
                    <a:pt x="60" y="96"/>
                    <a:pt x="57" y="95"/>
                    <a:pt x="54" y="92"/>
                  </a:cubicBezTo>
                  <a:cubicBezTo>
                    <a:pt x="51" y="88"/>
                    <a:pt x="54" y="85"/>
                    <a:pt x="51" y="85"/>
                  </a:cubicBezTo>
                  <a:cubicBezTo>
                    <a:pt x="49" y="84"/>
                    <a:pt x="48" y="79"/>
                    <a:pt x="48" y="73"/>
                  </a:cubicBezTo>
                  <a:cubicBezTo>
                    <a:pt x="49" y="68"/>
                    <a:pt x="46" y="70"/>
                    <a:pt x="48" y="68"/>
                  </a:cubicBezTo>
                  <a:cubicBezTo>
                    <a:pt x="51" y="67"/>
                    <a:pt x="52" y="61"/>
                    <a:pt x="56" y="54"/>
                  </a:cubicBezTo>
                  <a:cubicBezTo>
                    <a:pt x="57" y="51"/>
                    <a:pt x="56" y="54"/>
                    <a:pt x="54" y="48"/>
                  </a:cubicBezTo>
                  <a:cubicBezTo>
                    <a:pt x="54" y="44"/>
                    <a:pt x="51" y="45"/>
                    <a:pt x="45" y="36"/>
                  </a:cubicBezTo>
                  <a:cubicBezTo>
                    <a:pt x="43" y="34"/>
                    <a:pt x="45" y="30"/>
                    <a:pt x="48" y="31"/>
                  </a:cubicBezTo>
                  <a:cubicBezTo>
                    <a:pt x="49" y="31"/>
                    <a:pt x="52" y="33"/>
                    <a:pt x="57" y="30"/>
                  </a:cubicBezTo>
                  <a:cubicBezTo>
                    <a:pt x="49" y="25"/>
                    <a:pt x="54" y="11"/>
                    <a:pt x="51" y="9"/>
                  </a:cubicBezTo>
                  <a:cubicBezTo>
                    <a:pt x="49" y="9"/>
                    <a:pt x="52" y="5"/>
                    <a:pt x="49" y="3"/>
                  </a:cubicBezTo>
                  <a:cubicBezTo>
                    <a:pt x="45" y="2"/>
                    <a:pt x="54" y="0"/>
                    <a:pt x="45" y="0"/>
                  </a:cubicBezTo>
                  <a:cubicBezTo>
                    <a:pt x="43" y="13"/>
                    <a:pt x="51" y="5"/>
                    <a:pt x="48" y="13"/>
                  </a:cubicBezTo>
                  <a:cubicBezTo>
                    <a:pt x="46" y="22"/>
                    <a:pt x="43" y="14"/>
                    <a:pt x="39" y="30"/>
                  </a:cubicBezTo>
                  <a:cubicBezTo>
                    <a:pt x="36" y="44"/>
                    <a:pt x="36" y="44"/>
                    <a:pt x="32" y="45"/>
                  </a:cubicBezTo>
                  <a:cubicBezTo>
                    <a:pt x="29" y="47"/>
                    <a:pt x="28" y="56"/>
                    <a:pt x="25" y="61"/>
                  </a:cubicBezTo>
                  <a:cubicBezTo>
                    <a:pt x="22" y="67"/>
                    <a:pt x="23" y="67"/>
                    <a:pt x="19" y="62"/>
                  </a:cubicBezTo>
                  <a:cubicBezTo>
                    <a:pt x="16" y="57"/>
                    <a:pt x="11" y="59"/>
                    <a:pt x="11" y="64"/>
                  </a:cubicBezTo>
                  <a:cubicBezTo>
                    <a:pt x="9" y="67"/>
                    <a:pt x="6" y="64"/>
                    <a:pt x="5" y="70"/>
                  </a:cubicBezTo>
                  <a:cubicBezTo>
                    <a:pt x="2" y="74"/>
                    <a:pt x="3" y="76"/>
                    <a:pt x="0" y="82"/>
                  </a:cubicBezTo>
                  <a:cubicBezTo>
                    <a:pt x="0" y="87"/>
                    <a:pt x="2" y="81"/>
                    <a:pt x="3" y="85"/>
                  </a:cubicBezTo>
                  <a:cubicBezTo>
                    <a:pt x="3" y="88"/>
                    <a:pt x="3" y="88"/>
                    <a:pt x="5" y="90"/>
                  </a:cubicBezTo>
                  <a:cubicBezTo>
                    <a:pt x="8" y="92"/>
                    <a:pt x="6" y="87"/>
                    <a:pt x="9" y="88"/>
                  </a:cubicBezTo>
                  <a:cubicBezTo>
                    <a:pt x="11" y="90"/>
                    <a:pt x="6" y="90"/>
                    <a:pt x="9" y="93"/>
                  </a:cubicBezTo>
                  <a:cubicBezTo>
                    <a:pt x="11" y="95"/>
                    <a:pt x="8" y="93"/>
                    <a:pt x="9" y="96"/>
                  </a:cubicBezTo>
                  <a:cubicBezTo>
                    <a:pt x="12" y="99"/>
                    <a:pt x="9" y="102"/>
                    <a:pt x="9" y="105"/>
                  </a:cubicBezTo>
                  <a:cubicBezTo>
                    <a:pt x="12" y="109"/>
                    <a:pt x="14" y="107"/>
                    <a:pt x="22" y="107"/>
                  </a:cubicBezTo>
                  <a:cubicBezTo>
                    <a:pt x="23" y="105"/>
                    <a:pt x="23" y="105"/>
                    <a:pt x="31" y="105"/>
                  </a:cubicBezTo>
                  <a:cubicBezTo>
                    <a:pt x="40" y="105"/>
                    <a:pt x="37" y="105"/>
                    <a:pt x="39" y="10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4" name="Freeform 116">
              <a:extLst>
                <a:ext uri="{FF2B5EF4-FFF2-40B4-BE49-F238E27FC236}">
                  <a16:creationId xmlns:a16="http://schemas.microsoft.com/office/drawing/2014/main" id="{FF6F6CAA-9A78-5F3E-81E5-7737EABC57B3}"/>
                </a:ext>
              </a:extLst>
            </p:cNvPr>
            <p:cNvSpPr>
              <a:spLocks/>
            </p:cNvSpPr>
            <p:nvPr/>
          </p:nvSpPr>
          <p:spPr bwMode="auto">
            <a:xfrm>
              <a:off x="2059971" y="4724665"/>
              <a:ext cx="27026" cy="42923"/>
            </a:xfrm>
            <a:custGeom>
              <a:avLst/>
              <a:gdLst/>
              <a:ahLst/>
              <a:cxnLst>
                <a:cxn ang="0">
                  <a:pos x="0" y="6"/>
                </a:cxn>
                <a:cxn ang="0">
                  <a:pos x="6" y="2"/>
                </a:cxn>
                <a:cxn ang="0">
                  <a:pos x="9" y="3"/>
                </a:cxn>
                <a:cxn ang="0">
                  <a:pos x="4" y="5"/>
                </a:cxn>
                <a:cxn ang="0">
                  <a:pos x="1" y="14"/>
                </a:cxn>
                <a:cxn ang="0">
                  <a:pos x="1" y="11"/>
                </a:cxn>
                <a:cxn ang="0">
                  <a:pos x="0" y="6"/>
                </a:cxn>
              </a:cxnLst>
              <a:rect l="0" t="0" r="r" b="b"/>
              <a:pathLst>
                <a:path w="9" h="14">
                  <a:moveTo>
                    <a:pt x="0" y="6"/>
                  </a:moveTo>
                  <a:cubicBezTo>
                    <a:pt x="1" y="3"/>
                    <a:pt x="4" y="2"/>
                    <a:pt x="6" y="2"/>
                  </a:cubicBezTo>
                  <a:cubicBezTo>
                    <a:pt x="6" y="0"/>
                    <a:pt x="8" y="2"/>
                    <a:pt x="9" y="3"/>
                  </a:cubicBezTo>
                  <a:cubicBezTo>
                    <a:pt x="8" y="3"/>
                    <a:pt x="8" y="3"/>
                    <a:pt x="4" y="5"/>
                  </a:cubicBezTo>
                  <a:cubicBezTo>
                    <a:pt x="3" y="8"/>
                    <a:pt x="6" y="14"/>
                    <a:pt x="1" y="14"/>
                  </a:cubicBezTo>
                  <a:cubicBezTo>
                    <a:pt x="1" y="13"/>
                    <a:pt x="0" y="14"/>
                    <a:pt x="1" y="11"/>
                  </a:cubicBezTo>
                  <a:cubicBezTo>
                    <a:pt x="1" y="10"/>
                    <a:pt x="1" y="8"/>
                    <a:pt x="0"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5" name="Freeform 118">
              <a:extLst>
                <a:ext uri="{FF2B5EF4-FFF2-40B4-BE49-F238E27FC236}">
                  <a16:creationId xmlns:a16="http://schemas.microsoft.com/office/drawing/2014/main" id="{4459C95D-7EF4-CFE6-C329-0F517B107552}"/>
                </a:ext>
              </a:extLst>
            </p:cNvPr>
            <p:cNvSpPr>
              <a:spLocks/>
            </p:cNvSpPr>
            <p:nvPr/>
          </p:nvSpPr>
          <p:spPr bwMode="auto">
            <a:xfrm>
              <a:off x="1972534" y="4524358"/>
              <a:ext cx="147849" cy="187590"/>
            </a:xfrm>
            <a:custGeom>
              <a:avLst/>
              <a:gdLst/>
              <a:ahLst/>
              <a:cxnLst>
                <a:cxn ang="0">
                  <a:pos x="22" y="1"/>
                </a:cxn>
                <a:cxn ang="0">
                  <a:pos x="31" y="0"/>
                </a:cxn>
                <a:cxn ang="0">
                  <a:pos x="39" y="1"/>
                </a:cxn>
                <a:cxn ang="0">
                  <a:pos x="37" y="9"/>
                </a:cxn>
                <a:cxn ang="0">
                  <a:pos x="43" y="9"/>
                </a:cxn>
                <a:cxn ang="0">
                  <a:pos x="46" y="15"/>
                </a:cxn>
                <a:cxn ang="0">
                  <a:pos x="43" y="23"/>
                </a:cxn>
                <a:cxn ang="0">
                  <a:pos x="48" y="29"/>
                </a:cxn>
                <a:cxn ang="0">
                  <a:pos x="46" y="42"/>
                </a:cxn>
                <a:cxn ang="0">
                  <a:pos x="45" y="47"/>
                </a:cxn>
                <a:cxn ang="0">
                  <a:pos x="42" y="45"/>
                </a:cxn>
                <a:cxn ang="0">
                  <a:pos x="34" y="42"/>
                </a:cxn>
                <a:cxn ang="0">
                  <a:pos x="32" y="44"/>
                </a:cxn>
                <a:cxn ang="0">
                  <a:pos x="26" y="47"/>
                </a:cxn>
                <a:cxn ang="0">
                  <a:pos x="26" y="54"/>
                </a:cxn>
                <a:cxn ang="0">
                  <a:pos x="25" y="59"/>
                </a:cxn>
                <a:cxn ang="0">
                  <a:pos x="20" y="61"/>
                </a:cxn>
                <a:cxn ang="0">
                  <a:pos x="12" y="50"/>
                </a:cxn>
                <a:cxn ang="0">
                  <a:pos x="6" y="44"/>
                </a:cxn>
                <a:cxn ang="0">
                  <a:pos x="3" y="34"/>
                </a:cxn>
                <a:cxn ang="0">
                  <a:pos x="3" y="29"/>
                </a:cxn>
                <a:cxn ang="0">
                  <a:pos x="6" y="23"/>
                </a:cxn>
                <a:cxn ang="0">
                  <a:pos x="8" y="22"/>
                </a:cxn>
                <a:cxn ang="0">
                  <a:pos x="11" y="20"/>
                </a:cxn>
                <a:cxn ang="0">
                  <a:pos x="6" y="17"/>
                </a:cxn>
                <a:cxn ang="0">
                  <a:pos x="8" y="17"/>
                </a:cxn>
                <a:cxn ang="0">
                  <a:pos x="8" y="12"/>
                </a:cxn>
                <a:cxn ang="0">
                  <a:pos x="22" y="12"/>
                </a:cxn>
                <a:cxn ang="0">
                  <a:pos x="22" y="1"/>
                </a:cxn>
              </a:cxnLst>
              <a:rect l="0" t="0" r="r" b="b"/>
              <a:pathLst>
                <a:path w="48" h="61">
                  <a:moveTo>
                    <a:pt x="22" y="1"/>
                  </a:moveTo>
                  <a:cubicBezTo>
                    <a:pt x="23" y="0"/>
                    <a:pt x="23" y="0"/>
                    <a:pt x="31" y="0"/>
                  </a:cubicBezTo>
                  <a:cubicBezTo>
                    <a:pt x="40" y="0"/>
                    <a:pt x="37" y="0"/>
                    <a:pt x="39" y="1"/>
                  </a:cubicBezTo>
                  <a:cubicBezTo>
                    <a:pt x="39" y="4"/>
                    <a:pt x="35" y="4"/>
                    <a:pt x="37" y="9"/>
                  </a:cubicBezTo>
                  <a:cubicBezTo>
                    <a:pt x="39" y="12"/>
                    <a:pt x="42" y="9"/>
                    <a:pt x="43" y="9"/>
                  </a:cubicBezTo>
                  <a:cubicBezTo>
                    <a:pt x="46" y="9"/>
                    <a:pt x="48" y="12"/>
                    <a:pt x="46" y="15"/>
                  </a:cubicBezTo>
                  <a:cubicBezTo>
                    <a:pt x="45" y="20"/>
                    <a:pt x="45" y="14"/>
                    <a:pt x="43" y="23"/>
                  </a:cubicBezTo>
                  <a:cubicBezTo>
                    <a:pt x="42" y="28"/>
                    <a:pt x="48" y="26"/>
                    <a:pt x="48" y="29"/>
                  </a:cubicBezTo>
                  <a:cubicBezTo>
                    <a:pt x="46" y="33"/>
                    <a:pt x="48" y="39"/>
                    <a:pt x="46" y="42"/>
                  </a:cubicBezTo>
                  <a:cubicBezTo>
                    <a:pt x="45" y="45"/>
                    <a:pt x="48" y="47"/>
                    <a:pt x="45" y="47"/>
                  </a:cubicBezTo>
                  <a:cubicBezTo>
                    <a:pt x="42" y="48"/>
                    <a:pt x="43" y="42"/>
                    <a:pt x="42" y="45"/>
                  </a:cubicBezTo>
                  <a:cubicBezTo>
                    <a:pt x="39" y="48"/>
                    <a:pt x="37" y="48"/>
                    <a:pt x="34" y="42"/>
                  </a:cubicBezTo>
                  <a:cubicBezTo>
                    <a:pt x="31" y="37"/>
                    <a:pt x="31" y="40"/>
                    <a:pt x="32" y="44"/>
                  </a:cubicBezTo>
                  <a:cubicBezTo>
                    <a:pt x="32" y="47"/>
                    <a:pt x="29" y="47"/>
                    <a:pt x="26" y="47"/>
                  </a:cubicBezTo>
                  <a:cubicBezTo>
                    <a:pt x="23" y="47"/>
                    <a:pt x="25" y="53"/>
                    <a:pt x="26" y="54"/>
                  </a:cubicBezTo>
                  <a:cubicBezTo>
                    <a:pt x="28" y="56"/>
                    <a:pt x="28" y="61"/>
                    <a:pt x="25" y="59"/>
                  </a:cubicBezTo>
                  <a:cubicBezTo>
                    <a:pt x="23" y="58"/>
                    <a:pt x="23" y="58"/>
                    <a:pt x="20" y="61"/>
                  </a:cubicBezTo>
                  <a:cubicBezTo>
                    <a:pt x="16" y="56"/>
                    <a:pt x="22" y="59"/>
                    <a:pt x="12" y="50"/>
                  </a:cubicBezTo>
                  <a:cubicBezTo>
                    <a:pt x="9" y="47"/>
                    <a:pt x="8" y="45"/>
                    <a:pt x="6" y="44"/>
                  </a:cubicBezTo>
                  <a:cubicBezTo>
                    <a:pt x="5" y="40"/>
                    <a:pt x="5" y="39"/>
                    <a:pt x="3" y="34"/>
                  </a:cubicBezTo>
                  <a:cubicBezTo>
                    <a:pt x="0" y="29"/>
                    <a:pt x="0" y="26"/>
                    <a:pt x="3" y="29"/>
                  </a:cubicBezTo>
                  <a:cubicBezTo>
                    <a:pt x="5" y="31"/>
                    <a:pt x="6" y="26"/>
                    <a:pt x="6" y="23"/>
                  </a:cubicBezTo>
                  <a:cubicBezTo>
                    <a:pt x="6" y="18"/>
                    <a:pt x="6" y="18"/>
                    <a:pt x="8" y="22"/>
                  </a:cubicBezTo>
                  <a:cubicBezTo>
                    <a:pt x="9" y="23"/>
                    <a:pt x="14" y="22"/>
                    <a:pt x="11" y="20"/>
                  </a:cubicBezTo>
                  <a:cubicBezTo>
                    <a:pt x="8" y="20"/>
                    <a:pt x="6" y="18"/>
                    <a:pt x="6" y="17"/>
                  </a:cubicBezTo>
                  <a:cubicBezTo>
                    <a:pt x="8" y="15"/>
                    <a:pt x="8" y="17"/>
                    <a:pt x="8" y="17"/>
                  </a:cubicBezTo>
                  <a:cubicBezTo>
                    <a:pt x="9" y="15"/>
                    <a:pt x="8" y="14"/>
                    <a:pt x="8" y="12"/>
                  </a:cubicBezTo>
                  <a:cubicBezTo>
                    <a:pt x="16" y="12"/>
                    <a:pt x="17" y="14"/>
                    <a:pt x="22" y="12"/>
                  </a:cubicBezTo>
                  <a:cubicBezTo>
                    <a:pt x="22" y="1"/>
                    <a:pt x="22" y="1"/>
                    <a:pt x="22" y="1"/>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6" name="Freeform 119">
              <a:extLst>
                <a:ext uri="{FF2B5EF4-FFF2-40B4-BE49-F238E27FC236}">
                  <a16:creationId xmlns:a16="http://schemas.microsoft.com/office/drawing/2014/main" id="{53FD17FF-9B91-9EC3-E500-069CAB6FE34C}"/>
                </a:ext>
              </a:extLst>
            </p:cNvPr>
            <p:cNvSpPr>
              <a:spLocks/>
            </p:cNvSpPr>
            <p:nvPr/>
          </p:nvSpPr>
          <p:spPr bwMode="auto">
            <a:xfrm>
              <a:off x="1991611" y="4524358"/>
              <a:ext cx="49283" cy="42923"/>
            </a:xfrm>
            <a:custGeom>
              <a:avLst/>
              <a:gdLst/>
              <a:ahLst/>
              <a:cxnLst>
                <a:cxn ang="0">
                  <a:pos x="3" y="0"/>
                </a:cxn>
                <a:cxn ang="0">
                  <a:pos x="16" y="1"/>
                </a:cxn>
                <a:cxn ang="0">
                  <a:pos x="16" y="13"/>
                </a:cxn>
                <a:cxn ang="0">
                  <a:pos x="2" y="13"/>
                </a:cxn>
                <a:cxn ang="0">
                  <a:pos x="0" y="11"/>
                </a:cxn>
                <a:cxn ang="0">
                  <a:pos x="3" y="0"/>
                </a:cxn>
              </a:cxnLst>
              <a:rect l="0" t="0" r="r" b="b"/>
              <a:pathLst>
                <a:path w="16" h="14">
                  <a:moveTo>
                    <a:pt x="3" y="0"/>
                  </a:moveTo>
                  <a:cubicBezTo>
                    <a:pt x="6" y="3"/>
                    <a:pt x="8" y="1"/>
                    <a:pt x="16" y="1"/>
                  </a:cubicBezTo>
                  <a:cubicBezTo>
                    <a:pt x="16" y="13"/>
                    <a:pt x="16" y="13"/>
                    <a:pt x="16" y="13"/>
                  </a:cubicBezTo>
                  <a:cubicBezTo>
                    <a:pt x="11" y="14"/>
                    <a:pt x="9" y="13"/>
                    <a:pt x="2" y="13"/>
                  </a:cubicBezTo>
                  <a:cubicBezTo>
                    <a:pt x="3" y="11"/>
                    <a:pt x="0" y="14"/>
                    <a:pt x="0" y="11"/>
                  </a:cubicBezTo>
                  <a:cubicBezTo>
                    <a:pt x="0" y="8"/>
                    <a:pt x="5" y="8"/>
                    <a:pt x="3"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7" name="Freeform 120">
              <a:extLst>
                <a:ext uri="{FF2B5EF4-FFF2-40B4-BE49-F238E27FC236}">
                  <a16:creationId xmlns:a16="http://schemas.microsoft.com/office/drawing/2014/main" id="{AF2FE888-945A-0994-419C-61B79AA3A598}"/>
                </a:ext>
              </a:extLst>
            </p:cNvPr>
            <p:cNvSpPr>
              <a:spLocks/>
            </p:cNvSpPr>
            <p:nvPr/>
          </p:nvSpPr>
          <p:spPr bwMode="auto">
            <a:xfrm>
              <a:off x="1964585" y="4481435"/>
              <a:ext cx="17488" cy="17487"/>
            </a:xfrm>
            <a:custGeom>
              <a:avLst/>
              <a:gdLst/>
              <a:ahLst/>
              <a:cxnLst>
                <a:cxn ang="0">
                  <a:pos x="3" y="6"/>
                </a:cxn>
                <a:cxn ang="0">
                  <a:pos x="3" y="2"/>
                </a:cxn>
                <a:cxn ang="0">
                  <a:pos x="5" y="3"/>
                </a:cxn>
                <a:cxn ang="0">
                  <a:pos x="3" y="6"/>
                </a:cxn>
              </a:cxnLst>
              <a:rect l="0" t="0" r="r" b="b"/>
              <a:pathLst>
                <a:path w="6" h="6">
                  <a:moveTo>
                    <a:pt x="3" y="6"/>
                  </a:moveTo>
                  <a:cubicBezTo>
                    <a:pt x="0" y="5"/>
                    <a:pt x="3" y="3"/>
                    <a:pt x="3" y="2"/>
                  </a:cubicBezTo>
                  <a:cubicBezTo>
                    <a:pt x="5" y="0"/>
                    <a:pt x="6" y="0"/>
                    <a:pt x="5" y="3"/>
                  </a:cubicBezTo>
                  <a:cubicBezTo>
                    <a:pt x="3" y="6"/>
                    <a:pt x="3" y="6"/>
                    <a:pt x="3"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8" name="Freeform 121">
              <a:extLst>
                <a:ext uri="{FF2B5EF4-FFF2-40B4-BE49-F238E27FC236}">
                  <a16:creationId xmlns:a16="http://schemas.microsoft.com/office/drawing/2014/main" id="{9457D3D5-7163-7A0D-B634-11C8527BBECC}"/>
                </a:ext>
              </a:extLst>
            </p:cNvPr>
            <p:cNvSpPr>
              <a:spLocks/>
            </p:cNvSpPr>
            <p:nvPr/>
          </p:nvSpPr>
          <p:spPr bwMode="auto">
            <a:xfrm>
              <a:off x="1916892" y="4583178"/>
              <a:ext cx="15898" cy="11128"/>
            </a:xfrm>
            <a:custGeom>
              <a:avLst/>
              <a:gdLst/>
              <a:ahLst/>
              <a:cxnLst>
                <a:cxn ang="0">
                  <a:pos x="3" y="0"/>
                </a:cxn>
                <a:cxn ang="0">
                  <a:pos x="2" y="4"/>
                </a:cxn>
                <a:cxn ang="0">
                  <a:pos x="3" y="0"/>
                </a:cxn>
              </a:cxnLst>
              <a:rect l="0" t="0" r="r" b="b"/>
              <a:pathLst>
                <a:path w="5" h="4">
                  <a:moveTo>
                    <a:pt x="3" y="0"/>
                  </a:moveTo>
                  <a:cubicBezTo>
                    <a:pt x="5" y="1"/>
                    <a:pt x="3" y="4"/>
                    <a:pt x="2" y="4"/>
                  </a:cubicBezTo>
                  <a:cubicBezTo>
                    <a:pt x="0" y="3"/>
                    <a:pt x="2" y="0"/>
                    <a:pt x="3"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69" name="Freeform 122">
              <a:extLst>
                <a:ext uri="{FF2B5EF4-FFF2-40B4-BE49-F238E27FC236}">
                  <a16:creationId xmlns:a16="http://schemas.microsoft.com/office/drawing/2014/main" id="{0CA536D6-01D9-EBAE-F5A7-8969877E1227}"/>
                </a:ext>
              </a:extLst>
            </p:cNvPr>
            <p:cNvSpPr>
              <a:spLocks/>
            </p:cNvSpPr>
            <p:nvPr/>
          </p:nvSpPr>
          <p:spPr bwMode="auto">
            <a:xfrm>
              <a:off x="2463773" y="4622922"/>
              <a:ext cx="55642" cy="58821"/>
            </a:xfrm>
            <a:custGeom>
              <a:avLst/>
              <a:gdLst/>
              <a:ahLst/>
              <a:cxnLst>
                <a:cxn ang="0">
                  <a:pos x="3" y="18"/>
                </a:cxn>
                <a:cxn ang="0">
                  <a:pos x="6" y="18"/>
                </a:cxn>
                <a:cxn ang="0">
                  <a:pos x="11" y="16"/>
                </a:cxn>
                <a:cxn ang="0">
                  <a:pos x="12" y="15"/>
                </a:cxn>
                <a:cxn ang="0">
                  <a:pos x="17" y="15"/>
                </a:cxn>
                <a:cxn ang="0">
                  <a:pos x="18" y="8"/>
                </a:cxn>
                <a:cxn ang="0">
                  <a:pos x="15" y="0"/>
                </a:cxn>
                <a:cxn ang="0">
                  <a:pos x="12" y="5"/>
                </a:cxn>
                <a:cxn ang="0">
                  <a:pos x="9" y="3"/>
                </a:cxn>
                <a:cxn ang="0">
                  <a:pos x="5" y="13"/>
                </a:cxn>
                <a:cxn ang="0">
                  <a:pos x="3" y="18"/>
                </a:cxn>
              </a:cxnLst>
              <a:rect l="0" t="0" r="r" b="b"/>
              <a:pathLst>
                <a:path w="18" h="19">
                  <a:moveTo>
                    <a:pt x="3" y="18"/>
                  </a:moveTo>
                  <a:cubicBezTo>
                    <a:pt x="5" y="15"/>
                    <a:pt x="6" y="16"/>
                    <a:pt x="6" y="18"/>
                  </a:cubicBezTo>
                  <a:cubicBezTo>
                    <a:pt x="6" y="19"/>
                    <a:pt x="11" y="19"/>
                    <a:pt x="11" y="16"/>
                  </a:cubicBezTo>
                  <a:cubicBezTo>
                    <a:pt x="11" y="13"/>
                    <a:pt x="12" y="13"/>
                    <a:pt x="12" y="15"/>
                  </a:cubicBezTo>
                  <a:cubicBezTo>
                    <a:pt x="12" y="15"/>
                    <a:pt x="14" y="13"/>
                    <a:pt x="17" y="15"/>
                  </a:cubicBezTo>
                  <a:cubicBezTo>
                    <a:pt x="18" y="15"/>
                    <a:pt x="18" y="13"/>
                    <a:pt x="18" y="8"/>
                  </a:cubicBezTo>
                  <a:cubicBezTo>
                    <a:pt x="17" y="2"/>
                    <a:pt x="15" y="3"/>
                    <a:pt x="15" y="0"/>
                  </a:cubicBezTo>
                  <a:cubicBezTo>
                    <a:pt x="14" y="2"/>
                    <a:pt x="14" y="3"/>
                    <a:pt x="12" y="5"/>
                  </a:cubicBezTo>
                  <a:cubicBezTo>
                    <a:pt x="9" y="5"/>
                    <a:pt x="12" y="2"/>
                    <a:pt x="9" y="3"/>
                  </a:cubicBezTo>
                  <a:cubicBezTo>
                    <a:pt x="0" y="10"/>
                    <a:pt x="8" y="10"/>
                    <a:pt x="5" y="13"/>
                  </a:cubicBezTo>
                  <a:cubicBezTo>
                    <a:pt x="2" y="15"/>
                    <a:pt x="3" y="15"/>
                    <a:pt x="3" y="1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0" name="Freeform 123">
              <a:extLst>
                <a:ext uri="{FF2B5EF4-FFF2-40B4-BE49-F238E27FC236}">
                  <a16:creationId xmlns:a16="http://schemas.microsoft.com/office/drawing/2014/main" id="{B8422186-1B82-018D-4B9E-FBFD389953EA}"/>
                </a:ext>
              </a:extLst>
            </p:cNvPr>
            <p:cNvSpPr>
              <a:spLocks/>
            </p:cNvSpPr>
            <p:nvPr/>
          </p:nvSpPr>
          <p:spPr bwMode="auto">
            <a:xfrm>
              <a:off x="2473312" y="4662665"/>
              <a:ext cx="57232" cy="68359"/>
            </a:xfrm>
            <a:custGeom>
              <a:avLst/>
              <a:gdLst/>
              <a:ahLst/>
              <a:cxnLst>
                <a:cxn ang="0">
                  <a:pos x="14" y="2"/>
                </a:cxn>
                <a:cxn ang="0">
                  <a:pos x="12" y="5"/>
                </a:cxn>
                <a:cxn ang="0">
                  <a:pos x="14" y="11"/>
                </a:cxn>
                <a:cxn ang="0">
                  <a:pos x="5" y="22"/>
                </a:cxn>
                <a:cxn ang="0">
                  <a:pos x="2" y="13"/>
                </a:cxn>
                <a:cxn ang="0">
                  <a:pos x="0" y="5"/>
                </a:cxn>
                <a:cxn ang="0">
                  <a:pos x="3" y="5"/>
                </a:cxn>
                <a:cxn ang="0">
                  <a:pos x="8" y="3"/>
                </a:cxn>
                <a:cxn ang="0">
                  <a:pos x="9" y="2"/>
                </a:cxn>
                <a:cxn ang="0">
                  <a:pos x="14" y="2"/>
                </a:cxn>
              </a:cxnLst>
              <a:rect l="0" t="0" r="r" b="b"/>
              <a:pathLst>
                <a:path w="19" h="22">
                  <a:moveTo>
                    <a:pt x="14" y="2"/>
                  </a:moveTo>
                  <a:cubicBezTo>
                    <a:pt x="14" y="3"/>
                    <a:pt x="12" y="3"/>
                    <a:pt x="12" y="5"/>
                  </a:cubicBezTo>
                  <a:cubicBezTo>
                    <a:pt x="12" y="6"/>
                    <a:pt x="19" y="6"/>
                    <a:pt x="14" y="11"/>
                  </a:cubicBezTo>
                  <a:cubicBezTo>
                    <a:pt x="9" y="16"/>
                    <a:pt x="11" y="20"/>
                    <a:pt x="5" y="22"/>
                  </a:cubicBezTo>
                  <a:cubicBezTo>
                    <a:pt x="5" y="17"/>
                    <a:pt x="2" y="17"/>
                    <a:pt x="2" y="13"/>
                  </a:cubicBezTo>
                  <a:cubicBezTo>
                    <a:pt x="3" y="8"/>
                    <a:pt x="2" y="8"/>
                    <a:pt x="0" y="5"/>
                  </a:cubicBezTo>
                  <a:cubicBezTo>
                    <a:pt x="2" y="2"/>
                    <a:pt x="3" y="3"/>
                    <a:pt x="3" y="5"/>
                  </a:cubicBezTo>
                  <a:cubicBezTo>
                    <a:pt x="3" y="6"/>
                    <a:pt x="8" y="6"/>
                    <a:pt x="8" y="3"/>
                  </a:cubicBezTo>
                  <a:cubicBezTo>
                    <a:pt x="8" y="0"/>
                    <a:pt x="9" y="0"/>
                    <a:pt x="9" y="2"/>
                  </a:cubicBezTo>
                  <a:cubicBezTo>
                    <a:pt x="9" y="2"/>
                    <a:pt x="11" y="0"/>
                    <a:pt x="14"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1" name="Freeform 124">
              <a:extLst>
                <a:ext uri="{FF2B5EF4-FFF2-40B4-BE49-F238E27FC236}">
                  <a16:creationId xmlns:a16="http://schemas.microsoft.com/office/drawing/2014/main" id="{B224339C-EFDF-1948-C207-C6F0E9C25F45}"/>
                </a:ext>
              </a:extLst>
            </p:cNvPr>
            <p:cNvSpPr>
              <a:spLocks/>
            </p:cNvSpPr>
            <p:nvPr/>
          </p:nvSpPr>
          <p:spPr bwMode="auto">
            <a:xfrm>
              <a:off x="1627554" y="4128511"/>
              <a:ext cx="197132" cy="182820"/>
            </a:xfrm>
            <a:custGeom>
              <a:avLst/>
              <a:gdLst/>
              <a:ahLst/>
              <a:cxnLst>
                <a:cxn ang="0">
                  <a:pos x="24" y="58"/>
                </a:cxn>
                <a:cxn ang="0">
                  <a:pos x="23" y="48"/>
                </a:cxn>
                <a:cxn ang="0">
                  <a:pos x="23" y="42"/>
                </a:cxn>
                <a:cxn ang="0">
                  <a:pos x="38" y="42"/>
                </a:cxn>
                <a:cxn ang="0">
                  <a:pos x="41" y="42"/>
                </a:cxn>
                <a:cxn ang="0">
                  <a:pos x="44" y="41"/>
                </a:cxn>
                <a:cxn ang="0">
                  <a:pos x="49" y="44"/>
                </a:cxn>
                <a:cxn ang="0">
                  <a:pos x="52" y="42"/>
                </a:cxn>
                <a:cxn ang="0">
                  <a:pos x="64" y="34"/>
                </a:cxn>
                <a:cxn ang="0">
                  <a:pos x="62" y="30"/>
                </a:cxn>
                <a:cxn ang="0">
                  <a:pos x="59" y="27"/>
                </a:cxn>
                <a:cxn ang="0">
                  <a:pos x="53" y="22"/>
                </a:cxn>
                <a:cxn ang="0">
                  <a:pos x="53" y="19"/>
                </a:cxn>
                <a:cxn ang="0">
                  <a:pos x="52" y="17"/>
                </a:cxn>
                <a:cxn ang="0">
                  <a:pos x="49" y="13"/>
                </a:cxn>
                <a:cxn ang="0">
                  <a:pos x="47" y="3"/>
                </a:cxn>
                <a:cxn ang="0">
                  <a:pos x="44" y="3"/>
                </a:cxn>
                <a:cxn ang="0">
                  <a:pos x="41" y="2"/>
                </a:cxn>
                <a:cxn ang="0">
                  <a:pos x="32" y="6"/>
                </a:cxn>
                <a:cxn ang="0">
                  <a:pos x="27" y="11"/>
                </a:cxn>
                <a:cxn ang="0">
                  <a:pos x="23" y="16"/>
                </a:cxn>
                <a:cxn ang="0">
                  <a:pos x="18" y="17"/>
                </a:cxn>
                <a:cxn ang="0">
                  <a:pos x="15" y="20"/>
                </a:cxn>
                <a:cxn ang="0">
                  <a:pos x="12" y="19"/>
                </a:cxn>
                <a:cxn ang="0">
                  <a:pos x="12" y="23"/>
                </a:cxn>
                <a:cxn ang="0">
                  <a:pos x="9" y="27"/>
                </a:cxn>
                <a:cxn ang="0">
                  <a:pos x="9" y="31"/>
                </a:cxn>
                <a:cxn ang="0">
                  <a:pos x="3" y="34"/>
                </a:cxn>
                <a:cxn ang="0">
                  <a:pos x="1" y="42"/>
                </a:cxn>
                <a:cxn ang="0">
                  <a:pos x="1" y="48"/>
                </a:cxn>
                <a:cxn ang="0">
                  <a:pos x="7" y="54"/>
                </a:cxn>
                <a:cxn ang="0">
                  <a:pos x="15" y="53"/>
                </a:cxn>
                <a:cxn ang="0">
                  <a:pos x="24" y="58"/>
                </a:cxn>
              </a:cxnLst>
              <a:rect l="0" t="0" r="r" b="b"/>
              <a:pathLst>
                <a:path w="64" h="59">
                  <a:moveTo>
                    <a:pt x="24" y="58"/>
                  </a:moveTo>
                  <a:cubicBezTo>
                    <a:pt x="23" y="54"/>
                    <a:pt x="23" y="50"/>
                    <a:pt x="23" y="48"/>
                  </a:cubicBezTo>
                  <a:cubicBezTo>
                    <a:pt x="23" y="48"/>
                    <a:pt x="20" y="42"/>
                    <a:pt x="23" y="42"/>
                  </a:cubicBezTo>
                  <a:cubicBezTo>
                    <a:pt x="26" y="42"/>
                    <a:pt x="36" y="42"/>
                    <a:pt x="38" y="42"/>
                  </a:cubicBezTo>
                  <a:cubicBezTo>
                    <a:pt x="39" y="42"/>
                    <a:pt x="39" y="44"/>
                    <a:pt x="41" y="42"/>
                  </a:cubicBezTo>
                  <a:cubicBezTo>
                    <a:pt x="42" y="42"/>
                    <a:pt x="42" y="41"/>
                    <a:pt x="44" y="41"/>
                  </a:cubicBezTo>
                  <a:cubicBezTo>
                    <a:pt x="49" y="42"/>
                    <a:pt x="49" y="44"/>
                    <a:pt x="49" y="44"/>
                  </a:cubicBezTo>
                  <a:cubicBezTo>
                    <a:pt x="50" y="44"/>
                    <a:pt x="52" y="42"/>
                    <a:pt x="52" y="42"/>
                  </a:cubicBezTo>
                  <a:cubicBezTo>
                    <a:pt x="58" y="36"/>
                    <a:pt x="59" y="42"/>
                    <a:pt x="64" y="34"/>
                  </a:cubicBezTo>
                  <a:cubicBezTo>
                    <a:pt x="62" y="31"/>
                    <a:pt x="61" y="30"/>
                    <a:pt x="62" y="30"/>
                  </a:cubicBezTo>
                  <a:cubicBezTo>
                    <a:pt x="64" y="28"/>
                    <a:pt x="61" y="23"/>
                    <a:pt x="59" y="27"/>
                  </a:cubicBezTo>
                  <a:cubicBezTo>
                    <a:pt x="58" y="28"/>
                    <a:pt x="55" y="23"/>
                    <a:pt x="53" y="22"/>
                  </a:cubicBezTo>
                  <a:cubicBezTo>
                    <a:pt x="52" y="22"/>
                    <a:pt x="52" y="19"/>
                    <a:pt x="53" y="19"/>
                  </a:cubicBezTo>
                  <a:cubicBezTo>
                    <a:pt x="55" y="20"/>
                    <a:pt x="55" y="19"/>
                    <a:pt x="52" y="17"/>
                  </a:cubicBezTo>
                  <a:cubicBezTo>
                    <a:pt x="50" y="14"/>
                    <a:pt x="49" y="17"/>
                    <a:pt x="49" y="13"/>
                  </a:cubicBezTo>
                  <a:cubicBezTo>
                    <a:pt x="47" y="6"/>
                    <a:pt x="45" y="9"/>
                    <a:pt x="47" y="3"/>
                  </a:cubicBezTo>
                  <a:cubicBezTo>
                    <a:pt x="45" y="3"/>
                    <a:pt x="45" y="3"/>
                    <a:pt x="44" y="3"/>
                  </a:cubicBezTo>
                  <a:cubicBezTo>
                    <a:pt x="42" y="2"/>
                    <a:pt x="42" y="3"/>
                    <a:pt x="41" y="2"/>
                  </a:cubicBezTo>
                  <a:cubicBezTo>
                    <a:pt x="38" y="0"/>
                    <a:pt x="41" y="3"/>
                    <a:pt x="32" y="6"/>
                  </a:cubicBezTo>
                  <a:cubicBezTo>
                    <a:pt x="27" y="8"/>
                    <a:pt x="30" y="13"/>
                    <a:pt x="27" y="11"/>
                  </a:cubicBezTo>
                  <a:cubicBezTo>
                    <a:pt x="24" y="9"/>
                    <a:pt x="23" y="11"/>
                    <a:pt x="23" y="16"/>
                  </a:cubicBezTo>
                  <a:cubicBezTo>
                    <a:pt x="23" y="19"/>
                    <a:pt x="18" y="14"/>
                    <a:pt x="18" y="17"/>
                  </a:cubicBezTo>
                  <a:cubicBezTo>
                    <a:pt x="18" y="19"/>
                    <a:pt x="18" y="22"/>
                    <a:pt x="15" y="20"/>
                  </a:cubicBezTo>
                  <a:cubicBezTo>
                    <a:pt x="12" y="20"/>
                    <a:pt x="14" y="17"/>
                    <a:pt x="12" y="19"/>
                  </a:cubicBezTo>
                  <a:cubicBezTo>
                    <a:pt x="10" y="20"/>
                    <a:pt x="10" y="22"/>
                    <a:pt x="12" y="23"/>
                  </a:cubicBezTo>
                  <a:cubicBezTo>
                    <a:pt x="14" y="27"/>
                    <a:pt x="9" y="25"/>
                    <a:pt x="9" y="27"/>
                  </a:cubicBezTo>
                  <a:cubicBezTo>
                    <a:pt x="10" y="28"/>
                    <a:pt x="10" y="28"/>
                    <a:pt x="9" y="31"/>
                  </a:cubicBezTo>
                  <a:cubicBezTo>
                    <a:pt x="7" y="34"/>
                    <a:pt x="1" y="33"/>
                    <a:pt x="3" y="34"/>
                  </a:cubicBezTo>
                  <a:cubicBezTo>
                    <a:pt x="3" y="36"/>
                    <a:pt x="3" y="41"/>
                    <a:pt x="1" y="42"/>
                  </a:cubicBezTo>
                  <a:cubicBezTo>
                    <a:pt x="0" y="42"/>
                    <a:pt x="3" y="44"/>
                    <a:pt x="1" y="48"/>
                  </a:cubicBezTo>
                  <a:cubicBezTo>
                    <a:pt x="7" y="50"/>
                    <a:pt x="1" y="50"/>
                    <a:pt x="7" y="54"/>
                  </a:cubicBezTo>
                  <a:cubicBezTo>
                    <a:pt x="14" y="59"/>
                    <a:pt x="9" y="53"/>
                    <a:pt x="15" y="53"/>
                  </a:cubicBezTo>
                  <a:cubicBezTo>
                    <a:pt x="21" y="53"/>
                    <a:pt x="20" y="58"/>
                    <a:pt x="24" y="58"/>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2" name="Freeform 125">
              <a:extLst>
                <a:ext uri="{FF2B5EF4-FFF2-40B4-BE49-F238E27FC236}">
                  <a16:creationId xmlns:a16="http://schemas.microsoft.com/office/drawing/2014/main" id="{B934C876-59EE-9FD9-FA46-7F15D16BF3D1}"/>
                </a:ext>
              </a:extLst>
            </p:cNvPr>
            <p:cNvSpPr>
              <a:spLocks/>
            </p:cNvSpPr>
            <p:nvPr/>
          </p:nvSpPr>
          <p:spPr bwMode="auto">
            <a:xfrm>
              <a:off x="1781761" y="4212768"/>
              <a:ext cx="85848" cy="190769"/>
            </a:xfrm>
            <a:custGeom>
              <a:avLst/>
              <a:gdLst/>
              <a:ahLst/>
              <a:cxnLst>
                <a:cxn ang="0">
                  <a:pos x="14" y="7"/>
                </a:cxn>
                <a:cxn ang="0">
                  <a:pos x="2" y="15"/>
                </a:cxn>
                <a:cxn ang="0">
                  <a:pos x="5" y="25"/>
                </a:cxn>
                <a:cxn ang="0">
                  <a:pos x="6" y="32"/>
                </a:cxn>
                <a:cxn ang="0">
                  <a:pos x="8" y="54"/>
                </a:cxn>
                <a:cxn ang="0">
                  <a:pos x="6" y="56"/>
                </a:cxn>
                <a:cxn ang="0">
                  <a:pos x="8" y="62"/>
                </a:cxn>
                <a:cxn ang="0">
                  <a:pos x="17" y="62"/>
                </a:cxn>
                <a:cxn ang="0">
                  <a:pos x="17" y="40"/>
                </a:cxn>
                <a:cxn ang="0">
                  <a:pos x="20" y="32"/>
                </a:cxn>
                <a:cxn ang="0">
                  <a:pos x="25" y="22"/>
                </a:cxn>
                <a:cxn ang="0">
                  <a:pos x="23" y="9"/>
                </a:cxn>
                <a:cxn ang="0">
                  <a:pos x="19" y="3"/>
                </a:cxn>
                <a:cxn ang="0">
                  <a:pos x="16" y="3"/>
                </a:cxn>
                <a:cxn ang="0">
                  <a:pos x="14" y="7"/>
                </a:cxn>
              </a:cxnLst>
              <a:rect l="0" t="0" r="r" b="b"/>
              <a:pathLst>
                <a:path w="28" h="62">
                  <a:moveTo>
                    <a:pt x="14" y="7"/>
                  </a:moveTo>
                  <a:cubicBezTo>
                    <a:pt x="9" y="15"/>
                    <a:pt x="8" y="9"/>
                    <a:pt x="2" y="15"/>
                  </a:cubicBezTo>
                  <a:cubicBezTo>
                    <a:pt x="0" y="22"/>
                    <a:pt x="2" y="23"/>
                    <a:pt x="5" y="25"/>
                  </a:cubicBezTo>
                  <a:cubicBezTo>
                    <a:pt x="8" y="25"/>
                    <a:pt x="5" y="32"/>
                    <a:pt x="6" y="32"/>
                  </a:cubicBezTo>
                  <a:cubicBezTo>
                    <a:pt x="9" y="34"/>
                    <a:pt x="8" y="51"/>
                    <a:pt x="8" y="54"/>
                  </a:cubicBezTo>
                  <a:cubicBezTo>
                    <a:pt x="8" y="56"/>
                    <a:pt x="6" y="54"/>
                    <a:pt x="6" y="56"/>
                  </a:cubicBezTo>
                  <a:cubicBezTo>
                    <a:pt x="8" y="58"/>
                    <a:pt x="9" y="61"/>
                    <a:pt x="8" y="62"/>
                  </a:cubicBezTo>
                  <a:cubicBezTo>
                    <a:pt x="13" y="62"/>
                    <a:pt x="14" y="62"/>
                    <a:pt x="17" y="62"/>
                  </a:cubicBezTo>
                  <a:cubicBezTo>
                    <a:pt x="19" y="53"/>
                    <a:pt x="17" y="48"/>
                    <a:pt x="17" y="40"/>
                  </a:cubicBezTo>
                  <a:cubicBezTo>
                    <a:pt x="17" y="32"/>
                    <a:pt x="19" y="37"/>
                    <a:pt x="20" y="32"/>
                  </a:cubicBezTo>
                  <a:cubicBezTo>
                    <a:pt x="20" y="28"/>
                    <a:pt x="22" y="29"/>
                    <a:pt x="25" y="22"/>
                  </a:cubicBezTo>
                  <a:cubicBezTo>
                    <a:pt x="28" y="14"/>
                    <a:pt x="22" y="14"/>
                    <a:pt x="23" y="9"/>
                  </a:cubicBezTo>
                  <a:cubicBezTo>
                    <a:pt x="22" y="6"/>
                    <a:pt x="22" y="6"/>
                    <a:pt x="19" y="3"/>
                  </a:cubicBezTo>
                  <a:cubicBezTo>
                    <a:pt x="16" y="0"/>
                    <a:pt x="17" y="3"/>
                    <a:pt x="16" y="3"/>
                  </a:cubicBezTo>
                  <a:cubicBezTo>
                    <a:pt x="13" y="3"/>
                    <a:pt x="16" y="4"/>
                    <a:pt x="14" y="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3" name="Freeform 126">
              <a:extLst>
                <a:ext uri="{FF2B5EF4-FFF2-40B4-BE49-F238E27FC236}">
                  <a16:creationId xmlns:a16="http://schemas.microsoft.com/office/drawing/2014/main" id="{11FF5596-7FF7-F323-3786-8A094397E410}"/>
                </a:ext>
              </a:extLst>
            </p:cNvPr>
            <p:cNvSpPr>
              <a:spLocks/>
            </p:cNvSpPr>
            <p:nvPr/>
          </p:nvSpPr>
          <p:spPr bwMode="auto">
            <a:xfrm>
              <a:off x="1554424" y="4262050"/>
              <a:ext cx="155798" cy="200307"/>
            </a:xfrm>
            <a:custGeom>
              <a:avLst/>
              <a:gdLst/>
              <a:ahLst/>
              <a:cxnLst>
                <a:cxn ang="0">
                  <a:pos x="48" y="15"/>
                </a:cxn>
                <a:cxn ang="0">
                  <a:pos x="48" y="29"/>
                </a:cxn>
                <a:cxn ang="0">
                  <a:pos x="44" y="43"/>
                </a:cxn>
                <a:cxn ang="0">
                  <a:pos x="45" y="52"/>
                </a:cxn>
                <a:cxn ang="0">
                  <a:pos x="47" y="57"/>
                </a:cxn>
                <a:cxn ang="0">
                  <a:pos x="44" y="57"/>
                </a:cxn>
                <a:cxn ang="0">
                  <a:pos x="39" y="57"/>
                </a:cxn>
                <a:cxn ang="0">
                  <a:pos x="35" y="57"/>
                </a:cxn>
                <a:cxn ang="0">
                  <a:pos x="21" y="59"/>
                </a:cxn>
                <a:cxn ang="0">
                  <a:pos x="9" y="65"/>
                </a:cxn>
                <a:cxn ang="0">
                  <a:pos x="10" y="52"/>
                </a:cxn>
                <a:cxn ang="0">
                  <a:pos x="7" y="48"/>
                </a:cxn>
                <a:cxn ang="0">
                  <a:pos x="1" y="43"/>
                </a:cxn>
                <a:cxn ang="0">
                  <a:pos x="1" y="32"/>
                </a:cxn>
                <a:cxn ang="0">
                  <a:pos x="6" y="29"/>
                </a:cxn>
                <a:cxn ang="0">
                  <a:pos x="3" y="26"/>
                </a:cxn>
                <a:cxn ang="0">
                  <a:pos x="9" y="26"/>
                </a:cxn>
                <a:cxn ang="0">
                  <a:pos x="7" y="20"/>
                </a:cxn>
                <a:cxn ang="0">
                  <a:pos x="4" y="14"/>
                </a:cxn>
                <a:cxn ang="0">
                  <a:pos x="6" y="9"/>
                </a:cxn>
                <a:cxn ang="0">
                  <a:pos x="15" y="7"/>
                </a:cxn>
                <a:cxn ang="0">
                  <a:pos x="20" y="6"/>
                </a:cxn>
                <a:cxn ang="0">
                  <a:pos x="26" y="6"/>
                </a:cxn>
                <a:cxn ang="0">
                  <a:pos x="32" y="12"/>
                </a:cxn>
                <a:cxn ang="0">
                  <a:pos x="39" y="10"/>
                </a:cxn>
                <a:cxn ang="0">
                  <a:pos x="48" y="15"/>
                </a:cxn>
              </a:cxnLst>
              <a:rect l="0" t="0" r="r" b="b"/>
              <a:pathLst>
                <a:path w="51" h="65">
                  <a:moveTo>
                    <a:pt x="48" y="15"/>
                  </a:moveTo>
                  <a:cubicBezTo>
                    <a:pt x="47" y="18"/>
                    <a:pt x="51" y="29"/>
                    <a:pt x="48" y="29"/>
                  </a:cubicBezTo>
                  <a:cubicBezTo>
                    <a:pt x="47" y="31"/>
                    <a:pt x="45" y="37"/>
                    <a:pt x="44" y="43"/>
                  </a:cubicBezTo>
                  <a:cubicBezTo>
                    <a:pt x="42" y="45"/>
                    <a:pt x="45" y="51"/>
                    <a:pt x="45" y="52"/>
                  </a:cubicBezTo>
                  <a:cubicBezTo>
                    <a:pt x="47" y="54"/>
                    <a:pt x="48" y="59"/>
                    <a:pt x="47" y="57"/>
                  </a:cubicBezTo>
                  <a:cubicBezTo>
                    <a:pt x="47" y="57"/>
                    <a:pt x="47" y="57"/>
                    <a:pt x="44" y="57"/>
                  </a:cubicBezTo>
                  <a:cubicBezTo>
                    <a:pt x="42" y="57"/>
                    <a:pt x="44" y="59"/>
                    <a:pt x="39" y="57"/>
                  </a:cubicBezTo>
                  <a:cubicBezTo>
                    <a:pt x="35" y="57"/>
                    <a:pt x="38" y="57"/>
                    <a:pt x="35" y="57"/>
                  </a:cubicBezTo>
                  <a:cubicBezTo>
                    <a:pt x="30" y="59"/>
                    <a:pt x="30" y="57"/>
                    <a:pt x="21" y="59"/>
                  </a:cubicBezTo>
                  <a:cubicBezTo>
                    <a:pt x="12" y="62"/>
                    <a:pt x="12" y="65"/>
                    <a:pt x="9" y="65"/>
                  </a:cubicBezTo>
                  <a:cubicBezTo>
                    <a:pt x="9" y="60"/>
                    <a:pt x="10" y="57"/>
                    <a:pt x="10" y="52"/>
                  </a:cubicBezTo>
                  <a:cubicBezTo>
                    <a:pt x="10" y="49"/>
                    <a:pt x="7" y="51"/>
                    <a:pt x="7" y="48"/>
                  </a:cubicBezTo>
                  <a:cubicBezTo>
                    <a:pt x="7" y="45"/>
                    <a:pt x="0" y="46"/>
                    <a:pt x="1" y="43"/>
                  </a:cubicBezTo>
                  <a:cubicBezTo>
                    <a:pt x="3" y="40"/>
                    <a:pt x="4" y="38"/>
                    <a:pt x="1" y="32"/>
                  </a:cubicBezTo>
                  <a:cubicBezTo>
                    <a:pt x="4" y="35"/>
                    <a:pt x="6" y="32"/>
                    <a:pt x="6" y="29"/>
                  </a:cubicBezTo>
                  <a:cubicBezTo>
                    <a:pt x="6" y="26"/>
                    <a:pt x="4" y="29"/>
                    <a:pt x="3" y="26"/>
                  </a:cubicBezTo>
                  <a:cubicBezTo>
                    <a:pt x="3" y="24"/>
                    <a:pt x="4" y="24"/>
                    <a:pt x="9" y="26"/>
                  </a:cubicBezTo>
                  <a:cubicBezTo>
                    <a:pt x="9" y="21"/>
                    <a:pt x="4" y="23"/>
                    <a:pt x="7" y="20"/>
                  </a:cubicBezTo>
                  <a:cubicBezTo>
                    <a:pt x="9" y="17"/>
                    <a:pt x="4" y="17"/>
                    <a:pt x="4" y="14"/>
                  </a:cubicBezTo>
                  <a:cubicBezTo>
                    <a:pt x="6" y="10"/>
                    <a:pt x="3" y="10"/>
                    <a:pt x="6" y="9"/>
                  </a:cubicBezTo>
                  <a:cubicBezTo>
                    <a:pt x="12" y="1"/>
                    <a:pt x="10" y="12"/>
                    <a:pt x="15" y="7"/>
                  </a:cubicBezTo>
                  <a:cubicBezTo>
                    <a:pt x="18" y="3"/>
                    <a:pt x="20" y="0"/>
                    <a:pt x="20" y="6"/>
                  </a:cubicBezTo>
                  <a:cubicBezTo>
                    <a:pt x="20" y="10"/>
                    <a:pt x="23" y="6"/>
                    <a:pt x="26" y="6"/>
                  </a:cubicBezTo>
                  <a:cubicBezTo>
                    <a:pt x="32" y="7"/>
                    <a:pt x="26" y="7"/>
                    <a:pt x="32" y="12"/>
                  </a:cubicBezTo>
                  <a:cubicBezTo>
                    <a:pt x="38" y="17"/>
                    <a:pt x="33" y="10"/>
                    <a:pt x="39" y="10"/>
                  </a:cubicBezTo>
                  <a:cubicBezTo>
                    <a:pt x="45" y="10"/>
                    <a:pt x="44" y="15"/>
                    <a:pt x="48" y="1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4" name="Freeform 127">
              <a:extLst>
                <a:ext uri="{FF2B5EF4-FFF2-40B4-BE49-F238E27FC236}">
                  <a16:creationId xmlns:a16="http://schemas.microsoft.com/office/drawing/2014/main" id="{909D99DE-0B52-6BE5-FAAF-0D96BC27AE38}"/>
                </a:ext>
              </a:extLst>
            </p:cNvPr>
            <p:cNvSpPr>
              <a:spLocks/>
            </p:cNvSpPr>
            <p:nvPr/>
          </p:nvSpPr>
          <p:spPr bwMode="auto">
            <a:xfrm>
              <a:off x="1683195" y="4255691"/>
              <a:ext cx="114464" cy="200307"/>
            </a:xfrm>
            <a:custGeom>
              <a:avLst/>
              <a:gdLst/>
              <a:ahLst/>
              <a:cxnLst>
                <a:cxn ang="0">
                  <a:pos x="26" y="0"/>
                </a:cxn>
                <a:cxn ang="0">
                  <a:pos x="29" y="14"/>
                </a:cxn>
                <a:cxn ang="0">
                  <a:pos x="31" y="22"/>
                </a:cxn>
                <a:cxn ang="0">
                  <a:pos x="31" y="33"/>
                </a:cxn>
                <a:cxn ang="0">
                  <a:pos x="32" y="40"/>
                </a:cxn>
                <a:cxn ang="0">
                  <a:pos x="37" y="50"/>
                </a:cxn>
                <a:cxn ang="0">
                  <a:pos x="32" y="53"/>
                </a:cxn>
                <a:cxn ang="0">
                  <a:pos x="18" y="59"/>
                </a:cxn>
                <a:cxn ang="0">
                  <a:pos x="9" y="64"/>
                </a:cxn>
                <a:cxn ang="0">
                  <a:pos x="1" y="61"/>
                </a:cxn>
                <a:cxn ang="0">
                  <a:pos x="4" y="59"/>
                </a:cxn>
                <a:cxn ang="0">
                  <a:pos x="3" y="54"/>
                </a:cxn>
                <a:cxn ang="0">
                  <a:pos x="1" y="45"/>
                </a:cxn>
                <a:cxn ang="0">
                  <a:pos x="6" y="31"/>
                </a:cxn>
                <a:cxn ang="0">
                  <a:pos x="6" y="17"/>
                </a:cxn>
                <a:cxn ang="0">
                  <a:pos x="4" y="8"/>
                </a:cxn>
                <a:cxn ang="0">
                  <a:pos x="4" y="2"/>
                </a:cxn>
                <a:cxn ang="0">
                  <a:pos x="20" y="2"/>
                </a:cxn>
                <a:cxn ang="0">
                  <a:pos x="23" y="2"/>
                </a:cxn>
                <a:cxn ang="0">
                  <a:pos x="26" y="0"/>
                </a:cxn>
              </a:cxnLst>
              <a:rect l="0" t="0" r="r" b="b"/>
              <a:pathLst>
                <a:path w="37" h="65">
                  <a:moveTo>
                    <a:pt x="26" y="0"/>
                  </a:moveTo>
                  <a:cubicBezTo>
                    <a:pt x="26" y="9"/>
                    <a:pt x="31" y="6"/>
                    <a:pt x="29" y="14"/>
                  </a:cubicBezTo>
                  <a:cubicBezTo>
                    <a:pt x="28" y="22"/>
                    <a:pt x="32" y="14"/>
                    <a:pt x="31" y="22"/>
                  </a:cubicBezTo>
                  <a:cubicBezTo>
                    <a:pt x="29" y="28"/>
                    <a:pt x="34" y="23"/>
                    <a:pt x="31" y="33"/>
                  </a:cubicBezTo>
                  <a:cubicBezTo>
                    <a:pt x="29" y="42"/>
                    <a:pt x="32" y="34"/>
                    <a:pt x="32" y="40"/>
                  </a:cubicBezTo>
                  <a:cubicBezTo>
                    <a:pt x="31" y="45"/>
                    <a:pt x="34" y="47"/>
                    <a:pt x="37" y="50"/>
                  </a:cubicBezTo>
                  <a:cubicBezTo>
                    <a:pt x="34" y="51"/>
                    <a:pt x="37" y="53"/>
                    <a:pt x="32" y="53"/>
                  </a:cubicBezTo>
                  <a:cubicBezTo>
                    <a:pt x="23" y="54"/>
                    <a:pt x="24" y="59"/>
                    <a:pt x="18" y="59"/>
                  </a:cubicBezTo>
                  <a:cubicBezTo>
                    <a:pt x="14" y="61"/>
                    <a:pt x="12" y="65"/>
                    <a:pt x="9" y="64"/>
                  </a:cubicBezTo>
                  <a:cubicBezTo>
                    <a:pt x="8" y="61"/>
                    <a:pt x="3" y="61"/>
                    <a:pt x="1" y="61"/>
                  </a:cubicBezTo>
                  <a:cubicBezTo>
                    <a:pt x="0" y="61"/>
                    <a:pt x="3" y="61"/>
                    <a:pt x="4" y="59"/>
                  </a:cubicBezTo>
                  <a:cubicBezTo>
                    <a:pt x="6" y="61"/>
                    <a:pt x="4" y="56"/>
                    <a:pt x="3" y="54"/>
                  </a:cubicBezTo>
                  <a:cubicBezTo>
                    <a:pt x="3" y="53"/>
                    <a:pt x="0" y="47"/>
                    <a:pt x="1" y="45"/>
                  </a:cubicBezTo>
                  <a:cubicBezTo>
                    <a:pt x="3" y="39"/>
                    <a:pt x="4" y="33"/>
                    <a:pt x="6" y="31"/>
                  </a:cubicBezTo>
                  <a:cubicBezTo>
                    <a:pt x="9" y="31"/>
                    <a:pt x="4" y="20"/>
                    <a:pt x="6" y="17"/>
                  </a:cubicBezTo>
                  <a:cubicBezTo>
                    <a:pt x="4" y="14"/>
                    <a:pt x="4" y="9"/>
                    <a:pt x="4" y="8"/>
                  </a:cubicBezTo>
                  <a:cubicBezTo>
                    <a:pt x="4" y="8"/>
                    <a:pt x="1" y="2"/>
                    <a:pt x="4" y="2"/>
                  </a:cubicBezTo>
                  <a:cubicBezTo>
                    <a:pt x="8" y="2"/>
                    <a:pt x="18" y="2"/>
                    <a:pt x="20" y="2"/>
                  </a:cubicBezTo>
                  <a:cubicBezTo>
                    <a:pt x="21" y="2"/>
                    <a:pt x="21" y="3"/>
                    <a:pt x="23" y="2"/>
                  </a:cubicBezTo>
                  <a:cubicBezTo>
                    <a:pt x="24" y="2"/>
                    <a:pt x="24" y="0"/>
                    <a:pt x="26"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5" name="Freeform 128">
              <a:extLst>
                <a:ext uri="{FF2B5EF4-FFF2-40B4-BE49-F238E27FC236}">
                  <a16:creationId xmlns:a16="http://schemas.microsoft.com/office/drawing/2014/main" id="{C3EA1C6D-6CBA-391C-38C4-EA3B0ABCCE31}"/>
                </a:ext>
              </a:extLst>
            </p:cNvPr>
            <p:cNvSpPr>
              <a:spLocks/>
            </p:cNvSpPr>
            <p:nvPr/>
          </p:nvSpPr>
          <p:spPr bwMode="auto">
            <a:xfrm>
              <a:off x="1762684" y="4255691"/>
              <a:ext cx="47693" cy="154206"/>
            </a:xfrm>
            <a:custGeom>
              <a:avLst/>
              <a:gdLst/>
              <a:ahLst/>
              <a:cxnLst>
                <a:cxn ang="0">
                  <a:pos x="0" y="0"/>
                </a:cxn>
                <a:cxn ang="0">
                  <a:pos x="4" y="3"/>
                </a:cxn>
                <a:cxn ang="0">
                  <a:pos x="8" y="2"/>
                </a:cxn>
                <a:cxn ang="0">
                  <a:pos x="11" y="11"/>
                </a:cxn>
                <a:cxn ang="0">
                  <a:pos x="12" y="19"/>
                </a:cxn>
                <a:cxn ang="0">
                  <a:pos x="14" y="40"/>
                </a:cxn>
                <a:cxn ang="0">
                  <a:pos x="12" y="42"/>
                </a:cxn>
                <a:cxn ang="0">
                  <a:pos x="14" y="48"/>
                </a:cxn>
                <a:cxn ang="0">
                  <a:pos x="11" y="50"/>
                </a:cxn>
                <a:cxn ang="0">
                  <a:pos x="6" y="40"/>
                </a:cxn>
                <a:cxn ang="0">
                  <a:pos x="4" y="33"/>
                </a:cxn>
                <a:cxn ang="0">
                  <a:pos x="4" y="22"/>
                </a:cxn>
                <a:cxn ang="0">
                  <a:pos x="3" y="14"/>
                </a:cxn>
                <a:cxn ang="0">
                  <a:pos x="0" y="0"/>
                </a:cxn>
              </a:cxnLst>
              <a:rect l="0" t="0" r="r" b="b"/>
              <a:pathLst>
                <a:path w="15" h="50">
                  <a:moveTo>
                    <a:pt x="0" y="0"/>
                  </a:moveTo>
                  <a:cubicBezTo>
                    <a:pt x="4" y="2"/>
                    <a:pt x="4" y="3"/>
                    <a:pt x="4" y="3"/>
                  </a:cubicBezTo>
                  <a:cubicBezTo>
                    <a:pt x="6" y="3"/>
                    <a:pt x="8" y="2"/>
                    <a:pt x="8" y="2"/>
                  </a:cubicBezTo>
                  <a:cubicBezTo>
                    <a:pt x="6" y="8"/>
                    <a:pt x="8" y="9"/>
                    <a:pt x="11" y="11"/>
                  </a:cubicBezTo>
                  <a:cubicBezTo>
                    <a:pt x="14" y="11"/>
                    <a:pt x="11" y="19"/>
                    <a:pt x="12" y="19"/>
                  </a:cubicBezTo>
                  <a:cubicBezTo>
                    <a:pt x="15" y="20"/>
                    <a:pt x="14" y="37"/>
                    <a:pt x="14" y="40"/>
                  </a:cubicBezTo>
                  <a:cubicBezTo>
                    <a:pt x="14" y="42"/>
                    <a:pt x="12" y="40"/>
                    <a:pt x="12" y="42"/>
                  </a:cubicBezTo>
                  <a:cubicBezTo>
                    <a:pt x="14" y="44"/>
                    <a:pt x="15" y="47"/>
                    <a:pt x="14" y="48"/>
                  </a:cubicBezTo>
                  <a:cubicBezTo>
                    <a:pt x="12" y="50"/>
                    <a:pt x="11" y="50"/>
                    <a:pt x="11" y="50"/>
                  </a:cubicBezTo>
                  <a:cubicBezTo>
                    <a:pt x="8" y="47"/>
                    <a:pt x="4" y="45"/>
                    <a:pt x="6" y="40"/>
                  </a:cubicBezTo>
                  <a:cubicBezTo>
                    <a:pt x="6" y="34"/>
                    <a:pt x="3" y="42"/>
                    <a:pt x="4" y="33"/>
                  </a:cubicBezTo>
                  <a:cubicBezTo>
                    <a:pt x="8" y="23"/>
                    <a:pt x="3" y="28"/>
                    <a:pt x="4" y="22"/>
                  </a:cubicBezTo>
                  <a:cubicBezTo>
                    <a:pt x="6" y="14"/>
                    <a:pt x="1" y="22"/>
                    <a:pt x="3" y="14"/>
                  </a:cubicBezTo>
                  <a:cubicBezTo>
                    <a:pt x="4" y="6"/>
                    <a:pt x="0" y="9"/>
                    <a:pt x="0"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6" name="Freeform 129">
              <a:extLst>
                <a:ext uri="{FF2B5EF4-FFF2-40B4-BE49-F238E27FC236}">
                  <a16:creationId xmlns:a16="http://schemas.microsoft.com/office/drawing/2014/main" id="{F56ABCCF-29C6-454E-65D1-830AD4CB5EDF}"/>
                </a:ext>
              </a:extLst>
            </p:cNvPr>
            <p:cNvSpPr>
              <a:spLocks/>
            </p:cNvSpPr>
            <p:nvPr/>
          </p:nvSpPr>
          <p:spPr bwMode="auto">
            <a:xfrm>
              <a:off x="1443140" y="3475128"/>
              <a:ext cx="302057" cy="268666"/>
            </a:xfrm>
            <a:custGeom>
              <a:avLst/>
              <a:gdLst/>
              <a:ahLst/>
              <a:cxnLst>
                <a:cxn ang="0">
                  <a:pos x="35" y="87"/>
                </a:cxn>
                <a:cxn ang="0">
                  <a:pos x="0" y="87"/>
                </a:cxn>
                <a:cxn ang="0">
                  <a:pos x="16" y="79"/>
                </a:cxn>
                <a:cxn ang="0">
                  <a:pos x="26" y="65"/>
                </a:cxn>
                <a:cxn ang="0">
                  <a:pos x="29" y="43"/>
                </a:cxn>
                <a:cxn ang="0">
                  <a:pos x="32" y="34"/>
                </a:cxn>
                <a:cxn ang="0">
                  <a:pos x="45" y="24"/>
                </a:cxn>
                <a:cxn ang="0">
                  <a:pos x="60" y="1"/>
                </a:cxn>
                <a:cxn ang="0">
                  <a:pos x="66" y="7"/>
                </a:cxn>
                <a:cxn ang="0">
                  <a:pos x="76" y="7"/>
                </a:cxn>
                <a:cxn ang="0">
                  <a:pos x="81" y="6"/>
                </a:cxn>
                <a:cxn ang="0">
                  <a:pos x="87" y="9"/>
                </a:cxn>
                <a:cxn ang="0">
                  <a:pos x="95" y="35"/>
                </a:cxn>
                <a:cxn ang="0">
                  <a:pos x="95" y="40"/>
                </a:cxn>
                <a:cxn ang="0">
                  <a:pos x="81" y="43"/>
                </a:cxn>
                <a:cxn ang="0">
                  <a:pos x="73" y="48"/>
                </a:cxn>
                <a:cxn ang="0">
                  <a:pos x="72" y="55"/>
                </a:cxn>
                <a:cxn ang="0">
                  <a:pos x="63" y="62"/>
                </a:cxn>
                <a:cxn ang="0">
                  <a:pos x="43" y="71"/>
                </a:cxn>
                <a:cxn ang="0">
                  <a:pos x="35" y="76"/>
                </a:cxn>
                <a:cxn ang="0">
                  <a:pos x="35" y="87"/>
                </a:cxn>
              </a:cxnLst>
              <a:rect l="0" t="0" r="r" b="b"/>
              <a:pathLst>
                <a:path w="98" h="87">
                  <a:moveTo>
                    <a:pt x="35" y="87"/>
                  </a:moveTo>
                  <a:cubicBezTo>
                    <a:pt x="0" y="87"/>
                    <a:pt x="0" y="87"/>
                    <a:pt x="0" y="87"/>
                  </a:cubicBezTo>
                  <a:cubicBezTo>
                    <a:pt x="2" y="80"/>
                    <a:pt x="10" y="85"/>
                    <a:pt x="16" y="79"/>
                  </a:cubicBezTo>
                  <a:cubicBezTo>
                    <a:pt x="20" y="71"/>
                    <a:pt x="20" y="79"/>
                    <a:pt x="26" y="65"/>
                  </a:cubicBezTo>
                  <a:cubicBezTo>
                    <a:pt x="29" y="59"/>
                    <a:pt x="23" y="51"/>
                    <a:pt x="29" y="43"/>
                  </a:cubicBezTo>
                  <a:cubicBezTo>
                    <a:pt x="34" y="37"/>
                    <a:pt x="28" y="38"/>
                    <a:pt x="32" y="34"/>
                  </a:cubicBezTo>
                  <a:cubicBezTo>
                    <a:pt x="37" y="29"/>
                    <a:pt x="32" y="29"/>
                    <a:pt x="45" y="24"/>
                  </a:cubicBezTo>
                  <a:cubicBezTo>
                    <a:pt x="57" y="20"/>
                    <a:pt x="54" y="3"/>
                    <a:pt x="60" y="1"/>
                  </a:cubicBezTo>
                  <a:cubicBezTo>
                    <a:pt x="64" y="0"/>
                    <a:pt x="60" y="4"/>
                    <a:pt x="66" y="7"/>
                  </a:cubicBezTo>
                  <a:cubicBezTo>
                    <a:pt x="72" y="10"/>
                    <a:pt x="73" y="6"/>
                    <a:pt x="76" y="7"/>
                  </a:cubicBezTo>
                  <a:cubicBezTo>
                    <a:pt x="80" y="9"/>
                    <a:pt x="81" y="3"/>
                    <a:pt x="81" y="6"/>
                  </a:cubicBezTo>
                  <a:cubicBezTo>
                    <a:pt x="81" y="10"/>
                    <a:pt x="86" y="9"/>
                    <a:pt x="87" y="9"/>
                  </a:cubicBezTo>
                  <a:cubicBezTo>
                    <a:pt x="93" y="12"/>
                    <a:pt x="89" y="32"/>
                    <a:pt x="95" y="35"/>
                  </a:cubicBezTo>
                  <a:cubicBezTo>
                    <a:pt x="98" y="37"/>
                    <a:pt x="95" y="37"/>
                    <a:pt x="95" y="40"/>
                  </a:cubicBezTo>
                  <a:cubicBezTo>
                    <a:pt x="95" y="43"/>
                    <a:pt x="84" y="38"/>
                    <a:pt x="81" y="43"/>
                  </a:cubicBezTo>
                  <a:cubicBezTo>
                    <a:pt x="78" y="46"/>
                    <a:pt x="72" y="43"/>
                    <a:pt x="73" y="48"/>
                  </a:cubicBezTo>
                  <a:cubicBezTo>
                    <a:pt x="76" y="52"/>
                    <a:pt x="78" y="52"/>
                    <a:pt x="72" y="55"/>
                  </a:cubicBezTo>
                  <a:cubicBezTo>
                    <a:pt x="66" y="57"/>
                    <a:pt x="66" y="57"/>
                    <a:pt x="63" y="62"/>
                  </a:cubicBezTo>
                  <a:cubicBezTo>
                    <a:pt x="63" y="63"/>
                    <a:pt x="45" y="68"/>
                    <a:pt x="43" y="71"/>
                  </a:cubicBezTo>
                  <a:cubicBezTo>
                    <a:pt x="35" y="76"/>
                    <a:pt x="35" y="76"/>
                    <a:pt x="35" y="76"/>
                  </a:cubicBezTo>
                  <a:cubicBezTo>
                    <a:pt x="35" y="87"/>
                    <a:pt x="35" y="87"/>
                    <a:pt x="35" y="87"/>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7" name="Freeform 130">
              <a:extLst>
                <a:ext uri="{FF2B5EF4-FFF2-40B4-BE49-F238E27FC236}">
                  <a16:creationId xmlns:a16="http://schemas.microsoft.com/office/drawing/2014/main" id="{6781A0A5-C236-9DD0-4465-10965FA3B2EE}"/>
                </a:ext>
              </a:extLst>
            </p:cNvPr>
            <p:cNvSpPr>
              <a:spLocks/>
            </p:cNvSpPr>
            <p:nvPr/>
          </p:nvSpPr>
          <p:spPr bwMode="auto">
            <a:xfrm>
              <a:off x="1344574" y="3743794"/>
              <a:ext cx="209849" cy="219384"/>
            </a:xfrm>
            <a:custGeom>
              <a:avLst/>
              <a:gdLst/>
              <a:ahLst/>
              <a:cxnLst>
                <a:cxn ang="0">
                  <a:pos x="68" y="4"/>
                </a:cxn>
                <a:cxn ang="0">
                  <a:pos x="68" y="18"/>
                </a:cxn>
                <a:cxn ang="0">
                  <a:pos x="42" y="18"/>
                </a:cxn>
                <a:cxn ang="0">
                  <a:pos x="42" y="43"/>
                </a:cxn>
                <a:cxn ang="0">
                  <a:pos x="34" y="65"/>
                </a:cxn>
                <a:cxn ang="0">
                  <a:pos x="3" y="65"/>
                </a:cxn>
                <a:cxn ang="0">
                  <a:pos x="2" y="71"/>
                </a:cxn>
                <a:cxn ang="0">
                  <a:pos x="2" y="60"/>
                </a:cxn>
                <a:cxn ang="0">
                  <a:pos x="8" y="51"/>
                </a:cxn>
                <a:cxn ang="0">
                  <a:pos x="11" y="42"/>
                </a:cxn>
                <a:cxn ang="0">
                  <a:pos x="13" y="37"/>
                </a:cxn>
                <a:cxn ang="0">
                  <a:pos x="19" y="26"/>
                </a:cxn>
                <a:cxn ang="0">
                  <a:pos x="22" y="18"/>
                </a:cxn>
                <a:cxn ang="0">
                  <a:pos x="33" y="0"/>
                </a:cxn>
                <a:cxn ang="0">
                  <a:pos x="68" y="0"/>
                </a:cxn>
                <a:cxn ang="0">
                  <a:pos x="68" y="4"/>
                </a:cxn>
              </a:cxnLst>
              <a:rect l="0" t="0" r="r" b="b"/>
              <a:pathLst>
                <a:path w="68" h="71">
                  <a:moveTo>
                    <a:pt x="68" y="4"/>
                  </a:moveTo>
                  <a:cubicBezTo>
                    <a:pt x="68" y="18"/>
                    <a:pt x="68" y="18"/>
                    <a:pt x="68" y="18"/>
                  </a:cubicBezTo>
                  <a:cubicBezTo>
                    <a:pt x="42" y="18"/>
                    <a:pt x="42" y="18"/>
                    <a:pt x="42" y="18"/>
                  </a:cubicBezTo>
                  <a:cubicBezTo>
                    <a:pt x="42" y="43"/>
                    <a:pt x="42" y="43"/>
                    <a:pt x="42" y="43"/>
                  </a:cubicBezTo>
                  <a:cubicBezTo>
                    <a:pt x="33" y="48"/>
                    <a:pt x="31" y="46"/>
                    <a:pt x="34" y="65"/>
                  </a:cubicBezTo>
                  <a:cubicBezTo>
                    <a:pt x="34" y="65"/>
                    <a:pt x="5" y="65"/>
                    <a:pt x="3" y="65"/>
                  </a:cubicBezTo>
                  <a:cubicBezTo>
                    <a:pt x="2" y="65"/>
                    <a:pt x="0" y="68"/>
                    <a:pt x="2" y="71"/>
                  </a:cubicBezTo>
                  <a:cubicBezTo>
                    <a:pt x="0" y="71"/>
                    <a:pt x="0" y="68"/>
                    <a:pt x="2" y="60"/>
                  </a:cubicBezTo>
                  <a:cubicBezTo>
                    <a:pt x="3" y="54"/>
                    <a:pt x="7" y="57"/>
                    <a:pt x="8" y="51"/>
                  </a:cubicBezTo>
                  <a:cubicBezTo>
                    <a:pt x="8" y="45"/>
                    <a:pt x="13" y="42"/>
                    <a:pt x="11" y="42"/>
                  </a:cubicBezTo>
                  <a:cubicBezTo>
                    <a:pt x="10" y="42"/>
                    <a:pt x="8" y="42"/>
                    <a:pt x="13" y="37"/>
                  </a:cubicBezTo>
                  <a:cubicBezTo>
                    <a:pt x="17" y="32"/>
                    <a:pt x="19" y="34"/>
                    <a:pt x="19" y="26"/>
                  </a:cubicBezTo>
                  <a:cubicBezTo>
                    <a:pt x="20" y="18"/>
                    <a:pt x="20" y="23"/>
                    <a:pt x="22" y="18"/>
                  </a:cubicBezTo>
                  <a:cubicBezTo>
                    <a:pt x="23" y="9"/>
                    <a:pt x="26" y="18"/>
                    <a:pt x="33" y="0"/>
                  </a:cubicBezTo>
                  <a:cubicBezTo>
                    <a:pt x="68" y="0"/>
                    <a:pt x="68" y="0"/>
                    <a:pt x="68" y="0"/>
                  </a:cubicBezTo>
                  <a:cubicBezTo>
                    <a:pt x="68" y="4"/>
                    <a:pt x="68" y="4"/>
                    <a:pt x="68" y="4"/>
                  </a:cubicBezTo>
                  <a:close/>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8" name="Freeform 131">
              <a:extLst>
                <a:ext uri="{FF2B5EF4-FFF2-40B4-BE49-F238E27FC236}">
                  <a16:creationId xmlns:a16="http://schemas.microsoft.com/office/drawing/2014/main" id="{EBB65FD7-844F-C514-E433-FB9A161501B4}"/>
                </a:ext>
              </a:extLst>
            </p:cNvPr>
            <p:cNvSpPr>
              <a:spLocks/>
            </p:cNvSpPr>
            <p:nvPr/>
          </p:nvSpPr>
          <p:spPr bwMode="auto">
            <a:xfrm>
              <a:off x="1371600" y="3727897"/>
              <a:ext cx="19077" cy="15898"/>
            </a:xfrm>
            <a:custGeom>
              <a:avLst/>
              <a:gdLst/>
              <a:ahLst/>
              <a:cxnLst>
                <a:cxn ang="0">
                  <a:pos x="3" y="5"/>
                </a:cxn>
                <a:cxn ang="0">
                  <a:pos x="3" y="0"/>
                </a:cxn>
                <a:cxn ang="0">
                  <a:pos x="3" y="5"/>
                </a:cxn>
              </a:cxnLst>
              <a:rect l="0" t="0" r="r" b="b"/>
              <a:pathLst>
                <a:path w="6" h="5">
                  <a:moveTo>
                    <a:pt x="3" y="5"/>
                  </a:moveTo>
                  <a:cubicBezTo>
                    <a:pt x="0" y="5"/>
                    <a:pt x="2" y="0"/>
                    <a:pt x="3" y="0"/>
                  </a:cubicBezTo>
                  <a:cubicBezTo>
                    <a:pt x="6" y="2"/>
                    <a:pt x="5" y="5"/>
                    <a:pt x="3"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79" name="Freeform 132">
              <a:extLst>
                <a:ext uri="{FF2B5EF4-FFF2-40B4-BE49-F238E27FC236}">
                  <a16:creationId xmlns:a16="http://schemas.microsoft.com/office/drawing/2014/main" id="{9E5BAD5C-8AE9-BC8F-5364-E8843DB766D3}"/>
                </a:ext>
              </a:extLst>
            </p:cNvPr>
            <p:cNvSpPr>
              <a:spLocks/>
            </p:cNvSpPr>
            <p:nvPr/>
          </p:nvSpPr>
          <p:spPr bwMode="auto">
            <a:xfrm>
              <a:off x="1404986" y="3710410"/>
              <a:ext cx="25437" cy="23846"/>
            </a:xfrm>
            <a:custGeom>
              <a:avLst/>
              <a:gdLst/>
              <a:ahLst/>
              <a:cxnLst>
                <a:cxn ang="0">
                  <a:pos x="5" y="6"/>
                </a:cxn>
                <a:cxn ang="0">
                  <a:pos x="2" y="6"/>
                </a:cxn>
                <a:cxn ang="0">
                  <a:pos x="6" y="0"/>
                </a:cxn>
                <a:cxn ang="0">
                  <a:pos x="5" y="6"/>
                </a:cxn>
              </a:cxnLst>
              <a:rect l="0" t="0" r="r" b="b"/>
              <a:pathLst>
                <a:path w="8" h="8">
                  <a:moveTo>
                    <a:pt x="5" y="6"/>
                  </a:moveTo>
                  <a:cubicBezTo>
                    <a:pt x="0" y="8"/>
                    <a:pt x="0" y="8"/>
                    <a:pt x="2" y="6"/>
                  </a:cubicBezTo>
                  <a:cubicBezTo>
                    <a:pt x="5" y="4"/>
                    <a:pt x="5" y="0"/>
                    <a:pt x="6" y="0"/>
                  </a:cubicBezTo>
                  <a:cubicBezTo>
                    <a:pt x="8" y="1"/>
                    <a:pt x="6" y="6"/>
                    <a:pt x="5"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0" name="Freeform 133">
              <a:extLst>
                <a:ext uri="{FF2B5EF4-FFF2-40B4-BE49-F238E27FC236}">
                  <a16:creationId xmlns:a16="http://schemas.microsoft.com/office/drawing/2014/main" id="{2B809601-46BF-32D9-D816-3E7756565624}"/>
                </a:ext>
              </a:extLst>
            </p:cNvPr>
            <p:cNvSpPr>
              <a:spLocks/>
            </p:cNvSpPr>
            <p:nvPr/>
          </p:nvSpPr>
          <p:spPr bwMode="auto">
            <a:xfrm>
              <a:off x="1424063" y="3694512"/>
              <a:ext cx="9539" cy="15898"/>
            </a:xfrm>
            <a:custGeom>
              <a:avLst/>
              <a:gdLst/>
              <a:ahLst/>
              <a:cxnLst>
                <a:cxn ang="0">
                  <a:pos x="0" y="3"/>
                </a:cxn>
                <a:cxn ang="0">
                  <a:pos x="3" y="0"/>
                </a:cxn>
                <a:cxn ang="0">
                  <a:pos x="2" y="3"/>
                </a:cxn>
                <a:cxn ang="0">
                  <a:pos x="0" y="3"/>
                </a:cxn>
              </a:cxnLst>
              <a:rect l="0" t="0" r="r" b="b"/>
              <a:pathLst>
                <a:path w="3" h="5">
                  <a:moveTo>
                    <a:pt x="0" y="3"/>
                  </a:moveTo>
                  <a:cubicBezTo>
                    <a:pt x="0" y="0"/>
                    <a:pt x="2" y="1"/>
                    <a:pt x="3" y="0"/>
                  </a:cubicBezTo>
                  <a:cubicBezTo>
                    <a:pt x="3" y="0"/>
                    <a:pt x="3" y="1"/>
                    <a:pt x="2" y="3"/>
                  </a:cubicBezTo>
                  <a:cubicBezTo>
                    <a:pt x="2" y="3"/>
                    <a:pt x="0" y="5"/>
                    <a:pt x="0"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1" name="Freeform 134">
              <a:extLst>
                <a:ext uri="{FF2B5EF4-FFF2-40B4-BE49-F238E27FC236}">
                  <a16:creationId xmlns:a16="http://schemas.microsoft.com/office/drawing/2014/main" id="{AB077EDF-3F27-9406-BDC9-5A59BC43E52E}"/>
                </a:ext>
              </a:extLst>
            </p:cNvPr>
            <p:cNvSpPr>
              <a:spLocks/>
            </p:cNvSpPr>
            <p:nvPr/>
          </p:nvSpPr>
          <p:spPr bwMode="auto">
            <a:xfrm>
              <a:off x="1344574" y="3713589"/>
              <a:ext cx="23846" cy="23846"/>
            </a:xfrm>
            <a:custGeom>
              <a:avLst/>
              <a:gdLst/>
              <a:ahLst/>
              <a:cxnLst>
                <a:cxn ang="0">
                  <a:pos x="3" y="6"/>
                </a:cxn>
                <a:cxn ang="0">
                  <a:pos x="2" y="3"/>
                </a:cxn>
                <a:cxn ang="0">
                  <a:pos x="8" y="0"/>
                </a:cxn>
                <a:cxn ang="0">
                  <a:pos x="6" y="5"/>
                </a:cxn>
                <a:cxn ang="0">
                  <a:pos x="3" y="6"/>
                </a:cxn>
              </a:cxnLst>
              <a:rect l="0" t="0" r="r" b="b"/>
              <a:pathLst>
                <a:path w="8" h="8">
                  <a:moveTo>
                    <a:pt x="3" y="6"/>
                  </a:moveTo>
                  <a:cubicBezTo>
                    <a:pt x="2" y="3"/>
                    <a:pt x="0" y="3"/>
                    <a:pt x="2" y="3"/>
                  </a:cubicBezTo>
                  <a:cubicBezTo>
                    <a:pt x="5" y="2"/>
                    <a:pt x="8" y="0"/>
                    <a:pt x="8" y="0"/>
                  </a:cubicBezTo>
                  <a:cubicBezTo>
                    <a:pt x="8" y="2"/>
                    <a:pt x="6" y="2"/>
                    <a:pt x="6" y="5"/>
                  </a:cubicBezTo>
                  <a:cubicBezTo>
                    <a:pt x="5" y="6"/>
                    <a:pt x="3" y="8"/>
                    <a:pt x="3"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2" name="Freeform 135">
              <a:extLst>
                <a:ext uri="{FF2B5EF4-FFF2-40B4-BE49-F238E27FC236}">
                  <a16:creationId xmlns:a16="http://schemas.microsoft.com/office/drawing/2014/main" id="{F35A4D7D-4DA5-9091-6B6C-A50208842B73}"/>
                </a:ext>
              </a:extLst>
            </p:cNvPr>
            <p:cNvSpPr>
              <a:spLocks/>
            </p:cNvSpPr>
            <p:nvPr/>
          </p:nvSpPr>
          <p:spPr bwMode="auto">
            <a:xfrm>
              <a:off x="1322317" y="3704051"/>
              <a:ext cx="9539" cy="17487"/>
            </a:xfrm>
            <a:custGeom>
              <a:avLst/>
              <a:gdLst/>
              <a:ahLst/>
              <a:cxnLst>
                <a:cxn ang="0">
                  <a:pos x="1" y="2"/>
                </a:cxn>
                <a:cxn ang="0">
                  <a:pos x="1" y="5"/>
                </a:cxn>
                <a:cxn ang="0">
                  <a:pos x="1" y="2"/>
                </a:cxn>
              </a:cxnLst>
              <a:rect l="0" t="0" r="r" b="b"/>
              <a:pathLst>
                <a:path w="3" h="6">
                  <a:moveTo>
                    <a:pt x="1" y="2"/>
                  </a:moveTo>
                  <a:cubicBezTo>
                    <a:pt x="1" y="0"/>
                    <a:pt x="3" y="3"/>
                    <a:pt x="1" y="5"/>
                  </a:cubicBezTo>
                  <a:cubicBezTo>
                    <a:pt x="1" y="6"/>
                    <a:pt x="0" y="2"/>
                    <a:pt x="1"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3" name="Freeform 136">
              <a:extLst>
                <a:ext uri="{FF2B5EF4-FFF2-40B4-BE49-F238E27FC236}">
                  <a16:creationId xmlns:a16="http://schemas.microsoft.com/office/drawing/2014/main" id="{4E9D710E-8069-93DE-ABD6-05F5349AA574}"/>
                </a:ext>
              </a:extLst>
            </p:cNvPr>
            <p:cNvSpPr>
              <a:spLocks/>
            </p:cNvSpPr>
            <p:nvPr/>
          </p:nvSpPr>
          <p:spPr bwMode="auto">
            <a:xfrm>
              <a:off x="1335036" y="3727897"/>
              <a:ext cx="9539" cy="6359"/>
            </a:xfrm>
            <a:custGeom>
              <a:avLst/>
              <a:gdLst/>
              <a:ahLst/>
              <a:cxnLst>
                <a:cxn ang="0">
                  <a:pos x="2" y="0"/>
                </a:cxn>
                <a:cxn ang="0">
                  <a:pos x="3" y="2"/>
                </a:cxn>
                <a:cxn ang="0">
                  <a:pos x="2" y="0"/>
                </a:cxn>
              </a:cxnLst>
              <a:rect l="0" t="0" r="r" b="b"/>
              <a:pathLst>
                <a:path w="3" h="2">
                  <a:moveTo>
                    <a:pt x="2" y="0"/>
                  </a:moveTo>
                  <a:cubicBezTo>
                    <a:pt x="3" y="0"/>
                    <a:pt x="3" y="2"/>
                    <a:pt x="3" y="2"/>
                  </a:cubicBezTo>
                  <a:cubicBezTo>
                    <a:pt x="2" y="2"/>
                    <a:pt x="0" y="0"/>
                    <a:pt x="2"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4" name="Freeform 137">
              <a:extLst>
                <a:ext uri="{FF2B5EF4-FFF2-40B4-BE49-F238E27FC236}">
                  <a16:creationId xmlns:a16="http://schemas.microsoft.com/office/drawing/2014/main" id="{A32488DE-C18A-EB8A-05A6-6B4924B5C815}"/>
                </a:ext>
              </a:extLst>
            </p:cNvPr>
            <p:cNvSpPr>
              <a:spLocks/>
            </p:cNvSpPr>
            <p:nvPr/>
          </p:nvSpPr>
          <p:spPr bwMode="auto">
            <a:xfrm>
              <a:off x="1315958" y="3737435"/>
              <a:ext cx="9539" cy="9538"/>
            </a:xfrm>
            <a:custGeom>
              <a:avLst/>
              <a:gdLst/>
              <a:ahLst/>
              <a:cxnLst>
                <a:cxn ang="0">
                  <a:pos x="2" y="0"/>
                </a:cxn>
                <a:cxn ang="0">
                  <a:pos x="3" y="2"/>
                </a:cxn>
                <a:cxn ang="0">
                  <a:pos x="2" y="0"/>
                </a:cxn>
              </a:cxnLst>
              <a:rect l="0" t="0" r="r" b="b"/>
              <a:pathLst>
                <a:path w="3" h="3">
                  <a:moveTo>
                    <a:pt x="2" y="0"/>
                  </a:moveTo>
                  <a:cubicBezTo>
                    <a:pt x="3" y="0"/>
                    <a:pt x="3" y="0"/>
                    <a:pt x="3" y="2"/>
                  </a:cubicBezTo>
                  <a:cubicBezTo>
                    <a:pt x="2" y="3"/>
                    <a:pt x="0" y="2"/>
                    <a:pt x="2"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5" name="Freeform 138">
              <a:extLst>
                <a:ext uri="{FF2B5EF4-FFF2-40B4-BE49-F238E27FC236}">
                  <a16:creationId xmlns:a16="http://schemas.microsoft.com/office/drawing/2014/main" id="{1730ACB3-CFD7-28BA-7823-A0B46442A66F}"/>
                </a:ext>
              </a:extLst>
            </p:cNvPr>
            <p:cNvSpPr>
              <a:spLocks/>
            </p:cNvSpPr>
            <p:nvPr/>
          </p:nvSpPr>
          <p:spPr bwMode="auto">
            <a:xfrm>
              <a:off x="1486064" y="4335178"/>
              <a:ext cx="98566" cy="130359"/>
            </a:xfrm>
            <a:custGeom>
              <a:avLst/>
              <a:gdLst/>
              <a:ahLst/>
              <a:cxnLst>
                <a:cxn ang="0">
                  <a:pos x="9" y="0"/>
                </a:cxn>
                <a:cxn ang="0">
                  <a:pos x="16" y="3"/>
                </a:cxn>
                <a:cxn ang="0">
                  <a:pos x="16" y="10"/>
                </a:cxn>
                <a:cxn ang="0">
                  <a:pos x="19" y="13"/>
                </a:cxn>
                <a:cxn ang="0">
                  <a:pos x="23" y="8"/>
                </a:cxn>
                <a:cxn ang="0">
                  <a:pos x="23" y="19"/>
                </a:cxn>
                <a:cxn ang="0">
                  <a:pos x="29" y="24"/>
                </a:cxn>
                <a:cxn ang="0">
                  <a:pos x="32" y="28"/>
                </a:cxn>
                <a:cxn ang="0">
                  <a:pos x="31" y="41"/>
                </a:cxn>
                <a:cxn ang="0">
                  <a:pos x="26" y="39"/>
                </a:cxn>
                <a:cxn ang="0">
                  <a:pos x="13" y="28"/>
                </a:cxn>
                <a:cxn ang="0">
                  <a:pos x="5" y="22"/>
                </a:cxn>
                <a:cxn ang="0">
                  <a:pos x="0" y="16"/>
                </a:cxn>
                <a:cxn ang="0">
                  <a:pos x="6" y="6"/>
                </a:cxn>
                <a:cxn ang="0">
                  <a:pos x="9" y="0"/>
                </a:cxn>
              </a:cxnLst>
              <a:rect l="0" t="0" r="r" b="b"/>
              <a:pathLst>
                <a:path w="32" h="42">
                  <a:moveTo>
                    <a:pt x="9" y="0"/>
                  </a:moveTo>
                  <a:cubicBezTo>
                    <a:pt x="11" y="0"/>
                    <a:pt x="17" y="0"/>
                    <a:pt x="16" y="3"/>
                  </a:cubicBezTo>
                  <a:cubicBezTo>
                    <a:pt x="16" y="5"/>
                    <a:pt x="17" y="6"/>
                    <a:pt x="16" y="10"/>
                  </a:cubicBezTo>
                  <a:cubicBezTo>
                    <a:pt x="16" y="13"/>
                    <a:pt x="17" y="10"/>
                    <a:pt x="19" y="13"/>
                  </a:cubicBezTo>
                  <a:cubicBezTo>
                    <a:pt x="20" y="16"/>
                    <a:pt x="22" y="6"/>
                    <a:pt x="23" y="8"/>
                  </a:cubicBezTo>
                  <a:cubicBezTo>
                    <a:pt x="26" y="14"/>
                    <a:pt x="25" y="16"/>
                    <a:pt x="23" y="19"/>
                  </a:cubicBezTo>
                  <a:cubicBezTo>
                    <a:pt x="22" y="22"/>
                    <a:pt x="29" y="20"/>
                    <a:pt x="29" y="24"/>
                  </a:cubicBezTo>
                  <a:cubicBezTo>
                    <a:pt x="29" y="27"/>
                    <a:pt x="32" y="25"/>
                    <a:pt x="32" y="28"/>
                  </a:cubicBezTo>
                  <a:cubicBezTo>
                    <a:pt x="32" y="33"/>
                    <a:pt x="31" y="36"/>
                    <a:pt x="31" y="41"/>
                  </a:cubicBezTo>
                  <a:cubicBezTo>
                    <a:pt x="29" y="42"/>
                    <a:pt x="31" y="41"/>
                    <a:pt x="26" y="39"/>
                  </a:cubicBezTo>
                  <a:cubicBezTo>
                    <a:pt x="23" y="38"/>
                    <a:pt x="17" y="34"/>
                    <a:pt x="13" y="28"/>
                  </a:cubicBezTo>
                  <a:cubicBezTo>
                    <a:pt x="8" y="22"/>
                    <a:pt x="6" y="24"/>
                    <a:pt x="5" y="22"/>
                  </a:cubicBezTo>
                  <a:cubicBezTo>
                    <a:pt x="5" y="19"/>
                    <a:pt x="2" y="19"/>
                    <a:pt x="0" y="16"/>
                  </a:cubicBezTo>
                  <a:cubicBezTo>
                    <a:pt x="5" y="8"/>
                    <a:pt x="6" y="10"/>
                    <a:pt x="6" y="6"/>
                  </a:cubicBezTo>
                  <a:cubicBezTo>
                    <a:pt x="6" y="3"/>
                    <a:pt x="9" y="5"/>
                    <a:pt x="9"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6" name="Freeform 139">
              <a:extLst>
                <a:ext uri="{FF2B5EF4-FFF2-40B4-BE49-F238E27FC236}">
                  <a16:creationId xmlns:a16="http://schemas.microsoft.com/office/drawing/2014/main" id="{7723A0E4-5994-B3E8-01CF-621F12B3C947}"/>
                </a:ext>
              </a:extLst>
            </p:cNvPr>
            <p:cNvSpPr>
              <a:spLocks/>
            </p:cNvSpPr>
            <p:nvPr/>
          </p:nvSpPr>
          <p:spPr bwMode="auto">
            <a:xfrm>
              <a:off x="1439960" y="4289076"/>
              <a:ext cx="73129" cy="95385"/>
            </a:xfrm>
            <a:custGeom>
              <a:avLst/>
              <a:gdLst/>
              <a:ahLst/>
              <a:cxnLst>
                <a:cxn ang="0">
                  <a:pos x="15" y="31"/>
                </a:cxn>
                <a:cxn ang="0">
                  <a:pos x="21" y="21"/>
                </a:cxn>
                <a:cxn ang="0">
                  <a:pos x="24" y="15"/>
                </a:cxn>
                <a:cxn ang="0">
                  <a:pos x="23" y="12"/>
                </a:cxn>
                <a:cxn ang="0">
                  <a:pos x="21" y="9"/>
                </a:cxn>
                <a:cxn ang="0">
                  <a:pos x="18" y="3"/>
                </a:cxn>
                <a:cxn ang="0">
                  <a:pos x="11" y="1"/>
                </a:cxn>
                <a:cxn ang="0">
                  <a:pos x="6" y="3"/>
                </a:cxn>
                <a:cxn ang="0">
                  <a:pos x="0" y="11"/>
                </a:cxn>
                <a:cxn ang="0">
                  <a:pos x="0" y="14"/>
                </a:cxn>
                <a:cxn ang="0">
                  <a:pos x="3" y="15"/>
                </a:cxn>
                <a:cxn ang="0">
                  <a:pos x="0" y="17"/>
                </a:cxn>
                <a:cxn ang="0">
                  <a:pos x="3" y="20"/>
                </a:cxn>
                <a:cxn ang="0">
                  <a:pos x="3" y="21"/>
                </a:cxn>
                <a:cxn ang="0">
                  <a:pos x="6" y="24"/>
                </a:cxn>
                <a:cxn ang="0">
                  <a:pos x="8" y="28"/>
                </a:cxn>
                <a:cxn ang="0">
                  <a:pos x="15" y="31"/>
                </a:cxn>
              </a:cxnLst>
              <a:rect l="0" t="0" r="r" b="b"/>
              <a:pathLst>
                <a:path w="24" h="31">
                  <a:moveTo>
                    <a:pt x="15" y="31"/>
                  </a:moveTo>
                  <a:cubicBezTo>
                    <a:pt x="20" y="23"/>
                    <a:pt x="21" y="24"/>
                    <a:pt x="21" y="21"/>
                  </a:cubicBezTo>
                  <a:cubicBezTo>
                    <a:pt x="21" y="18"/>
                    <a:pt x="24" y="20"/>
                    <a:pt x="24" y="15"/>
                  </a:cubicBezTo>
                  <a:cubicBezTo>
                    <a:pt x="20" y="20"/>
                    <a:pt x="23" y="14"/>
                    <a:pt x="23" y="12"/>
                  </a:cubicBezTo>
                  <a:cubicBezTo>
                    <a:pt x="21" y="9"/>
                    <a:pt x="21" y="9"/>
                    <a:pt x="21" y="9"/>
                  </a:cubicBezTo>
                  <a:cubicBezTo>
                    <a:pt x="21" y="6"/>
                    <a:pt x="20" y="7"/>
                    <a:pt x="18" y="3"/>
                  </a:cubicBezTo>
                  <a:cubicBezTo>
                    <a:pt x="17" y="0"/>
                    <a:pt x="11" y="0"/>
                    <a:pt x="11" y="1"/>
                  </a:cubicBezTo>
                  <a:cubicBezTo>
                    <a:pt x="11" y="3"/>
                    <a:pt x="8" y="0"/>
                    <a:pt x="6" y="3"/>
                  </a:cubicBezTo>
                  <a:cubicBezTo>
                    <a:pt x="6" y="7"/>
                    <a:pt x="3" y="9"/>
                    <a:pt x="0" y="11"/>
                  </a:cubicBezTo>
                  <a:cubicBezTo>
                    <a:pt x="3" y="12"/>
                    <a:pt x="0" y="12"/>
                    <a:pt x="0" y="14"/>
                  </a:cubicBezTo>
                  <a:cubicBezTo>
                    <a:pt x="1" y="15"/>
                    <a:pt x="1" y="14"/>
                    <a:pt x="3" y="15"/>
                  </a:cubicBezTo>
                  <a:cubicBezTo>
                    <a:pt x="1" y="17"/>
                    <a:pt x="0" y="14"/>
                    <a:pt x="0" y="17"/>
                  </a:cubicBezTo>
                  <a:cubicBezTo>
                    <a:pt x="1" y="20"/>
                    <a:pt x="3" y="17"/>
                    <a:pt x="3" y="20"/>
                  </a:cubicBezTo>
                  <a:cubicBezTo>
                    <a:pt x="4" y="21"/>
                    <a:pt x="1" y="20"/>
                    <a:pt x="3" y="21"/>
                  </a:cubicBezTo>
                  <a:cubicBezTo>
                    <a:pt x="3" y="23"/>
                    <a:pt x="6" y="23"/>
                    <a:pt x="6" y="24"/>
                  </a:cubicBezTo>
                  <a:cubicBezTo>
                    <a:pt x="8" y="26"/>
                    <a:pt x="4" y="26"/>
                    <a:pt x="8" y="28"/>
                  </a:cubicBezTo>
                  <a:cubicBezTo>
                    <a:pt x="11" y="28"/>
                    <a:pt x="14" y="29"/>
                    <a:pt x="15" y="3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7" name="Freeform 140">
              <a:extLst>
                <a:ext uri="{FF2B5EF4-FFF2-40B4-BE49-F238E27FC236}">
                  <a16:creationId xmlns:a16="http://schemas.microsoft.com/office/drawing/2014/main" id="{5EF550FC-4D62-815A-142B-9CCFB62D8877}"/>
                </a:ext>
              </a:extLst>
            </p:cNvPr>
            <p:cNvSpPr>
              <a:spLocks/>
            </p:cNvSpPr>
            <p:nvPr/>
          </p:nvSpPr>
          <p:spPr bwMode="auto">
            <a:xfrm>
              <a:off x="1335036" y="4088769"/>
              <a:ext cx="157387" cy="133538"/>
            </a:xfrm>
            <a:custGeom>
              <a:avLst/>
              <a:gdLst/>
              <a:ahLst/>
              <a:cxnLst>
                <a:cxn ang="0">
                  <a:pos x="8" y="30"/>
                </a:cxn>
                <a:cxn ang="0">
                  <a:pos x="3" y="20"/>
                </a:cxn>
                <a:cxn ang="0">
                  <a:pos x="2" y="18"/>
                </a:cxn>
                <a:cxn ang="0">
                  <a:pos x="10" y="4"/>
                </a:cxn>
                <a:cxn ang="0">
                  <a:pos x="25" y="1"/>
                </a:cxn>
                <a:cxn ang="0">
                  <a:pos x="33" y="6"/>
                </a:cxn>
                <a:cxn ang="0">
                  <a:pos x="43" y="20"/>
                </a:cxn>
                <a:cxn ang="0">
                  <a:pos x="45" y="26"/>
                </a:cxn>
                <a:cxn ang="0">
                  <a:pos x="45" y="30"/>
                </a:cxn>
                <a:cxn ang="0">
                  <a:pos x="49" y="35"/>
                </a:cxn>
                <a:cxn ang="0">
                  <a:pos x="49" y="41"/>
                </a:cxn>
                <a:cxn ang="0">
                  <a:pos x="43" y="41"/>
                </a:cxn>
                <a:cxn ang="0">
                  <a:pos x="31" y="40"/>
                </a:cxn>
                <a:cxn ang="0">
                  <a:pos x="19" y="40"/>
                </a:cxn>
                <a:cxn ang="0">
                  <a:pos x="17" y="41"/>
                </a:cxn>
                <a:cxn ang="0">
                  <a:pos x="8" y="43"/>
                </a:cxn>
                <a:cxn ang="0">
                  <a:pos x="7" y="41"/>
                </a:cxn>
                <a:cxn ang="0">
                  <a:pos x="16" y="40"/>
                </a:cxn>
                <a:cxn ang="0">
                  <a:pos x="11" y="40"/>
                </a:cxn>
                <a:cxn ang="0">
                  <a:pos x="8" y="40"/>
                </a:cxn>
                <a:cxn ang="0">
                  <a:pos x="7" y="35"/>
                </a:cxn>
                <a:cxn ang="0">
                  <a:pos x="14" y="33"/>
                </a:cxn>
                <a:cxn ang="0">
                  <a:pos x="19" y="32"/>
                </a:cxn>
                <a:cxn ang="0">
                  <a:pos x="25" y="32"/>
                </a:cxn>
                <a:cxn ang="0">
                  <a:pos x="31" y="30"/>
                </a:cxn>
                <a:cxn ang="0">
                  <a:pos x="25" y="30"/>
                </a:cxn>
                <a:cxn ang="0">
                  <a:pos x="22" y="29"/>
                </a:cxn>
                <a:cxn ang="0">
                  <a:pos x="17" y="30"/>
                </a:cxn>
                <a:cxn ang="0">
                  <a:pos x="8" y="30"/>
                </a:cxn>
              </a:cxnLst>
              <a:rect l="0" t="0" r="r" b="b"/>
              <a:pathLst>
                <a:path w="51" h="43">
                  <a:moveTo>
                    <a:pt x="8" y="30"/>
                  </a:moveTo>
                  <a:cubicBezTo>
                    <a:pt x="5" y="27"/>
                    <a:pt x="5" y="18"/>
                    <a:pt x="3" y="20"/>
                  </a:cubicBezTo>
                  <a:cubicBezTo>
                    <a:pt x="0" y="20"/>
                    <a:pt x="0" y="18"/>
                    <a:pt x="2" y="18"/>
                  </a:cubicBezTo>
                  <a:cubicBezTo>
                    <a:pt x="7" y="15"/>
                    <a:pt x="10" y="7"/>
                    <a:pt x="10" y="4"/>
                  </a:cubicBezTo>
                  <a:cubicBezTo>
                    <a:pt x="10" y="0"/>
                    <a:pt x="20" y="1"/>
                    <a:pt x="25" y="1"/>
                  </a:cubicBezTo>
                  <a:cubicBezTo>
                    <a:pt x="28" y="0"/>
                    <a:pt x="31" y="4"/>
                    <a:pt x="33" y="6"/>
                  </a:cubicBezTo>
                  <a:cubicBezTo>
                    <a:pt x="36" y="7"/>
                    <a:pt x="40" y="17"/>
                    <a:pt x="43" y="20"/>
                  </a:cubicBezTo>
                  <a:cubicBezTo>
                    <a:pt x="42" y="24"/>
                    <a:pt x="45" y="21"/>
                    <a:pt x="45" y="26"/>
                  </a:cubicBezTo>
                  <a:cubicBezTo>
                    <a:pt x="45" y="30"/>
                    <a:pt x="43" y="27"/>
                    <a:pt x="45" y="30"/>
                  </a:cubicBezTo>
                  <a:cubicBezTo>
                    <a:pt x="46" y="35"/>
                    <a:pt x="46" y="30"/>
                    <a:pt x="49" y="35"/>
                  </a:cubicBezTo>
                  <a:cubicBezTo>
                    <a:pt x="51" y="38"/>
                    <a:pt x="49" y="38"/>
                    <a:pt x="49" y="41"/>
                  </a:cubicBezTo>
                  <a:cubicBezTo>
                    <a:pt x="48" y="41"/>
                    <a:pt x="45" y="40"/>
                    <a:pt x="43" y="41"/>
                  </a:cubicBezTo>
                  <a:cubicBezTo>
                    <a:pt x="40" y="43"/>
                    <a:pt x="37" y="40"/>
                    <a:pt x="31" y="40"/>
                  </a:cubicBezTo>
                  <a:cubicBezTo>
                    <a:pt x="28" y="40"/>
                    <a:pt x="22" y="38"/>
                    <a:pt x="19" y="40"/>
                  </a:cubicBezTo>
                  <a:cubicBezTo>
                    <a:pt x="14" y="40"/>
                    <a:pt x="20" y="40"/>
                    <a:pt x="17" y="41"/>
                  </a:cubicBezTo>
                  <a:cubicBezTo>
                    <a:pt x="14" y="43"/>
                    <a:pt x="11" y="41"/>
                    <a:pt x="8" y="43"/>
                  </a:cubicBezTo>
                  <a:cubicBezTo>
                    <a:pt x="8" y="41"/>
                    <a:pt x="7" y="43"/>
                    <a:pt x="7" y="41"/>
                  </a:cubicBezTo>
                  <a:cubicBezTo>
                    <a:pt x="10" y="38"/>
                    <a:pt x="8" y="41"/>
                    <a:pt x="16" y="40"/>
                  </a:cubicBezTo>
                  <a:cubicBezTo>
                    <a:pt x="14" y="40"/>
                    <a:pt x="13" y="38"/>
                    <a:pt x="11" y="40"/>
                  </a:cubicBezTo>
                  <a:cubicBezTo>
                    <a:pt x="10" y="40"/>
                    <a:pt x="10" y="38"/>
                    <a:pt x="8" y="40"/>
                  </a:cubicBezTo>
                  <a:cubicBezTo>
                    <a:pt x="7" y="41"/>
                    <a:pt x="8" y="38"/>
                    <a:pt x="7" y="35"/>
                  </a:cubicBezTo>
                  <a:cubicBezTo>
                    <a:pt x="10" y="33"/>
                    <a:pt x="16" y="37"/>
                    <a:pt x="14" y="33"/>
                  </a:cubicBezTo>
                  <a:cubicBezTo>
                    <a:pt x="14" y="32"/>
                    <a:pt x="19" y="33"/>
                    <a:pt x="19" y="32"/>
                  </a:cubicBezTo>
                  <a:cubicBezTo>
                    <a:pt x="20" y="29"/>
                    <a:pt x="19" y="30"/>
                    <a:pt x="25" y="32"/>
                  </a:cubicBezTo>
                  <a:cubicBezTo>
                    <a:pt x="28" y="33"/>
                    <a:pt x="31" y="33"/>
                    <a:pt x="31" y="30"/>
                  </a:cubicBezTo>
                  <a:cubicBezTo>
                    <a:pt x="29" y="29"/>
                    <a:pt x="26" y="33"/>
                    <a:pt x="25" y="30"/>
                  </a:cubicBezTo>
                  <a:cubicBezTo>
                    <a:pt x="23" y="27"/>
                    <a:pt x="23" y="30"/>
                    <a:pt x="22" y="29"/>
                  </a:cubicBezTo>
                  <a:cubicBezTo>
                    <a:pt x="22" y="27"/>
                    <a:pt x="19" y="29"/>
                    <a:pt x="17" y="30"/>
                  </a:cubicBezTo>
                  <a:cubicBezTo>
                    <a:pt x="17" y="30"/>
                    <a:pt x="16" y="30"/>
                    <a:pt x="8" y="3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8" name="Freeform 141">
              <a:extLst>
                <a:ext uri="{FF2B5EF4-FFF2-40B4-BE49-F238E27FC236}">
                  <a16:creationId xmlns:a16="http://schemas.microsoft.com/office/drawing/2014/main" id="{AD94C04F-8491-8793-F1C1-0E3F540D8EF9}"/>
                </a:ext>
              </a:extLst>
            </p:cNvPr>
            <p:cNvSpPr>
              <a:spLocks/>
            </p:cNvSpPr>
            <p:nvPr/>
          </p:nvSpPr>
          <p:spPr bwMode="auto">
            <a:xfrm>
              <a:off x="1350933" y="4176204"/>
              <a:ext cx="79488" cy="27026"/>
            </a:xfrm>
            <a:custGeom>
              <a:avLst/>
              <a:gdLst/>
              <a:ahLst/>
              <a:cxnLst>
                <a:cxn ang="0">
                  <a:pos x="3" y="3"/>
                </a:cxn>
                <a:cxn ang="0">
                  <a:pos x="12" y="4"/>
                </a:cxn>
                <a:cxn ang="0">
                  <a:pos x="3" y="4"/>
                </a:cxn>
                <a:cxn ang="0">
                  <a:pos x="1" y="7"/>
                </a:cxn>
                <a:cxn ang="0">
                  <a:pos x="9" y="6"/>
                </a:cxn>
                <a:cxn ang="0">
                  <a:pos x="14" y="4"/>
                </a:cxn>
                <a:cxn ang="0">
                  <a:pos x="20" y="4"/>
                </a:cxn>
                <a:cxn ang="0">
                  <a:pos x="26" y="3"/>
                </a:cxn>
                <a:cxn ang="0">
                  <a:pos x="20" y="3"/>
                </a:cxn>
                <a:cxn ang="0">
                  <a:pos x="17" y="1"/>
                </a:cxn>
                <a:cxn ang="0">
                  <a:pos x="12" y="3"/>
                </a:cxn>
                <a:cxn ang="0">
                  <a:pos x="3" y="3"/>
                </a:cxn>
              </a:cxnLst>
              <a:rect l="0" t="0" r="r" b="b"/>
              <a:pathLst>
                <a:path w="26" h="9">
                  <a:moveTo>
                    <a:pt x="3" y="3"/>
                  </a:moveTo>
                  <a:cubicBezTo>
                    <a:pt x="5" y="6"/>
                    <a:pt x="6" y="3"/>
                    <a:pt x="12" y="4"/>
                  </a:cubicBezTo>
                  <a:cubicBezTo>
                    <a:pt x="6" y="4"/>
                    <a:pt x="5" y="7"/>
                    <a:pt x="3" y="4"/>
                  </a:cubicBezTo>
                  <a:cubicBezTo>
                    <a:pt x="1" y="3"/>
                    <a:pt x="0" y="6"/>
                    <a:pt x="1" y="7"/>
                  </a:cubicBezTo>
                  <a:cubicBezTo>
                    <a:pt x="5" y="6"/>
                    <a:pt x="11" y="9"/>
                    <a:pt x="9" y="6"/>
                  </a:cubicBezTo>
                  <a:cubicBezTo>
                    <a:pt x="9" y="4"/>
                    <a:pt x="14" y="6"/>
                    <a:pt x="14" y="4"/>
                  </a:cubicBezTo>
                  <a:cubicBezTo>
                    <a:pt x="15" y="1"/>
                    <a:pt x="14" y="3"/>
                    <a:pt x="20" y="4"/>
                  </a:cubicBezTo>
                  <a:cubicBezTo>
                    <a:pt x="23" y="6"/>
                    <a:pt x="26" y="6"/>
                    <a:pt x="26" y="3"/>
                  </a:cubicBezTo>
                  <a:cubicBezTo>
                    <a:pt x="24" y="1"/>
                    <a:pt x="21" y="6"/>
                    <a:pt x="20" y="3"/>
                  </a:cubicBezTo>
                  <a:cubicBezTo>
                    <a:pt x="18" y="0"/>
                    <a:pt x="18" y="3"/>
                    <a:pt x="17" y="1"/>
                  </a:cubicBezTo>
                  <a:cubicBezTo>
                    <a:pt x="17" y="0"/>
                    <a:pt x="14" y="1"/>
                    <a:pt x="12" y="3"/>
                  </a:cubicBezTo>
                  <a:cubicBezTo>
                    <a:pt x="12" y="3"/>
                    <a:pt x="11" y="3"/>
                    <a:pt x="3"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89" name="Freeform 142">
              <a:extLst>
                <a:ext uri="{FF2B5EF4-FFF2-40B4-BE49-F238E27FC236}">
                  <a16:creationId xmlns:a16="http://schemas.microsoft.com/office/drawing/2014/main" id="{6A13BEE4-2ABB-A72F-CA2B-5B3625C739B8}"/>
                </a:ext>
              </a:extLst>
            </p:cNvPr>
            <p:cNvSpPr>
              <a:spLocks/>
            </p:cNvSpPr>
            <p:nvPr/>
          </p:nvSpPr>
          <p:spPr bwMode="auto">
            <a:xfrm>
              <a:off x="1397037" y="4212768"/>
              <a:ext cx="184414" cy="171692"/>
            </a:xfrm>
            <a:custGeom>
              <a:avLst/>
              <a:gdLst/>
              <a:ahLst/>
              <a:cxnLst>
                <a:cxn ang="0">
                  <a:pos x="38" y="40"/>
                </a:cxn>
                <a:cxn ang="0">
                  <a:pos x="37" y="37"/>
                </a:cxn>
                <a:cxn ang="0">
                  <a:pos x="35" y="34"/>
                </a:cxn>
                <a:cxn ang="0">
                  <a:pos x="32" y="28"/>
                </a:cxn>
                <a:cxn ang="0">
                  <a:pos x="25" y="26"/>
                </a:cxn>
                <a:cxn ang="0">
                  <a:pos x="20" y="28"/>
                </a:cxn>
                <a:cxn ang="0">
                  <a:pos x="14" y="35"/>
                </a:cxn>
                <a:cxn ang="0">
                  <a:pos x="14" y="34"/>
                </a:cxn>
                <a:cxn ang="0">
                  <a:pos x="13" y="31"/>
                </a:cxn>
                <a:cxn ang="0">
                  <a:pos x="13" y="29"/>
                </a:cxn>
                <a:cxn ang="0">
                  <a:pos x="8" y="25"/>
                </a:cxn>
                <a:cxn ang="0">
                  <a:pos x="5" y="23"/>
                </a:cxn>
                <a:cxn ang="0">
                  <a:pos x="5" y="18"/>
                </a:cxn>
                <a:cxn ang="0">
                  <a:pos x="3" y="18"/>
                </a:cxn>
                <a:cxn ang="0">
                  <a:pos x="3" y="15"/>
                </a:cxn>
                <a:cxn ang="0">
                  <a:pos x="0" y="18"/>
                </a:cxn>
                <a:cxn ang="0">
                  <a:pos x="0" y="17"/>
                </a:cxn>
                <a:cxn ang="0">
                  <a:pos x="6" y="9"/>
                </a:cxn>
                <a:cxn ang="0">
                  <a:pos x="10" y="9"/>
                </a:cxn>
                <a:cxn ang="0">
                  <a:pos x="10" y="4"/>
                </a:cxn>
                <a:cxn ang="0">
                  <a:pos x="11" y="0"/>
                </a:cxn>
                <a:cxn ang="0">
                  <a:pos x="23" y="1"/>
                </a:cxn>
                <a:cxn ang="0">
                  <a:pos x="29" y="1"/>
                </a:cxn>
                <a:cxn ang="0">
                  <a:pos x="32" y="4"/>
                </a:cxn>
                <a:cxn ang="0">
                  <a:pos x="34" y="6"/>
                </a:cxn>
                <a:cxn ang="0">
                  <a:pos x="42" y="4"/>
                </a:cxn>
                <a:cxn ang="0">
                  <a:pos x="45" y="3"/>
                </a:cxn>
                <a:cxn ang="0">
                  <a:pos x="48" y="1"/>
                </a:cxn>
                <a:cxn ang="0">
                  <a:pos x="49" y="6"/>
                </a:cxn>
                <a:cxn ang="0">
                  <a:pos x="51" y="9"/>
                </a:cxn>
                <a:cxn ang="0">
                  <a:pos x="52" y="12"/>
                </a:cxn>
                <a:cxn ang="0">
                  <a:pos x="52" y="15"/>
                </a:cxn>
                <a:cxn ang="0">
                  <a:pos x="54" y="20"/>
                </a:cxn>
                <a:cxn ang="0">
                  <a:pos x="57" y="25"/>
                </a:cxn>
                <a:cxn ang="0">
                  <a:pos x="55" y="29"/>
                </a:cxn>
                <a:cxn ang="0">
                  <a:pos x="58" y="35"/>
                </a:cxn>
                <a:cxn ang="0">
                  <a:pos x="60" y="42"/>
                </a:cxn>
                <a:cxn ang="0">
                  <a:pos x="54" y="42"/>
                </a:cxn>
                <a:cxn ang="0">
                  <a:pos x="57" y="45"/>
                </a:cxn>
                <a:cxn ang="0">
                  <a:pos x="52" y="48"/>
                </a:cxn>
                <a:cxn ang="0">
                  <a:pos x="48" y="53"/>
                </a:cxn>
                <a:cxn ang="0">
                  <a:pos x="45" y="49"/>
                </a:cxn>
                <a:cxn ang="0">
                  <a:pos x="45" y="43"/>
                </a:cxn>
                <a:cxn ang="0">
                  <a:pos x="38" y="40"/>
                </a:cxn>
              </a:cxnLst>
              <a:rect l="0" t="0" r="r" b="b"/>
              <a:pathLst>
                <a:path w="60" h="56">
                  <a:moveTo>
                    <a:pt x="38" y="40"/>
                  </a:moveTo>
                  <a:cubicBezTo>
                    <a:pt x="34" y="45"/>
                    <a:pt x="37" y="39"/>
                    <a:pt x="37" y="37"/>
                  </a:cubicBezTo>
                  <a:cubicBezTo>
                    <a:pt x="35" y="34"/>
                    <a:pt x="35" y="34"/>
                    <a:pt x="35" y="34"/>
                  </a:cubicBezTo>
                  <a:cubicBezTo>
                    <a:pt x="35" y="31"/>
                    <a:pt x="34" y="32"/>
                    <a:pt x="32" y="28"/>
                  </a:cubicBezTo>
                  <a:cubicBezTo>
                    <a:pt x="31" y="25"/>
                    <a:pt x="25" y="25"/>
                    <a:pt x="25" y="26"/>
                  </a:cubicBezTo>
                  <a:cubicBezTo>
                    <a:pt x="25" y="28"/>
                    <a:pt x="22" y="25"/>
                    <a:pt x="20" y="28"/>
                  </a:cubicBezTo>
                  <a:cubicBezTo>
                    <a:pt x="20" y="32"/>
                    <a:pt x="17" y="34"/>
                    <a:pt x="14" y="35"/>
                  </a:cubicBezTo>
                  <a:cubicBezTo>
                    <a:pt x="14" y="34"/>
                    <a:pt x="16" y="34"/>
                    <a:pt x="14" y="34"/>
                  </a:cubicBezTo>
                  <a:cubicBezTo>
                    <a:pt x="13" y="32"/>
                    <a:pt x="14" y="32"/>
                    <a:pt x="13" y="31"/>
                  </a:cubicBezTo>
                  <a:cubicBezTo>
                    <a:pt x="11" y="31"/>
                    <a:pt x="11" y="31"/>
                    <a:pt x="13" y="29"/>
                  </a:cubicBezTo>
                  <a:cubicBezTo>
                    <a:pt x="13" y="28"/>
                    <a:pt x="10" y="28"/>
                    <a:pt x="8" y="25"/>
                  </a:cubicBezTo>
                  <a:cubicBezTo>
                    <a:pt x="8" y="23"/>
                    <a:pt x="5" y="25"/>
                    <a:pt x="5" y="23"/>
                  </a:cubicBezTo>
                  <a:cubicBezTo>
                    <a:pt x="5" y="20"/>
                    <a:pt x="3" y="23"/>
                    <a:pt x="5" y="18"/>
                  </a:cubicBezTo>
                  <a:cubicBezTo>
                    <a:pt x="5" y="15"/>
                    <a:pt x="3" y="20"/>
                    <a:pt x="3" y="18"/>
                  </a:cubicBezTo>
                  <a:cubicBezTo>
                    <a:pt x="2" y="17"/>
                    <a:pt x="5" y="15"/>
                    <a:pt x="3" y="15"/>
                  </a:cubicBezTo>
                  <a:cubicBezTo>
                    <a:pt x="0" y="15"/>
                    <a:pt x="2" y="18"/>
                    <a:pt x="0" y="18"/>
                  </a:cubicBezTo>
                  <a:cubicBezTo>
                    <a:pt x="0" y="17"/>
                    <a:pt x="0" y="17"/>
                    <a:pt x="0" y="17"/>
                  </a:cubicBezTo>
                  <a:cubicBezTo>
                    <a:pt x="3" y="9"/>
                    <a:pt x="5" y="12"/>
                    <a:pt x="6" y="9"/>
                  </a:cubicBezTo>
                  <a:cubicBezTo>
                    <a:pt x="8" y="7"/>
                    <a:pt x="8" y="11"/>
                    <a:pt x="10" y="9"/>
                  </a:cubicBezTo>
                  <a:cubicBezTo>
                    <a:pt x="13" y="9"/>
                    <a:pt x="13" y="6"/>
                    <a:pt x="10" y="4"/>
                  </a:cubicBezTo>
                  <a:cubicBezTo>
                    <a:pt x="8" y="3"/>
                    <a:pt x="13" y="4"/>
                    <a:pt x="11" y="0"/>
                  </a:cubicBezTo>
                  <a:cubicBezTo>
                    <a:pt x="17" y="0"/>
                    <a:pt x="20" y="3"/>
                    <a:pt x="23" y="1"/>
                  </a:cubicBezTo>
                  <a:cubicBezTo>
                    <a:pt x="25" y="0"/>
                    <a:pt x="28" y="1"/>
                    <a:pt x="29" y="1"/>
                  </a:cubicBezTo>
                  <a:cubicBezTo>
                    <a:pt x="28" y="6"/>
                    <a:pt x="31" y="7"/>
                    <a:pt x="32" y="4"/>
                  </a:cubicBezTo>
                  <a:cubicBezTo>
                    <a:pt x="32" y="3"/>
                    <a:pt x="34" y="4"/>
                    <a:pt x="34" y="6"/>
                  </a:cubicBezTo>
                  <a:cubicBezTo>
                    <a:pt x="37" y="9"/>
                    <a:pt x="35" y="1"/>
                    <a:pt x="42" y="4"/>
                  </a:cubicBezTo>
                  <a:cubicBezTo>
                    <a:pt x="45" y="7"/>
                    <a:pt x="43" y="4"/>
                    <a:pt x="45" y="3"/>
                  </a:cubicBezTo>
                  <a:cubicBezTo>
                    <a:pt x="48" y="3"/>
                    <a:pt x="43" y="0"/>
                    <a:pt x="48" y="1"/>
                  </a:cubicBezTo>
                  <a:cubicBezTo>
                    <a:pt x="51" y="3"/>
                    <a:pt x="49" y="4"/>
                    <a:pt x="49" y="6"/>
                  </a:cubicBezTo>
                  <a:cubicBezTo>
                    <a:pt x="51" y="6"/>
                    <a:pt x="49" y="9"/>
                    <a:pt x="51" y="9"/>
                  </a:cubicBezTo>
                  <a:cubicBezTo>
                    <a:pt x="52" y="9"/>
                    <a:pt x="55" y="12"/>
                    <a:pt x="52" y="12"/>
                  </a:cubicBezTo>
                  <a:cubicBezTo>
                    <a:pt x="51" y="14"/>
                    <a:pt x="51" y="18"/>
                    <a:pt x="52" y="15"/>
                  </a:cubicBezTo>
                  <a:cubicBezTo>
                    <a:pt x="54" y="14"/>
                    <a:pt x="55" y="15"/>
                    <a:pt x="54" y="20"/>
                  </a:cubicBezTo>
                  <a:cubicBezTo>
                    <a:pt x="54" y="23"/>
                    <a:pt x="55" y="20"/>
                    <a:pt x="57" y="25"/>
                  </a:cubicBezTo>
                  <a:cubicBezTo>
                    <a:pt x="54" y="26"/>
                    <a:pt x="57" y="26"/>
                    <a:pt x="55" y="29"/>
                  </a:cubicBezTo>
                  <a:cubicBezTo>
                    <a:pt x="55" y="32"/>
                    <a:pt x="60" y="32"/>
                    <a:pt x="58" y="35"/>
                  </a:cubicBezTo>
                  <a:cubicBezTo>
                    <a:pt x="55" y="39"/>
                    <a:pt x="60" y="37"/>
                    <a:pt x="60" y="42"/>
                  </a:cubicBezTo>
                  <a:cubicBezTo>
                    <a:pt x="55" y="40"/>
                    <a:pt x="54" y="40"/>
                    <a:pt x="54" y="42"/>
                  </a:cubicBezTo>
                  <a:cubicBezTo>
                    <a:pt x="55" y="45"/>
                    <a:pt x="57" y="42"/>
                    <a:pt x="57" y="45"/>
                  </a:cubicBezTo>
                  <a:cubicBezTo>
                    <a:pt x="57" y="48"/>
                    <a:pt x="55" y="51"/>
                    <a:pt x="52" y="48"/>
                  </a:cubicBezTo>
                  <a:cubicBezTo>
                    <a:pt x="51" y="46"/>
                    <a:pt x="49" y="56"/>
                    <a:pt x="48" y="53"/>
                  </a:cubicBezTo>
                  <a:cubicBezTo>
                    <a:pt x="46" y="49"/>
                    <a:pt x="45" y="53"/>
                    <a:pt x="45" y="49"/>
                  </a:cubicBezTo>
                  <a:cubicBezTo>
                    <a:pt x="46" y="46"/>
                    <a:pt x="45" y="45"/>
                    <a:pt x="45" y="43"/>
                  </a:cubicBezTo>
                  <a:cubicBezTo>
                    <a:pt x="46" y="40"/>
                    <a:pt x="40" y="40"/>
                    <a:pt x="38" y="4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0" name="Freeform 143">
              <a:extLst>
                <a:ext uri="{FF2B5EF4-FFF2-40B4-BE49-F238E27FC236}">
                  <a16:creationId xmlns:a16="http://schemas.microsoft.com/office/drawing/2014/main" id="{9645D66D-A27A-686E-C127-F90A163CFBE7}"/>
                </a:ext>
              </a:extLst>
            </p:cNvPr>
            <p:cNvSpPr>
              <a:spLocks/>
            </p:cNvSpPr>
            <p:nvPr/>
          </p:nvSpPr>
          <p:spPr bwMode="auto">
            <a:xfrm>
              <a:off x="1358882" y="4206409"/>
              <a:ext cx="74720" cy="58821"/>
            </a:xfrm>
            <a:custGeom>
              <a:avLst/>
              <a:gdLst/>
              <a:ahLst/>
              <a:cxnLst>
                <a:cxn ang="0">
                  <a:pos x="12" y="19"/>
                </a:cxn>
                <a:cxn ang="0">
                  <a:pos x="18" y="11"/>
                </a:cxn>
                <a:cxn ang="0">
                  <a:pos x="21" y="11"/>
                </a:cxn>
                <a:cxn ang="0">
                  <a:pos x="21" y="7"/>
                </a:cxn>
                <a:cxn ang="0">
                  <a:pos x="23" y="2"/>
                </a:cxn>
                <a:cxn ang="0">
                  <a:pos x="11" y="2"/>
                </a:cxn>
                <a:cxn ang="0">
                  <a:pos x="9" y="3"/>
                </a:cxn>
                <a:cxn ang="0">
                  <a:pos x="0" y="5"/>
                </a:cxn>
                <a:cxn ang="0">
                  <a:pos x="3" y="7"/>
                </a:cxn>
                <a:cxn ang="0">
                  <a:pos x="5" y="8"/>
                </a:cxn>
                <a:cxn ang="0">
                  <a:pos x="6" y="11"/>
                </a:cxn>
                <a:cxn ang="0">
                  <a:pos x="9" y="10"/>
                </a:cxn>
                <a:cxn ang="0">
                  <a:pos x="9" y="14"/>
                </a:cxn>
                <a:cxn ang="0">
                  <a:pos x="9" y="16"/>
                </a:cxn>
                <a:cxn ang="0">
                  <a:pos x="11" y="18"/>
                </a:cxn>
                <a:cxn ang="0">
                  <a:pos x="12" y="16"/>
                </a:cxn>
                <a:cxn ang="0">
                  <a:pos x="12" y="19"/>
                </a:cxn>
              </a:cxnLst>
              <a:rect l="0" t="0" r="r" b="b"/>
              <a:pathLst>
                <a:path w="24" h="19">
                  <a:moveTo>
                    <a:pt x="12" y="19"/>
                  </a:moveTo>
                  <a:cubicBezTo>
                    <a:pt x="15" y="11"/>
                    <a:pt x="17" y="14"/>
                    <a:pt x="18" y="11"/>
                  </a:cubicBezTo>
                  <a:cubicBezTo>
                    <a:pt x="20" y="10"/>
                    <a:pt x="20" y="13"/>
                    <a:pt x="21" y="11"/>
                  </a:cubicBezTo>
                  <a:cubicBezTo>
                    <a:pt x="24" y="11"/>
                    <a:pt x="24" y="8"/>
                    <a:pt x="21" y="7"/>
                  </a:cubicBezTo>
                  <a:cubicBezTo>
                    <a:pt x="20" y="5"/>
                    <a:pt x="24" y="7"/>
                    <a:pt x="23" y="2"/>
                  </a:cubicBezTo>
                  <a:cubicBezTo>
                    <a:pt x="20" y="2"/>
                    <a:pt x="14" y="0"/>
                    <a:pt x="11" y="2"/>
                  </a:cubicBezTo>
                  <a:cubicBezTo>
                    <a:pt x="6" y="2"/>
                    <a:pt x="12" y="2"/>
                    <a:pt x="9" y="3"/>
                  </a:cubicBezTo>
                  <a:cubicBezTo>
                    <a:pt x="6" y="5"/>
                    <a:pt x="3" y="3"/>
                    <a:pt x="0" y="5"/>
                  </a:cubicBezTo>
                  <a:cubicBezTo>
                    <a:pt x="1" y="7"/>
                    <a:pt x="5" y="5"/>
                    <a:pt x="3" y="7"/>
                  </a:cubicBezTo>
                  <a:cubicBezTo>
                    <a:pt x="1" y="10"/>
                    <a:pt x="3" y="10"/>
                    <a:pt x="5" y="8"/>
                  </a:cubicBezTo>
                  <a:cubicBezTo>
                    <a:pt x="8" y="8"/>
                    <a:pt x="3" y="13"/>
                    <a:pt x="6" y="11"/>
                  </a:cubicBezTo>
                  <a:cubicBezTo>
                    <a:pt x="9" y="8"/>
                    <a:pt x="12" y="8"/>
                    <a:pt x="9" y="10"/>
                  </a:cubicBezTo>
                  <a:cubicBezTo>
                    <a:pt x="8" y="11"/>
                    <a:pt x="11" y="11"/>
                    <a:pt x="9" y="14"/>
                  </a:cubicBezTo>
                  <a:cubicBezTo>
                    <a:pt x="8" y="16"/>
                    <a:pt x="9" y="14"/>
                    <a:pt x="9" y="16"/>
                  </a:cubicBezTo>
                  <a:cubicBezTo>
                    <a:pt x="9" y="18"/>
                    <a:pt x="11" y="16"/>
                    <a:pt x="11" y="18"/>
                  </a:cubicBezTo>
                  <a:cubicBezTo>
                    <a:pt x="11" y="19"/>
                    <a:pt x="12" y="18"/>
                    <a:pt x="12" y="16"/>
                  </a:cubicBezTo>
                  <a:cubicBezTo>
                    <a:pt x="12" y="19"/>
                    <a:pt x="12" y="18"/>
                    <a:pt x="12" y="1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1" name="Freeform 144">
              <a:extLst>
                <a:ext uri="{FF2B5EF4-FFF2-40B4-BE49-F238E27FC236}">
                  <a16:creationId xmlns:a16="http://schemas.microsoft.com/office/drawing/2014/main" id="{B263219F-D7BC-E912-46E8-8ADDED50FCDA}"/>
                </a:ext>
              </a:extLst>
            </p:cNvPr>
            <p:cNvSpPr>
              <a:spLocks/>
            </p:cNvSpPr>
            <p:nvPr/>
          </p:nvSpPr>
          <p:spPr bwMode="auto">
            <a:xfrm>
              <a:off x="1368421" y="4230256"/>
              <a:ext cx="3179" cy="9538"/>
            </a:xfrm>
            <a:custGeom>
              <a:avLst/>
              <a:gdLst/>
              <a:ahLst/>
              <a:cxnLst>
                <a:cxn ang="0">
                  <a:pos x="0" y="1"/>
                </a:cxn>
                <a:cxn ang="0">
                  <a:pos x="1" y="1"/>
                </a:cxn>
                <a:cxn ang="0">
                  <a:pos x="0" y="1"/>
                </a:cxn>
              </a:cxnLst>
              <a:rect l="0" t="0" r="r" b="b"/>
              <a:pathLst>
                <a:path w="1" h="3">
                  <a:moveTo>
                    <a:pt x="0" y="1"/>
                  </a:moveTo>
                  <a:cubicBezTo>
                    <a:pt x="0" y="1"/>
                    <a:pt x="1" y="0"/>
                    <a:pt x="1" y="1"/>
                  </a:cubicBezTo>
                  <a:cubicBezTo>
                    <a:pt x="1" y="3"/>
                    <a:pt x="1" y="3"/>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2" name="Freeform 145">
              <a:extLst>
                <a:ext uri="{FF2B5EF4-FFF2-40B4-BE49-F238E27FC236}">
                  <a16:creationId xmlns:a16="http://schemas.microsoft.com/office/drawing/2014/main" id="{B670EDA7-4CD5-981C-8CBA-D97F7A7F067F}"/>
                </a:ext>
              </a:extLst>
            </p:cNvPr>
            <p:cNvSpPr>
              <a:spLocks/>
            </p:cNvSpPr>
            <p:nvPr/>
          </p:nvSpPr>
          <p:spPr bwMode="auto">
            <a:xfrm>
              <a:off x="1368421" y="4239794"/>
              <a:ext cx="9539" cy="12718"/>
            </a:xfrm>
            <a:custGeom>
              <a:avLst/>
              <a:gdLst/>
              <a:ahLst/>
              <a:cxnLst>
                <a:cxn ang="0">
                  <a:pos x="1" y="4"/>
                </a:cxn>
                <a:cxn ang="0">
                  <a:pos x="1" y="2"/>
                </a:cxn>
                <a:cxn ang="0">
                  <a:pos x="1" y="4"/>
                </a:cxn>
              </a:cxnLst>
              <a:rect l="0" t="0" r="r" b="b"/>
              <a:pathLst>
                <a:path w="3" h="4">
                  <a:moveTo>
                    <a:pt x="1" y="4"/>
                  </a:moveTo>
                  <a:cubicBezTo>
                    <a:pt x="0" y="2"/>
                    <a:pt x="1" y="0"/>
                    <a:pt x="1" y="2"/>
                  </a:cubicBezTo>
                  <a:cubicBezTo>
                    <a:pt x="3" y="2"/>
                    <a:pt x="1" y="4"/>
                    <a:pt x="1" y="4"/>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3" name="Freeform 146">
              <a:extLst>
                <a:ext uri="{FF2B5EF4-FFF2-40B4-BE49-F238E27FC236}">
                  <a16:creationId xmlns:a16="http://schemas.microsoft.com/office/drawing/2014/main" id="{9D361D57-95CB-5810-7573-4F7EF0A5A725}"/>
                </a:ext>
              </a:extLst>
            </p:cNvPr>
            <p:cNvSpPr>
              <a:spLocks/>
            </p:cNvSpPr>
            <p:nvPr/>
          </p:nvSpPr>
          <p:spPr bwMode="auto">
            <a:xfrm>
              <a:off x="1368421" y="4255691"/>
              <a:ext cx="3179" cy="9538"/>
            </a:xfrm>
            <a:custGeom>
              <a:avLst/>
              <a:gdLst/>
              <a:ahLst/>
              <a:cxnLst>
                <a:cxn ang="0">
                  <a:pos x="0" y="2"/>
                </a:cxn>
                <a:cxn ang="0">
                  <a:pos x="1" y="2"/>
                </a:cxn>
                <a:cxn ang="0">
                  <a:pos x="0" y="2"/>
                </a:cxn>
              </a:cxnLst>
              <a:rect l="0" t="0" r="r" b="b"/>
              <a:pathLst>
                <a:path w="1" h="3">
                  <a:moveTo>
                    <a:pt x="0" y="2"/>
                  </a:moveTo>
                  <a:cubicBezTo>
                    <a:pt x="0" y="0"/>
                    <a:pt x="1" y="0"/>
                    <a:pt x="1" y="2"/>
                  </a:cubicBezTo>
                  <a:cubicBezTo>
                    <a:pt x="1" y="3"/>
                    <a:pt x="0"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4" name="Freeform 147">
              <a:extLst>
                <a:ext uri="{FF2B5EF4-FFF2-40B4-BE49-F238E27FC236}">
                  <a16:creationId xmlns:a16="http://schemas.microsoft.com/office/drawing/2014/main" id="{C432435A-4E21-C630-2E30-E3FDB70C8AFD}"/>
                </a:ext>
              </a:extLst>
            </p:cNvPr>
            <p:cNvSpPr>
              <a:spLocks/>
            </p:cNvSpPr>
            <p:nvPr/>
          </p:nvSpPr>
          <p:spPr bwMode="auto">
            <a:xfrm>
              <a:off x="1371600" y="4255691"/>
              <a:ext cx="6359" cy="6359"/>
            </a:xfrm>
            <a:custGeom>
              <a:avLst/>
              <a:gdLst/>
              <a:ahLst/>
              <a:cxnLst>
                <a:cxn ang="0">
                  <a:pos x="0" y="2"/>
                </a:cxn>
                <a:cxn ang="0">
                  <a:pos x="0" y="0"/>
                </a:cxn>
                <a:cxn ang="0">
                  <a:pos x="0" y="2"/>
                </a:cxn>
              </a:cxnLst>
              <a:rect l="0" t="0" r="r" b="b"/>
              <a:pathLst>
                <a:path w="2" h="2">
                  <a:moveTo>
                    <a:pt x="0" y="2"/>
                  </a:moveTo>
                  <a:cubicBezTo>
                    <a:pt x="0" y="0"/>
                    <a:pt x="0" y="0"/>
                    <a:pt x="0" y="0"/>
                  </a:cubicBezTo>
                  <a:cubicBezTo>
                    <a:pt x="2" y="0"/>
                    <a:pt x="2"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5" name="Freeform 148">
              <a:extLst>
                <a:ext uri="{FF2B5EF4-FFF2-40B4-BE49-F238E27FC236}">
                  <a16:creationId xmlns:a16="http://schemas.microsoft.com/office/drawing/2014/main" id="{03945A7A-555E-B4D1-9881-17ECC8FD3D91}"/>
                </a:ext>
              </a:extLst>
            </p:cNvPr>
            <p:cNvSpPr>
              <a:spLocks/>
            </p:cNvSpPr>
            <p:nvPr/>
          </p:nvSpPr>
          <p:spPr bwMode="auto">
            <a:xfrm>
              <a:off x="1377959" y="4252512"/>
              <a:ext cx="3179" cy="3179"/>
            </a:xfrm>
            <a:custGeom>
              <a:avLst/>
              <a:gdLst/>
              <a:ahLst/>
              <a:cxnLst>
                <a:cxn ang="0">
                  <a:pos x="0" y="1"/>
                </a:cxn>
                <a:cxn ang="0">
                  <a:pos x="1" y="0"/>
                </a:cxn>
                <a:cxn ang="0">
                  <a:pos x="0" y="1"/>
                </a:cxn>
              </a:cxnLst>
              <a:rect l="0" t="0" r="r" b="b"/>
              <a:pathLst>
                <a:path w="1" h="1">
                  <a:moveTo>
                    <a:pt x="0" y="1"/>
                  </a:moveTo>
                  <a:cubicBezTo>
                    <a:pt x="1" y="0"/>
                    <a:pt x="1" y="0"/>
                    <a:pt x="1" y="0"/>
                  </a:cubicBezTo>
                  <a:cubicBezTo>
                    <a:pt x="1" y="1"/>
                    <a:pt x="1" y="1"/>
                    <a:pt x="0" y="1"/>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6" name="Freeform 149">
              <a:extLst>
                <a:ext uri="{FF2B5EF4-FFF2-40B4-BE49-F238E27FC236}">
                  <a16:creationId xmlns:a16="http://schemas.microsoft.com/office/drawing/2014/main" id="{84086D42-7EFB-C589-0F04-7CC52E0A4E06}"/>
                </a:ext>
              </a:extLst>
            </p:cNvPr>
            <p:cNvSpPr>
              <a:spLocks/>
            </p:cNvSpPr>
            <p:nvPr/>
          </p:nvSpPr>
          <p:spPr bwMode="auto">
            <a:xfrm>
              <a:off x="1362061" y="4239794"/>
              <a:ext cx="6359" cy="6359"/>
            </a:xfrm>
            <a:custGeom>
              <a:avLst/>
              <a:gdLst/>
              <a:ahLst/>
              <a:cxnLst>
                <a:cxn ang="0">
                  <a:pos x="0" y="2"/>
                </a:cxn>
                <a:cxn ang="0">
                  <a:pos x="2" y="2"/>
                </a:cxn>
                <a:cxn ang="0">
                  <a:pos x="0" y="2"/>
                </a:cxn>
              </a:cxnLst>
              <a:rect l="0" t="0" r="r" b="b"/>
              <a:pathLst>
                <a:path w="2" h="2">
                  <a:moveTo>
                    <a:pt x="0" y="2"/>
                  </a:moveTo>
                  <a:cubicBezTo>
                    <a:pt x="0" y="2"/>
                    <a:pt x="2" y="0"/>
                    <a:pt x="2" y="2"/>
                  </a:cubicBezTo>
                  <a:cubicBezTo>
                    <a:pt x="0" y="2"/>
                    <a:pt x="0"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7" name="Freeform 150">
              <a:extLst>
                <a:ext uri="{FF2B5EF4-FFF2-40B4-BE49-F238E27FC236}">
                  <a16:creationId xmlns:a16="http://schemas.microsoft.com/office/drawing/2014/main" id="{C30011BE-5EBD-12B7-DBED-8486B95C3865}"/>
                </a:ext>
              </a:extLst>
            </p:cNvPr>
            <p:cNvSpPr>
              <a:spLocks/>
            </p:cNvSpPr>
            <p:nvPr/>
          </p:nvSpPr>
          <p:spPr bwMode="auto">
            <a:xfrm>
              <a:off x="1381138" y="4239794"/>
              <a:ext cx="6359" cy="6359"/>
            </a:xfrm>
            <a:custGeom>
              <a:avLst/>
              <a:gdLst/>
              <a:ahLst/>
              <a:cxnLst>
                <a:cxn ang="0">
                  <a:pos x="0" y="2"/>
                </a:cxn>
                <a:cxn ang="0">
                  <a:pos x="2" y="2"/>
                </a:cxn>
                <a:cxn ang="0">
                  <a:pos x="0" y="2"/>
                </a:cxn>
              </a:cxnLst>
              <a:rect l="0" t="0" r="r" b="b"/>
              <a:pathLst>
                <a:path w="2" h="2">
                  <a:moveTo>
                    <a:pt x="0" y="2"/>
                  </a:moveTo>
                  <a:cubicBezTo>
                    <a:pt x="0" y="2"/>
                    <a:pt x="0" y="0"/>
                    <a:pt x="2" y="2"/>
                  </a:cubicBezTo>
                  <a:cubicBezTo>
                    <a:pt x="0" y="2"/>
                    <a:pt x="0" y="2"/>
                    <a:pt x="0"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8" name="Freeform 151">
              <a:extLst>
                <a:ext uri="{FF2B5EF4-FFF2-40B4-BE49-F238E27FC236}">
                  <a16:creationId xmlns:a16="http://schemas.microsoft.com/office/drawing/2014/main" id="{720C1065-EF8A-289F-C1D4-CED8137817AA}"/>
                </a:ext>
              </a:extLst>
            </p:cNvPr>
            <p:cNvSpPr>
              <a:spLocks/>
            </p:cNvSpPr>
            <p:nvPr/>
          </p:nvSpPr>
          <p:spPr bwMode="auto">
            <a:xfrm>
              <a:off x="1180828" y="4126922"/>
              <a:ext cx="15898" cy="17487"/>
            </a:xfrm>
            <a:custGeom>
              <a:avLst/>
              <a:gdLst/>
              <a:ahLst/>
              <a:cxnLst>
                <a:cxn ang="0">
                  <a:pos x="2" y="6"/>
                </a:cxn>
                <a:cxn ang="0">
                  <a:pos x="2" y="1"/>
                </a:cxn>
                <a:cxn ang="0">
                  <a:pos x="2" y="6"/>
                </a:cxn>
              </a:cxnLst>
              <a:rect l="0" t="0" r="r" b="b"/>
              <a:pathLst>
                <a:path w="5" h="6">
                  <a:moveTo>
                    <a:pt x="2" y="6"/>
                  </a:moveTo>
                  <a:cubicBezTo>
                    <a:pt x="0" y="6"/>
                    <a:pt x="0" y="0"/>
                    <a:pt x="2" y="1"/>
                  </a:cubicBezTo>
                  <a:cubicBezTo>
                    <a:pt x="3" y="3"/>
                    <a:pt x="5" y="5"/>
                    <a:pt x="2"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299" name="Freeform 152">
              <a:extLst>
                <a:ext uri="{FF2B5EF4-FFF2-40B4-BE49-F238E27FC236}">
                  <a16:creationId xmlns:a16="http://schemas.microsoft.com/office/drawing/2014/main" id="{672A0E85-C003-B5E7-DF8E-E34186CC5A52}"/>
                </a:ext>
              </a:extLst>
            </p:cNvPr>
            <p:cNvSpPr>
              <a:spLocks/>
            </p:cNvSpPr>
            <p:nvPr/>
          </p:nvSpPr>
          <p:spPr bwMode="auto">
            <a:xfrm>
              <a:off x="1198315" y="4101487"/>
              <a:ext cx="15898" cy="9538"/>
            </a:xfrm>
            <a:custGeom>
              <a:avLst/>
              <a:gdLst/>
              <a:ahLst/>
              <a:cxnLst>
                <a:cxn ang="0">
                  <a:pos x="2" y="2"/>
                </a:cxn>
                <a:cxn ang="0">
                  <a:pos x="3" y="2"/>
                </a:cxn>
                <a:cxn ang="0">
                  <a:pos x="2" y="2"/>
                </a:cxn>
              </a:cxnLst>
              <a:rect l="0" t="0" r="r" b="b"/>
              <a:pathLst>
                <a:path w="5" h="3">
                  <a:moveTo>
                    <a:pt x="2" y="2"/>
                  </a:moveTo>
                  <a:cubicBezTo>
                    <a:pt x="2" y="0"/>
                    <a:pt x="5" y="0"/>
                    <a:pt x="3" y="2"/>
                  </a:cubicBezTo>
                  <a:cubicBezTo>
                    <a:pt x="2" y="3"/>
                    <a:pt x="0" y="3"/>
                    <a:pt x="2"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0" name="Freeform 156">
              <a:extLst>
                <a:ext uri="{FF2B5EF4-FFF2-40B4-BE49-F238E27FC236}">
                  <a16:creationId xmlns:a16="http://schemas.microsoft.com/office/drawing/2014/main" id="{AEACC977-B829-C0F8-5365-B3C4F22F5B43}"/>
                </a:ext>
              </a:extLst>
            </p:cNvPr>
            <p:cNvSpPr>
              <a:spLocks/>
            </p:cNvSpPr>
            <p:nvPr/>
          </p:nvSpPr>
          <p:spPr bwMode="auto">
            <a:xfrm>
              <a:off x="1190366" y="4128511"/>
              <a:ext cx="7949" cy="6359"/>
            </a:xfrm>
            <a:custGeom>
              <a:avLst/>
              <a:gdLst/>
              <a:ahLst/>
              <a:cxnLst>
                <a:cxn ang="0">
                  <a:pos x="2" y="2"/>
                </a:cxn>
                <a:cxn ang="0">
                  <a:pos x="2" y="0"/>
                </a:cxn>
                <a:cxn ang="0">
                  <a:pos x="2" y="2"/>
                </a:cxn>
              </a:cxnLst>
              <a:rect l="0" t="0" r="r" b="b"/>
              <a:pathLst>
                <a:path w="3" h="2">
                  <a:moveTo>
                    <a:pt x="2" y="2"/>
                  </a:moveTo>
                  <a:cubicBezTo>
                    <a:pt x="0" y="2"/>
                    <a:pt x="2" y="0"/>
                    <a:pt x="2" y="0"/>
                  </a:cubicBezTo>
                  <a:cubicBezTo>
                    <a:pt x="3" y="0"/>
                    <a:pt x="3" y="2"/>
                    <a:pt x="2"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1" name="Freeform 273">
              <a:extLst>
                <a:ext uri="{FF2B5EF4-FFF2-40B4-BE49-F238E27FC236}">
                  <a16:creationId xmlns:a16="http://schemas.microsoft.com/office/drawing/2014/main" id="{36F9DBF5-C0CF-39FF-6BFB-3A24E5C3F32B}"/>
                </a:ext>
              </a:extLst>
            </p:cNvPr>
            <p:cNvSpPr>
              <a:spLocks/>
            </p:cNvSpPr>
            <p:nvPr/>
          </p:nvSpPr>
          <p:spPr bwMode="auto">
            <a:xfrm>
              <a:off x="1341395" y="3573692"/>
              <a:ext cx="17488" cy="9538"/>
            </a:xfrm>
            <a:custGeom>
              <a:avLst/>
              <a:gdLst/>
              <a:ahLst/>
              <a:cxnLst>
                <a:cxn ang="0">
                  <a:pos x="3" y="3"/>
                </a:cxn>
                <a:cxn ang="0">
                  <a:pos x="0" y="0"/>
                </a:cxn>
                <a:cxn ang="0">
                  <a:pos x="3" y="1"/>
                </a:cxn>
                <a:cxn ang="0">
                  <a:pos x="4" y="1"/>
                </a:cxn>
                <a:cxn ang="0">
                  <a:pos x="3" y="3"/>
                </a:cxn>
              </a:cxnLst>
              <a:rect l="0" t="0" r="r" b="b"/>
              <a:pathLst>
                <a:path w="6" h="3">
                  <a:moveTo>
                    <a:pt x="3" y="3"/>
                  </a:moveTo>
                  <a:cubicBezTo>
                    <a:pt x="0" y="1"/>
                    <a:pt x="0" y="1"/>
                    <a:pt x="0" y="0"/>
                  </a:cubicBezTo>
                  <a:cubicBezTo>
                    <a:pt x="1" y="0"/>
                    <a:pt x="1" y="1"/>
                    <a:pt x="3" y="1"/>
                  </a:cubicBezTo>
                  <a:cubicBezTo>
                    <a:pt x="3" y="1"/>
                    <a:pt x="6" y="1"/>
                    <a:pt x="4" y="1"/>
                  </a:cubicBezTo>
                  <a:cubicBezTo>
                    <a:pt x="3" y="3"/>
                    <a:pt x="3" y="3"/>
                    <a:pt x="3"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2" name="Freeform 274">
              <a:extLst>
                <a:ext uri="{FF2B5EF4-FFF2-40B4-BE49-F238E27FC236}">
                  <a16:creationId xmlns:a16="http://schemas.microsoft.com/office/drawing/2014/main" id="{682CE78C-CE8D-5045-D696-38EE1BEE5514}"/>
                </a:ext>
              </a:extLst>
            </p:cNvPr>
            <p:cNvSpPr>
              <a:spLocks/>
            </p:cNvSpPr>
            <p:nvPr/>
          </p:nvSpPr>
          <p:spPr bwMode="auto">
            <a:xfrm>
              <a:off x="2818292" y="4934511"/>
              <a:ext cx="12718" cy="20667"/>
            </a:xfrm>
            <a:custGeom>
              <a:avLst/>
              <a:gdLst/>
              <a:ahLst/>
              <a:cxnLst>
                <a:cxn ang="0">
                  <a:pos x="2" y="2"/>
                </a:cxn>
                <a:cxn ang="0">
                  <a:pos x="2" y="7"/>
                </a:cxn>
                <a:cxn ang="0">
                  <a:pos x="2" y="2"/>
                </a:cxn>
              </a:cxnLst>
              <a:rect l="0" t="0" r="r" b="b"/>
              <a:pathLst>
                <a:path w="4" h="7">
                  <a:moveTo>
                    <a:pt x="2" y="2"/>
                  </a:moveTo>
                  <a:cubicBezTo>
                    <a:pt x="2" y="0"/>
                    <a:pt x="4" y="7"/>
                    <a:pt x="2" y="7"/>
                  </a:cubicBezTo>
                  <a:cubicBezTo>
                    <a:pt x="0" y="7"/>
                    <a:pt x="0" y="2"/>
                    <a:pt x="2"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3" name="Freeform 275">
              <a:extLst>
                <a:ext uri="{FF2B5EF4-FFF2-40B4-BE49-F238E27FC236}">
                  <a16:creationId xmlns:a16="http://schemas.microsoft.com/office/drawing/2014/main" id="{79ABB1DC-8155-CB2D-3F21-1061CDE59202}"/>
                </a:ext>
              </a:extLst>
            </p:cNvPr>
            <p:cNvSpPr>
              <a:spLocks/>
            </p:cNvSpPr>
            <p:nvPr/>
          </p:nvSpPr>
          <p:spPr bwMode="auto">
            <a:xfrm>
              <a:off x="2861216" y="4974255"/>
              <a:ext cx="9539" cy="15898"/>
            </a:xfrm>
            <a:custGeom>
              <a:avLst/>
              <a:gdLst/>
              <a:ahLst/>
              <a:cxnLst>
                <a:cxn ang="0">
                  <a:pos x="2" y="3"/>
                </a:cxn>
                <a:cxn ang="0">
                  <a:pos x="2" y="2"/>
                </a:cxn>
                <a:cxn ang="0">
                  <a:pos x="2" y="3"/>
                </a:cxn>
              </a:cxnLst>
              <a:rect l="0" t="0" r="r" b="b"/>
              <a:pathLst>
                <a:path w="3" h="5">
                  <a:moveTo>
                    <a:pt x="2" y="3"/>
                  </a:moveTo>
                  <a:cubicBezTo>
                    <a:pt x="0" y="2"/>
                    <a:pt x="0" y="0"/>
                    <a:pt x="2" y="2"/>
                  </a:cubicBezTo>
                  <a:cubicBezTo>
                    <a:pt x="3" y="2"/>
                    <a:pt x="3" y="5"/>
                    <a:pt x="2" y="3"/>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4" name="Freeform 276">
              <a:extLst>
                <a:ext uri="{FF2B5EF4-FFF2-40B4-BE49-F238E27FC236}">
                  <a16:creationId xmlns:a16="http://schemas.microsoft.com/office/drawing/2014/main" id="{C2FCA75E-479A-901B-DBFD-EA07CE24B84D}"/>
                </a:ext>
              </a:extLst>
            </p:cNvPr>
            <p:cNvSpPr>
              <a:spLocks/>
            </p:cNvSpPr>
            <p:nvPr/>
          </p:nvSpPr>
          <p:spPr bwMode="auto">
            <a:xfrm>
              <a:off x="2842139" y="4958358"/>
              <a:ext cx="9539" cy="9538"/>
            </a:xfrm>
            <a:custGeom>
              <a:avLst/>
              <a:gdLst/>
              <a:ahLst/>
              <a:cxnLst>
                <a:cxn ang="0">
                  <a:pos x="2" y="0"/>
                </a:cxn>
                <a:cxn ang="0">
                  <a:pos x="3" y="3"/>
                </a:cxn>
                <a:cxn ang="0">
                  <a:pos x="2" y="0"/>
                </a:cxn>
              </a:cxnLst>
              <a:rect l="0" t="0" r="r" b="b"/>
              <a:pathLst>
                <a:path w="3" h="3">
                  <a:moveTo>
                    <a:pt x="2" y="0"/>
                  </a:moveTo>
                  <a:cubicBezTo>
                    <a:pt x="0" y="2"/>
                    <a:pt x="3" y="3"/>
                    <a:pt x="3" y="3"/>
                  </a:cubicBezTo>
                  <a:cubicBezTo>
                    <a:pt x="3" y="2"/>
                    <a:pt x="3" y="0"/>
                    <a:pt x="2" y="0"/>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5" name="Freeform 277">
              <a:extLst>
                <a:ext uri="{FF2B5EF4-FFF2-40B4-BE49-F238E27FC236}">
                  <a16:creationId xmlns:a16="http://schemas.microsoft.com/office/drawing/2014/main" id="{9B456669-8588-4532-04CE-1BCAD825AE4A}"/>
                </a:ext>
              </a:extLst>
            </p:cNvPr>
            <p:cNvSpPr>
              <a:spLocks/>
            </p:cNvSpPr>
            <p:nvPr/>
          </p:nvSpPr>
          <p:spPr bwMode="auto">
            <a:xfrm>
              <a:off x="2481261" y="4622922"/>
              <a:ext cx="271851" cy="332256"/>
            </a:xfrm>
            <a:custGeom>
              <a:avLst/>
              <a:gdLst/>
              <a:ahLst/>
              <a:cxnLst>
                <a:cxn ang="0">
                  <a:pos x="2" y="35"/>
                </a:cxn>
                <a:cxn ang="0">
                  <a:pos x="11" y="24"/>
                </a:cxn>
                <a:cxn ang="0">
                  <a:pos x="9" y="17"/>
                </a:cxn>
                <a:cxn ang="0">
                  <a:pos x="11" y="14"/>
                </a:cxn>
                <a:cxn ang="0">
                  <a:pos x="12" y="8"/>
                </a:cxn>
                <a:cxn ang="0">
                  <a:pos x="9" y="0"/>
                </a:cxn>
                <a:cxn ang="0">
                  <a:pos x="37" y="0"/>
                </a:cxn>
                <a:cxn ang="0">
                  <a:pos x="64" y="19"/>
                </a:cxn>
                <a:cxn ang="0">
                  <a:pos x="67" y="27"/>
                </a:cxn>
                <a:cxn ang="0">
                  <a:pos x="79" y="36"/>
                </a:cxn>
                <a:cxn ang="0">
                  <a:pos x="76" y="44"/>
                </a:cxn>
                <a:cxn ang="0">
                  <a:pos x="81" y="58"/>
                </a:cxn>
                <a:cxn ang="0">
                  <a:pos x="81" y="66"/>
                </a:cxn>
                <a:cxn ang="0">
                  <a:pos x="81" y="77"/>
                </a:cxn>
                <a:cxn ang="0">
                  <a:pos x="82" y="89"/>
                </a:cxn>
                <a:cxn ang="0">
                  <a:pos x="88" y="94"/>
                </a:cxn>
                <a:cxn ang="0">
                  <a:pos x="76" y="102"/>
                </a:cxn>
                <a:cxn ang="0">
                  <a:pos x="69" y="102"/>
                </a:cxn>
                <a:cxn ang="0">
                  <a:pos x="61" y="105"/>
                </a:cxn>
                <a:cxn ang="0">
                  <a:pos x="53" y="105"/>
                </a:cxn>
                <a:cxn ang="0">
                  <a:pos x="43" y="103"/>
                </a:cxn>
                <a:cxn ang="0">
                  <a:pos x="41" y="94"/>
                </a:cxn>
                <a:cxn ang="0">
                  <a:pos x="37" y="84"/>
                </a:cxn>
                <a:cxn ang="0">
                  <a:pos x="29" y="83"/>
                </a:cxn>
                <a:cxn ang="0">
                  <a:pos x="21" y="78"/>
                </a:cxn>
                <a:cxn ang="0">
                  <a:pos x="18" y="77"/>
                </a:cxn>
                <a:cxn ang="0">
                  <a:pos x="12" y="70"/>
                </a:cxn>
                <a:cxn ang="0">
                  <a:pos x="9" y="63"/>
                </a:cxn>
                <a:cxn ang="0">
                  <a:pos x="2" y="49"/>
                </a:cxn>
                <a:cxn ang="0">
                  <a:pos x="2" y="35"/>
                </a:cxn>
              </a:cxnLst>
              <a:rect l="0" t="0" r="r" b="b"/>
              <a:pathLst>
                <a:path w="88" h="108">
                  <a:moveTo>
                    <a:pt x="2" y="35"/>
                  </a:moveTo>
                  <a:cubicBezTo>
                    <a:pt x="8" y="33"/>
                    <a:pt x="6" y="28"/>
                    <a:pt x="11" y="24"/>
                  </a:cubicBezTo>
                  <a:cubicBezTo>
                    <a:pt x="15" y="19"/>
                    <a:pt x="9" y="19"/>
                    <a:pt x="9" y="17"/>
                  </a:cubicBezTo>
                  <a:cubicBezTo>
                    <a:pt x="9" y="16"/>
                    <a:pt x="11" y="16"/>
                    <a:pt x="11" y="14"/>
                  </a:cubicBezTo>
                  <a:cubicBezTo>
                    <a:pt x="12" y="14"/>
                    <a:pt x="12" y="13"/>
                    <a:pt x="12" y="8"/>
                  </a:cubicBezTo>
                  <a:cubicBezTo>
                    <a:pt x="11" y="2"/>
                    <a:pt x="9" y="3"/>
                    <a:pt x="9" y="0"/>
                  </a:cubicBezTo>
                  <a:cubicBezTo>
                    <a:pt x="12" y="0"/>
                    <a:pt x="32" y="0"/>
                    <a:pt x="37" y="0"/>
                  </a:cubicBezTo>
                  <a:cubicBezTo>
                    <a:pt x="53" y="11"/>
                    <a:pt x="60" y="16"/>
                    <a:pt x="64" y="19"/>
                  </a:cubicBezTo>
                  <a:cubicBezTo>
                    <a:pt x="70" y="22"/>
                    <a:pt x="64" y="22"/>
                    <a:pt x="67" y="27"/>
                  </a:cubicBezTo>
                  <a:cubicBezTo>
                    <a:pt x="72" y="30"/>
                    <a:pt x="78" y="36"/>
                    <a:pt x="79" y="36"/>
                  </a:cubicBezTo>
                  <a:cubicBezTo>
                    <a:pt x="76" y="41"/>
                    <a:pt x="78" y="41"/>
                    <a:pt x="76" y="44"/>
                  </a:cubicBezTo>
                  <a:cubicBezTo>
                    <a:pt x="73" y="52"/>
                    <a:pt x="78" y="55"/>
                    <a:pt x="81" y="58"/>
                  </a:cubicBezTo>
                  <a:cubicBezTo>
                    <a:pt x="82" y="63"/>
                    <a:pt x="78" y="59"/>
                    <a:pt x="81" y="66"/>
                  </a:cubicBezTo>
                  <a:cubicBezTo>
                    <a:pt x="82" y="72"/>
                    <a:pt x="78" y="69"/>
                    <a:pt x="81" y="77"/>
                  </a:cubicBezTo>
                  <a:cubicBezTo>
                    <a:pt x="84" y="84"/>
                    <a:pt x="81" y="84"/>
                    <a:pt x="82" y="89"/>
                  </a:cubicBezTo>
                  <a:cubicBezTo>
                    <a:pt x="85" y="92"/>
                    <a:pt x="85" y="89"/>
                    <a:pt x="88" y="94"/>
                  </a:cubicBezTo>
                  <a:cubicBezTo>
                    <a:pt x="85" y="97"/>
                    <a:pt x="82" y="98"/>
                    <a:pt x="76" y="102"/>
                  </a:cubicBezTo>
                  <a:cubicBezTo>
                    <a:pt x="70" y="105"/>
                    <a:pt x="69" y="97"/>
                    <a:pt x="69" y="102"/>
                  </a:cubicBezTo>
                  <a:cubicBezTo>
                    <a:pt x="67" y="106"/>
                    <a:pt x="63" y="106"/>
                    <a:pt x="61" y="105"/>
                  </a:cubicBezTo>
                  <a:cubicBezTo>
                    <a:pt x="60" y="103"/>
                    <a:pt x="56" y="108"/>
                    <a:pt x="53" y="105"/>
                  </a:cubicBezTo>
                  <a:cubicBezTo>
                    <a:pt x="50" y="100"/>
                    <a:pt x="50" y="106"/>
                    <a:pt x="43" y="103"/>
                  </a:cubicBezTo>
                  <a:cubicBezTo>
                    <a:pt x="40" y="98"/>
                    <a:pt x="43" y="98"/>
                    <a:pt x="41" y="94"/>
                  </a:cubicBezTo>
                  <a:cubicBezTo>
                    <a:pt x="40" y="89"/>
                    <a:pt x="38" y="86"/>
                    <a:pt x="37" y="84"/>
                  </a:cubicBezTo>
                  <a:cubicBezTo>
                    <a:pt x="34" y="84"/>
                    <a:pt x="31" y="84"/>
                    <a:pt x="29" y="83"/>
                  </a:cubicBezTo>
                  <a:cubicBezTo>
                    <a:pt x="21" y="78"/>
                    <a:pt x="23" y="81"/>
                    <a:pt x="21" y="78"/>
                  </a:cubicBezTo>
                  <a:cubicBezTo>
                    <a:pt x="20" y="75"/>
                    <a:pt x="20" y="80"/>
                    <a:pt x="18" y="77"/>
                  </a:cubicBezTo>
                  <a:cubicBezTo>
                    <a:pt x="17" y="74"/>
                    <a:pt x="14" y="75"/>
                    <a:pt x="12" y="70"/>
                  </a:cubicBezTo>
                  <a:cubicBezTo>
                    <a:pt x="11" y="69"/>
                    <a:pt x="9" y="67"/>
                    <a:pt x="9" y="63"/>
                  </a:cubicBezTo>
                  <a:cubicBezTo>
                    <a:pt x="8" y="59"/>
                    <a:pt x="0" y="53"/>
                    <a:pt x="2" y="49"/>
                  </a:cubicBezTo>
                  <a:cubicBezTo>
                    <a:pt x="3" y="44"/>
                    <a:pt x="0" y="41"/>
                    <a:pt x="2" y="3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6" name="Freeform 278">
              <a:extLst>
                <a:ext uri="{FF2B5EF4-FFF2-40B4-BE49-F238E27FC236}">
                  <a16:creationId xmlns:a16="http://schemas.microsoft.com/office/drawing/2014/main" id="{9D59E356-17EB-87C8-1577-86DDFF8EEB6C}"/>
                </a:ext>
              </a:extLst>
            </p:cNvPr>
            <p:cNvSpPr>
              <a:spLocks/>
            </p:cNvSpPr>
            <p:nvPr/>
          </p:nvSpPr>
          <p:spPr bwMode="auto">
            <a:xfrm>
              <a:off x="2719727" y="4761229"/>
              <a:ext cx="14307" cy="30205"/>
            </a:xfrm>
            <a:custGeom>
              <a:avLst/>
              <a:gdLst/>
              <a:ahLst/>
              <a:cxnLst>
                <a:cxn ang="0">
                  <a:pos x="2" y="9"/>
                </a:cxn>
                <a:cxn ang="0">
                  <a:pos x="2" y="4"/>
                </a:cxn>
                <a:cxn ang="0">
                  <a:pos x="3" y="4"/>
                </a:cxn>
                <a:cxn ang="0">
                  <a:pos x="3" y="7"/>
                </a:cxn>
                <a:cxn ang="0">
                  <a:pos x="2" y="9"/>
                </a:cxn>
              </a:cxnLst>
              <a:rect l="0" t="0" r="r" b="b"/>
              <a:pathLst>
                <a:path w="5" h="10">
                  <a:moveTo>
                    <a:pt x="2" y="9"/>
                  </a:moveTo>
                  <a:cubicBezTo>
                    <a:pt x="2" y="7"/>
                    <a:pt x="0" y="4"/>
                    <a:pt x="2" y="4"/>
                  </a:cubicBezTo>
                  <a:cubicBezTo>
                    <a:pt x="2" y="2"/>
                    <a:pt x="2" y="0"/>
                    <a:pt x="3" y="4"/>
                  </a:cubicBezTo>
                  <a:cubicBezTo>
                    <a:pt x="3" y="7"/>
                    <a:pt x="3" y="5"/>
                    <a:pt x="3" y="7"/>
                  </a:cubicBezTo>
                  <a:cubicBezTo>
                    <a:pt x="5" y="9"/>
                    <a:pt x="5" y="10"/>
                    <a:pt x="2" y="9"/>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7" name="Freeform 279">
              <a:extLst>
                <a:ext uri="{FF2B5EF4-FFF2-40B4-BE49-F238E27FC236}">
                  <a16:creationId xmlns:a16="http://schemas.microsoft.com/office/drawing/2014/main" id="{9437A56E-13C5-F37E-E03D-F95F356DD353}"/>
                </a:ext>
              </a:extLst>
            </p:cNvPr>
            <p:cNvSpPr>
              <a:spLocks/>
            </p:cNvSpPr>
            <p:nvPr/>
          </p:nvSpPr>
          <p:spPr bwMode="auto">
            <a:xfrm>
              <a:off x="2729265" y="4740563"/>
              <a:ext cx="7949" cy="17487"/>
            </a:xfrm>
            <a:custGeom>
              <a:avLst/>
              <a:gdLst/>
              <a:ahLst/>
              <a:cxnLst>
                <a:cxn ang="0">
                  <a:pos x="2" y="6"/>
                </a:cxn>
                <a:cxn ang="0">
                  <a:pos x="2" y="3"/>
                </a:cxn>
                <a:cxn ang="0">
                  <a:pos x="3" y="1"/>
                </a:cxn>
                <a:cxn ang="0">
                  <a:pos x="3" y="4"/>
                </a:cxn>
                <a:cxn ang="0">
                  <a:pos x="2" y="6"/>
                </a:cxn>
              </a:cxnLst>
              <a:rect l="0" t="0" r="r" b="b"/>
              <a:pathLst>
                <a:path w="3" h="6">
                  <a:moveTo>
                    <a:pt x="2" y="6"/>
                  </a:moveTo>
                  <a:cubicBezTo>
                    <a:pt x="0" y="4"/>
                    <a:pt x="2" y="4"/>
                    <a:pt x="2" y="3"/>
                  </a:cubicBezTo>
                  <a:cubicBezTo>
                    <a:pt x="2" y="1"/>
                    <a:pt x="2" y="0"/>
                    <a:pt x="3" y="1"/>
                  </a:cubicBezTo>
                  <a:cubicBezTo>
                    <a:pt x="3" y="1"/>
                    <a:pt x="3" y="1"/>
                    <a:pt x="3" y="4"/>
                  </a:cubicBezTo>
                  <a:cubicBezTo>
                    <a:pt x="3" y="6"/>
                    <a:pt x="3" y="6"/>
                    <a:pt x="2" y="6"/>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8" name="Freeform 280">
              <a:extLst>
                <a:ext uri="{FF2B5EF4-FFF2-40B4-BE49-F238E27FC236}">
                  <a16:creationId xmlns:a16="http://schemas.microsoft.com/office/drawing/2014/main" id="{D99AC6B2-4B1D-D745-0CEB-529C317A48C3}"/>
                </a:ext>
              </a:extLst>
            </p:cNvPr>
            <p:cNvSpPr>
              <a:spLocks/>
            </p:cNvSpPr>
            <p:nvPr/>
          </p:nvSpPr>
          <p:spPr bwMode="auto">
            <a:xfrm>
              <a:off x="2729265" y="4820050"/>
              <a:ext cx="14307" cy="15898"/>
            </a:xfrm>
            <a:custGeom>
              <a:avLst/>
              <a:gdLst/>
              <a:ahLst/>
              <a:cxnLst>
                <a:cxn ang="0">
                  <a:pos x="2" y="5"/>
                </a:cxn>
                <a:cxn ang="0">
                  <a:pos x="3" y="2"/>
                </a:cxn>
                <a:cxn ang="0">
                  <a:pos x="2" y="5"/>
                </a:cxn>
              </a:cxnLst>
              <a:rect l="0" t="0" r="r" b="b"/>
              <a:pathLst>
                <a:path w="5" h="5">
                  <a:moveTo>
                    <a:pt x="2" y="5"/>
                  </a:moveTo>
                  <a:cubicBezTo>
                    <a:pt x="0" y="5"/>
                    <a:pt x="5" y="0"/>
                    <a:pt x="3" y="2"/>
                  </a:cubicBezTo>
                  <a:cubicBezTo>
                    <a:pt x="3" y="3"/>
                    <a:pt x="3" y="5"/>
                    <a:pt x="2" y="5"/>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09" name="Freeform 281">
              <a:extLst>
                <a:ext uri="{FF2B5EF4-FFF2-40B4-BE49-F238E27FC236}">
                  <a16:creationId xmlns:a16="http://schemas.microsoft.com/office/drawing/2014/main" id="{BC58E26E-2C61-C0D5-F584-2E20131B5A3B}"/>
                </a:ext>
              </a:extLst>
            </p:cNvPr>
            <p:cNvSpPr>
              <a:spLocks/>
            </p:cNvSpPr>
            <p:nvPr/>
          </p:nvSpPr>
          <p:spPr bwMode="auto">
            <a:xfrm>
              <a:off x="3110811" y="5227024"/>
              <a:ext cx="25437" cy="23846"/>
            </a:xfrm>
            <a:custGeom>
              <a:avLst/>
              <a:gdLst/>
              <a:ahLst/>
              <a:cxnLst>
                <a:cxn ang="0">
                  <a:pos x="1" y="2"/>
                </a:cxn>
                <a:cxn ang="0">
                  <a:pos x="6" y="5"/>
                </a:cxn>
                <a:cxn ang="0">
                  <a:pos x="1" y="2"/>
                </a:cxn>
              </a:cxnLst>
              <a:rect l="0" t="0" r="r" b="b"/>
              <a:pathLst>
                <a:path w="8" h="8">
                  <a:moveTo>
                    <a:pt x="1" y="2"/>
                  </a:moveTo>
                  <a:cubicBezTo>
                    <a:pt x="3" y="0"/>
                    <a:pt x="8" y="4"/>
                    <a:pt x="6" y="5"/>
                  </a:cubicBezTo>
                  <a:cubicBezTo>
                    <a:pt x="5" y="8"/>
                    <a:pt x="0" y="5"/>
                    <a:pt x="1" y="2"/>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10" name="Freeform 282">
              <a:extLst>
                <a:ext uri="{FF2B5EF4-FFF2-40B4-BE49-F238E27FC236}">
                  <a16:creationId xmlns:a16="http://schemas.microsoft.com/office/drawing/2014/main" id="{D32BF63F-73AF-AC0E-37D6-A03249665FC4}"/>
                </a:ext>
              </a:extLst>
            </p:cNvPr>
            <p:cNvSpPr>
              <a:spLocks/>
            </p:cNvSpPr>
            <p:nvPr/>
          </p:nvSpPr>
          <p:spPr bwMode="auto">
            <a:xfrm>
              <a:off x="3156913" y="5196819"/>
              <a:ext cx="25437" cy="27026"/>
            </a:xfrm>
            <a:custGeom>
              <a:avLst/>
              <a:gdLst/>
              <a:ahLst/>
              <a:cxnLst>
                <a:cxn ang="0">
                  <a:pos x="5" y="7"/>
                </a:cxn>
                <a:cxn ang="0">
                  <a:pos x="6" y="3"/>
                </a:cxn>
                <a:cxn ang="0">
                  <a:pos x="5" y="7"/>
                </a:cxn>
              </a:cxnLst>
              <a:rect l="0" t="0" r="r" b="b"/>
              <a:pathLst>
                <a:path w="8" h="9">
                  <a:moveTo>
                    <a:pt x="5" y="7"/>
                  </a:moveTo>
                  <a:cubicBezTo>
                    <a:pt x="0" y="9"/>
                    <a:pt x="5" y="0"/>
                    <a:pt x="6" y="3"/>
                  </a:cubicBezTo>
                  <a:cubicBezTo>
                    <a:pt x="6" y="6"/>
                    <a:pt x="8" y="7"/>
                    <a:pt x="5" y="7"/>
                  </a:cubicBezTo>
                </a:path>
              </a:pathLst>
            </a:custGeom>
            <a:grpFill/>
            <a:ln w="6350" cmpd="sng">
              <a:solidFill>
                <a:schemeClr val="bg1"/>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sp>
          <p:nvSpPr>
            <p:cNvPr id="311" name="Freeform 507">
              <a:extLst>
                <a:ext uri="{FF2B5EF4-FFF2-40B4-BE49-F238E27FC236}">
                  <a16:creationId xmlns:a16="http://schemas.microsoft.com/office/drawing/2014/main" id="{AA51BBBE-F6F9-7C07-4684-D7EFCA3D6DEA}"/>
                </a:ext>
              </a:extLst>
            </p:cNvPr>
            <p:cNvSpPr/>
            <p:nvPr/>
          </p:nvSpPr>
          <p:spPr bwMode="ltGray">
            <a:xfrm>
              <a:off x="2342069" y="4227890"/>
              <a:ext cx="302663" cy="259661"/>
            </a:xfrm>
            <a:custGeom>
              <a:avLst/>
              <a:gdLst>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29061 w 1920955"/>
                <a:gd name="connsiteY34" fmla="*/ 688763 h 1660322"/>
                <a:gd name="connsiteX35" fmla="*/ 114774 w 1920955"/>
                <a:gd name="connsiteY35" fmla="*/ 741151 h 1660322"/>
                <a:gd name="connsiteX36" fmla="*/ 167161 w 1920955"/>
                <a:gd name="connsiteY36" fmla="*/ 779251 h 1660322"/>
                <a:gd name="connsiteX37" fmla="*/ 238599 w 1920955"/>
                <a:gd name="connsiteY37" fmla="*/ 779251 h 1660322"/>
                <a:gd name="connsiteX38" fmla="*/ 290986 w 1920955"/>
                <a:gd name="connsiteY38" fmla="*/ 817351 h 1660322"/>
                <a:gd name="connsiteX39" fmla="*/ 314799 w 1920955"/>
                <a:gd name="connsiteY39" fmla="*/ 864976 h 1660322"/>
                <a:gd name="connsiteX40" fmla="*/ 310036 w 1920955"/>
                <a:gd name="connsiteY40" fmla="*/ 884026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07095 w 1920955"/>
                <a:gd name="connsiteY34" fmla="*/ 670892 h 1660322"/>
                <a:gd name="connsiteX35" fmla="*/ 114774 w 1920955"/>
                <a:gd name="connsiteY35" fmla="*/ 741151 h 1660322"/>
                <a:gd name="connsiteX36" fmla="*/ 167161 w 1920955"/>
                <a:gd name="connsiteY36" fmla="*/ 779251 h 1660322"/>
                <a:gd name="connsiteX37" fmla="*/ 238599 w 1920955"/>
                <a:gd name="connsiteY37" fmla="*/ 779251 h 1660322"/>
                <a:gd name="connsiteX38" fmla="*/ 290986 w 1920955"/>
                <a:gd name="connsiteY38" fmla="*/ 817351 h 1660322"/>
                <a:gd name="connsiteX39" fmla="*/ 314799 w 1920955"/>
                <a:gd name="connsiteY39" fmla="*/ 864976 h 1660322"/>
                <a:gd name="connsiteX40" fmla="*/ 310036 w 1920955"/>
                <a:gd name="connsiteY40" fmla="*/ 884026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68110 w 1920955"/>
                <a:gd name="connsiteY34" fmla="*/ 637701 h 1660322"/>
                <a:gd name="connsiteX35" fmla="*/ 114774 w 1920955"/>
                <a:gd name="connsiteY35" fmla="*/ 741151 h 1660322"/>
                <a:gd name="connsiteX36" fmla="*/ 167161 w 1920955"/>
                <a:gd name="connsiteY36" fmla="*/ 779251 h 1660322"/>
                <a:gd name="connsiteX37" fmla="*/ 238599 w 1920955"/>
                <a:gd name="connsiteY37" fmla="*/ 779251 h 1660322"/>
                <a:gd name="connsiteX38" fmla="*/ 290986 w 1920955"/>
                <a:gd name="connsiteY38" fmla="*/ 817351 h 1660322"/>
                <a:gd name="connsiteX39" fmla="*/ 314799 w 1920955"/>
                <a:gd name="connsiteY39" fmla="*/ 864976 h 1660322"/>
                <a:gd name="connsiteX40" fmla="*/ 310036 w 1920955"/>
                <a:gd name="connsiteY40" fmla="*/ 884026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4774 w 1920955"/>
                <a:gd name="connsiteY35" fmla="*/ 741151 h 1660322"/>
                <a:gd name="connsiteX36" fmla="*/ 167161 w 1920955"/>
                <a:gd name="connsiteY36" fmla="*/ 779251 h 1660322"/>
                <a:gd name="connsiteX37" fmla="*/ 238599 w 1920955"/>
                <a:gd name="connsiteY37" fmla="*/ 779251 h 1660322"/>
                <a:gd name="connsiteX38" fmla="*/ 290986 w 1920955"/>
                <a:gd name="connsiteY38" fmla="*/ 817351 h 1660322"/>
                <a:gd name="connsiteX39" fmla="*/ 314799 w 1920955"/>
                <a:gd name="connsiteY39" fmla="*/ 864976 h 1660322"/>
                <a:gd name="connsiteX40" fmla="*/ 310036 w 1920955"/>
                <a:gd name="connsiteY40" fmla="*/ 884026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07453 w 1920955"/>
                <a:gd name="connsiteY35" fmla="*/ 746256 h 1660322"/>
                <a:gd name="connsiteX36" fmla="*/ 167161 w 1920955"/>
                <a:gd name="connsiteY36" fmla="*/ 779251 h 1660322"/>
                <a:gd name="connsiteX37" fmla="*/ 238599 w 1920955"/>
                <a:gd name="connsiteY37" fmla="*/ 779251 h 1660322"/>
                <a:gd name="connsiteX38" fmla="*/ 290986 w 1920955"/>
                <a:gd name="connsiteY38" fmla="*/ 817351 h 1660322"/>
                <a:gd name="connsiteX39" fmla="*/ 314799 w 1920955"/>
                <a:gd name="connsiteY39" fmla="*/ 864976 h 1660322"/>
                <a:gd name="connsiteX40" fmla="*/ 310036 w 1920955"/>
                <a:gd name="connsiteY40" fmla="*/ 884026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8599 w 1920955"/>
                <a:gd name="connsiteY37" fmla="*/ 779251 h 1660322"/>
                <a:gd name="connsiteX38" fmla="*/ 290986 w 1920955"/>
                <a:gd name="connsiteY38" fmla="*/ 817351 h 1660322"/>
                <a:gd name="connsiteX39" fmla="*/ 314799 w 1920955"/>
                <a:gd name="connsiteY39" fmla="*/ 864976 h 1660322"/>
                <a:gd name="connsiteX40" fmla="*/ 310036 w 1920955"/>
                <a:gd name="connsiteY40" fmla="*/ 884026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90986 w 1920955"/>
                <a:gd name="connsiteY38" fmla="*/ 817351 h 1660322"/>
                <a:gd name="connsiteX39" fmla="*/ 314799 w 1920955"/>
                <a:gd name="connsiteY39" fmla="*/ 864976 h 1660322"/>
                <a:gd name="connsiteX40" fmla="*/ 310036 w 1920955"/>
                <a:gd name="connsiteY40" fmla="*/ 884026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314799 w 1920955"/>
                <a:gd name="connsiteY39" fmla="*/ 864976 h 1660322"/>
                <a:gd name="connsiteX40" fmla="*/ 310036 w 1920955"/>
                <a:gd name="connsiteY40" fmla="*/ 884026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314799 w 1920955"/>
                <a:gd name="connsiteY39" fmla="*/ 864976 h 1660322"/>
                <a:gd name="connsiteX40" fmla="*/ 295393 w 1920955"/>
                <a:gd name="connsiteY40" fmla="*/ 919768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19768 h 1660322"/>
                <a:gd name="connsiteX41" fmla="*/ 338611 w 1920955"/>
                <a:gd name="connsiteY41" fmla="*/ 950701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19768 h 1660322"/>
                <a:gd name="connsiteX41" fmla="*/ 341051 w 1920955"/>
                <a:gd name="connsiteY41" fmla="*/ 968573 h 1660322"/>
                <a:gd name="connsiteX42" fmla="*/ 448149 w 1920955"/>
                <a:gd name="connsiteY42" fmla="*/ 1012613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19768 h 1660322"/>
                <a:gd name="connsiteX41" fmla="*/ 341051 w 1920955"/>
                <a:gd name="connsiteY41" fmla="*/ 968573 h 1660322"/>
                <a:gd name="connsiteX42" fmla="*/ 426184 w 1920955"/>
                <a:gd name="connsiteY42" fmla="*/ 1022825 h 1660322"/>
                <a:gd name="connsiteX43" fmla="*/ 481486 w 1920955"/>
                <a:gd name="connsiteY43" fmla="*/ 1088813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19768 h 1660322"/>
                <a:gd name="connsiteX41" fmla="*/ 341051 w 1920955"/>
                <a:gd name="connsiteY41" fmla="*/ 968573 h 1660322"/>
                <a:gd name="connsiteX42" fmla="*/ 426184 w 1920955"/>
                <a:gd name="connsiteY42" fmla="*/ 1022825 h 1660322"/>
                <a:gd name="connsiteX43" fmla="*/ 461961 w 1920955"/>
                <a:gd name="connsiteY43" fmla="*/ 1093918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29981 h 1660322"/>
                <a:gd name="connsiteX41" fmla="*/ 341051 w 1920955"/>
                <a:gd name="connsiteY41" fmla="*/ 968573 h 1660322"/>
                <a:gd name="connsiteX42" fmla="*/ 426184 w 1920955"/>
                <a:gd name="connsiteY42" fmla="*/ 1022825 h 1660322"/>
                <a:gd name="connsiteX43" fmla="*/ 461961 w 1920955"/>
                <a:gd name="connsiteY43" fmla="*/ 1093918 h 1660322"/>
                <a:gd name="connsiteX44" fmla="*/ 438624 w 1920955"/>
                <a:gd name="connsiteY44" fmla="*/ 1150726 h 1660322"/>
                <a:gd name="connsiteX45" fmla="*/ 538636 w 1920955"/>
                <a:gd name="connsiteY45" fmla="*/ 1217401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29981 h 1660322"/>
                <a:gd name="connsiteX41" fmla="*/ 341051 w 1920955"/>
                <a:gd name="connsiteY41" fmla="*/ 968573 h 1660322"/>
                <a:gd name="connsiteX42" fmla="*/ 426184 w 1920955"/>
                <a:gd name="connsiteY42" fmla="*/ 1022825 h 1660322"/>
                <a:gd name="connsiteX43" fmla="*/ 461961 w 1920955"/>
                <a:gd name="connsiteY43" fmla="*/ 1093918 h 1660322"/>
                <a:gd name="connsiteX44" fmla="*/ 438624 w 1920955"/>
                <a:gd name="connsiteY44" fmla="*/ 1150726 h 1660322"/>
                <a:gd name="connsiteX45" fmla="*/ 519111 w 1920955"/>
                <a:gd name="connsiteY45" fmla="*/ 1219954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29981 h 1660322"/>
                <a:gd name="connsiteX41" fmla="*/ 341051 w 1920955"/>
                <a:gd name="connsiteY41" fmla="*/ 968573 h 1660322"/>
                <a:gd name="connsiteX42" fmla="*/ 426184 w 1920955"/>
                <a:gd name="connsiteY42" fmla="*/ 1022825 h 1660322"/>
                <a:gd name="connsiteX43" fmla="*/ 461961 w 1920955"/>
                <a:gd name="connsiteY43" fmla="*/ 1093918 h 1660322"/>
                <a:gd name="connsiteX44" fmla="*/ 441064 w 1920955"/>
                <a:gd name="connsiteY44" fmla="*/ 1163491 h 1660322"/>
                <a:gd name="connsiteX45" fmla="*/ 519111 w 1920955"/>
                <a:gd name="connsiteY45" fmla="*/ 1219954 h 1660322"/>
                <a:gd name="connsiteX46" fmla="*/ 586261 w 1920955"/>
                <a:gd name="connsiteY46" fmla="*/ 1255501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29981 h 1660322"/>
                <a:gd name="connsiteX41" fmla="*/ 341051 w 1920955"/>
                <a:gd name="connsiteY41" fmla="*/ 968573 h 1660322"/>
                <a:gd name="connsiteX42" fmla="*/ 426184 w 1920955"/>
                <a:gd name="connsiteY42" fmla="*/ 1022825 h 1660322"/>
                <a:gd name="connsiteX43" fmla="*/ 461961 w 1920955"/>
                <a:gd name="connsiteY43" fmla="*/ 1093918 h 1660322"/>
                <a:gd name="connsiteX44" fmla="*/ 441064 w 1920955"/>
                <a:gd name="connsiteY44" fmla="*/ 1163491 h 1660322"/>
                <a:gd name="connsiteX45" fmla="*/ 519111 w 1920955"/>
                <a:gd name="connsiteY45" fmla="*/ 1219954 h 1660322"/>
                <a:gd name="connsiteX46" fmla="*/ 591143 w 1920955"/>
                <a:gd name="connsiteY46" fmla="*/ 1224864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29981 h 1660322"/>
                <a:gd name="connsiteX41" fmla="*/ 341051 w 1920955"/>
                <a:gd name="connsiteY41" fmla="*/ 968573 h 1660322"/>
                <a:gd name="connsiteX42" fmla="*/ 426184 w 1920955"/>
                <a:gd name="connsiteY42" fmla="*/ 1022825 h 1660322"/>
                <a:gd name="connsiteX43" fmla="*/ 461961 w 1920955"/>
                <a:gd name="connsiteY43" fmla="*/ 1093918 h 1660322"/>
                <a:gd name="connsiteX44" fmla="*/ 441064 w 1920955"/>
                <a:gd name="connsiteY44" fmla="*/ 1163491 h 1660322"/>
                <a:gd name="connsiteX45" fmla="*/ 519111 w 1920955"/>
                <a:gd name="connsiteY45" fmla="*/ 1219954 h 1660322"/>
                <a:gd name="connsiteX46" fmla="*/ 591143 w 1920955"/>
                <a:gd name="connsiteY46" fmla="*/ 1252948 h 1660322"/>
                <a:gd name="connsiteX47" fmla="*/ 571974 w 1920955"/>
                <a:gd name="connsiteY47" fmla="*/ 1312651 h 1660322"/>
                <a:gd name="connsiteX48" fmla="*/ 662461 w 1920955"/>
                <a:gd name="connsiteY48" fmla="*/ 1465051 h 1660322"/>
                <a:gd name="connsiteX49" fmla="*/ 757711 w 1920955"/>
                <a:gd name="connsiteY49" fmla="*/ 1512676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29981 h 1660322"/>
                <a:gd name="connsiteX41" fmla="*/ 341051 w 1920955"/>
                <a:gd name="connsiteY41" fmla="*/ 968573 h 1660322"/>
                <a:gd name="connsiteX42" fmla="*/ 426184 w 1920955"/>
                <a:gd name="connsiteY42" fmla="*/ 1022825 h 1660322"/>
                <a:gd name="connsiteX43" fmla="*/ 461961 w 1920955"/>
                <a:gd name="connsiteY43" fmla="*/ 1093918 h 1660322"/>
                <a:gd name="connsiteX44" fmla="*/ 441064 w 1920955"/>
                <a:gd name="connsiteY44" fmla="*/ 1163491 h 1660322"/>
                <a:gd name="connsiteX45" fmla="*/ 519111 w 1920955"/>
                <a:gd name="connsiteY45" fmla="*/ 1219954 h 1660322"/>
                <a:gd name="connsiteX46" fmla="*/ 591143 w 1920955"/>
                <a:gd name="connsiteY46" fmla="*/ 1252948 h 1660322"/>
                <a:gd name="connsiteX47" fmla="*/ 571974 w 1920955"/>
                <a:gd name="connsiteY47" fmla="*/ 1312651 h 1660322"/>
                <a:gd name="connsiteX48" fmla="*/ 662461 w 1920955"/>
                <a:gd name="connsiteY48" fmla="*/ 1465051 h 1660322"/>
                <a:gd name="connsiteX49" fmla="*/ 755271 w 1920955"/>
                <a:gd name="connsiteY49" fmla="*/ 1538205 h 1660322"/>
                <a:gd name="connsiteX50" fmla="*/ 805336 w 1920955"/>
                <a:gd name="connsiteY50" fmla="*/ 1488863 h 1660322"/>
                <a:gd name="connsiteX51" fmla="*/ 857724 w 1920955"/>
                <a:gd name="connsiteY51" fmla="*/ 1498388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2"/>
                <a:gd name="connsiteX1" fmla="*/ 1567336 w 1920955"/>
                <a:gd name="connsiteY1" fmla="*/ 369676 h 1660322"/>
                <a:gd name="connsiteX2" fmla="*/ 1467324 w 1920955"/>
                <a:gd name="connsiteY2" fmla="*/ 345863 h 1660322"/>
                <a:gd name="connsiteX3" fmla="*/ 1419699 w 1920955"/>
                <a:gd name="connsiteY3" fmla="*/ 317288 h 1660322"/>
                <a:gd name="connsiteX4" fmla="*/ 1367311 w 1920955"/>
                <a:gd name="connsiteY4" fmla="*/ 160126 h 1660322"/>
                <a:gd name="connsiteX5" fmla="*/ 1338736 w 1920955"/>
                <a:gd name="connsiteY5" fmla="*/ 12488 h 1660322"/>
                <a:gd name="connsiteX6" fmla="*/ 1267299 w 1920955"/>
                <a:gd name="connsiteY6" fmla="*/ 12488 h 1660322"/>
                <a:gd name="connsiteX7" fmla="*/ 1214911 w 1920955"/>
                <a:gd name="connsiteY7" fmla="*/ 50588 h 1660322"/>
                <a:gd name="connsiteX8" fmla="*/ 1214911 w 1920955"/>
                <a:gd name="connsiteY8" fmla="*/ 155363 h 1660322"/>
                <a:gd name="connsiteX9" fmla="*/ 1186336 w 1920955"/>
                <a:gd name="connsiteY9" fmla="*/ 183938 h 1660322"/>
                <a:gd name="connsiteX10" fmla="*/ 1176811 w 1920955"/>
                <a:gd name="connsiteY10" fmla="*/ 255376 h 1660322"/>
                <a:gd name="connsiteX11" fmla="*/ 1114899 w 1920955"/>
                <a:gd name="connsiteY11" fmla="*/ 298238 h 1660322"/>
                <a:gd name="connsiteX12" fmla="*/ 1005361 w 1920955"/>
                <a:gd name="connsiteY12" fmla="*/ 312526 h 1660322"/>
                <a:gd name="connsiteX13" fmla="*/ 962499 w 1920955"/>
                <a:gd name="connsiteY13" fmla="*/ 355388 h 1660322"/>
                <a:gd name="connsiteX14" fmla="*/ 838674 w 1920955"/>
                <a:gd name="connsiteY14" fmla="*/ 355388 h 1660322"/>
                <a:gd name="connsiteX15" fmla="*/ 781524 w 1920955"/>
                <a:gd name="connsiteY15" fmla="*/ 426826 h 1660322"/>
                <a:gd name="connsiteX16" fmla="*/ 781524 w 1920955"/>
                <a:gd name="connsiteY16" fmla="*/ 460163 h 1660322"/>
                <a:gd name="connsiteX17" fmla="*/ 743424 w 1920955"/>
                <a:gd name="connsiteY17" fmla="*/ 483976 h 1660322"/>
                <a:gd name="connsiteX18" fmla="*/ 671986 w 1920955"/>
                <a:gd name="connsiteY18" fmla="*/ 417301 h 1660322"/>
                <a:gd name="connsiteX19" fmla="*/ 519586 w 1920955"/>
                <a:gd name="connsiteY19" fmla="*/ 412538 h 1660322"/>
                <a:gd name="connsiteX20" fmla="*/ 457674 w 1920955"/>
                <a:gd name="connsiteY20" fmla="*/ 431588 h 1660322"/>
                <a:gd name="connsiteX21" fmla="*/ 419574 w 1920955"/>
                <a:gd name="connsiteY21" fmla="*/ 417301 h 1660322"/>
                <a:gd name="connsiteX22" fmla="*/ 400524 w 1920955"/>
                <a:gd name="connsiteY22" fmla="*/ 355388 h 1660322"/>
                <a:gd name="connsiteX23" fmla="*/ 333849 w 1920955"/>
                <a:gd name="connsiteY23" fmla="*/ 303001 h 1660322"/>
                <a:gd name="connsiteX24" fmla="*/ 286224 w 1920955"/>
                <a:gd name="connsiteY24" fmla="*/ 236326 h 1660322"/>
                <a:gd name="connsiteX25" fmla="*/ 143349 w 1920955"/>
                <a:gd name="connsiteY25" fmla="*/ 255376 h 1660322"/>
                <a:gd name="connsiteX26" fmla="*/ 124299 w 1920955"/>
                <a:gd name="connsiteY26" fmla="*/ 331576 h 1660322"/>
                <a:gd name="connsiteX27" fmla="*/ 110011 w 1920955"/>
                <a:gd name="connsiteY27" fmla="*/ 364913 h 1660322"/>
                <a:gd name="connsiteX28" fmla="*/ 133824 w 1920955"/>
                <a:gd name="connsiteY28" fmla="*/ 412538 h 1660322"/>
                <a:gd name="connsiteX29" fmla="*/ 81436 w 1920955"/>
                <a:gd name="connsiteY29" fmla="*/ 450638 h 1660322"/>
                <a:gd name="connsiteX30" fmla="*/ 33811 w 1920955"/>
                <a:gd name="connsiteY30" fmla="*/ 445876 h 1660322"/>
                <a:gd name="connsiteX31" fmla="*/ 33811 w 1920955"/>
                <a:gd name="connsiteY31" fmla="*/ 517313 h 1660322"/>
                <a:gd name="connsiteX32" fmla="*/ 474 w 1920955"/>
                <a:gd name="connsiteY32" fmla="*/ 622088 h 1660322"/>
                <a:gd name="connsiteX33" fmla="*/ 62386 w 1920955"/>
                <a:gd name="connsiteY33" fmla="*/ 698288 h 1660322"/>
                <a:gd name="connsiteX34" fmla="*/ 111977 w 1920955"/>
                <a:gd name="connsiteY34" fmla="*/ 678550 h 1660322"/>
                <a:gd name="connsiteX35" fmla="*/ 112334 w 1920955"/>
                <a:gd name="connsiteY35" fmla="*/ 748809 h 1660322"/>
                <a:gd name="connsiteX36" fmla="*/ 167161 w 1920955"/>
                <a:gd name="connsiteY36" fmla="*/ 779251 h 1660322"/>
                <a:gd name="connsiteX37" fmla="*/ 236159 w 1920955"/>
                <a:gd name="connsiteY37" fmla="*/ 789463 h 1660322"/>
                <a:gd name="connsiteX38" fmla="*/ 271462 w 1920955"/>
                <a:gd name="connsiteY38" fmla="*/ 845434 h 1660322"/>
                <a:gd name="connsiteX39" fmla="*/ 270869 w 1920955"/>
                <a:gd name="connsiteY39" fmla="*/ 890506 h 1660322"/>
                <a:gd name="connsiteX40" fmla="*/ 295393 w 1920955"/>
                <a:gd name="connsiteY40" fmla="*/ 929981 h 1660322"/>
                <a:gd name="connsiteX41" fmla="*/ 341051 w 1920955"/>
                <a:gd name="connsiteY41" fmla="*/ 968573 h 1660322"/>
                <a:gd name="connsiteX42" fmla="*/ 426184 w 1920955"/>
                <a:gd name="connsiteY42" fmla="*/ 1022825 h 1660322"/>
                <a:gd name="connsiteX43" fmla="*/ 461961 w 1920955"/>
                <a:gd name="connsiteY43" fmla="*/ 1093918 h 1660322"/>
                <a:gd name="connsiteX44" fmla="*/ 441064 w 1920955"/>
                <a:gd name="connsiteY44" fmla="*/ 1163491 h 1660322"/>
                <a:gd name="connsiteX45" fmla="*/ 519111 w 1920955"/>
                <a:gd name="connsiteY45" fmla="*/ 1219954 h 1660322"/>
                <a:gd name="connsiteX46" fmla="*/ 591143 w 1920955"/>
                <a:gd name="connsiteY46" fmla="*/ 1252948 h 1660322"/>
                <a:gd name="connsiteX47" fmla="*/ 571974 w 1920955"/>
                <a:gd name="connsiteY47" fmla="*/ 1312651 h 1660322"/>
                <a:gd name="connsiteX48" fmla="*/ 662461 w 1920955"/>
                <a:gd name="connsiteY48" fmla="*/ 1465051 h 1660322"/>
                <a:gd name="connsiteX49" fmla="*/ 755271 w 1920955"/>
                <a:gd name="connsiteY49" fmla="*/ 1538205 h 1660322"/>
                <a:gd name="connsiteX50" fmla="*/ 805336 w 1920955"/>
                <a:gd name="connsiteY50" fmla="*/ 1488863 h 1660322"/>
                <a:gd name="connsiteX51" fmla="*/ 869926 w 1920955"/>
                <a:gd name="connsiteY51" fmla="*/ 1516260 h 1660322"/>
                <a:gd name="connsiteX52" fmla="*/ 924399 w 1920955"/>
                <a:gd name="connsiteY52" fmla="*/ 1484101 h 1660322"/>
                <a:gd name="connsiteX53" fmla="*/ 933924 w 1920955"/>
                <a:gd name="connsiteY53" fmla="*/ 1431713 h 1660322"/>
                <a:gd name="connsiteX54" fmla="*/ 1014886 w 1920955"/>
                <a:gd name="connsiteY54" fmla="*/ 1507913 h 1660322"/>
                <a:gd name="connsiteX55" fmla="*/ 1067274 w 1920955"/>
                <a:gd name="connsiteY55" fmla="*/ 1584113 h 1660322"/>
                <a:gd name="connsiteX56" fmla="*/ 1100611 w 1920955"/>
                <a:gd name="connsiteY56" fmla="*/ 1660313 h 1660322"/>
                <a:gd name="connsiteX57" fmla="*/ 1133949 w 1920955"/>
                <a:gd name="connsiteY57" fmla="*/ 1579351 h 1660322"/>
                <a:gd name="connsiteX58" fmla="*/ 1176811 w 1920955"/>
                <a:gd name="connsiteY58" fmla="*/ 1598401 h 1660322"/>
                <a:gd name="connsiteX59" fmla="*/ 1210149 w 1920955"/>
                <a:gd name="connsiteY59" fmla="*/ 1617451 h 1660322"/>
                <a:gd name="connsiteX60" fmla="*/ 1233961 w 1920955"/>
                <a:gd name="connsiteY60" fmla="*/ 1579351 h 1660322"/>
                <a:gd name="connsiteX61" fmla="*/ 1267299 w 1920955"/>
                <a:gd name="connsiteY61" fmla="*/ 1655551 h 1660322"/>
                <a:gd name="connsiteX62" fmla="*/ 1348261 w 1920955"/>
                <a:gd name="connsiteY62" fmla="*/ 1626976 h 1660322"/>
                <a:gd name="connsiteX63" fmla="*/ 1414936 w 1920955"/>
                <a:gd name="connsiteY63" fmla="*/ 1555538 h 1660322"/>
                <a:gd name="connsiteX64" fmla="*/ 1433986 w 1920955"/>
                <a:gd name="connsiteY64" fmla="*/ 1607926 h 1660322"/>
                <a:gd name="connsiteX65" fmla="*/ 1410174 w 1920955"/>
                <a:gd name="connsiteY65" fmla="*/ 1612688 h 1660322"/>
                <a:gd name="connsiteX66" fmla="*/ 1543524 w 1920955"/>
                <a:gd name="connsiteY66" fmla="*/ 1579351 h 1660322"/>
                <a:gd name="connsiteX67" fmla="*/ 1581624 w 1920955"/>
                <a:gd name="connsiteY67" fmla="*/ 1507913 h 1660322"/>
                <a:gd name="connsiteX68" fmla="*/ 1643536 w 1920955"/>
                <a:gd name="connsiteY68" fmla="*/ 1412663 h 1660322"/>
                <a:gd name="connsiteX69" fmla="*/ 1714974 w 1920955"/>
                <a:gd name="connsiteY69" fmla="*/ 1384088 h 1660322"/>
                <a:gd name="connsiteX70" fmla="*/ 1772124 w 1920955"/>
                <a:gd name="connsiteY70" fmla="*/ 1379326 h 1660322"/>
                <a:gd name="connsiteX71" fmla="*/ 1772124 w 1920955"/>
                <a:gd name="connsiteY71" fmla="*/ 1450763 h 1660322"/>
                <a:gd name="connsiteX72" fmla="*/ 1886424 w 1920955"/>
                <a:gd name="connsiteY72" fmla="*/ 1446001 h 1660322"/>
                <a:gd name="connsiteX73" fmla="*/ 1919761 w 1920955"/>
                <a:gd name="connsiteY73" fmla="*/ 1441238 h 1660322"/>
                <a:gd name="connsiteX74" fmla="*/ 1853086 w 1920955"/>
                <a:gd name="connsiteY74" fmla="*/ 1398376 h 1660322"/>
                <a:gd name="connsiteX75" fmla="*/ 1853086 w 1920955"/>
                <a:gd name="connsiteY75" fmla="*/ 1303126 h 1660322"/>
                <a:gd name="connsiteX76" fmla="*/ 1853086 w 1920955"/>
                <a:gd name="connsiteY76" fmla="*/ 1245976 h 1660322"/>
                <a:gd name="connsiteX77" fmla="*/ 1810224 w 1920955"/>
                <a:gd name="connsiteY77" fmla="*/ 1236451 h 1660322"/>
                <a:gd name="connsiteX78" fmla="*/ 1734024 w 1920955"/>
                <a:gd name="connsiteY78" fmla="*/ 1155488 h 1660322"/>
                <a:gd name="connsiteX79" fmla="*/ 1695924 w 1920955"/>
                <a:gd name="connsiteY79" fmla="*/ 974513 h 1660322"/>
                <a:gd name="connsiteX80" fmla="*/ 1643536 w 1920955"/>
                <a:gd name="connsiteY80" fmla="*/ 941176 h 1660322"/>
                <a:gd name="connsiteX81" fmla="*/ 1605436 w 1920955"/>
                <a:gd name="connsiteY81" fmla="*/ 884026 h 1660322"/>
                <a:gd name="connsiteX82" fmla="*/ 1557811 w 1920955"/>
                <a:gd name="connsiteY82" fmla="*/ 836401 h 1660322"/>
                <a:gd name="connsiteX83" fmla="*/ 1505424 w 1920955"/>
                <a:gd name="connsiteY83" fmla="*/ 817351 h 1660322"/>
                <a:gd name="connsiteX84" fmla="*/ 1453036 w 1920955"/>
                <a:gd name="connsiteY84" fmla="*/ 812588 h 1660322"/>
                <a:gd name="connsiteX85" fmla="*/ 1510186 w 1920955"/>
                <a:gd name="connsiteY85" fmla="*/ 779251 h 1660322"/>
                <a:gd name="connsiteX86" fmla="*/ 1476849 w 1920955"/>
                <a:gd name="connsiteY86" fmla="*/ 745913 h 1660322"/>
                <a:gd name="connsiteX87" fmla="*/ 1481611 w 1920955"/>
                <a:gd name="connsiteY87" fmla="*/ 722101 h 1660322"/>
                <a:gd name="connsiteX88" fmla="*/ 1572099 w 1920955"/>
                <a:gd name="connsiteY88" fmla="*/ 760201 h 1660322"/>
                <a:gd name="connsiteX89" fmla="*/ 1624486 w 1920955"/>
                <a:gd name="connsiteY89" fmla="*/ 693526 h 1660322"/>
                <a:gd name="connsiteX90" fmla="*/ 1614961 w 1920955"/>
                <a:gd name="connsiteY90" fmla="*/ 550651 h 1660322"/>
                <a:gd name="connsiteX91" fmla="*/ 1610199 w 1920955"/>
                <a:gd name="connsiteY91" fmla="*/ 412538 h 1660322"/>
                <a:gd name="connsiteX0" fmla="*/ 1610199 w 1920955"/>
                <a:gd name="connsiteY0" fmla="*/ 412538 h 1660321"/>
                <a:gd name="connsiteX1" fmla="*/ 1567336 w 1920955"/>
                <a:gd name="connsiteY1" fmla="*/ 369676 h 1660321"/>
                <a:gd name="connsiteX2" fmla="*/ 1467324 w 1920955"/>
                <a:gd name="connsiteY2" fmla="*/ 345863 h 1660321"/>
                <a:gd name="connsiteX3" fmla="*/ 1419699 w 1920955"/>
                <a:gd name="connsiteY3" fmla="*/ 317288 h 1660321"/>
                <a:gd name="connsiteX4" fmla="*/ 1367311 w 1920955"/>
                <a:gd name="connsiteY4" fmla="*/ 160126 h 1660321"/>
                <a:gd name="connsiteX5" fmla="*/ 1338736 w 1920955"/>
                <a:gd name="connsiteY5" fmla="*/ 12488 h 1660321"/>
                <a:gd name="connsiteX6" fmla="*/ 1267299 w 1920955"/>
                <a:gd name="connsiteY6" fmla="*/ 12488 h 1660321"/>
                <a:gd name="connsiteX7" fmla="*/ 1214911 w 1920955"/>
                <a:gd name="connsiteY7" fmla="*/ 50588 h 1660321"/>
                <a:gd name="connsiteX8" fmla="*/ 1214911 w 1920955"/>
                <a:gd name="connsiteY8" fmla="*/ 155363 h 1660321"/>
                <a:gd name="connsiteX9" fmla="*/ 1186336 w 1920955"/>
                <a:gd name="connsiteY9" fmla="*/ 183938 h 1660321"/>
                <a:gd name="connsiteX10" fmla="*/ 1176811 w 1920955"/>
                <a:gd name="connsiteY10" fmla="*/ 255376 h 1660321"/>
                <a:gd name="connsiteX11" fmla="*/ 1114899 w 1920955"/>
                <a:gd name="connsiteY11" fmla="*/ 298238 h 1660321"/>
                <a:gd name="connsiteX12" fmla="*/ 1005361 w 1920955"/>
                <a:gd name="connsiteY12" fmla="*/ 312526 h 1660321"/>
                <a:gd name="connsiteX13" fmla="*/ 962499 w 1920955"/>
                <a:gd name="connsiteY13" fmla="*/ 355388 h 1660321"/>
                <a:gd name="connsiteX14" fmla="*/ 838674 w 1920955"/>
                <a:gd name="connsiteY14" fmla="*/ 355388 h 1660321"/>
                <a:gd name="connsiteX15" fmla="*/ 781524 w 1920955"/>
                <a:gd name="connsiteY15" fmla="*/ 426826 h 1660321"/>
                <a:gd name="connsiteX16" fmla="*/ 781524 w 1920955"/>
                <a:gd name="connsiteY16" fmla="*/ 460163 h 1660321"/>
                <a:gd name="connsiteX17" fmla="*/ 743424 w 1920955"/>
                <a:gd name="connsiteY17" fmla="*/ 483976 h 1660321"/>
                <a:gd name="connsiteX18" fmla="*/ 671986 w 1920955"/>
                <a:gd name="connsiteY18" fmla="*/ 417301 h 1660321"/>
                <a:gd name="connsiteX19" fmla="*/ 519586 w 1920955"/>
                <a:gd name="connsiteY19" fmla="*/ 412538 h 1660321"/>
                <a:gd name="connsiteX20" fmla="*/ 457674 w 1920955"/>
                <a:gd name="connsiteY20" fmla="*/ 431588 h 1660321"/>
                <a:gd name="connsiteX21" fmla="*/ 419574 w 1920955"/>
                <a:gd name="connsiteY21" fmla="*/ 417301 h 1660321"/>
                <a:gd name="connsiteX22" fmla="*/ 400524 w 1920955"/>
                <a:gd name="connsiteY22" fmla="*/ 355388 h 1660321"/>
                <a:gd name="connsiteX23" fmla="*/ 333849 w 1920955"/>
                <a:gd name="connsiteY23" fmla="*/ 303001 h 1660321"/>
                <a:gd name="connsiteX24" fmla="*/ 286224 w 1920955"/>
                <a:gd name="connsiteY24" fmla="*/ 236326 h 1660321"/>
                <a:gd name="connsiteX25" fmla="*/ 143349 w 1920955"/>
                <a:gd name="connsiteY25" fmla="*/ 255376 h 1660321"/>
                <a:gd name="connsiteX26" fmla="*/ 124299 w 1920955"/>
                <a:gd name="connsiteY26" fmla="*/ 331576 h 1660321"/>
                <a:gd name="connsiteX27" fmla="*/ 110011 w 1920955"/>
                <a:gd name="connsiteY27" fmla="*/ 364913 h 1660321"/>
                <a:gd name="connsiteX28" fmla="*/ 133824 w 1920955"/>
                <a:gd name="connsiteY28" fmla="*/ 412538 h 1660321"/>
                <a:gd name="connsiteX29" fmla="*/ 81436 w 1920955"/>
                <a:gd name="connsiteY29" fmla="*/ 450638 h 1660321"/>
                <a:gd name="connsiteX30" fmla="*/ 33811 w 1920955"/>
                <a:gd name="connsiteY30" fmla="*/ 445876 h 1660321"/>
                <a:gd name="connsiteX31" fmla="*/ 33811 w 1920955"/>
                <a:gd name="connsiteY31" fmla="*/ 517313 h 1660321"/>
                <a:gd name="connsiteX32" fmla="*/ 474 w 1920955"/>
                <a:gd name="connsiteY32" fmla="*/ 622088 h 1660321"/>
                <a:gd name="connsiteX33" fmla="*/ 62386 w 1920955"/>
                <a:gd name="connsiteY33" fmla="*/ 698288 h 1660321"/>
                <a:gd name="connsiteX34" fmla="*/ 111977 w 1920955"/>
                <a:gd name="connsiteY34" fmla="*/ 678550 h 1660321"/>
                <a:gd name="connsiteX35" fmla="*/ 112334 w 1920955"/>
                <a:gd name="connsiteY35" fmla="*/ 748809 h 1660321"/>
                <a:gd name="connsiteX36" fmla="*/ 167161 w 1920955"/>
                <a:gd name="connsiteY36" fmla="*/ 779251 h 1660321"/>
                <a:gd name="connsiteX37" fmla="*/ 236159 w 1920955"/>
                <a:gd name="connsiteY37" fmla="*/ 789463 h 1660321"/>
                <a:gd name="connsiteX38" fmla="*/ 271462 w 1920955"/>
                <a:gd name="connsiteY38" fmla="*/ 845434 h 1660321"/>
                <a:gd name="connsiteX39" fmla="*/ 270869 w 1920955"/>
                <a:gd name="connsiteY39" fmla="*/ 890506 h 1660321"/>
                <a:gd name="connsiteX40" fmla="*/ 295393 w 1920955"/>
                <a:gd name="connsiteY40" fmla="*/ 929981 h 1660321"/>
                <a:gd name="connsiteX41" fmla="*/ 341051 w 1920955"/>
                <a:gd name="connsiteY41" fmla="*/ 968573 h 1660321"/>
                <a:gd name="connsiteX42" fmla="*/ 426184 w 1920955"/>
                <a:gd name="connsiteY42" fmla="*/ 1022825 h 1660321"/>
                <a:gd name="connsiteX43" fmla="*/ 461961 w 1920955"/>
                <a:gd name="connsiteY43" fmla="*/ 1093918 h 1660321"/>
                <a:gd name="connsiteX44" fmla="*/ 441064 w 1920955"/>
                <a:gd name="connsiteY44" fmla="*/ 1163491 h 1660321"/>
                <a:gd name="connsiteX45" fmla="*/ 519111 w 1920955"/>
                <a:gd name="connsiteY45" fmla="*/ 1219954 h 1660321"/>
                <a:gd name="connsiteX46" fmla="*/ 591143 w 1920955"/>
                <a:gd name="connsiteY46" fmla="*/ 1252948 h 1660321"/>
                <a:gd name="connsiteX47" fmla="*/ 571974 w 1920955"/>
                <a:gd name="connsiteY47" fmla="*/ 1312651 h 1660321"/>
                <a:gd name="connsiteX48" fmla="*/ 662461 w 1920955"/>
                <a:gd name="connsiteY48" fmla="*/ 1465051 h 1660321"/>
                <a:gd name="connsiteX49" fmla="*/ 755271 w 1920955"/>
                <a:gd name="connsiteY49" fmla="*/ 1538205 h 1660321"/>
                <a:gd name="connsiteX50" fmla="*/ 805336 w 1920955"/>
                <a:gd name="connsiteY50" fmla="*/ 1488863 h 1660321"/>
                <a:gd name="connsiteX51" fmla="*/ 869926 w 1920955"/>
                <a:gd name="connsiteY51" fmla="*/ 1516260 h 1660321"/>
                <a:gd name="connsiteX52" fmla="*/ 924399 w 1920955"/>
                <a:gd name="connsiteY52" fmla="*/ 1484101 h 1660321"/>
                <a:gd name="connsiteX53" fmla="*/ 933924 w 1920955"/>
                <a:gd name="connsiteY53" fmla="*/ 1431713 h 1660321"/>
                <a:gd name="connsiteX54" fmla="*/ 1005123 w 1920955"/>
                <a:gd name="connsiteY54" fmla="*/ 1528337 h 1660321"/>
                <a:gd name="connsiteX55" fmla="*/ 1067274 w 1920955"/>
                <a:gd name="connsiteY55" fmla="*/ 1584113 h 1660321"/>
                <a:gd name="connsiteX56" fmla="*/ 1100611 w 1920955"/>
                <a:gd name="connsiteY56" fmla="*/ 1660313 h 1660321"/>
                <a:gd name="connsiteX57" fmla="*/ 1133949 w 1920955"/>
                <a:gd name="connsiteY57" fmla="*/ 1579351 h 1660321"/>
                <a:gd name="connsiteX58" fmla="*/ 1176811 w 1920955"/>
                <a:gd name="connsiteY58" fmla="*/ 1598401 h 1660321"/>
                <a:gd name="connsiteX59" fmla="*/ 1210149 w 1920955"/>
                <a:gd name="connsiteY59" fmla="*/ 1617451 h 1660321"/>
                <a:gd name="connsiteX60" fmla="*/ 1233961 w 1920955"/>
                <a:gd name="connsiteY60" fmla="*/ 1579351 h 1660321"/>
                <a:gd name="connsiteX61" fmla="*/ 1267299 w 1920955"/>
                <a:gd name="connsiteY61" fmla="*/ 1655551 h 1660321"/>
                <a:gd name="connsiteX62" fmla="*/ 1348261 w 1920955"/>
                <a:gd name="connsiteY62" fmla="*/ 1626976 h 1660321"/>
                <a:gd name="connsiteX63" fmla="*/ 1414936 w 1920955"/>
                <a:gd name="connsiteY63" fmla="*/ 1555538 h 1660321"/>
                <a:gd name="connsiteX64" fmla="*/ 1433986 w 1920955"/>
                <a:gd name="connsiteY64" fmla="*/ 1607926 h 1660321"/>
                <a:gd name="connsiteX65" fmla="*/ 1410174 w 1920955"/>
                <a:gd name="connsiteY65" fmla="*/ 1612688 h 1660321"/>
                <a:gd name="connsiteX66" fmla="*/ 1543524 w 1920955"/>
                <a:gd name="connsiteY66" fmla="*/ 1579351 h 1660321"/>
                <a:gd name="connsiteX67" fmla="*/ 1581624 w 1920955"/>
                <a:gd name="connsiteY67" fmla="*/ 1507913 h 1660321"/>
                <a:gd name="connsiteX68" fmla="*/ 1643536 w 1920955"/>
                <a:gd name="connsiteY68" fmla="*/ 1412663 h 1660321"/>
                <a:gd name="connsiteX69" fmla="*/ 1714974 w 1920955"/>
                <a:gd name="connsiteY69" fmla="*/ 1384088 h 1660321"/>
                <a:gd name="connsiteX70" fmla="*/ 1772124 w 1920955"/>
                <a:gd name="connsiteY70" fmla="*/ 1379326 h 1660321"/>
                <a:gd name="connsiteX71" fmla="*/ 1772124 w 1920955"/>
                <a:gd name="connsiteY71" fmla="*/ 1450763 h 1660321"/>
                <a:gd name="connsiteX72" fmla="*/ 1886424 w 1920955"/>
                <a:gd name="connsiteY72" fmla="*/ 1446001 h 1660321"/>
                <a:gd name="connsiteX73" fmla="*/ 1919761 w 1920955"/>
                <a:gd name="connsiteY73" fmla="*/ 1441238 h 1660321"/>
                <a:gd name="connsiteX74" fmla="*/ 1853086 w 1920955"/>
                <a:gd name="connsiteY74" fmla="*/ 1398376 h 1660321"/>
                <a:gd name="connsiteX75" fmla="*/ 1853086 w 1920955"/>
                <a:gd name="connsiteY75" fmla="*/ 1303126 h 1660321"/>
                <a:gd name="connsiteX76" fmla="*/ 1853086 w 1920955"/>
                <a:gd name="connsiteY76" fmla="*/ 1245976 h 1660321"/>
                <a:gd name="connsiteX77" fmla="*/ 1810224 w 1920955"/>
                <a:gd name="connsiteY77" fmla="*/ 1236451 h 1660321"/>
                <a:gd name="connsiteX78" fmla="*/ 1734024 w 1920955"/>
                <a:gd name="connsiteY78" fmla="*/ 1155488 h 1660321"/>
                <a:gd name="connsiteX79" fmla="*/ 1695924 w 1920955"/>
                <a:gd name="connsiteY79" fmla="*/ 974513 h 1660321"/>
                <a:gd name="connsiteX80" fmla="*/ 1643536 w 1920955"/>
                <a:gd name="connsiteY80" fmla="*/ 941176 h 1660321"/>
                <a:gd name="connsiteX81" fmla="*/ 1605436 w 1920955"/>
                <a:gd name="connsiteY81" fmla="*/ 884026 h 1660321"/>
                <a:gd name="connsiteX82" fmla="*/ 1557811 w 1920955"/>
                <a:gd name="connsiteY82" fmla="*/ 836401 h 1660321"/>
                <a:gd name="connsiteX83" fmla="*/ 1505424 w 1920955"/>
                <a:gd name="connsiteY83" fmla="*/ 817351 h 1660321"/>
                <a:gd name="connsiteX84" fmla="*/ 1453036 w 1920955"/>
                <a:gd name="connsiteY84" fmla="*/ 812588 h 1660321"/>
                <a:gd name="connsiteX85" fmla="*/ 1510186 w 1920955"/>
                <a:gd name="connsiteY85" fmla="*/ 779251 h 1660321"/>
                <a:gd name="connsiteX86" fmla="*/ 1476849 w 1920955"/>
                <a:gd name="connsiteY86" fmla="*/ 745913 h 1660321"/>
                <a:gd name="connsiteX87" fmla="*/ 1481611 w 1920955"/>
                <a:gd name="connsiteY87" fmla="*/ 722101 h 1660321"/>
                <a:gd name="connsiteX88" fmla="*/ 1572099 w 1920955"/>
                <a:gd name="connsiteY88" fmla="*/ 760201 h 1660321"/>
                <a:gd name="connsiteX89" fmla="*/ 1624486 w 1920955"/>
                <a:gd name="connsiteY89" fmla="*/ 693526 h 1660321"/>
                <a:gd name="connsiteX90" fmla="*/ 1614961 w 1920955"/>
                <a:gd name="connsiteY90" fmla="*/ 550651 h 1660321"/>
                <a:gd name="connsiteX91" fmla="*/ 1610199 w 1920955"/>
                <a:gd name="connsiteY91" fmla="*/ 412538 h 1660321"/>
                <a:gd name="connsiteX0" fmla="*/ 1610199 w 1920955"/>
                <a:gd name="connsiteY0" fmla="*/ 412538 h 1660321"/>
                <a:gd name="connsiteX1" fmla="*/ 1567336 w 1920955"/>
                <a:gd name="connsiteY1" fmla="*/ 369676 h 1660321"/>
                <a:gd name="connsiteX2" fmla="*/ 1467324 w 1920955"/>
                <a:gd name="connsiteY2" fmla="*/ 345863 h 1660321"/>
                <a:gd name="connsiteX3" fmla="*/ 1419699 w 1920955"/>
                <a:gd name="connsiteY3" fmla="*/ 317288 h 1660321"/>
                <a:gd name="connsiteX4" fmla="*/ 1367311 w 1920955"/>
                <a:gd name="connsiteY4" fmla="*/ 160126 h 1660321"/>
                <a:gd name="connsiteX5" fmla="*/ 1338736 w 1920955"/>
                <a:gd name="connsiteY5" fmla="*/ 12488 h 1660321"/>
                <a:gd name="connsiteX6" fmla="*/ 1267299 w 1920955"/>
                <a:gd name="connsiteY6" fmla="*/ 12488 h 1660321"/>
                <a:gd name="connsiteX7" fmla="*/ 1214911 w 1920955"/>
                <a:gd name="connsiteY7" fmla="*/ 50588 h 1660321"/>
                <a:gd name="connsiteX8" fmla="*/ 1214911 w 1920955"/>
                <a:gd name="connsiteY8" fmla="*/ 155363 h 1660321"/>
                <a:gd name="connsiteX9" fmla="*/ 1186336 w 1920955"/>
                <a:gd name="connsiteY9" fmla="*/ 183938 h 1660321"/>
                <a:gd name="connsiteX10" fmla="*/ 1176811 w 1920955"/>
                <a:gd name="connsiteY10" fmla="*/ 255376 h 1660321"/>
                <a:gd name="connsiteX11" fmla="*/ 1114899 w 1920955"/>
                <a:gd name="connsiteY11" fmla="*/ 298238 h 1660321"/>
                <a:gd name="connsiteX12" fmla="*/ 1005361 w 1920955"/>
                <a:gd name="connsiteY12" fmla="*/ 312526 h 1660321"/>
                <a:gd name="connsiteX13" fmla="*/ 962499 w 1920955"/>
                <a:gd name="connsiteY13" fmla="*/ 355388 h 1660321"/>
                <a:gd name="connsiteX14" fmla="*/ 838674 w 1920955"/>
                <a:gd name="connsiteY14" fmla="*/ 355388 h 1660321"/>
                <a:gd name="connsiteX15" fmla="*/ 781524 w 1920955"/>
                <a:gd name="connsiteY15" fmla="*/ 426826 h 1660321"/>
                <a:gd name="connsiteX16" fmla="*/ 781524 w 1920955"/>
                <a:gd name="connsiteY16" fmla="*/ 460163 h 1660321"/>
                <a:gd name="connsiteX17" fmla="*/ 743424 w 1920955"/>
                <a:gd name="connsiteY17" fmla="*/ 483976 h 1660321"/>
                <a:gd name="connsiteX18" fmla="*/ 671986 w 1920955"/>
                <a:gd name="connsiteY18" fmla="*/ 417301 h 1660321"/>
                <a:gd name="connsiteX19" fmla="*/ 519586 w 1920955"/>
                <a:gd name="connsiteY19" fmla="*/ 412538 h 1660321"/>
                <a:gd name="connsiteX20" fmla="*/ 457674 w 1920955"/>
                <a:gd name="connsiteY20" fmla="*/ 431588 h 1660321"/>
                <a:gd name="connsiteX21" fmla="*/ 419574 w 1920955"/>
                <a:gd name="connsiteY21" fmla="*/ 417301 h 1660321"/>
                <a:gd name="connsiteX22" fmla="*/ 400524 w 1920955"/>
                <a:gd name="connsiteY22" fmla="*/ 355388 h 1660321"/>
                <a:gd name="connsiteX23" fmla="*/ 333849 w 1920955"/>
                <a:gd name="connsiteY23" fmla="*/ 303001 h 1660321"/>
                <a:gd name="connsiteX24" fmla="*/ 286224 w 1920955"/>
                <a:gd name="connsiteY24" fmla="*/ 236326 h 1660321"/>
                <a:gd name="connsiteX25" fmla="*/ 143349 w 1920955"/>
                <a:gd name="connsiteY25" fmla="*/ 255376 h 1660321"/>
                <a:gd name="connsiteX26" fmla="*/ 124299 w 1920955"/>
                <a:gd name="connsiteY26" fmla="*/ 331576 h 1660321"/>
                <a:gd name="connsiteX27" fmla="*/ 110011 w 1920955"/>
                <a:gd name="connsiteY27" fmla="*/ 364913 h 1660321"/>
                <a:gd name="connsiteX28" fmla="*/ 133824 w 1920955"/>
                <a:gd name="connsiteY28" fmla="*/ 412538 h 1660321"/>
                <a:gd name="connsiteX29" fmla="*/ 81436 w 1920955"/>
                <a:gd name="connsiteY29" fmla="*/ 450638 h 1660321"/>
                <a:gd name="connsiteX30" fmla="*/ 33811 w 1920955"/>
                <a:gd name="connsiteY30" fmla="*/ 445876 h 1660321"/>
                <a:gd name="connsiteX31" fmla="*/ 33811 w 1920955"/>
                <a:gd name="connsiteY31" fmla="*/ 517313 h 1660321"/>
                <a:gd name="connsiteX32" fmla="*/ 474 w 1920955"/>
                <a:gd name="connsiteY32" fmla="*/ 622088 h 1660321"/>
                <a:gd name="connsiteX33" fmla="*/ 62386 w 1920955"/>
                <a:gd name="connsiteY33" fmla="*/ 698288 h 1660321"/>
                <a:gd name="connsiteX34" fmla="*/ 111977 w 1920955"/>
                <a:gd name="connsiteY34" fmla="*/ 678550 h 1660321"/>
                <a:gd name="connsiteX35" fmla="*/ 112334 w 1920955"/>
                <a:gd name="connsiteY35" fmla="*/ 748809 h 1660321"/>
                <a:gd name="connsiteX36" fmla="*/ 167161 w 1920955"/>
                <a:gd name="connsiteY36" fmla="*/ 779251 h 1660321"/>
                <a:gd name="connsiteX37" fmla="*/ 236159 w 1920955"/>
                <a:gd name="connsiteY37" fmla="*/ 789463 h 1660321"/>
                <a:gd name="connsiteX38" fmla="*/ 271462 w 1920955"/>
                <a:gd name="connsiteY38" fmla="*/ 845434 h 1660321"/>
                <a:gd name="connsiteX39" fmla="*/ 270869 w 1920955"/>
                <a:gd name="connsiteY39" fmla="*/ 890506 h 1660321"/>
                <a:gd name="connsiteX40" fmla="*/ 295393 w 1920955"/>
                <a:gd name="connsiteY40" fmla="*/ 929981 h 1660321"/>
                <a:gd name="connsiteX41" fmla="*/ 341051 w 1920955"/>
                <a:gd name="connsiteY41" fmla="*/ 968573 h 1660321"/>
                <a:gd name="connsiteX42" fmla="*/ 426184 w 1920955"/>
                <a:gd name="connsiteY42" fmla="*/ 1022825 h 1660321"/>
                <a:gd name="connsiteX43" fmla="*/ 461961 w 1920955"/>
                <a:gd name="connsiteY43" fmla="*/ 1093918 h 1660321"/>
                <a:gd name="connsiteX44" fmla="*/ 441064 w 1920955"/>
                <a:gd name="connsiteY44" fmla="*/ 1163491 h 1660321"/>
                <a:gd name="connsiteX45" fmla="*/ 519111 w 1920955"/>
                <a:gd name="connsiteY45" fmla="*/ 1219954 h 1660321"/>
                <a:gd name="connsiteX46" fmla="*/ 591143 w 1920955"/>
                <a:gd name="connsiteY46" fmla="*/ 1252948 h 1660321"/>
                <a:gd name="connsiteX47" fmla="*/ 571974 w 1920955"/>
                <a:gd name="connsiteY47" fmla="*/ 1312651 h 1660321"/>
                <a:gd name="connsiteX48" fmla="*/ 662461 w 1920955"/>
                <a:gd name="connsiteY48" fmla="*/ 1465051 h 1660321"/>
                <a:gd name="connsiteX49" fmla="*/ 755271 w 1920955"/>
                <a:gd name="connsiteY49" fmla="*/ 1538205 h 1660321"/>
                <a:gd name="connsiteX50" fmla="*/ 805336 w 1920955"/>
                <a:gd name="connsiteY50" fmla="*/ 1488863 h 1660321"/>
                <a:gd name="connsiteX51" fmla="*/ 869926 w 1920955"/>
                <a:gd name="connsiteY51" fmla="*/ 1516260 h 1660321"/>
                <a:gd name="connsiteX52" fmla="*/ 924399 w 1920955"/>
                <a:gd name="connsiteY52" fmla="*/ 1484101 h 1660321"/>
                <a:gd name="connsiteX53" fmla="*/ 929042 w 1920955"/>
                <a:gd name="connsiteY53" fmla="*/ 1367886 h 1660321"/>
                <a:gd name="connsiteX54" fmla="*/ 1005123 w 1920955"/>
                <a:gd name="connsiteY54" fmla="*/ 1528337 h 1660321"/>
                <a:gd name="connsiteX55" fmla="*/ 1067274 w 1920955"/>
                <a:gd name="connsiteY55" fmla="*/ 1584113 h 1660321"/>
                <a:gd name="connsiteX56" fmla="*/ 1100611 w 1920955"/>
                <a:gd name="connsiteY56" fmla="*/ 1660313 h 1660321"/>
                <a:gd name="connsiteX57" fmla="*/ 1133949 w 1920955"/>
                <a:gd name="connsiteY57" fmla="*/ 1579351 h 1660321"/>
                <a:gd name="connsiteX58" fmla="*/ 1176811 w 1920955"/>
                <a:gd name="connsiteY58" fmla="*/ 1598401 h 1660321"/>
                <a:gd name="connsiteX59" fmla="*/ 1210149 w 1920955"/>
                <a:gd name="connsiteY59" fmla="*/ 1617451 h 1660321"/>
                <a:gd name="connsiteX60" fmla="*/ 1233961 w 1920955"/>
                <a:gd name="connsiteY60" fmla="*/ 1579351 h 1660321"/>
                <a:gd name="connsiteX61" fmla="*/ 1267299 w 1920955"/>
                <a:gd name="connsiteY61" fmla="*/ 1655551 h 1660321"/>
                <a:gd name="connsiteX62" fmla="*/ 1348261 w 1920955"/>
                <a:gd name="connsiteY62" fmla="*/ 1626976 h 1660321"/>
                <a:gd name="connsiteX63" fmla="*/ 1414936 w 1920955"/>
                <a:gd name="connsiteY63" fmla="*/ 1555538 h 1660321"/>
                <a:gd name="connsiteX64" fmla="*/ 1433986 w 1920955"/>
                <a:gd name="connsiteY64" fmla="*/ 1607926 h 1660321"/>
                <a:gd name="connsiteX65" fmla="*/ 1410174 w 1920955"/>
                <a:gd name="connsiteY65" fmla="*/ 1612688 h 1660321"/>
                <a:gd name="connsiteX66" fmla="*/ 1543524 w 1920955"/>
                <a:gd name="connsiteY66" fmla="*/ 1579351 h 1660321"/>
                <a:gd name="connsiteX67" fmla="*/ 1581624 w 1920955"/>
                <a:gd name="connsiteY67" fmla="*/ 1507913 h 1660321"/>
                <a:gd name="connsiteX68" fmla="*/ 1643536 w 1920955"/>
                <a:gd name="connsiteY68" fmla="*/ 1412663 h 1660321"/>
                <a:gd name="connsiteX69" fmla="*/ 1714974 w 1920955"/>
                <a:gd name="connsiteY69" fmla="*/ 1384088 h 1660321"/>
                <a:gd name="connsiteX70" fmla="*/ 1772124 w 1920955"/>
                <a:gd name="connsiteY70" fmla="*/ 1379326 h 1660321"/>
                <a:gd name="connsiteX71" fmla="*/ 1772124 w 1920955"/>
                <a:gd name="connsiteY71" fmla="*/ 1450763 h 1660321"/>
                <a:gd name="connsiteX72" fmla="*/ 1886424 w 1920955"/>
                <a:gd name="connsiteY72" fmla="*/ 1446001 h 1660321"/>
                <a:gd name="connsiteX73" fmla="*/ 1919761 w 1920955"/>
                <a:gd name="connsiteY73" fmla="*/ 1441238 h 1660321"/>
                <a:gd name="connsiteX74" fmla="*/ 1853086 w 1920955"/>
                <a:gd name="connsiteY74" fmla="*/ 1398376 h 1660321"/>
                <a:gd name="connsiteX75" fmla="*/ 1853086 w 1920955"/>
                <a:gd name="connsiteY75" fmla="*/ 1303126 h 1660321"/>
                <a:gd name="connsiteX76" fmla="*/ 1853086 w 1920955"/>
                <a:gd name="connsiteY76" fmla="*/ 1245976 h 1660321"/>
                <a:gd name="connsiteX77" fmla="*/ 1810224 w 1920955"/>
                <a:gd name="connsiteY77" fmla="*/ 1236451 h 1660321"/>
                <a:gd name="connsiteX78" fmla="*/ 1734024 w 1920955"/>
                <a:gd name="connsiteY78" fmla="*/ 1155488 h 1660321"/>
                <a:gd name="connsiteX79" fmla="*/ 1695924 w 1920955"/>
                <a:gd name="connsiteY79" fmla="*/ 974513 h 1660321"/>
                <a:gd name="connsiteX80" fmla="*/ 1643536 w 1920955"/>
                <a:gd name="connsiteY80" fmla="*/ 941176 h 1660321"/>
                <a:gd name="connsiteX81" fmla="*/ 1605436 w 1920955"/>
                <a:gd name="connsiteY81" fmla="*/ 884026 h 1660321"/>
                <a:gd name="connsiteX82" fmla="*/ 1557811 w 1920955"/>
                <a:gd name="connsiteY82" fmla="*/ 836401 h 1660321"/>
                <a:gd name="connsiteX83" fmla="*/ 1505424 w 1920955"/>
                <a:gd name="connsiteY83" fmla="*/ 817351 h 1660321"/>
                <a:gd name="connsiteX84" fmla="*/ 1453036 w 1920955"/>
                <a:gd name="connsiteY84" fmla="*/ 812588 h 1660321"/>
                <a:gd name="connsiteX85" fmla="*/ 1510186 w 1920955"/>
                <a:gd name="connsiteY85" fmla="*/ 779251 h 1660321"/>
                <a:gd name="connsiteX86" fmla="*/ 1476849 w 1920955"/>
                <a:gd name="connsiteY86" fmla="*/ 745913 h 1660321"/>
                <a:gd name="connsiteX87" fmla="*/ 1481611 w 1920955"/>
                <a:gd name="connsiteY87" fmla="*/ 722101 h 1660321"/>
                <a:gd name="connsiteX88" fmla="*/ 1572099 w 1920955"/>
                <a:gd name="connsiteY88" fmla="*/ 760201 h 1660321"/>
                <a:gd name="connsiteX89" fmla="*/ 1624486 w 1920955"/>
                <a:gd name="connsiteY89" fmla="*/ 693526 h 1660321"/>
                <a:gd name="connsiteX90" fmla="*/ 1614961 w 1920955"/>
                <a:gd name="connsiteY90" fmla="*/ 550651 h 1660321"/>
                <a:gd name="connsiteX91" fmla="*/ 1610199 w 1920955"/>
                <a:gd name="connsiteY91" fmla="*/ 412538 h 1660321"/>
                <a:gd name="connsiteX0" fmla="*/ 1610199 w 1920955"/>
                <a:gd name="connsiteY0" fmla="*/ 412538 h 1660321"/>
                <a:gd name="connsiteX1" fmla="*/ 1567336 w 1920955"/>
                <a:gd name="connsiteY1" fmla="*/ 369676 h 1660321"/>
                <a:gd name="connsiteX2" fmla="*/ 1467324 w 1920955"/>
                <a:gd name="connsiteY2" fmla="*/ 345863 h 1660321"/>
                <a:gd name="connsiteX3" fmla="*/ 1419699 w 1920955"/>
                <a:gd name="connsiteY3" fmla="*/ 317288 h 1660321"/>
                <a:gd name="connsiteX4" fmla="*/ 1367311 w 1920955"/>
                <a:gd name="connsiteY4" fmla="*/ 160126 h 1660321"/>
                <a:gd name="connsiteX5" fmla="*/ 1338736 w 1920955"/>
                <a:gd name="connsiteY5" fmla="*/ 12488 h 1660321"/>
                <a:gd name="connsiteX6" fmla="*/ 1267299 w 1920955"/>
                <a:gd name="connsiteY6" fmla="*/ 12488 h 1660321"/>
                <a:gd name="connsiteX7" fmla="*/ 1214911 w 1920955"/>
                <a:gd name="connsiteY7" fmla="*/ 50588 h 1660321"/>
                <a:gd name="connsiteX8" fmla="*/ 1214911 w 1920955"/>
                <a:gd name="connsiteY8" fmla="*/ 155363 h 1660321"/>
                <a:gd name="connsiteX9" fmla="*/ 1186336 w 1920955"/>
                <a:gd name="connsiteY9" fmla="*/ 183938 h 1660321"/>
                <a:gd name="connsiteX10" fmla="*/ 1176811 w 1920955"/>
                <a:gd name="connsiteY10" fmla="*/ 255376 h 1660321"/>
                <a:gd name="connsiteX11" fmla="*/ 1114899 w 1920955"/>
                <a:gd name="connsiteY11" fmla="*/ 298238 h 1660321"/>
                <a:gd name="connsiteX12" fmla="*/ 1005361 w 1920955"/>
                <a:gd name="connsiteY12" fmla="*/ 312526 h 1660321"/>
                <a:gd name="connsiteX13" fmla="*/ 962499 w 1920955"/>
                <a:gd name="connsiteY13" fmla="*/ 355388 h 1660321"/>
                <a:gd name="connsiteX14" fmla="*/ 838674 w 1920955"/>
                <a:gd name="connsiteY14" fmla="*/ 355388 h 1660321"/>
                <a:gd name="connsiteX15" fmla="*/ 781524 w 1920955"/>
                <a:gd name="connsiteY15" fmla="*/ 426826 h 1660321"/>
                <a:gd name="connsiteX16" fmla="*/ 781524 w 1920955"/>
                <a:gd name="connsiteY16" fmla="*/ 460163 h 1660321"/>
                <a:gd name="connsiteX17" fmla="*/ 743424 w 1920955"/>
                <a:gd name="connsiteY17" fmla="*/ 483976 h 1660321"/>
                <a:gd name="connsiteX18" fmla="*/ 671986 w 1920955"/>
                <a:gd name="connsiteY18" fmla="*/ 417301 h 1660321"/>
                <a:gd name="connsiteX19" fmla="*/ 519586 w 1920955"/>
                <a:gd name="connsiteY19" fmla="*/ 412538 h 1660321"/>
                <a:gd name="connsiteX20" fmla="*/ 457674 w 1920955"/>
                <a:gd name="connsiteY20" fmla="*/ 431588 h 1660321"/>
                <a:gd name="connsiteX21" fmla="*/ 419574 w 1920955"/>
                <a:gd name="connsiteY21" fmla="*/ 417301 h 1660321"/>
                <a:gd name="connsiteX22" fmla="*/ 400524 w 1920955"/>
                <a:gd name="connsiteY22" fmla="*/ 355388 h 1660321"/>
                <a:gd name="connsiteX23" fmla="*/ 333849 w 1920955"/>
                <a:gd name="connsiteY23" fmla="*/ 303001 h 1660321"/>
                <a:gd name="connsiteX24" fmla="*/ 286224 w 1920955"/>
                <a:gd name="connsiteY24" fmla="*/ 236326 h 1660321"/>
                <a:gd name="connsiteX25" fmla="*/ 143349 w 1920955"/>
                <a:gd name="connsiteY25" fmla="*/ 255376 h 1660321"/>
                <a:gd name="connsiteX26" fmla="*/ 124299 w 1920955"/>
                <a:gd name="connsiteY26" fmla="*/ 331576 h 1660321"/>
                <a:gd name="connsiteX27" fmla="*/ 110011 w 1920955"/>
                <a:gd name="connsiteY27" fmla="*/ 364913 h 1660321"/>
                <a:gd name="connsiteX28" fmla="*/ 133824 w 1920955"/>
                <a:gd name="connsiteY28" fmla="*/ 412538 h 1660321"/>
                <a:gd name="connsiteX29" fmla="*/ 81436 w 1920955"/>
                <a:gd name="connsiteY29" fmla="*/ 450638 h 1660321"/>
                <a:gd name="connsiteX30" fmla="*/ 33811 w 1920955"/>
                <a:gd name="connsiteY30" fmla="*/ 445876 h 1660321"/>
                <a:gd name="connsiteX31" fmla="*/ 33811 w 1920955"/>
                <a:gd name="connsiteY31" fmla="*/ 517313 h 1660321"/>
                <a:gd name="connsiteX32" fmla="*/ 474 w 1920955"/>
                <a:gd name="connsiteY32" fmla="*/ 622088 h 1660321"/>
                <a:gd name="connsiteX33" fmla="*/ 62386 w 1920955"/>
                <a:gd name="connsiteY33" fmla="*/ 698288 h 1660321"/>
                <a:gd name="connsiteX34" fmla="*/ 111977 w 1920955"/>
                <a:gd name="connsiteY34" fmla="*/ 678550 h 1660321"/>
                <a:gd name="connsiteX35" fmla="*/ 112334 w 1920955"/>
                <a:gd name="connsiteY35" fmla="*/ 748809 h 1660321"/>
                <a:gd name="connsiteX36" fmla="*/ 167161 w 1920955"/>
                <a:gd name="connsiteY36" fmla="*/ 779251 h 1660321"/>
                <a:gd name="connsiteX37" fmla="*/ 236159 w 1920955"/>
                <a:gd name="connsiteY37" fmla="*/ 789463 h 1660321"/>
                <a:gd name="connsiteX38" fmla="*/ 271462 w 1920955"/>
                <a:gd name="connsiteY38" fmla="*/ 845434 h 1660321"/>
                <a:gd name="connsiteX39" fmla="*/ 270869 w 1920955"/>
                <a:gd name="connsiteY39" fmla="*/ 890506 h 1660321"/>
                <a:gd name="connsiteX40" fmla="*/ 295393 w 1920955"/>
                <a:gd name="connsiteY40" fmla="*/ 929981 h 1660321"/>
                <a:gd name="connsiteX41" fmla="*/ 341051 w 1920955"/>
                <a:gd name="connsiteY41" fmla="*/ 968573 h 1660321"/>
                <a:gd name="connsiteX42" fmla="*/ 426184 w 1920955"/>
                <a:gd name="connsiteY42" fmla="*/ 1022825 h 1660321"/>
                <a:gd name="connsiteX43" fmla="*/ 461961 w 1920955"/>
                <a:gd name="connsiteY43" fmla="*/ 1093918 h 1660321"/>
                <a:gd name="connsiteX44" fmla="*/ 441064 w 1920955"/>
                <a:gd name="connsiteY44" fmla="*/ 1163491 h 1660321"/>
                <a:gd name="connsiteX45" fmla="*/ 519111 w 1920955"/>
                <a:gd name="connsiteY45" fmla="*/ 1219954 h 1660321"/>
                <a:gd name="connsiteX46" fmla="*/ 591143 w 1920955"/>
                <a:gd name="connsiteY46" fmla="*/ 1252948 h 1660321"/>
                <a:gd name="connsiteX47" fmla="*/ 571974 w 1920955"/>
                <a:gd name="connsiteY47" fmla="*/ 1312651 h 1660321"/>
                <a:gd name="connsiteX48" fmla="*/ 662461 w 1920955"/>
                <a:gd name="connsiteY48" fmla="*/ 1465051 h 1660321"/>
                <a:gd name="connsiteX49" fmla="*/ 755271 w 1920955"/>
                <a:gd name="connsiteY49" fmla="*/ 1538205 h 1660321"/>
                <a:gd name="connsiteX50" fmla="*/ 805336 w 1920955"/>
                <a:gd name="connsiteY50" fmla="*/ 1488863 h 1660321"/>
                <a:gd name="connsiteX51" fmla="*/ 869926 w 1920955"/>
                <a:gd name="connsiteY51" fmla="*/ 1516260 h 1660321"/>
                <a:gd name="connsiteX52" fmla="*/ 924399 w 1920955"/>
                <a:gd name="connsiteY52" fmla="*/ 1484101 h 1660321"/>
                <a:gd name="connsiteX53" fmla="*/ 941246 w 1920955"/>
                <a:gd name="connsiteY53" fmla="*/ 1441925 h 1660321"/>
                <a:gd name="connsiteX54" fmla="*/ 1005123 w 1920955"/>
                <a:gd name="connsiteY54" fmla="*/ 1528337 h 1660321"/>
                <a:gd name="connsiteX55" fmla="*/ 1067274 w 1920955"/>
                <a:gd name="connsiteY55" fmla="*/ 1584113 h 1660321"/>
                <a:gd name="connsiteX56" fmla="*/ 1100611 w 1920955"/>
                <a:gd name="connsiteY56" fmla="*/ 1660313 h 1660321"/>
                <a:gd name="connsiteX57" fmla="*/ 1133949 w 1920955"/>
                <a:gd name="connsiteY57" fmla="*/ 1579351 h 1660321"/>
                <a:gd name="connsiteX58" fmla="*/ 1176811 w 1920955"/>
                <a:gd name="connsiteY58" fmla="*/ 1598401 h 1660321"/>
                <a:gd name="connsiteX59" fmla="*/ 1210149 w 1920955"/>
                <a:gd name="connsiteY59" fmla="*/ 1617451 h 1660321"/>
                <a:gd name="connsiteX60" fmla="*/ 1233961 w 1920955"/>
                <a:gd name="connsiteY60" fmla="*/ 1579351 h 1660321"/>
                <a:gd name="connsiteX61" fmla="*/ 1267299 w 1920955"/>
                <a:gd name="connsiteY61" fmla="*/ 1655551 h 1660321"/>
                <a:gd name="connsiteX62" fmla="*/ 1348261 w 1920955"/>
                <a:gd name="connsiteY62" fmla="*/ 1626976 h 1660321"/>
                <a:gd name="connsiteX63" fmla="*/ 1414936 w 1920955"/>
                <a:gd name="connsiteY63" fmla="*/ 1555538 h 1660321"/>
                <a:gd name="connsiteX64" fmla="*/ 1433986 w 1920955"/>
                <a:gd name="connsiteY64" fmla="*/ 1607926 h 1660321"/>
                <a:gd name="connsiteX65" fmla="*/ 1410174 w 1920955"/>
                <a:gd name="connsiteY65" fmla="*/ 1612688 h 1660321"/>
                <a:gd name="connsiteX66" fmla="*/ 1543524 w 1920955"/>
                <a:gd name="connsiteY66" fmla="*/ 1579351 h 1660321"/>
                <a:gd name="connsiteX67" fmla="*/ 1581624 w 1920955"/>
                <a:gd name="connsiteY67" fmla="*/ 1507913 h 1660321"/>
                <a:gd name="connsiteX68" fmla="*/ 1643536 w 1920955"/>
                <a:gd name="connsiteY68" fmla="*/ 1412663 h 1660321"/>
                <a:gd name="connsiteX69" fmla="*/ 1714974 w 1920955"/>
                <a:gd name="connsiteY69" fmla="*/ 1384088 h 1660321"/>
                <a:gd name="connsiteX70" fmla="*/ 1772124 w 1920955"/>
                <a:gd name="connsiteY70" fmla="*/ 1379326 h 1660321"/>
                <a:gd name="connsiteX71" fmla="*/ 1772124 w 1920955"/>
                <a:gd name="connsiteY71" fmla="*/ 1450763 h 1660321"/>
                <a:gd name="connsiteX72" fmla="*/ 1886424 w 1920955"/>
                <a:gd name="connsiteY72" fmla="*/ 1446001 h 1660321"/>
                <a:gd name="connsiteX73" fmla="*/ 1919761 w 1920955"/>
                <a:gd name="connsiteY73" fmla="*/ 1441238 h 1660321"/>
                <a:gd name="connsiteX74" fmla="*/ 1853086 w 1920955"/>
                <a:gd name="connsiteY74" fmla="*/ 1398376 h 1660321"/>
                <a:gd name="connsiteX75" fmla="*/ 1853086 w 1920955"/>
                <a:gd name="connsiteY75" fmla="*/ 1303126 h 1660321"/>
                <a:gd name="connsiteX76" fmla="*/ 1853086 w 1920955"/>
                <a:gd name="connsiteY76" fmla="*/ 1245976 h 1660321"/>
                <a:gd name="connsiteX77" fmla="*/ 1810224 w 1920955"/>
                <a:gd name="connsiteY77" fmla="*/ 1236451 h 1660321"/>
                <a:gd name="connsiteX78" fmla="*/ 1734024 w 1920955"/>
                <a:gd name="connsiteY78" fmla="*/ 1155488 h 1660321"/>
                <a:gd name="connsiteX79" fmla="*/ 1695924 w 1920955"/>
                <a:gd name="connsiteY79" fmla="*/ 974513 h 1660321"/>
                <a:gd name="connsiteX80" fmla="*/ 1643536 w 1920955"/>
                <a:gd name="connsiteY80" fmla="*/ 941176 h 1660321"/>
                <a:gd name="connsiteX81" fmla="*/ 1605436 w 1920955"/>
                <a:gd name="connsiteY81" fmla="*/ 884026 h 1660321"/>
                <a:gd name="connsiteX82" fmla="*/ 1557811 w 1920955"/>
                <a:gd name="connsiteY82" fmla="*/ 836401 h 1660321"/>
                <a:gd name="connsiteX83" fmla="*/ 1505424 w 1920955"/>
                <a:gd name="connsiteY83" fmla="*/ 817351 h 1660321"/>
                <a:gd name="connsiteX84" fmla="*/ 1453036 w 1920955"/>
                <a:gd name="connsiteY84" fmla="*/ 812588 h 1660321"/>
                <a:gd name="connsiteX85" fmla="*/ 1510186 w 1920955"/>
                <a:gd name="connsiteY85" fmla="*/ 779251 h 1660321"/>
                <a:gd name="connsiteX86" fmla="*/ 1476849 w 1920955"/>
                <a:gd name="connsiteY86" fmla="*/ 745913 h 1660321"/>
                <a:gd name="connsiteX87" fmla="*/ 1481611 w 1920955"/>
                <a:gd name="connsiteY87" fmla="*/ 722101 h 1660321"/>
                <a:gd name="connsiteX88" fmla="*/ 1572099 w 1920955"/>
                <a:gd name="connsiteY88" fmla="*/ 760201 h 1660321"/>
                <a:gd name="connsiteX89" fmla="*/ 1624486 w 1920955"/>
                <a:gd name="connsiteY89" fmla="*/ 693526 h 1660321"/>
                <a:gd name="connsiteX90" fmla="*/ 1614961 w 1920955"/>
                <a:gd name="connsiteY90" fmla="*/ 550651 h 1660321"/>
                <a:gd name="connsiteX91" fmla="*/ 1610199 w 1920955"/>
                <a:gd name="connsiteY91" fmla="*/ 412538 h 1660321"/>
                <a:gd name="connsiteX0" fmla="*/ 1610199 w 1920955"/>
                <a:gd name="connsiteY0" fmla="*/ 412538 h 1660321"/>
                <a:gd name="connsiteX1" fmla="*/ 1567336 w 1920955"/>
                <a:gd name="connsiteY1" fmla="*/ 369676 h 1660321"/>
                <a:gd name="connsiteX2" fmla="*/ 1467324 w 1920955"/>
                <a:gd name="connsiteY2" fmla="*/ 345863 h 1660321"/>
                <a:gd name="connsiteX3" fmla="*/ 1419699 w 1920955"/>
                <a:gd name="connsiteY3" fmla="*/ 317288 h 1660321"/>
                <a:gd name="connsiteX4" fmla="*/ 1367311 w 1920955"/>
                <a:gd name="connsiteY4" fmla="*/ 160126 h 1660321"/>
                <a:gd name="connsiteX5" fmla="*/ 1338736 w 1920955"/>
                <a:gd name="connsiteY5" fmla="*/ 12488 h 1660321"/>
                <a:gd name="connsiteX6" fmla="*/ 1267299 w 1920955"/>
                <a:gd name="connsiteY6" fmla="*/ 12488 h 1660321"/>
                <a:gd name="connsiteX7" fmla="*/ 1214911 w 1920955"/>
                <a:gd name="connsiteY7" fmla="*/ 50588 h 1660321"/>
                <a:gd name="connsiteX8" fmla="*/ 1214911 w 1920955"/>
                <a:gd name="connsiteY8" fmla="*/ 155363 h 1660321"/>
                <a:gd name="connsiteX9" fmla="*/ 1186336 w 1920955"/>
                <a:gd name="connsiteY9" fmla="*/ 183938 h 1660321"/>
                <a:gd name="connsiteX10" fmla="*/ 1176811 w 1920955"/>
                <a:gd name="connsiteY10" fmla="*/ 255376 h 1660321"/>
                <a:gd name="connsiteX11" fmla="*/ 1114899 w 1920955"/>
                <a:gd name="connsiteY11" fmla="*/ 298238 h 1660321"/>
                <a:gd name="connsiteX12" fmla="*/ 1005361 w 1920955"/>
                <a:gd name="connsiteY12" fmla="*/ 312526 h 1660321"/>
                <a:gd name="connsiteX13" fmla="*/ 962499 w 1920955"/>
                <a:gd name="connsiteY13" fmla="*/ 355388 h 1660321"/>
                <a:gd name="connsiteX14" fmla="*/ 838674 w 1920955"/>
                <a:gd name="connsiteY14" fmla="*/ 355388 h 1660321"/>
                <a:gd name="connsiteX15" fmla="*/ 781524 w 1920955"/>
                <a:gd name="connsiteY15" fmla="*/ 426826 h 1660321"/>
                <a:gd name="connsiteX16" fmla="*/ 781524 w 1920955"/>
                <a:gd name="connsiteY16" fmla="*/ 460163 h 1660321"/>
                <a:gd name="connsiteX17" fmla="*/ 743424 w 1920955"/>
                <a:gd name="connsiteY17" fmla="*/ 483976 h 1660321"/>
                <a:gd name="connsiteX18" fmla="*/ 671986 w 1920955"/>
                <a:gd name="connsiteY18" fmla="*/ 417301 h 1660321"/>
                <a:gd name="connsiteX19" fmla="*/ 519586 w 1920955"/>
                <a:gd name="connsiteY19" fmla="*/ 412538 h 1660321"/>
                <a:gd name="connsiteX20" fmla="*/ 457674 w 1920955"/>
                <a:gd name="connsiteY20" fmla="*/ 431588 h 1660321"/>
                <a:gd name="connsiteX21" fmla="*/ 419574 w 1920955"/>
                <a:gd name="connsiteY21" fmla="*/ 417301 h 1660321"/>
                <a:gd name="connsiteX22" fmla="*/ 400524 w 1920955"/>
                <a:gd name="connsiteY22" fmla="*/ 355388 h 1660321"/>
                <a:gd name="connsiteX23" fmla="*/ 333849 w 1920955"/>
                <a:gd name="connsiteY23" fmla="*/ 303001 h 1660321"/>
                <a:gd name="connsiteX24" fmla="*/ 286224 w 1920955"/>
                <a:gd name="connsiteY24" fmla="*/ 236326 h 1660321"/>
                <a:gd name="connsiteX25" fmla="*/ 143349 w 1920955"/>
                <a:gd name="connsiteY25" fmla="*/ 255376 h 1660321"/>
                <a:gd name="connsiteX26" fmla="*/ 124299 w 1920955"/>
                <a:gd name="connsiteY26" fmla="*/ 331576 h 1660321"/>
                <a:gd name="connsiteX27" fmla="*/ 110011 w 1920955"/>
                <a:gd name="connsiteY27" fmla="*/ 364913 h 1660321"/>
                <a:gd name="connsiteX28" fmla="*/ 133824 w 1920955"/>
                <a:gd name="connsiteY28" fmla="*/ 412538 h 1660321"/>
                <a:gd name="connsiteX29" fmla="*/ 81436 w 1920955"/>
                <a:gd name="connsiteY29" fmla="*/ 450638 h 1660321"/>
                <a:gd name="connsiteX30" fmla="*/ 33811 w 1920955"/>
                <a:gd name="connsiteY30" fmla="*/ 445876 h 1660321"/>
                <a:gd name="connsiteX31" fmla="*/ 33811 w 1920955"/>
                <a:gd name="connsiteY31" fmla="*/ 517313 h 1660321"/>
                <a:gd name="connsiteX32" fmla="*/ 474 w 1920955"/>
                <a:gd name="connsiteY32" fmla="*/ 622088 h 1660321"/>
                <a:gd name="connsiteX33" fmla="*/ 62386 w 1920955"/>
                <a:gd name="connsiteY33" fmla="*/ 698288 h 1660321"/>
                <a:gd name="connsiteX34" fmla="*/ 111977 w 1920955"/>
                <a:gd name="connsiteY34" fmla="*/ 678550 h 1660321"/>
                <a:gd name="connsiteX35" fmla="*/ 112334 w 1920955"/>
                <a:gd name="connsiteY35" fmla="*/ 748809 h 1660321"/>
                <a:gd name="connsiteX36" fmla="*/ 167161 w 1920955"/>
                <a:gd name="connsiteY36" fmla="*/ 779251 h 1660321"/>
                <a:gd name="connsiteX37" fmla="*/ 236159 w 1920955"/>
                <a:gd name="connsiteY37" fmla="*/ 789463 h 1660321"/>
                <a:gd name="connsiteX38" fmla="*/ 271462 w 1920955"/>
                <a:gd name="connsiteY38" fmla="*/ 845434 h 1660321"/>
                <a:gd name="connsiteX39" fmla="*/ 270869 w 1920955"/>
                <a:gd name="connsiteY39" fmla="*/ 890506 h 1660321"/>
                <a:gd name="connsiteX40" fmla="*/ 295393 w 1920955"/>
                <a:gd name="connsiteY40" fmla="*/ 929981 h 1660321"/>
                <a:gd name="connsiteX41" fmla="*/ 341051 w 1920955"/>
                <a:gd name="connsiteY41" fmla="*/ 968573 h 1660321"/>
                <a:gd name="connsiteX42" fmla="*/ 426184 w 1920955"/>
                <a:gd name="connsiteY42" fmla="*/ 1022825 h 1660321"/>
                <a:gd name="connsiteX43" fmla="*/ 461961 w 1920955"/>
                <a:gd name="connsiteY43" fmla="*/ 1093918 h 1660321"/>
                <a:gd name="connsiteX44" fmla="*/ 441064 w 1920955"/>
                <a:gd name="connsiteY44" fmla="*/ 1163491 h 1660321"/>
                <a:gd name="connsiteX45" fmla="*/ 519111 w 1920955"/>
                <a:gd name="connsiteY45" fmla="*/ 1219954 h 1660321"/>
                <a:gd name="connsiteX46" fmla="*/ 591143 w 1920955"/>
                <a:gd name="connsiteY46" fmla="*/ 1252948 h 1660321"/>
                <a:gd name="connsiteX47" fmla="*/ 571974 w 1920955"/>
                <a:gd name="connsiteY47" fmla="*/ 1312651 h 1660321"/>
                <a:gd name="connsiteX48" fmla="*/ 662461 w 1920955"/>
                <a:gd name="connsiteY48" fmla="*/ 1465051 h 1660321"/>
                <a:gd name="connsiteX49" fmla="*/ 755271 w 1920955"/>
                <a:gd name="connsiteY49" fmla="*/ 1538205 h 1660321"/>
                <a:gd name="connsiteX50" fmla="*/ 805336 w 1920955"/>
                <a:gd name="connsiteY50" fmla="*/ 1488863 h 1660321"/>
                <a:gd name="connsiteX51" fmla="*/ 869926 w 1920955"/>
                <a:gd name="connsiteY51" fmla="*/ 1516260 h 1660321"/>
                <a:gd name="connsiteX52" fmla="*/ 924399 w 1920955"/>
                <a:gd name="connsiteY52" fmla="*/ 1484101 h 1660321"/>
                <a:gd name="connsiteX53" fmla="*/ 941246 w 1920955"/>
                <a:gd name="connsiteY53" fmla="*/ 1441925 h 1660321"/>
                <a:gd name="connsiteX54" fmla="*/ 1005123 w 1920955"/>
                <a:gd name="connsiteY54" fmla="*/ 1528337 h 1660321"/>
                <a:gd name="connsiteX55" fmla="*/ 1067274 w 1920955"/>
                <a:gd name="connsiteY55" fmla="*/ 1584113 h 1660321"/>
                <a:gd name="connsiteX56" fmla="*/ 1100611 w 1920955"/>
                <a:gd name="connsiteY56" fmla="*/ 1660313 h 1660321"/>
                <a:gd name="connsiteX57" fmla="*/ 1133949 w 1920955"/>
                <a:gd name="connsiteY57" fmla="*/ 1579351 h 1660321"/>
                <a:gd name="connsiteX58" fmla="*/ 1176811 w 1920955"/>
                <a:gd name="connsiteY58" fmla="*/ 1598401 h 1660321"/>
                <a:gd name="connsiteX59" fmla="*/ 1210149 w 1920955"/>
                <a:gd name="connsiteY59" fmla="*/ 1617451 h 1660321"/>
                <a:gd name="connsiteX60" fmla="*/ 1233961 w 1920955"/>
                <a:gd name="connsiteY60" fmla="*/ 1579351 h 1660321"/>
                <a:gd name="connsiteX61" fmla="*/ 1267299 w 1920955"/>
                <a:gd name="connsiteY61" fmla="*/ 1655551 h 1660321"/>
                <a:gd name="connsiteX62" fmla="*/ 1348261 w 1920955"/>
                <a:gd name="connsiteY62" fmla="*/ 1626976 h 1660321"/>
                <a:gd name="connsiteX63" fmla="*/ 1414936 w 1920955"/>
                <a:gd name="connsiteY63" fmla="*/ 1555538 h 1660321"/>
                <a:gd name="connsiteX64" fmla="*/ 1433986 w 1920955"/>
                <a:gd name="connsiteY64" fmla="*/ 1607926 h 1660321"/>
                <a:gd name="connsiteX65" fmla="*/ 1410174 w 1920955"/>
                <a:gd name="connsiteY65" fmla="*/ 1612688 h 1660321"/>
                <a:gd name="connsiteX66" fmla="*/ 1543524 w 1920955"/>
                <a:gd name="connsiteY66" fmla="*/ 1579351 h 1660321"/>
                <a:gd name="connsiteX67" fmla="*/ 1581624 w 1920955"/>
                <a:gd name="connsiteY67" fmla="*/ 1507913 h 1660321"/>
                <a:gd name="connsiteX68" fmla="*/ 1643536 w 1920955"/>
                <a:gd name="connsiteY68" fmla="*/ 1412663 h 1660321"/>
                <a:gd name="connsiteX69" fmla="*/ 1714974 w 1920955"/>
                <a:gd name="connsiteY69" fmla="*/ 1384088 h 1660321"/>
                <a:gd name="connsiteX70" fmla="*/ 1772124 w 1920955"/>
                <a:gd name="connsiteY70" fmla="*/ 1379326 h 1660321"/>
                <a:gd name="connsiteX71" fmla="*/ 1772124 w 1920955"/>
                <a:gd name="connsiteY71" fmla="*/ 1450763 h 1660321"/>
                <a:gd name="connsiteX72" fmla="*/ 1886424 w 1920955"/>
                <a:gd name="connsiteY72" fmla="*/ 1446001 h 1660321"/>
                <a:gd name="connsiteX73" fmla="*/ 1919761 w 1920955"/>
                <a:gd name="connsiteY73" fmla="*/ 1441238 h 1660321"/>
                <a:gd name="connsiteX74" fmla="*/ 1853086 w 1920955"/>
                <a:gd name="connsiteY74" fmla="*/ 1398376 h 1660321"/>
                <a:gd name="connsiteX75" fmla="*/ 1853086 w 1920955"/>
                <a:gd name="connsiteY75" fmla="*/ 1303126 h 1660321"/>
                <a:gd name="connsiteX76" fmla="*/ 1853086 w 1920955"/>
                <a:gd name="connsiteY76" fmla="*/ 1245976 h 1660321"/>
                <a:gd name="connsiteX77" fmla="*/ 1810224 w 1920955"/>
                <a:gd name="connsiteY77" fmla="*/ 1236451 h 1660321"/>
                <a:gd name="connsiteX78" fmla="*/ 1734024 w 1920955"/>
                <a:gd name="connsiteY78" fmla="*/ 1155488 h 1660321"/>
                <a:gd name="connsiteX79" fmla="*/ 1695924 w 1920955"/>
                <a:gd name="connsiteY79" fmla="*/ 974513 h 1660321"/>
                <a:gd name="connsiteX80" fmla="*/ 1643536 w 1920955"/>
                <a:gd name="connsiteY80" fmla="*/ 941176 h 1660321"/>
                <a:gd name="connsiteX81" fmla="*/ 1605436 w 1920955"/>
                <a:gd name="connsiteY81" fmla="*/ 884026 h 1660321"/>
                <a:gd name="connsiteX82" fmla="*/ 1557811 w 1920955"/>
                <a:gd name="connsiteY82" fmla="*/ 836401 h 1660321"/>
                <a:gd name="connsiteX83" fmla="*/ 1505424 w 1920955"/>
                <a:gd name="connsiteY83" fmla="*/ 817351 h 1660321"/>
                <a:gd name="connsiteX84" fmla="*/ 1453036 w 1920955"/>
                <a:gd name="connsiteY84" fmla="*/ 812588 h 1660321"/>
                <a:gd name="connsiteX85" fmla="*/ 1510186 w 1920955"/>
                <a:gd name="connsiteY85" fmla="*/ 779251 h 1660321"/>
                <a:gd name="connsiteX86" fmla="*/ 1476849 w 1920955"/>
                <a:gd name="connsiteY86" fmla="*/ 745913 h 1660321"/>
                <a:gd name="connsiteX87" fmla="*/ 1481611 w 1920955"/>
                <a:gd name="connsiteY87" fmla="*/ 722101 h 1660321"/>
                <a:gd name="connsiteX88" fmla="*/ 1572099 w 1920955"/>
                <a:gd name="connsiteY88" fmla="*/ 760201 h 1660321"/>
                <a:gd name="connsiteX89" fmla="*/ 1624486 w 1920955"/>
                <a:gd name="connsiteY89" fmla="*/ 693526 h 1660321"/>
                <a:gd name="connsiteX90" fmla="*/ 1614961 w 1920955"/>
                <a:gd name="connsiteY90" fmla="*/ 550651 h 1660321"/>
                <a:gd name="connsiteX91" fmla="*/ 1610199 w 1920955"/>
                <a:gd name="connsiteY91" fmla="*/ 412538 h 1660321"/>
                <a:gd name="connsiteX0" fmla="*/ 1610199 w 1920955"/>
                <a:gd name="connsiteY0" fmla="*/ 412538 h 1660500"/>
                <a:gd name="connsiteX1" fmla="*/ 1567336 w 1920955"/>
                <a:gd name="connsiteY1" fmla="*/ 369676 h 1660500"/>
                <a:gd name="connsiteX2" fmla="*/ 1467324 w 1920955"/>
                <a:gd name="connsiteY2" fmla="*/ 345863 h 1660500"/>
                <a:gd name="connsiteX3" fmla="*/ 1419699 w 1920955"/>
                <a:gd name="connsiteY3" fmla="*/ 317288 h 1660500"/>
                <a:gd name="connsiteX4" fmla="*/ 1367311 w 1920955"/>
                <a:gd name="connsiteY4" fmla="*/ 160126 h 1660500"/>
                <a:gd name="connsiteX5" fmla="*/ 1338736 w 1920955"/>
                <a:gd name="connsiteY5" fmla="*/ 12488 h 1660500"/>
                <a:gd name="connsiteX6" fmla="*/ 1267299 w 1920955"/>
                <a:gd name="connsiteY6" fmla="*/ 12488 h 1660500"/>
                <a:gd name="connsiteX7" fmla="*/ 1214911 w 1920955"/>
                <a:gd name="connsiteY7" fmla="*/ 50588 h 1660500"/>
                <a:gd name="connsiteX8" fmla="*/ 1214911 w 1920955"/>
                <a:gd name="connsiteY8" fmla="*/ 155363 h 1660500"/>
                <a:gd name="connsiteX9" fmla="*/ 1186336 w 1920955"/>
                <a:gd name="connsiteY9" fmla="*/ 183938 h 1660500"/>
                <a:gd name="connsiteX10" fmla="*/ 1176811 w 1920955"/>
                <a:gd name="connsiteY10" fmla="*/ 255376 h 1660500"/>
                <a:gd name="connsiteX11" fmla="*/ 1114899 w 1920955"/>
                <a:gd name="connsiteY11" fmla="*/ 298238 h 1660500"/>
                <a:gd name="connsiteX12" fmla="*/ 1005361 w 1920955"/>
                <a:gd name="connsiteY12" fmla="*/ 312526 h 1660500"/>
                <a:gd name="connsiteX13" fmla="*/ 962499 w 1920955"/>
                <a:gd name="connsiteY13" fmla="*/ 355388 h 1660500"/>
                <a:gd name="connsiteX14" fmla="*/ 838674 w 1920955"/>
                <a:gd name="connsiteY14" fmla="*/ 355388 h 1660500"/>
                <a:gd name="connsiteX15" fmla="*/ 781524 w 1920955"/>
                <a:gd name="connsiteY15" fmla="*/ 426826 h 1660500"/>
                <a:gd name="connsiteX16" fmla="*/ 781524 w 1920955"/>
                <a:gd name="connsiteY16" fmla="*/ 460163 h 1660500"/>
                <a:gd name="connsiteX17" fmla="*/ 743424 w 1920955"/>
                <a:gd name="connsiteY17" fmla="*/ 483976 h 1660500"/>
                <a:gd name="connsiteX18" fmla="*/ 671986 w 1920955"/>
                <a:gd name="connsiteY18" fmla="*/ 417301 h 1660500"/>
                <a:gd name="connsiteX19" fmla="*/ 519586 w 1920955"/>
                <a:gd name="connsiteY19" fmla="*/ 412538 h 1660500"/>
                <a:gd name="connsiteX20" fmla="*/ 457674 w 1920955"/>
                <a:gd name="connsiteY20" fmla="*/ 431588 h 1660500"/>
                <a:gd name="connsiteX21" fmla="*/ 419574 w 1920955"/>
                <a:gd name="connsiteY21" fmla="*/ 417301 h 1660500"/>
                <a:gd name="connsiteX22" fmla="*/ 400524 w 1920955"/>
                <a:gd name="connsiteY22" fmla="*/ 355388 h 1660500"/>
                <a:gd name="connsiteX23" fmla="*/ 333849 w 1920955"/>
                <a:gd name="connsiteY23" fmla="*/ 303001 h 1660500"/>
                <a:gd name="connsiteX24" fmla="*/ 286224 w 1920955"/>
                <a:gd name="connsiteY24" fmla="*/ 236326 h 1660500"/>
                <a:gd name="connsiteX25" fmla="*/ 143349 w 1920955"/>
                <a:gd name="connsiteY25" fmla="*/ 255376 h 1660500"/>
                <a:gd name="connsiteX26" fmla="*/ 124299 w 1920955"/>
                <a:gd name="connsiteY26" fmla="*/ 331576 h 1660500"/>
                <a:gd name="connsiteX27" fmla="*/ 110011 w 1920955"/>
                <a:gd name="connsiteY27" fmla="*/ 364913 h 1660500"/>
                <a:gd name="connsiteX28" fmla="*/ 133824 w 1920955"/>
                <a:gd name="connsiteY28" fmla="*/ 412538 h 1660500"/>
                <a:gd name="connsiteX29" fmla="*/ 81436 w 1920955"/>
                <a:gd name="connsiteY29" fmla="*/ 450638 h 1660500"/>
                <a:gd name="connsiteX30" fmla="*/ 33811 w 1920955"/>
                <a:gd name="connsiteY30" fmla="*/ 445876 h 1660500"/>
                <a:gd name="connsiteX31" fmla="*/ 33811 w 1920955"/>
                <a:gd name="connsiteY31" fmla="*/ 517313 h 1660500"/>
                <a:gd name="connsiteX32" fmla="*/ 474 w 1920955"/>
                <a:gd name="connsiteY32" fmla="*/ 622088 h 1660500"/>
                <a:gd name="connsiteX33" fmla="*/ 62386 w 1920955"/>
                <a:gd name="connsiteY33" fmla="*/ 698288 h 1660500"/>
                <a:gd name="connsiteX34" fmla="*/ 111977 w 1920955"/>
                <a:gd name="connsiteY34" fmla="*/ 678550 h 1660500"/>
                <a:gd name="connsiteX35" fmla="*/ 112334 w 1920955"/>
                <a:gd name="connsiteY35" fmla="*/ 748809 h 1660500"/>
                <a:gd name="connsiteX36" fmla="*/ 167161 w 1920955"/>
                <a:gd name="connsiteY36" fmla="*/ 779251 h 1660500"/>
                <a:gd name="connsiteX37" fmla="*/ 236159 w 1920955"/>
                <a:gd name="connsiteY37" fmla="*/ 789463 h 1660500"/>
                <a:gd name="connsiteX38" fmla="*/ 271462 w 1920955"/>
                <a:gd name="connsiteY38" fmla="*/ 845434 h 1660500"/>
                <a:gd name="connsiteX39" fmla="*/ 270869 w 1920955"/>
                <a:gd name="connsiteY39" fmla="*/ 890506 h 1660500"/>
                <a:gd name="connsiteX40" fmla="*/ 295393 w 1920955"/>
                <a:gd name="connsiteY40" fmla="*/ 929981 h 1660500"/>
                <a:gd name="connsiteX41" fmla="*/ 341051 w 1920955"/>
                <a:gd name="connsiteY41" fmla="*/ 968573 h 1660500"/>
                <a:gd name="connsiteX42" fmla="*/ 426184 w 1920955"/>
                <a:gd name="connsiteY42" fmla="*/ 1022825 h 1660500"/>
                <a:gd name="connsiteX43" fmla="*/ 461961 w 1920955"/>
                <a:gd name="connsiteY43" fmla="*/ 1093918 h 1660500"/>
                <a:gd name="connsiteX44" fmla="*/ 441064 w 1920955"/>
                <a:gd name="connsiteY44" fmla="*/ 1163491 h 1660500"/>
                <a:gd name="connsiteX45" fmla="*/ 519111 w 1920955"/>
                <a:gd name="connsiteY45" fmla="*/ 1219954 h 1660500"/>
                <a:gd name="connsiteX46" fmla="*/ 591143 w 1920955"/>
                <a:gd name="connsiteY46" fmla="*/ 1252948 h 1660500"/>
                <a:gd name="connsiteX47" fmla="*/ 571974 w 1920955"/>
                <a:gd name="connsiteY47" fmla="*/ 1312651 h 1660500"/>
                <a:gd name="connsiteX48" fmla="*/ 662461 w 1920955"/>
                <a:gd name="connsiteY48" fmla="*/ 1465051 h 1660500"/>
                <a:gd name="connsiteX49" fmla="*/ 755271 w 1920955"/>
                <a:gd name="connsiteY49" fmla="*/ 1538205 h 1660500"/>
                <a:gd name="connsiteX50" fmla="*/ 805336 w 1920955"/>
                <a:gd name="connsiteY50" fmla="*/ 1488863 h 1660500"/>
                <a:gd name="connsiteX51" fmla="*/ 869926 w 1920955"/>
                <a:gd name="connsiteY51" fmla="*/ 1516260 h 1660500"/>
                <a:gd name="connsiteX52" fmla="*/ 924399 w 1920955"/>
                <a:gd name="connsiteY52" fmla="*/ 1484101 h 1660500"/>
                <a:gd name="connsiteX53" fmla="*/ 941246 w 1920955"/>
                <a:gd name="connsiteY53" fmla="*/ 1441925 h 1660500"/>
                <a:gd name="connsiteX54" fmla="*/ 1005123 w 1920955"/>
                <a:gd name="connsiteY54" fmla="*/ 1528337 h 1660500"/>
                <a:gd name="connsiteX55" fmla="*/ 1050190 w 1920955"/>
                <a:gd name="connsiteY55" fmla="*/ 1599431 h 1660500"/>
                <a:gd name="connsiteX56" fmla="*/ 1100611 w 1920955"/>
                <a:gd name="connsiteY56" fmla="*/ 1660313 h 1660500"/>
                <a:gd name="connsiteX57" fmla="*/ 1133949 w 1920955"/>
                <a:gd name="connsiteY57" fmla="*/ 1579351 h 1660500"/>
                <a:gd name="connsiteX58" fmla="*/ 1176811 w 1920955"/>
                <a:gd name="connsiteY58" fmla="*/ 1598401 h 1660500"/>
                <a:gd name="connsiteX59" fmla="*/ 1210149 w 1920955"/>
                <a:gd name="connsiteY59" fmla="*/ 1617451 h 1660500"/>
                <a:gd name="connsiteX60" fmla="*/ 1233961 w 1920955"/>
                <a:gd name="connsiteY60" fmla="*/ 1579351 h 1660500"/>
                <a:gd name="connsiteX61" fmla="*/ 1267299 w 1920955"/>
                <a:gd name="connsiteY61" fmla="*/ 1655551 h 1660500"/>
                <a:gd name="connsiteX62" fmla="*/ 1348261 w 1920955"/>
                <a:gd name="connsiteY62" fmla="*/ 1626976 h 1660500"/>
                <a:gd name="connsiteX63" fmla="*/ 1414936 w 1920955"/>
                <a:gd name="connsiteY63" fmla="*/ 1555538 h 1660500"/>
                <a:gd name="connsiteX64" fmla="*/ 1433986 w 1920955"/>
                <a:gd name="connsiteY64" fmla="*/ 1607926 h 1660500"/>
                <a:gd name="connsiteX65" fmla="*/ 1410174 w 1920955"/>
                <a:gd name="connsiteY65" fmla="*/ 1612688 h 1660500"/>
                <a:gd name="connsiteX66" fmla="*/ 1543524 w 1920955"/>
                <a:gd name="connsiteY66" fmla="*/ 1579351 h 1660500"/>
                <a:gd name="connsiteX67" fmla="*/ 1581624 w 1920955"/>
                <a:gd name="connsiteY67" fmla="*/ 1507913 h 1660500"/>
                <a:gd name="connsiteX68" fmla="*/ 1643536 w 1920955"/>
                <a:gd name="connsiteY68" fmla="*/ 1412663 h 1660500"/>
                <a:gd name="connsiteX69" fmla="*/ 1714974 w 1920955"/>
                <a:gd name="connsiteY69" fmla="*/ 1384088 h 1660500"/>
                <a:gd name="connsiteX70" fmla="*/ 1772124 w 1920955"/>
                <a:gd name="connsiteY70" fmla="*/ 1379326 h 1660500"/>
                <a:gd name="connsiteX71" fmla="*/ 1772124 w 1920955"/>
                <a:gd name="connsiteY71" fmla="*/ 1450763 h 1660500"/>
                <a:gd name="connsiteX72" fmla="*/ 1886424 w 1920955"/>
                <a:gd name="connsiteY72" fmla="*/ 1446001 h 1660500"/>
                <a:gd name="connsiteX73" fmla="*/ 1919761 w 1920955"/>
                <a:gd name="connsiteY73" fmla="*/ 1441238 h 1660500"/>
                <a:gd name="connsiteX74" fmla="*/ 1853086 w 1920955"/>
                <a:gd name="connsiteY74" fmla="*/ 1398376 h 1660500"/>
                <a:gd name="connsiteX75" fmla="*/ 1853086 w 1920955"/>
                <a:gd name="connsiteY75" fmla="*/ 1303126 h 1660500"/>
                <a:gd name="connsiteX76" fmla="*/ 1853086 w 1920955"/>
                <a:gd name="connsiteY76" fmla="*/ 1245976 h 1660500"/>
                <a:gd name="connsiteX77" fmla="*/ 1810224 w 1920955"/>
                <a:gd name="connsiteY77" fmla="*/ 1236451 h 1660500"/>
                <a:gd name="connsiteX78" fmla="*/ 1734024 w 1920955"/>
                <a:gd name="connsiteY78" fmla="*/ 1155488 h 1660500"/>
                <a:gd name="connsiteX79" fmla="*/ 1695924 w 1920955"/>
                <a:gd name="connsiteY79" fmla="*/ 974513 h 1660500"/>
                <a:gd name="connsiteX80" fmla="*/ 1643536 w 1920955"/>
                <a:gd name="connsiteY80" fmla="*/ 941176 h 1660500"/>
                <a:gd name="connsiteX81" fmla="*/ 1605436 w 1920955"/>
                <a:gd name="connsiteY81" fmla="*/ 884026 h 1660500"/>
                <a:gd name="connsiteX82" fmla="*/ 1557811 w 1920955"/>
                <a:gd name="connsiteY82" fmla="*/ 836401 h 1660500"/>
                <a:gd name="connsiteX83" fmla="*/ 1505424 w 1920955"/>
                <a:gd name="connsiteY83" fmla="*/ 817351 h 1660500"/>
                <a:gd name="connsiteX84" fmla="*/ 1453036 w 1920955"/>
                <a:gd name="connsiteY84" fmla="*/ 812588 h 1660500"/>
                <a:gd name="connsiteX85" fmla="*/ 1510186 w 1920955"/>
                <a:gd name="connsiteY85" fmla="*/ 779251 h 1660500"/>
                <a:gd name="connsiteX86" fmla="*/ 1476849 w 1920955"/>
                <a:gd name="connsiteY86" fmla="*/ 745913 h 1660500"/>
                <a:gd name="connsiteX87" fmla="*/ 1481611 w 1920955"/>
                <a:gd name="connsiteY87" fmla="*/ 722101 h 1660500"/>
                <a:gd name="connsiteX88" fmla="*/ 1572099 w 1920955"/>
                <a:gd name="connsiteY88" fmla="*/ 760201 h 1660500"/>
                <a:gd name="connsiteX89" fmla="*/ 1624486 w 1920955"/>
                <a:gd name="connsiteY89" fmla="*/ 693526 h 1660500"/>
                <a:gd name="connsiteX90" fmla="*/ 1614961 w 1920955"/>
                <a:gd name="connsiteY90" fmla="*/ 550651 h 1660500"/>
                <a:gd name="connsiteX91" fmla="*/ 1610199 w 1920955"/>
                <a:gd name="connsiteY91" fmla="*/ 412538 h 1660500"/>
                <a:gd name="connsiteX0" fmla="*/ 1610199 w 1920955"/>
                <a:gd name="connsiteY0" fmla="*/ 412538 h 1660500"/>
                <a:gd name="connsiteX1" fmla="*/ 1567336 w 1920955"/>
                <a:gd name="connsiteY1" fmla="*/ 369676 h 1660500"/>
                <a:gd name="connsiteX2" fmla="*/ 1467324 w 1920955"/>
                <a:gd name="connsiteY2" fmla="*/ 345863 h 1660500"/>
                <a:gd name="connsiteX3" fmla="*/ 1419699 w 1920955"/>
                <a:gd name="connsiteY3" fmla="*/ 317288 h 1660500"/>
                <a:gd name="connsiteX4" fmla="*/ 1367311 w 1920955"/>
                <a:gd name="connsiteY4" fmla="*/ 160126 h 1660500"/>
                <a:gd name="connsiteX5" fmla="*/ 1338736 w 1920955"/>
                <a:gd name="connsiteY5" fmla="*/ 12488 h 1660500"/>
                <a:gd name="connsiteX6" fmla="*/ 1267299 w 1920955"/>
                <a:gd name="connsiteY6" fmla="*/ 12488 h 1660500"/>
                <a:gd name="connsiteX7" fmla="*/ 1214911 w 1920955"/>
                <a:gd name="connsiteY7" fmla="*/ 50588 h 1660500"/>
                <a:gd name="connsiteX8" fmla="*/ 1214911 w 1920955"/>
                <a:gd name="connsiteY8" fmla="*/ 155363 h 1660500"/>
                <a:gd name="connsiteX9" fmla="*/ 1186336 w 1920955"/>
                <a:gd name="connsiteY9" fmla="*/ 183938 h 1660500"/>
                <a:gd name="connsiteX10" fmla="*/ 1176811 w 1920955"/>
                <a:gd name="connsiteY10" fmla="*/ 255376 h 1660500"/>
                <a:gd name="connsiteX11" fmla="*/ 1114899 w 1920955"/>
                <a:gd name="connsiteY11" fmla="*/ 298238 h 1660500"/>
                <a:gd name="connsiteX12" fmla="*/ 1005361 w 1920955"/>
                <a:gd name="connsiteY12" fmla="*/ 312526 h 1660500"/>
                <a:gd name="connsiteX13" fmla="*/ 962499 w 1920955"/>
                <a:gd name="connsiteY13" fmla="*/ 355388 h 1660500"/>
                <a:gd name="connsiteX14" fmla="*/ 838674 w 1920955"/>
                <a:gd name="connsiteY14" fmla="*/ 355388 h 1660500"/>
                <a:gd name="connsiteX15" fmla="*/ 781524 w 1920955"/>
                <a:gd name="connsiteY15" fmla="*/ 426826 h 1660500"/>
                <a:gd name="connsiteX16" fmla="*/ 781524 w 1920955"/>
                <a:gd name="connsiteY16" fmla="*/ 460163 h 1660500"/>
                <a:gd name="connsiteX17" fmla="*/ 743424 w 1920955"/>
                <a:gd name="connsiteY17" fmla="*/ 483976 h 1660500"/>
                <a:gd name="connsiteX18" fmla="*/ 671986 w 1920955"/>
                <a:gd name="connsiteY18" fmla="*/ 417301 h 1660500"/>
                <a:gd name="connsiteX19" fmla="*/ 519586 w 1920955"/>
                <a:gd name="connsiteY19" fmla="*/ 412538 h 1660500"/>
                <a:gd name="connsiteX20" fmla="*/ 457674 w 1920955"/>
                <a:gd name="connsiteY20" fmla="*/ 431588 h 1660500"/>
                <a:gd name="connsiteX21" fmla="*/ 419574 w 1920955"/>
                <a:gd name="connsiteY21" fmla="*/ 417301 h 1660500"/>
                <a:gd name="connsiteX22" fmla="*/ 400524 w 1920955"/>
                <a:gd name="connsiteY22" fmla="*/ 355388 h 1660500"/>
                <a:gd name="connsiteX23" fmla="*/ 333849 w 1920955"/>
                <a:gd name="connsiteY23" fmla="*/ 303001 h 1660500"/>
                <a:gd name="connsiteX24" fmla="*/ 286224 w 1920955"/>
                <a:gd name="connsiteY24" fmla="*/ 236326 h 1660500"/>
                <a:gd name="connsiteX25" fmla="*/ 143349 w 1920955"/>
                <a:gd name="connsiteY25" fmla="*/ 255376 h 1660500"/>
                <a:gd name="connsiteX26" fmla="*/ 124299 w 1920955"/>
                <a:gd name="connsiteY26" fmla="*/ 331576 h 1660500"/>
                <a:gd name="connsiteX27" fmla="*/ 110011 w 1920955"/>
                <a:gd name="connsiteY27" fmla="*/ 364913 h 1660500"/>
                <a:gd name="connsiteX28" fmla="*/ 133824 w 1920955"/>
                <a:gd name="connsiteY28" fmla="*/ 412538 h 1660500"/>
                <a:gd name="connsiteX29" fmla="*/ 81436 w 1920955"/>
                <a:gd name="connsiteY29" fmla="*/ 450638 h 1660500"/>
                <a:gd name="connsiteX30" fmla="*/ 33811 w 1920955"/>
                <a:gd name="connsiteY30" fmla="*/ 445876 h 1660500"/>
                <a:gd name="connsiteX31" fmla="*/ 33811 w 1920955"/>
                <a:gd name="connsiteY31" fmla="*/ 517313 h 1660500"/>
                <a:gd name="connsiteX32" fmla="*/ 474 w 1920955"/>
                <a:gd name="connsiteY32" fmla="*/ 622088 h 1660500"/>
                <a:gd name="connsiteX33" fmla="*/ 62386 w 1920955"/>
                <a:gd name="connsiteY33" fmla="*/ 698288 h 1660500"/>
                <a:gd name="connsiteX34" fmla="*/ 111977 w 1920955"/>
                <a:gd name="connsiteY34" fmla="*/ 678550 h 1660500"/>
                <a:gd name="connsiteX35" fmla="*/ 112334 w 1920955"/>
                <a:gd name="connsiteY35" fmla="*/ 748809 h 1660500"/>
                <a:gd name="connsiteX36" fmla="*/ 167161 w 1920955"/>
                <a:gd name="connsiteY36" fmla="*/ 779251 h 1660500"/>
                <a:gd name="connsiteX37" fmla="*/ 236159 w 1920955"/>
                <a:gd name="connsiteY37" fmla="*/ 789463 h 1660500"/>
                <a:gd name="connsiteX38" fmla="*/ 271462 w 1920955"/>
                <a:gd name="connsiteY38" fmla="*/ 845434 h 1660500"/>
                <a:gd name="connsiteX39" fmla="*/ 270869 w 1920955"/>
                <a:gd name="connsiteY39" fmla="*/ 890506 h 1660500"/>
                <a:gd name="connsiteX40" fmla="*/ 295393 w 1920955"/>
                <a:gd name="connsiteY40" fmla="*/ 929981 h 1660500"/>
                <a:gd name="connsiteX41" fmla="*/ 341051 w 1920955"/>
                <a:gd name="connsiteY41" fmla="*/ 968573 h 1660500"/>
                <a:gd name="connsiteX42" fmla="*/ 426184 w 1920955"/>
                <a:gd name="connsiteY42" fmla="*/ 1022825 h 1660500"/>
                <a:gd name="connsiteX43" fmla="*/ 461961 w 1920955"/>
                <a:gd name="connsiteY43" fmla="*/ 1093918 h 1660500"/>
                <a:gd name="connsiteX44" fmla="*/ 441064 w 1920955"/>
                <a:gd name="connsiteY44" fmla="*/ 1163491 h 1660500"/>
                <a:gd name="connsiteX45" fmla="*/ 519111 w 1920955"/>
                <a:gd name="connsiteY45" fmla="*/ 1219954 h 1660500"/>
                <a:gd name="connsiteX46" fmla="*/ 591143 w 1920955"/>
                <a:gd name="connsiteY46" fmla="*/ 1252948 h 1660500"/>
                <a:gd name="connsiteX47" fmla="*/ 571974 w 1920955"/>
                <a:gd name="connsiteY47" fmla="*/ 1312651 h 1660500"/>
                <a:gd name="connsiteX48" fmla="*/ 662461 w 1920955"/>
                <a:gd name="connsiteY48" fmla="*/ 1465051 h 1660500"/>
                <a:gd name="connsiteX49" fmla="*/ 755271 w 1920955"/>
                <a:gd name="connsiteY49" fmla="*/ 1538205 h 1660500"/>
                <a:gd name="connsiteX50" fmla="*/ 805336 w 1920955"/>
                <a:gd name="connsiteY50" fmla="*/ 1488863 h 1660500"/>
                <a:gd name="connsiteX51" fmla="*/ 869926 w 1920955"/>
                <a:gd name="connsiteY51" fmla="*/ 1516260 h 1660500"/>
                <a:gd name="connsiteX52" fmla="*/ 924399 w 1920955"/>
                <a:gd name="connsiteY52" fmla="*/ 1484101 h 1660500"/>
                <a:gd name="connsiteX53" fmla="*/ 941246 w 1920955"/>
                <a:gd name="connsiteY53" fmla="*/ 1441925 h 1660500"/>
                <a:gd name="connsiteX54" fmla="*/ 1005123 w 1920955"/>
                <a:gd name="connsiteY54" fmla="*/ 1528337 h 1660500"/>
                <a:gd name="connsiteX55" fmla="*/ 1050190 w 1920955"/>
                <a:gd name="connsiteY55" fmla="*/ 1599431 h 1660500"/>
                <a:gd name="connsiteX56" fmla="*/ 1100611 w 1920955"/>
                <a:gd name="connsiteY56" fmla="*/ 1660313 h 1660500"/>
                <a:gd name="connsiteX57" fmla="*/ 1133949 w 1920955"/>
                <a:gd name="connsiteY57" fmla="*/ 1579351 h 1660500"/>
                <a:gd name="connsiteX58" fmla="*/ 1176811 w 1920955"/>
                <a:gd name="connsiteY58" fmla="*/ 1598401 h 1660500"/>
                <a:gd name="connsiteX59" fmla="*/ 1210149 w 1920955"/>
                <a:gd name="connsiteY59" fmla="*/ 1617451 h 1660500"/>
                <a:gd name="connsiteX60" fmla="*/ 1233961 w 1920955"/>
                <a:gd name="connsiteY60" fmla="*/ 1579351 h 1660500"/>
                <a:gd name="connsiteX61" fmla="*/ 1267299 w 1920955"/>
                <a:gd name="connsiteY61" fmla="*/ 1655551 h 1660500"/>
                <a:gd name="connsiteX62" fmla="*/ 1348261 w 1920955"/>
                <a:gd name="connsiteY62" fmla="*/ 1626976 h 1660500"/>
                <a:gd name="connsiteX63" fmla="*/ 1414936 w 1920955"/>
                <a:gd name="connsiteY63" fmla="*/ 1555538 h 1660500"/>
                <a:gd name="connsiteX64" fmla="*/ 1433986 w 1920955"/>
                <a:gd name="connsiteY64" fmla="*/ 1607926 h 1660500"/>
                <a:gd name="connsiteX65" fmla="*/ 1410174 w 1920955"/>
                <a:gd name="connsiteY65" fmla="*/ 1612688 h 1660500"/>
                <a:gd name="connsiteX66" fmla="*/ 1543524 w 1920955"/>
                <a:gd name="connsiteY66" fmla="*/ 1579351 h 1660500"/>
                <a:gd name="connsiteX67" fmla="*/ 1581624 w 1920955"/>
                <a:gd name="connsiteY67" fmla="*/ 1507913 h 1660500"/>
                <a:gd name="connsiteX68" fmla="*/ 1643536 w 1920955"/>
                <a:gd name="connsiteY68" fmla="*/ 1412663 h 1660500"/>
                <a:gd name="connsiteX69" fmla="*/ 1714974 w 1920955"/>
                <a:gd name="connsiteY69" fmla="*/ 1384088 h 1660500"/>
                <a:gd name="connsiteX70" fmla="*/ 1772124 w 1920955"/>
                <a:gd name="connsiteY70" fmla="*/ 1379326 h 1660500"/>
                <a:gd name="connsiteX71" fmla="*/ 1772124 w 1920955"/>
                <a:gd name="connsiteY71" fmla="*/ 1450763 h 1660500"/>
                <a:gd name="connsiteX72" fmla="*/ 1886424 w 1920955"/>
                <a:gd name="connsiteY72" fmla="*/ 1446001 h 1660500"/>
                <a:gd name="connsiteX73" fmla="*/ 1919761 w 1920955"/>
                <a:gd name="connsiteY73" fmla="*/ 1441238 h 1660500"/>
                <a:gd name="connsiteX74" fmla="*/ 1853086 w 1920955"/>
                <a:gd name="connsiteY74" fmla="*/ 1398376 h 1660500"/>
                <a:gd name="connsiteX75" fmla="*/ 1853086 w 1920955"/>
                <a:gd name="connsiteY75" fmla="*/ 1303126 h 1660500"/>
                <a:gd name="connsiteX76" fmla="*/ 1853086 w 1920955"/>
                <a:gd name="connsiteY76" fmla="*/ 1245976 h 1660500"/>
                <a:gd name="connsiteX77" fmla="*/ 1810224 w 1920955"/>
                <a:gd name="connsiteY77" fmla="*/ 1236451 h 1660500"/>
                <a:gd name="connsiteX78" fmla="*/ 1734024 w 1920955"/>
                <a:gd name="connsiteY78" fmla="*/ 1155488 h 1660500"/>
                <a:gd name="connsiteX79" fmla="*/ 1695924 w 1920955"/>
                <a:gd name="connsiteY79" fmla="*/ 974513 h 1660500"/>
                <a:gd name="connsiteX80" fmla="*/ 1643536 w 1920955"/>
                <a:gd name="connsiteY80" fmla="*/ 941176 h 1660500"/>
                <a:gd name="connsiteX81" fmla="*/ 1605436 w 1920955"/>
                <a:gd name="connsiteY81" fmla="*/ 884026 h 1660500"/>
                <a:gd name="connsiteX82" fmla="*/ 1557811 w 1920955"/>
                <a:gd name="connsiteY82" fmla="*/ 836401 h 1660500"/>
                <a:gd name="connsiteX83" fmla="*/ 1505424 w 1920955"/>
                <a:gd name="connsiteY83" fmla="*/ 817351 h 1660500"/>
                <a:gd name="connsiteX84" fmla="*/ 1453036 w 1920955"/>
                <a:gd name="connsiteY84" fmla="*/ 812588 h 1660500"/>
                <a:gd name="connsiteX85" fmla="*/ 1510186 w 1920955"/>
                <a:gd name="connsiteY85" fmla="*/ 779251 h 1660500"/>
                <a:gd name="connsiteX86" fmla="*/ 1476849 w 1920955"/>
                <a:gd name="connsiteY86" fmla="*/ 745913 h 1660500"/>
                <a:gd name="connsiteX87" fmla="*/ 1481611 w 1920955"/>
                <a:gd name="connsiteY87" fmla="*/ 722101 h 1660500"/>
                <a:gd name="connsiteX88" fmla="*/ 1572099 w 1920955"/>
                <a:gd name="connsiteY88" fmla="*/ 760201 h 1660500"/>
                <a:gd name="connsiteX89" fmla="*/ 1624486 w 1920955"/>
                <a:gd name="connsiteY89" fmla="*/ 693526 h 1660500"/>
                <a:gd name="connsiteX90" fmla="*/ 1614961 w 1920955"/>
                <a:gd name="connsiteY90" fmla="*/ 550651 h 1660500"/>
                <a:gd name="connsiteX91" fmla="*/ 1610199 w 1920955"/>
                <a:gd name="connsiteY91" fmla="*/ 412538 h 1660500"/>
                <a:gd name="connsiteX0" fmla="*/ 1610199 w 1920955"/>
                <a:gd name="connsiteY0" fmla="*/ 412538 h 1657354"/>
                <a:gd name="connsiteX1" fmla="*/ 1567336 w 1920955"/>
                <a:gd name="connsiteY1" fmla="*/ 369676 h 1657354"/>
                <a:gd name="connsiteX2" fmla="*/ 1467324 w 1920955"/>
                <a:gd name="connsiteY2" fmla="*/ 345863 h 1657354"/>
                <a:gd name="connsiteX3" fmla="*/ 1419699 w 1920955"/>
                <a:gd name="connsiteY3" fmla="*/ 317288 h 1657354"/>
                <a:gd name="connsiteX4" fmla="*/ 1367311 w 1920955"/>
                <a:gd name="connsiteY4" fmla="*/ 160126 h 1657354"/>
                <a:gd name="connsiteX5" fmla="*/ 1338736 w 1920955"/>
                <a:gd name="connsiteY5" fmla="*/ 12488 h 1657354"/>
                <a:gd name="connsiteX6" fmla="*/ 1267299 w 1920955"/>
                <a:gd name="connsiteY6" fmla="*/ 12488 h 1657354"/>
                <a:gd name="connsiteX7" fmla="*/ 1214911 w 1920955"/>
                <a:gd name="connsiteY7" fmla="*/ 50588 h 1657354"/>
                <a:gd name="connsiteX8" fmla="*/ 1214911 w 1920955"/>
                <a:gd name="connsiteY8" fmla="*/ 155363 h 1657354"/>
                <a:gd name="connsiteX9" fmla="*/ 1186336 w 1920955"/>
                <a:gd name="connsiteY9" fmla="*/ 183938 h 1657354"/>
                <a:gd name="connsiteX10" fmla="*/ 1176811 w 1920955"/>
                <a:gd name="connsiteY10" fmla="*/ 255376 h 1657354"/>
                <a:gd name="connsiteX11" fmla="*/ 1114899 w 1920955"/>
                <a:gd name="connsiteY11" fmla="*/ 298238 h 1657354"/>
                <a:gd name="connsiteX12" fmla="*/ 1005361 w 1920955"/>
                <a:gd name="connsiteY12" fmla="*/ 312526 h 1657354"/>
                <a:gd name="connsiteX13" fmla="*/ 962499 w 1920955"/>
                <a:gd name="connsiteY13" fmla="*/ 355388 h 1657354"/>
                <a:gd name="connsiteX14" fmla="*/ 838674 w 1920955"/>
                <a:gd name="connsiteY14" fmla="*/ 355388 h 1657354"/>
                <a:gd name="connsiteX15" fmla="*/ 781524 w 1920955"/>
                <a:gd name="connsiteY15" fmla="*/ 426826 h 1657354"/>
                <a:gd name="connsiteX16" fmla="*/ 781524 w 1920955"/>
                <a:gd name="connsiteY16" fmla="*/ 460163 h 1657354"/>
                <a:gd name="connsiteX17" fmla="*/ 743424 w 1920955"/>
                <a:gd name="connsiteY17" fmla="*/ 483976 h 1657354"/>
                <a:gd name="connsiteX18" fmla="*/ 671986 w 1920955"/>
                <a:gd name="connsiteY18" fmla="*/ 417301 h 1657354"/>
                <a:gd name="connsiteX19" fmla="*/ 519586 w 1920955"/>
                <a:gd name="connsiteY19" fmla="*/ 412538 h 1657354"/>
                <a:gd name="connsiteX20" fmla="*/ 457674 w 1920955"/>
                <a:gd name="connsiteY20" fmla="*/ 431588 h 1657354"/>
                <a:gd name="connsiteX21" fmla="*/ 419574 w 1920955"/>
                <a:gd name="connsiteY21" fmla="*/ 417301 h 1657354"/>
                <a:gd name="connsiteX22" fmla="*/ 400524 w 1920955"/>
                <a:gd name="connsiteY22" fmla="*/ 355388 h 1657354"/>
                <a:gd name="connsiteX23" fmla="*/ 333849 w 1920955"/>
                <a:gd name="connsiteY23" fmla="*/ 303001 h 1657354"/>
                <a:gd name="connsiteX24" fmla="*/ 286224 w 1920955"/>
                <a:gd name="connsiteY24" fmla="*/ 236326 h 1657354"/>
                <a:gd name="connsiteX25" fmla="*/ 143349 w 1920955"/>
                <a:gd name="connsiteY25" fmla="*/ 255376 h 1657354"/>
                <a:gd name="connsiteX26" fmla="*/ 124299 w 1920955"/>
                <a:gd name="connsiteY26" fmla="*/ 331576 h 1657354"/>
                <a:gd name="connsiteX27" fmla="*/ 110011 w 1920955"/>
                <a:gd name="connsiteY27" fmla="*/ 364913 h 1657354"/>
                <a:gd name="connsiteX28" fmla="*/ 133824 w 1920955"/>
                <a:gd name="connsiteY28" fmla="*/ 412538 h 1657354"/>
                <a:gd name="connsiteX29" fmla="*/ 81436 w 1920955"/>
                <a:gd name="connsiteY29" fmla="*/ 450638 h 1657354"/>
                <a:gd name="connsiteX30" fmla="*/ 33811 w 1920955"/>
                <a:gd name="connsiteY30" fmla="*/ 445876 h 1657354"/>
                <a:gd name="connsiteX31" fmla="*/ 33811 w 1920955"/>
                <a:gd name="connsiteY31" fmla="*/ 517313 h 1657354"/>
                <a:gd name="connsiteX32" fmla="*/ 474 w 1920955"/>
                <a:gd name="connsiteY32" fmla="*/ 622088 h 1657354"/>
                <a:gd name="connsiteX33" fmla="*/ 62386 w 1920955"/>
                <a:gd name="connsiteY33" fmla="*/ 698288 h 1657354"/>
                <a:gd name="connsiteX34" fmla="*/ 111977 w 1920955"/>
                <a:gd name="connsiteY34" fmla="*/ 678550 h 1657354"/>
                <a:gd name="connsiteX35" fmla="*/ 112334 w 1920955"/>
                <a:gd name="connsiteY35" fmla="*/ 748809 h 1657354"/>
                <a:gd name="connsiteX36" fmla="*/ 167161 w 1920955"/>
                <a:gd name="connsiteY36" fmla="*/ 779251 h 1657354"/>
                <a:gd name="connsiteX37" fmla="*/ 236159 w 1920955"/>
                <a:gd name="connsiteY37" fmla="*/ 789463 h 1657354"/>
                <a:gd name="connsiteX38" fmla="*/ 271462 w 1920955"/>
                <a:gd name="connsiteY38" fmla="*/ 845434 h 1657354"/>
                <a:gd name="connsiteX39" fmla="*/ 270869 w 1920955"/>
                <a:gd name="connsiteY39" fmla="*/ 890506 h 1657354"/>
                <a:gd name="connsiteX40" fmla="*/ 295393 w 1920955"/>
                <a:gd name="connsiteY40" fmla="*/ 929981 h 1657354"/>
                <a:gd name="connsiteX41" fmla="*/ 341051 w 1920955"/>
                <a:gd name="connsiteY41" fmla="*/ 968573 h 1657354"/>
                <a:gd name="connsiteX42" fmla="*/ 426184 w 1920955"/>
                <a:gd name="connsiteY42" fmla="*/ 1022825 h 1657354"/>
                <a:gd name="connsiteX43" fmla="*/ 461961 w 1920955"/>
                <a:gd name="connsiteY43" fmla="*/ 1093918 h 1657354"/>
                <a:gd name="connsiteX44" fmla="*/ 441064 w 1920955"/>
                <a:gd name="connsiteY44" fmla="*/ 1163491 h 1657354"/>
                <a:gd name="connsiteX45" fmla="*/ 519111 w 1920955"/>
                <a:gd name="connsiteY45" fmla="*/ 1219954 h 1657354"/>
                <a:gd name="connsiteX46" fmla="*/ 591143 w 1920955"/>
                <a:gd name="connsiteY46" fmla="*/ 1252948 h 1657354"/>
                <a:gd name="connsiteX47" fmla="*/ 571974 w 1920955"/>
                <a:gd name="connsiteY47" fmla="*/ 1312651 h 1657354"/>
                <a:gd name="connsiteX48" fmla="*/ 662461 w 1920955"/>
                <a:gd name="connsiteY48" fmla="*/ 1465051 h 1657354"/>
                <a:gd name="connsiteX49" fmla="*/ 755271 w 1920955"/>
                <a:gd name="connsiteY49" fmla="*/ 1538205 h 1657354"/>
                <a:gd name="connsiteX50" fmla="*/ 805336 w 1920955"/>
                <a:gd name="connsiteY50" fmla="*/ 1488863 h 1657354"/>
                <a:gd name="connsiteX51" fmla="*/ 869926 w 1920955"/>
                <a:gd name="connsiteY51" fmla="*/ 1516260 h 1657354"/>
                <a:gd name="connsiteX52" fmla="*/ 924399 w 1920955"/>
                <a:gd name="connsiteY52" fmla="*/ 1484101 h 1657354"/>
                <a:gd name="connsiteX53" fmla="*/ 941246 w 1920955"/>
                <a:gd name="connsiteY53" fmla="*/ 1441925 h 1657354"/>
                <a:gd name="connsiteX54" fmla="*/ 1005123 w 1920955"/>
                <a:gd name="connsiteY54" fmla="*/ 1528337 h 1657354"/>
                <a:gd name="connsiteX55" fmla="*/ 1050190 w 1920955"/>
                <a:gd name="connsiteY55" fmla="*/ 1599431 h 1657354"/>
                <a:gd name="connsiteX56" fmla="*/ 1103052 w 1920955"/>
                <a:gd name="connsiteY56" fmla="*/ 1611805 h 1657354"/>
                <a:gd name="connsiteX57" fmla="*/ 1133949 w 1920955"/>
                <a:gd name="connsiteY57" fmla="*/ 1579351 h 1657354"/>
                <a:gd name="connsiteX58" fmla="*/ 1176811 w 1920955"/>
                <a:gd name="connsiteY58" fmla="*/ 1598401 h 1657354"/>
                <a:gd name="connsiteX59" fmla="*/ 1210149 w 1920955"/>
                <a:gd name="connsiteY59" fmla="*/ 1617451 h 1657354"/>
                <a:gd name="connsiteX60" fmla="*/ 1233961 w 1920955"/>
                <a:gd name="connsiteY60" fmla="*/ 1579351 h 1657354"/>
                <a:gd name="connsiteX61" fmla="*/ 1267299 w 1920955"/>
                <a:gd name="connsiteY61" fmla="*/ 1655551 h 1657354"/>
                <a:gd name="connsiteX62" fmla="*/ 1348261 w 1920955"/>
                <a:gd name="connsiteY62" fmla="*/ 1626976 h 1657354"/>
                <a:gd name="connsiteX63" fmla="*/ 1414936 w 1920955"/>
                <a:gd name="connsiteY63" fmla="*/ 1555538 h 1657354"/>
                <a:gd name="connsiteX64" fmla="*/ 1433986 w 1920955"/>
                <a:gd name="connsiteY64" fmla="*/ 1607926 h 1657354"/>
                <a:gd name="connsiteX65" fmla="*/ 1410174 w 1920955"/>
                <a:gd name="connsiteY65" fmla="*/ 1612688 h 1657354"/>
                <a:gd name="connsiteX66" fmla="*/ 1543524 w 1920955"/>
                <a:gd name="connsiteY66" fmla="*/ 1579351 h 1657354"/>
                <a:gd name="connsiteX67" fmla="*/ 1581624 w 1920955"/>
                <a:gd name="connsiteY67" fmla="*/ 1507913 h 1657354"/>
                <a:gd name="connsiteX68" fmla="*/ 1643536 w 1920955"/>
                <a:gd name="connsiteY68" fmla="*/ 1412663 h 1657354"/>
                <a:gd name="connsiteX69" fmla="*/ 1714974 w 1920955"/>
                <a:gd name="connsiteY69" fmla="*/ 1384088 h 1657354"/>
                <a:gd name="connsiteX70" fmla="*/ 1772124 w 1920955"/>
                <a:gd name="connsiteY70" fmla="*/ 1379326 h 1657354"/>
                <a:gd name="connsiteX71" fmla="*/ 1772124 w 1920955"/>
                <a:gd name="connsiteY71" fmla="*/ 1450763 h 1657354"/>
                <a:gd name="connsiteX72" fmla="*/ 1886424 w 1920955"/>
                <a:gd name="connsiteY72" fmla="*/ 1446001 h 1657354"/>
                <a:gd name="connsiteX73" fmla="*/ 1919761 w 1920955"/>
                <a:gd name="connsiteY73" fmla="*/ 1441238 h 1657354"/>
                <a:gd name="connsiteX74" fmla="*/ 1853086 w 1920955"/>
                <a:gd name="connsiteY74" fmla="*/ 1398376 h 1657354"/>
                <a:gd name="connsiteX75" fmla="*/ 1853086 w 1920955"/>
                <a:gd name="connsiteY75" fmla="*/ 1303126 h 1657354"/>
                <a:gd name="connsiteX76" fmla="*/ 1853086 w 1920955"/>
                <a:gd name="connsiteY76" fmla="*/ 1245976 h 1657354"/>
                <a:gd name="connsiteX77" fmla="*/ 1810224 w 1920955"/>
                <a:gd name="connsiteY77" fmla="*/ 1236451 h 1657354"/>
                <a:gd name="connsiteX78" fmla="*/ 1734024 w 1920955"/>
                <a:gd name="connsiteY78" fmla="*/ 1155488 h 1657354"/>
                <a:gd name="connsiteX79" fmla="*/ 1695924 w 1920955"/>
                <a:gd name="connsiteY79" fmla="*/ 974513 h 1657354"/>
                <a:gd name="connsiteX80" fmla="*/ 1643536 w 1920955"/>
                <a:gd name="connsiteY80" fmla="*/ 941176 h 1657354"/>
                <a:gd name="connsiteX81" fmla="*/ 1605436 w 1920955"/>
                <a:gd name="connsiteY81" fmla="*/ 884026 h 1657354"/>
                <a:gd name="connsiteX82" fmla="*/ 1557811 w 1920955"/>
                <a:gd name="connsiteY82" fmla="*/ 836401 h 1657354"/>
                <a:gd name="connsiteX83" fmla="*/ 1505424 w 1920955"/>
                <a:gd name="connsiteY83" fmla="*/ 817351 h 1657354"/>
                <a:gd name="connsiteX84" fmla="*/ 1453036 w 1920955"/>
                <a:gd name="connsiteY84" fmla="*/ 812588 h 1657354"/>
                <a:gd name="connsiteX85" fmla="*/ 1510186 w 1920955"/>
                <a:gd name="connsiteY85" fmla="*/ 779251 h 1657354"/>
                <a:gd name="connsiteX86" fmla="*/ 1476849 w 1920955"/>
                <a:gd name="connsiteY86" fmla="*/ 745913 h 1657354"/>
                <a:gd name="connsiteX87" fmla="*/ 1481611 w 1920955"/>
                <a:gd name="connsiteY87" fmla="*/ 722101 h 1657354"/>
                <a:gd name="connsiteX88" fmla="*/ 1572099 w 1920955"/>
                <a:gd name="connsiteY88" fmla="*/ 760201 h 1657354"/>
                <a:gd name="connsiteX89" fmla="*/ 1624486 w 1920955"/>
                <a:gd name="connsiteY89" fmla="*/ 693526 h 1657354"/>
                <a:gd name="connsiteX90" fmla="*/ 1614961 w 1920955"/>
                <a:gd name="connsiteY90" fmla="*/ 550651 h 1657354"/>
                <a:gd name="connsiteX91" fmla="*/ 1610199 w 1920955"/>
                <a:gd name="connsiteY91" fmla="*/ 412538 h 1657354"/>
                <a:gd name="connsiteX0" fmla="*/ 1610199 w 1920955"/>
                <a:gd name="connsiteY0" fmla="*/ 412538 h 1696167"/>
                <a:gd name="connsiteX1" fmla="*/ 1567336 w 1920955"/>
                <a:gd name="connsiteY1" fmla="*/ 369676 h 1696167"/>
                <a:gd name="connsiteX2" fmla="*/ 1467324 w 1920955"/>
                <a:gd name="connsiteY2" fmla="*/ 345863 h 1696167"/>
                <a:gd name="connsiteX3" fmla="*/ 1419699 w 1920955"/>
                <a:gd name="connsiteY3" fmla="*/ 317288 h 1696167"/>
                <a:gd name="connsiteX4" fmla="*/ 1367311 w 1920955"/>
                <a:gd name="connsiteY4" fmla="*/ 160126 h 1696167"/>
                <a:gd name="connsiteX5" fmla="*/ 1338736 w 1920955"/>
                <a:gd name="connsiteY5" fmla="*/ 12488 h 1696167"/>
                <a:gd name="connsiteX6" fmla="*/ 1267299 w 1920955"/>
                <a:gd name="connsiteY6" fmla="*/ 12488 h 1696167"/>
                <a:gd name="connsiteX7" fmla="*/ 1214911 w 1920955"/>
                <a:gd name="connsiteY7" fmla="*/ 50588 h 1696167"/>
                <a:gd name="connsiteX8" fmla="*/ 1214911 w 1920955"/>
                <a:gd name="connsiteY8" fmla="*/ 155363 h 1696167"/>
                <a:gd name="connsiteX9" fmla="*/ 1186336 w 1920955"/>
                <a:gd name="connsiteY9" fmla="*/ 183938 h 1696167"/>
                <a:gd name="connsiteX10" fmla="*/ 1176811 w 1920955"/>
                <a:gd name="connsiteY10" fmla="*/ 255376 h 1696167"/>
                <a:gd name="connsiteX11" fmla="*/ 1114899 w 1920955"/>
                <a:gd name="connsiteY11" fmla="*/ 298238 h 1696167"/>
                <a:gd name="connsiteX12" fmla="*/ 1005361 w 1920955"/>
                <a:gd name="connsiteY12" fmla="*/ 312526 h 1696167"/>
                <a:gd name="connsiteX13" fmla="*/ 962499 w 1920955"/>
                <a:gd name="connsiteY13" fmla="*/ 355388 h 1696167"/>
                <a:gd name="connsiteX14" fmla="*/ 838674 w 1920955"/>
                <a:gd name="connsiteY14" fmla="*/ 355388 h 1696167"/>
                <a:gd name="connsiteX15" fmla="*/ 781524 w 1920955"/>
                <a:gd name="connsiteY15" fmla="*/ 426826 h 1696167"/>
                <a:gd name="connsiteX16" fmla="*/ 781524 w 1920955"/>
                <a:gd name="connsiteY16" fmla="*/ 460163 h 1696167"/>
                <a:gd name="connsiteX17" fmla="*/ 743424 w 1920955"/>
                <a:gd name="connsiteY17" fmla="*/ 483976 h 1696167"/>
                <a:gd name="connsiteX18" fmla="*/ 671986 w 1920955"/>
                <a:gd name="connsiteY18" fmla="*/ 417301 h 1696167"/>
                <a:gd name="connsiteX19" fmla="*/ 519586 w 1920955"/>
                <a:gd name="connsiteY19" fmla="*/ 412538 h 1696167"/>
                <a:gd name="connsiteX20" fmla="*/ 457674 w 1920955"/>
                <a:gd name="connsiteY20" fmla="*/ 431588 h 1696167"/>
                <a:gd name="connsiteX21" fmla="*/ 419574 w 1920955"/>
                <a:gd name="connsiteY21" fmla="*/ 417301 h 1696167"/>
                <a:gd name="connsiteX22" fmla="*/ 400524 w 1920955"/>
                <a:gd name="connsiteY22" fmla="*/ 355388 h 1696167"/>
                <a:gd name="connsiteX23" fmla="*/ 333849 w 1920955"/>
                <a:gd name="connsiteY23" fmla="*/ 303001 h 1696167"/>
                <a:gd name="connsiteX24" fmla="*/ 286224 w 1920955"/>
                <a:gd name="connsiteY24" fmla="*/ 236326 h 1696167"/>
                <a:gd name="connsiteX25" fmla="*/ 143349 w 1920955"/>
                <a:gd name="connsiteY25" fmla="*/ 255376 h 1696167"/>
                <a:gd name="connsiteX26" fmla="*/ 124299 w 1920955"/>
                <a:gd name="connsiteY26" fmla="*/ 331576 h 1696167"/>
                <a:gd name="connsiteX27" fmla="*/ 110011 w 1920955"/>
                <a:gd name="connsiteY27" fmla="*/ 364913 h 1696167"/>
                <a:gd name="connsiteX28" fmla="*/ 133824 w 1920955"/>
                <a:gd name="connsiteY28" fmla="*/ 412538 h 1696167"/>
                <a:gd name="connsiteX29" fmla="*/ 81436 w 1920955"/>
                <a:gd name="connsiteY29" fmla="*/ 450638 h 1696167"/>
                <a:gd name="connsiteX30" fmla="*/ 33811 w 1920955"/>
                <a:gd name="connsiteY30" fmla="*/ 445876 h 1696167"/>
                <a:gd name="connsiteX31" fmla="*/ 33811 w 1920955"/>
                <a:gd name="connsiteY31" fmla="*/ 517313 h 1696167"/>
                <a:gd name="connsiteX32" fmla="*/ 474 w 1920955"/>
                <a:gd name="connsiteY32" fmla="*/ 622088 h 1696167"/>
                <a:gd name="connsiteX33" fmla="*/ 62386 w 1920955"/>
                <a:gd name="connsiteY33" fmla="*/ 698288 h 1696167"/>
                <a:gd name="connsiteX34" fmla="*/ 111977 w 1920955"/>
                <a:gd name="connsiteY34" fmla="*/ 678550 h 1696167"/>
                <a:gd name="connsiteX35" fmla="*/ 112334 w 1920955"/>
                <a:gd name="connsiteY35" fmla="*/ 748809 h 1696167"/>
                <a:gd name="connsiteX36" fmla="*/ 167161 w 1920955"/>
                <a:gd name="connsiteY36" fmla="*/ 779251 h 1696167"/>
                <a:gd name="connsiteX37" fmla="*/ 236159 w 1920955"/>
                <a:gd name="connsiteY37" fmla="*/ 789463 h 1696167"/>
                <a:gd name="connsiteX38" fmla="*/ 271462 w 1920955"/>
                <a:gd name="connsiteY38" fmla="*/ 845434 h 1696167"/>
                <a:gd name="connsiteX39" fmla="*/ 270869 w 1920955"/>
                <a:gd name="connsiteY39" fmla="*/ 890506 h 1696167"/>
                <a:gd name="connsiteX40" fmla="*/ 295393 w 1920955"/>
                <a:gd name="connsiteY40" fmla="*/ 929981 h 1696167"/>
                <a:gd name="connsiteX41" fmla="*/ 341051 w 1920955"/>
                <a:gd name="connsiteY41" fmla="*/ 968573 h 1696167"/>
                <a:gd name="connsiteX42" fmla="*/ 426184 w 1920955"/>
                <a:gd name="connsiteY42" fmla="*/ 1022825 h 1696167"/>
                <a:gd name="connsiteX43" fmla="*/ 461961 w 1920955"/>
                <a:gd name="connsiteY43" fmla="*/ 1093918 h 1696167"/>
                <a:gd name="connsiteX44" fmla="*/ 441064 w 1920955"/>
                <a:gd name="connsiteY44" fmla="*/ 1163491 h 1696167"/>
                <a:gd name="connsiteX45" fmla="*/ 519111 w 1920955"/>
                <a:gd name="connsiteY45" fmla="*/ 1219954 h 1696167"/>
                <a:gd name="connsiteX46" fmla="*/ 591143 w 1920955"/>
                <a:gd name="connsiteY46" fmla="*/ 1252948 h 1696167"/>
                <a:gd name="connsiteX47" fmla="*/ 571974 w 1920955"/>
                <a:gd name="connsiteY47" fmla="*/ 1312651 h 1696167"/>
                <a:gd name="connsiteX48" fmla="*/ 662461 w 1920955"/>
                <a:gd name="connsiteY48" fmla="*/ 1465051 h 1696167"/>
                <a:gd name="connsiteX49" fmla="*/ 755271 w 1920955"/>
                <a:gd name="connsiteY49" fmla="*/ 1538205 h 1696167"/>
                <a:gd name="connsiteX50" fmla="*/ 805336 w 1920955"/>
                <a:gd name="connsiteY50" fmla="*/ 1488863 h 1696167"/>
                <a:gd name="connsiteX51" fmla="*/ 869926 w 1920955"/>
                <a:gd name="connsiteY51" fmla="*/ 1516260 h 1696167"/>
                <a:gd name="connsiteX52" fmla="*/ 924399 w 1920955"/>
                <a:gd name="connsiteY52" fmla="*/ 1484101 h 1696167"/>
                <a:gd name="connsiteX53" fmla="*/ 941246 w 1920955"/>
                <a:gd name="connsiteY53" fmla="*/ 1441925 h 1696167"/>
                <a:gd name="connsiteX54" fmla="*/ 1005123 w 1920955"/>
                <a:gd name="connsiteY54" fmla="*/ 1528337 h 1696167"/>
                <a:gd name="connsiteX55" fmla="*/ 1050190 w 1920955"/>
                <a:gd name="connsiteY55" fmla="*/ 1599431 h 1696167"/>
                <a:gd name="connsiteX56" fmla="*/ 1132339 w 1920955"/>
                <a:gd name="connsiteY56" fmla="*/ 1696055 h 1696167"/>
                <a:gd name="connsiteX57" fmla="*/ 1133949 w 1920955"/>
                <a:gd name="connsiteY57" fmla="*/ 1579351 h 1696167"/>
                <a:gd name="connsiteX58" fmla="*/ 1176811 w 1920955"/>
                <a:gd name="connsiteY58" fmla="*/ 1598401 h 1696167"/>
                <a:gd name="connsiteX59" fmla="*/ 1210149 w 1920955"/>
                <a:gd name="connsiteY59" fmla="*/ 1617451 h 1696167"/>
                <a:gd name="connsiteX60" fmla="*/ 1233961 w 1920955"/>
                <a:gd name="connsiteY60" fmla="*/ 1579351 h 1696167"/>
                <a:gd name="connsiteX61" fmla="*/ 1267299 w 1920955"/>
                <a:gd name="connsiteY61" fmla="*/ 1655551 h 1696167"/>
                <a:gd name="connsiteX62" fmla="*/ 1348261 w 1920955"/>
                <a:gd name="connsiteY62" fmla="*/ 1626976 h 1696167"/>
                <a:gd name="connsiteX63" fmla="*/ 1414936 w 1920955"/>
                <a:gd name="connsiteY63" fmla="*/ 1555538 h 1696167"/>
                <a:gd name="connsiteX64" fmla="*/ 1433986 w 1920955"/>
                <a:gd name="connsiteY64" fmla="*/ 1607926 h 1696167"/>
                <a:gd name="connsiteX65" fmla="*/ 1410174 w 1920955"/>
                <a:gd name="connsiteY65" fmla="*/ 1612688 h 1696167"/>
                <a:gd name="connsiteX66" fmla="*/ 1543524 w 1920955"/>
                <a:gd name="connsiteY66" fmla="*/ 1579351 h 1696167"/>
                <a:gd name="connsiteX67" fmla="*/ 1581624 w 1920955"/>
                <a:gd name="connsiteY67" fmla="*/ 1507913 h 1696167"/>
                <a:gd name="connsiteX68" fmla="*/ 1643536 w 1920955"/>
                <a:gd name="connsiteY68" fmla="*/ 1412663 h 1696167"/>
                <a:gd name="connsiteX69" fmla="*/ 1714974 w 1920955"/>
                <a:gd name="connsiteY69" fmla="*/ 1384088 h 1696167"/>
                <a:gd name="connsiteX70" fmla="*/ 1772124 w 1920955"/>
                <a:gd name="connsiteY70" fmla="*/ 1379326 h 1696167"/>
                <a:gd name="connsiteX71" fmla="*/ 1772124 w 1920955"/>
                <a:gd name="connsiteY71" fmla="*/ 1450763 h 1696167"/>
                <a:gd name="connsiteX72" fmla="*/ 1886424 w 1920955"/>
                <a:gd name="connsiteY72" fmla="*/ 1446001 h 1696167"/>
                <a:gd name="connsiteX73" fmla="*/ 1919761 w 1920955"/>
                <a:gd name="connsiteY73" fmla="*/ 1441238 h 1696167"/>
                <a:gd name="connsiteX74" fmla="*/ 1853086 w 1920955"/>
                <a:gd name="connsiteY74" fmla="*/ 1398376 h 1696167"/>
                <a:gd name="connsiteX75" fmla="*/ 1853086 w 1920955"/>
                <a:gd name="connsiteY75" fmla="*/ 1303126 h 1696167"/>
                <a:gd name="connsiteX76" fmla="*/ 1853086 w 1920955"/>
                <a:gd name="connsiteY76" fmla="*/ 1245976 h 1696167"/>
                <a:gd name="connsiteX77" fmla="*/ 1810224 w 1920955"/>
                <a:gd name="connsiteY77" fmla="*/ 1236451 h 1696167"/>
                <a:gd name="connsiteX78" fmla="*/ 1734024 w 1920955"/>
                <a:gd name="connsiteY78" fmla="*/ 1155488 h 1696167"/>
                <a:gd name="connsiteX79" fmla="*/ 1695924 w 1920955"/>
                <a:gd name="connsiteY79" fmla="*/ 974513 h 1696167"/>
                <a:gd name="connsiteX80" fmla="*/ 1643536 w 1920955"/>
                <a:gd name="connsiteY80" fmla="*/ 941176 h 1696167"/>
                <a:gd name="connsiteX81" fmla="*/ 1605436 w 1920955"/>
                <a:gd name="connsiteY81" fmla="*/ 884026 h 1696167"/>
                <a:gd name="connsiteX82" fmla="*/ 1557811 w 1920955"/>
                <a:gd name="connsiteY82" fmla="*/ 836401 h 1696167"/>
                <a:gd name="connsiteX83" fmla="*/ 1505424 w 1920955"/>
                <a:gd name="connsiteY83" fmla="*/ 817351 h 1696167"/>
                <a:gd name="connsiteX84" fmla="*/ 1453036 w 1920955"/>
                <a:gd name="connsiteY84" fmla="*/ 812588 h 1696167"/>
                <a:gd name="connsiteX85" fmla="*/ 1510186 w 1920955"/>
                <a:gd name="connsiteY85" fmla="*/ 779251 h 1696167"/>
                <a:gd name="connsiteX86" fmla="*/ 1476849 w 1920955"/>
                <a:gd name="connsiteY86" fmla="*/ 745913 h 1696167"/>
                <a:gd name="connsiteX87" fmla="*/ 1481611 w 1920955"/>
                <a:gd name="connsiteY87" fmla="*/ 722101 h 1696167"/>
                <a:gd name="connsiteX88" fmla="*/ 1572099 w 1920955"/>
                <a:gd name="connsiteY88" fmla="*/ 760201 h 1696167"/>
                <a:gd name="connsiteX89" fmla="*/ 1624486 w 1920955"/>
                <a:gd name="connsiteY89" fmla="*/ 693526 h 1696167"/>
                <a:gd name="connsiteX90" fmla="*/ 1614961 w 1920955"/>
                <a:gd name="connsiteY90" fmla="*/ 550651 h 1696167"/>
                <a:gd name="connsiteX91" fmla="*/ 1610199 w 1920955"/>
                <a:gd name="connsiteY91" fmla="*/ 412538 h 1696167"/>
                <a:gd name="connsiteX0" fmla="*/ 1610199 w 1920955"/>
                <a:gd name="connsiteY0" fmla="*/ 412538 h 1696335"/>
                <a:gd name="connsiteX1" fmla="*/ 1567336 w 1920955"/>
                <a:gd name="connsiteY1" fmla="*/ 369676 h 1696335"/>
                <a:gd name="connsiteX2" fmla="*/ 1467324 w 1920955"/>
                <a:gd name="connsiteY2" fmla="*/ 345863 h 1696335"/>
                <a:gd name="connsiteX3" fmla="*/ 1419699 w 1920955"/>
                <a:gd name="connsiteY3" fmla="*/ 317288 h 1696335"/>
                <a:gd name="connsiteX4" fmla="*/ 1367311 w 1920955"/>
                <a:gd name="connsiteY4" fmla="*/ 160126 h 1696335"/>
                <a:gd name="connsiteX5" fmla="*/ 1338736 w 1920955"/>
                <a:gd name="connsiteY5" fmla="*/ 12488 h 1696335"/>
                <a:gd name="connsiteX6" fmla="*/ 1267299 w 1920955"/>
                <a:gd name="connsiteY6" fmla="*/ 12488 h 1696335"/>
                <a:gd name="connsiteX7" fmla="*/ 1214911 w 1920955"/>
                <a:gd name="connsiteY7" fmla="*/ 50588 h 1696335"/>
                <a:gd name="connsiteX8" fmla="*/ 1214911 w 1920955"/>
                <a:gd name="connsiteY8" fmla="*/ 155363 h 1696335"/>
                <a:gd name="connsiteX9" fmla="*/ 1186336 w 1920955"/>
                <a:gd name="connsiteY9" fmla="*/ 183938 h 1696335"/>
                <a:gd name="connsiteX10" fmla="*/ 1176811 w 1920955"/>
                <a:gd name="connsiteY10" fmla="*/ 255376 h 1696335"/>
                <a:gd name="connsiteX11" fmla="*/ 1114899 w 1920955"/>
                <a:gd name="connsiteY11" fmla="*/ 298238 h 1696335"/>
                <a:gd name="connsiteX12" fmla="*/ 1005361 w 1920955"/>
                <a:gd name="connsiteY12" fmla="*/ 312526 h 1696335"/>
                <a:gd name="connsiteX13" fmla="*/ 962499 w 1920955"/>
                <a:gd name="connsiteY13" fmla="*/ 355388 h 1696335"/>
                <a:gd name="connsiteX14" fmla="*/ 838674 w 1920955"/>
                <a:gd name="connsiteY14" fmla="*/ 355388 h 1696335"/>
                <a:gd name="connsiteX15" fmla="*/ 781524 w 1920955"/>
                <a:gd name="connsiteY15" fmla="*/ 426826 h 1696335"/>
                <a:gd name="connsiteX16" fmla="*/ 781524 w 1920955"/>
                <a:gd name="connsiteY16" fmla="*/ 460163 h 1696335"/>
                <a:gd name="connsiteX17" fmla="*/ 743424 w 1920955"/>
                <a:gd name="connsiteY17" fmla="*/ 483976 h 1696335"/>
                <a:gd name="connsiteX18" fmla="*/ 671986 w 1920955"/>
                <a:gd name="connsiteY18" fmla="*/ 417301 h 1696335"/>
                <a:gd name="connsiteX19" fmla="*/ 519586 w 1920955"/>
                <a:gd name="connsiteY19" fmla="*/ 412538 h 1696335"/>
                <a:gd name="connsiteX20" fmla="*/ 457674 w 1920955"/>
                <a:gd name="connsiteY20" fmla="*/ 431588 h 1696335"/>
                <a:gd name="connsiteX21" fmla="*/ 419574 w 1920955"/>
                <a:gd name="connsiteY21" fmla="*/ 417301 h 1696335"/>
                <a:gd name="connsiteX22" fmla="*/ 400524 w 1920955"/>
                <a:gd name="connsiteY22" fmla="*/ 355388 h 1696335"/>
                <a:gd name="connsiteX23" fmla="*/ 333849 w 1920955"/>
                <a:gd name="connsiteY23" fmla="*/ 303001 h 1696335"/>
                <a:gd name="connsiteX24" fmla="*/ 286224 w 1920955"/>
                <a:gd name="connsiteY24" fmla="*/ 236326 h 1696335"/>
                <a:gd name="connsiteX25" fmla="*/ 143349 w 1920955"/>
                <a:gd name="connsiteY25" fmla="*/ 255376 h 1696335"/>
                <a:gd name="connsiteX26" fmla="*/ 124299 w 1920955"/>
                <a:gd name="connsiteY26" fmla="*/ 331576 h 1696335"/>
                <a:gd name="connsiteX27" fmla="*/ 110011 w 1920955"/>
                <a:gd name="connsiteY27" fmla="*/ 364913 h 1696335"/>
                <a:gd name="connsiteX28" fmla="*/ 133824 w 1920955"/>
                <a:gd name="connsiteY28" fmla="*/ 412538 h 1696335"/>
                <a:gd name="connsiteX29" fmla="*/ 81436 w 1920955"/>
                <a:gd name="connsiteY29" fmla="*/ 450638 h 1696335"/>
                <a:gd name="connsiteX30" fmla="*/ 33811 w 1920955"/>
                <a:gd name="connsiteY30" fmla="*/ 445876 h 1696335"/>
                <a:gd name="connsiteX31" fmla="*/ 33811 w 1920955"/>
                <a:gd name="connsiteY31" fmla="*/ 517313 h 1696335"/>
                <a:gd name="connsiteX32" fmla="*/ 474 w 1920955"/>
                <a:gd name="connsiteY32" fmla="*/ 622088 h 1696335"/>
                <a:gd name="connsiteX33" fmla="*/ 62386 w 1920955"/>
                <a:gd name="connsiteY33" fmla="*/ 698288 h 1696335"/>
                <a:gd name="connsiteX34" fmla="*/ 111977 w 1920955"/>
                <a:gd name="connsiteY34" fmla="*/ 678550 h 1696335"/>
                <a:gd name="connsiteX35" fmla="*/ 112334 w 1920955"/>
                <a:gd name="connsiteY35" fmla="*/ 748809 h 1696335"/>
                <a:gd name="connsiteX36" fmla="*/ 167161 w 1920955"/>
                <a:gd name="connsiteY36" fmla="*/ 779251 h 1696335"/>
                <a:gd name="connsiteX37" fmla="*/ 236159 w 1920955"/>
                <a:gd name="connsiteY37" fmla="*/ 789463 h 1696335"/>
                <a:gd name="connsiteX38" fmla="*/ 271462 w 1920955"/>
                <a:gd name="connsiteY38" fmla="*/ 845434 h 1696335"/>
                <a:gd name="connsiteX39" fmla="*/ 270869 w 1920955"/>
                <a:gd name="connsiteY39" fmla="*/ 890506 h 1696335"/>
                <a:gd name="connsiteX40" fmla="*/ 295393 w 1920955"/>
                <a:gd name="connsiteY40" fmla="*/ 929981 h 1696335"/>
                <a:gd name="connsiteX41" fmla="*/ 341051 w 1920955"/>
                <a:gd name="connsiteY41" fmla="*/ 968573 h 1696335"/>
                <a:gd name="connsiteX42" fmla="*/ 426184 w 1920955"/>
                <a:gd name="connsiteY42" fmla="*/ 1022825 h 1696335"/>
                <a:gd name="connsiteX43" fmla="*/ 461961 w 1920955"/>
                <a:gd name="connsiteY43" fmla="*/ 1093918 h 1696335"/>
                <a:gd name="connsiteX44" fmla="*/ 441064 w 1920955"/>
                <a:gd name="connsiteY44" fmla="*/ 1163491 h 1696335"/>
                <a:gd name="connsiteX45" fmla="*/ 519111 w 1920955"/>
                <a:gd name="connsiteY45" fmla="*/ 1219954 h 1696335"/>
                <a:gd name="connsiteX46" fmla="*/ 591143 w 1920955"/>
                <a:gd name="connsiteY46" fmla="*/ 1252948 h 1696335"/>
                <a:gd name="connsiteX47" fmla="*/ 571974 w 1920955"/>
                <a:gd name="connsiteY47" fmla="*/ 1312651 h 1696335"/>
                <a:gd name="connsiteX48" fmla="*/ 662461 w 1920955"/>
                <a:gd name="connsiteY48" fmla="*/ 1465051 h 1696335"/>
                <a:gd name="connsiteX49" fmla="*/ 755271 w 1920955"/>
                <a:gd name="connsiteY49" fmla="*/ 1538205 h 1696335"/>
                <a:gd name="connsiteX50" fmla="*/ 805336 w 1920955"/>
                <a:gd name="connsiteY50" fmla="*/ 1488863 h 1696335"/>
                <a:gd name="connsiteX51" fmla="*/ 869926 w 1920955"/>
                <a:gd name="connsiteY51" fmla="*/ 1516260 h 1696335"/>
                <a:gd name="connsiteX52" fmla="*/ 924399 w 1920955"/>
                <a:gd name="connsiteY52" fmla="*/ 1484101 h 1696335"/>
                <a:gd name="connsiteX53" fmla="*/ 941246 w 1920955"/>
                <a:gd name="connsiteY53" fmla="*/ 1441925 h 1696335"/>
                <a:gd name="connsiteX54" fmla="*/ 1005123 w 1920955"/>
                <a:gd name="connsiteY54" fmla="*/ 1528337 h 1696335"/>
                <a:gd name="connsiteX55" fmla="*/ 1050190 w 1920955"/>
                <a:gd name="connsiteY55" fmla="*/ 1599431 h 1696335"/>
                <a:gd name="connsiteX56" fmla="*/ 1132339 w 1920955"/>
                <a:gd name="connsiteY56" fmla="*/ 1696055 h 1696335"/>
                <a:gd name="connsiteX57" fmla="*/ 1151034 w 1920955"/>
                <a:gd name="connsiteY57" fmla="*/ 1627859 h 1696335"/>
                <a:gd name="connsiteX58" fmla="*/ 1176811 w 1920955"/>
                <a:gd name="connsiteY58" fmla="*/ 1598401 h 1696335"/>
                <a:gd name="connsiteX59" fmla="*/ 1210149 w 1920955"/>
                <a:gd name="connsiteY59" fmla="*/ 1617451 h 1696335"/>
                <a:gd name="connsiteX60" fmla="*/ 1233961 w 1920955"/>
                <a:gd name="connsiteY60" fmla="*/ 1579351 h 1696335"/>
                <a:gd name="connsiteX61" fmla="*/ 1267299 w 1920955"/>
                <a:gd name="connsiteY61" fmla="*/ 1655551 h 1696335"/>
                <a:gd name="connsiteX62" fmla="*/ 1348261 w 1920955"/>
                <a:gd name="connsiteY62" fmla="*/ 1626976 h 1696335"/>
                <a:gd name="connsiteX63" fmla="*/ 1414936 w 1920955"/>
                <a:gd name="connsiteY63" fmla="*/ 1555538 h 1696335"/>
                <a:gd name="connsiteX64" fmla="*/ 1433986 w 1920955"/>
                <a:gd name="connsiteY64" fmla="*/ 1607926 h 1696335"/>
                <a:gd name="connsiteX65" fmla="*/ 1410174 w 1920955"/>
                <a:gd name="connsiteY65" fmla="*/ 1612688 h 1696335"/>
                <a:gd name="connsiteX66" fmla="*/ 1543524 w 1920955"/>
                <a:gd name="connsiteY66" fmla="*/ 1579351 h 1696335"/>
                <a:gd name="connsiteX67" fmla="*/ 1581624 w 1920955"/>
                <a:gd name="connsiteY67" fmla="*/ 1507913 h 1696335"/>
                <a:gd name="connsiteX68" fmla="*/ 1643536 w 1920955"/>
                <a:gd name="connsiteY68" fmla="*/ 1412663 h 1696335"/>
                <a:gd name="connsiteX69" fmla="*/ 1714974 w 1920955"/>
                <a:gd name="connsiteY69" fmla="*/ 1384088 h 1696335"/>
                <a:gd name="connsiteX70" fmla="*/ 1772124 w 1920955"/>
                <a:gd name="connsiteY70" fmla="*/ 1379326 h 1696335"/>
                <a:gd name="connsiteX71" fmla="*/ 1772124 w 1920955"/>
                <a:gd name="connsiteY71" fmla="*/ 1450763 h 1696335"/>
                <a:gd name="connsiteX72" fmla="*/ 1886424 w 1920955"/>
                <a:gd name="connsiteY72" fmla="*/ 1446001 h 1696335"/>
                <a:gd name="connsiteX73" fmla="*/ 1919761 w 1920955"/>
                <a:gd name="connsiteY73" fmla="*/ 1441238 h 1696335"/>
                <a:gd name="connsiteX74" fmla="*/ 1853086 w 1920955"/>
                <a:gd name="connsiteY74" fmla="*/ 1398376 h 1696335"/>
                <a:gd name="connsiteX75" fmla="*/ 1853086 w 1920955"/>
                <a:gd name="connsiteY75" fmla="*/ 1303126 h 1696335"/>
                <a:gd name="connsiteX76" fmla="*/ 1853086 w 1920955"/>
                <a:gd name="connsiteY76" fmla="*/ 1245976 h 1696335"/>
                <a:gd name="connsiteX77" fmla="*/ 1810224 w 1920955"/>
                <a:gd name="connsiteY77" fmla="*/ 1236451 h 1696335"/>
                <a:gd name="connsiteX78" fmla="*/ 1734024 w 1920955"/>
                <a:gd name="connsiteY78" fmla="*/ 1155488 h 1696335"/>
                <a:gd name="connsiteX79" fmla="*/ 1695924 w 1920955"/>
                <a:gd name="connsiteY79" fmla="*/ 974513 h 1696335"/>
                <a:gd name="connsiteX80" fmla="*/ 1643536 w 1920955"/>
                <a:gd name="connsiteY80" fmla="*/ 941176 h 1696335"/>
                <a:gd name="connsiteX81" fmla="*/ 1605436 w 1920955"/>
                <a:gd name="connsiteY81" fmla="*/ 884026 h 1696335"/>
                <a:gd name="connsiteX82" fmla="*/ 1557811 w 1920955"/>
                <a:gd name="connsiteY82" fmla="*/ 836401 h 1696335"/>
                <a:gd name="connsiteX83" fmla="*/ 1505424 w 1920955"/>
                <a:gd name="connsiteY83" fmla="*/ 817351 h 1696335"/>
                <a:gd name="connsiteX84" fmla="*/ 1453036 w 1920955"/>
                <a:gd name="connsiteY84" fmla="*/ 812588 h 1696335"/>
                <a:gd name="connsiteX85" fmla="*/ 1510186 w 1920955"/>
                <a:gd name="connsiteY85" fmla="*/ 779251 h 1696335"/>
                <a:gd name="connsiteX86" fmla="*/ 1476849 w 1920955"/>
                <a:gd name="connsiteY86" fmla="*/ 745913 h 1696335"/>
                <a:gd name="connsiteX87" fmla="*/ 1481611 w 1920955"/>
                <a:gd name="connsiteY87" fmla="*/ 722101 h 1696335"/>
                <a:gd name="connsiteX88" fmla="*/ 1572099 w 1920955"/>
                <a:gd name="connsiteY88" fmla="*/ 760201 h 1696335"/>
                <a:gd name="connsiteX89" fmla="*/ 1624486 w 1920955"/>
                <a:gd name="connsiteY89" fmla="*/ 693526 h 1696335"/>
                <a:gd name="connsiteX90" fmla="*/ 1614961 w 1920955"/>
                <a:gd name="connsiteY90" fmla="*/ 550651 h 1696335"/>
                <a:gd name="connsiteX91" fmla="*/ 1610199 w 1920955"/>
                <a:gd name="connsiteY91" fmla="*/ 412538 h 1696335"/>
                <a:gd name="connsiteX0" fmla="*/ 1610199 w 1920955"/>
                <a:gd name="connsiteY0" fmla="*/ 412538 h 1691251"/>
                <a:gd name="connsiteX1" fmla="*/ 1567336 w 1920955"/>
                <a:gd name="connsiteY1" fmla="*/ 369676 h 1691251"/>
                <a:gd name="connsiteX2" fmla="*/ 1467324 w 1920955"/>
                <a:gd name="connsiteY2" fmla="*/ 345863 h 1691251"/>
                <a:gd name="connsiteX3" fmla="*/ 1419699 w 1920955"/>
                <a:gd name="connsiteY3" fmla="*/ 317288 h 1691251"/>
                <a:gd name="connsiteX4" fmla="*/ 1367311 w 1920955"/>
                <a:gd name="connsiteY4" fmla="*/ 160126 h 1691251"/>
                <a:gd name="connsiteX5" fmla="*/ 1338736 w 1920955"/>
                <a:gd name="connsiteY5" fmla="*/ 12488 h 1691251"/>
                <a:gd name="connsiteX6" fmla="*/ 1267299 w 1920955"/>
                <a:gd name="connsiteY6" fmla="*/ 12488 h 1691251"/>
                <a:gd name="connsiteX7" fmla="*/ 1214911 w 1920955"/>
                <a:gd name="connsiteY7" fmla="*/ 50588 h 1691251"/>
                <a:gd name="connsiteX8" fmla="*/ 1214911 w 1920955"/>
                <a:gd name="connsiteY8" fmla="*/ 155363 h 1691251"/>
                <a:gd name="connsiteX9" fmla="*/ 1186336 w 1920955"/>
                <a:gd name="connsiteY9" fmla="*/ 183938 h 1691251"/>
                <a:gd name="connsiteX10" fmla="*/ 1176811 w 1920955"/>
                <a:gd name="connsiteY10" fmla="*/ 255376 h 1691251"/>
                <a:gd name="connsiteX11" fmla="*/ 1114899 w 1920955"/>
                <a:gd name="connsiteY11" fmla="*/ 298238 h 1691251"/>
                <a:gd name="connsiteX12" fmla="*/ 1005361 w 1920955"/>
                <a:gd name="connsiteY12" fmla="*/ 312526 h 1691251"/>
                <a:gd name="connsiteX13" fmla="*/ 962499 w 1920955"/>
                <a:gd name="connsiteY13" fmla="*/ 355388 h 1691251"/>
                <a:gd name="connsiteX14" fmla="*/ 838674 w 1920955"/>
                <a:gd name="connsiteY14" fmla="*/ 355388 h 1691251"/>
                <a:gd name="connsiteX15" fmla="*/ 781524 w 1920955"/>
                <a:gd name="connsiteY15" fmla="*/ 426826 h 1691251"/>
                <a:gd name="connsiteX16" fmla="*/ 781524 w 1920955"/>
                <a:gd name="connsiteY16" fmla="*/ 460163 h 1691251"/>
                <a:gd name="connsiteX17" fmla="*/ 743424 w 1920955"/>
                <a:gd name="connsiteY17" fmla="*/ 483976 h 1691251"/>
                <a:gd name="connsiteX18" fmla="*/ 671986 w 1920955"/>
                <a:gd name="connsiteY18" fmla="*/ 417301 h 1691251"/>
                <a:gd name="connsiteX19" fmla="*/ 519586 w 1920955"/>
                <a:gd name="connsiteY19" fmla="*/ 412538 h 1691251"/>
                <a:gd name="connsiteX20" fmla="*/ 457674 w 1920955"/>
                <a:gd name="connsiteY20" fmla="*/ 431588 h 1691251"/>
                <a:gd name="connsiteX21" fmla="*/ 419574 w 1920955"/>
                <a:gd name="connsiteY21" fmla="*/ 417301 h 1691251"/>
                <a:gd name="connsiteX22" fmla="*/ 400524 w 1920955"/>
                <a:gd name="connsiteY22" fmla="*/ 355388 h 1691251"/>
                <a:gd name="connsiteX23" fmla="*/ 333849 w 1920955"/>
                <a:gd name="connsiteY23" fmla="*/ 303001 h 1691251"/>
                <a:gd name="connsiteX24" fmla="*/ 286224 w 1920955"/>
                <a:gd name="connsiteY24" fmla="*/ 236326 h 1691251"/>
                <a:gd name="connsiteX25" fmla="*/ 143349 w 1920955"/>
                <a:gd name="connsiteY25" fmla="*/ 255376 h 1691251"/>
                <a:gd name="connsiteX26" fmla="*/ 124299 w 1920955"/>
                <a:gd name="connsiteY26" fmla="*/ 331576 h 1691251"/>
                <a:gd name="connsiteX27" fmla="*/ 110011 w 1920955"/>
                <a:gd name="connsiteY27" fmla="*/ 364913 h 1691251"/>
                <a:gd name="connsiteX28" fmla="*/ 133824 w 1920955"/>
                <a:gd name="connsiteY28" fmla="*/ 412538 h 1691251"/>
                <a:gd name="connsiteX29" fmla="*/ 81436 w 1920955"/>
                <a:gd name="connsiteY29" fmla="*/ 450638 h 1691251"/>
                <a:gd name="connsiteX30" fmla="*/ 33811 w 1920955"/>
                <a:gd name="connsiteY30" fmla="*/ 445876 h 1691251"/>
                <a:gd name="connsiteX31" fmla="*/ 33811 w 1920955"/>
                <a:gd name="connsiteY31" fmla="*/ 517313 h 1691251"/>
                <a:gd name="connsiteX32" fmla="*/ 474 w 1920955"/>
                <a:gd name="connsiteY32" fmla="*/ 622088 h 1691251"/>
                <a:gd name="connsiteX33" fmla="*/ 62386 w 1920955"/>
                <a:gd name="connsiteY33" fmla="*/ 698288 h 1691251"/>
                <a:gd name="connsiteX34" fmla="*/ 111977 w 1920955"/>
                <a:gd name="connsiteY34" fmla="*/ 678550 h 1691251"/>
                <a:gd name="connsiteX35" fmla="*/ 112334 w 1920955"/>
                <a:gd name="connsiteY35" fmla="*/ 748809 h 1691251"/>
                <a:gd name="connsiteX36" fmla="*/ 167161 w 1920955"/>
                <a:gd name="connsiteY36" fmla="*/ 779251 h 1691251"/>
                <a:gd name="connsiteX37" fmla="*/ 236159 w 1920955"/>
                <a:gd name="connsiteY37" fmla="*/ 789463 h 1691251"/>
                <a:gd name="connsiteX38" fmla="*/ 271462 w 1920955"/>
                <a:gd name="connsiteY38" fmla="*/ 845434 h 1691251"/>
                <a:gd name="connsiteX39" fmla="*/ 270869 w 1920955"/>
                <a:gd name="connsiteY39" fmla="*/ 890506 h 1691251"/>
                <a:gd name="connsiteX40" fmla="*/ 295393 w 1920955"/>
                <a:gd name="connsiteY40" fmla="*/ 929981 h 1691251"/>
                <a:gd name="connsiteX41" fmla="*/ 341051 w 1920955"/>
                <a:gd name="connsiteY41" fmla="*/ 968573 h 1691251"/>
                <a:gd name="connsiteX42" fmla="*/ 426184 w 1920955"/>
                <a:gd name="connsiteY42" fmla="*/ 1022825 h 1691251"/>
                <a:gd name="connsiteX43" fmla="*/ 461961 w 1920955"/>
                <a:gd name="connsiteY43" fmla="*/ 1093918 h 1691251"/>
                <a:gd name="connsiteX44" fmla="*/ 441064 w 1920955"/>
                <a:gd name="connsiteY44" fmla="*/ 1163491 h 1691251"/>
                <a:gd name="connsiteX45" fmla="*/ 519111 w 1920955"/>
                <a:gd name="connsiteY45" fmla="*/ 1219954 h 1691251"/>
                <a:gd name="connsiteX46" fmla="*/ 591143 w 1920955"/>
                <a:gd name="connsiteY46" fmla="*/ 1252948 h 1691251"/>
                <a:gd name="connsiteX47" fmla="*/ 571974 w 1920955"/>
                <a:gd name="connsiteY47" fmla="*/ 1312651 h 1691251"/>
                <a:gd name="connsiteX48" fmla="*/ 662461 w 1920955"/>
                <a:gd name="connsiteY48" fmla="*/ 1465051 h 1691251"/>
                <a:gd name="connsiteX49" fmla="*/ 755271 w 1920955"/>
                <a:gd name="connsiteY49" fmla="*/ 1538205 h 1691251"/>
                <a:gd name="connsiteX50" fmla="*/ 805336 w 1920955"/>
                <a:gd name="connsiteY50" fmla="*/ 1488863 h 1691251"/>
                <a:gd name="connsiteX51" fmla="*/ 869926 w 1920955"/>
                <a:gd name="connsiteY51" fmla="*/ 1516260 h 1691251"/>
                <a:gd name="connsiteX52" fmla="*/ 924399 w 1920955"/>
                <a:gd name="connsiteY52" fmla="*/ 1484101 h 1691251"/>
                <a:gd name="connsiteX53" fmla="*/ 941246 w 1920955"/>
                <a:gd name="connsiteY53" fmla="*/ 1441925 h 1691251"/>
                <a:gd name="connsiteX54" fmla="*/ 1005123 w 1920955"/>
                <a:gd name="connsiteY54" fmla="*/ 1528337 h 1691251"/>
                <a:gd name="connsiteX55" fmla="*/ 1050190 w 1920955"/>
                <a:gd name="connsiteY55" fmla="*/ 1599431 h 1691251"/>
                <a:gd name="connsiteX56" fmla="*/ 1120136 w 1920955"/>
                <a:gd name="connsiteY56" fmla="*/ 1690950 h 1691251"/>
                <a:gd name="connsiteX57" fmla="*/ 1151034 w 1920955"/>
                <a:gd name="connsiteY57" fmla="*/ 1627859 h 1691251"/>
                <a:gd name="connsiteX58" fmla="*/ 1176811 w 1920955"/>
                <a:gd name="connsiteY58" fmla="*/ 1598401 h 1691251"/>
                <a:gd name="connsiteX59" fmla="*/ 1210149 w 1920955"/>
                <a:gd name="connsiteY59" fmla="*/ 1617451 h 1691251"/>
                <a:gd name="connsiteX60" fmla="*/ 1233961 w 1920955"/>
                <a:gd name="connsiteY60" fmla="*/ 1579351 h 1691251"/>
                <a:gd name="connsiteX61" fmla="*/ 1267299 w 1920955"/>
                <a:gd name="connsiteY61" fmla="*/ 1655551 h 1691251"/>
                <a:gd name="connsiteX62" fmla="*/ 1348261 w 1920955"/>
                <a:gd name="connsiteY62" fmla="*/ 1626976 h 1691251"/>
                <a:gd name="connsiteX63" fmla="*/ 1414936 w 1920955"/>
                <a:gd name="connsiteY63" fmla="*/ 1555538 h 1691251"/>
                <a:gd name="connsiteX64" fmla="*/ 1433986 w 1920955"/>
                <a:gd name="connsiteY64" fmla="*/ 1607926 h 1691251"/>
                <a:gd name="connsiteX65" fmla="*/ 1410174 w 1920955"/>
                <a:gd name="connsiteY65" fmla="*/ 1612688 h 1691251"/>
                <a:gd name="connsiteX66" fmla="*/ 1543524 w 1920955"/>
                <a:gd name="connsiteY66" fmla="*/ 1579351 h 1691251"/>
                <a:gd name="connsiteX67" fmla="*/ 1581624 w 1920955"/>
                <a:gd name="connsiteY67" fmla="*/ 1507913 h 1691251"/>
                <a:gd name="connsiteX68" fmla="*/ 1643536 w 1920955"/>
                <a:gd name="connsiteY68" fmla="*/ 1412663 h 1691251"/>
                <a:gd name="connsiteX69" fmla="*/ 1714974 w 1920955"/>
                <a:gd name="connsiteY69" fmla="*/ 1384088 h 1691251"/>
                <a:gd name="connsiteX70" fmla="*/ 1772124 w 1920955"/>
                <a:gd name="connsiteY70" fmla="*/ 1379326 h 1691251"/>
                <a:gd name="connsiteX71" fmla="*/ 1772124 w 1920955"/>
                <a:gd name="connsiteY71" fmla="*/ 1450763 h 1691251"/>
                <a:gd name="connsiteX72" fmla="*/ 1886424 w 1920955"/>
                <a:gd name="connsiteY72" fmla="*/ 1446001 h 1691251"/>
                <a:gd name="connsiteX73" fmla="*/ 1919761 w 1920955"/>
                <a:gd name="connsiteY73" fmla="*/ 1441238 h 1691251"/>
                <a:gd name="connsiteX74" fmla="*/ 1853086 w 1920955"/>
                <a:gd name="connsiteY74" fmla="*/ 1398376 h 1691251"/>
                <a:gd name="connsiteX75" fmla="*/ 1853086 w 1920955"/>
                <a:gd name="connsiteY75" fmla="*/ 1303126 h 1691251"/>
                <a:gd name="connsiteX76" fmla="*/ 1853086 w 1920955"/>
                <a:gd name="connsiteY76" fmla="*/ 1245976 h 1691251"/>
                <a:gd name="connsiteX77" fmla="*/ 1810224 w 1920955"/>
                <a:gd name="connsiteY77" fmla="*/ 1236451 h 1691251"/>
                <a:gd name="connsiteX78" fmla="*/ 1734024 w 1920955"/>
                <a:gd name="connsiteY78" fmla="*/ 1155488 h 1691251"/>
                <a:gd name="connsiteX79" fmla="*/ 1695924 w 1920955"/>
                <a:gd name="connsiteY79" fmla="*/ 974513 h 1691251"/>
                <a:gd name="connsiteX80" fmla="*/ 1643536 w 1920955"/>
                <a:gd name="connsiteY80" fmla="*/ 941176 h 1691251"/>
                <a:gd name="connsiteX81" fmla="*/ 1605436 w 1920955"/>
                <a:gd name="connsiteY81" fmla="*/ 884026 h 1691251"/>
                <a:gd name="connsiteX82" fmla="*/ 1557811 w 1920955"/>
                <a:gd name="connsiteY82" fmla="*/ 836401 h 1691251"/>
                <a:gd name="connsiteX83" fmla="*/ 1505424 w 1920955"/>
                <a:gd name="connsiteY83" fmla="*/ 817351 h 1691251"/>
                <a:gd name="connsiteX84" fmla="*/ 1453036 w 1920955"/>
                <a:gd name="connsiteY84" fmla="*/ 812588 h 1691251"/>
                <a:gd name="connsiteX85" fmla="*/ 1510186 w 1920955"/>
                <a:gd name="connsiteY85" fmla="*/ 779251 h 1691251"/>
                <a:gd name="connsiteX86" fmla="*/ 1476849 w 1920955"/>
                <a:gd name="connsiteY86" fmla="*/ 745913 h 1691251"/>
                <a:gd name="connsiteX87" fmla="*/ 1481611 w 1920955"/>
                <a:gd name="connsiteY87" fmla="*/ 722101 h 1691251"/>
                <a:gd name="connsiteX88" fmla="*/ 1572099 w 1920955"/>
                <a:gd name="connsiteY88" fmla="*/ 760201 h 1691251"/>
                <a:gd name="connsiteX89" fmla="*/ 1624486 w 1920955"/>
                <a:gd name="connsiteY89" fmla="*/ 693526 h 1691251"/>
                <a:gd name="connsiteX90" fmla="*/ 1614961 w 1920955"/>
                <a:gd name="connsiteY90" fmla="*/ 550651 h 1691251"/>
                <a:gd name="connsiteX91" fmla="*/ 1610199 w 1920955"/>
                <a:gd name="connsiteY91" fmla="*/ 412538 h 1691251"/>
                <a:gd name="connsiteX0" fmla="*/ 1610199 w 1920955"/>
                <a:gd name="connsiteY0" fmla="*/ 412538 h 1691251"/>
                <a:gd name="connsiteX1" fmla="*/ 1567336 w 1920955"/>
                <a:gd name="connsiteY1" fmla="*/ 369676 h 1691251"/>
                <a:gd name="connsiteX2" fmla="*/ 1467324 w 1920955"/>
                <a:gd name="connsiteY2" fmla="*/ 345863 h 1691251"/>
                <a:gd name="connsiteX3" fmla="*/ 1419699 w 1920955"/>
                <a:gd name="connsiteY3" fmla="*/ 317288 h 1691251"/>
                <a:gd name="connsiteX4" fmla="*/ 1367311 w 1920955"/>
                <a:gd name="connsiteY4" fmla="*/ 160126 h 1691251"/>
                <a:gd name="connsiteX5" fmla="*/ 1338736 w 1920955"/>
                <a:gd name="connsiteY5" fmla="*/ 12488 h 1691251"/>
                <a:gd name="connsiteX6" fmla="*/ 1267299 w 1920955"/>
                <a:gd name="connsiteY6" fmla="*/ 12488 h 1691251"/>
                <a:gd name="connsiteX7" fmla="*/ 1214911 w 1920955"/>
                <a:gd name="connsiteY7" fmla="*/ 50588 h 1691251"/>
                <a:gd name="connsiteX8" fmla="*/ 1214911 w 1920955"/>
                <a:gd name="connsiteY8" fmla="*/ 155363 h 1691251"/>
                <a:gd name="connsiteX9" fmla="*/ 1186336 w 1920955"/>
                <a:gd name="connsiteY9" fmla="*/ 183938 h 1691251"/>
                <a:gd name="connsiteX10" fmla="*/ 1176811 w 1920955"/>
                <a:gd name="connsiteY10" fmla="*/ 255376 h 1691251"/>
                <a:gd name="connsiteX11" fmla="*/ 1114899 w 1920955"/>
                <a:gd name="connsiteY11" fmla="*/ 298238 h 1691251"/>
                <a:gd name="connsiteX12" fmla="*/ 1005361 w 1920955"/>
                <a:gd name="connsiteY12" fmla="*/ 312526 h 1691251"/>
                <a:gd name="connsiteX13" fmla="*/ 962499 w 1920955"/>
                <a:gd name="connsiteY13" fmla="*/ 355388 h 1691251"/>
                <a:gd name="connsiteX14" fmla="*/ 838674 w 1920955"/>
                <a:gd name="connsiteY14" fmla="*/ 355388 h 1691251"/>
                <a:gd name="connsiteX15" fmla="*/ 781524 w 1920955"/>
                <a:gd name="connsiteY15" fmla="*/ 426826 h 1691251"/>
                <a:gd name="connsiteX16" fmla="*/ 781524 w 1920955"/>
                <a:gd name="connsiteY16" fmla="*/ 460163 h 1691251"/>
                <a:gd name="connsiteX17" fmla="*/ 743424 w 1920955"/>
                <a:gd name="connsiteY17" fmla="*/ 483976 h 1691251"/>
                <a:gd name="connsiteX18" fmla="*/ 671986 w 1920955"/>
                <a:gd name="connsiteY18" fmla="*/ 417301 h 1691251"/>
                <a:gd name="connsiteX19" fmla="*/ 519586 w 1920955"/>
                <a:gd name="connsiteY19" fmla="*/ 412538 h 1691251"/>
                <a:gd name="connsiteX20" fmla="*/ 457674 w 1920955"/>
                <a:gd name="connsiteY20" fmla="*/ 431588 h 1691251"/>
                <a:gd name="connsiteX21" fmla="*/ 419574 w 1920955"/>
                <a:gd name="connsiteY21" fmla="*/ 417301 h 1691251"/>
                <a:gd name="connsiteX22" fmla="*/ 400524 w 1920955"/>
                <a:gd name="connsiteY22" fmla="*/ 355388 h 1691251"/>
                <a:gd name="connsiteX23" fmla="*/ 333849 w 1920955"/>
                <a:gd name="connsiteY23" fmla="*/ 303001 h 1691251"/>
                <a:gd name="connsiteX24" fmla="*/ 286224 w 1920955"/>
                <a:gd name="connsiteY24" fmla="*/ 236326 h 1691251"/>
                <a:gd name="connsiteX25" fmla="*/ 143349 w 1920955"/>
                <a:gd name="connsiteY25" fmla="*/ 255376 h 1691251"/>
                <a:gd name="connsiteX26" fmla="*/ 124299 w 1920955"/>
                <a:gd name="connsiteY26" fmla="*/ 331576 h 1691251"/>
                <a:gd name="connsiteX27" fmla="*/ 110011 w 1920955"/>
                <a:gd name="connsiteY27" fmla="*/ 364913 h 1691251"/>
                <a:gd name="connsiteX28" fmla="*/ 133824 w 1920955"/>
                <a:gd name="connsiteY28" fmla="*/ 412538 h 1691251"/>
                <a:gd name="connsiteX29" fmla="*/ 81436 w 1920955"/>
                <a:gd name="connsiteY29" fmla="*/ 450638 h 1691251"/>
                <a:gd name="connsiteX30" fmla="*/ 33811 w 1920955"/>
                <a:gd name="connsiteY30" fmla="*/ 445876 h 1691251"/>
                <a:gd name="connsiteX31" fmla="*/ 33811 w 1920955"/>
                <a:gd name="connsiteY31" fmla="*/ 517313 h 1691251"/>
                <a:gd name="connsiteX32" fmla="*/ 474 w 1920955"/>
                <a:gd name="connsiteY32" fmla="*/ 622088 h 1691251"/>
                <a:gd name="connsiteX33" fmla="*/ 62386 w 1920955"/>
                <a:gd name="connsiteY33" fmla="*/ 698288 h 1691251"/>
                <a:gd name="connsiteX34" fmla="*/ 111977 w 1920955"/>
                <a:gd name="connsiteY34" fmla="*/ 678550 h 1691251"/>
                <a:gd name="connsiteX35" fmla="*/ 112334 w 1920955"/>
                <a:gd name="connsiteY35" fmla="*/ 748809 h 1691251"/>
                <a:gd name="connsiteX36" fmla="*/ 167161 w 1920955"/>
                <a:gd name="connsiteY36" fmla="*/ 779251 h 1691251"/>
                <a:gd name="connsiteX37" fmla="*/ 236159 w 1920955"/>
                <a:gd name="connsiteY37" fmla="*/ 789463 h 1691251"/>
                <a:gd name="connsiteX38" fmla="*/ 271462 w 1920955"/>
                <a:gd name="connsiteY38" fmla="*/ 845434 h 1691251"/>
                <a:gd name="connsiteX39" fmla="*/ 270869 w 1920955"/>
                <a:gd name="connsiteY39" fmla="*/ 890506 h 1691251"/>
                <a:gd name="connsiteX40" fmla="*/ 295393 w 1920955"/>
                <a:gd name="connsiteY40" fmla="*/ 929981 h 1691251"/>
                <a:gd name="connsiteX41" fmla="*/ 341051 w 1920955"/>
                <a:gd name="connsiteY41" fmla="*/ 968573 h 1691251"/>
                <a:gd name="connsiteX42" fmla="*/ 426184 w 1920955"/>
                <a:gd name="connsiteY42" fmla="*/ 1022825 h 1691251"/>
                <a:gd name="connsiteX43" fmla="*/ 461961 w 1920955"/>
                <a:gd name="connsiteY43" fmla="*/ 1093918 h 1691251"/>
                <a:gd name="connsiteX44" fmla="*/ 441064 w 1920955"/>
                <a:gd name="connsiteY44" fmla="*/ 1163491 h 1691251"/>
                <a:gd name="connsiteX45" fmla="*/ 519111 w 1920955"/>
                <a:gd name="connsiteY45" fmla="*/ 1219954 h 1691251"/>
                <a:gd name="connsiteX46" fmla="*/ 591143 w 1920955"/>
                <a:gd name="connsiteY46" fmla="*/ 1252948 h 1691251"/>
                <a:gd name="connsiteX47" fmla="*/ 571974 w 1920955"/>
                <a:gd name="connsiteY47" fmla="*/ 1312651 h 1691251"/>
                <a:gd name="connsiteX48" fmla="*/ 662461 w 1920955"/>
                <a:gd name="connsiteY48" fmla="*/ 1465051 h 1691251"/>
                <a:gd name="connsiteX49" fmla="*/ 755271 w 1920955"/>
                <a:gd name="connsiteY49" fmla="*/ 1538205 h 1691251"/>
                <a:gd name="connsiteX50" fmla="*/ 805336 w 1920955"/>
                <a:gd name="connsiteY50" fmla="*/ 1488863 h 1691251"/>
                <a:gd name="connsiteX51" fmla="*/ 869926 w 1920955"/>
                <a:gd name="connsiteY51" fmla="*/ 1516260 h 1691251"/>
                <a:gd name="connsiteX52" fmla="*/ 924399 w 1920955"/>
                <a:gd name="connsiteY52" fmla="*/ 1484101 h 1691251"/>
                <a:gd name="connsiteX53" fmla="*/ 941246 w 1920955"/>
                <a:gd name="connsiteY53" fmla="*/ 1441925 h 1691251"/>
                <a:gd name="connsiteX54" fmla="*/ 1005123 w 1920955"/>
                <a:gd name="connsiteY54" fmla="*/ 1528337 h 1691251"/>
                <a:gd name="connsiteX55" fmla="*/ 1050190 w 1920955"/>
                <a:gd name="connsiteY55" fmla="*/ 1599431 h 1691251"/>
                <a:gd name="connsiteX56" fmla="*/ 1120136 w 1920955"/>
                <a:gd name="connsiteY56" fmla="*/ 1690950 h 1691251"/>
                <a:gd name="connsiteX57" fmla="*/ 1151034 w 1920955"/>
                <a:gd name="connsiteY57" fmla="*/ 1627859 h 1691251"/>
                <a:gd name="connsiteX58" fmla="*/ 1176811 w 1920955"/>
                <a:gd name="connsiteY58" fmla="*/ 1598401 h 1691251"/>
                <a:gd name="connsiteX59" fmla="*/ 1210149 w 1920955"/>
                <a:gd name="connsiteY59" fmla="*/ 1617451 h 1691251"/>
                <a:gd name="connsiteX60" fmla="*/ 1233961 w 1920955"/>
                <a:gd name="connsiteY60" fmla="*/ 1579351 h 1691251"/>
                <a:gd name="connsiteX61" fmla="*/ 1267299 w 1920955"/>
                <a:gd name="connsiteY61" fmla="*/ 1655551 h 1691251"/>
                <a:gd name="connsiteX62" fmla="*/ 1348261 w 1920955"/>
                <a:gd name="connsiteY62" fmla="*/ 1626976 h 1691251"/>
                <a:gd name="connsiteX63" fmla="*/ 1414936 w 1920955"/>
                <a:gd name="connsiteY63" fmla="*/ 1555538 h 1691251"/>
                <a:gd name="connsiteX64" fmla="*/ 1433986 w 1920955"/>
                <a:gd name="connsiteY64" fmla="*/ 1607926 h 1691251"/>
                <a:gd name="connsiteX65" fmla="*/ 1410174 w 1920955"/>
                <a:gd name="connsiteY65" fmla="*/ 1612688 h 1691251"/>
                <a:gd name="connsiteX66" fmla="*/ 1543524 w 1920955"/>
                <a:gd name="connsiteY66" fmla="*/ 1579351 h 1691251"/>
                <a:gd name="connsiteX67" fmla="*/ 1581624 w 1920955"/>
                <a:gd name="connsiteY67" fmla="*/ 1507913 h 1691251"/>
                <a:gd name="connsiteX68" fmla="*/ 1643536 w 1920955"/>
                <a:gd name="connsiteY68" fmla="*/ 1412663 h 1691251"/>
                <a:gd name="connsiteX69" fmla="*/ 1714974 w 1920955"/>
                <a:gd name="connsiteY69" fmla="*/ 1384088 h 1691251"/>
                <a:gd name="connsiteX70" fmla="*/ 1772124 w 1920955"/>
                <a:gd name="connsiteY70" fmla="*/ 1379326 h 1691251"/>
                <a:gd name="connsiteX71" fmla="*/ 1772124 w 1920955"/>
                <a:gd name="connsiteY71" fmla="*/ 1450763 h 1691251"/>
                <a:gd name="connsiteX72" fmla="*/ 1886424 w 1920955"/>
                <a:gd name="connsiteY72" fmla="*/ 1446001 h 1691251"/>
                <a:gd name="connsiteX73" fmla="*/ 1919761 w 1920955"/>
                <a:gd name="connsiteY73" fmla="*/ 1441238 h 1691251"/>
                <a:gd name="connsiteX74" fmla="*/ 1853086 w 1920955"/>
                <a:gd name="connsiteY74" fmla="*/ 1398376 h 1691251"/>
                <a:gd name="connsiteX75" fmla="*/ 1853086 w 1920955"/>
                <a:gd name="connsiteY75" fmla="*/ 1303126 h 1691251"/>
                <a:gd name="connsiteX76" fmla="*/ 1853086 w 1920955"/>
                <a:gd name="connsiteY76" fmla="*/ 1245976 h 1691251"/>
                <a:gd name="connsiteX77" fmla="*/ 1810224 w 1920955"/>
                <a:gd name="connsiteY77" fmla="*/ 1236451 h 1691251"/>
                <a:gd name="connsiteX78" fmla="*/ 1734024 w 1920955"/>
                <a:gd name="connsiteY78" fmla="*/ 1155488 h 1691251"/>
                <a:gd name="connsiteX79" fmla="*/ 1695924 w 1920955"/>
                <a:gd name="connsiteY79" fmla="*/ 974513 h 1691251"/>
                <a:gd name="connsiteX80" fmla="*/ 1643536 w 1920955"/>
                <a:gd name="connsiteY80" fmla="*/ 941176 h 1691251"/>
                <a:gd name="connsiteX81" fmla="*/ 1605436 w 1920955"/>
                <a:gd name="connsiteY81" fmla="*/ 884026 h 1691251"/>
                <a:gd name="connsiteX82" fmla="*/ 1557811 w 1920955"/>
                <a:gd name="connsiteY82" fmla="*/ 836401 h 1691251"/>
                <a:gd name="connsiteX83" fmla="*/ 1505424 w 1920955"/>
                <a:gd name="connsiteY83" fmla="*/ 817351 h 1691251"/>
                <a:gd name="connsiteX84" fmla="*/ 1453036 w 1920955"/>
                <a:gd name="connsiteY84" fmla="*/ 812588 h 1691251"/>
                <a:gd name="connsiteX85" fmla="*/ 1510186 w 1920955"/>
                <a:gd name="connsiteY85" fmla="*/ 779251 h 1691251"/>
                <a:gd name="connsiteX86" fmla="*/ 1476849 w 1920955"/>
                <a:gd name="connsiteY86" fmla="*/ 745913 h 1691251"/>
                <a:gd name="connsiteX87" fmla="*/ 1481611 w 1920955"/>
                <a:gd name="connsiteY87" fmla="*/ 722101 h 1691251"/>
                <a:gd name="connsiteX88" fmla="*/ 1572099 w 1920955"/>
                <a:gd name="connsiteY88" fmla="*/ 760201 h 1691251"/>
                <a:gd name="connsiteX89" fmla="*/ 1624486 w 1920955"/>
                <a:gd name="connsiteY89" fmla="*/ 693526 h 1691251"/>
                <a:gd name="connsiteX90" fmla="*/ 1614961 w 1920955"/>
                <a:gd name="connsiteY90" fmla="*/ 550651 h 1691251"/>
                <a:gd name="connsiteX91" fmla="*/ 1610199 w 1920955"/>
                <a:gd name="connsiteY91" fmla="*/ 412538 h 1691251"/>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10149 w 1920955"/>
                <a:gd name="connsiteY59" fmla="*/ 1617451 h 1691232"/>
                <a:gd name="connsiteX60" fmla="*/ 1233961 w 1920955"/>
                <a:gd name="connsiteY60" fmla="*/ 1579351 h 1691232"/>
                <a:gd name="connsiteX61" fmla="*/ 1267299 w 1920955"/>
                <a:gd name="connsiteY61" fmla="*/ 1655551 h 1691232"/>
                <a:gd name="connsiteX62" fmla="*/ 1348261 w 1920955"/>
                <a:gd name="connsiteY62" fmla="*/ 1626976 h 1691232"/>
                <a:gd name="connsiteX63" fmla="*/ 1414936 w 1920955"/>
                <a:gd name="connsiteY63" fmla="*/ 1555538 h 1691232"/>
                <a:gd name="connsiteX64" fmla="*/ 1433986 w 1920955"/>
                <a:gd name="connsiteY64" fmla="*/ 1607926 h 1691232"/>
                <a:gd name="connsiteX65" fmla="*/ 1410174 w 1920955"/>
                <a:gd name="connsiteY65" fmla="*/ 1612688 h 1691232"/>
                <a:gd name="connsiteX66" fmla="*/ 1543524 w 1920955"/>
                <a:gd name="connsiteY66" fmla="*/ 1579351 h 1691232"/>
                <a:gd name="connsiteX67" fmla="*/ 1581624 w 1920955"/>
                <a:gd name="connsiteY67" fmla="*/ 1507913 h 1691232"/>
                <a:gd name="connsiteX68" fmla="*/ 1643536 w 1920955"/>
                <a:gd name="connsiteY68" fmla="*/ 1412663 h 1691232"/>
                <a:gd name="connsiteX69" fmla="*/ 1714974 w 1920955"/>
                <a:gd name="connsiteY69" fmla="*/ 1384088 h 1691232"/>
                <a:gd name="connsiteX70" fmla="*/ 1772124 w 1920955"/>
                <a:gd name="connsiteY70" fmla="*/ 1379326 h 1691232"/>
                <a:gd name="connsiteX71" fmla="*/ 1772124 w 1920955"/>
                <a:gd name="connsiteY71" fmla="*/ 1450763 h 1691232"/>
                <a:gd name="connsiteX72" fmla="*/ 1886424 w 1920955"/>
                <a:gd name="connsiteY72" fmla="*/ 1446001 h 1691232"/>
                <a:gd name="connsiteX73" fmla="*/ 1919761 w 1920955"/>
                <a:gd name="connsiteY73" fmla="*/ 1441238 h 1691232"/>
                <a:gd name="connsiteX74" fmla="*/ 1853086 w 1920955"/>
                <a:gd name="connsiteY74" fmla="*/ 1398376 h 1691232"/>
                <a:gd name="connsiteX75" fmla="*/ 1853086 w 1920955"/>
                <a:gd name="connsiteY75" fmla="*/ 1303126 h 1691232"/>
                <a:gd name="connsiteX76" fmla="*/ 1853086 w 1920955"/>
                <a:gd name="connsiteY76" fmla="*/ 1245976 h 1691232"/>
                <a:gd name="connsiteX77" fmla="*/ 1810224 w 1920955"/>
                <a:gd name="connsiteY77" fmla="*/ 1236451 h 1691232"/>
                <a:gd name="connsiteX78" fmla="*/ 1734024 w 1920955"/>
                <a:gd name="connsiteY78" fmla="*/ 1155488 h 1691232"/>
                <a:gd name="connsiteX79" fmla="*/ 1695924 w 1920955"/>
                <a:gd name="connsiteY79" fmla="*/ 974513 h 1691232"/>
                <a:gd name="connsiteX80" fmla="*/ 1643536 w 1920955"/>
                <a:gd name="connsiteY80" fmla="*/ 941176 h 1691232"/>
                <a:gd name="connsiteX81" fmla="*/ 1605436 w 1920955"/>
                <a:gd name="connsiteY81" fmla="*/ 884026 h 1691232"/>
                <a:gd name="connsiteX82" fmla="*/ 1557811 w 1920955"/>
                <a:gd name="connsiteY82" fmla="*/ 836401 h 1691232"/>
                <a:gd name="connsiteX83" fmla="*/ 1505424 w 1920955"/>
                <a:gd name="connsiteY83" fmla="*/ 817351 h 1691232"/>
                <a:gd name="connsiteX84" fmla="*/ 1453036 w 1920955"/>
                <a:gd name="connsiteY84" fmla="*/ 812588 h 1691232"/>
                <a:gd name="connsiteX85" fmla="*/ 1510186 w 1920955"/>
                <a:gd name="connsiteY85" fmla="*/ 779251 h 1691232"/>
                <a:gd name="connsiteX86" fmla="*/ 1476849 w 1920955"/>
                <a:gd name="connsiteY86" fmla="*/ 745913 h 1691232"/>
                <a:gd name="connsiteX87" fmla="*/ 1481611 w 1920955"/>
                <a:gd name="connsiteY87" fmla="*/ 722101 h 1691232"/>
                <a:gd name="connsiteX88" fmla="*/ 1572099 w 1920955"/>
                <a:gd name="connsiteY88" fmla="*/ 760201 h 1691232"/>
                <a:gd name="connsiteX89" fmla="*/ 1624486 w 1920955"/>
                <a:gd name="connsiteY89" fmla="*/ 693526 h 1691232"/>
                <a:gd name="connsiteX90" fmla="*/ 1614961 w 1920955"/>
                <a:gd name="connsiteY90" fmla="*/ 550651 h 1691232"/>
                <a:gd name="connsiteX91" fmla="*/ 1610199 w 1920955"/>
                <a:gd name="connsiteY91"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33961 w 1920955"/>
                <a:gd name="connsiteY60" fmla="*/ 1579351 h 1691232"/>
                <a:gd name="connsiteX61" fmla="*/ 1267299 w 1920955"/>
                <a:gd name="connsiteY61" fmla="*/ 1655551 h 1691232"/>
                <a:gd name="connsiteX62" fmla="*/ 1348261 w 1920955"/>
                <a:gd name="connsiteY62" fmla="*/ 1626976 h 1691232"/>
                <a:gd name="connsiteX63" fmla="*/ 1414936 w 1920955"/>
                <a:gd name="connsiteY63" fmla="*/ 1555538 h 1691232"/>
                <a:gd name="connsiteX64" fmla="*/ 1433986 w 1920955"/>
                <a:gd name="connsiteY64" fmla="*/ 1607926 h 1691232"/>
                <a:gd name="connsiteX65" fmla="*/ 1410174 w 1920955"/>
                <a:gd name="connsiteY65" fmla="*/ 1612688 h 1691232"/>
                <a:gd name="connsiteX66" fmla="*/ 1543524 w 1920955"/>
                <a:gd name="connsiteY66" fmla="*/ 1579351 h 1691232"/>
                <a:gd name="connsiteX67" fmla="*/ 1581624 w 1920955"/>
                <a:gd name="connsiteY67" fmla="*/ 1507913 h 1691232"/>
                <a:gd name="connsiteX68" fmla="*/ 1643536 w 1920955"/>
                <a:gd name="connsiteY68" fmla="*/ 1412663 h 1691232"/>
                <a:gd name="connsiteX69" fmla="*/ 1714974 w 1920955"/>
                <a:gd name="connsiteY69" fmla="*/ 1384088 h 1691232"/>
                <a:gd name="connsiteX70" fmla="*/ 1772124 w 1920955"/>
                <a:gd name="connsiteY70" fmla="*/ 1379326 h 1691232"/>
                <a:gd name="connsiteX71" fmla="*/ 1772124 w 1920955"/>
                <a:gd name="connsiteY71" fmla="*/ 1450763 h 1691232"/>
                <a:gd name="connsiteX72" fmla="*/ 1886424 w 1920955"/>
                <a:gd name="connsiteY72" fmla="*/ 1446001 h 1691232"/>
                <a:gd name="connsiteX73" fmla="*/ 1919761 w 1920955"/>
                <a:gd name="connsiteY73" fmla="*/ 1441238 h 1691232"/>
                <a:gd name="connsiteX74" fmla="*/ 1853086 w 1920955"/>
                <a:gd name="connsiteY74" fmla="*/ 1398376 h 1691232"/>
                <a:gd name="connsiteX75" fmla="*/ 1853086 w 1920955"/>
                <a:gd name="connsiteY75" fmla="*/ 1303126 h 1691232"/>
                <a:gd name="connsiteX76" fmla="*/ 1853086 w 1920955"/>
                <a:gd name="connsiteY76" fmla="*/ 1245976 h 1691232"/>
                <a:gd name="connsiteX77" fmla="*/ 1810224 w 1920955"/>
                <a:gd name="connsiteY77" fmla="*/ 1236451 h 1691232"/>
                <a:gd name="connsiteX78" fmla="*/ 1734024 w 1920955"/>
                <a:gd name="connsiteY78" fmla="*/ 1155488 h 1691232"/>
                <a:gd name="connsiteX79" fmla="*/ 1695924 w 1920955"/>
                <a:gd name="connsiteY79" fmla="*/ 974513 h 1691232"/>
                <a:gd name="connsiteX80" fmla="*/ 1643536 w 1920955"/>
                <a:gd name="connsiteY80" fmla="*/ 941176 h 1691232"/>
                <a:gd name="connsiteX81" fmla="*/ 1605436 w 1920955"/>
                <a:gd name="connsiteY81" fmla="*/ 884026 h 1691232"/>
                <a:gd name="connsiteX82" fmla="*/ 1557811 w 1920955"/>
                <a:gd name="connsiteY82" fmla="*/ 836401 h 1691232"/>
                <a:gd name="connsiteX83" fmla="*/ 1505424 w 1920955"/>
                <a:gd name="connsiteY83" fmla="*/ 817351 h 1691232"/>
                <a:gd name="connsiteX84" fmla="*/ 1453036 w 1920955"/>
                <a:gd name="connsiteY84" fmla="*/ 812588 h 1691232"/>
                <a:gd name="connsiteX85" fmla="*/ 1510186 w 1920955"/>
                <a:gd name="connsiteY85" fmla="*/ 779251 h 1691232"/>
                <a:gd name="connsiteX86" fmla="*/ 1476849 w 1920955"/>
                <a:gd name="connsiteY86" fmla="*/ 745913 h 1691232"/>
                <a:gd name="connsiteX87" fmla="*/ 1481611 w 1920955"/>
                <a:gd name="connsiteY87" fmla="*/ 722101 h 1691232"/>
                <a:gd name="connsiteX88" fmla="*/ 1572099 w 1920955"/>
                <a:gd name="connsiteY88" fmla="*/ 760201 h 1691232"/>
                <a:gd name="connsiteX89" fmla="*/ 1624486 w 1920955"/>
                <a:gd name="connsiteY89" fmla="*/ 693526 h 1691232"/>
                <a:gd name="connsiteX90" fmla="*/ 1614961 w 1920955"/>
                <a:gd name="connsiteY90" fmla="*/ 550651 h 1691232"/>
                <a:gd name="connsiteX91" fmla="*/ 1610199 w 1920955"/>
                <a:gd name="connsiteY91"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67299 w 1920955"/>
                <a:gd name="connsiteY61" fmla="*/ 1655551 h 1691232"/>
                <a:gd name="connsiteX62" fmla="*/ 1348261 w 1920955"/>
                <a:gd name="connsiteY62" fmla="*/ 1626976 h 1691232"/>
                <a:gd name="connsiteX63" fmla="*/ 1414936 w 1920955"/>
                <a:gd name="connsiteY63" fmla="*/ 1555538 h 1691232"/>
                <a:gd name="connsiteX64" fmla="*/ 1433986 w 1920955"/>
                <a:gd name="connsiteY64" fmla="*/ 1607926 h 1691232"/>
                <a:gd name="connsiteX65" fmla="*/ 1410174 w 1920955"/>
                <a:gd name="connsiteY65" fmla="*/ 1612688 h 1691232"/>
                <a:gd name="connsiteX66" fmla="*/ 1543524 w 1920955"/>
                <a:gd name="connsiteY66" fmla="*/ 1579351 h 1691232"/>
                <a:gd name="connsiteX67" fmla="*/ 1581624 w 1920955"/>
                <a:gd name="connsiteY67" fmla="*/ 1507913 h 1691232"/>
                <a:gd name="connsiteX68" fmla="*/ 1643536 w 1920955"/>
                <a:gd name="connsiteY68" fmla="*/ 1412663 h 1691232"/>
                <a:gd name="connsiteX69" fmla="*/ 1714974 w 1920955"/>
                <a:gd name="connsiteY69" fmla="*/ 1384088 h 1691232"/>
                <a:gd name="connsiteX70" fmla="*/ 1772124 w 1920955"/>
                <a:gd name="connsiteY70" fmla="*/ 1379326 h 1691232"/>
                <a:gd name="connsiteX71" fmla="*/ 1772124 w 1920955"/>
                <a:gd name="connsiteY71" fmla="*/ 1450763 h 1691232"/>
                <a:gd name="connsiteX72" fmla="*/ 1886424 w 1920955"/>
                <a:gd name="connsiteY72" fmla="*/ 1446001 h 1691232"/>
                <a:gd name="connsiteX73" fmla="*/ 1919761 w 1920955"/>
                <a:gd name="connsiteY73" fmla="*/ 1441238 h 1691232"/>
                <a:gd name="connsiteX74" fmla="*/ 1853086 w 1920955"/>
                <a:gd name="connsiteY74" fmla="*/ 1398376 h 1691232"/>
                <a:gd name="connsiteX75" fmla="*/ 1853086 w 1920955"/>
                <a:gd name="connsiteY75" fmla="*/ 1303126 h 1691232"/>
                <a:gd name="connsiteX76" fmla="*/ 1853086 w 1920955"/>
                <a:gd name="connsiteY76" fmla="*/ 1245976 h 1691232"/>
                <a:gd name="connsiteX77" fmla="*/ 1810224 w 1920955"/>
                <a:gd name="connsiteY77" fmla="*/ 1236451 h 1691232"/>
                <a:gd name="connsiteX78" fmla="*/ 1734024 w 1920955"/>
                <a:gd name="connsiteY78" fmla="*/ 1155488 h 1691232"/>
                <a:gd name="connsiteX79" fmla="*/ 1695924 w 1920955"/>
                <a:gd name="connsiteY79" fmla="*/ 974513 h 1691232"/>
                <a:gd name="connsiteX80" fmla="*/ 1643536 w 1920955"/>
                <a:gd name="connsiteY80" fmla="*/ 941176 h 1691232"/>
                <a:gd name="connsiteX81" fmla="*/ 1605436 w 1920955"/>
                <a:gd name="connsiteY81" fmla="*/ 884026 h 1691232"/>
                <a:gd name="connsiteX82" fmla="*/ 1557811 w 1920955"/>
                <a:gd name="connsiteY82" fmla="*/ 836401 h 1691232"/>
                <a:gd name="connsiteX83" fmla="*/ 1505424 w 1920955"/>
                <a:gd name="connsiteY83" fmla="*/ 817351 h 1691232"/>
                <a:gd name="connsiteX84" fmla="*/ 1453036 w 1920955"/>
                <a:gd name="connsiteY84" fmla="*/ 812588 h 1691232"/>
                <a:gd name="connsiteX85" fmla="*/ 1510186 w 1920955"/>
                <a:gd name="connsiteY85" fmla="*/ 779251 h 1691232"/>
                <a:gd name="connsiteX86" fmla="*/ 1476849 w 1920955"/>
                <a:gd name="connsiteY86" fmla="*/ 745913 h 1691232"/>
                <a:gd name="connsiteX87" fmla="*/ 1481611 w 1920955"/>
                <a:gd name="connsiteY87" fmla="*/ 722101 h 1691232"/>
                <a:gd name="connsiteX88" fmla="*/ 1572099 w 1920955"/>
                <a:gd name="connsiteY88" fmla="*/ 760201 h 1691232"/>
                <a:gd name="connsiteX89" fmla="*/ 1624486 w 1920955"/>
                <a:gd name="connsiteY89" fmla="*/ 693526 h 1691232"/>
                <a:gd name="connsiteX90" fmla="*/ 1614961 w 1920955"/>
                <a:gd name="connsiteY90" fmla="*/ 550651 h 1691232"/>
                <a:gd name="connsiteX91" fmla="*/ 1610199 w 1920955"/>
                <a:gd name="connsiteY91"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308789 w 1920955"/>
                <a:gd name="connsiteY61" fmla="*/ 1594278 h 1691232"/>
                <a:gd name="connsiteX62" fmla="*/ 1348261 w 1920955"/>
                <a:gd name="connsiteY62" fmla="*/ 1626976 h 1691232"/>
                <a:gd name="connsiteX63" fmla="*/ 1414936 w 1920955"/>
                <a:gd name="connsiteY63" fmla="*/ 1555538 h 1691232"/>
                <a:gd name="connsiteX64" fmla="*/ 1433986 w 1920955"/>
                <a:gd name="connsiteY64" fmla="*/ 1607926 h 1691232"/>
                <a:gd name="connsiteX65" fmla="*/ 1410174 w 1920955"/>
                <a:gd name="connsiteY65" fmla="*/ 1612688 h 1691232"/>
                <a:gd name="connsiteX66" fmla="*/ 1543524 w 1920955"/>
                <a:gd name="connsiteY66" fmla="*/ 1579351 h 1691232"/>
                <a:gd name="connsiteX67" fmla="*/ 1581624 w 1920955"/>
                <a:gd name="connsiteY67" fmla="*/ 1507913 h 1691232"/>
                <a:gd name="connsiteX68" fmla="*/ 1643536 w 1920955"/>
                <a:gd name="connsiteY68" fmla="*/ 1412663 h 1691232"/>
                <a:gd name="connsiteX69" fmla="*/ 1714974 w 1920955"/>
                <a:gd name="connsiteY69" fmla="*/ 1384088 h 1691232"/>
                <a:gd name="connsiteX70" fmla="*/ 1772124 w 1920955"/>
                <a:gd name="connsiteY70" fmla="*/ 1379326 h 1691232"/>
                <a:gd name="connsiteX71" fmla="*/ 1772124 w 1920955"/>
                <a:gd name="connsiteY71" fmla="*/ 1450763 h 1691232"/>
                <a:gd name="connsiteX72" fmla="*/ 1886424 w 1920955"/>
                <a:gd name="connsiteY72" fmla="*/ 1446001 h 1691232"/>
                <a:gd name="connsiteX73" fmla="*/ 1919761 w 1920955"/>
                <a:gd name="connsiteY73" fmla="*/ 1441238 h 1691232"/>
                <a:gd name="connsiteX74" fmla="*/ 1853086 w 1920955"/>
                <a:gd name="connsiteY74" fmla="*/ 1398376 h 1691232"/>
                <a:gd name="connsiteX75" fmla="*/ 1853086 w 1920955"/>
                <a:gd name="connsiteY75" fmla="*/ 1303126 h 1691232"/>
                <a:gd name="connsiteX76" fmla="*/ 1853086 w 1920955"/>
                <a:gd name="connsiteY76" fmla="*/ 1245976 h 1691232"/>
                <a:gd name="connsiteX77" fmla="*/ 1810224 w 1920955"/>
                <a:gd name="connsiteY77" fmla="*/ 1236451 h 1691232"/>
                <a:gd name="connsiteX78" fmla="*/ 1734024 w 1920955"/>
                <a:gd name="connsiteY78" fmla="*/ 1155488 h 1691232"/>
                <a:gd name="connsiteX79" fmla="*/ 1695924 w 1920955"/>
                <a:gd name="connsiteY79" fmla="*/ 974513 h 1691232"/>
                <a:gd name="connsiteX80" fmla="*/ 1643536 w 1920955"/>
                <a:gd name="connsiteY80" fmla="*/ 941176 h 1691232"/>
                <a:gd name="connsiteX81" fmla="*/ 1605436 w 1920955"/>
                <a:gd name="connsiteY81" fmla="*/ 884026 h 1691232"/>
                <a:gd name="connsiteX82" fmla="*/ 1557811 w 1920955"/>
                <a:gd name="connsiteY82" fmla="*/ 836401 h 1691232"/>
                <a:gd name="connsiteX83" fmla="*/ 1505424 w 1920955"/>
                <a:gd name="connsiteY83" fmla="*/ 817351 h 1691232"/>
                <a:gd name="connsiteX84" fmla="*/ 1453036 w 1920955"/>
                <a:gd name="connsiteY84" fmla="*/ 812588 h 1691232"/>
                <a:gd name="connsiteX85" fmla="*/ 1510186 w 1920955"/>
                <a:gd name="connsiteY85" fmla="*/ 779251 h 1691232"/>
                <a:gd name="connsiteX86" fmla="*/ 1476849 w 1920955"/>
                <a:gd name="connsiteY86" fmla="*/ 745913 h 1691232"/>
                <a:gd name="connsiteX87" fmla="*/ 1481611 w 1920955"/>
                <a:gd name="connsiteY87" fmla="*/ 722101 h 1691232"/>
                <a:gd name="connsiteX88" fmla="*/ 1572099 w 1920955"/>
                <a:gd name="connsiteY88" fmla="*/ 760201 h 1691232"/>
                <a:gd name="connsiteX89" fmla="*/ 1624486 w 1920955"/>
                <a:gd name="connsiteY89" fmla="*/ 693526 h 1691232"/>
                <a:gd name="connsiteX90" fmla="*/ 1614961 w 1920955"/>
                <a:gd name="connsiteY90" fmla="*/ 550651 h 1691232"/>
                <a:gd name="connsiteX91" fmla="*/ 1610199 w 1920955"/>
                <a:gd name="connsiteY91"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311230 w 1920955"/>
                <a:gd name="connsiteY61" fmla="*/ 1681082 h 1691232"/>
                <a:gd name="connsiteX62" fmla="*/ 1348261 w 1920955"/>
                <a:gd name="connsiteY62" fmla="*/ 1626976 h 1691232"/>
                <a:gd name="connsiteX63" fmla="*/ 1414936 w 1920955"/>
                <a:gd name="connsiteY63" fmla="*/ 1555538 h 1691232"/>
                <a:gd name="connsiteX64" fmla="*/ 1433986 w 1920955"/>
                <a:gd name="connsiteY64" fmla="*/ 1607926 h 1691232"/>
                <a:gd name="connsiteX65" fmla="*/ 1410174 w 1920955"/>
                <a:gd name="connsiteY65" fmla="*/ 1612688 h 1691232"/>
                <a:gd name="connsiteX66" fmla="*/ 1543524 w 1920955"/>
                <a:gd name="connsiteY66" fmla="*/ 1579351 h 1691232"/>
                <a:gd name="connsiteX67" fmla="*/ 1581624 w 1920955"/>
                <a:gd name="connsiteY67" fmla="*/ 1507913 h 1691232"/>
                <a:gd name="connsiteX68" fmla="*/ 1643536 w 1920955"/>
                <a:gd name="connsiteY68" fmla="*/ 1412663 h 1691232"/>
                <a:gd name="connsiteX69" fmla="*/ 1714974 w 1920955"/>
                <a:gd name="connsiteY69" fmla="*/ 1384088 h 1691232"/>
                <a:gd name="connsiteX70" fmla="*/ 1772124 w 1920955"/>
                <a:gd name="connsiteY70" fmla="*/ 1379326 h 1691232"/>
                <a:gd name="connsiteX71" fmla="*/ 1772124 w 1920955"/>
                <a:gd name="connsiteY71" fmla="*/ 1450763 h 1691232"/>
                <a:gd name="connsiteX72" fmla="*/ 1886424 w 1920955"/>
                <a:gd name="connsiteY72" fmla="*/ 1446001 h 1691232"/>
                <a:gd name="connsiteX73" fmla="*/ 1919761 w 1920955"/>
                <a:gd name="connsiteY73" fmla="*/ 1441238 h 1691232"/>
                <a:gd name="connsiteX74" fmla="*/ 1853086 w 1920955"/>
                <a:gd name="connsiteY74" fmla="*/ 1398376 h 1691232"/>
                <a:gd name="connsiteX75" fmla="*/ 1853086 w 1920955"/>
                <a:gd name="connsiteY75" fmla="*/ 1303126 h 1691232"/>
                <a:gd name="connsiteX76" fmla="*/ 1853086 w 1920955"/>
                <a:gd name="connsiteY76" fmla="*/ 1245976 h 1691232"/>
                <a:gd name="connsiteX77" fmla="*/ 1810224 w 1920955"/>
                <a:gd name="connsiteY77" fmla="*/ 1236451 h 1691232"/>
                <a:gd name="connsiteX78" fmla="*/ 1734024 w 1920955"/>
                <a:gd name="connsiteY78" fmla="*/ 1155488 h 1691232"/>
                <a:gd name="connsiteX79" fmla="*/ 1695924 w 1920955"/>
                <a:gd name="connsiteY79" fmla="*/ 974513 h 1691232"/>
                <a:gd name="connsiteX80" fmla="*/ 1643536 w 1920955"/>
                <a:gd name="connsiteY80" fmla="*/ 941176 h 1691232"/>
                <a:gd name="connsiteX81" fmla="*/ 1605436 w 1920955"/>
                <a:gd name="connsiteY81" fmla="*/ 884026 h 1691232"/>
                <a:gd name="connsiteX82" fmla="*/ 1557811 w 1920955"/>
                <a:gd name="connsiteY82" fmla="*/ 836401 h 1691232"/>
                <a:gd name="connsiteX83" fmla="*/ 1505424 w 1920955"/>
                <a:gd name="connsiteY83" fmla="*/ 817351 h 1691232"/>
                <a:gd name="connsiteX84" fmla="*/ 1453036 w 1920955"/>
                <a:gd name="connsiteY84" fmla="*/ 812588 h 1691232"/>
                <a:gd name="connsiteX85" fmla="*/ 1510186 w 1920955"/>
                <a:gd name="connsiteY85" fmla="*/ 779251 h 1691232"/>
                <a:gd name="connsiteX86" fmla="*/ 1476849 w 1920955"/>
                <a:gd name="connsiteY86" fmla="*/ 745913 h 1691232"/>
                <a:gd name="connsiteX87" fmla="*/ 1481611 w 1920955"/>
                <a:gd name="connsiteY87" fmla="*/ 722101 h 1691232"/>
                <a:gd name="connsiteX88" fmla="*/ 1572099 w 1920955"/>
                <a:gd name="connsiteY88" fmla="*/ 760201 h 1691232"/>
                <a:gd name="connsiteX89" fmla="*/ 1624486 w 1920955"/>
                <a:gd name="connsiteY89" fmla="*/ 693526 h 1691232"/>
                <a:gd name="connsiteX90" fmla="*/ 1614961 w 1920955"/>
                <a:gd name="connsiteY90" fmla="*/ 550651 h 1691232"/>
                <a:gd name="connsiteX91" fmla="*/ 1610199 w 1920955"/>
                <a:gd name="connsiteY91"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48261 w 1920955"/>
                <a:gd name="connsiteY63" fmla="*/ 1626976 h 1691232"/>
                <a:gd name="connsiteX64" fmla="*/ 1414936 w 1920955"/>
                <a:gd name="connsiteY64" fmla="*/ 1555538 h 1691232"/>
                <a:gd name="connsiteX65" fmla="*/ 1433986 w 1920955"/>
                <a:gd name="connsiteY65" fmla="*/ 1607926 h 1691232"/>
                <a:gd name="connsiteX66" fmla="*/ 1410174 w 1920955"/>
                <a:gd name="connsiteY66" fmla="*/ 1612688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4936 w 1920955"/>
                <a:gd name="connsiteY64" fmla="*/ 1555538 h 1691232"/>
                <a:gd name="connsiteX65" fmla="*/ 1433986 w 1920955"/>
                <a:gd name="connsiteY65" fmla="*/ 1607926 h 1691232"/>
                <a:gd name="connsiteX66" fmla="*/ 1410174 w 1920955"/>
                <a:gd name="connsiteY66" fmla="*/ 1612688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4936 w 1920955"/>
                <a:gd name="connsiteY64" fmla="*/ 1555538 h 1691232"/>
                <a:gd name="connsiteX65" fmla="*/ 1468155 w 1920955"/>
                <a:gd name="connsiteY65" fmla="*/ 1595161 h 1691232"/>
                <a:gd name="connsiteX66" fmla="*/ 1410174 w 1920955"/>
                <a:gd name="connsiteY66" fmla="*/ 1612688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4936 w 1920955"/>
                <a:gd name="connsiteY64" fmla="*/ 1555538 h 1691232"/>
                <a:gd name="connsiteX65" fmla="*/ 1438868 w 1920955"/>
                <a:gd name="connsiteY65" fmla="*/ 1595161 h 1691232"/>
                <a:gd name="connsiteX66" fmla="*/ 1410174 w 1920955"/>
                <a:gd name="connsiteY66" fmla="*/ 1612688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4936 w 1920955"/>
                <a:gd name="connsiteY64" fmla="*/ 1555538 h 1691232"/>
                <a:gd name="connsiteX65" fmla="*/ 1475477 w 1920955"/>
                <a:gd name="connsiteY65" fmla="*/ 1541547 h 1691232"/>
                <a:gd name="connsiteX66" fmla="*/ 1410174 w 1920955"/>
                <a:gd name="connsiteY66" fmla="*/ 1612688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4936 w 1920955"/>
                <a:gd name="connsiteY64" fmla="*/ 1555538 h 1691232"/>
                <a:gd name="connsiteX65" fmla="*/ 1475477 w 1920955"/>
                <a:gd name="connsiteY65" fmla="*/ 1541547 h 1691232"/>
                <a:gd name="connsiteX66" fmla="*/ 1476071 w 1920955"/>
                <a:gd name="connsiteY66" fmla="*/ 1622900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5477 w 1920955"/>
                <a:gd name="connsiteY65" fmla="*/ 1541547 h 1691232"/>
                <a:gd name="connsiteX66" fmla="*/ 1476071 w 1920955"/>
                <a:gd name="connsiteY66" fmla="*/ 1622900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5477 w 1920955"/>
                <a:gd name="connsiteY65" fmla="*/ 1541547 h 1691232"/>
                <a:gd name="connsiteX66" fmla="*/ 1505358 w 1920955"/>
                <a:gd name="connsiteY66" fmla="*/ 1648431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5477 w 1920955"/>
                <a:gd name="connsiteY65" fmla="*/ 1541547 h 1691232"/>
                <a:gd name="connsiteX66" fmla="*/ 1488274 w 1920955"/>
                <a:gd name="connsiteY66" fmla="*/ 1640771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43524 w 1920955"/>
                <a:gd name="connsiteY67" fmla="*/ 1579351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1624 w 1920955"/>
                <a:gd name="connsiteY68" fmla="*/ 1507913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4065 w 1920955"/>
                <a:gd name="connsiteY68" fmla="*/ 1525784 h 1691232"/>
                <a:gd name="connsiteX69" fmla="*/ 1643536 w 1920955"/>
                <a:gd name="connsiteY69" fmla="*/ 1412663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4065 w 1920955"/>
                <a:gd name="connsiteY68" fmla="*/ 1525784 h 1691232"/>
                <a:gd name="connsiteX69" fmla="*/ 1670383 w 1920955"/>
                <a:gd name="connsiteY69" fmla="*/ 1438195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8947 w 1920955"/>
                <a:gd name="connsiteY68" fmla="*/ 1528337 h 1691232"/>
                <a:gd name="connsiteX69" fmla="*/ 1670383 w 1920955"/>
                <a:gd name="connsiteY69" fmla="*/ 1438195 h 1691232"/>
                <a:gd name="connsiteX70" fmla="*/ 1714974 w 1920955"/>
                <a:gd name="connsiteY70" fmla="*/ 1384088 h 1691232"/>
                <a:gd name="connsiteX71" fmla="*/ 1772124 w 1920955"/>
                <a:gd name="connsiteY71" fmla="*/ 1379326 h 1691232"/>
                <a:gd name="connsiteX72" fmla="*/ 1772124 w 1920955"/>
                <a:gd name="connsiteY72" fmla="*/ 1450763 h 1691232"/>
                <a:gd name="connsiteX73" fmla="*/ 1886424 w 1920955"/>
                <a:gd name="connsiteY73" fmla="*/ 1446001 h 1691232"/>
                <a:gd name="connsiteX74" fmla="*/ 1919761 w 1920955"/>
                <a:gd name="connsiteY74" fmla="*/ 1441238 h 1691232"/>
                <a:gd name="connsiteX75" fmla="*/ 1853086 w 1920955"/>
                <a:gd name="connsiteY75" fmla="*/ 1398376 h 1691232"/>
                <a:gd name="connsiteX76" fmla="*/ 1853086 w 1920955"/>
                <a:gd name="connsiteY76" fmla="*/ 1303126 h 1691232"/>
                <a:gd name="connsiteX77" fmla="*/ 1853086 w 1920955"/>
                <a:gd name="connsiteY77" fmla="*/ 1245976 h 1691232"/>
                <a:gd name="connsiteX78" fmla="*/ 1810224 w 1920955"/>
                <a:gd name="connsiteY78" fmla="*/ 1236451 h 1691232"/>
                <a:gd name="connsiteX79" fmla="*/ 1734024 w 1920955"/>
                <a:gd name="connsiteY79" fmla="*/ 1155488 h 1691232"/>
                <a:gd name="connsiteX80" fmla="*/ 1695924 w 1920955"/>
                <a:gd name="connsiteY80" fmla="*/ 974513 h 1691232"/>
                <a:gd name="connsiteX81" fmla="*/ 1643536 w 1920955"/>
                <a:gd name="connsiteY81" fmla="*/ 941176 h 1691232"/>
                <a:gd name="connsiteX82" fmla="*/ 1605436 w 1920955"/>
                <a:gd name="connsiteY82" fmla="*/ 884026 h 1691232"/>
                <a:gd name="connsiteX83" fmla="*/ 1557811 w 1920955"/>
                <a:gd name="connsiteY83" fmla="*/ 836401 h 1691232"/>
                <a:gd name="connsiteX84" fmla="*/ 1505424 w 1920955"/>
                <a:gd name="connsiteY84" fmla="*/ 817351 h 1691232"/>
                <a:gd name="connsiteX85" fmla="*/ 1453036 w 1920955"/>
                <a:gd name="connsiteY85" fmla="*/ 812588 h 1691232"/>
                <a:gd name="connsiteX86" fmla="*/ 1510186 w 1920955"/>
                <a:gd name="connsiteY86" fmla="*/ 779251 h 1691232"/>
                <a:gd name="connsiteX87" fmla="*/ 1476849 w 1920955"/>
                <a:gd name="connsiteY87" fmla="*/ 745913 h 1691232"/>
                <a:gd name="connsiteX88" fmla="*/ 1481611 w 1920955"/>
                <a:gd name="connsiteY88" fmla="*/ 722101 h 1691232"/>
                <a:gd name="connsiteX89" fmla="*/ 1572099 w 1920955"/>
                <a:gd name="connsiteY89" fmla="*/ 760201 h 1691232"/>
                <a:gd name="connsiteX90" fmla="*/ 1624486 w 1920955"/>
                <a:gd name="connsiteY90" fmla="*/ 693526 h 1691232"/>
                <a:gd name="connsiteX91" fmla="*/ 1614961 w 1920955"/>
                <a:gd name="connsiteY91" fmla="*/ 550651 h 1691232"/>
                <a:gd name="connsiteX92" fmla="*/ 1610199 w 1920955"/>
                <a:gd name="connsiteY92"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8947 w 1920955"/>
                <a:gd name="connsiteY68" fmla="*/ 1528337 h 1691232"/>
                <a:gd name="connsiteX69" fmla="*/ 1670383 w 1920955"/>
                <a:gd name="connsiteY69" fmla="*/ 1438195 h 1691232"/>
                <a:gd name="connsiteX70" fmla="*/ 1714974 w 1920955"/>
                <a:gd name="connsiteY70" fmla="*/ 1384088 h 1691232"/>
                <a:gd name="connsiteX71" fmla="*/ 1721378 w 1920955"/>
                <a:gd name="connsiteY71" fmla="*/ 1402701 h 1691232"/>
                <a:gd name="connsiteX72" fmla="*/ 1772124 w 1920955"/>
                <a:gd name="connsiteY72" fmla="*/ 1379326 h 1691232"/>
                <a:gd name="connsiteX73" fmla="*/ 1772124 w 1920955"/>
                <a:gd name="connsiteY73" fmla="*/ 1450763 h 1691232"/>
                <a:gd name="connsiteX74" fmla="*/ 1886424 w 1920955"/>
                <a:gd name="connsiteY74" fmla="*/ 1446001 h 1691232"/>
                <a:gd name="connsiteX75" fmla="*/ 1919761 w 1920955"/>
                <a:gd name="connsiteY75" fmla="*/ 1441238 h 1691232"/>
                <a:gd name="connsiteX76" fmla="*/ 1853086 w 1920955"/>
                <a:gd name="connsiteY76" fmla="*/ 1398376 h 1691232"/>
                <a:gd name="connsiteX77" fmla="*/ 1853086 w 1920955"/>
                <a:gd name="connsiteY77" fmla="*/ 1303126 h 1691232"/>
                <a:gd name="connsiteX78" fmla="*/ 1853086 w 1920955"/>
                <a:gd name="connsiteY78" fmla="*/ 1245976 h 1691232"/>
                <a:gd name="connsiteX79" fmla="*/ 1810224 w 1920955"/>
                <a:gd name="connsiteY79" fmla="*/ 1236451 h 1691232"/>
                <a:gd name="connsiteX80" fmla="*/ 1734024 w 1920955"/>
                <a:gd name="connsiteY80" fmla="*/ 1155488 h 1691232"/>
                <a:gd name="connsiteX81" fmla="*/ 1695924 w 1920955"/>
                <a:gd name="connsiteY81" fmla="*/ 974513 h 1691232"/>
                <a:gd name="connsiteX82" fmla="*/ 1643536 w 1920955"/>
                <a:gd name="connsiteY82" fmla="*/ 941176 h 1691232"/>
                <a:gd name="connsiteX83" fmla="*/ 1605436 w 1920955"/>
                <a:gd name="connsiteY83" fmla="*/ 884026 h 1691232"/>
                <a:gd name="connsiteX84" fmla="*/ 1557811 w 1920955"/>
                <a:gd name="connsiteY84" fmla="*/ 836401 h 1691232"/>
                <a:gd name="connsiteX85" fmla="*/ 1505424 w 1920955"/>
                <a:gd name="connsiteY85" fmla="*/ 817351 h 1691232"/>
                <a:gd name="connsiteX86" fmla="*/ 1453036 w 1920955"/>
                <a:gd name="connsiteY86" fmla="*/ 812588 h 1691232"/>
                <a:gd name="connsiteX87" fmla="*/ 1510186 w 1920955"/>
                <a:gd name="connsiteY87" fmla="*/ 779251 h 1691232"/>
                <a:gd name="connsiteX88" fmla="*/ 1476849 w 1920955"/>
                <a:gd name="connsiteY88" fmla="*/ 745913 h 1691232"/>
                <a:gd name="connsiteX89" fmla="*/ 1481611 w 1920955"/>
                <a:gd name="connsiteY89" fmla="*/ 722101 h 1691232"/>
                <a:gd name="connsiteX90" fmla="*/ 1572099 w 1920955"/>
                <a:gd name="connsiteY90" fmla="*/ 760201 h 1691232"/>
                <a:gd name="connsiteX91" fmla="*/ 1624486 w 1920955"/>
                <a:gd name="connsiteY91" fmla="*/ 693526 h 1691232"/>
                <a:gd name="connsiteX92" fmla="*/ 1614961 w 1920955"/>
                <a:gd name="connsiteY92" fmla="*/ 550651 h 1691232"/>
                <a:gd name="connsiteX93" fmla="*/ 1610199 w 1920955"/>
                <a:gd name="connsiteY93"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8947 w 1920955"/>
                <a:gd name="connsiteY68" fmla="*/ 1528337 h 1691232"/>
                <a:gd name="connsiteX69" fmla="*/ 1670383 w 1920955"/>
                <a:gd name="connsiteY69" fmla="*/ 1438195 h 1691232"/>
                <a:gd name="connsiteX70" fmla="*/ 1714974 w 1920955"/>
                <a:gd name="connsiteY70" fmla="*/ 1384088 h 1691232"/>
                <a:gd name="connsiteX71" fmla="*/ 1736021 w 1920955"/>
                <a:gd name="connsiteY71" fmla="*/ 1379724 h 1691232"/>
                <a:gd name="connsiteX72" fmla="*/ 1772124 w 1920955"/>
                <a:gd name="connsiteY72" fmla="*/ 1379326 h 1691232"/>
                <a:gd name="connsiteX73" fmla="*/ 1772124 w 1920955"/>
                <a:gd name="connsiteY73" fmla="*/ 1450763 h 1691232"/>
                <a:gd name="connsiteX74" fmla="*/ 1886424 w 1920955"/>
                <a:gd name="connsiteY74" fmla="*/ 1446001 h 1691232"/>
                <a:gd name="connsiteX75" fmla="*/ 1919761 w 1920955"/>
                <a:gd name="connsiteY75" fmla="*/ 1441238 h 1691232"/>
                <a:gd name="connsiteX76" fmla="*/ 1853086 w 1920955"/>
                <a:gd name="connsiteY76" fmla="*/ 1398376 h 1691232"/>
                <a:gd name="connsiteX77" fmla="*/ 1853086 w 1920955"/>
                <a:gd name="connsiteY77" fmla="*/ 1303126 h 1691232"/>
                <a:gd name="connsiteX78" fmla="*/ 1853086 w 1920955"/>
                <a:gd name="connsiteY78" fmla="*/ 1245976 h 1691232"/>
                <a:gd name="connsiteX79" fmla="*/ 1810224 w 1920955"/>
                <a:gd name="connsiteY79" fmla="*/ 1236451 h 1691232"/>
                <a:gd name="connsiteX80" fmla="*/ 1734024 w 1920955"/>
                <a:gd name="connsiteY80" fmla="*/ 1155488 h 1691232"/>
                <a:gd name="connsiteX81" fmla="*/ 1695924 w 1920955"/>
                <a:gd name="connsiteY81" fmla="*/ 974513 h 1691232"/>
                <a:gd name="connsiteX82" fmla="*/ 1643536 w 1920955"/>
                <a:gd name="connsiteY82" fmla="*/ 941176 h 1691232"/>
                <a:gd name="connsiteX83" fmla="*/ 1605436 w 1920955"/>
                <a:gd name="connsiteY83" fmla="*/ 884026 h 1691232"/>
                <a:gd name="connsiteX84" fmla="*/ 1557811 w 1920955"/>
                <a:gd name="connsiteY84" fmla="*/ 836401 h 1691232"/>
                <a:gd name="connsiteX85" fmla="*/ 1505424 w 1920955"/>
                <a:gd name="connsiteY85" fmla="*/ 817351 h 1691232"/>
                <a:gd name="connsiteX86" fmla="*/ 1453036 w 1920955"/>
                <a:gd name="connsiteY86" fmla="*/ 812588 h 1691232"/>
                <a:gd name="connsiteX87" fmla="*/ 1510186 w 1920955"/>
                <a:gd name="connsiteY87" fmla="*/ 779251 h 1691232"/>
                <a:gd name="connsiteX88" fmla="*/ 1476849 w 1920955"/>
                <a:gd name="connsiteY88" fmla="*/ 745913 h 1691232"/>
                <a:gd name="connsiteX89" fmla="*/ 1481611 w 1920955"/>
                <a:gd name="connsiteY89" fmla="*/ 722101 h 1691232"/>
                <a:gd name="connsiteX90" fmla="*/ 1572099 w 1920955"/>
                <a:gd name="connsiteY90" fmla="*/ 760201 h 1691232"/>
                <a:gd name="connsiteX91" fmla="*/ 1624486 w 1920955"/>
                <a:gd name="connsiteY91" fmla="*/ 693526 h 1691232"/>
                <a:gd name="connsiteX92" fmla="*/ 1614961 w 1920955"/>
                <a:gd name="connsiteY92" fmla="*/ 550651 h 1691232"/>
                <a:gd name="connsiteX93" fmla="*/ 1610199 w 1920955"/>
                <a:gd name="connsiteY93"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8947 w 1920955"/>
                <a:gd name="connsiteY68" fmla="*/ 1528337 h 1691232"/>
                <a:gd name="connsiteX69" fmla="*/ 1670383 w 1920955"/>
                <a:gd name="connsiteY69" fmla="*/ 1438195 h 1691232"/>
                <a:gd name="connsiteX70" fmla="*/ 1714974 w 1920955"/>
                <a:gd name="connsiteY70" fmla="*/ 1407065 h 1691232"/>
                <a:gd name="connsiteX71" fmla="*/ 1736021 w 1920955"/>
                <a:gd name="connsiteY71" fmla="*/ 1379724 h 1691232"/>
                <a:gd name="connsiteX72" fmla="*/ 1772124 w 1920955"/>
                <a:gd name="connsiteY72" fmla="*/ 1379326 h 1691232"/>
                <a:gd name="connsiteX73" fmla="*/ 1772124 w 1920955"/>
                <a:gd name="connsiteY73" fmla="*/ 1450763 h 1691232"/>
                <a:gd name="connsiteX74" fmla="*/ 1886424 w 1920955"/>
                <a:gd name="connsiteY74" fmla="*/ 1446001 h 1691232"/>
                <a:gd name="connsiteX75" fmla="*/ 1919761 w 1920955"/>
                <a:gd name="connsiteY75" fmla="*/ 1441238 h 1691232"/>
                <a:gd name="connsiteX76" fmla="*/ 1853086 w 1920955"/>
                <a:gd name="connsiteY76" fmla="*/ 1398376 h 1691232"/>
                <a:gd name="connsiteX77" fmla="*/ 1853086 w 1920955"/>
                <a:gd name="connsiteY77" fmla="*/ 1303126 h 1691232"/>
                <a:gd name="connsiteX78" fmla="*/ 1853086 w 1920955"/>
                <a:gd name="connsiteY78" fmla="*/ 1245976 h 1691232"/>
                <a:gd name="connsiteX79" fmla="*/ 1810224 w 1920955"/>
                <a:gd name="connsiteY79" fmla="*/ 1236451 h 1691232"/>
                <a:gd name="connsiteX80" fmla="*/ 1734024 w 1920955"/>
                <a:gd name="connsiteY80" fmla="*/ 1155488 h 1691232"/>
                <a:gd name="connsiteX81" fmla="*/ 1695924 w 1920955"/>
                <a:gd name="connsiteY81" fmla="*/ 974513 h 1691232"/>
                <a:gd name="connsiteX82" fmla="*/ 1643536 w 1920955"/>
                <a:gd name="connsiteY82" fmla="*/ 941176 h 1691232"/>
                <a:gd name="connsiteX83" fmla="*/ 1605436 w 1920955"/>
                <a:gd name="connsiteY83" fmla="*/ 884026 h 1691232"/>
                <a:gd name="connsiteX84" fmla="*/ 1557811 w 1920955"/>
                <a:gd name="connsiteY84" fmla="*/ 836401 h 1691232"/>
                <a:gd name="connsiteX85" fmla="*/ 1505424 w 1920955"/>
                <a:gd name="connsiteY85" fmla="*/ 817351 h 1691232"/>
                <a:gd name="connsiteX86" fmla="*/ 1453036 w 1920955"/>
                <a:gd name="connsiteY86" fmla="*/ 812588 h 1691232"/>
                <a:gd name="connsiteX87" fmla="*/ 1510186 w 1920955"/>
                <a:gd name="connsiteY87" fmla="*/ 779251 h 1691232"/>
                <a:gd name="connsiteX88" fmla="*/ 1476849 w 1920955"/>
                <a:gd name="connsiteY88" fmla="*/ 745913 h 1691232"/>
                <a:gd name="connsiteX89" fmla="*/ 1481611 w 1920955"/>
                <a:gd name="connsiteY89" fmla="*/ 722101 h 1691232"/>
                <a:gd name="connsiteX90" fmla="*/ 1572099 w 1920955"/>
                <a:gd name="connsiteY90" fmla="*/ 760201 h 1691232"/>
                <a:gd name="connsiteX91" fmla="*/ 1624486 w 1920955"/>
                <a:gd name="connsiteY91" fmla="*/ 693526 h 1691232"/>
                <a:gd name="connsiteX92" fmla="*/ 1614961 w 1920955"/>
                <a:gd name="connsiteY92" fmla="*/ 550651 h 1691232"/>
                <a:gd name="connsiteX93" fmla="*/ 1610199 w 1920955"/>
                <a:gd name="connsiteY93"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8947 w 1920955"/>
                <a:gd name="connsiteY68" fmla="*/ 1528337 h 1691232"/>
                <a:gd name="connsiteX69" fmla="*/ 1670383 w 1920955"/>
                <a:gd name="connsiteY69" fmla="*/ 1438195 h 1691232"/>
                <a:gd name="connsiteX70" fmla="*/ 1714974 w 1920955"/>
                <a:gd name="connsiteY70" fmla="*/ 1407065 h 1691232"/>
                <a:gd name="connsiteX71" fmla="*/ 1743343 w 1920955"/>
                <a:gd name="connsiteY71" fmla="*/ 1410360 h 1691232"/>
                <a:gd name="connsiteX72" fmla="*/ 1772124 w 1920955"/>
                <a:gd name="connsiteY72" fmla="*/ 1379326 h 1691232"/>
                <a:gd name="connsiteX73" fmla="*/ 1772124 w 1920955"/>
                <a:gd name="connsiteY73" fmla="*/ 1450763 h 1691232"/>
                <a:gd name="connsiteX74" fmla="*/ 1886424 w 1920955"/>
                <a:gd name="connsiteY74" fmla="*/ 1446001 h 1691232"/>
                <a:gd name="connsiteX75" fmla="*/ 1919761 w 1920955"/>
                <a:gd name="connsiteY75" fmla="*/ 1441238 h 1691232"/>
                <a:gd name="connsiteX76" fmla="*/ 1853086 w 1920955"/>
                <a:gd name="connsiteY76" fmla="*/ 1398376 h 1691232"/>
                <a:gd name="connsiteX77" fmla="*/ 1853086 w 1920955"/>
                <a:gd name="connsiteY77" fmla="*/ 1303126 h 1691232"/>
                <a:gd name="connsiteX78" fmla="*/ 1853086 w 1920955"/>
                <a:gd name="connsiteY78" fmla="*/ 1245976 h 1691232"/>
                <a:gd name="connsiteX79" fmla="*/ 1810224 w 1920955"/>
                <a:gd name="connsiteY79" fmla="*/ 1236451 h 1691232"/>
                <a:gd name="connsiteX80" fmla="*/ 1734024 w 1920955"/>
                <a:gd name="connsiteY80" fmla="*/ 1155488 h 1691232"/>
                <a:gd name="connsiteX81" fmla="*/ 1695924 w 1920955"/>
                <a:gd name="connsiteY81" fmla="*/ 974513 h 1691232"/>
                <a:gd name="connsiteX82" fmla="*/ 1643536 w 1920955"/>
                <a:gd name="connsiteY82" fmla="*/ 941176 h 1691232"/>
                <a:gd name="connsiteX83" fmla="*/ 1605436 w 1920955"/>
                <a:gd name="connsiteY83" fmla="*/ 884026 h 1691232"/>
                <a:gd name="connsiteX84" fmla="*/ 1557811 w 1920955"/>
                <a:gd name="connsiteY84" fmla="*/ 836401 h 1691232"/>
                <a:gd name="connsiteX85" fmla="*/ 1505424 w 1920955"/>
                <a:gd name="connsiteY85" fmla="*/ 817351 h 1691232"/>
                <a:gd name="connsiteX86" fmla="*/ 1453036 w 1920955"/>
                <a:gd name="connsiteY86" fmla="*/ 812588 h 1691232"/>
                <a:gd name="connsiteX87" fmla="*/ 1510186 w 1920955"/>
                <a:gd name="connsiteY87" fmla="*/ 779251 h 1691232"/>
                <a:gd name="connsiteX88" fmla="*/ 1476849 w 1920955"/>
                <a:gd name="connsiteY88" fmla="*/ 745913 h 1691232"/>
                <a:gd name="connsiteX89" fmla="*/ 1481611 w 1920955"/>
                <a:gd name="connsiteY89" fmla="*/ 722101 h 1691232"/>
                <a:gd name="connsiteX90" fmla="*/ 1572099 w 1920955"/>
                <a:gd name="connsiteY90" fmla="*/ 760201 h 1691232"/>
                <a:gd name="connsiteX91" fmla="*/ 1624486 w 1920955"/>
                <a:gd name="connsiteY91" fmla="*/ 693526 h 1691232"/>
                <a:gd name="connsiteX92" fmla="*/ 1614961 w 1920955"/>
                <a:gd name="connsiteY92" fmla="*/ 550651 h 1691232"/>
                <a:gd name="connsiteX93" fmla="*/ 1610199 w 1920955"/>
                <a:gd name="connsiteY93"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8947 w 1920955"/>
                <a:gd name="connsiteY68" fmla="*/ 1528337 h 1691232"/>
                <a:gd name="connsiteX69" fmla="*/ 1670383 w 1920955"/>
                <a:gd name="connsiteY69" fmla="*/ 1438195 h 1691232"/>
                <a:gd name="connsiteX70" fmla="*/ 1714974 w 1920955"/>
                <a:gd name="connsiteY70" fmla="*/ 1407065 h 1691232"/>
                <a:gd name="connsiteX71" fmla="*/ 1743343 w 1920955"/>
                <a:gd name="connsiteY71" fmla="*/ 1410360 h 1691232"/>
                <a:gd name="connsiteX72" fmla="*/ 1803851 w 1920955"/>
                <a:gd name="connsiteY72" fmla="*/ 1369114 h 1691232"/>
                <a:gd name="connsiteX73" fmla="*/ 1772124 w 1920955"/>
                <a:gd name="connsiteY73" fmla="*/ 1450763 h 1691232"/>
                <a:gd name="connsiteX74" fmla="*/ 1886424 w 1920955"/>
                <a:gd name="connsiteY74" fmla="*/ 1446001 h 1691232"/>
                <a:gd name="connsiteX75" fmla="*/ 1919761 w 1920955"/>
                <a:gd name="connsiteY75" fmla="*/ 1441238 h 1691232"/>
                <a:gd name="connsiteX76" fmla="*/ 1853086 w 1920955"/>
                <a:gd name="connsiteY76" fmla="*/ 1398376 h 1691232"/>
                <a:gd name="connsiteX77" fmla="*/ 1853086 w 1920955"/>
                <a:gd name="connsiteY77" fmla="*/ 1303126 h 1691232"/>
                <a:gd name="connsiteX78" fmla="*/ 1853086 w 1920955"/>
                <a:gd name="connsiteY78" fmla="*/ 1245976 h 1691232"/>
                <a:gd name="connsiteX79" fmla="*/ 1810224 w 1920955"/>
                <a:gd name="connsiteY79" fmla="*/ 1236451 h 1691232"/>
                <a:gd name="connsiteX80" fmla="*/ 1734024 w 1920955"/>
                <a:gd name="connsiteY80" fmla="*/ 1155488 h 1691232"/>
                <a:gd name="connsiteX81" fmla="*/ 1695924 w 1920955"/>
                <a:gd name="connsiteY81" fmla="*/ 974513 h 1691232"/>
                <a:gd name="connsiteX82" fmla="*/ 1643536 w 1920955"/>
                <a:gd name="connsiteY82" fmla="*/ 941176 h 1691232"/>
                <a:gd name="connsiteX83" fmla="*/ 1605436 w 1920955"/>
                <a:gd name="connsiteY83" fmla="*/ 884026 h 1691232"/>
                <a:gd name="connsiteX84" fmla="*/ 1557811 w 1920955"/>
                <a:gd name="connsiteY84" fmla="*/ 836401 h 1691232"/>
                <a:gd name="connsiteX85" fmla="*/ 1505424 w 1920955"/>
                <a:gd name="connsiteY85" fmla="*/ 817351 h 1691232"/>
                <a:gd name="connsiteX86" fmla="*/ 1453036 w 1920955"/>
                <a:gd name="connsiteY86" fmla="*/ 812588 h 1691232"/>
                <a:gd name="connsiteX87" fmla="*/ 1510186 w 1920955"/>
                <a:gd name="connsiteY87" fmla="*/ 779251 h 1691232"/>
                <a:gd name="connsiteX88" fmla="*/ 1476849 w 1920955"/>
                <a:gd name="connsiteY88" fmla="*/ 745913 h 1691232"/>
                <a:gd name="connsiteX89" fmla="*/ 1481611 w 1920955"/>
                <a:gd name="connsiteY89" fmla="*/ 722101 h 1691232"/>
                <a:gd name="connsiteX90" fmla="*/ 1572099 w 1920955"/>
                <a:gd name="connsiteY90" fmla="*/ 760201 h 1691232"/>
                <a:gd name="connsiteX91" fmla="*/ 1624486 w 1920955"/>
                <a:gd name="connsiteY91" fmla="*/ 693526 h 1691232"/>
                <a:gd name="connsiteX92" fmla="*/ 1614961 w 1920955"/>
                <a:gd name="connsiteY92" fmla="*/ 550651 h 1691232"/>
                <a:gd name="connsiteX93" fmla="*/ 1610199 w 1920955"/>
                <a:gd name="connsiteY93" fmla="*/ 412538 h 1691232"/>
                <a:gd name="connsiteX0" fmla="*/ 1610199 w 1920955"/>
                <a:gd name="connsiteY0" fmla="*/ 412538 h 1691232"/>
                <a:gd name="connsiteX1" fmla="*/ 1567336 w 1920955"/>
                <a:gd name="connsiteY1" fmla="*/ 369676 h 1691232"/>
                <a:gd name="connsiteX2" fmla="*/ 1467324 w 1920955"/>
                <a:gd name="connsiteY2" fmla="*/ 345863 h 1691232"/>
                <a:gd name="connsiteX3" fmla="*/ 1419699 w 1920955"/>
                <a:gd name="connsiteY3" fmla="*/ 317288 h 1691232"/>
                <a:gd name="connsiteX4" fmla="*/ 1367311 w 1920955"/>
                <a:gd name="connsiteY4" fmla="*/ 160126 h 1691232"/>
                <a:gd name="connsiteX5" fmla="*/ 1338736 w 1920955"/>
                <a:gd name="connsiteY5" fmla="*/ 12488 h 1691232"/>
                <a:gd name="connsiteX6" fmla="*/ 1267299 w 1920955"/>
                <a:gd name="connsiteY6" fmla="*/ 12488 h 1691232"/>
                <a:gd name="connsiteX7" fmla="*/ 1214911 w 1920955"/>
                <a:gd name="connsiteY7" fmla="*/ 50588 h 1691232"/>
                <a:gd name="connsiteX8" fmla="*/ 1214911 w 1920955"/>
                <a:gd name="connsiteY8" fmla="*/ 155363 h 1691232"/>
                <a:gd name="connsiteX9" fmla="*/ 1186336 w 1920955"/>
                <a:gd name="connsiteY9" fmla="*/ 183938 h 1691232"/>
                <a:gd name="connsiteX10" fmla="*/ 1176811 w 1920955"/>
                <a:gd name="connsiteY10" fmla="*/ 255376 h 1691232"/>
                <a:gd name="connsiteX11" fmla="*/ 1114899 w 1920955"/>
                <a:gd name="connsiteY11" fmla="*/ 298238 h 1691232"/>
                <a:gd name="connsiteX12" fmla="*/ 1005361 w 1920955"/>
                <a:gd name="connsiteY12" fmla="*/ 312526 h 1691232"/>
                <a:gd name="connsiteX13" fmla="*/ 962499 w 1920955"/>
                <a:gd name="connsiteY13" fmla="*/ 355388 h 1691232"/>
                <a:gd name="connsiteX14" fmla="*/ 838674 w 1920955"/>
                <a:gd name="connsiteY14" fmla="*/ 355388 h 1691232"/>
                <a:gd name="connsiteX15" fmla="*/ 781524 w 1920955"/>
                <a:gd name="connsiteY15" fmla="*/ 426826 h 1691232"/>
                <a:gd name="connsiteX16" fmla="*/ 781524 w 1920955"/>
                <a:gd name="connsiteY16" fmla="*/ 460163 h 1691232"/>
                <a:gd name="connsiteX17" fmla="*/ 743424 w 1920955"/>
                <a:gd name="connsiteY17" fmla="*/ 483976 h 1691232"/>
                <a:gd name="connsiteX18" fmla="*/ 671986 w 1920955"/>
                <a:gd name="connsiteY18" fmla="*/ 417301 h 1691232"/>
                <a:gd name="connsiteX19" fmla="*/ 519586 w 1920955"/>
                <a:gd name="connsiteY19" fmla="*/ 412538 h 1691232"/>
                <a:gd name="connsiteX20" fmla="*/ 457674 w 1920955"/>
                <a:gd name="connsiteY20" fmla="*/ 431588 h 1691232"/>
                <a:gd name="connsiteX21" fmla="*/ 419574 w 1920955"/>
                <a:gd name="connsiteY21" fmla="*/ 417301 h 1691232"/>
                <a:gd name="connsiteX22" fmla="*/ 400524 w 1920955"/>
                <a:gd name="connsiteY22" fmla="*/ 355388 h 1691232"/>
                <a:gd name="connsiteX23" fmla="*/ 333849 w 1920955"/>
                <a:gd name="connsiteY23" fmla="*/ 303001 h 1691232"/>
                <a:gd name="connsiteX24" fmla="*/ 286224 w 1920955"/>
                <a:gd name="connsiteY24" fmla="*/ 236326 h 1691232"/>
                <a:gd name="connsiteX25" fmla="*/ 143349 w 1920955"/>
                <a:gd name="connsiteY25" fmla="*/ 255376 h 1691232"/>
                <a:gd name="connsiteX26" fmla="*/ 124299 w 1920955"/>
                <a:gd name="connsiteY26" fmla="*/ 331576 h 1691232"/>
                <a:gd name="connsiteX27" fmla="*/ 110011 w 1920955"/>
                <a:gd name="connsiteY27" fmla="*/ 364913 h 1691232"/>
                <a:gd name="connsiteX28" fmla="*/ 133824 w 1920955"/>
                <a:gd name="connsiteY28" fmla="*/ 412538 h 1691232"/>
                <a:gd name="connsiteX29" fmla="*/ 81436 w 1920955"/>
                <a:gd name="connsiteY29" fmla="*/ 450638 h 1691232"/>
                <a:gd name="connsiteX30" fmla="*/ 33811 w 1920955"/>
                <a:gd name="connsiteY30" fmla="*/ 445876 h 1691232"/>
                <a:gd name="connsiteX31" fmla="*/ 33811 w 1920955"/>
                <a:gd name="connsiteY31" fmla="*/ 517313 h 1691232"/>
                <a:gd name="connsiteX32" fmla="*/ 474 w 1920955"/>
                <a:gd name="connsiteY32" fmla="*/ 622088 h 1691232"/>
                <a:gd name="connsiteX33" fmla="*/ 62386 w 1920955"/>
                <a:gd name="connsiteY33" fmla="*/ 698288 h 1691232"/>
                <a:gd name="connsiteX34" fmla="*/ 111977 w 1920955"/>
                <a:gd name="connsiteY34" fmla="*/ 678550 h 1691232"/>
                <a:gd name="connsiteX35" fmla="*/ 112334 w 1920955"/>
                <a:gd name="connsiteY35" fmla="*/ 748809 h 1691232"/>
                <a:gd name="connsiteX36" fmla="*/ 167161 w 1920955"/>
                <a:gd name="connsiteY36" fmla="*/ 779251 h 1691232"/>
                <a:gd name="connsiteX37" fmla="*/ 236159 w 1920955"/>
                <a:gd name="connsiteY37" fmla="*/ 789463 h 1691232"/>
                <a:gd name="connsiteX38" fmla="*/ 271462 w 1920955"/>
                <a:gd name="connsiteY38" fmla="*/ 845434 h 1691232"/>
                <a:gd name="connsiteX39" fmla="*/ 270869 w 1920955"/>
                <a:gd name="connsiteY39" fmla="*/ 890506 h 1691232"/>
                <a:gd name="connsiteX40" fmla="*/ 295393 w 1920955"/>
                <a:gd name="connsiteY40" fmla="*/ 929981 h 1691232"/>
                <a:gd name="connsiteX41" fmla="*/ 341051 w 1920955"/>
                <a:gd name="connsiteY41" fmla="*/ 968573 h 1691232"/>
                <a:gd name="connsiteX42" fmla="*/ 426184 w 1920955"/>
                <a:gd name="connsiteY42" fmla="*/ 1022825 h 1691232"/>
                <a:gd name="connsiteX43" fmla="*/ 461961 w 1920955"/>
                <a:gd name="connsiteY43" fmla="*/ 1093918 h 1691232"/>
                <a:gd name="connsiteX44" fmla="*/ 441064 w 1920955"/>
                <a:gd name="connsiteY44" fmla="*/ 1163491 h 1691232"/>
                <a:gd name="connsiteX45" fmla="*/ 519111 w 1920955"/>
                <a:gd name="connsiteY45" fmla="*/ 1219954 h 1691232"/>
                <a:gd name="connsiteX46" fmla="*/ 591143 w 1920955"/>
                <a:gd name="connsiteY46" fmla="*/ 1252948 h 1691232"/>
                <a:gd name="connsiteX47" fmla="*/ 571974 w 1920955"/>
                <a:gd name="connsiteY47" fmla="*/ 1312651 h 1691232"/>
                <a:gd name="connsiteX48" fmla="*/ 662461 w 1920955"/>
                <a:gd name="connsiteY48" fmla="*/ 1465051 h 1691232"/>
                <a:gd name="connsiteX49" fmla="*/ 755271 w 1920955"/>
                <a:gd name="connsiteY49" fmla="*/ 1538205 h 1691232"/>
                <a:gd name="connsiteX50" fmla="*/ 805336 w 1920955"/>
                <a:gd name="connsiteY50" fmla="*/ 1488863 h 1691232"/>
                <a:gd name="connsiteX51" fmla="*/ 869926 w 1920955"/>
                <a:gd name="connsiteY51" fmla="*/ 1516260 h 1691232"/>
                <a:gd name="connsiteX52" fmla="*/ 924399 w 1920955"/>
                <a:gd name="connsiteY52" fmla="*/ 1484101 h 1691232"/>
                <a:gd name="connsiteX53" fmla="*/ 941246 w 1920955"/>
                <a:gd name="connsiteY53" fmla="*/ 1441925 h 1691232"/>
                <a:gd name="connsiteX54" fmla="*/ 1005123 w 1920955"/>
                <a:gd name="connsiteY54" fmla="*/ 1528337 h 1691232"/>
                <a:gd name="connsiteX55" fmla="*/ 1050190 w 1920955"/>
                <a:gd name="connsiteY55" fmla="*/ 1599431 h 1691232"/>
                <a:gd name="connsiteX56" fmla="*/ 1120136 w 1920955"/>
                <a:gd name="connsiteY56" fmla="*/ 1690950 h 1691232"/>
                <a:gd name="connsiteX57" fmla="*/ 1151034 w 1920955"/>
                <a:gd name="connsiteY57" fmla="*/ 1627859 h 1691232"/>
                <a:gd name="connsiteX58" fmla="*/ 1181693 w 1920955"/>
                <a:gd name="connsiteY58" fmla="*/ 1621379 h 1691232"/>
                <a:gd name="connsiteX59" fmla="*/ 1224792 w 1920955"/>
                <a:gd name="connsiteY59" fmla="*/ 1650642 h 1691232"/>
                <a:gd name="connsiteX60" fmla="*/ 1258367 w 1920955"/>
                <a:gd name="connsiteY60" fmla="*/ 1609988 h 1691232"/>
                <a:gd name="connsiteX61" fmla="*/ 1277188 w 1920955"/>
                <a:gd name="connsiteY61" fmla="*/ 1614605 h 1691232"/>
                <a:gd name="connsiteX62" fmla="*/ 1311230 w 1920955"/>
                <a:gd name="connsiteY62" fmla="*/ 1681082 h 1691232"/>
                <a:gd name="connsiteX63" fmla="*/ 1367786 w 1920955"/>
                <a:gd name="connsiteY63" fmla="*/ 1657613 h 1691232"/>
                <a:gd name="connsiteX64" fmla="*/ 1419818 w 1920955"/>
                <a:gd name="connsiteY64" fmla="*/ 1601492 h 1691232"/>
                <a:gd name="connsiteX65" fmla="*/ 1470595 w 1920955"/>
                <a:gd name="connsiteY65" fmla="*/ 1584949 h 1691232"/>
                <a:gd name="connsiteX66" fmla="*/ 1488274 w 1920955"/>
                <a:gd name="connsiteY66" fmla="*/ 1640771 h 1691232"/>
                <a:gd name="connsiteX67" fmla="*/ 1558169 w 1920955"/>
                <a:gd name="connsiteY67" fmla="*/ 1615093 h 1691232"/>
                <a:gd name="connsiteX68" fmla="*/ 1588947 w 1920955"/>
                <a:gd name="connsiteY68" fmla="*/ 1528337 h 1691232"/>
                <a:gd name="connsiteX69" fmla="*/ 1670383 w 1920955"/>
                <a:gd name="connsiteY69" fmla="*/ 1438195 h 1691232"/>
                <a:gd name="connsiteX70" fmla="*/ 1714974 w 1920955"/>
                <a:gd name="connsiteY70" fmla="*/ 1407065 h 1691232"/>
                <a:gd name="connsiteX71" fmla="*/ 1743343 w 1920955"/>
                <a:gd name="connsiteY71" fmla="*/ 1410360 h 1691232"/>
                <a:gd name="connsiteX72" fmla="*/ 1828257 w 1920955"/>
                <a:gd name="connsiteY72" fmla="*/ 1328265 h 1691232"/>
                <a:gd name="connsiteX73" fmla="*/ 1772124 w 1920955"/>
                <a:gd name="connsiteY73" fmla="*/ 1450763 h 1691232"/>
                <a:gd name="connsiteX74" fmla="*/ 1886424 w 1920955"/>
                <a:gd name="connsiteY74" fmla="*/ 1446001 h 1691232"/>
                <a:gd name="connsiteX75" fmla="*/ 1919761 w 1920955"/>
                <a:gd name="connsiteY75" fmla="*/ 1441238 h 1691232"/>
                <a:gd name="connsiteX76" fmla="*/ 1853086 w 1920955"/>
                <a:gd name="connsiteY76" fmla="*/ 1398376 h 1691232"/>
                <a:gd name="connsiteX77" fmla="*/ 1853086 w 1920955"/>
                <a:gd name="connsiteY77" fmla="*/ 1303126 h 1691232"/>
                <a:gd name="connsiteX78" fmla="*/ 1853086 w 1920955"/>
                <a:gd name="connsiteY78" fmla="*/ 1245976 h 1691232"/>
                <a:gd name="connsiteX79" fmla="*/ 1810224 w 1920955"/>
                <a:gd name="connsiteY79" fmla="*/ 1236451 h 1691232"/>
                <a:gd name="connsiteX80" fmla="*/ 1734024 w 1920955"/>
                <a:gd name="connsiteY80" fmla="*/ 1155488 h 1691232"/>
                <a:gd name="connsiteX81" fmla="*/ 1695924 w 1920955"/>
                <a:gd name="connsiteY81" fmla="*/ 974513 h 1691232"/>
                <a:gd name="connsiteX82" fmla="*/ 1643536 w 1920955"/>
                <a:gd name="connsiteY82" fmla="*/ 941176 h 1691232"/>
                <a:gd name="connsiteX83" fmla="*/ 1605436 w 1920955"/>
                <a:gd name="connsiteY83" fmla="*/ 884026 h 1691232"/>
                <a:gd name="connsiteX84" fmla="*/ 1557811 w 1920955"/>
                <a:gd name="connsiteY84" fmla="*/ 836401 h 1691232"/>
                <a:gd name="connsiteX85" fmla="*/ 1505424 w 1920955"/>
                <a:gd name="connsiteY85" fmla="*/ 817351 h 1691232"/>
                <a:gd name="connsiteX86" fmla="*/ 1453036 w 1920955"/>
                <a:gd name="connsiteY86" fmla="*/ 812588 h 1691232"/>
                <a:gd name="connsiteX87" fmla="*/ 1510186 w 1920955"/>
                <a:gd name="connsiteY87" fmla="*/ 779251 h 1691232"/>
                <a:gd name="connsiteX88" fmla="*/ 1476849 w 1920955"/>
                <a:gd name="connsiteY88" fmla="*/ 745913 h 1691232"/>
                <a:gd name="connsiteX89" fmla="*/ 1481611 w 1920955"/>
                <a:gd name="connsiteY89" fmla="*/ 722101 h 1691232"/>
                <a:gd name="connsiteX90" fmla="*/ 1572099 w 1920955"/>
                <a:gd name="connsiteY90" fmla="*/ 760201 h 1691232"/>
                <a:gd name="connsiteX91" fmla="*/ 1624486 w 1920955"/>
                <a:gd name="connsiteY91" fmla="*/ 693526 h 1691232"/>
                <a:gd name="connsiteX92" fmla="*/ 1614961 w 1920955"/>
                <a:gd name="connsiteY92" fmla="*/ 550651 h 1691232"/>
                <a:gd name="connsiteX93" fmla="*/ 1610199 w 1920955"/>
                <a:gd name="connsiteY93" fmla="*/ 412538 h 1691232"/>
                <a:gd name="connsiteX0" fmla="*/ 1610199 w 1920409"/>
                <a:gd name="connsiteY0" fmla="*/ 412538 h 1691232"/>
                <a:gd name="connsiteX1" fmla="*/ 1567336 w 1920409"/>
                <a:gd name="connsiteY1" fmla="*/ 369676 h 1691232"/>
                <a:gd name="connsiteX2" fmla="*/ 1467324 w 1920409"/>
                <a:gd name="connsiteY2" fmla="*/ 345863 h 1691232"/>
                <a:gd name="connsiteX3" fmla="*/ 1419699 w 1920409"/>
                <a:gd name="connsiteY3" fmla="*/ 317288 h 1691232"/>
                <a:gd name="connsiteX4" fmla="*/ 1367311 w 1920409"/>
                <a:gd name="connsiteY4" fmla="*/ 160126 h 1691232"/>
                <a:gd name="connsiteX5" fmla="*/ 1338736 w 1920409"/>
                <a:gd name="connsiteY5" fmla="*/ 12488 h 1691232"/>
                <a:gd name="connsiteX6" fmla="*/ 1267299 w 1920409"/>
                <a:gd name="connsiteY6" fmla="*/ 12488 h 1691232"/>
                <a:gd name="connsiteX7" fmla="*/ 1214911 w 1920409"/>
                <a:gd name="connsiteY7" fmla="*/ 50588 h 1691232"/>
                <a:gd name="connsiteX8" fmla="*/ 1214911 w 1920409"/>
                <a:gd name="connsiteY8" fmla="*/ 155363 h 1691232"/>
                <a:gd name="connsiteX9" fmla="*/ 1186336 w 1920409"/>
                <a:gd name="connsiteY9" fmla="*/ 183938 h 1691232"/>
                <a:gd name="connsiteX10" fmla="*/ 1176811 w 1920409"/>
                <a:gd name="connsiteY10" fmla="*/ 255376 h 1691232"/>
                <a:gd name="connsiteX11" fmla="*/ 1114899 w 1920409"/>
                <a:gd name="connsiteY11" fmla="*/ 298238 h 1691232"/>
                <a:gd name="connsiteX12" fmla="*/ 1005361 w 1920409"/>
                <a:gd name="connsiteY12" fmla="*/ 312526 h 1691232"/>
                <a:gd name="connsiteX13" fmla="*/ 962499 w 1920409"/>
                <a:gd name="connsiteY13" fmla="*/ 355388 h 1691232"/>
                <a:gd name="connsiteX14" fmla="*/ 838674 w 1920409"/>
                <a:gd name="connsiteY14" fmla="*/ 355388 h 1691232"/>
                <a:gd name="connsiteX15" fmla="*/ 781524 w 1920409"/>
                <a:gd name="connsiteY15" fmla="*/ 426826 h 1691232"/>
                <a:gd name="connsiteX16" fmla="*/ 781524 w 1920409"/>
                <a:gd name="connsiteY16" fmla="*/ 460163 h 1691232"/>
                <a:gd name="connsiteX17" fmla="*/ 743424 w 1920409"/>
                <a:gd name="connsiteY17" fmla="*/ 483976 h 1691232"/>
                <a:gd name="connsiteX18" fmla="*/ 671986 w 1920409"/>
                <a:gd name="connsiteY18" fmla="*/ 417301 h 1691232"/>
                <a:gd name="connsiteX19" fmla="*/ 519586 w 1920409"/>
                <a:gd name="connsiteY19" fmla="*/ 412538 h 1691232"/>
                <a:gd name="connsiteX20" fmla="*/ 457674 w 1920409"/>
                <a:gd name="connsiteY20" fmla="*/ 431588 h 1691232"/>
                <a:gd name="connsiteX21" fmla="*/ 419574 w 1920409"/>
                <a:gd name="connsiteY21" fmla="*/ 417301 h 1691232"/>
                <a:gd name="connsiteX22" fmla="*/ 400524 w 1920409"/>
                <a:gd name="connsiteY22" fmla="*/ 355388 h 1691232"/>
                <a:gd name="connsiteX23" fmla="*/ 333849 w 1920409"/>
                <a:gd name="connsiteY23" fmla="*/ 303001 h 1691232"/>
                <a:gd name="connsiteX24" fmla="*/ 286224 w 1920409"/>
                <a:gd name="connsiteY24" fmla="*/ 236326 h 1691232"/>
                <a:gd name="connsiteX25" fmla="*/ 143349 w 1920409"/>
                <a:gd name="connsiteY25" fmla="*/ 255376 h 1691232"/>
                <a:gd name="connsiteX26" fmla="*/ 124299 w 1920409"/>
                <a:gd name="connsiteY26" fmla="*/ 331576 h 1691232"/>
                <a:gd name="connsiteX27" fmla="*/ 110011 w 1920409"/>
                <a:gd name="connsiteY27" fmla="*/ 364913 h 1691232"/>
                <a:gd name="connsiteX28" fmla="*/ 133824 w 1920409"/>
                <a:gd name="connsiteY28" fmla="*/ 412538 h 1691232"/>
                <a:gd name="connsiteX29" fmla="*/ 81436 w 1920409"/>
                <a:gd name="connsiteY29" fmla="*/ 450638 h 1691232"/>
                <a:gd name="connsiteX30" fmla="*/ 33811 w 1920409"/>
                <a:gd name="connsiteY30" fmla="*/ 445876 h 1691232"/>
                <a:gd name="connsiteX31" fmla="*/ 33811 w 1920409"/>
                <a:gd name="connsiteY31" fmla="*/ 517313 h 1691232"/>
                <a:gd name="connsiteX32" fmla="*/ 474 w 1920409"/>
                <a:gd name="connsiteY32" fmla="*/ 622088 h 1691232"/>
                <a:gd name="connsiteX33" fmla="*/ 62386 w 1920409"/>
                <a:gd name="connsiteY33" fmla="*/ 698288 h 1691232"/>
                <a:gd name="connsiteX34" fmla="*/ 111977 w 1920409"/>
                <a:gd name="connsiteY34" fmla="*/ 678550 h 1691232"/>
                <a:gd name="connsiteX35" fmla="*/ 112334 w 1920409"/>
                <a:gd name="connsiteY35" fmla="*/ 748809 h 1691232"/>
                <a:gd name="connsiteX36" fmla="*/ 167161 w 1920409"/>
                <a:gd name="connsiteY36" fmla="*/ 779251 h 1691232"/>
                <a:gd name="connsiteX37" fmla="*/ 236159 w 1920409"/>
                <a:gd name="connsiteY37" fmla="*/ 789463 h 1691232"/>
                <a:gd name="connsiteX38" fmla="*/ 271462 w 1920409"/>
                <a:gd name="connsiteY38" fmla="*/ 845434 h 1691232"/>
                <a:gd name="connsiteX39" fmla="*/ 270869 w 1920409"/>
                <a:gd name="connsiteY39" fmla="*/ 890506 h 1691232"/>
                <a:gd name="connsiteX40" fmla="*/ 295393 w 1920409"/>
                <a:gd name="connsiteY40" fmla="*/ 929981 h 1691232"/>
                <a:gd name="connsiteX41" fmla="*/ 341051 w 1920409"/>
                <a:gd name="connsiteY41" fmla="*/ 968573 h 1691232"/>
                <a:gd name="connsiteX42" fmla="*/ 426184 w 1920409"/>
                <a:gd name="connsiteY42" fmla="*/ 1022825 h 1691232"/>
                <a:gd name="connsiteX43" fmla="*/ 461961 w 1920409"/>
                <a:gd name="connsiteY43" fmla="*/ 1093918 h 1691232"/>
                <a:gd name="connsiteX44" fmla="*/ 441064 w 1920409"/>
                <a:gd name="connsiteY44" fmla="*/ 1163491 h 1691232"/>
                <a:gd name="connsiteX45" fmla="*/ 519111 w 1920409"/>
                <a:gd name="connsiteY45" fmla="*/ 1219954 h 1691232"/>
                <a:gd name="connsiteX46" fmla="*/ 591143 w 1920409"/>
                <a:gd name="connsiteY46" fmla="*/ 1252948 h 1691232"/>
                <a:gd name="connsiteX47" fmla="*/ 571974 w 1920409"/>
                <a:gd name="connsiteY47" fmla="*/ 1312651 h 1691232"/>
                <a:gd name="connsiteX48" fmla="*/ 662461 w 1920409"/>
                <a:gd name="connsiteY48" fmla="*/ 1465051 h 1691232"/>
                <a:gd name="connsiteX49" fmla="*/ 755271 w 1920409"/>
                <a:gd name="connsiteY49" fmla="*/ 1538205 h 1691232"/>
                <a:gd name="connsiteX50" fmla="*/ 805336 w 1920409"/>
                <a:gd name="connsiteY50" fmla="*/ 1488863 h 1691232"/>
                <a:gd name="connsiteX51" fmla="*/ 869926 w 1920409"/>
                <a:gd name="connsiteY51" fmla="*/ 1516260 h 1691232"/>
                <a:gd name="connsiteX52" fmla="*/ 924399 w 1920409"/>
                <a:gd name="connsiteY52" fmla="*/ 1484101 h 1691232"/>
                <a:gd name="connsiteX53" fmla="*/ 941246 w 1920409"/>
                <a:gd name="connsiteY53" fmla="*/ 1441925 h 1691232"/>
                <a:gd name="connsiteX54" fmla="*/ 1005123 w 1920409"/>
                <a:gd name="connsiteY54" fmla="*/ 1528337 h 1691232"/>
                <a:gd name="connsiteX55" fmla="*/ 1050190 w 1920409"/>
                <a:gd name="connsiteY55" fmla="*/ 1599431 h 1691232"/>
                <a:gd name="connsiteX56" fmla="*/ 1120136 w 1920409"/>
                <a:gd name="connsiteY56" fmla="*/ 1690950 h 1691232"/>
                <a:gd name="connsiteX57" fmla="*/ 1151034 w 1920409"/>
                <a:gd name="connsiteY57" fmla="*/ 1627859 h 1691232"/>
                <a:gd name="connsiteX58" fmla="*/ 1181693 w 1920409"/>
                <a:gd name="connsiteY58" fmla="*/ 1621379 h 1691232"/>
                <a:gd name="connsiteX59" fmla="*/ 1224792 w 1920409"/>
                <a:gd name="connsiteY59" fmla="*/ 1650642 h 1691232"/>
                <a:gd name="connsiteX60" fmla="*/ 1258367 w 1920409"/>
                <a:gd name="connsiteY60" fmla="*/ 1609988 h 1691232"/>
                <a:gd name="connsiteX61" fmla="*/ 1277188 w 1920409"/>
                <a:gd name="connsiteY61" fmla="*/ 1614605 h 1691232"/>
                <a:gd name="connsiteX62" fmla="*/ 1311230 w 1920409"/>
                <a:gd name="connsiteY62" fmla="*/ 1681082 h 1691232"/>
                <a:gd name="connsiteX63" fmla="*/ 1367786 w 1920409"/>
                <a:gd name="connsiteY63" fmla="*/ 1657613 h 1691232"/>
                <a:gd name="connsiteX64" fmla="*/ 1419818 w 1920409"/>
                <a:gd name="connsiteY64" fmla="*/ 1601492 h 1691232"/>
                <a:gd name="connsiteX65" fmla="*/ 1470595 w 1920409"/>
                <a:gd name="connsiteY65" fmla="*/ 1584949 h 1691232"/>
                <a:gd name="connsiteX66" fmla="*/ 1488274 w 1920409"/>
                <a:gd name="connsiteY66" fmla="*/ 1640771 h 1691232"/>
                <a:gd name="connsiteX67" fmla="*/ 1558169 w 1920409"/>
                <a:gd name="connsiteY67" fmla="*/ 1615093 h 1691232"/>
                <a:gd name="connsiteX68" fmla="*/ 1588947 w 1920409"/>
                <a:gd name="connsiteY68" fmla="*/ 1528337 h 1691232"/>
                <a:gd name="connsiteX69" fmla="*/ 1670383 w 1920409"/>
                <a:gd name="connsiteY69" fmla="*/ 1438195 h 1691232"/>
                <a:gd name="connsiteX70" fmla="*/ 1714974 w 1920409"/>
                <a:gd name="connsiteY70" fmla="*/ 1407065 h 1691232"/>
                <a:gd name="connsiteX71" fmla="*/ 1743343 w 1920409"/>
                <a:gd name="connsiteY71" fmla="*/ 1410360 h 1691232"/>
                <a:gd name="connsiteX72" fmla="*/ 1828257 w 1920409"/>
                <a:gd name="connsiteY72" fmla="*/ 1328265 h 1691232"/>
                <a:gd name="connsiteX73" fmla="*/ 1877070 w 1920409"/>
                <a:gd name="connsiteY73" fmla="*/ 1542673 h 1691232"/>
                <a:gd name="connsiteX74" fmla="*/ 1886424 w 1920409"/>
                <a:gd name="connsiteY74" fmla="*/ 1446001 h 1691232"/>
                <a:gd name="connsiteX75" fmla="*/ 1919761 w 1920409"/>
                <a:gd name="connsiteY75" fmla="*/ 1441238 h 1691232"/>
                <a:gd name="connsiteX76" fmla="*/ 1853086 w 1920409"/>
                <a:gd name="connsiteY76" fmla="*/ 1398376 h 1691232"/>
                <a:gd name="connsiteX77" fmla="*/ 1853086 w 1920409"/>
                <a:gd name="connsiteY77" fmla="*/ 1303126 h 1691232"/>
                <a:gd name="connsiteX78" fmla="*/ 1853086 w 1920409"/>
                <a:gd name="connsiteY78" fmla="*/ 1245976 h 1691232"/>
                <a:gd name="connsiteX79" fmla="*/ 1810224 w 1920409"/>
                <a:gd name="connsiteY79" fmla="*/ 1236451 h 1691232"/>
                <a:gd name="connsiteX80" fmla="*/ 1734024 w 1920409"/>
                <a:gd name="connsiteY80" fmla="*/ 1155488 h 1691232"/>
                <a:gd name="connsiteX81" fmla="*/ 1695924 w 1920409"/>
                <a:gd name="connsiteY81" fmla="*/ 974513 h 1691232"/>
                <a:gd name="connsiteX82" fmla="*/ 1643536 w 1920409"/>
                <a:gd name="connsiteY82" fmla="*/ 941176 h 1691232"/>
                <a:gd name="connsiteX83" fmla="*/ 1605436 w 1920409"/>
                <a:gd name="connsiteY83" fmla="*/ 884026 h 1691232"/>
                <a:gd name="connsiteX84" fmla="*/ 1557811 w 1920409"/>
                <a:gd name="connsiteY84" fmla="*/ 836401 h 1691232"/>
                <a:gd name="connsiteX85" fmla="*/ 1505424 w 1920409"/>
                <a:gd name="connsiteY85" fmla="*/ 817351 h 1691232"/>
                <a:gd name="connsiteX86" fmla="*/ 1453036 w 1920409"/>
                <a:gd name="connsiteY86" fmla="*/ 812588 h 1691232"/>
                <a:gd name="connsiteX87" fmla="*/ 1510186 w 1920409"/>
                <a:gd name="connsiteY87" fmla="*/ 779251 h 1691232"/>
                <a:gd name="connsiteX88" fmla="*/ 1476849 w 1920409"/>
                <a:gd name="connsiteY88" fmla="*/ 745913 h 1691232"/>
                <a:gd name="connsiteX89" fmla="*/ 1481611 w 1920409"/>
                <a:gd name="connsiteY89" fmla="*/ 722101 h 1691232"/>
                <a:gd name="connsiteX90" fmla="*/ 1572099 w 1920409"/>
                <a:gd name="connsiteY90" fmla="*/ 760201 h 1691232"/>
                <a:gd name="connsiteX91" fmla="*/ 1624486 w 1920409"/>
                <a:gd name="connsiteY91" fmla="*/ 693526 h 1691232"/>
                <a:gd name="connsiteX92" fmla="*/ 1614961 w 1920409"/>
                <a:gd name="connsiteY92" fmla="*/ 550651 h 1691232"/>
                <a:gd name="connsiteX93" fmla="*/ 1610199 w 1920409"/>
                <a:gd name="connsiteY93" fmla="*/ 412538 h 1691232"/>
                <a:gd name="connsiteX0" fmla="*/ 1610199 w 1920409"/>
                <a:gd name="connsiteY0" fmla="*/ 412538 h 1691232"/>
                <a:gd name="connsiteX1" fmla="*/ 1567336 w 1920409"/>
                <a:gd name="connsiteY1" fmla="*/ 369676 h 1691232"/>
                <a:gd name="connsiteX2" fmla="*/ 1467324 w 1920409"/>
                <a:gd name="connsiteY2" fmla="*/ 345863 h 1691232"/>
                <a:gd name="connsiteX3" fmla="*/ 1419699 w 1920409"/>
                <a:gd name="connsiteY3" fmla="*/ 317288 h 1691232"/>
                <a:gd name="connsiteX4" fmla="*/ 1367311 w 1920409"/>
                <a:gd name="connsiteY4" fmla="*/ 160126 h 1691232"/>
                <a:gd name="connsiteX5" fmla="*/ 1338736 w 1920409"/>
                <a:gd name="connsiteY5" fmla="*/ 12488 h 1691232"/>
                <a:gd name="connsiteX6" fmla="*/ 1267299 w 1920409"/>
                <a:gd name="connsiteY6" fmla="*/ 12488 h 1691232"/>
                <a:gd name="connsiteX7" fmla="*/ 1214911 w 1920409"/>
                <a:gd name="connsiteY7" fmla="*/ 50588 h 1691232"/>
                <a:gd name="connsiteX8" fmla="*/ 1214911 w 1920409"/>
                <a:gd name="connsiteY8" fmla="*/ 155363 h 1691232"/>
                <a:gd name="connsiteX9" fmla="*/ 1186336 w 1920409"/>
                <a:gd name="connsiteY9" fmla="*/ 183938 h 1691232"/>
                <a:gd name="connsiteX10" fmla="*/ 1176811 w 1920409"/>
                <a:gd name="connsiteY10" fmla="*/ 255376 h 1691232"/>
                <a:gd name="connsiteX11" fmla="*/ 1114899 w 1920409"/>
                <a:gd name="connsiteY11" fmla="*/ 298238 h 1691232"/>
                <a:gd name="connsiteX12" fmla="*/ 1005361 w 1920409"/>
                <a:gd name="connsiteY12" fmla="*/ 312526 h 1691232"/>
                <a:gd name="connsiteX13" fmla="*/ 962499 w 1920409"/>
                <a:gd name="connsiteY13" fmla="*/ 355388 h 1691232"/>
                <a:gd name="connsiteX14" fmla="*/ 838674 w 1920409"/>
                <a:gd name="connsiteY14" fmla="*/ 355388 h 1691232"/>
                <a:gd name="connsiteX15" fmla="*/ 781524 w 1920409"/>
                <a:gd name="connsiteY15" fmla="*/ 426826 h 1691232"/>
                <a:gd name="connsiteX16" fmla="*/ 781524 w 1920409"/>
                <a:gd name="connsiteY16" fmla="*/ 460163 h 1691232"/>
                <a:gd name="connsiteX17" fmla="*/ 743424 w 1920409"/>
                <a:gd name="connsiteY17" fmla="*/ 483976 h 1691232"/>
                <a:gd name="connsiteX18" fmla="*/ 671986 w 1920409"/>
                <a:gd name="connsiteY18" fmla="*/ 417301 h 1691232"/>
                <a:gd name="connsiteX19" fmla="*/ 519586 w 1920409"/>
                <a:gd name="connsiteY19" fmla="*/ 412538 h 1691232"/>
                <a:gd name="connsiteX20" fmla="*/ 457674 w 1920409"/>
                <a:gd name="connsiteY20" fmla="*/ 431588 h 1691232"/>
                <a:gd name="connsiteX21" fmla="*/ 419574 w 1920409"/>
                <a:gd name="connsiteY21" fmla="*/ 417301 h 1691232"/>
                <a:gd name="connsiteX22" fmla="*/ 400524 w 1920409"/>
                <a:gd name="connsiteY22" fmla="*/ 355388 h 1691232"/>
                <a:gd name="connsiteX23" fmla="*/ 333849 w 1920409"/>
                <a:gd name="connsiteY23" fmla="*/ 303001 h 1691232"/>
                <a:gd name="connsiteX24" fmla="*/ 286224 w 1920409"/>
                <a:gd name="connsiteY24" fmla="*/ 236326 h 1691232"/>
                <a:gd name="connsiteX25" fmla="*/ 143349 w 1920409"/>
                <a:gd name="connsiteY25" fmla="*/ 255376 h 1691232"/>
                <a:gd name="connsiteX26" fmla="*/ 124299 w 1920409"/>
                <a:gd name="connsiteY26" fmla="*/ 331576 h 1691232"/>
                <a:gd name="connsiteX27" fmla="*/ 110011 w 1920409"/>
                <a:gd name="connsiteY27" fmla="*/ 364913 h 1691232"/>
                <a:gd name="connsiteX28" fmla="*/ 133824 w 1920409"/>
                <a:gd name="connsiteY28" fmla="*/ 412538 h 1691232"/>
                <a:gd name="connsiteX29" fmla="*/ 81436 w 1920409"/>
                <a:gd name="connsiteY29" fmla="*/ 450638 h 1691232"/>
                <a:gd name="connsiteX30" fmla="*/ 33811 w 1920409"/>
                <a:gd name="connsiteY30" fmla="*/ 445876 h 1691232"/>
                <a:gd name="connsiteX31" fmla="*/ 33811 w 1920409"/>
                <a:gd name="connsiteY31" fmla="*/ 517313 h 1691232"/>
                <a:gd name="connsiteX32" fmla="*/ 474 w 1920409"/>
                <a:gd name="connsiteY32" fmla="*/ 622088 h 1691232"/>
                <a:gd name="connsiteX33" fmla="*/ 62386 w 1920409"/>
                <a:gd name="connsiteY33" fmla="*/ 698288 h 1691232"/>
                <a:gd name="connsiteX34" fmla="*/ 111977 w 1920409"/>
                <a:gd name="connsiteY34" fmla="*/ 678550 h 1691232"/>
                <a:gd name="connsiteX35" fmla="*/ 112334 w 1920409"/>
                <a:gd name="connsiteY35" fmla="*/ 748809 h 1691232"/>
                <a:gd name="connsiteX36" fmla="*/ 167161 w 1920409"/>
                <a:gd name="connsiteY36" fmla="*/ 779251 h 1691232"/>
                <a:gd name="connsiteX37" fmla="*/ 236159 w 1920409"/>
                <a:gd name="connsiteY37" fmla="*/ 789463 h 1691232"/>
                <a:gd name="connsiteX38" fmla="*/ 271462 w 1920409"/>
                <a:gd name="connsiteY38" fmla="*/ 845434 h 1691232"/>
                <a:gd name="connsiteX39" fmla="*/ 270869 w 1920409"/>
                <a:gd name="connsiteY39" fmla="*/ 890506 h 1691232"/>
                <a:gd name="connsiteX40" fmla="*/ 295393 w 1920409"/>
                <a:gd name="connsiteY40" fmla="*/ 929981 h 1691232"/>
                <a:gd name="connsiteX41" fmla="*/ 341051 w 1920409"/>
                <a:gd name="connsiteY41" fmla="*/ 968573 h 1691232"/>
                <a:gd name="connsiteX42" fmla="*/ 426184 w 1920409"/>
                <a:gd name="connsiteY42" fmla="*/ 1022825 h 1691232"/>
                <a:gd name="connsiteX43" fmla="*/ 461961 w 1920409"/>
                <a:gd name="connsiteY43" fmla="*/ 1093918 h 1691232"/>
                <a:gd name="connsiteX44" fmla="*/ 441064 w 1920409"/>
                <a:gd name="connsiteY44" fmla="*/ 1163491 h 1691232"/>
                <a:gd name="connsiteX45" fmla="*/ 519111 w 1920409"/>
                <a:gd name="connsiteY45" fmla="*/ 1219954 h 1691232"/>
                <a:gd name="connsiteX46" fmla="*/ 591143 w 1920409"/>
                <a:gd name="connsiteY46" fmla="*/ 1252948 h 1691232"/>
                <a:gd name="connsiteX47" fmla="*/ 571974 w 1920409"/>
                <a:gd name="connsiteY47" fmla="*/ 1312651 h 1691232"/>
                <a:gd name="connsiteX48" fmla="*/ 662461 w 1920409"/>
                <a:gd name="connsiteY48" fmla="*/ 1465051 h 1691232"/>
                <a:gd name="connsiteX49" fmla="*/ 755271 w 1920409"/>
                <a:gd name="connsiteY49" fmla="*/ 1538205 h 1691232"/>
                <a:gd name="connsiteX50" fmla="*/ 805336 w 1920409"/>
                <a:gd name="connsiteY50" fmla="*/ 1488863 h 1691232"/>
                <a:gd name="connsiteX51" fmla="*/ 869926 w 1920409"/>
                <a:gd name="connsiteY51" fmla="*/ 1516260 h 1691232"/>
                <a:gd name="connsiteX52" fmla="*/ 924399 w 1920409"/>
                <a:gd name="connsiteY52" fmla="*/ 1484101 h 1691232"/>
                <a:gd name="connsiteX53" fmla="*/ 941246 w 1920409"/>
                <a:gd name="connsiteY53" fmla="*/ 1441925 h 1691232"/>
                <a:gd name="connsiteX54" fmla="*/ 1005123 w 1920409"/>
                <a:gd name="connsiteY54" fmla="*/ 1528337 h 1691232"/>
                <a:gd name="connsiteX55" fmla="*/ 1050190 w 1920409"/>
                <a:gd name="connsiteY55" fmla="*/ 1599431 h 1691232"/>
                <a:gd name="connsiteX56" fmla="*/ 1120136 w 1920409"/>
                <a:gd name="connsiteY56" fmla="*/ 1690950 h 1691232"/>
                <a:gd name="connsiteX57" fmla="*/ 1151034 w 1920409"/>
                <a:gd name="connsiteY57" fmla="*/ 1627859 h 1691232"/>
                <a:gd name="connsiteX58" fmla="*/ 1181693 w 1920409"/>
                <a:gd name="connsiteY58" fmla="*/ 1621379 h 1691232"/>
                <a:gd name="connsiteX59" fmla="*/ 1224792 w 1920409"/>
                <a:gd name="connsiteY59" fmla="*/ 1650642 h 1691232"/>
                <a:gd name="connsiteX60" fmla="*/ 1258367 w 1920409"/>
                <a:gd name="connsiteY60" fmla="*/ 1609988 h 1691232"/>
                <a:gd name="connsiteX61" fmla="*/ 1277188 w 1920409"/>
                <a:gd name="connsiteY61" fmla="*/ 1614605 h 1691232"/>
                <a:gd name="connsiteX62" fmla="*/ 1311230 w 1920409"/>
                <a:gd name="connsiteY62" fmla="*/ 1681082 h 1691232"/>
                <a:gd name="connsiteX63" fmla="*/ 1367786 w 1920409"/>
                <a:gd name="connsiteY63" fmla="*/ 1657613 h 1691232"/>
                <a:gd name="connsiteX64" fmla="*/ 1419818 w 1920409"/>
                <a:gd name="connsiteY64" fmla="*/ 1601492 h 1691232"/>
                <a:gd name="connsiteX65" fmla="*/ 1470595 w 1920409"/>
                <a:gd name="connsiteY65" fmla="*/ 1584949 h 1691232"/>
                <a:gd name="connsiteX66" fmla="*/ 1488274 w 1920409"/>
                <a:gd name="connsiteY66" fmla="*/ 1640771 h 1691232"/>
                <a:gd name="connsiteX67" fmla="*/ 1558169 w 1920409"/>
                <a:gd name="connsiteY67" fmla="*/ 1615093 h 1691232"/>
                <a:gd name="connsiteX68" fmla="*/ 1588947 w 1920409"/>
                <a:gd name="connsiteY68" fmla="*/ 1528337 h 1691232"/>
                <a:gd name="connsiteX69" fmla="*/ 1670383 w 1920409"/>
                <a:gd name="connsiteY69" fmla="*/ 1438195 h 1691232"/>
                <a:gd name="connsiteX70" fmla="*/ 1714974 w 1920409"/>
                <a:gd name="connsiteY70" fmla="*/ 1407065 h 1691232"/>
                <a:gd name="connsiteX71" fmla="*/ 1743343 w 1920409"/>
                <a:gd name="connsiteY71" fmla="*/ 1410360 h 1691232"/>
                <a:gd name="connsiteX72" fmla="*/ 1833138 w 1920409"/>
                <a:gd name="connsiteY72" fmla="*/ 1402304 h 1691232"/>
                <a:gd name="connsiteX73" fmla="*/ 1877070 w 1920409"/>
                <a:gd name="connsiteY73" fmla="*/ 1542673 h 1691232"/>
                <a:gd name="connsiteX74" fmla="*/ 1886424 w 1920409"/>
                <a:gd name="connsiteY74" fmla="*/ 1446001 h 1691232"/>
                <a:gd name="connsiteX75" fmla="*/ 1919761 w 1920409"/>
                <a:gd name="connsiteY75" fmla="*/ 1441238 h 1691232"/>
                <a:gd name="connsiteX76" fmla="*/ 1853086 w 1920409"/>
                <a:gd name="connsiteY76" fmla="*/ 1398376 h 1691232"/>
                <a:gd name="connsiteX77" fmla="*/ 1853086 w 1920409"/>
                <a:gd name="connsiteY77" fmla="*/ 1303126 h 1691232"/>
                <a:gd name="connsiteX78" fmla="*/ 1853086 w 1920409"/>
                <a:gd name="connsiteY78" fmla="*/ 1245976 h 1691232"/>
                <a:gd name="connsiteX79" fmla="*/ 1810224 w 1920409"/>
                <a:gd name="connsiteY79" fmla="*/ 1236451 h 1691232"/>
                <a:gd name="connsiteX80" fmla="*/ 1734024 w 1920409"/>
                <a:gd name="connsiteY80" fmla="*/ 1155488 h 1691232"/>
                <a:gd name="connsiteX81" fmla="*/ 1695924 w 1920409"/>
                <a:gd name="connsiteY81" fmla="*/ 974513 h 1691232"/>
                <a:gd name="connsiteX82" fmla="*/ 1643536 w 1920409"/>
                <a:gd name="connsiteY82" fmla="*/ 941176 h 1691232"/>
                <a:gd name="connsiteX83" fmla="*/ 1605436 w 1920409"/>
                <a:gd name="connsiteY83" fmla="*/ 884026 h 1691232"/>
                <a:gd name="connsiteX84" fmla="*/ 1557811 w 1920409"/>
                <a:gd name="connsiteY84" fmla="*/ 836401 h 1691232"/>
                <a:gd name="connsiteX85" fmla="*/ 1505424 w 1920409"/>
                <a:gd name="connsiteY85" fmla="*/ 817351 h 1691232"/>
                <a:gd name="connsiteX86" fmla="*/ 1453036 w 1920409"/>
                <a:gd name="connsiteY86" fmla="*/ 812588 h 1691232"/>
                <a:gd name="connsiteX87" fmla="*/ 1510186 w 1920409"/>
                <a:gd name="connsiteY87" fmla="*/ 779251 h 1691232"/>
                <a:gd name="connsiteX88" fmla="*/ 1476849 w 1920409"/>
                <a:gd name="connsiteY88" fmla="*/ 745913 h 1691232"/>
                <a:gd name="connsiteX89" fmla="*/ 1481611 w 1920409"/>
                <a:gd name="connsiteY89" fmla="*/ 722101 h 1691232"/>
                <a:gd name="connsiteX90" fmla="*/ 1572099 w 1920409"/>
                <a:gd name="connsiteY90" fmla="*/ 760201 h 1691232"/>
                <a:gd name="connsiteX91" fmla="*/ 1624486 w 1920409"/>
                <a:gd name="connsiteY91" fmla="*/ 693526 h 1691232"/>
                <a:gd name="connsiteX92" fmla="*/ 1614961 w 1920409"/>
                <a:gd name="connsiteY92" fmla="*/ 550651 h 1691232"/>
                <a:gd name="connsiteX93" fmla="*/ 1610199 w 1920409"/>
                <a:gd name="connsiteY93" fmla="*/ 412538 h 1691232"/>
                <a:gd name="connsiteX0" fmla="*/ 1610199 w 1920409"/>
                <a:gd name="connsiteY0" fmla="*/ 412538 h 1691232"/>
                <a:gd name="connsiteX1" fmla="*/ 1567336 w 1920409"/>
                <a:gd name="connsiteY1" fmla="*/ 369676 h 1691232"/>
                <a:gd name="connsiteX2" fmla="*/ 1467324 w 1920409"/>
                <a:gd name="connsiteY2" fmla="*/ 345863 h 1691232"/>
                <a:gd name="connsiteX3" fmla="*/ 1419699 w 1920409"/>
                <a:gd name="connsiteY3" fmla="*/ 317288 h 1691232"/>
                <a:gd name="connsiteX4" fmla="*/ 1367311 w 1920409"/>
                <a:gd name="connsiteY4" fmla="*/ 160126 h 1691232"/>
                <a:gd name="connsiteX5" fmla="*/ 1338736 w 1920409"/>
                <a:gd name="connsiteY5" fmla="*/ 12488 h 1691232"/>
                <a:gd name="connsiteX6" fmla="*/ 1267299 w 1920409"/>
                <a:gd name="connsiteY6" fmla="*/ 12488 h 1691232"/>
                <a:gd name="connsiteX7" fmla="*/ 1214911 w 1920409"/>
                <a:gd name="connsiteY7" fmla="*/ 50588 h 1691232"/>
                <a:gd name="connsiteX8" fmla="*/ 1214911 w 1920409"/>
                <a:gd name="connsiteY8" fmla="*/ 155363 h 1691232"/>
                <a:gd name="connsiteX9" fmla="*/ 1186336 w 1920409"/>
                <a:gd name="connsiteY9" fmla="*/ 183938 h 1691232"/>
                <a:gd name="connsiteX10" fmla="*/ 1176811 w 1920409"/>
                <a:gd name="connsiteY10" fmla="*/ 255376 h 1691232"/>
                <a:gd name="connsiteX11" fmla="*/ 1114899 w 1920409"/>
                <a:gd name="connsiteY11" fmla="*/ 298238 h 1691232"/>
                <a:gd name="connsiteX12" fmla="*/ 1005361 w 1920409"/>
                <a:gd name="connsiteY12" fmla="*/ 312526 h 1691232"/>
                <a:gd name="connsiteX13" fmla="*/ 962499 w 1920409"/>
                <a:gd name="connsiteY13" fmla="*/ 355388 h 1691232"/>
                <a:gd name="connsiteX14" fmla="*/ 838674 w 1920409"/>
                <a:gd name="connsiteY14" fmla="*/ 355388 h 1691232"/>
                <a:gd name="connsiteX15" fmla="*/ 781524 w 1920409"/>
                <a:gd name="connsiteY15" fmla="*/ 426826 h 1691232"/>
                <a:gd name="connsiteX16" fmla="*/ 781524 w 1920409"/>
                <a:gd name="connsiteY16" fmla="*/ 460163 h 1691232"/>
                <a:gd name="connsiteX17" fmla="*/ 743424 w 1920409"/>
                <a:gd name="connsiteY17" fmla="*/ 483976 h 1691232"/>
                <a:gd name="connsiteX18" fmla="*/ 671986 w 1920409"/>
                <a:gd name="connsiteY18" fmla="*/ 417301 h 1691232"/>
                <a:gd name="connsiteX19" fmla="*/ 519586 w 1920409"/>
                <a:gd name="connsiteY19" fmla="*/ 412538 h 1691232"/>
                <a:gd name="connsiteX20" fmla="*/ 457674 w 1920409"/>
                <a:gd name="connsiteY20" fmla="*/ 431588 h 1691232"/>
                <a:gd name="connsiteX21" fmla="*/ 419574 w 1920409"/>
                <a:gd name="connsiteY21" fmla="*/ 417301 h 1691232"/>
                <a:gd name="connsiteX22" fmla="*/ 400524 w 1920409"/>
                <a:gd name="connsiteY22" fmla="*/ 355388 h 1691232"/>
                <a:gd name="connsiteX23" fmla="*/ 333849 w 1920409"/>
                <a:gd name="connsiteY23" fmla="*/ 303001 h 1691232"/>
                <a:gd name="connsiteX24" fmla="*/ 286224 w 1920409"/>
                <a:gd name="connsiteY24" fmla="*/ 236326 h 1691232"/>
                <a:gd name="connsiteX25" fmla="*/ 143349 w 1920409"/>
                <a:gd name="connsiteY25" fmla="*/ 255376 h 1691232"/>
                <a:gd name="connsiteX26" fmla="*/ 124299 w 1920409"/>
                <a:gd name="connsiteY26" fmla="*/ 331576 h 1691232"/>
                <a:gd name="connsiteX27" fmla="*/ 110011 w 1920409"/>
                <a:gd name="connsiteY27" fmla="*/ 364913 h 1691232"/>
                <a:gd name="connsiteX28" fmla="*/ 133824 w 1920409"/>
                <a:gd name="connsiteY28" fmla="*/ 412538 h 1691232"/>
                <a:gd name="connsiteX29" fmla="*/ 81436 w 1920409"/>
                <a:gd name="connsiteY29" fmla="*/ 450638 h 1691232"/>
                <a:gd name="connsiteX30" fmla="*/ 33811 w 1920409"/>
                <a:gd name="connsiteY30" fmla="*/ 445876 h 1691232"/>
                <a:gd name="connsiteX31" fmla="*/ 33811 w 1920409"/>
                <a:gd name="connsiteY31" fmla="*/ 517313 h 1691232"/>
                <a:gd name="connsiteX32" fmla="*/ 474 w 1920409"/>
                <a:gd name="connsiteY32" fmla="*/ 622088 h 1691232"/>
                <a:gd name="connsiteX33" fmla="*/ 62386 w 1920409"/>
                <a:gd name="connsiteY33" fmla="*/ 698288 h 1691232"/>
                <a:gd name="connsiteX34" fmla="*/ 111977 w 1920409"/>
                <a:gd name="connsiteY34" fmla="*/ 678550 h 1691232"/>
                <a:gd name="connsiteX35" fmla="*/ 112334 w 1920409"/>
                <a:gd name="connsiteY35" fmla="*/ 748809 h 1691232"/>
                <a:gd name="connsiteX36" fmla="*/ 167161 w 1920409"/>
                <a:gd name="connsiteY36" fmla="*/ 779251 h 1691232"/>
                <a:gd name="connsiteX37" fmla="*/ 236159 w 1920409"/>
                <a:gd name="connsiteY37" fmla="*/ 789463 h 1691232"/>
                <a:gd name="connsiteX38" fmla="*/ 271462 w 1920409"/>
                <a:gd name="connsiteY38" fmla="*/ 845434 h 1691232"/>
                <a:gd name="connsiteX39" fmla="*/ 270869 w 1920409"/>
                <a:gd name="connsiteY39" fmla="*/ 890506 h 1691232"/>
                <a:gd name="connsiteX40" fmla="*/ 295393 w 1920409"/>
                <a:gd name="connsiteY40" fmla="*/ 929981 h 1691232"/>
                <a:gd name="connsiteX41" fmla="*/ 341051 w 1920409"/>
                <a:gd name="connsiteY41" fmla="*/ 968573 h 1691232"/>
                <a:gd name="connsiteX42" fmla="*/ 426184 w 1920409"/>
                <a:gd name="connsiteY42" fmla="*/ 1022825 h 1691232"/>
                <a:gd name="connsiteX43" fmla="*/ 461961 w 1920409"/>
                <a:gd name="connsiteY43" fmla="*/ 1093918 h 1691232"/>
                <a:gd name="connsiteX44" fmla="*/ 441064 w 1920409"/>
                <a:gd name="connsiteY44" fmla="*/ 1163491 h 1691232"/>
                <a:gd name="connsiteX45" fmla="*/ 519111 w 1920409"/>
                <a:gd name="connsiteY45" fmla="*/ 1219954 h 1691232"/>
                <a:gd name="connsiteX46" fmla="*/ 591143 w 1920409"/>
                <a:gd name="connsiteY46" fmla="*/ 1252948 h 1691232"/>
                <a:gd name="connsiteX47" fmla="*/ 571974 w 1920409"/>
                <a:gd name="connsiteY47" fmla="*/ 1312651 h 1691232"/>
                <a:gd name="connsiteX48" fmla="*/ 662461 w 1920409"/>
                <a:gd name="connsiteY48" fmla="*/ 1465051 h 1691232"/>
                <a:gd name="connsiteX49" fmla="*/ 755271 w 1920409"/>
                <a:gd name="connsiteY49" fmla="*/ 1538205 h 1691232"/>
                <a:gd name="connsiteX50" fmla="*/ 805336 w 1920409"/>
                <a:gd name="connsiteY50" fmla="*/ 1488863 h 1691232"/>
                <a:gd name="connsiteX51" fmla="*/ 869926 w 1920409"/>
                <a:gd name="connsiteY51" fmla="*/ 1516260 h 1691232"/>
                <a:gd name="connsiteX52" fmla="*/ 924399 w 1920409"/>
                <a:gd name="connsiteY52" fmla="*/ 1484101 h 1691232"/>
                <a:gd name="connsiteX53" fmla="*/ 941246 w 1920409"/>
                <a:gd name="connsiteY53" fmla="*/ 1441925 h 1691232"/>
                <a:gd name="connsiteX54" fmla="*/ 1005123 w 1920409"/>
                <a:gd name="connsiteY54" fmla="*/ 1528337 h 1691232"/>
                <a:gd name="connsiteX55" fmla="*/ 1050190 w 1920409"/>
                <a:gd name="connsiteY55" fmla="*/ 1599431 h 1691232"/>
                <a:gd name="connsiteX56" fmla="*/ 1120136 w 1920409"/>
                <a:gd name="connsiteY56" fmla="*/ 1690950 h 1691232"/>
                <a:gd name="connsiteX57" fmla="*/ 1151034 w 1920409"/>
                <a:gd name="connsiteY57" fmla="*/ 1627859 h 1691232"/>
                <a:gd name="connsiteX58" fmla="*/ 1181693 w 1920409"/>
                <a:gd name="connsiteY58" fmla="*/ 1621379 h 1691232"/>
                <a:gd name="connsiteX59" fmla="*/ 1224792 w 1920409"/>
                <a:gd name="connsiteY59" fmla="*/ 1650642 h 1691232"/>
                <a:gd name="connsiteX60" fmla="*/ 1258367 w 1920409"/>
                <a:gd name="connsiteY60" fmla="*/ 1609988 h 1691232"/>
                <a:gd name="connsiteX61" fmla="*/ 1277188 w 1920409"/>
                <a:gd name="connsiteY61" fmla="*/ 1614605 h 1691232"/>
                <a:gd name="connsiteX62" fmla="*/ 1311230 w 1920409"/>
                <a:gd name="connsiteY62" fmla="*/ 1681082 h 1691232"/>
                <a:gd name="connsiteX63" fmla="*/ 1367786 w 1920409"/>
                <a:gd name="connsiteY63" fmla="*/ 1657613 h 1691232"/>
                <a:gd name="connsiteX64" fmla="*/ 1419818 w 1920409"/>
                <a:gd name="connsiteY64" fmla="*/ 1601492 h 1691232"/>
                <a:gd name="connsiteX65" fmla="*/ 1470595 w 1920409"/>
                <a:gd name="connsiteY65" fmla="*/ 1584949 h 1691232"/>
                <a:gd name="connsiteX66" fmla="*/ 1488274 w 1920409"/>
                <a:gd name="connsiteY66" fmla="*/ 1640771 h 1691232"/>
                <a:gd name="connsiteX67" fmla="*/ 1558169 w 1920409"/>
                <a:gd name="connsiteY67" fmla="*/ 1615093 h 1691232"/>
                <a:gd name="connsiteX68" fmla="*/ 1588947 w 1920409"/>
                <a:gd name="connsiteY68" fmla="*/ 1528337 h 1691232"/>
                <a:gd name="connsiteX69" fmla="*/ 1670383 w 1920409"/>
                <a:gd name="connsiteY69" fmla="*/ 1438195 h 1691232"/>
                <a:gd name="connsiteX70" fmla="*/ 1714974 w 1920409"/>
                <a:gd name="connsiteY70" fmla="*/ 1407065 h 1691232"/>
                <a:gd name="connsiteX71" fmla="*/ 1743343 w 1920409"/>
                <a:gd name="connsiteY71" fmla="*/ 1410360 h 1691232"/>
                <a:gd name="connsiteX72" fmla="*/ 1833138 w 1920409"/>
                <a:gd name="connsiteY72" fmla="*/ 1402304 h 1691232"/>
                <a:gd name="connsiteX73" fmla="*/ 1877070 w 1920409"/>
                <a:gd name="connsiteY73" fmla="*/ 1542673 h 1691232"/>
                <a:gd name="connsiteX74" fmla="*/ 1886424 w 1920409"/>
                <a:gd name="connsiteY74" fmla="*/ 1446001 h 1691232"/>
                <a:gd name="connsiteX75" fmla="*/ 1919761 w 1920409"/>
                <a:gd name="connsiteY75" fmla="*/ 1441238 h 1691232"/>
                <a:gd name="connsiteX76" fmla="*/ 1853086 w 1920409"/>
                <a:gd name="connsiteY76" fmla="*/ 1398376 h 1691232"/>
                <a:gd name="connsiteX77" fmla="*/ 1853086 w 1920409"/>
                <a:gd name="connsiteY77" fmla="*/ 1303126 h 1691232"/>
                <a:gd name="connsiteX78" fmla="*/ 1853086 w 1920409"/>
                <a:gd name="connsiteY78" fmla="*/ 1245976 h 1691232"/>
                <a:gd name="connsiteX79" fmla="*/ 1810224 w 1920409"/>
                <a:gd name="connsiteY79" fmla="*/ 1236451 h 1691232"/>
                <a:gd name="connsiteX80" fmla="*/ 1734024 w 1920409"/>
                <a:gd name="connsiteY80" fmla="*/ 1155488 h 1691232"/>
                <a:gd name="connsiteX81" fmla="*/ 1695924 w 1920409"/>
                <a:gd name="connsiteY81" fmla="*/ 974513 h 1691232"/>
                <a:gd name="connsiteX82" fmla="*/ 1643536 w 1920409"/>
                <a:gd name="connsiteY82" fmla="*/ 941176 h 1691232"/>
                <a:gd name="connsiteX83" fmla="*/ 1605436 w 1920409"/>
                <a:gd name="connsiteY83" fmla="*/ 884026 h 1691232"/>
                <a:gd name="connsiteX84" fmla="*/ 1557811 w 1920409"/>
                <a:gd name="connsiteY84" fmla="*/ 836401 h 1691232"/>
                <a:gd name="connsiteX85" fmla="*/ 1505424 w 1920409"/>
                <a:gd name="connsiteY85" fmla="*/ 817351 h 1691232"/>
                <a:gd name="connsiteX86" fmla="*/ 1453036 w 1920409"/>
                <a:gd name="connsiteY86" fmla="*/ 812588 h 1691232"/>
                <a:gd name="connsiteX87" fmla="*/ 1510186 w 1920409"/>
                <a:gd name="connsiteY87" fmla="*/ 779251 h 1691232"/>
                <a:gd name="connsiteX88" fmla="*/ 1476849 w 1920409"/>
                <a:gd name="connsiteY88" fmla="*/ 745913 h 1691232"/>
                <a:gd name="connsiteX89" fmla="*/ 1481611 w 1920409"/>
                <a:gd name="connsiteY89" fmla="*/ 722101 h 1691232"/>
                <a:gd name="connsiteX90" fmla="*/ 1572099 w 1920409"/>
                <a:gd name="connsiteY90" fmla="*/ 760201 h 1691232"/>
                <a:gd name="connsiteX91" fmla="*/ 1624486 w 1920409"/>
                <a:gd name="connsiteY91" fmla="*/ 693526 h 1691232"/>
                <a:gd name="connsiteX92" fmla="*/ 1614961 w 1920409"/>
                <a:gd name="connsiteY92" fmla="*/ 550651 h 1691232"/>
                <a:gd name="connsiteX93" fmla="*/ 1610199 w 1920409"/>
                <a:gd name="connsiteY93" fmla="*/ 412538 h 1691232"/>
                <a:gd name="connsiteX0" fmla="*/ 1610199 w 1920650"/>
                <a:gd name="connsiteY0" fmla="*/ 412538 h 1691232"/>
                <a:gd name="connsiteX1" fmla="*/ 1567336 w 1920650"/>
                <a:gd name="connsiteY1" fmla="*/ 369676 h 1691232"/>
                <a:gd name="connsiteX2" fmla="*/ 1467324 w 1920650"/>
                <a:gd name="connsiteY2" fmla="*/ 345863 h 1691232"/>
                <a:gd name="connsiteX3" fmla="*/ 1419699 w 1920650"/>
                <a:gd name="connsiteY3" fmla="*/ 317288 h 1691232"/>
                <a:gd name="connsiteX4" fmla="*/ 1367311 w 1920650"/>
                <a:gd name="connsiteY4" fmla="*/ 160126 h 1691232"/>
                <a:gd name="connsiteX5" fmla="*/ 1338736 w 1920650"/>
                <a:gd name="connsiteY5" fmla="*/ 12488 h 1691232"/>
                <a:gd name="connsiteX6" fmla="*/ 1267299 w 1920650"/>
                <a:gd name="connsiteY6" fmla="*/ 12488 h 1691232"/>
                <a:gd name="connsiteX7" fmla="*/ 1214911 w 1920650"/>
                <a:gd name="connsiteY7" fmla="*/ 50588 h 1691232"/>
                <a:gd name="connsiteX8" fmla="*/ 1214911 w 1920650"/>
                <a:gd name="connsiteY8" fmla="*/ 155363 h 1691232"/>
                <a:gd name="connsiteX9" fmla="*/ 1186336 w 1920650"/>
                <a:gd name="connsiteY9" fmla="*/ 183938 h 1691232"/>
                <a:gd name="connsiteX10" fmla="*/ 1176811 w 1920650"/>
                <a:gd name="connsiteY10" fmla="*/ 255376 h 1691232"/>
                <a:gd name="connsiteX11" fmla="*/ 1114899 w 1920650"/>
                <a:gd name="connsiteY11" fmla="*/ 298238 h 1691232"/>
                <a:gd name="connsiteX12" fmla="*/ 1005361 w 1920650"/>
                <a:gd name="connsiteY12" fmla="*/ 312526 h 1691232"/>
                <a:gd name="connsiteX13" fmla="*/ 962499 w 1920650"/>
                <a:gd name="connsiteY13" fmla="*/ 355388 h 1691232"/>
                <a:gd name="connsiteX14" fmla="*/ 838674 w 1920650"/>
                <a:gd name="connsiteY14" fmla="*/ 355388 h 1691232"/>
                <a:gd name="connsiteX15" fmla="*/ 781524 w 1920650"/>
                <a:gd name="connsiteY15" fmla="*/ 426826 h 1691232"/>
                <a:gd name="connsiteX16" fmla="*/ 781524 w 1920650"/>
                <a:gd name="connsiteY16" fmla="*/ 460163 h 1691232"/>
                <a:gd name="connsiteX17" fmla="*/ 743424 w 1920650"/>
                <a:gd name="connsiteY17" fmla="*/ 483976 h 1691232"/>
                <a:gd name="connsiteX18" fmla="*/ 671986 w 1920650"/>
                <a:gd name="connsiteY18" fmla="*/ 417301 h 1691232"/>
                <a:gd name="connsiteX19" fmla="*/ 519586 w 1920650"/>
                <a:gd name="connsiteY19" fmla="*/ 412538 h 1691232"/>
                <a:gd name="connsiteX20" fmla="*/ 457674 w 1920650"/>
                <a:gd name="connsiteY20" fmla="*/ 431588 h 1691232"/>
                <a:gd name="connsiteX21" fmla="*/ 419574 w 1920650"/>
                <a:gd name="connsiteY21" fmla="*/ 417301 h 1691232"/>
                <a:gd name="connsiteX22" fmla="*/ 400524 w 1920650"/>
                <a:gd name="connsiteY22" fmla="*/ 355388 h 1691232"/>
                <a:gd name="connsiteX23" fmla="*/ 333849 w 1920650"/>
                <a:gd name="connsiteY23" fmla="*/ 303001 h 1691232"/>
                <a:gd name="connsiteX24" fmla="*/ 286224 w 1920650"/>
                <a:gd name="connsiteY24" fmla="*/ 236326 h 1691232"/>
                <a:gd name="connsiteX25" fmla="*/ 143349 w 1920650"/>
                <a:gd name="connsiteY25" fmla="*/ 255376 h 1691232"/>
                <a:gd name="connsiteX26" fmla="*/ 124299 w 1920650"/>
                <a:gd name="connsiteY26" fmla="*/ 331576 h 1691232"/>
                <a:gd name="connsiteX27" fmla="*/ 110011 w 1920650"/>
                <a:gd name="connsiteY27" fmla="*/ 364913 h 1691232"/>
                <a:gd name="connsiteX28" fmla="*/ 133824 w 1920650"/>
                <a:gd name="connsiteY28" fmla="*/ 412538 h 1691232"/>
                <a:gd name="connsiteX29" fmla="*/ 81436 w 1920650"/>
                <a:gd name="connsiteY29" fmla="*/ 450638 h 1691232"/>
                <a:gd name="connsiteX30" fmla="*/ 33811 w 1920650"/>
                <a:gd name="connsiteY30" fmla="*/ 445876 h 1691232"/>
                <a:gd name="connsiteX31" fmla="*/ 33811 w 1920650"/>
                <a:gd name="connsiteY31" fmla="*/ 517313 h 1691232"/>
                <a:gd name="connsiteX32" fmla="*/ 474 w 1920650"/>
                <a:gd name="connsiteY32" fmla="*/ 622088 h 1691232"/>
                <a:gd name="connsiteX33" fmla="*/ 62386 w 1920650"/>
                <a:gd name="connsiteY33" fmla="*/ 698288 h 1691232"/>
                <a:gd name="connsiteX34" fmla="*/ 111977 w 1920650"/>
                <a:gd name="connsiteY34" fmla="*/ 678550 h 1691232"/>
                <a:gd name="connsiteX35" fmla="*/ 112334 w 1920650"/>
                <a:gd name="connsiteY35" fmla="*/ 748809 h 1691232"/>
                <a:gd name="connsiteX36" fmla="*/ 167161 w 1920650"/>
                <a:gd name="connsiteY36" fmla="*/ 779251 h 1691232"/>
                <a:gd name="connsiteX37" fmla="*/ 236159 w 1920650"/>
                <a:gd name="connsiteY37" fmla="*/ 789463 h 1691232"/>
                <a:gd name="connsiteX38" fmla="*/ 271462 w 1920650"/>
                <a:gd name="connsiteY38" fmla="*/ 845434 h 1691232"/>
                <a:gd name="connsiteX39" fmla="*/ 270869 w 1920650"/>
                <a:gd name="connsiteY39" fmla="*/ 890506 h 1691232"/>
                <a:gd name="connsiteX40" fmla="*/ 295393 w 1920650"/>
                <a:gd name="connsiteY40" fmla="*/ 929981 h 1691232"/>
                <a:gd name="connsiteX41" fmla="*/ 341051 w 1920650"/>
                <a:gd name="connsiteY41" fmla="*/ 968573 h 1691232"/>
                <a:gd name="connsiteX42" fmla="*/ 426184 w 1920650"/>
                <a:gd name="connsiteY42" fmla="*/ 1022825 h 1691232"/>
                <a:gd name="connsiteX43" fmla="*/ 461961 w 1920650"/>
                <a:gd name="connsiteY43" fmla="*/ 1093918 h 1691232"/>
                <a:gd name="connsiteX44" fmla="*/ 441064 w 1920650"/>
                <a:gd name="connsiteY44" fmla="*/ 1163491 h 1691232"/>
                <a:gd name="connsiteX45" fmla="*/ 519111 w 1920650"/>
                <a:gd name="connsiteY45" fmla="*/ 1219954 h 1691232"/>
                <a:gd name="connsiteX46" fmla="*/ 591143 w 1920650"/>
                <a:gd name="connsiteY46" fmla="*/ 1252948 h 1691232"/>
                <a:gd name="connsiteX47" fmla="*/ 571974 w 1920650"/>
                <a:gd name="connsiteY47" fmla="*/ 1312651 h 1691232"/>
                <a:gd name="connsiteX48" fmla="*/ 662461 w 1920650"/>
                <a:gd name="connsiteY48" fmla="*/ 1465051 h 1691232"/>
                <a:gd name="connsiteX49" fmla="*/ 755271 w 1920650"/>
                <a:gd name="connsiteY49" fmla="*/ 1538205 h 1691232"/>
                <a:gd name="connsiteX50" fmla="*/ 805336 w 1920650"/>
                <a:gd name="connsiteY50" fmla="*/ 1488863 h 1691232"/>
                <a:gd name="connsiteX51" fmla="*/ 869926 w 1920650"/>
                <a:gd name="connsiteY51" fmla="*/ 1516260 h 1691232"/>
                <a:gd name="connsiteX52" fmla="*/ 924399 w 1920650"/>
                <a:gd name="connsiteY52" fmla="*/ 1484101 h 1691232"/>
                <a:gd name="connsiteX53" fmla="*/ 941246 w 1920650"/>
                <a:gd name="connsiteY53" fmla="*/ 1441925 h 1691232"/>
                <a:gd name="connsiteX54" fmla="*/ 1005123 w 1920650"/>
                <a:gd name="connsiteY54" fmla="*/ 1528337 h 1691232"/>
                <a:gd name="connsiteX55" fmla="*/ 1050190 w 1920650"/>
                <a:gd name="connsiteY55" fmla="*/ 1599431 h 1691232"/>
                <a:gd name="connsiteX56" fmla="*/ 1120136 w 1920650"/>
                <a:gd name="connsiteY56" fmla="*/ 1690950 h 1691232"/>
                <a:gd name="connsiteX57" fmla="*/ 1151034 w 1920650"/>
                <a:gd name="connsiteY57" fmla="*/ 1627859 h 1691232"/>
                <a:gd name="connsiteX58" fmla="*/ 1181693 w 1920650"/>
                <a:gd name="connsiteY58" fmla="*/ 1621379 h 1691232"/>
                <a:gd name="connsiteX59" fmla="*/ 1224792 w 1920650"/>
                <a:gd name="connsiteY59" fmla="*/ 1650642 h 1691232"/>
                <a:gd name="connsiteX60" fmla="*/ 1258367 w 1920650"/>
                <a:gd name="connsiteY60" fmla="*/ 1609988 h 1691232"/>
                <a:gd name="connsiteX61" fmla="*/ 1277188 w 1920650"/>
                <a:gd name="connsiteY61" fmla="*/ 1614605 h 1691232"/>
                <a:gd name="connsiteX62" fmla="*/ 1311230 w 1920650"/>
                <a:gd name="connsiteY62" fmla="*/ 1681082 h 1691232"/>
                <a:gd name="connsiteX63" fmla="*/ 1367786 w 1920650"/>
                <a:gd name="connsiteY63" fmla="*/ 1657613 h 1691232"/>
                <a:gd name="connsiteX64" fmla="*/ 1419818 w 1920650"/>
                <a:gd name="connsiteY64" fmla="*/ 1601492 h 1691232"/>
                <a:gd name="connsiteX65" fmla="*/ 1470595 w 1920650"/>
                <a:gd name="connsiteY65" fmla="*/ 1584949 h 1691232"/>
                <a:gd name="connsiteX66" fmla="*/ 1488274 w 1920650"/>
                <a:gd name="connsiteY66" fmla="*/ 1640771 h 1691232"/>
                <a:gd name="connsiteX67" fmla="*/ 1558169 w 1920650"/>
                <a:gd name="connsiteY67" fmla="*/ 1615093 h 1691232"/>
                <a:gd name="connsiteX68" fmla="*/ 1588947 w 1920650"/>
                <a:gd name="connsiteY68" fmla="*/ 1528337 h 1691232"/>
                <a:gd name="connsiteX69" fmla="*/ 1670383 w 1920650"/>
                <a:gd name="connsiteY69" fmla="*/ 1438195 h 1691232"/>
                <a:gd name="connsiteX70" fmla="*/ 1714974 w 1920650"/>
                <a:gd name="connsiteY70" fmla="*/ 1407065 h 1691232"/>
                <a:gd name="connsiteX71" fmla="*/ 1743343 w 1920650"/>
                <a:gd name="connsiteY71" fmla="*/ 1410360 h 1691232"/>
                <a:gd name="connsiteX72" fmla="*/ 1833138 w 1920650"/>
                <a:gd name="connsiteY72" fmla="*/ 1402304 h 1691232"/>
                <a:gd name="connsiteX73" fmla="*/ 1816054 w 1920650"/>
                <a:gd name="connsiteY73" fmla="*/ 1453316 h 1691232"/>
                <a:gd name="connsiteX74" fmla="*/ 1886424 w 1920650"/>
                <a:gd name="connsiteY74" fmla="*/ 1446001 h 1691232"/>
                <a:gd name="connsiteX75" fmla="*/ 1919761 w 1920650"/>
                <a:gd name="connsiteY75" fmla="*/ 1441238 h 1691232"/>
                <a:gd name="connsiteX76" fmla="*/ 1853086 w 1920650"/>
                <a:gd name="connsiteY76" fmla="*/ 1398376 h 1691232"/>
                <a:gd name="connsiteX77" fmla="*/ 1853086 w 1920650"/>
                <a:gd name="connsiteY77" fmla="*/ 1303126 h 1691232"/>
                <a:gd name="connsiteX78" fmla="*/ 1853086 w 1920650"/>
                <a:gd name="connsiteY78" fmla="*/ 1245976 h 1691232"/>
                <a:gd name="connsiteX79" fmla="*/ 1810224 w 1920650"/>
                <a:gd name="connsiteY79" fmla="*/ 1236451 h 1691232"/>
                <a:gd name="connsiteX80" fmla="*/ 1734024 w 1920650"/>
                <a:gd name="connsiteY80" fmla="*/ 1155488 h 1691232"/>
                <a:gd name="connsiteX81" fmla="*/ 1695924 w 1920650"/>
                <a:gd name="connsiteY81" fmla="*/ 974513 h 1691232"/>
                <a:gd name="connsiteX82" fmla="*/ 1643536 w 1920650"/>
                <a:gd name="connsiteY82" fmla="*/ 941176 h 1691232"/>
                <a:gd name="connsiteX83" fmla="*/ 1605436 w 1920650"/>
                <a:gd name="connsiteY83" fmla="*/ 884026 h 1691232"/>
                <a:gd name="connsiteX84" fmla="*/ 1557811 w 1920650"/>
                <a:gd name="connsiteY84" fmla="*/ 836401 h 1691232"/>
                <a:gd name="connsiteX85" fmla="*/ 1505424 w 1920650"/>
                <a:gd name="connsiteY85" fmla="*/ 817351 h 1691232"/>
                <a:gd name="connsiteX86" fmla="*/ 1453036 w 1920650"/>
                <a:gd name="connsiteY86" fmla="*/ 812588 h 1691232"/>
                <a:gd name="connsiteX87" fmla="*/ 1510186 w 1920650"/>
                <a:gd name="connsiteY87" fmla="*/ 779251 h 1691232"/>
                <a:gd name="connsiteX88" fmla="*/ 1476849 w 1920650"/>
                <a:gd name="connsiteY88" fmla="*/ 745913 h 1691232"/>
                <a:gd name="connsiteX89" fmla="*/ 1481611 w 1920650"/>
                <a:gd name="connsiteY89" fmla="*/ 722101 h 1691232"/>
                <a:gd name="connsiteX90" fmla="*/ 1572099 w 1920650"/>
                <a:gd name="connsiteY90" fmla="*/ 760201 h 1691232"/>
                <a:gd name="connsiteX91" fmla="*/ 1624486 w 1920650"/>
                <a:gd name="connsiteY91" fmla="*/ 693526 h 1691232"/>
                <a:gd name="connsiteX92" fmla="*/ 1614961 w 1920650"/>
                <a:gd name="connsiteY92" fmla="*/ 550651 h 1691232"/>
                <a:gd name="connsiteX93" fmla="*/ 1610199 w 1920650"/>
                <a:gd name="connsiteY93" fmla="*/ 412538 h 1691232"/>
                <a:gd name="connsiteX0" fmla="*/ 1610199 w 1920031"/>
                <a:gd name="connsiteY0" fmla="*/ 412538 h 1691232"/>
                <a:gd name="connsiteX1" fmla="*/ 1567336 w 1920031"/>
                <a:gd name="connsiteY1" fmla="*/ 369676 h 1691232"/>
                <a:gd name="connsiteX2" fmla="*/ 1467324 w 1920031"/>
                <a:gd name="connsiteY2" fmla="*/ 345863 h 1691232"/>
                <a:gd name="connsiteX3" fmla="*/ 1419699 w 1920031"/>
                <a:gd name="connsiteY3" fmla="*/ 317288 h 1691232"/>
                <a:gd name="connsiteX4" fmla="*/ 1367311 w 1920031"/>
                <a:gd name="connsiteY4" fmla="*/ 160126 h 1691232"/>
                <a:gd name="connsiteX5" fmla="*/ 1338736 w 1920031"/>
                <a:gd name="connsiteY5" fmla="*/ 12488 h 1691232"/>
                <a:gd name="connsiteX6" fmla="*/ 1267299 w 1920031"/>
                <a:gd name="connsiteY6" fmla="*/ 12488 h 1691232"/>
                <a:gd name="connsiteX7" fmla="*/ 1214911 w 1920031"/>
                <a:gd name="connsiteY7" fmla="*/ 50588 h 1691232"/>
                <a:gd name="connsiteX8" fmla="*/ 1214911 w 1920031"/>
                <a:gd name="connsiteY8" fmla="*/ 155363 h 1691232"/>
                <a:gd name="connsiteX9" fmla="*/ 1186336 w 1920031"/>
                <a:gd name="connsiteY9" fmla="*/ 183938 h 1691232"/>
                <a:gd name="connsiteX10" fmla="*/ 1176811 w 1920031"/>
                <a:gd name="connsiteY10" fmla="*/ 255376 h 1691232"/>
                <a:gd name="connsiteX11" fmla="*/ 1114899 w 1920031"/>
                <a:gd name="connsiteY11" fmla="*/ 298238 h 1691232"/>
                <a:gd name="connsiteX12" fmla="*/ 1005361 w 1920031"/>
                <a:gd name="connsiteY12" fmla="*/ 312526 h 1691232"/>
                <a:gd name="connsiteX13" fmla="*/ 962499 w 1920031"/>
                <a:gd name="connsiteY13" fmla="*/ 355388 h 1691232"/>
                <a:gd name="connsiteX14" fmla="*/ 838674 w 1920031"/>
                <a:gd name="connsiteY14" fmla="*/ 355388 h 1691232"/>
                <a:gd name="connsiteX15" fmla="*/ 781524 w 1920031"/>
                <a:gd name="connsiteY15" fmla="*/ 426826 h 1691232"/>
                <a:gd name="connsiteX16" fmla="*/ 781524 w 1920031"/>
                <a:gd name="connsiteY16" fmla="*/ 460163 h 1691232"/>
                <a:gd name="connsiteX17" fmla="*/ 743424 w 1920031"/>
                <a:gd name="connsiteY17" fmla="*/ 483976 h 1691232"/>
                <a:gd name="connsiteX18" fmla="*/ 671986 w 1920031"/>
                <a:gd name="connsiteY18" fmla="*/ 417301 h 1691232"/>
                <a:gd name="connsiteX19" fmla="*/ 519586 w 1920031"/>
                <a:gd name="connsiteY19" fmla="*/ 412538 h 1691232"/>
                <a:gd name="connsiteX20" fmla="*/ 457674 w 1920031"/>
                <a:gd name="connsiteY20" fmla="*/ 431588 h 1691232"/>
                <a:gd name="connsiteX21" fmla="*/ 419574 w 1920031"/>
                <a:gd name="connsiteY21" fmla="*/ 417301 h 1691232"/>
                <a:gd name="connsiteX22" fmla="*/ 400524 w 1920031"/>
                <a:gd name="connsiteY22" fmla="*/ 355388 h 1691232"/>
                <a:gd name="connsiteX23" fmla="*/ 333849 w 1920031"/>
                <a:gd name="connsiteY23" fmla="*/ 303001 h 1691232"/>
                <a:gd name="connsiteX24" fmla="*/ 286224 w 1920031"/>
                <a:gd name="connsiteY24" fmla="*/ 236326 h 1691232"/>
                <a:gd name="connsiteX25" fmla="*/ 143349 w 1920031"/>
                <a:gd name="connsiteY25" fmla="*/ 255376 h 1691232"/>
                <a:gd name="connsiteX26" fmla="*/ 124299 w 1920031"/>
                <a:gd name="connsiteY26" fmla="*/ 331576 h 1691232"/>
                <a:gd name="connsiteX27" fmla="*/ 110011 w 1920031"/>
                <a:gd name="connsiteY27" fmla="*/ 364913 h 1691232"/>
                <a:gd name="connsiteX28" fmla="*/ 133824 w 1920031"/>
                <a:gd name="connsiteY28" fmla="*/ 412538 h 1691232"/>
                <a:gd name="connsiteX29" fmla="*/ 81436 w 1920031"/>
                <a:gd name="connsiteY29" fmla="*/ 450638 h 1691232"/>
                <a:gd name="connsiteX30" fmla="*/ 33811 w 1920031"/>
                <a:gd name="connsiteY30" fmla="*/ 445876 h 1691232"/>
                <a:gd name="connsiteX31" fmla="*/ 33811 w 1920031"/>
                <a:gd name="connsiteY31" fmla="*/ 517313 h 1691232"/>
                <a:gd name="connsiteX32" fmla="*/ 474 w 1920031"/>
                <a:gd name="connsiteY32" fmla="*/ 622088 h 1691232"/>
                <a:gd name="connsiteX33" fmla="*/ 62386 w 1920031"/>
                <a:gd name="connsiteY33" fmla="*/ 698288 h 1691232"/>
                <a:gd name="connsiteX34" fmla="*/ 111977 w 1920031"/>
                <a:gd name="connsiteY34" fmla="*/ 678550 h 1691232"/>
                <a:gd name="connsiteX35" fmla="*/ 112334 w 1920031"/>
                <a:gd name="connsiteY35" fmla="*/ 748809 h 1691232"/>
                <a:gd name="connsiteX36" fmla="*/ 167161 w 1920031"/>
                <a:gd name="connsiteY36" fmla="*/ 779251 h 1691232"/>
                <a:gd name="connsiteX37" fmla="*/ 236159 w 1920031"/>
                <a:gd name="connsiteY37" fmla="*/ 789463 h 1691232"/>
                <a:gd name="connsiteX38" fmla="*/ 271462 w 1920031"/>
                <a:gd name="connsiteY38" fmla="*/ 845434 h 1691232"/>
                <a:gd name="connsiteX39" fmla="*/ 270869 w 1920031"/>
                <a:gd name="connsiteY39" fmla="*/ 890506 h 1691232"/>
                <a:gd name="connsiteX40" fmla="*/ 295393 w 1920031"/>
                <a:gd name="connsiteY40" fmla="*/ 929981 h 1691232"/>
                <a:gd name="connsiteX41" fmla="*/ 341051 w 1920031"/>
                <a:gd name="connsiteY41" fmla="*/ 968573 h 1691232"/>
                <a:gd name="connsiteX42" fmla="*/ 426184 w 1920031"/>
                <a:gd name="connsiteY42" fmla="*/ 1022825 h 1691232"/>
                <a:gd name="connsiteX43" fmla="*/ 461961 w 1920031"/>
                <a:gd name="connsiteY43" fmla="*/ 1093918 h 1691232"/>
                <a:gd name="connsiteX44" fmla="*/ 441064 w 1920031"/>
                <a:gd name="connsiteY44" fmla="*/ 1163491 h 1691232"/>
                <a:gd name="connsiteX45" fmla="*/ 519111 w 1920031"/>
                <a:gd name="connsiteY45" fmla="*/ 1219954 h 1691232"/>
                <a:gd name="connsiteX46" fmla="*/ 591143 w 1920031"/>
                <a:gd name="connsiteY46" fmla="*/ 1252948 h 1691232"/>
                <a:gd name="connsiteX47" fmla="*/ 571974 w 1920031"/>
                <a:gd name="connsiteY47" fmla="*/ 1312651 h 1691232"/>
                <a:gd name="connsiteX48" fmla="*/ 662461 w 1920031"/>
                <a:gd name="connsiteY48" fmla="*/ 1465051 h 1691232"/>
                <a:gd name="connsiteX49" fmla="*/ 755271 w 1920031"/>
                <a:gd name="connsiteY49" fmla="*/ 1538205 h 1691232"/>
                <a:gd name="connsiteX50" fmla="*/ 805336 w 1920031"/>
                <a:gd name="connsiteY50" fmla="*/ 1488863 h 1691232"/>
                <a:gd name="connsiteX51" fmla="*/ 869926 w 1920031"/>
                <a:gd name="connsiteY51" fmla="*/ 1516260 h 1691232"/>
                <a:gd name="connsiteX52" fmla="*/ 924399 w 1920031"/>
                <a:gd name="connsiteY52" fmla="*/ 1484101 h 1691232"/>
                <a:gd name="connsiteX53" fmla="*/ 941246 w 1920031"/>
                <a:gd name="connsiteY53" fmla="*/ 1441925 h 1691232"/>
                <a:gd name="connsiteX54" fmla="*/ 1005123 w 1920031"/>
                <a:gd name="connsiteY54" fmla="*/ 1528337 h 1691232"/>
                <a:gd name="connsiteX55" fmla="*/ 1050190 w 1920031"/>
                <a:gd name="connsiteY55" fmla="*/ 1599431 h 1691232"/>
                <a:gd name="connsiteX56" fmla="*/ 1120136 w 1920031"/>
                <a:gd name="connsiteY56" fmla="*/ 1690950 h 1691232"/>
                <a:gd name="connsiteX57" fmla="*/ 1151034 w 1920031"/>
                <a:gd name="connsiteY57" fmla="*/ 1627859 h 1691232"/>
                <a:gd name="connsiteX58" fmla="*/ 1181693 w 1920031"/>
                <a:gd name="connsiteY58" fmla="*/ 1621379 h 1691232"/>
                <a:gd name="connsiteX59" fmla="*/ 1224792 w 1920031"/>
                <a:gd name="connsiteY59" fmla="*/ 1650642 h 1691232"/>
                <a:gd name="connsiteX60" fmla="*/ 1258367 w 1920031"/>
                <a:gd name="connsiteY60" fmla="*/ 1609988 h 1691232"/>
                <a:gd name="connsiteX61" fmla="*/ 1277188 w 1920031"/>
                <a:gd name="connsiteY61" fmla="*/ 1614605 h 1691232"/>
                <a:gd name="connsiteX62" fmla="*/ 1311230 w 1920031"/>
                <a:gd name="connsiteY62" fmla="*/ 1681082 h 1691232"/>
                <a:gd name="connsiteX63" fmla="*/ 1367786 w 1920031"/>
                <a:gd name="connsiteY63" fmla="*/ 1657613 h 1691232"/>
                <a:gd name="connsiteX64" fmla="*/ 1419818 w 1920031"/>
                <a:gd name="connsiteY64" fmla="*/ 1601492 h 1691232"/>
                <a:gd name="connsiteX65" fmla="*/ 1470595 w 1920031"/>
                <a:gd name="connsiteY65" fmla="*/ 1584949 h 1691232"/>
                <a:gd name="connsiteX66" fmla="*/ 1488274 w 1920031"/>
                <a:gd name="connsiteY66" fmla="*/ 1640771 h 1691232"/>
                <a:gd name="connsiteX67" fmla="*/ 1558169 w 1920031"/>
                <a:gd name="connsiteY67" fmla="*/ 1615093 h 1691232"/>
                <a:gd name="connsiteX68" fmla="*/ 1588947 w 1920031"/>
                <a:gd name="connsiteY68" fmla="*/ 1528337 h 1691232"/>
                <a:gd name="connsiteX69" fmla="*/ 1670383 w 1920031"/>
                <a:gd name="connsiteY69" fmla="*/ 1438195 h 1691232"/>
                <a:gd name="connsiteX70" fmla="*/ 1714974 w 1920031"/>
                <a:gd name="connsiteY70" fmla="*/ 1407065 h 1691232"/>
                <a:gd name="connsiteX71" fmla="*/ 1743343 w 1920031"/>
                <a:gd name="connsiteY71" fmla="*/ 1410360 h 1691232"/>
                <a:gd name="connsiteX72" fmla="*/ 1833138 w 1920031"/>
                <a:gd name="connsiteY72" fmla="*/ 1402304 h 1691232"/>
                <a:gd name="connsiteX73" fmla="*/ 1816054 w 1920031"/>
                <a:gd name="connsiteY73" fmla="*/ 1453316 h 1691232"/>
                <a:gd name="connsiteX74" fmla="*/ 1874221 w 1920031"/>
                <a:gd name="connsiteY74" fmla="*/ 1476637 h 1691232"/>
                <a:gd name="connsiteX75" fmla="*/ 1919761 w 1920031"/>
                <a:gd name="connsiteY75" fmla="*/ 1441238 h 1691232"/>
                <a:gd name="connsiteX76" fmla="*/ 1853086 w 1920031"/>
                <a:gd name="connsiteY76" fmla="*/ 1398376 h 1691232"/>
                <a:gd name="connsiteX77" fmla="*/ 1853086 w 1920031"/>
                <a:gd name="connsiteY77" fmla="*/ 1303126 h 1691232"/>
                <a:gd name="connsiteX78" fmla="*/ 1853086 w 1920031"/>
                <a:gd name="connsiteY78" fmla="*/ 1245976 h 1691232"/>
                <a:gd name="connsiteX79" fmla="*/ 1810224 w 1920031"/>
                <a:gd name="connsiteY79" fmla="*/ 1236451 h 1691232"/>
                <a:gd name="connsiteX80" fmla="*/ 1734024 w 1920031"/>
                <a:gd name="connsiteY80" fmla="*/ 1155488 h 1691232"/>
                <a:gd name="connsiteX81" fmla="*/ 1695924 w 1920031"/>
                <a:gd name="connsiteY81" fmla="*/ 974513 h 1691232"/>
                <a:gd name="connsiteX82" fmla="*/ 1643536 w 1920031"/>
                <a:gd name="connsiteY82" fmla="*/ 941176 h 1691232"/>
                <a:gd name="connsiteX83" fmla="*/ 1605436 w 1920031"/>
                <a:gd name="connsiteY83" fmla="*/ 884026 h 1691232"/>
                <a:gd name="connsiteX84" fmla="*/ 1557811 w 1920031"/>
                <a:gd name="connsiteY84" fmla="*/ 836401 h 1691232"/>
                <a:gd name="connsiteX85" fmla="*/ 1505424 w 1920031"/>
                <a:gd name="connsiteY85" fmla="*/ 817351 h 1691232"/>
                <a:gd name="connsiteX86" fmla="*/ 1453036 w 1920031"/>
                <a:gd name="connsiteY86" fmla="*/ 812588 h 1691232"/>
                <a:gd name="connsiteX87" fmla="*/ 1510186 w 1920031"/>
                <a:gd name="connsiteY87" fmla="*/ 779251 h 1691232"/>
                <a:gd name="connsiteX88" fmla="*/ 1476849 w 1920031"/>
                <a:gd name="connsiteY88" fmla="*/ 745913 h 1691232"/>
                <a:gd name="connsiteX89" fmla="*/ 1481611 w 1920031"/>
                <a:gd name="connsiteY89" fmla="*/ 722101 h 1691232"/>
                <a:gd name="connsiteX90" fmla="*/ 1572099 w 1920031"/>
                <a:gd name="connsiteY90" fmla="*/ 760201 h 1691232"/>
                <a:gd name="connsiteX91" fmla="*/ 1624486 w 1920031"/>
                <a:gd name="connsiteY91" fmla="*/ 693526 h 1691232"/>
                <a:gd name="connsiteX92" fmla="*/ 1614961 w 1920031"/>
                <a:gd name="connsiteY92" fmla="*/ 550651 h 1691232"/>
                <a:gd name="connsiteX93" fmla="*/ 1610199 w 1920031"/>
                <a:gd name="connsiteY93" fmla="*/ 412538 h 1691232"/>
                <a:gd name="connsiteX0" fmla="*/ 1610199 w 1920031"/>
                <a:gd name="connsiteY0" fmla="*/ 412538 h 1691232"/>
                <a:gd name="connsiteX1" fmla="*/ 1567336 w 1920031"/>
                <a:gd name="connsiteY1" fmla="*/ 369676 h 1691232"/>
                <a:gd name="connsiteX2" fmla="*/ 1467324 w 1920031"/>
                <a:gd name="connsiteY2" fmla="*/ 345863 h 1691232"/>
                <a:gd name="connsiteX3" fmla="*/ 1419699 w 1920031"/>
                <a:gd name="connsiteY3" fmla="*/ 317288 h 1691232"/>
                <a:gd name="connsiteX4" fmla="*/ 1367311 w 1920031"/>
                <a:gd name="connsiteY4" fmla="*/ 160126 h 1691232"/>
                <a:gd name="connsiteX5" fmla="*/ 1338736 w 1920031"/>
                <a:gd name="connsiteY5" fmla="*/ 12488 h 1691232"/>
                <a:gd name="connsiteX6" fmla="*/ 1267299 w 1920031"/>
                <a:gd name="connsiteY6" fmla="*/ 12488 h 1691232"/>
                <a:gd name="connsiteX7" fmla="*/ 1214911 w 1920031"/>
                <a:gd name="connsiteY7" fmla="*/ 50588 h 1691232"/>
                <a:gd name="connsiteX8" fmla="*/ 1214911 w 1920031"/>
                <a:gd name="connsiteY8" fmla="*/ 155363 h 1691232"/>
                <a:gd name="connsiteX9" fmla="*/ 1186336 w 1920031"/>
                <a:gd name="connsiteY9" fmla="*/ 183938 h 1691232"/>
                <a:gd name="connsiteX10" fmla="*/ 1176811 w 1920031"/>
                <a:gd name="connsiteY10" fmla="*/ 255376 h 1691232"/>
                <a:gd name="connsiteX11" fmla="*/ 1114899 w 1920031"/>
                <a:gd name="connsiteY11" fmla="*/ 298238 h 1691232"/>
                <a:gd name="connsiteX12" fmla="*/ 1005361 w 1920031"/>
                <a:gd name="connsiteY12" fmla="*/ 312526 h 1691232"/>
                <a:gd name="connsiteX13" fmla="*/ 962499 w 1920031"/>
                <a:gd name="connsiteY13" fmla="*/ 355388 h 1691232"/>
                <a:gd name="connsiteX14" fmla="*/ 838674 w 1920031"/>
                <a:gd name="connsiteY14" fmla="*/ 355388 h 1691232"/>
                <a:gd name="connsiteX15" fmla="*/ 781524 w 1920031"/>
                <a:gd name="connsiteY15" fmla="*/ 426826 h 1691232"/>
                <a:gd name="connsiteX16" fmla="*/ 781524 w 1920031"/>
                <a:gd name="connsiteY16" fmla="*/ 460163 h 1691232"/>
                <a:gd name="connsiteX17" fmla="*/ 743424 w 1920031"/>
                <a:gd name="connsiteY17" fmla="*/ 483976 h 1691232"/>
                <a:gd name="connsiteX18" fmla="*/ 671986 w 1920031"/>
                <a:gd name="connsiteY18" fmla="*/ 417301 h 1691232"/>
                <a:gd name="connsiteX19" fmla="*/ 519586 w 1920031"/>
                <a:gd name="connsiteY19" fmla="*/ 412538 h 1691232"/>
                <a:gd name="connsiteX20" fmla="*/ 457674 w 1920031"/>
                <a:gd name="connsiteY20" fmla="*/ 431588 h 1691232"/>
                <a:gd name="connsiteX21" fmla="*/ 419574 w 1920031"/>
                <a:gd name="connsiteY21" fmla="*/ 417301 h 1691232"/>
                <a:gd name="connsiteX22" fmla="*/ 400524 w 1920031"/>
                <a:gd name="connsiteY22" fmla="*/ 355388 h 1691232"/>
                <a:gd name="connsiteX23" fmla="*/ 333849 w 1920031"/>
                <a:gd name="connsiteY23" fmla="*/ 303001 h 1691232"/>
                <a:gd name="connsiteX24" fmla="*/ 286224 w 1920031"/>
                <a:gd name="connsiteY24" fmla="*/ 236326 h 1691232"/>
                <a:gd name="connsiteX25" fmla="*/ 143349 w 1920031"/>
                <a:gd name="connsiteY25" fmla="*/ 255376 h 1691232"/>
                <a:gd name="connsiteX26" fmla="*/ 124299 w 1920031"/>
                <a:gd name="connsiteY26" fmla="*/ 331576 h 1691232"/>
                <a:gd name="connsiteX27" fmla="*/ 110011 w 1920031"/>
                <a:gd name="connsiteY27" fmla="*/ 364913 h 1691232"/>
                <a:gd name="connsiteX28" fmla="*/ 133824 w 1920031"/>
                <a:gd name="connsiteY28" fmla="*/ 412538 h 1691232"/>
                <a:gd name="connsiteX29" fmla="*/ 81436 w 1920031"/>
                <a:gd name="connsiteY29" fmla="*/ 450638 h 1691232"/>
                <a:gd name="connsiteX30" fmla="*/ 33811 w 1920031"/>
                <a:gd name="connsiteY30" fmla="*/ 445876 h 1691232"/>
                <a:gd name="connsiteX31" fmla="*/ 33811 w 1920031"/>
                <a:gd name="connsiteY31" fmla="*/ 517313 h 1691232"/>
                <a:gd name="connsiteX32" fmla="*/ 474 w 1920031"/>
                <a:gd name="connsiteY32" fmla="*/ 622088 h 1691232"/>
                <a:gd name="connsiteX33" fmla="*/ 62386 w 1920031"/>
                <a:gd name="connsiteY33" fmla="*/ 698288 h 1691232"/>
                <a:gd name="connsiteX34" fmla="*/ 111977 w 1920031"/>
                <a:gd name="connsiteY34" fmla="*/ 678550 h 1691232"/>
                <a:gd name="connsiteX35" fmla="*/ 112334 w 1920031"/>
                <a:gd name="connsiteY35" fmla="*/ 748809 h 1691232"/>
                <a:gd name="connsiteX36" fmla="*/ 167161 w 1920031"/>
                <a:gd name="connsiteY36" fmla="*/ 779251 h 1691232"/>
                <a:gd name="connsiteX37" fmla="*/ 236159 w 1920031"/>
                <a:gd name="connsiteY37" fmla="*/ 789463 h 1691232"/>
                <a:gd name="connsiteX38" fmla="*/ 271462 w 1920031"/>
                <a:gd name="connsiteY38" fmla="*/ 845434 h 1691232"/>
                <a:gd name="connsiteX39" fmla="*/ 270869 w 1920031"/>
                <a:gd name="connsiteY39" fmla="*/ 890506 h 1691232"/>
                <a:gd name="connsiteX40" fmla="*/ 295393 w 1920031"/>
                <a:gd name="connsiteY40" fmla="*/ 929981 h 1691232"/>
                <a:gd name="connsiteX41" fmla="*/ 341051 w 1920031"/>
                <a:gd name="connsiteY41" fmla="*/ 968573 h 1691232"/>
                <a:gd name="connsiteX42" fmla="*/ 426184 w 1920031"/>
                <a:gd name="connsiteY42" fmla="*/ 1022825 h 1691232"/>
                <a:gd name="connsiteX43" fmla="*/ 461961 w 1920031"/>
                <a:gd name="connsiteY43" fmla="*/ 1093918 h 1691232"/>
                <a:gd name="connsiteX44" fmla="*/ 441064 w 1920031"/>
                <a:gd name="connsiteY44" fmla="*/ 1163491 h 1691232"/>
                <a:gd name="connsiteX45" fmla="*/ 519111 w 1920031"/>
                <a:gd name="connsiteY45" fmla="*/ 1219954 h 1691232"/>
                <a:gd name="connsiteX46" fmla="*/ 591143 w 1920031"/>
                <a:gd name="connsiteY46" fmla="*/ 1252948 h 1691232"/>
                <a:gd name="connsiteX47" fmla="*/ 571974 w 1920031"/>
                <a:gd name="connsiteY47" fmla="*/ 1312651 h 1691232"/>
                <a:gd name="connsiteX48" fmla="*/ 662461 w 1920031"/>
                <a:gd name="connsiteY48" fmla="*/ 1465051 h 1691232"/>
                <a:gd name="connsiteX49" fmla="*/ 755271 w 1920031"/>
                <a:gd name="connsiteY49" fmla="*/ 1538205 h 1691232"/>
                <a:gd name="connsiteX50" fmla="*/ 805336 w 1920031"/>
                <a:gd name="connsiteY50" fmla="*/ 1488863 h 1691232"/>
                <a:gd name="connsiteX51" fmla="*/ 869926 w 1920031"/>
                <a:gd name="connsiteY51" fmla="*/ 1516260 h 1691232"/>
                <a:gd name="connsiteX52" fmla="*/ 924399 w 1920031"/>
                <a:gd name="connsiteY52" fmla="*/ 1484101 h 1691232"/>
                <a:gd name="connsiteX53" fmla="*/ 941246 w 1920031"/>
                <a:gd name="connsiteY53" fmla="*/ 1441925 h 1691232"/>
                <a:gd name="connsiteX54" fmla="*/ 1005123 w 1920031"/>
                <a:gd name="connsiteY54" fmla="*/ 1528337 h 1691232"/>
                <a:gd name="connsiteX55" fmla="*/ 1050190 w 1920031"/>
                <a:gd name="connsiteY55" fmla="*/ 1599431 h 1691232"/>
                <a:gd name="connsiteX56" fmla="*/ 1120136 w 1920031"/>
                <a:gd name="connsiteY56" fmla="*/ 1690950 h 1691232"/>
                <a:gd name="connsiteX57" fmla="*/ 1151034 w 1920031"/>
                <a:gd name="connsiteY57" fmla="*/ 1627859 h 1691232"/>
                <a:gd name="connsiteX58" fmla="*/ 1181693 w 1920031"/>
                <a:gd name="connsiteY58" fmla="*/ 1621379 h 1691232"/>
                <a:gd name="connsiteX59" fmla="*/ 1224792 w 1920031"/>
                <a:gd name="connsiteY59" fmla="*/ 1650642 h 1691232"/>
                <a:gd name="connsiteX60" fmla="*/ 1258367 w 1920031"/>
                <a:gd name="connsiteY60" fmla="*/ 1609988 h 1691232"/>
                <a:gd name="connsiteX61" fmla="*/ 1277188 w 1920031"/>
                <a:gd name="connsiteY61" fmla="*/ 1614605 h 1691232"/>
                <a:gd name="connsiteX62" fmla="*/ 1311230 w 1920031"/>
                <a:gd name="connsiteY62" fmla="*/ 1681082 h 1691232"/>
                <a:gd name="connsiteX63" fmla="*/ 1367786 w 1920031"/>
                <a:gd name="connsiteY63" fmla="*/ 1657613 h 1691232"/>
                <a:gd name="connsiteX64" fmla="*/ 1419818 w 1920031"/>
                <a:gd name="connsiteY64" fmla="*/ 1601492 h 1691232"/>
                <a:gd name="connsiteX65" fmla="*/ 1470595 w 1920031"/>
                <a:gd name="connsiteY65" fmla="*/ 1584949 h 1691232"/>
                <a:gd name="connsiteX66" fmla="*/ 1488274 w 1920031"/>
                <a:gd name="connsiteY66" fmla="*/ 1640771 h 1691232"/>
                <a:gd name="connsiteX67" fmla="*/ 1558169 w 1920031"/>
                <a:gd name="connsiteY67" fmla="*/ 1615093 h 1691232"/>
                <a:gd name="connsiteX68" fmla="*/ 1588947 w 1920031"/>
                <a:gd name="connsiteY68" fmla="*/ 1528337 h 1691232"/>
                <a:gd name="connsiteX69" fmla="*/ 1670383 w 1920031"/>
                <a:gd name="connsiteY69" fmla="*/ 1438195 h 1691232"/>
                <a:gd name="connsiteX70" fmla="*/ 1714974 w 1920031"/>
                <a:gd name="connsiteY70" fmla="*/ 1407065 h 1691232"/>
                <a:gd name="connsiteX71" fmla="*/ 1743343 w 1920031"/>
                <a:gd name="connsiteY71" fmla="*/ 1410360 h 1691232"/>
                <a:gd name="connsiteX72" fmla="*/ 1820935 w 1920031"/>
                <a:gd name="connsiteY72" fmla="*/ 1399752 h 1691232"/>
                <a:gd name="connsiteX73" fmla="*/ 1816054 w 1920031"/>
                <a:gd name="connsiteY73" fmla="*/ 1453316 h 1691232"/>
                <a:gd name="connsiteX74" fmla="*/ 1874221 w 1920031"/>
                <a:gd name="connsiteY74" fmla="*/ 1476637 h 1691232"/>
                <a:gd name="connsiteX75" fmla="*/ 1919761 w 1920031"/>
                <a:gd name="connsiteY75" fmla="*/ 1441238 h 1691232"/>
                <a:gd name="connsiteX76" fmla="*/ 1853086 w 1920031"/>
                <a:gd name="connsiteY76" fmla="*/ 1398376 h 1691232"/>
                <a:gd name="connsiteX77" fmla="*/ 1853086 w 1920031"/>
                <a:gd name="connsiteY77" fmla="*/ 1303126 h 1691232"/>
                <a:gd name="connsiteX78" fmla="*/ 1853086 w 1920031"/>
                <a:gd name="connsiteY78" fmla="*/ 1245976 h 1691232"/>
                <a:gd name="connsiteX79" fmla="*/ 1810224 w 1920031"/>
                <a:gd name="connsiteY79" fmla="*/ 1236451 h 1691232"/>
                <a:gd name="connsiteX80" fmla="*/ 1734024 w 1920031"/>
                <a:gd name="connsiteY80" fmla="*/ 1155488 h 1691232"/>
                <a:gd name="connsiteX81" fmla="*/ 1695924 w 1920031"/>
                <a:gd name="connsiteY81" fmla="*/ 974513 h 1691232"/>
                <a:gd name="connsiteX82" fmla="*/ 1643536 w 1920031"/>
                <a:gd name="connsiteY82" fmla="*/ 941176 h 1691232"/>
                <a:gd name="connsiteX83" fmla="*/ 1605436 w 1920031"/>
                <a:gd name="connsiteY83" fmla="*/ 884026 h 1691232"/>
                <a:gd name="connsiteX84" fmla="*/ 1557811 w 1920031"/>
                <a:gd name="connsiteY84" fmla="*/ 836401 h 1691232"/>
                <a:gd name="connsiteX85" fmla="*/ 1505424 w 1920031"/>
                <a:gd name="connsiteY85" fmla="*/ 817351 h 1691232"/>
                <a:gd name="connsiteX86" fmla="*/ 1453036 w 1920031"/>
                <a:gd name="connsiteY86" fmla="*/ 812588 h 1691232"/>
                <a:gd name="connsiteX87" fmla="*/ 1510186 w 1920031"/>
                <a:gd name="connsiteY87" fmla="*/ 779251 h 1691232"/>
                <a:gd name="connsiteX88" fmla="*/ 1476849 w 1920031"/>
                <a:gd name="connsiteY88" fmla="*/ 745913 h 1691232"/>
                <a:gd name="connsiteX89" fmla="*/ 1481611 w 1920031"/>
                <a:gd name="connsiteY89" fmla="*/ 722101 h 1691232"/>
                <a:gd name="connsiteX90" fmla="*/ 1572099 w 1920031"/>
                <a:gd name="connsiteY90" fmla="*/ 760201 h 1691232"/>
                <a:gd name="connsiteX91" fmla="*/ 1624486 w 1920031"/>
                <a:gd name="connsiteY91" fmla="*/ 693526 h 1691232"/>
                <a:gd name="connsiteX92" fmla="*/ 1614961 w 1920031"/>
                <a:gd name="connsiteY92" fmla="*/ 550651 h 1691232"/>
                <a:gd name="connsiteX93" fmla="*/ 1610199 w 1920031"/>
                <a:gd name="connsiteY93" fmla="*/ 412538 h 1691232"/>
                <a:gd name="connsiteX0" fmla="*/ 1610199 w 1880151"/>
                <a:gd name="connsiteY0" fmla="*/ 412538 h 1691232"/>
                <a:gd name="connsiteX1" fmla="*/ 1567336 w 1880151"/>
                <a:gd name="connsiteY1" fmla="*/ 369676 h 1691232"/>
                <a:gd name="connsiteX2" fmla="*/ 1467324 w 1880151"/>
                <a:gd name="connsiteY2" fmla="*/ 345863 h 1691232"/>
                <a:gd name="connsiteX3" fmla="*/ 1419699 w 1880151"/>
                <a:gd name="connsiteY3" fmla="*/ 317288 h 1691232"/>
                <a:gd name="connsiteX4" fmla="*/ 1367311 w 1880151"/>
                <a:gd name="connsiteY4" fmla="*/ 160126 h 1691232"/>
                <a:gd name="connsiteX5" fmla="*/ 1338736 w 1880151"/>
                <a:gd name="connsiteY5" fmla="*/ 12488 h 1691232"/>
                <a:gd name="connsiteX6" fmla="*/ 1267299 w 1880151"/>
                <a:gd name="connsiteY6" fmla="*/ 12488 h 1691232"/>
                <a:gd name="connsiteX7" fmla="*/ 1214911 w 1880151"/>
                <a:gd name="connsiteY7" fmla="*/ 50588 h 1691232"/>
                <a:gd name="connsiteX8" fmla="*/ 1214911 w 1880151"/>
                <a:gd name="connsiteY8" fmla="*/ 155363 h 1691232"/>
                <a:gd name="connsiteX9" fmla="*/ 1186336 w 1880151"/>
                <a:gd name="connsiteY9" fmla="*/ 183938 h 1691232"/>
                <a:gd name="connsiteX10" fmla="*/ 1176811 w 1880151"/>
                <a:gd name="connsiteY10" fmla="*/ 255376 h 1691232"/>
                <a:gd name="connsiteX11" fmla="*/ 1114899 w 1880151"/>
                <a:gd name="connsiteY11" fmla="*/ 298238 h 1691232"/>
                <a:gd name="connsiteX12" fmla="*/ 1005361 w 1880151"/>
                <a:gd name="connsiteY12" fmla="*/ 312526 h 1691232"/>
                <a:gd name="connsiteX13" fmla="*/ 962499 w 1880151"/>
                <a:gd name="connsiteY13" fmla="*/ 355388 h 1691232"/>
                <a:gd name="connsiteX14" fmla="*/ 838674 w 1880151"/>
                <a:gd name="connsiteY14" fmla="*/ 355388 h 1691232"/>
                <a:gd name="connsiteX15" fmla="*/ 781524 w 1880151"/>
                <a:gd name="connsiteY15" fmla="*/ 426826 h 1691232"/>
                <a:gd name="connsiteX16" fmla="*/ 781524 w 1880151"/>
                <a:gd name="connsiteY16" fmla="*/ 460163 h 1691232"/>
                <a:gd name="connsiteX17" fmla="*/ 743424 w 1880151"/>
                <a:gd name="connsiteY17" fmla="*/ 483976 h 1691232"/>
                <a:gd name="connsiteX18" fmla="*/ 671986 w 1880151"/>
                <a:gd name="connsiteY18" fmla="*/ 417301 h 1691232"/>
                <a:gd name="connsiteX19" fmla="*/ 519586 w 1880151"/>
                <a:gd name="connsiteY19" fmla="*/ 412538 h 1691232"/>
                <a:gd name="connsiteX20" fmla="*/ 457674 w 1880151"/>
                <a:gd name="connsiteY20" fmla="*/ 431588 h 1691232"/>
                <a:gd name="connsiteX21" fmla="*/ 419574 w 1880151"/>
                <a:gd name="connsiteY21" fmla="*/ 417301 h 1691232"/>
                <a:gd name="connsiteX22" fmla="*/ 400524 w 1880151"/>
                <a:gd name="connsiteY22" fmla="*/ 355388 h 1691232"/>
                <a:gd name="connsiteX23" fmla="*/ 333849 w 1880151"/>
                <a:gd name="connsiteY23" fmla="*/ 303001 h 1691232"/>
                <a:gd name="connsiteX24" fmla="*/ 286224 w 1880151"/>
                <a:gd name="connsiteY24" fmla="*/ 236326 h 1691232"/>
                <a:gd name="connsiteX25" fmla="*/ 143349 w 1880151"/>
                <a:gd name="connsiteY25" fmla="*/ 255376 h 1691232"/>
                <a:gd name="connsiteX26" fmla="*/ 124299 w 1880151"/>
                <a:gd name="connsiteY26" fmla="*/ 331576 h 1691232"/>
                <a:gd name="connsiteX27" fmla="*/ 110011 w 1880151"/>
                <a:gd name="connsiteY27" fmla="*/ 364913 h 1691232"/>
                <a:gd name="connsiteX28" fmla="*/ 133824 w 1880151"/>
                <a:gd name="connsiteY28" fmla="*/ 412538 h 1691232"/>
                <a:gd name="connsiteX29" fmla="*/ 81436 w 1880151"/>
                <a:gd name="connsiteY29" fmla="*/ 450638 h 1691232"/>
                <a:gd name="connsiteX30" fmla="*/ 33811 w 1880151"/>
                <a:gd name="connsiteY30" fmla="*/ 445876 h 1691232"/>
                <a:gd name="connsiteX31" fmla="*/ 33811 w 1880151"/>
                <a:gd name="connsiteY31" fmla="*/ 517313 h 1691232"/>
                <a:gd name="connsiteX32" fmla="*/ 474 w 1880151"/>
                <a:gd name="connsiteY32" fmla="*/ 622088 h 1691232"/>
                <a:gd name="connsiteX33" fmla="*/ 62386 w 1880151"/>
                <a:gd name="connsiteY33" fmla="*/ 698288 h 1691232"/>
                <a:gd name="connsiteX34" fmla="*/ 111977 w 1880151"/>
                <a:gd name="connsiteY34" fmla="*/ 678550 h 1691232"/>
                <a:gd name="connsiteX35" fmla="*/ 112334 w 1880151"/>
                <a:gd name="connsiteY35" fmla="*/ 748809 h 1691232"/>
                <a:gd name="connsiteX36" fmla="*/ 167161 w 1880151"/>
                <a:gd name="connsiteY36" fmla="*/ 779251 h 1691232"/>
                <a:gd name="connsiteX37" fmla="*/ 236159 w 1880151"/>
                <a:gd name="connsiteY37" fmla="*/ 789463 h 1691232"/>
                <a:gd name="connsiteX38" fmla="*/ 271462 w 1880151"/>
                <a:gd name="connsiteY38" fmla="*/ 845434 h 1691232"/>
                <a:gd name="connsiteX39" fmla="*/ 270869 w 1880151"/>
                <a:gd name="connsiteY39" fmla="*/ 890506 h 1691232"/>
                <a:gd name="connsiteX40" fmla="*/ 295393 w 1880151"/>
                <a:gd name="connsiteY40" fmla="*/ 929981 h 1691232"/>
                <a:gd name="connsiteX41" fmla="*/ 341051 w 1880151"/>
                <a:gd name="connsiteY41" fmla="*/ 968573 h 1691232"/>
                <a:gd name="connsiteX42" fmla="*/ 426184 w 1880151"/>
                <a:gd name="connsiteY42" fmla="*/ 1022825 h 1691232"/>
                <a:gd name="connsiteX43" fmla="*/ 461961 w 1880151"/>
                <a:gd name="connsiteY43" fmla="*/ 1093918 h 1691232"/>
                <a:gd name="connsiteX44" fmla="*/ 441064 w 1880151"/>
                <a:gd name="connsiteY44" fmla="*/ 1163491 h 1691232"/>
                <a:gd name="connsiteX45" fmla="*/ 519111 w 1880151"/>
                <a:gd name="connsiteY45" fmla="*/ 1219954 h 1691232"/>
                <a:gd name="connsiteX46" fmla="*/ 591143 w 1880151"/>
                <a:gd name="connsiteY46" fmla="*/ 1252948 h 1691232"/>
                <a:gd name="connsiteX47" fmla="*/ 571974 w 1880151"/>
                <a:gd name="connsiteY47" fmla="*/ 1312651 h 1691232"/>
                <a:gd name="connsiteX48" fmla="*/ 662461 w 1880151"/>
                <a:gd name="connsiteY48" fmla="*/ 1465051 h 1691232"/>
                <a:gd name="connsiteX49" fmla="*/ 755271 w 1880151"/>
                <a:gd name="connsiteY49" fmla="*/ 1538205 h 1691232"/>
                <a:gd name="connsiteX50" fmla="*/ 805336 w 1880151"/>
                <a:gd name="connsiteY50" fmla="*/ 1488863 h 1691232"/>
                <a:gd name="connsiteX51" fmla="*/ 869926 w 1880151"/>
                <a:gd name="connsiteY51" fmla="*/ 1516260 h 1691232"/>
                <a:gd name="connsiteX52" fmla="*/ 924399 w 1880151"/>
                <a:gd name="connsiteY52" fmla="*/ 1484101 h 1691232"/>
                <a:gd name="connsiteX53" fmla="*/ 941246 w 1880151"/>
                <a:gd name="connsiteY53" fmla="*/ 1441925 h 1691232"/>
                <a:gd name="connsiteX54" fmla="*/ 1005123 w 1880151"/>
                <a:gd name="connsiteY54" fmla="*/ 1528337 h 1691232"/>
                <a:gd name="connsiteX55" fmla="*/ 1050190 w 1880151"/>
                <a:gd name="connsiteY55" fmla="*/ 1599431 h 1691232"/>
                <a:gd name="connsiteX56" fmla="*/ 1120136 w 1880151"/>
                <a:gd name="connsiteY56" fmla="*/ 1690950 h 1691232"/>
                <a:gd name="connsiteX57" fmla="*/ 1151034 w 1880151"/>
                <a:gd name="connsiteY57" fmla="*/ 1627859 h 1691232"/>
                <a:gd name="connsiteX58" fmla="*/ 1181693 w 1880151"/>
                <a:gd name="connsiteY58" fmla="*/ 1621379 h 1691232"/>
                <a:gd name="connsiteX59" fmla="*/ 1224792 w 1880151"/>
                <a:gd name="connsiteY59" fmla="*/ 1650642 h 1691232"/>
                <a:gd name="connsiteX60" fmla="*/ 1258367 w 1880151"/>
                <a:gd name="connsiteY60" fmla="*/ 1609988 h 1691232"/>
                <a:gd name="connsiteX61" fmla="*/ 1277188 w 1880151"/>
                <a:gd name="connsiteY61" fmla="*/ 1614605 h 1691232"/>
                <a:gd name="connsiteX62" fmla="*/ 1311230 w 1880151"/>
                <a:gd name="connsiteY62" fmla="*/ 1681082 h 1691232"/>
                <a:gd name="connsiteX63" fmla="*/ 1367786 w 1880151"/>
                <a:gd name="connsiteY63" fmla="*/ 1657613 h 1691232"/>
                <a:gd name="connsiteX64" fmla="*/ 1419818 w 1880151"/>
                <a:gd name="connsiteY64" fmla="*/ 1601492 h 1691232"/>
                <a:gd name="connsiteX65" fmla="*/ 1470595 w 1880151"/>
                <a:gd name="connsiteY65" fmla="*/ 1584949 h 1691232"/>
                <a:gd name="connsiteX66" fmla="*/ 1488274 w 1880151"/>
                <a:gd name="connsiteY66" fmla="*/ 1640771 h 1691232"/>
                <a:gd name="connsiteX67" fmla="*/ 1558169 w 1880151"/>
                <a:gd name="connsiteY67" fmla="*/ 1615093 h 1691232"/>
                <a:gd name="connsiteX68" fmla="*/ 1588947 w 1880151"/>
                <a:gd name="connsiteY68" fmla="*/ 1528337 h 1691232"/>
                <a:gd name="connsiteX69" fmla="*/ 1670383 w 1880151"/>
                <a:gd name="connsiteY69" fmla="*/ 1438195 h 1691232"/>
                <a:gd name="connsiteX70" fmla="*/ 1714974 w 1880151"/>
                <a:gd name="connsiteY70" fmla="*/ 1407065 h 1691232"/>
                <a:gd name="connsiteX71" fmla="*/ 1743343 w 1880151"/>
                <a:gd name="connsiteY71" fmla="*/ 1410360 h 1691232"/>
                <a:gd name="connsiteX72" fmla="*/ 1820935 w 1880151"/>
                <a:gd name="connsiteY72" fmla="*/ 1399752 h 1691232"/>
                <a:gd name="connsiteX73" fmla="*/ 1816054 w 1880151"/>
                <a:gd name="connsiteY73" fmla="*/ 1453316 h 1691232"/>
                <a:gd name="connsiteX74" fmla="*/ 1874221 w 1880151"/>
                <a:gd name="connsiteY74" fmla="*/ 1476637 h 1691232"/>
                <a:gd name="connsiteX75" fmla="*/ 1875830 w 1880151"/>
                <a:gd name="connsiteY75" fmla="*/ 1451451 h 1691232"/>
                <a:gd name="connsiteX76" fmla="*/ 1853086 w 1880151"/>
                <a:gd name="connsiteY76" fmla="*/ 1398376 h 1691232"/>
                <a:gd name="connsiteX77" fmla="*/ 1853086 w 1880151"/>
                <a:gd name="connsiteY77" fmla="*/ 1303126 h 1691232"/>
                <a:gd name="connsiteX78" fmla="*/ 1853086 w 1880151"/>
                <a:gd name="connsiteY78" fmla="*/ 1245976 h 1691232"/>
                <a:gd name="connsiteX79" fmla="*/ 1810224 w 1880151"/>
                <a:gd name="connsiteY79" fmla="*/ 1236451 h 1691232"/>
                <a:gd name="connsiteX80" fmla="*/ 1734024 w 1880151"/>
                <a:gd name="connsiteY80" fmla="*/ 1155488 h 1691232"/>
                <a:gd name="connsiteX81" fmla="*/ 1695924 w 1880151"/>
                <a:gd name="connsiteY81" fmla="*/ 974513 h 1691232"/>
                <a:gd name="connsiteX82" fmla="*/ 1643536 w 1880151"/>
                <a:gd name="connsiteY82" fmla="*/ 941176 h 1691232"/>
                <a:gd name="connsiteX83" fmla="*/ 1605436 w 1880151"/>
                <a:gd name="connsiteY83" fmla="*/ 884026 h 1691232"/>
                <a:gd name="connsiteX84" fmla="*/ 1557811 w 1880151"/>
                <a:gd name="connsiteY84" fmla="*/ 836401 h 1691232"/>
                <a:gd name="connsiteX85" fmla="*/ 1505424 w 1880151"/>
                <a:gd name="connsiteY85" fmla="*/ 817351 h 1691232"/>
                <a:gd name="connsiteX86" fmla="*/ 1453036 w 1880151"/>
                <a:gd name="connsiteY86" fmla="*/ 812588 h 1691232"/>
                <a:gd name="connsiteX87" fmla="*/ 1510186 w 1880151"/>
                <a:gd name="connsiteY87" fmla="*/ 779251 h 1691232"/>
                <a:gd name="connsiteX88" fmla="*/ 1476849 w 1880151"/>
                <a:gd name="connsiteY88" fmla="*/ 745913 h 1691232"/>
                <a:gd name="connsiteX89" fmla="*/ 1481611 w 1880151"/>
                <a:gd name="connsiteY89" fmla="*/ 722101 h 1691232"/>
                <a:gd name="connsiteX90" fmla="*/ 1572099 w 1880151"/>
                <a:gd name="connsiteY90" fmla="*/ 760201 h 1691232"/>
                <a:gd name="connsiteX91" fmla="*/ 1624486 w 1880151"/>
                <a:gd name="connsiteY91" fmla="*/ 693526 h 1691232"/>
                <a:gd name="connsiteX92" fmla="*/ 1614961 w 1880151"/>
                <a:gd name="connsiteY92" fmla="*/ 550651 h 1691232"/>
                <a:gd name="connsiteX93" fmla="*/ 1610199 w 1880151"/>
                <a:gd name="connsiteY93" fmla="*/ 412538 h 1691232"/>
                <a:gd name="connsiteX0" fmla="*/ 1610199 w 1874950"/>
                <a:gd name="connsiteY0" fmla="*/ 412538 h 1691232"/>
                <a:gd name="connsiteX1" fmla="*/ 1567336 w 1874950"/>
                <a:gd name="connsiteY1" fmla="*/ 369676 h 1691232"/>
                <a:gd name="connsiteX2" fmla="*/ 1467324 w 1874950"/>
                <a:gd name="connsiteY2" fmla="*/ 345863 h 1691232"/>
                <a:gd name="connsiteX3" fmla="*/ 1419699 w 1874950"/>
                <a:gd name="connsiteY3" fmla="*/ 317288 h 1691232"/>
                <a:gd name="connsiteX4" fmla="*/ 1367311 w 1874950"/>
                <a:gd name="connsiteY4" fmla="*/ 160126 h 1691232"/>
                <a:gd name="connsiteX5" fmla="*/ 1338736 w 1874950"/>
                <a:gd name="connsiteY5" fmla="*/ 12488 h 1691232"/>
                <a:gd name="connsiteX6" fmla="*/ 1267299 w 1874950"/>
                <a:gd name="connsiteY6" fmla="*/ 12488 h 1691232"/>
                <a:gd name="connsiteX7" fmla="*/ 1214911 w 1874950"/>
                <a:gd name="connsiteY7" fmla="*/ 50588 h 1691232"/>
                <a:gd name="connsiteX8" fmla="*/ 1214911 w 1874950"/>
                <a:gd name="connsiteY8" fmla="*/ 155363 h 1691232"/>
                <a:gd name="connsiteX9" fmla="*/ 1186336 w 1874950"/>
                <a:gd name="connsiteY9" fmla="*/ 183938 h 1691232"/>
                <a:gd name="connsiteX10" fmla="*/ 1176811 w 1874950"/>
                <a:gd name="connsiteY10" fmla="*/ 255376 h 1691232"/>
                <a:gd name="connsiteX11" fmla="*/ 1114899 w 1874950"/>
                <a:gd name="connsiteY11" fmla="*/ 298238 h 1691232"/>
                <a:gd name="connsiteX12" fmla="*/ 1005361 w 1874950"/>
                <a:gd name="connsiteY12" fmla="*/ 312526 h 1691232"/>
                <a:gd name="connsiteX13" fmla="*/ 962499 w 1874950"/>
                <a:gd name="connsiteY13" fmla="*/ 355388 h 1691232"/>
                <a:gd name="connsiteX14" fmla="*/ 838674 w 1874950"/>
                <a:gd name="connsiteY14" fmla="*/ 355388 h 1691232"/>
                <a:gd name="connsiteX15" fmla="*/ 781524 w 1874950"/>
                <a:gd name="connsiteY15" fmla="*/ 426826 h 1691232"/>
                <a:gd name="connsiteX16" fmla="*/ 781524 w 1874950"/>
                <a:gd name="connsiteY16" fmla="*/ 460163 h 1691232"/>
                <a:gd name="connsiteX17" fmla="*/ 743424 w 1874950"/>
                <a:gd name="connsiteY17" fmla="*/ 483976 h 1691232"/>
                <a:gd name="connsiteX18" fmla="*/ 671986 w 1874950"/>
                <a:gd name="connsiteY18" fmla="*/ 417301 h 1691232"/>
                <a:gd name="connsiteX19" fmla="*/ 519586 w 1874950"/>
                <a:gd name="connsiteY19" fmla="*/ 412538 h 1691232"/>
                <a:gd name="connsiteX20" fmla="*/ 457674 w 1874950"/>
                <a:gd name="connsiteY20" fmla="*/ 431588 h 1691232"/>
                <a:gd name="connsiteX21" fmla="*/ 419574 w 1874950"/>
                <a:gd name="connsiteY21" fmla="*/ 417301 h 1691232"/>
                <a:gd name="connsiteX22" fmla="*/ 400524 w 1874950"/>
                <a:gd name="connsiteY22" fmla="*/ 355388 h 1691232"/>
                <a:gd name="connsiteX23" fmla="*/ 333849 w 1874950"/>
                <a:gd name="connsiteY23" fmla="*/ 303001 h 1691232"/>
                <a:gd name="connsiteX24" fmla="*/ 286224 w 1874950"/>
                <a:gd name="connsiteY24" fmla="*/ 236326 h 1691232"/>
                <a:gd name="connsiteX25" fmla="*/ 143349 w 1874950"/>
                <a:gd name="connsiteY25" fmla="*/ 255376 h 1691232"/>
                <a:gd name="connsiteX26" fmla="*/ 124299 w 1874950"/>
                <a:gd name="connsiteY26" fmla="*/ 331576 h 1691232"/>
                <a:gd name="connsiteX27" fmla="*/ 110011 w 1874950"/>
                <a:gd name="connsiteY27" fmla="*/ 364913 h 1691232"/>
                <a:gd name="connsiteX28" fmla="*/ 133824 w 1874950"/>
                <a:gd name="connsiteY28" fmla="*/ 412538 h 1691232"/>
                <a:gd name="connsiteX29" fmla="*/ 81436 w 1874950"/>
                <a:gd name="connsiteY29" fmla="*/ 450638 h 1691232"/>
                <a:gd name="connsiteX30" fmla="*/ 33811 w 1874950"/>
                <a:gd name="connsiteY30" fmla="*/ 445876 h 1691232"/>
                <a:gd name="connsiteX31" fmla="*/ 33811 w 1874950"/>
                <a:gd name="connsiteY31" fmla="*/ 517313 h 1691232"/>
                <a:gd name="connsiteX32" fmla="*/ 474 w 1874950"/>
                <a:gd name="connsiteY32" fmla="*/ 622088 h 1691232"/>
                <a:gd name="connsiteX33" fmla="*/ 62386 w 1874950"/>
                <a:gd name="connsiteY33" fmla="*/ 698288 h 1691232"/>
                <a:gd name="connsiteX34" fmla="*/ 111977 w 1874950"/>
                <a:gd name="connsiteY34" fmla="*/ 678550 h 1691232"/>
                <a:gd name="connsiteX35" fmla="*/ 112334 w 1874950"/>
                <a:gd name="connsiteY35" fmla="*/ 748809 h 1691232"/>
                <a:gd name="connsiteX36" fmla="*/ 167161 w 1874950"/>
                <a:gd name="connsiteY36" fmla="*/ 779251 h 1691232"/>
                <a:gd name="connsiteX37" fmla="*/ 236159 w 1874950"/>
                <a:gd name="connsiteY37" fmla="*/ 789463 h 1691232"/>
                <a:gd name="connsiteX38" fmla="*/ 271462 w 1874950"/>
                <a:gd name="connsiteY38" fmla="*/ 845434 h 1691232"/>
                <a:gd name="connsiteX39" fmla="*/ 270869 w 1874950"/>
                <a:gd name="connsiteY39" fmla="*/ 890506 h 1691232"/>
                <a:gd name="connsiteX40" fmla="*/ 295393 w 1874950"/>
                <a:gd name="connsiteY40" fmla="*/ 929981 h 1691232"/>
                <a:gd name="connsiteX41" fmla="*/ 341051 w 1874950"/>
                <a:gd name="connsiteY41" fmla="*/ 968573 h 1691232"/>
                <a:gd name="connsiteX42" fmla="*/ 426184 w 1874950"/>
                <a:gd name="connsiteY42" fmla="*/ 1022825 h 1691232"/>
                <a:gd name="connsiteX43" fmla="*/ 461961 w 1874950"/>
                <a:gd name="connsiteY43" fmla="*/ 1093918 h 1691232"/>
                <a:gd name="connsiteX44" fmla="*/ 441064 w 1874950"/>
                <a:gd name="connsiteY44" fmla="*/ 1163491 h 1691232"/>
                <a:gd name="connsiteX45" fmla="*/ 519111 w 1874950"/>
                <a:gd name="connsiteY45" fmla="*/ 1219954 h 1691232"/>
                <a:gd name="connsiteX46" fmla="*/ 591143 w 1874950"/>
                <a:gd name="connsiteY46" fmla="*/ 1252948 h 1691232"/>
                <a:gd name="connsiteX47" fmla="*/ 571974 w 1874950"/>
                <a:gd name="connsiteY47" fmla="*/ 1312651 h 1691232"/>
                <a:gd name="connsiteX48" fmla="*/ 662461 w 1874950"/>
                <a:gd name="connsiteY48" fmla="*/ 1465051 h 1691232"/>
                <a:gd name="connsiteX49" fmla="*/ 755271 w 1874950"/>
                <a:gd name="connsiteY49" fmla="*/ 1538205 h 1691232"/>
                <a:gd name="connsiteX50" fmla="*/ 805336 w 1874950"/>
                <a:gd name="connsiteY50" fmla="*/ 1488863 h 1691232"/>
                <a:gd name="connsiteX51" fmla="*/ 869926 w 1874950"/>
                <a:gd name="connsiteY51" fmla="*/ 1516260 h 1691232"/>
                <a:gd name="connsiteX52" fmla="*/ 924399 w 1874950"/>
                <a:gd name="connsiteY52" fmla="*/ 1484101 h 1691232"/>
                <a:gd name="connsiteX53" fmla="*/ 941246 w 1874950"/>
                <a:gd name="connsiteY53" fmla="*/ 1441925 h 1691232"/>
                <a:gd name="connsiteX54" fmla="*/ 1005123 w 1874950"/>
                <a:gd name="connsiteY54" fmla="*/ 1528337 h 1691232"/>
                <a:gd name="connsiteX55" fmla="*/ 1050190 w 1874950"/>
                <a:gd name="connsiteY55" fmla="*/ 1599431 h 1691232"/>
                <a:gd name="connsiteX56" fmla="*/ 1120136 w 1874950"/>
                <a:gd name="connsiteY56" fmla="*/ 1690950 h 1691232"/>
                <a:gd name="connsiteX57" fmla="*/ 1151034 w 1874950"/>
                <a:gd name="connsiteY57" fmla="*/ 1627859 h 1691232"/>
                <a:gd name="connsiteX58" fmla="*/ 1181693 w 1874950"/>
                <a:gd name="connsiteY58" fmla="*/ 1621379 h 1691232"/>
                <a:gd name="connsiteX59" fmla="*/ 1224792 w 1874950"/>
                <a:gd name="connsiteY59" fmla="*/ 1650642 h 1691232"/>
                <a:gd name="connsiteX60" fmla="*/ 1258367 w 1874950"/>
                <a:gd name="connsiteY60" fmla="*/ 1609988 h 1691232"/>
                <a:gd name="connsiteX61" fmla="*/ 1277188 w 1874950"/>
                <a:gd name="connsiteY61" fmla="*/ 1614605 h 1691232"/>
                <a:gd name="connsiteX62" fmla="*/ 1311230 w 1874950"/>
                <a:gd name="connsiteY62" fmla="*/ 1681082 h 1691232"/>
                <a:gd name="connsiteX63" fmla="*/ 1367786 w 1874950"/>
                <a:gd name="connsiteY63" fmla="*/ 1657613 h 1691232"/>
                <a:gd name="connsiteX64" fmla="*/ 1419818 w 1874950"/>
                <a:gd name="connsiteY64" fmla="*/ 1601492 h 1691232"/>
                <a:gd name="connsiteX65" fmla="*/ 1470595 w 1874950"/>
                <a:gd name="connsiteY65" fmla="*/ 1584949 h 1691232"/>
                <a:gd name="connsiteX66" fmla="*/ 1488274 w 1874950"/>
                <a:gd name="connsiteY66" fmla="*/ 1640771 h 1691232"/>
                <a:gd name="connsiteX67" fmla="*/ 1558169 w 1874950"/>
                <a:gd name="connsiteY67" fmla="*/ 1615093 h 1691232"/>
                <a:gd name="connsiteX68" fmla="*/ 1588947 w 1874950"/>
                <a:gd name="connsiteY68" fmla="*/ 1528337 h 1691232"/>
                <a:gd name="connsiteX69" fmla="*/ 1670383 w 1874950"/>
                <a:gd name="connsiteY69" fmla="*/ 1438195 h 1691232"/>
                <a:gd name="connsiteX70" fmla="*/ 1714974 w 1874950"/>
                <a:gd name="connsiteY70" fmla="*/ 1407065 h 1691232"/>
                <a:gd name="connsiteX71" fmla="*/ 1743343 w 1874950"/>
                <a:gd name="connsiteY71" fmla="*/ 1410360 h 1691232"/>
                <a:gd name="connsiteX72" fmla="*/ 1820935 w 1874950"/>
                <a:gd name="connsiteY72" fmla="*/ 1399752 h 1691232"/>
                <a:gd name="connsiteX73" fmla="*/ 1816054 w 1874950"/>
                <a:gd name="connsiteY73" fmla="*/ 1453316 h 1691232"/>
                <a:gd name="connsiteX74" fmla="*/ 1874221 w 1874950"/>
                <a:gd name="connsiteY74" fmla="*/ 1476637 h 1691232"/>
                <a:gd name="connsiteX75" fmla="*/ 1848983 w 1874950"/>
                <a:gd name="connsiteY75" fmla="*/ 1443791 h 1691232"/>
                <a:gd name="connsiteX76" fmla="*/ 1853086 w 1874950"/>
                <a:gd name="connsiteY76" fmla="*/ 1398376 h 1691232"/>
                <a:gd name="connsiteX77" fmla="*/ 1853086 w 1874950"/>
                <a:gd name="connsiteY77" fmla="*/ 1303126 h 1691232"/>
                <a:gd name="connsiteX78" fmla="*/ 1853086 w 1874950"/>
                <a:gd name="connsiteY78" fmla="*/ 1245976 h 1691232"/>
                <a:gd name="connsiteX79" fmla="*/ 1810224 w 1874950"/>
                <a:gd name="connsiteY79" fmla="*/ 1236451 h 1691232"/>
                <a:gd name="connsiteX80" fmla="*/ 1734024 w 1874950"/>
                <a:gd name="connsiteY80" fmla="*/ 1155488 h 1691232"/>
                <a:gd name="connsiteX81" fmla="*/ 1695924 w 1874950"/>
                <a:gd name="connsiteY81" fmla="*/ 974513 h 1691232"/>
                <a:gd name="connsiteX82" fmla="*/ 1643536 w 1874950"/>
                <a:gd name="connsiteY82" fmla="*/ 941176 h 1691232"/>
                <a:gd name="connsiteX83" fmla="*/ 1605436 w 1874950"/>
                <a:gd name="connsiteY83" fmla="*/ 884026 h 1691232"/>
                <a:gd name="connsiteX84" fmla="*/ 1557811 w 1874950"/>
                <a:gd name="connsiteY84" fmla="*/ 836401 h 1691232"/>
                <a:gd name="connsiteX85" fmla="*/ 1505424 w 1874950"/>
                <a:gd name="connsiteY85" fmla="*/ 817351 h 1691232"/>
                <a:gd name="connsiteX86" fmla="*/ 1453036 w 1874950"/>
                <a:gd name="connsiteY86" fmla="*/ 812588 h 1691232"/>
                <a:gd name="connsiteX87" fmla="*/ 1510186 w 1874950"/>
                <a:gd name="connsiteY87" fmla="*/ 779251 h 1691232"/>
                <a:gd name="connsiteX88" fmla="*/ 1476849 w 1874950"/>
                <a:gd name="connsiteY88" fmla="*/ 745913 h 1691232"/>
                <a:gd name="connsiteX89" fmla="*/ 1481611 w 1874950"/>
                <a:gd name="connsiteY89" fmla="*/ 722101 h 1691232"/>
                <a:gd name="connsiteX90" fmla="*/ 1572099 w 1874950"/>
                <a:gd name="connsiteY90" fmla="*/ 760201 h 1691232"/>
                <a:gd name="connsiteX91" fmla="*/ 1624486 w 1874950"/>
                <a:gd name="connsiteY91" fmla="*/ 693526 h 1691232"/>
                <a:gd name="connsiteX92" fmla="*/ 1614961 w 1874950"/>
                <a:gd name="connsiteY92" fmla="*/ 550651 h 1691232"/>
                <a:gd name="connsiteX93" fmla="*/ 1610199 w 1874950"/>
                <a:gd name="connsiteY93" fmla="*/ 412538 h 1691232"/>
                <a:gd name="connsiteX0" fmla="*/ 1610199 w 1880150"/>
                <a:gd name="connsiteY0" fmla="*/ 412538 h 1691232"/>
                <a:gd name="connsiteX1" fmla="*/ 1567336 w 1880150"/>
                <a:gd name="connsiteY1" fmla="*/ 369676 h 1691232"/>
                <a:gd name="connsiteX2" fmla="*/ 1467324 w 1880150"/>
                <a:gd name="connsiteY2" fmla="*/ 345863 h 1691232"/>
                <a:gd name="connsiteX3" fmla="*/ 1419699 w 1880150"/>
                <a:gd name="connsiteY3" fmla="*/ 317288 h 1691232"/>
                <a:gd name="connsiteX4" fmla="*/ 1367311 w 1880150"/>
                <a:gd name="connsiteY4" fmla="*/ 160126 h 1691232"/>
                <a:gd name="connsiteX5" fmla="*/ 1338736 w 1880150"/>
                <a:gd name="connsiteY5" fmla="*/ 12488 h 1691232"/>
                <a:gd name="connsiteX6" fmla="*/ 1267299 w 1880150"/>
                <a:gd name="connsiteY6" fmla="*/ 12488 h 1691232"/>
                <a:gd name="connsiteX7" fmla="*/ 1214911 w 1880150"/>
                <a:gd name="connsiteY7" fmla="*/ 50588 h 1691232"/>
                <a:gd name="connsiteX8" fmla="*/ 1214911 w 1880150"/>
                <a:gd name="connsiteY8" fmla="*/ 155363 h 1691232"/>
                <a:gd name="connsiteX9" fmla="*/ 1186336 w 1880150"/>
                <a:gd name="connsiteY9" fmla="*/ 183938 h 1691232"/>
                <a:gd name="connsiteX10" fmla="*/ 1176811 w 1880150"/>
                <a:gd name="connsiteY10" fmla="*/ 255376 h 1691232"/>
                <a:gd name="connsiteX11" fmla="*/ 1114899 w 1880150"/>
                <a:gd name="connsiteY11" fmla="*/ 298238 h 1691232"/>
                <a:gd name="connsiteX12" fmla="*/ 1005361 w 1880150"/>
                <a:gd name="connsiteY12" fmla="*/ 312526 h 1691232"/>
                <a:gd name="connsiteX13" fmla="*/ 962499 w 1880150"/>
                <a:gd name="connsiteY13" fmla="*/ 355388 h 1691232"/>
                <a:gd name="connsiteX14" fmla="*/ 838674 w 1880150"/>
                <a:gd name="connsiteY14" fmla="*/ 355388 h 1691232"/>
                <a:gd name="connsiteX15" fmla="*/ 781524 w 1880150"/>
                <a:gd name="connsiteY15" fmla="*/ 426826 h 1691232"/>
                <a:gd name="connsiteX16" fmla="*/ 781524 w 1880150"/>
                <a:gd name="connsiteY16" fmla="*/ 460163 h 1691232"/>
                <a:gd name="connsiteX17" fmla="*/ 743424 w 1880150"/>
                <a:gd name="connsiteY17" fmla="*/ 483976 h 1691232"/>
                <a:gd name="connsiteX18" fmla="*/ 671986 w 1880150"/>
                <a:gd name="connsiteY18" fmla="*/ 417301 h 1691232"/>
                <a:gd name="connsiteX19" fmla="*/ 519586 w 1880150"/>
                <a:gd name="connsiteY19" fmla="*/ 412538 h 1691232"/>
                <a:gd name="connsiteX20" fmla="*/ 457674 w 1880150"/>
                <a:gd name="connsiteY20" fmla="*/ 431588 h 1691232"/>
                <a:gd name="connsiteX21" fmla="*/ 419574 w 1880150"/>
                <a:gd name="connsiteY21" fmla="*/ 417301 h 1691232"/>
                <a:gd name="connsiteX22" fmla="*/ 400524 w 1880150"/>
                <a:gd name="connsiteY22" fmla="*/ 355388 h 1691232"/>
                <a:gd name="connsiteX23" fmla="*/ 333849 w 1880150"/>
                <a:gd name="connsiteY23" fmla="*/ 303001 h 1691232"/>
                <a:gd name="connsiteX24" fmla="*/ 286224 w 1880150"/>
                <a:gd name="connsiteY24" fmla="*/ 236326 h 1691232"/>
                <a:gd name="connsiteX25" fmla="*/ 143349 w 1880150"/>
                <a:gd name="connsiteY25" fmla="*/ 255376 h 1691232"/>
                <a:gd name="connsiteX26" fmla="*/ 124299 w 1880150"/>
                <a:gd name="connsiteY26" fmla="*/ 331576 h 1691232"/>
                <a:gd name="connsiteX27" fmla="*/ 110011 w 1880150"/>
                <a:gd name="connsiteY27" fmla="*/ 364913 h 1691232"/>
                <a:gd name="connsiteX28" fmla="*/ 133824 w 1880150"/>
                <a:gd name="connsiteY28" fmla="*/ 412538 h 1691232"/>
                <a:gd name="connsiteX29" fmla="*/ 81436 w 1880150"/>
                <a:gd name="connsiteY29" fmla="*/ 450638 h 1691232"/>
                <a:gd name="connsiteX30" fmla="*/ 33811 w 1880150"/>
                <a:gd name="connsiteY30" fmla="*/ 445876 h 1691232"/>
                <a:gd name="connsiteX31" fmla="*/ 33811 w 1880150"/>
                <a:gd name="connsiteY31" fmla="*/ 517313 h 1691232"/>
                <a:gd name="connsiteX32" fmla="*/ 474 w 1880150"/>
                <a:gd name="connsiteY32" fmla="*/ 622088 h 1691232"/>
                <a:gd name="connsiteX33" fmla="*/ 62386 w 1880150"/>
                <a:gd name="connsiteY33" fmla="*/ 698288 h 1691232"/>
                <a:gd name="connsiteX34" fmla="*/ 111977 w 1880150"/>
                <a:gd name="connsiteY34" fmla="*/ 678550 h 1691232"/>
                <a:gd name="connsiteX35" fmla="*/ 112334 w 1880150"/>
                <a:gd name="connsiteY35" fmla="*/ 748809 h 1691232"/>
                <a:gd name="connsiteX36" fmla="*/ 167161 w 1880150"/>
                <a:gd name="connsiteY36" fmla="*/ 779251 h 1691232"/>
                <a:gd name="connsiteX37" fmla="*/ 236159 w 1880150"/>
                <a:gd name="connsiteY37" fmla="*/ 789463 h 1691232"/>
                <a:gd name="connsiteX38" fmla="*/ 271462 w 1880150"/>
                <a:gd name="connsiteY38" fmla="*/ 845434 h 1691232"/>
                <a:gd name="connsiteX39" fmla="*/ 270869 w 1880150"/>
                <a:gd name="connsiteY39" fmla="*/ 890506 h 1691232"/>
                <a:gd name="connsiteX40" fmla="*/ 295393 w 1880150"/>
                <a:gd name="connsiteY40" fmla="*/ 929981 h 1691232"/>
                <a:gd name="connsiteX41" fmla="*/ 341051 w 1880150"/>
                <a:gd name="connsiteY41" fmla="*/ 968573 h 1691232"/>
                <a:gd name="connsiteX42" fmla="*/ 426184 w 1880150"/>
                <a:gd name="connsiteY42" fmla="*/ 1022825 h 1691232"/>
                <a:gd name="connsiteX43" fmla="*/ 461961 w 1880150"/>
                <a:gd name="connsiteY43" fmla="*/ 1093918 h 1691232"/>
                <a:gd name="connsiteX44" fmla="*/ 441064 w 1880150"/>
                <a:gd name="connsiteY44" fmla="*/ 1163491 h 1691232"/>
                <a:gd name="connsiteX45" fmla="*/ 519111 w 1880150"/>
                <a:gd name="connsiteY45" fmla="*/ 1219954 h 1691232"/>
                <a:gd name="connsiteX46" fmla="*/ 591143 w 1880150"/>
                <a:gd name="connsiteY46" fmla="*/ 1252948 h 1691232"/>
                <a:gd name="connsiteX47" fmla="*/ 571974 w 1880150"/>
                <a:gd name="connsiteY47" fmla="*/ 1312651 h 1691232"/>
                <a:gd name="connsiteX48" fmla="*/ 662461 w 1880150"/>
                <a:gd name="connsiteY48" fmla="*/ 1465051 h 1691232"/>
                <a:gd name="connsiteX49" fmla="*/ 755271 w 1880150"/>
                <a:gd name="connsiteY49" fmla="*/ 1538205 h 1691232"/>
                <a:gd name="connsiteX50" fmla="*/ 805336 w 1880150"/>
                <a:gd name="connsiteY50" fmla="*/ 1488863 h 1691232"/>
                <a:gd name="connsiteX51" fmla="*/ 869926 w 1880150"/>
                <a:gd name="connsiteY51" fmla="*/ 1516260 h 1691232"/>
                <a:gd name="connsiteX52" fmla="*/ 924399 w 1880150"/>
                <a:gd name="connsiteY52" fmla="*/ 1484101 h 1691232"/>
                <a:gd name="connsiteX53" fmla="*/ 941246 w 1880150"/>
                <a:gd name="connsiteY53" fmla="*/ 1441925 h 1691232"/>
                <a:gd name="connsiteX54" fmla="*/ 1005123 w 1880150"/>
                <a:gd name="connsiteY54" fmla="*/ 1528337 h 1691232"/>
                <a:gd name="connsiteX55" fmla="*/ 1050190 w 1880150"/>
                <a:gd name="connsiteY55" fmla="*/ 1599431 h 1691232"/>
                <a:gd name="connsiteX56" fmla="*/ 1120136 w 1880150"/>
                <a:gd name="connsiteY56" fmla="*/ 1690950 h 1691232"/>
                <a:gd name="connsiteX57" fmla="*/ 1151034 w 1880150"/>
                <a:gd name="connsiteY57" fmla="*/ 1627859 h 1691232"/>
                <a:gd name="connsiteX58" fmla="*/ 1181693 w 1880150"/>
                <a:gd name="connsiteY58" fmla="*/ 1621379 h 1691232"/>
                <a:gd name="connsiteX59" fmla="*/ 1224792 w 1880150"/>
                <a:gd name="connsiteY59" fmla="*/ 1650642 h 1691232"/>
                <a:gd name="connsiteX60" fmla="*/ 1258367 w 1880150"/>
                <a:gd name="connsiteY60" fmla="*/ 1609988 h 1691232"/>
                <a:gd name="connsiteX61" fmla="*/ 1277188 w 1880150"/>
                <a:gd name="connsiteY61" fmla="*/ 1614605 h 1691232"/>
                <a:gd name="connsiteX62" fmla="*/ 1311230 w 1880150"/>
                <a:gd name="connsiteY62" fmla="*/ 1681082 h 1691232"/>
                <a:gd name="connsiteX63" fmla="*/ 1367786 w 1880150"/>
                <a:gd name="connsiteY63" fmla="*/ 1657613 h 1691232"/>
                <a:gd name="connsiteX64" fmla="*/ 1419818 w 1880150"/>
                <a:gd name="connsiteY64" fmla="*/ 1601492 h 1691232"/>
                <a:gd name="connsiteX65" fmla="*/ 1470595 w 1880150"/>
                <a:gd name="connsiteY65" fmla="*/ 1584949 h 1691232"/>
                <a:gd name="connsiteX66" fmla="*/ 1488274 w 1880150"/>
                <a:gd name="connsiteY66" fmla="*/ 1640771 h 1691232"/>
                <a:gd name="connsiteX67" fmla="*/ 1558169 w 1880150"/>
                <a:gd name="connsiteY67" fmla="*/ 1615093 h 1691232"/>
                <a:gd name="connsiteX68" fmla="*/ 1588947 w 1880150"/>
                <a:gd name="connsiteY68" fmla="*/ 1528337 h 1691232"/>
                <a:gd name="connsiteX69" fmla="*/ 1670383 w 1880150"/>
                <a:gd name="connsiteY69" fmla="*/ 1438195 h 1691232"/>
                <a:gd name="connsiteX70" fmla="*/ 1714974 w 1880150"/>
                <a:gd name="connsiteY70" fmla="*/ 1407065 h 1691232"/>
                <a:gd name="connsiteX71" fmla="*/ 1743343 w 1880150"/>
                <a:gd name="connsiteY71" fmla="*/ 1410360 h 1691232"/>
                <a:gd name="connsiteX72" fmla="*/ 1820935 w 1880150"/>
                <a:gd name="connsiteY72" fmla="*/ 1399752 h 1691232"/>
                <a:gd name="connsiteX73" fmla="*/ 1816054 w 1880150"/>
                <a:gd name="connsiteY73" fmla="*/ 1453316 h 1691232"/>
                <a:gd name="connsiteX74" fmla="*/ 1874221 w 1880150"/>
                <a:gd name="connsiteY74" fmla="*/ 1476637 h 1691232"/>
                <a:gd name="connsiteX75" fmla="*/ 1875829 w 1880150"/>
                <a:gd name="connsiteY75" fmla="*/ 1454003 h 1691232"/>
                <a:gd name="connsiteX76" fmla="*/ 1853086 w 1880150"/>
                <a:gd name="connsiteY76" fmla="*/ 1398376 h 1691232"/>
                <a:gd name="connsiteX77" fmla="*/ 1853086 w 1880150"/>
                <a:gd name="connsiteY77" fmla="*/ 1303126 h 1691232"/>
                <a:gd name="connsiteX78" fmla="*/ 1853086 w 1880150"/>
                <a:gd name="connsiteY78" fmla="*/ 1245976 h 1691232"/>
                <a:gd name="connsiteX79" fmla="*/ 1810224 w 1880150"/>
                <a:gd name="connsiteY79" fmla="*/ 1236451 h 1691232"/>
                <a:gd name="connsiteX80" fmla="*/ 1734024 w 1880150"/>
                <a:gd name="connsiteY80" fmla="*/ 1155488 h 1691232"/>
                <a:gd name="connsiteX81" fmla="*/ 1695924 w 1880150"/>
                <a:gd name="connsiteY81" fmla="*/ 974513 h 1691232"/>
                <a:gd name="connsiteX82" fmla="*/ 1643536 w 1880150"/>
                <a:gd name="connsiteY82" fmla="*/ 941176 h 1691232"/>
                <a:gd name="connsiteX83" fmla="*/ 1605436 w 1880150"/>
                <a:gd name="connsiteY83" fmla="*/ 884026 h 1691232"/>
                <a:gd name="connsiteX84" fmla="*/ 1557811 w 1880150"/>
                <a:gd name="connsiteY84" fmla="*/ 836401 h 1691232"/>
                <a:gd name="connsiteX85" fmla="*/ 1505424 w 1880150"/>
                <a:gd name="connsiteY85" fmla="*/ 817351 h 1691232"/>
                <a:gd name="connsiteX86" fmla="*/ 1453036 w 1880150"/>
                <a:gd name="connsiteY86" fmla="*/ 812588 h 1691232"/>
                <a:gd name="connsiteX87" fmla="*/ 1510186 w 1880150"/>
                <a:gd name="connsiteY87" fmla="*/ 779251 h 1691232"/>
                <a:gd name="connsiteX88" fmla="*/ 1476849 w 1880150"/>
                <a:gd name="connsiteY88" fmla="*/ 745913 h 1691232"/>
                <a:gd name="connsiteX89" fmla="*/ 1481611 w 1880150"/>
                <a:gd name="connsiteY89" fmla="*/ 722101 h 1691232"/>
                <a:gd name="connsiteX90" fmla="*/ 1572099 w 1880150"/>
                <a:gd name="connsiteY90" fmla="*/ 760201 h 1691232"/>
                <a:gd name="connsiteX91" fmla="*/ 1624486 w 1880150"/>
                <a:gd name="connsiteY91" fmla="*/ 693526 h 1691232"/>
                <a:gd name="connsiteX92" fmla="*/ 1614961 w 1880150"/>
                <a:gd name="connsiteY92" fmla="*/ 550651 h 1691232"/>
                <a:gd name="connsiteX93" fmla="*/ 1610199 w 1880150"/>
                <a:gd name="connsiteY93" fmla="*/ 412538 h 1691232"/>
                <a:gd name="connsiteX0" fmla="*/ 1610199 w 1879071"/>
                <a:gd name="connsiteY0" fmla="*/ 412538 h 1691232"/>
                <a:gd name="connsiteX1" fmla="*/ 1567336 w 1879071"/>
                <a:gd name="connsiteY1" fmla="*/ 369676 h 1691232"/>
                <a:gd name="connsiteX2" fmla="*/ 1467324 w 1879071"/>
                <a:gd name="connsiteY2" fmla="*/ 345863 h 1691232"/>
                <a:gd name="connsiteX3" fmla="*/ 1419699 w 1879071"/>
                <a:gd name="connsiteY3" fmla="*/ 317288 h 1691232"/>
                <a:gd name="connsiteX4" fmla="*/ 1367311 w 1879071"/>
                <a:gd name="connsiteY4" fmla="*/ 160126 h 1691232"/>
                <a:gd name="connsiteX5" fmla="*/ 1338736 w 1879071"/>
                <a:gd name="connsiteY5" fmla="*/ 12488 h 1691232"/>
                <a:gd name="connsiteX6" fmla="*/ 1267299 w 1879071"/>
                <a:gd name="connsiteY6" fmla="*/ 12488 h 1691232"/>
                <a:gd name="connsiteX7" fmla="*/ 1214911 w 1879071"/>
                <a:gd name="connsiteY7" fmla="*/ 50588 h 1691232"/>
                <a:gd name="connsiteX8" fmla="*/ 1214911 w 1879071"/>
                <a:gd name="connsiteY8" fmla="*/ 155363 h 1691232"/>
                <a:gd name="connsiteX9" fmla="*/ 1186336 w 1879071"/>
                <a:gd name="connsiteY9" fmla="*/ 183938 h 1691232"/>
                <a:gd name="connsiteX10" fmla="*/ 1176811 w 1879071"/>
                <a:gd name="connsiteY10" fmla="*/ 255376 h 1691232"/>
                <a:gd name="connsiteX11" fmla="*/ 1114899 w 1879071"/>
                <a:gd name="connsiteY11" fmla="*/ 298238 h 1691232"/>
                <a:gd name="connsiteX12" fmla="*/ 1005361 w 1879071"/>
                <a:gd name="connsiteY12" fmla="*/ 312526 h 1691232"/>
                <a:gd name="connsiteX13" fmla="*/ 962499 w 1879071"/>
                <a:gd name="connsiteY13" fmla="*/ 355388 h 1691232"/>
                <a:gd name="connsiteX14" fmla="*/ 838674 w 1879071"/>
                <a:gd name="connsiteY14" fmla="*/ 355388 h 1691232"/>
                <a:gd name="connsiteX15" fmla="*/ 781524 w 1879071"/>
                <a:gd name="connsiteY15" fmla="*/ 426826 h 1691232"/>
                <a:gd name="connsiteX16" fmla="*/ 781524 w 1879071"/>
                <a:gd name="connsiteY16" fmla="*/ 460163 h 1691232"/>
                <a:gd name="connsiteX17" fmla="*/ 743424 w 1879071"/>
                <a:gd name="connsiteY17" fmla="*/ 483976 h 1691232"/>
                <a:gd name="connsiteX18" fmla="*/ 671986 w 1879071"/>
                <a:gd name="connsiteY18" fmla="*/ 417301 h 1691232"/>
                <a:gd name="connsiteX19" fmla="*/ 519586 w 1879071"/>
                <a:gd name="connsiteY19" fmla="*/ 412538 h 1691232"/>
                <a:gd name="connsiteX20" fmla="*/ 457674 w 1879071"/>
                <a:gd name="connsiteY20" fmla="*/ 431588 h 1691232"/>
                <a:gd name="connsiteX21" fmla="*/ 419574 w 1879071"/>
                <a:gd name="connsiteY21" fmla="*/ 417301 h 1691232"/>
                <a:gd name="connsiteX22" fmla="*/ 400524 w 1879071"/>
                <a:gd name="connsiteY22" fmla="*/ 355388 h 1691232"/>
                <a:gd name="connsiteX23" fmla="*/ 333849 w 1879071"/>
                <a:gd name="connsiteY23" fmla="*/ 303001 h 1691232"/>
                <a:gd name="connsiteX24" fmla="*/ 286224 w 1879071"/>
                <a:gd name="connsiteY24" fmla="*/ 236326 h 1691232"/>
                <a:gd name="connsiteX25" fmla="*/ 143349 w 1879071"/>
                <a:gd name="connsiteY25" fmla="*/ 255376 h 1691232"/>
                <a:gd name="connsiteX26" fmla="*/ 124299 w 1879071"/>
                <a:gd name="connsiteY26" fmla="*/ 331576 h 1691232"/>
                <a:gd name="connsiteX27" fmla="*/ 110011 w 1879071"/>
                <a:gd name="connsiteY27" fmla="*/ 364913 h 1691232"/>
                <a:gd name="connsiteX28" fmla="*/ 133824 w 1879071"/>
                <a:gd name="connsiteY28" fmla="*/ 412538 h 1691232"/>
                <a:gd name="connsiteX29" fmla="*/ 81436 w 1879071"/>
                <a:gd name="connsiteY29" fmla="*/ 450638 h 1691232"/>
                <a:gd name="connsiteX30" fmla="*/ 33811 w 1879071"/>
                <a:gd name="connsiteY30" fmla="*/ 445876 h 1691232"/>
                <a:gd name="connsiteX31" fmla="*/ 33811 w 1879071"/>
                <a:gd name="connsiteY31" fmla="*/ 517313 h 1691232"/>
                <a:gd name="connsiteX32" fmla="*/ 474 w 1879071"/>
                <a:gd name="connsiteY32" fmla="*/ 622088 h 1691232"/>
                <a:gd name="connsiteX33" fmla="*/ 62386 w 1879071"/>
                <a:gd name="connsiteY33" fmla="*/ 698288 h 1691232"/>
                <a:gd name="connsiteX34" fmla="*/ 111977 w 1879071"/>
                <a:gd name="connsiteY34" fmla="*/ 678550 h 1691232"/>
                <a:gd name="connsiteX35" fmla="*/ 112334 w 1879071"/>
                <a:gd name="connsiteY35" fmla="*/ 748809 h 1691232"/>
                <a:gd name="connsiteX36" fmla="*/ 167161 w 1879071"/>
                <a:gd name="connsiteY36" fmla="*/ 779251 h 1691232"/>
                <a:gd name="connsiteX37" fmla="*/ 236159 w 1879071"/>
                <a:gd name="connsiteY37" fmla="*/ 789463 h 1691232"/>
                <a:gd name="connsiteX38" fmla="*/ 271462 w 1879071"/>
                <a:gd name="connsiteY38" fmla="*/ 845434 h 1691232"/>
                <a:gd name="connsiteX39" fmla="*/ 270869 w 1879071"/>
                <a:gd name="connsiteY39" fmla="*/ 890506 h 1691232"/>
                <a:gd name="connsiteX40" fmla="*/ 295393 w 1879071"/>
                <a:gd name="connsiteY40" fmla="*/ 929981 h 1691232"/>
                <a:gd name="connsiteX41" fmla="*/ 341051 w 1879071"/>
                <a:gd name="connsiteY41" fmla="*/ 968573 h 1691232"/>
                <a:gd name="connsiteX42" fmla="*/ 426184 w 1879071"/>
                <a:gd name="connsiteY42" fmla="*/ 1022825 h 1691232"/>
                <a:gd name="connsiteX43" fmla="*/ 461961 w 1879071"/>
                <a:gd name="connsiteY43" fmla="*/ 1093918 h 1691232"/>
                <a:gd name="connsiteX44" fmla="*/ 441064 w 1879071"/>
                <a:gd name="connsiteY44" fmla="*/ 1163491 h 1691232"/>
                <a:gd name="connsiteX45" fmla="*/ 519111 w 1879071"/>
                <a:gd name="connsiteY45" fmla="*/ 1219954 h 1691232"/>
                <a:gd name="connsiteX46" fmla="*/ 591143 w 1879071"/>
                <a:gd name="connsiteY46" fmla="*/ 1252948 h 1691232"/>
                <a:gd name="connsiteX47" fmla="*/ 571974 w 1879071"/>
                <a:gd name="connsiteY47" fmla="*/ 1312651 h 1691232"/>
                <a:gd name="connsiteX48" fmla="*/ 662461 w 1879071"/>
                <a:gd name="connsiteY48" fmla="*/ 1465051 h 1691232"/>
                <a:gd name="connsiteX49" fmla="*/ 755271 w 1879071"/>
                <a:gd name="connsiteY49" fmla="*/ 1538205 h 1691232"/>
                <a:gd name="connsiteX50" fmla="*/ 805336 w 1879071"/>
                <a:gd name="connsiteY50" fmla="*/ 1488863 h 1691232"/>
                <a:gd name="connsiteX51" fmla="*/ 869926 w 1879071"/>
                <a:gd name="connsiteY51" fmla="*/ 1516260 h 1691232"/>
                <a:gd name="connsiteX52" fmla="*/ 924399 w 1879071"/>
                <a:gd name="connsiteY52" fmla="*/ 1484101 h 1691232"/>
                <a:gd name="connsiteX53" fmla="*/ 941246 w 1879071"/>
                <a:gd name="connsiteY53" fmla="*/ 1441925 h 1691232"/>
                <a:gd name="connsiteX54" fmla="*/ 1005123 w 1879071"/>
                <a:gd name="connsiteY54" fmla="*/ 1528337 h 1691232"/>
                <a:gd name="connsiteX55" fmla="*/ 1050190 w 1879071"/>
                <a:gd name="connsiteY55" fmla="*/ 1599431 h 1691232"/>
                <a:gd name="connsiteX56" fmla="*/ 1120136 w 1879071"/>
                <a:gd name="connsiteY56" fmla="*/ 1690950 h 1691232"/>
                <a:gd name="connsiteX57" fmla="*/ 1151034 w 1879071"/>
                <a:gd name="connsiteY57" fmla="*/ 1627859 h 1691232"/>
                <a:gd name="connsiteX58" fmla="*/ 1181693 w 1879071"/>
                <a:gd name="connsiteY58" fmla="*/ 1621379 h 1691232"/>
                <a:gd name="connsiteX59" fmla="*/ 1224792 w 1879071"/>
                <a:gd name="connsiteY59" fmla="*/ 1650642 h 1691232"/>
                <a:gd name="connsiteX60" fmla="*/ 1258367 w 1879071"/>
                <a:gd name="connsiteY60" fmla="*/ 1609988 h 1691232"/>
                <a:gd name="connsiteX61" fmla="*/ 1277188 w 1879071"/>
                <a:gd name="connsiteY61" fmla="*/ 1614605 h 1691232"/>
                <a:gd name="connsiteX62" fmla="*/ 1311230 w 1879071"/>
                <a:gd name="connsiteY62" fmla="*/ 1681082 h 1691232"/>
                <a:gd name="connsiteX63" fmla="*/ 1367786 w 1879071"/>
                <a:gd name="connsiteY63" fmla="*/ 1657613 h 1691232"/>
                <a:gd name="connsiteX64" fmla="*/ 1419818 w 1879071"/>
                <a:gd name="connsiteY64" fmla="*/ 1601492 h 1691232"/>
                <a:gd name="connsiteX65" fmla="*/ 1470595 w 1879071"/>
                <a:gd name="connsiteY65" fmla="*/ 1584949 h 1691232"/>
                <a:gd name="connsiteX66" fmla="*/ 1488274 w 1879071"/>
                <a:gd name="connsiteY66" fmla="*/ 1640771 h 1691232"/>
                <a:gd name="connsiteX67" fmla="*/ 1558169 w 1879071"/>
                <a:gd name="connsiteY67" fmla="*/ 1615093 h 1691232"/>
                <a:gd name="connsiteX68" fmla="*/ 1588947 w 1879071"/>
                <a:gd name="connsiteY68" fmla="*/ 1528337 h 1691232"/>
                <a:gd name="connsiteX69" fmla="*/ 1670383 w 1879071"/>
                <a:gd name="connsiteY69" fmla="*/ 1438195 h 1691232"/>
                <a:gd name="connsiteX70" fmla="*/ 1714974 w 1879071"/>
                <a:gd name="connsiteY70" fmla="*/ 1407065 h 1691232"/>
                <a:gd name="connsiteX71" fmla="*/ 1743343 w 1879071"/>
                <a:gd name="connsiteY71" fmla="*/ 1410360 h 1691232"/>
                <a:gd name="connsiteX72" fmla="*/ 1820935 w 1879071"/>
                <a:gd name="connsiteY72" fmla="*/ 1399752 h 1691232"/>
                <a:gd name="connsiteX73" fmla="*/ 1816054 w 1879071"/>
                <a:gd name="connsiteY73" fmla="*/ 1453316 h 1691232"/>
                <a:gd name="connsiteX74" fmla="*/ 1874221 w 1879071"/>
                <a:gd name="connsiteY74" fmla="*/ 1476637 h 1691232"/>
                <a:gd name="connsiteX75" fmla="*/ 1875829 w 1879071"/>
                <a:gd name="connsiteY75" fmla="*/ 1454003 h 1691232"/>
                <a:gd name="connsiteX76" fmla="*/ 1875051 w 1879071"/>
                <a:gd name="connsiteY76" fmla="*/ 1393269 h 1691232"/>
                <a:gd name="connsiteX77" fmla="*/ 1853086 w 1879071"/>
                <a:gd name="connsiteY77" fmla="*/ 1303126 h 1691232"/>
                <a:gd name="connsiteX78" fmla="*/ 1853086 w 1879071"/>
                <a:gd name="connsiteY78" fmla="*/ 1245976 h 1691232"/>
                <a:gd name="connsiteX79" fmla="*/ 1810224 w 1879071"/>
                <a:gd name="connsiteY79" fmla="*/ 1236451 h 1691232"/>
                <a:gd name="connsiteX80" fmla="*/ 1734024 w 1879071"/>
                <a:gd name="connsiteY80" fmla="*/ 1155488 h 1691232"/>
                <a:gd name="connsiteX81" fmla="*/ 1695924 w 1879071"/>
                <a:gd name="connsiteY81" fmla="*/ 974513 h 1691232"/>
                <a:gd name="connsiteX82" fmla="*/ 1643536 w 1879071"/>
                <a:gd name="connsiteY82" fmla="*/ 941176 h 1691232"/>
                <a:gd name="connsiteX83" fmla="*/ 1605436 w 1879071"/>
                <a:gd name="connsiteY83" fmla="*/ 884026 h 1691232"/>
                <a:gd name="connsiteX84" fmla="*/ 1557811 w 1879071"/>
                <a:gd name="connsiteY84" fmla="*/ 836401 h 1691232"/>
                <a:gd name="connsiteX85" fmla="*/ 1505424 w 1879071"/>
                <a:gd name="connsiteY85" fmla="*/ 817351 h 1691232"/>
                <a:gd name="connsiteX86" fmla="*/ 1453036 w 1879071"/>
                <a:gd name="connsiteY86" fmla="*/ 812588 h 1691232"/>
                <a:gd name="connsiteX87" fmla="*/ 1510186 w 1879071"/>
                <a:gd name="connsiteY87" fmla="*/ 779251 h 1691232"/>
                <a:gd name="connsiteX88" fmla="*/ 1476849 w 1879071"/>
                <a:gd name="connsiteY88" fmla="*/ 745913 h 1691232"/>
                <a:gd name="connsiteX89" fmla="*/ 1481611 w 1879071"/>
                <a:gd name="connsiteY89" fmla="*/ 722101 h 1691232"/>
                <a:gd name="connsiteX90" fmla="*/ 1572099 w 1879071"/>
                <a:gd name="connsiteY90" fmla="*/ 760201 h 1691232"/>
                <a:gd name="connsiteX91" fmla="*/ 1624486 w 1879071"/>
                <a:gd name="connsiteY91" fmla="*/ 693526 h 1691232"/>
                <a:gd name="connsiteX92" fmla="*/ 1614961 w 1879071"/>
                <a:gd name="connsiteY92" fmla="*/ 550651 h 1691232"/>
                <a:gd name="connsiteX93" fmla="*/ 1610199 w 1879071"/>
                <a:gd name="connsiteY93" fmla="*/ 412538 h 1691232"/>
                <a:gd name="connsiteX0" fmla="*/ 1610199 w 1879071"/>
                <a:gd name="connsiteY0" fmla="*/ 412538 h 1691232"/>
                <a:gd name="connsiteX1" fmla="*/ 1567336 w 1879071"/>
                <a:gd name="connsiteY1" fmla="*/ 369676 h 1691232"/>
                <a:gd name="connsiteX2" fmla="*/ 1467324 w 1879071"/>
                <a:gd name="connsiteY2" fmla="*/ 345863 h 1691232"/>
                <a:gd name="connsiteX3" fmla="*/ 1419699 w 1879071"/>
                <a:gd name="connsiteY3" fmla="*/ 317288 h 1691232"/>
                <a:gd name="connsiteX4" fmla="*/ 1367311 w 1879071"/>
                <a:gd name="connsiteY4" fmla="*/ 160126 h 1691232"/>
                <a:gd name="connsiteX5" fmla="*/ 1338736 w 1879071"/>
                <a:gd name="connsiteY5" fmla="*/ 12488 h 1691232"/>
                <a:gd name="connsiteX6" fmla="*/ 1267299 w 1879071"/>
                <a:gd name="connsiteY6" fmla="*/ 12488 h 1691232"/>
                <a:gd name="connsiteX7" fmla="*/ 1214911 w 1879071"/>
                <a:gd name="connsiteY7" fmla="*/ 50588 h 1691232"/>
                <a:gd name="connsiteX8" fmla="*/ 1214911 w 1879071"/>
                <a:gd name="connsiteY8" fmla="*/ 155363 h 1691232"/>
                <a:gd name="connsiteX9" fmla="*/ 1186336 w 1879071"/>
                <a:gd name="connsiteY9" fmla="*/ 183938 h 1691232"/>
                <a:gd name="connsiteX10" fmla="*/ 1176811 w 1879071"/>
                <a:gd name="connsiteY10" fmla="*/ 255376 h 1691232"/>
                <a:gd name="connsiteX11" fmla="*/ 1114899 w 1879071"/>
                <a:gd name="connsiteY11" fmla="*/ 298238 h 1691232"/>
                <a:gd name="connsiteX12" fmla="*/ 1005361 w 1879071"/>
                <a:gd name="connsiteY12" fmla="*/ 312526 h 1691232"/>
                <a:gd name="connsiteX13" fmla="*/ 962499 w 1879071"/>
                <a:gd name="connsiteY13" fmla="*/ 355388 h 1691232"/>
                <a:gd name="connsiteX14" fmla="*/ 838674 w 1879071"/>
                <a:gd name="connsiteY14" fmla="*/ 355388 h 1691232"/>
                <a:gd name="connsiteX15" fmla="*/ 781524 w 1879071"/>
                <a:gd name="connsiteY15" fmla="*/ 426826 h 1691232"/>
                <a:gd name="connsiteX16" fmla="*/ 781524 w 1879071"/>
                <a:gd name="connsiteY16" fmla="*/ 460163 h 1691232"/>
                <a:gd name="connsiteX17" fmla="*/ 743424 w 1879071"/>
                <a:gd name="connsiteY17" fmla="*/ 483976 h 1691232"/>
                <a:gd name="connsiteX18" fmla="*/ 671986 w 1879071"/>
                <a:gd name="connsiteY18" fmla="*/ 417301 h 1691232"/>
                <a:gd name="connsiteX19" fmla="*/ 519586 w 1879071"/>
                <a:gd name="connsiteY19" fmla="*/ 412538 h 1691232"/>
                <a:gd name="connsiteX20" fmla="*/ 457674 w 1879071"/>
                <a:gd name="connsiteY20" fmla="*/ 431588 h 1691232"/>
                <a:gd name="connsiteX21" fmla="*/ 419574 w 1879071"/>
                <a:gd name="connsiteY21" fmla="*/ 417301 h 1691232"/>
                <a:gd name="connsiteX22" fmla="*/ 400524 w 1879071"/>
                <a:gd name="connsiteY22" fmla="*/ 355388 h 1691232"/>
                <a:gd name="connsiteX23" fmla="*/ 333849 w 1879071"/>
                <a:gd name="connsiteY23" fmla="*/ 303001 h 1691232"/>
                <a:gd name="connsiteX24" fmla="*/ 286224 w 1879071"/>
                <a:gd name="connsiteY24" fmla="*/ 236326 h 1691232"/>
                <a:gd name="connsiteX25" fmla="*/ 143349 w 1879071"/>
                <a:gd name="connsiteY25" fmla="*/ 255376 h 1691232"/>
                <a:gd name="connsiteX26" fmla="*/ 124299 w 1879071"/>
                <a:gd name="connsiteY26" fmla="*/ 331576 h 1691232"/>
                <a:gd name="connsiteX27" fmla="*/ 110011 w 1879071"/>
                <a:gd name="connsiteY27" fmla="*/ 364913 h 1691232"/>
                <a:gd name="connsiteX28" fmla="*/ 133824 w 1879071"/>
                <a:gd name="connsiteY28" fmla="*/ 412538 h 1691232"/>
                <a:gd name="connsiteX29" fmla="*/ 81436 w 1879071"/>
                <a:gd name="connsiteY29" fmla="*/ 450638 h 1691232"/>
                <a:gd name="connsiteX30" fmla="*/ 33811 w 1879071"/>
                <a:gd name="connsiteY30" fmla="*/ 445876 h 1691232"/>
                <a:gd name="connsiteX31" fmla="*/ 33811 w 1879071"/>
                <a:gd name="connsiteY31" fmla="*/ 517313 h 1691232"/>
                <a:gd name="connsiteX32" fmla="*/ 474 w 1879071"/>
                <a:gd name="connsiteY32" fmla="*/ 622088 h 1691232"/>
                <a:gd name="connsiteX33" fmla="*/ 62386 w 1879071"/>
                <a:gd name="connsiteY33" fmla="*/ 698288 h 1691232"/>
                <a:gd name="connsiteX34" fmla="*/ 111977 w 1879071"/>
                <a:gd name="connsiteY34" fmla="*/ 678550 h 1691232"/>
                <a:gd name="connsiteX35" fmla="*/ 112334 w 1879071"/>
                <a:gd name="connsiteY35" fmla="*/ 748809 h 1691232"/>
                <a:gd name="connsiteX36" fmla="*/ 167161 w 1879071"/>
                <a:gd name="connsiteY36" fmla="*/ 779251 h 1691232"/>
                <a:gd name="connsiteX37" fmla="*/ 236159 w 1879071"/>
                <a:gd name="connsiteY37" fmla="*/ 789463 h 1691232"/>
                <a:gd name="connsiteX38" fmla="*/ 271462 w 1879071"/>
                <a:gd name="connsiteY38" fmla="*/ 845434 h 1691232"/>
                <a:gd name="connsiteX39" fmla="*/ 270869 w 1879071"/>
                <a:gd name="connsiteY39" fmla="*/ 890506 h 1691232"/>
                <a:gd name="connsiteX40" fmla="*/ 295393 w 1879071"/>
                <a:gd name="connsiteY40" fmla="*/ 929981 h 1691232"/>
                <a:gd name="connsiteX41" fmla="*/ 341051 w 1879071"/>
                <a:gd name="connsiteY41" fmla="*/ 968573 h 1691232"/>
                <a:gd name="connsiteX42" fmla="*/ 426184 w 1879071"/>
                <a:gd name="connsiteY42" fmla="*/ 1022825 h 1691232"/>
                <a:gd name="connsiteX43" fmla="*/ 461961 w 1879071"/>
                <a:gd name="connsiteY43" fmla="*/ 1093918 h 1691232"/>
                <a:gd name="connsiteX44" fmla="*/ 441064 w 1879071"/>
                <a:gd name="connsiteY44" fmla="*/ 1163491 h 1691232"/>
                <a:gd name="connsiteX45" fmla="*/ 519111 w 1879071"/>
                <a:gd name="connsiteY45" fmla="*/ 1219954 h 1691232"/>
                <a:gd name="connsiteX46" fmla="*/ 591143 w 1879071"/>
                <a:gd name="connsiteY46" fmla="*/ 1252948 h 1691232"/>
                <a:gd name="connsiteX47" fmla="*/ 571974 w 1879071"/>
                <a:gd name="connsiteY47" fmla="*/ 1312651 h 1691232"/>
                <a:gd name="connsiteX48" fmla="*/ 662461 w 1879071"/>
                <a:gd name="connsiteY48" fmla="*/ 1465051 h 1691232"/>
                <a:gd name="connsiteX49" fmla="*/ 755271 w 1879071"/>
                <a:gd name="connsiteY49" fmla="*/ 1538205 h 1691232"/>
                <a:gd name="connsiteX50" fmla="*/ 805336 w 1879071"/>
                <a:gd name="connsiteY50" fmla="*/ 1488863 h 1691232"/>
                <a:gd name="connsiteX51" fmla="*/ 869926 w 1879071"/>
                <a:gd name="connsiteY51" fmla="*/ 1516260 h 1691232"/>
                <a:gd name="connsiteX52" fmla="*/ 924399 w 1879071"/>
                <a:gd name="connsiteY52" fmla="*/ 1484101 h 1691232"/>
                <a:gd name="connsiteX53" fmla="*/ 941246 w 1879071"/>
                <a:gd name="connsiteY53" fmla="*/ 1441925 h 1691232"/>
                <a:gd name="connsiteX54" fmla="*/ 1005123 w 1879071"/>
                <a:gd name="connsiteY54" fmla="*/ 1528337 h 1691232"/>
                <a:gd name="connsiteX55" fmla="*/ 1050190 w 1879071"/>
                <a:gd name="connsiteY55" fmla="*/ 1599431 h 1691232"/>
                <a:gd name="connsiteX56" fmla="*/ 1120136 w 1879071"/>
                <a:gd name="connsiteY56" fmla="*/ 1690950 h 1691232"/>
                <a:gd name="connsiteX57" fmla="*/ 1151034 w 1879071"/>
                <a:gd name="connsiteY57" fmla="*/ 1627859 h 1691232"/>
                <a:gd name="connsiteX58" fmla="*/ 1181693 w 1879071"/>
                <a:gd name="connsiteY58" fmla="*/ 1621379 h 1691232"/>
                <a:gd name="connsiteX59" fmla="*/ 1224792 w 1879071"/>
                <a:gd name="connsiteY59" fmla="*/ 1650642 h 1691232"/>
                <a:gd name="connsiteX60" fmla="*/ 1258367 w 1879071"/>
                <a:gd name="connsiteY60" fmla="*/ 1609988 h 1691232"/>
                <a:gd name="connsiteX61" fmla="*/ 1277188 w 1879071"/>
                <a:gd name="connsiteY61" fmla="*/ 1614605 h 1691232"/>
                <a:gd name="connsiteX62" fmla="*/ 1311230 w 1879071"/>
                <a:gd name="connsiteY62" fmla="*/ 1681082 h 1691232"/>
                <a:gd name="connsiteX63" fmla="*/ 1367786 w 1879071"/>
                <a:gd name="connsiteY63" fmla="*/ 1657613 h 1691232"/>
                <a:gd name="connsiteX64" fmla="*/ 1419818 w 1879071"/>
                <a:gd name="connsiteY64" fmla="*/ 1601492 h 1691232"/>
                <a:gd name="connsiteX65" fmla="*/ 1470595 w 1879071"/>
                <a:gd name="connsiteY65" fmla="*/ 1584949 h 1691232"/>
                <a:gd name="connsiteX66" fmla="*/ 1488274 w 1879071"/>
                <a:gd name="connsiteY66" fmla="*/ 1640771 h 1691232"/>
                <a:gd name="connsiteX67" fmla="*/ 1558169 w 1879071"/>
                <a:gd name="connsiteY67" fmla="*/ 1615093 h 1691232"/>
                <a:gd name="connsiteX68" fmla="*/ 1588947 w 1879071"/>
                <a:gd name="connsiteY68" fmla="*/ 1528337 h 1691232"/>
                <a:gd name="connsiteX69" fmla="*/ 1670383 w 1879071"/>
                <a:gd name="connsiteY69" fmla="*/ 1438195 h 1691232"/>
                <a:gd name="connsiteX70" fmla="*/ 1714974 w 1879071"/>
                <a:gd name="connsiteY70" fmla="*/ 1407065 h 1691232"/>
                <a:gd name="connsiteX71" fmla="*/ 1743343 w 1879071"/>
                <a:gd name="connsiteY71" fmla="*/ 1410360 h 1691232"/>
                <a:gd name="connsiteX72" fmla="*/ 1820935 w 1879071"/>
                <a:gd name="connsiteY72" fmla="*/ 1399752 h 1691232"/>
                <a:gd name="connsiteX73" fmla="*/ 1816054 w 1879071"/>
                <a:gd name="connsiteY73" fmla="*/ 1453316 h 1691232"/>
                <a:gd name="connsiteX74" fmla="*/ 1874221 w 1879071"/>
                <a:gd name="connsiteY74" fmla="*/ 1476637 h 1691232"/>
                <a:gd name="connsiteX75" fmla="*/ 1875829 w 1879071"/>
                <a:gd name="connsiteY75" fmla="*/ 1454003 h 1691232"/>
                <a:gd name="connsiteX76" fmla="*/ 1875051 w 1879071"/>
                <a:gd name="connsiteY76" fmla="*/ 1393269 h 1691232"/>
                <a:gd name="connsiteX77" fmla="*/ 1853086 w 1879071"/>
                <a:gd name="connsiteY77" fmla="*/ 1303126 h 1691232"/>
                <a:gd name="connsiteX78" fmla="*/ 1853086 w 1879071"/>
                <a:gd name="connsiteY78" fmla="*/ 1245976 h 1691232"/>
                <a:gd name="connsiteX79" fmla="*/ 1810224 w 1879071"/>
                <a:gd name="connsiteY79" fmla="*/ 1236451 h 1691232"/>
                <a:gd name="connsiteX80" fmla="*/ 1734024 w 1879071"/>
                <a:gd name="connsiteY80" fmla="*/ 1155488 h 1691232"/>
                <a:gd name="connsiteX81" fmla="*/ 1695924 w 1879071"/>
                <a:gd name="connsiteY81" fmla="*/ 974513 h 1691232"/>
                <a:gd name="connsiteX82" fmla="*/ 1643536 w 1879071"/>
                <a:gd name="connsiteY82" fmla="*/ 941176 h 1691232"/>
                <a:gd name="connsiteX83" fmla="*/ 1605436 w 1879071"/>
                <a:gd name="connsiteY83" fmla="*/ 884026 h 1691232"/>
                <a:gd name="connsiteX84" fmla="*/ 1557811 w 1879071"/>
                <a:gd name="connsiteY84" fmla="*/ 836401 h 1691232"/>
                <a:gd name="connsiteX85" fmla="*/ 1505424 w 1879071"/>
                <a:gd name="connsiteY85" fmla="*/ 817351 h 1691232"/>
                <a:gd name="connsiteX86" fmla="*/ 1453036 w 1879071"/>
                <a:gd name="connsiteY86" fmla="*/ 812588 h 1691232"/>
                <a:gd name="connsiteX87" fmla="*/ 1510186 w 1879071"/>
                <a:gd name="connsiteY87" fmla="*/ 779251 h 1691232"/>
                <a:gd name="connsiteX88" fmla="*/ 1476849 w 1879071"/>
                <a:gd name="connsiteY88" fmla="*/ 745913 h 1691232"/>
                <a:gd name="connsiteX89" fmla="*/ 1481611 w 1879071"/>
                <a:gd name="connsiteY89" fmla="*/ 722101 h 1691232"/>
                <a:gd name="connsiteX90" fmla="*/ 1572099 w 1879071"/>
                <a:gd name="connsiteY90" fmla="*/ 760201 h 1691232"/>
                <a:gd name="connsiteX91" fmla="*/ 1624486 w 1879071"/>
                <a:gd name="connsiteY91" fmla="*/ 693526 h 1691232"/>
                <a:gd name="connsiteX92" fmla="*/ 1614961 w 1879071"/>
                <a:gd name="connsiteY92" fmla="*/ 550651 h 1691232"/>
                <a:gd name="connsiteX93" fmla="*/ 1610199 w 1879071"/>
                <a:gd name="connsiteY93" fmla="*/ 412538 h 1691232"/>
                <a:gd name="connsiteX0" fmla="*/ 1610199 w 1881147"/>
                <a:gd name="connsiteY0" fmla="*/ 412538 h 1691232"/>
                <a:gd name="connsiteX1" fmla="*/ 1567336 w 1881147"/>
                <a:gd name="connsiteY1" fmla="*/ 369676 h 1691232"/>
                <a:gd name="connsiteX2" fmla="*/ 1467324 w 1881147"/>
                <a:gd name="connsiteY2" fmla="*/ 345863 h 1691232"/>
                <a:gd name="connsiteX3" fmla="*/ 1419699 w 1881147"/>
                <a:gd name="connsiteY3" fmla="*/ 317288 h 1691232"/>
                <a:gd name="connsiteX4" fmla="*/ 1367311 w 1881147"/>
                <a:gd name="connsiteY4" fmla="*/ 160126 h 1691232"/>
                <a:gd name="connsiteX5" fmla="*/ 1338736 w 1881147"/>
                <a:gd name="connsiteY5" fmla="*/ 12488 h 1691232"/>
                <a:gd name="connsiteX6" fmla="*/ 1267299 w 1881147"/>
                <a:gd name="connsiteY6" fmla="*/ 12488 h 1691232"/>
                <a:gd name="connsiteX7" fmla="*/ 1214911 w 1881147"/>
                <a:gd name="connsiteY7" fmla="*/ 50588 h 1691232"/>
                <a:gd name="connsiteX8" fmla="*/ 1214911 w 1881147"/>
                <a:gd name="connsiteY8" fmla="*/ 155363 h 1691232"/>
                <a:gd name="connsiteX9" fmla="*/ 1186336 w 1881147"/>
                <a:gd name="connsiteY9" fmla="*/ 183938 h 1691232"/>
                <a:gd name="connsiteX10" fmla="*/ 1176811 w 1881147"/>
                <a:gd name="connsiteY10" fmla="*/ 255376 h 1691232"/>
                <a:gd name="connsiteX11" fmla="*/ 1114899 w 1881147"/>
                <a:gd name="connsiteY11" fmla="*/ 298238 h 1691232"/>
                <a:gd name="connsiteX12" fmla="*/ 1005361 w 1881147"/>
                <a:gd name="connsiteY12" fmla="*/ 312526 h 1691232"/>
                <a:gd name="connsiteX13" fmla="*/ 962499 w 1881147"/>
                <a:gd name="connsiteY13" fmla="*/ 355388 h 1691232"/>
                <a:gd name="connsiteX14" fmla="*/ 838674 w 1881147"/>
                <a:gd name="connsiteY14" fmla="*/ 355388 h 1691232"/>
                <a:gd name="connsiteX15" fmla="*/ 781524 w 1881147"/>
                <a:gd name="connsiteY15" fmla="*/ 426826 h 1691232"/>
                <a:gd name="connsiteX16" fmla="*/ 781524 w 1881147"/>
                <a:gd name="connsiteY16" fmla="*/ 460163 h 1691232"/>
                <a:gd name="connsiteX17" fmla="*/ 743424 w 1881147"/>
                <a:gd name="connsiteY17" fmla="*/ 483976 h 1691232"/>
                <a:gd name="connsiteX18" fmla="*/ 671986 w 1881147"/>
                <a:gd name="connsiteY18" fmla="*/ 417301 h 1691232"/>
                <a:gd name="connsiteX19" fmla="*/ 519586 w 1881147"/>
                <a:gd name="connsiteY19" fmla="*/ 412538 h 1691232"/>
                <a:gd name="connsiteX20" fmla="*/ 457674 w 1881147"/>
                <a:gd name="connsiteY20" fmla="*/ 431588 h 1691232"/>
                <a:gd name="connsiteX21" fmla="*/ 419574 w 1881147"/>
                <a:gd name="connsiteY21" fmla="*/ 417301 h 1691232"/>
                <a:gd name="connsiteX22" fmla="*/ 400524 w 1881147"/>
                <a:gd name="connsiteY22" fmla="*/ 355388 h 1691232"/>
                <a:gd name="connsiteX23" fmla="*/ 333849 w 1881147"/>
                <a:gd name="connsiteY23" fmla="*/ 303001 h 1691232"/>
                <a:gd name="connsiteX24" fmla="*/ 286224 w 1881147"/>
                <a:gd name="connsiteY24" fmla="*/ 236326 h 1691232"/>
                <a:gd name="connsiteX25" fmla="*/ 143349 w 1881147"/>
                <a:gd name="connsiteY25" fmla="*/ 255376 h 1691232"/>
                <a:gd name="connsiteX26" fmla="*/ 124299 w 1881147"/>
                <a:gd name="connsiteY26" fmla="*/ 331576 h 1691232"/>
                <a:gd name="connsiteX27" fmla="*/ 110011 w 1881147"/>
                <a:gd name="connsiteY27" fmla="*/ 364913 h 1691232"/>
                <a:gd name="connsiteX28" fmla="*/ 133824 w 1881147"/>
                <a:gd name="connsiteY28" fmla="*/ 412538 h 1691232"/>
                <a:gd name="connsiteX29" fmla="*/ 81436 w 1881147"/>
                <a:gd name="connsiteY29" fmla="*/ 450638 h 1691232"/>
                <a:gd name="connsiteX30" fmla="*/ 33811 w 1881147"/>
                <a:gd name="connsiteY30" fmla="*/ 445876 h 1691232"/>
                <a:gd name="connsiteX31" fmla="*/ 33811 w 1881147"/>
                <a:gd name="connsiteY31" fmla="*/ 517313 h 1691232"/>
                <a:gd name="connsiteX32" fmla="*/ 474 w 1881147"/>
                <a:gd name="connsiteY32" fmla="*/ 622088 h 1691232"/>
                <a:gd name="connsiteX33" fmla="*/ 62386 w 1881147"/>
                <a:gd name="connsiteY33" fmla="*/ 698288 h 1691232"/>
                <a:gd name="connsiteX34" fmla="*/ 111977 w 1881147"/>
                <a:gd name="connsiteY34" fmla="*/ 678550 h 1691232"/>
                <a:gd name="connsiteX35" fmla="*/ 112334 w 1881147"/>
                <a:gd name="connsiteY35" fmla="*/ 748809 h 1691232"/>
                <a:gd name="connsiteX36" fmla="*/ 167161 w 1881147"/>
                <a:gd name="connsiteY36" fmla="*/ 779251 h 1691232"/>
                <a:gd name="connsiteX37" fmla="*/ 236159 w 1881147"/>
                <a:gd name="connsiteY37" fmla="*/ 789463 h 1691232"/>
                <a:gd name="connsiteX38" fmla="*/ 271462 w 1881147"/>
                <a:gd name="connsiteY38" fmla="*/ 845434 h 1691232"/>
                <a:gd name="connsiteX39" fmla="*/ 270869 w 1881147"/>
                <a:gd name="connsiteY39" fmla="*/ 890506 h 1691232"/>
                <a:gd name="connsiteX40" fmla="*/ 295393 w 1881147"/>
                <a:gd name="connsiteY40" fmla="*/ 929981 h 1691232"/>
                <a:gd name="connsiteX41" fmla="*/ 341051 w 1881147"/>
                <a:gd name="connsiteY41" fmla="*/ 968573 h 1691232"/>
                <a:gd name="connsiteX42" fmla="*/ 426184 w 1881147"/>
                <a:gd name="connsiteY42" fmla="*/ 1022825 h 1691232"/>
                <a:gd name="connsiteX43" fmla="*/ 461961 w 1881147"/>
                <a:gd name="connsiteY43" fmla="*/ 1093918 h 1691232"/>
                <a:gd name="connsiteX44" fmla="*/ 441064 w 1881147"/>
                <a:gd name="connsiteY44" fmla="*/ 1163491 h 1691232"/>
                <a:gd name="connsiteX45" fmla="*/ 519111 w 1881147"/>
                <a:gd name="connsiteY45" fmla="*/ 1219954 h 1691232"/>
                <a:gd name="connsiteX46" fmla="*/ 591143 w 1881147"/>
                <a:gd name="connsiteY46" fmla="*/ 1252948 h 1691232"/>
                <a:gd name="connsiteX47" fmla="*/ 571974 w 1881147"/>
                <a:gd name="connsiteY47" fmla="*/ 1312651 h 1691232"/>
                <a:gd name="connsiteX48" fmla="*/ 662461 w 1881147"/>
                <a:gd name="connsiteY48" fmla="*/ 1465051 h 1691232"/>
                <a:gd name="connsiteX49" fmla="*/ 755271 w 1881147"/>
                <a:gd name="connsiteY49" fmla="*/ 1538205 h 1691232"/>
                <a:gd name="connsiteX50" fmla="*/ 805336 w 1881147"/>
                <a:gd name="connsiteY50" fmla="*/ 1488863 h 1691232"/>
                <a:gd name="connsiteX51" fmla="*/ 869926 w 1881147"/>
                <a:gd name="connsiteY51" fmla="*/ 1516260 h 1691232"/>
                <a:gd name="connsiteX52" fmla="*/ 924399 w 1881147"/>
                <a:gd name="connsiteY52" fmla="*/ 1484101 h 1691232"/>
                <a:gd name="connsiteX53" fmla="*/ 941246 w 1881147"/>
                <a:gd name="connsiteY53" fmla="*/ 1441925 h 1691232"/>
                <a:gd name="connsiteX54" fmla="*/ 1005123 w 1881147"/>
                <a:gd name="connsiteY54" fmla="*/ 1528337 h 1691232"/>
                <a:gd name="connsiteX55" fmla="*/ 1050190 w 1881147"/>
                <a:gd name="connsiteY55" fmla="*/ 1599431 h 1691232"/>
                <a:gd name="connsiteX56" fmla="*/ 1120136 w 1881147"/>
                <a:gd name="connsiteY56" fmla="*/ 1690950 h 1691232"/>
                <a:gd name="connsiteX57" fmla="*/ 1151034 w 1881147"/>
                <a:gd name="connsiteY57" fmla="*/ 1627859 h 1691232"/>
                <a:gd name="connsiteX58" fmla="*/ 1181693 w 1881147"/>
                <a:gd name="connsiteY58" fmla="*/ 1621379 h 1691232"/>
                <a:gd name="connsiteX59" fmla="*/ 1224792 w 1881147"/>
                <a:gd name="connsiteY59" fmla="*/ 1650642 h 1691232"/>
                <a:gd name="connsiteX60" fmla="*/ 1258367 w 1881147"/>
                <a:gd name="connsiteY60" fmla="*/ 1609988 h 1691232"/>
                <a:gd name="connsiteX61" fmla="*/ 1277188 w 1881147"/>
                <a:gd name="connsiteY61" fmla="*/ 1614605 h 1691232"/>
                <a:gd name="connsiteX62" fmla="*/ 1311230 w 1881147"/>
                <a:gd name="connsiteY62" fmla="*/ 1681082 h 1691232"/>
                <a:gd name="connsiteX63" fmla="*/ 1367786 w 1881147"/>
                <a:gd name="connsiteY63" fmla="*/ 1657613 h 1691232"/>
                <a:gd name="connsiteX64" fmla="*/ 1419818 w 1881147"/>
                <a:gd name="connsiteY64" fmla="*/ 1601492 h 1691232"/>
                <a:gd name="connsiteX65" fmla="*/ 1470595 w 1881147"/>
                <a:gd name="connsiteY65" fmla="*/ 1584949 h 1691232"/>
                <a:gd name="connsiteX66" fmla="*/ 1488274 w 1881147"/>
                <a:gd name="connsiteY66" fmla="*/ 1640771 h 1691232"/>
                <a:gd name="connsiteX67" fmla="*/ 1558169 w 1881147"/>
                <a:gd name="connsiteY67" fmla="*/ 1615093 h 1691232"/>
                <a:gd name="connsiteX68" fmla="*/ 1588947 w 1881147"/>
                <a:gd name="connsiteY68" fmla="*/ 1528337 h 1691232"/>
                <a:gd name="connsiteX69" fmla="*/ 1670383 w 1881147"/>
                <a:gd name="connsiteY69" fmla="*/ 1438195 h 1691232"/>
                <a:gd name="connsiteX70" fmla="*/ 1714974 w 1881147"/>
                <a:gd name="connsiteY70" fmla="*/ 1407065 h 1691232"/>
                <a:gd name="connsiteX71" fmla="*/ 1743343 w 1881147"/>
                <a:gd name="connsiteY71" fmla="*/ 1410360 h 1691232"/>
                <a:gd name="connsiteX72" fmla="*/ 1820935 w 1881147"/>
                <a:gd name="connsiteY72" fmla="*/ 1399752 h 1691232"/>
                <a:gd name="connsiteX73" fmla="*/ 1816054 w 1881147"/>
                <a:gd name="connsiteY73" fmla="*/ 1453316 h 1691232"/>
                <a:gd name="connsiteX74" fmla="*/ 1874221 w 1881147"/>
                <a:gd name="connsiteY74" fmla="*/ 1476637 h 1691232"/>
                <a:gd name="connsiteX75" fmla="*/ 1875829 w 1881147"/>
                <a:gd name="connsiteY75" fmla="*/ 1454003 h 1691232"/>
                <a:gd name="connsiteX76" fmla="*/ 1875051 w 1881147"/>
                <a:gd name="connsiteY76" fmla="*/ 1393269 h 1691232"/>
                <a:gd name="connsiteX77" fmla="*/ 1853086 w 1881147"/>
                <a:gd name="connsiteY77" fmla="*/ 1303126 h 1691232"/>
                <a:gd name="connsiteX78" fmla="*/ 1853086 w 1881147"/>
                <a:gd name="connsiteY78" fmla="*/ 1245976 h 1691232"/>
                <a:gd name="connsiteX79" fmla="*/ 1810224 w 1881147"/>
                <a:gd name="connsiteY79" fmla="*/ 1236451 h 1691232"/>
                <a:gd name="connsiteX80" fmla="*/ 1734024 w 1881147"/>
                <a:gd name="connsiteY80" fmla="*/ 1155488 h 1691232"/>
                <a:gd name="connsiteX81" fmla="*/ 1695924 w 1881147"/>
                <a:gd name="connsiteY81" fmla="*/ 974513 h 1691232"/>
                <a:gd name="connsiteX82" fmla="*/ 1643536 w 1881147"/>
                <a:gd name="connsiteY82" fmla="*/ 941176 h 1691232"/>
                <a:gd name="connsiteX83" fmla="*/ 1605436 w 1881147"/>
                <a:gd name="connsiteY83" fmla="*/ 884026 h 1691232"/>
                <a:gd name="connsiteX84" fmla="*/ 1557811 w 1881147"/>
                <a:gd name="connsiteY84" fmla="*/ 836401 h 1691232"/>
                <a:gd name="connsiteX85" fmla="*/ 1505424 w 1881147"/>
                <a:gd name="connsiteY85" fmla="*/ 817351 h 1691232"/>
                <a:gd name="connsiteX86" fmla="*/ 1453036 w 1881147"/>
                <a:gd name="connsiteY86" fmla="*/ 812588 h 1691232"/>
                <a:gd name="connsiteX87" fmla="*/ 1510186 w 1881147"/>
                <a:gd name="connsiteY87" fmla="*/ 779251 h 1691232"/>
                <a:gd name="connsiteX88" fmla="*/ 1476849 w 1881147"/>
                <a:gd name="connsiteY88" fmla="*/ 745913 h 1691232"/>
                <a:gd name="connsiteX89" fmla="*/ 1481611 w 1881147"/>
                <a:gd name="connsiteY89" fmla="*/ 722101 h 1691232"/>
                <a:gd name="connsiteX90" fmla="*/ 1572099 w 1881147"/>
                <a:gd name="connsiteY90" fmla="*/ 760201 h 1691232"/>
                <a:gd name="connsiteX91" fmla="*/ 1624486 w 1881147"/>
                <a:gd name="connsiteY91" fmla="*/ 693526 h 1691232"/>
                <a:gd name="connsiteX92" fmla="*/ 1614961 w 1881147"/>
                <a:gd name="connsiteY92" fmla="*/ 550651 h 1691232"/>
                <a:gd name="connsiteX93" fmla="*/ 1610199 w 1881147"/>
                <a:gd name="connsiteY93" fmla="*/ 412538 h 1691232"/>
                <a:gd name="connsiteX0" fmla="*/ 1639486 w 1881147"/>
                <a:gd name="connsiteY0" fmla="*/ 402325 h 1691232"/>
                <a:gd name="connsiteX1" fmla="*/ 1567336 w 1881147"/>
                <a:gd name="connsiteY1" fmla="*/ 369676 h 1691232"/>
                <a:gd name="connsiteX2" fmla="*/ 1467324 w 1881147"/>
                <a:gd name="connsiteY2" fmla="*/ 345863 h 1691232"/>
                <a:gd name="connsiteX3" fmla="*/ 1419699 w 1881147"/>
                <a:gd name="connsiteY3" fmla="*/ 317288 h 1691232"/>
                <a:gd name="connsiteX4" fmla="*/ 1367311 w 1881147"/>
                <a:gd name="connsiteY4" fmla="*/ 160126 h 1691232"/>
                <a:gd name="connsiteX5" fmla="*/ 1338736 w 1881147"/>
                <a:gd name="connsiteY5" fmla="*/ 12488 h 1691232"/>
                <a:gd name="connsiteX6" fmla="*/ 1267299 w 1881147"/>
                <a:gd name="connsiteY6" fmla="*/ 12488 h 1691232"/>
                <a:gd name="connsiteX7" fmla="*/ 1214911 w 1881147"/>
                <a:gd name="connsiteY7" fmla="*/ 50588 h 1691232"/>
                <a:gd name="connsiteX8" fmla="*/ 1214911 w 1881147"/>
                <a:gd name="connsiteY8" fmla="*/ 155363 h 1691232"/>
                <a:gd name="connsiteX9" fmla="*/ 1186336 w 1881147"/>
                <a:gd name="connsiteY9" fmla="*/ 183938 h 1691232"/>
                <a:gd name="connsiteX10" fmla="*/ 1176811 w 1881147"/>
                <a:gd name="connsiteY10" fmla="*/ 255376 h 1691232"/>
                <a:gd name="connsiteX11" fmla="*/ 1114899 w 1881147"/>
                <a:gd name="connsiteY11" fmla="*/ 298238 h 1691232"/>
                <a:gd name="connsiteX12" fmla="*/ 1005361 w 1881147"/>
                <a:gd name="connsiteY12" fmla="*/ 312526 h 1691232"/>
                <a:gd name="connsiteX13" fmla="*/ 962499 w 1881147"/>
                <a:gd name="connsiteY13" fmla="*/ 355388 h 1691232"/>
                <a:gd name="connsiteX14" fmla="*/ 838674 w 1881147"/>
                <a:gd name="connsiteY14" fmla="*/ 355388 h 1691232"/>
                <a:gd name="connsiteX15" fmla="*/ 781524 w 1881147"/>
                <a:gd name="connsiteY15" fmla="*/ 426826 h 1691232"/>
                <a:gd name="connsiteX16" fmla="*/ 781524 w 1881147"/>
                <a:gd name="connsiteY16" fmla="*/ 460163 h 1691232"/>
                <a:gd name="connsiteX17" fmla="*/ 743424 w 1881147"/>
                <a:gd name="connsiteY17" fmla="*/ 483976 h 1691232"/>
                <a:gd name="connsiteX18" fmla="*/ 671986 w 1881147"/>
                <a:gd name="connsiteY18" fmla="*/ 417301 h 1691232"/>
                <a:gd name="connsiteX19" fmla="*/ 519586 w 1881147"/>
                <a:gd name="connsiteY19" fmla="*/ 412538 h 1691232"/>
                <a:gd name="connsiteX20" fmla="*/ 457674 w 1881147"/>
                <a:gd name="connsiteY20" fmla="*/ 431588 h 1691232"/>
                <a:gd name="connsiteX21" fmla="*/ 419574 w 1881147"/>
                <a:gd name="connsiteY21" fmla="*/ 417301 h 1691232"/>
                <a:gd name="connsiteX22" fmla="*/ 400524 w 1881147"/>
                <a:gd name="connsiteY22" fmla="*/ 355388 h 1691232"/>
                <a:gd name="connsiteX23" fmla="*/ 333849 w 1881147"/>
                <a:gd name="connsiteY23" fmla="*/ 303001 h 1691232"/>
                <a:gd name="connsiteX24" fmla="*/ 286224 w 1881147"/>
                <a:gd name="connsiteY24" fmla="*/ 236326 h 1691232"/>
                <a:gd name="connsiteX25" fmla="*/ 143349 w 1881147"/>
                <a:gd name="connsiteY25" fmla="*/ 255376 h 1691232"/>
                <a:gd name="connsiteX26" fmla="*/ 124299 w 1881147"/>
                <a:gd name="connsiteY26" fmla="*/ 331576 h 1691232"/>
                <a:gd name="connsiteX27" fmla="*/ 110011 w 1881147"/>
                <a:gd name="connsiteY27" fmla="*/ 364913 h 1691232"/>
                <a:gd name="connsiteX28" fmla="*/ 133824 w 1881147"/>
                <a:gd name="connsiteY28" fmla="*/ 412538 h 1691232"/>
                <a:gd name="connsiteX29" fmla="*/ 81436 w 1881147"/>
                <a:gd name="connsiteY29" fmla="*/ 450638 h 1691232"/>
                <a:gd name="connsiteX30" fmla="*/ 33811 w 1881147"/>
                <a:gd name="connsiteY30" fmla="*/ 445876 h 1691232"/>
                <a:gd name="connsiteX31" fmla="*/ 33811 w 1881147"/>
                <a:gd name="connsiteY31" fmla="*/ 517313 h 1691232"/>
                <a:gd name="connsiteX32" fmla="*/ 474 w 1881147"/>
                <a:gd name="connsiteY32" fmla="*/ 622088 h 1691232"/>
                <a:gd name="connsiteX33" fmla="*/ 62386 w 1881147"/>
                <a:gd name="connsiteY33" fmla="*/ 698288 h 1691232"/>
                <a:gd name="connsiteX34" fmla="*/ 111977 w 1881147"/>
                <a:gd name="connsiteY34" fmla="*/ 678550 h 1691232"/>
                <a:gd name="connsiteX35" fmla="*/ 112334 w 1881147"/>
                <a:gd name="connsiteY35" fmla="*/ 748809 h 1691232"/>
                <a:gd name="connsiteX36" fmla="*/ 167161 w 1881147"/>
                <a:gd name="connsiteY36" fmla="*/ 779251 h 1691232"/>
                <a:gd name="connsiteX37" fmla="*/ 236159 w 1881147"/>
                <a:gd name="connsiteY37" fmla="*/ 789463 h 1691232"/>
                <a:gd name="connsiteX38" fmla="*/ 271462 w 1881147"/>
                <a:gd name="connsiteY38" fmla="*/ 845434 h 1691232"/>
                <a:gd name="connsiteX39" fmla="*/ 270869 w 1881147"/>
                <a:gd name="connsiteY39" fmla="*/ 890506 h 1691232"/>
                <a:gd name="connsiteX40" fmla="*/ 295393 w 1881147"/>
                <a:gd name="connsiteY40" fmla="*/ 929981 h 1691232"/>
                <a:gd name="connsiteX41" fmla="*/ 341051 w 1881147"/>
                <a:gd name="connsiteY41" fmla="*/ 968573 h 1691232"/>
                <a:gd name="connsiteX42" fmla="*/ 426184 w 1881147"/>
                <a:gd name="connsiteY42" fmla="*/ 1022825 h 1691232"/>
                <a:gd name="connsiteX43" fmla="*/ 461961 w 1881147"/>
                <a:gd name="connsiteY43" fmla="*/ 1093918 h 1691232"/>
                <a:gd name="connsiteX44" fmla="*/ 441064 w 1881147"/>
                <a:gd name="connsiteY44" fmla="*/ 1163491 h 1691232"/>
                <a:gd name="connsiteX45" fmla="*/ 519111 w 1881147"/>
                <a:gd name="connsiteY45" fmla="*/ 1219954 h 1691232"/>
                <a:gd name="connsiteX46" fmla="*/ 591143 w 1881147"/>
                <a:gd name="connsiteY46" fmla="*/ 1252948 h 1691232"/>
                <a:gd name="connsiteX47" fmla="*/ 571974 w 1881147"/>
                <a:gd name="connsiteY47" fmla="*/ 1312651 h 1691232"/>
                <a:gd name="connsiteX48" fmla="*/ 662461 w 1881147"/>
                <a:gd name="connsiteY48" fmla="*/ 1465051 h 1691232"/>
                <a:gd name="connsiteX49" fmla="*/ 755271 w 1881147"/>
                <a:gd name="connsiteY49" fmla="*/ 1538205 h 1691232"/>
                <a:gd name="connsiteX50" fmla="*/ 805336 w 1881147"/>
                <a:gd name="connsiteY50" fmla="*/ 1488863 h 1691232"/>
                <a:gd name="connsiteX51" fmla="*/ 869926 w 1881147"/>
                <a:gd name="connsiteY51" fmla="*/ 1516260 h 1691232"/>
                <a:gd name="connsiteX52" fmla="*/ 924399 w 1881147"/>
                <a:gd name="connsiteY52" fmla="*/ 1484101 h 1691232"/>
                <a:gd name="connsiteX53" fmla="*/ 941246 w 1881147"/>
                <a:gd name="connsiteY53" fmla="*/ 1441925 h 1691232"/>
                <a:gd name="connsiteX54" fmla="*/ 1005123 w 1881147"/>
                <a:gd name="connsiteY54" fmla="*/ 1528337 h 1691232"/>
                <a:gd name="connsiteX55" fmla="*/ 1050190 w 1881147"/>
                <a:gd name="connsiteY55" fmla="*/ 1599431 h 1691232"/>
                <a:gd name="connsiteX56" fmla="*/ 1120136 w 1881147"/>
                <a:gd name="connsiteY56" fmla="*/ 1690950 h 1691232"/>
                <a:gd name="connsiteX57" fmla="*/ 1151034 w 1881147"/>
                <a:gd name="connsiteY57" fmla="*/ 1627859 h 1691232"/>
                <a:gd name="connsiteX58" fmla="*/ 1181693 w 1881147"/>
                <a:gd name="connsiteY58" fmla="*/ 1621379 h 1691232"/>
                <a:gd name="connsiteX59" fmla="*/ 1224792 w 1881147"/>
                <a:gd name="connsiteY59" fmla="*/ 1650642 h 1691232"/>
                <a:gd name="connsiteX60" fmla="*/ 1258367 w 1881147"/>
                <a:gd name="connsiteY60" fmla="*/ 1609988 h 1691232"/>
                <a:gd name="connsiteX61" fmla="*/ 1277188 w 1881147"/>
                <a:gd name="connsiteY61" fmla="*/ 1614605 h 1691232"/>
                <a:gd name="connsiteX62" fmla="*/ 1311230 w 1881147"/>
                <a:gd name="connsiteY62" fmla="*/ 1681082 h 1691232"/>
                <a:gd name="connsiteX63" fmla="*/ 1367786 w 1881147"/>
                <a:gd name="connsiteY63" fmla="*/ 1657613 h 1691232"/>
                <a:gd name="connsiteX64" fmla="*/ 1419818 w 1881147"/>
                <a:gd name="connsiteY64" fmla="*/ 1601492 h 1691232"/>
                <a:gd name="connsiteX65" fmla="*/ 1470595 w 1881147"/>
                <a:gd name="connsiteY65" fmla="*/ 1584949 h 1691232"/>
                <a:gd name="connsiteX66" fmla="*/ 1488274 w 1881147"/>
                <a:gd name="connsiteY66" fmla="*/ 1640771 h 1691232"/>
                <a:gd name="connsiteX67" fmla="*/ 1558169 w 1881147"/>
                <a:gd name="connsiteY67" fmla="*/ 1615093 h 1691232"/>
                <a:gd name="connsiteX68" fmla="*/ 1588947 w 1881147"/>
                <a:gd name="connsiteY68" fmla="*/ 1528337 h 1691232"/>
                <a:gd name="connsiteX69" fmla="*/ 1670383 w 1881147"/>
                <a:gd name="connsiteY69" fmla="*/ 1438195 h 1691232"/>
                <a:gd name="connsiteX70" fmla="*/ 1714974 w 1881147"/>
                <a:gd name="connsiteY70" fmla="*/ 1407065 h 1691232"/>
                <a:gd name="connsiteX71" fmla="*/ 1743343 w 1881147"/>
                <a:gd name="connsiteY71" fmla="*/ 1410360 h 1691232"/>
                <a:gd name="connsiteX72" fmla="*/ 1820935 w 1881147"/>
                <a:gd name="connsiteY72" fmla="*/ 1399752 h 1691232"/>
                <a:gd name="connsiteX73" fmla="*/ 1816054 w 1881147"/>
                <a:gd name="connsiteY73" fmla="*/ 1453316 h 1691232"/>
                <a:gd name="connsiteX74" fmla="*/ 1874221 w 1881147"/>
                <a:gd name="connsiteY74" fmla="*/ 1476637 h 1691232"/>
                <a:gd name="connsiteX75" fmla="*/ 1875829 w 1881147"/>
                <a:gd name="connsiteY75" fmla="*/ 1454003 h 1691232"/>
                <a:gd name="connsiteX76" fmla="*/ 1875051 w 1881147"/>
                <a:gd name="connsiteY76" fmla="*/ 1393269 h 1691232"/>
                <a:gd name="connsiteX77" fmla="*/ 1853086 w 1881147"/>
                <a:gd name="connsiteY77" fmla="*/ 1303126 h 1691232"/>
                <a:gd name="connsiteX78" fmla="*/ 1853086 w 1881147"/>
                <a:gd name="connsiteY78" fmla="*/ 1245976 h 1691232"/>
                <a:gd name="connsiteX79" fmla="*/ 1810224 w 1881147"/>
                <a:gd name="connsiteY79" fmla="*/ 1236451 h 1691232"/>
                <a:gd name="connsiteX80" fmla="*/ 1734024 w 1881147"/>
                <a:gd name="connsiteY80" fmla="*/ 1155488 h 1691232"/>
                <a:gd name="connsiteX81" fmla="*/ 1695924 w 1881147"/>
                <a:gd name="connsiteY81" fmla="*/ 974513 h 1691232"/>
                <a:gd name="connsiteX82" fmla="*/ 1643536 w 1881147"/>
                <a:gd name="connsiteY82" fmla="*/ 941176 h 1691232"/>
                <a:gd name="connsiteX83" fmla="*/ 1605436 w 1881147"/>
                <a:gd name="connsiteY83" fmla="*/ 884026 h 1691232"/>
                <a:gd name="connsiteX84" fmla="*/ 1557811 w 1881147"/>
                <a:gd name="connsiteY84" fmla="*/ 836401 h 1691232"/>
                <a:gd name="connsiteX85" fmla="*/ 1505424 w 1881147"/>
                <a:gd name="connsiteY85" fmla="*/ 817351 h 1691232"/>
                <a:gd name="connsiteX86" fmla="*/ 1453036 w 1881147"/>
                <a:gd name="connsiteY86" fmla="*/ 812588 h 1691232"/>
                <a:gd name="connsiteX87" fmla="*/ 1510186 w 1881147"/>
                <a:gd name="connsiteY87" fmla="*/ 779251 h 1691232"/>
                <a:gd name="connsiteX88" fmla="*/ 1476849 w 1881147"/>
                <a:gd name="connsiteY88" fmla="*/ 745913 h 1691232"/>
                <a:gd name="connsiteX89" fmla="*/ 1481611 w 1881147"/>
                <a:gd name="connsiteY89" fmla="*/ 722101 h 1691232"/>
                <a:gd name="connsiteX90" fmla="*/ 1572099 w 1881147"/>
                <a:gd name="connsiteY90" fmla="*/ 760201 h 1691232"/>
                <a:gd name="connsiteX91" fmla="*/ 1624486 w 1881147"/>
                <a:gd name="connsiteY91" fmla="*/ 693526 h 1691232"/>
                <a:gd name="connsiteX92" fmla="*/ 1614961 w 1881147"/>
                <a:gd name="connsiteY92" fmla="*/ 550651 h 1691232"/>
                <a:gd name="connsiteX93" fmla="*/ 1639486 w 1881147"/>
                <a:gd name="connsiteY93" fmla="*/ 402325 h 1691232"/>
                <a:gd name="connsiteX0" fmla="*/ 1639486 w 1881147"/>
                <a:gd name="connsiteY0" fmla="*/ 402325 h 1691232"/>
                <a:gd name="connsiteX1" fmla="*/ 1567336 w 1881147"/>
                <a:gd name="connsiteY1" fmla="*/ 369676 h 1691232"/>
                <a:gd name="connsiteX2" fmla="*/ 1467324 w 1881147"/>
                <a:gd name="connsiteY2" fmla="*/ 345863 h 1691232"/>
                <a:gd name="connsiteX3" fmla="*/ 1419699 w 1881147"/>
                <a:gd name="connsiteY3" fmla="*/ 317288 h 1691232"/>
                <a:gd name="connsiteX4" fmla="*/ 1367311 w 1881147"/>
                <a:gd name="connsiteY4" fmla="*/ 160126 h 1691232"/>
                <a:gd name="connsiteX5" fmla="*/ 1338736 w 1881147"/>
                <a:gd name="connsiteY5" fmla="*/ 12488 h 1691232"/>
                <a:gd name="connsiteX6" fmla="*/ 1267299 w 1881147"/>
                <a:gd name="connsiteY6" fmla="*/ 12488 h 1691232"/>
                <a:gd name="connsiteX7" fmla="*/ 1214911 w 1881147"/>
                <a:gd name="connsiteY7" fmla="*/ 50588 h 1691232"/>
                <a:gd name="connsiteX8" fmla="*/ 1214911 w 1881147"/>
                <a:gd name="connsiteY8" fmla="*/ 155363 h 1691232"/>
                <a:gd name="connsiteX9" fmla="*/ 1186336 w 1881147"/>
                <a:gd name="connsiteY9" fmla="*/ 183938 h 1691232"/>
                <a:gd name="connsiteX10" fmla="*/ 1176811 w 1881147"/>
                <a:gd name="connsiteY10" fmla="*/ 255376 h 1691232"/>
                <a:gd name="connsiteX11" fmla="*/ 1114899 w 1881147"/>
                <a:gd name="connsiteY11" fmla="*/ 298238 h 1691232"/>
                <a:gd name="connsiteX12" fmla="*/ 1005361 w 1881147"/>
                <a:gd name="connsiteY12" fmla="*/ 312526 h 1691232"/>
                <a:gd name="connsiteX13" fmla="*/ 962499 w 1881147"/>
                <a:gd name="connsiteY13" fmla="*/ 355388 h 1691232"/>
                <a:gd name="connsiteX14" fmla="*/ 838674 w 1881147"/>
                <a:gd name="connsiteY14" fmla="*/ 355388 h 1691232"/>
                <a:gd name="connsiteX15" fmla="*/ 781524 w 1881147"/>
                <a:gd name="connsiteY15" fmla="*/ 426826 h 1691232"/>
                <a:gd name="connsiteX16" fmla="*/ 781524 w 1881147"/>
                <a:gd name="connsiteY16" fmla="*/ 460163 h 1691232"/>
                <a:gd name="connsiteX17" fmla="*/ 743424 w 1881147"/>
                <a:gd name="connsiteY17" fmla="*/ 483976 h 1691232"/>
                <a:gd name="connsiteX18" fmla="*/ 671986 w 1881147"/>
                <a:gd name="connsiteY18" fmla="*/ 417301 h 1691232"/>
                <a:gd name="connsiteX19" fmla="*/ 519586 w 1881147"/>
                <a:gd name="connsiteY19" fmla="*/ 412538 h 1691232"/>
                <a:gd name="connsiteX20" fmla="*/ 457674 w 1881147"/>
                <a:gd name="connsiteY20" fmla="*/ 431588 h 1691232"/>
                <a:gd name="connsiteX21" fmla="*/ 419574 w 1881147"/>
                <a:gd name="connsiteY21" fmla="*/ 417301 h 1691232"/>
                <a:gd name="connsiteX22" fmla="*/ 400524 w 1881147"/>
                <a:gd name="connsiteY22" fmla="*/ 355388 h 1691232"/>
                <a:gd name="connsiteX23" fmla="*/ 333849 w 1881147"/>
                <a:gd name="connsiteY23" fmla="*/ 303001 h 1691232"/>
                <a:gd name="connsiteX24" fmla="*/ 286224 w 1881147"/>
                <a:gd name="connsiteY24" fmla="*/ 236326 h 1691232"/>
                <a:gd name="connsiteX25" fmla="*/ 143349 w 1881147"/>
                <a:gd name="connsiteY25" fmla="*/ 255376 h 1691232"/>
                <a:gd name="connsiteX26" fmla="*/ 124299 w 1881147"/>
                <a:gd name="connsiteY26" fmla="*/ 331576 h 1691232"/>
                <a:gd name="connsiteX27" fmla="*/ 110011 w 1881147"/>
                <a:gd name="connsiteY27" fmla="*/ 364913 h 1691232"/>
                <a:gd name="connsiteX28" fmla="*/ 133824 w 1881147"/>
                <a:gd name="connsiteY28" fmla="*/ 412538 h 1691232"/>
                <a:gd name="connsiteX29" fmla="*/ 81436 w 1881147"/>
                <a:gd name="connsiteY29" fmla="*/ 450638 h 1691232"/>
                <a:gd name="connsiteX30" fmla="*/ 33811 w 1881147"/>
                <a:gd name="connsiteY30" fmla="*/ 445876 h 1691232"/>
                <a:gd name="connsiteX31" fmla="*/ 33811 w 1881147"/>
                <a:gd name="connsiteY31" fmla="*/ 517313 h 1691232"/>
                <a:gd name="connsiteX32" fmla="*/ 474 w 1881147"/>
                <a:gd name="connsiteY32" fmla="*/ 622088 h 1691232"/>
                <a:gd name="connsiteX33" fmla="*/ 62386 w 1881147"/>
                <a:gd name="connsiteY33" fmla="*/ 698288 h 1691232"/>
                <a:gd name="connsiteX34" fmla="*/ 111977 w 1881147"/>
                <a:gd name="connsiteY34" fmla="*/ 678550 h 1691232"/>
                <a:gd name="connsiteX35" fmla="*/ 112334 w 1881147"/>
                <a:gd name="connsiteY35" fmla="*/ 748809 h 1691232"/>
                <a:gd name="connsiteX36" fmla="*/ 167161 w 1881147"/>
                <a:gd name="connsiteY36" fmla="*/ 779251 h 1691232"/>
                <a:gd name="connsiteX37" fmla="*/ 236159 w 1881147"/>
                <a:gd name="connsiteY37" fmla="*/ 789463 h 1691232"/>
                <a:gd name="connsiteX38" fmla="*/ 271462 w 1881147"/>
                <a:gd name="connsiteY38" fmla="*/ 845434 h 1691232"/>
                <a:gd name="connsiteX39" fmla="*/ 270869 w 1881147"/>
                <a:gd name="connsiteY39" fmla="*/ 890506 h 1691232"/>
                <a:gd name="connsiteX40" fmla="*/ 295393 w 1881147"/>
                <a:gd name="connsiteY40" fmla="*/ 929981 h 1691232"/>
                <a:gd name="connsiteX41" fmla="*/ 341051 w 1881147"/>
                <a:gd name="connsiteY41" fmla="*/ 968573 h 1691232"/>
                <a:gd name="connsiteX42" fmla="*/ 426184 w 1881147"/>
                <a:gd name="connsiteY42" fmla="*/ 1022825 h 1691232"/>
                <a:gd name="connsiteX43" fmla="*/ 461961 w 1881147"/>
                <a:gd name="connsiteY43" fmla="*/ 1093918 h 1691232"/>
                <a:gd name="connsiteX44" fmla="*/ 441064 w 1881147"/>
                <a:gd name="connsiteY44" fmla="*/ 1163491 h 1691232"/>
                <a:gd name="connsiteX45" fmla="*/ 519111 w 1881147"/>
                <a:gd name="connsiteY45" fmla="*/ 1219954 h 1691232"/>
                <a:gd name="connsiteX46" fmla="*/ 591143 w 1881147"/>
                <a:gd name="connsiteY46" fmla="*/ 1252948 h 1691232"/>
                <a:gd name="connsiteX47" fmla="*/ 571974 w 1881147"/>
                <a:gd name="connsiteY47" fmla="*/ 1312651 h 1691232"/>
                <a:gd name="connsiteX48" fmla="*/ 662461 w 1881147"/>
                <a:gd name="connsiteY48" fmla="*/ 1465051 h 1691232"/>
                <a:gd name="connsiteX49" fmla="*/ 755271 w 1881147"/>
                <a:gd name="connsiteY49" fmla="*/ 1538205 h 1691232"/>
                <a:gd name="connsiteX50" fmla="*/ 805336 w 1881147"/>
                <a:gd name="connsiteY50" fmla="*/ 1488863 h 1691232"/>
                <a:gd name="connsiteX51" fmla="*/ 869926 w 1881147"/>
                <a:gd name="connsiteY51" fmla="*/ 1516260 h 1691232"/>
                <a:gd name="connsiteX52" fmla="*/ 924399 w 1881147"/>
                <a:gd name="connsiteY52" fmla="*/ 1484101 h 1691232"/>
                <a:gd name="connsiteX53" fmla="*/ 941246 w 1881147"/>
                <a:gd name="connsiteY53" fmla="*/ 1441925 h 1691232"/>
                <a:gd name="connsiteX54" fmla="*/ 1005123 w 1881147"/>
                <a:gd name="connsiteY54" fmla="*/ 1528337 h 1691232"/>
                <a:gd name="connsiteX55" fmla="*/ 1050190 w 1881147"/>
                <a:gd name="connsiteY55" fmla="*/ 1599431 h 1691232"/>
                <a:gd name="connsiteX56" fmla="*/ 1120136 w 1881147"/>
                <a:gd name="connsiteY56" fmla="*/ 1690950 h 1691232"/>
                <a:gd name="connsiteX57" fmla="*/ 1151034 w 1881147"/>
                <a:gd name="connsiteY57" fmla="*/ 1627859 h 1691232"/>
                <a:gd name="connsiteX58" fmla="*/ 1181693 w 1881147"/>
                <a:gd name="connsiteY58" fmla="*/ 1621379 h 1691232"/>
                <a:gd name="connsiteX59" fmla="*/ 1224792 w 1881147"/>
                <a:gd name="connsiteY59" fmla="*/ 1650642 h 1691232"/>
                <a:gd name="connsiteX60" fmla="*/ 1258367 w 1881147"/>
                <a:gd name="connsiteY60" fmla="*/ 1609988 h 1691232"/>
                <a:gd name="connsiteX61" fmla="*/ 1277188 w 1881147"/>
                <a:gd name="connsiteY61" fmla="*/ 1614605 h 1691232"/>
                <a:gd name="connsiteX62" fmla="*/ 1311230 w 1881147"/>
                <a:gd name="connsiteY62" fmla="*/ 1681082 h 1691232"/>
                <a:gd name="connsiteX63" fmla="*/ 1367786 w 1881147"/>
                <a:gd name="connsiteY63" fmla="*/ 1657613 h 1691232"/>
                <a:gd name="connsiteX64" fmla="*/ 1419818 w 1881147"/>
                <a:gd name="connsiteY64" fmla="*/ 1601492 h 1691232"/>
                <a:gd name="connsiteX65" fmla="*/ 1470595 w 1881147"/>
                <a:gd name="connsiteY65" fmla="*/ 1584949 h 1691232"/>
                <a:gd name="connsiteX66" fmla="*/ 1488274 w 1881147"/>
                <a:gd name="connsiteY66" fmla="*/ 1640771 h 1691232"/>
                <a:gd name="connsiteX67" fmla="*/ 1558169 w 1881147"/>
                <a:gd name="connsiteY67" fmla="*/ 1615093 h 1691232"/>
                <a:gd name="connsiteX68" fmla="*/ 1588947 w 1881147"/>
                <a:gd name="connsiteY68" fmla="*/ 1528337 h 1691232"/>
                <a:gd name="connsiteX69" fmla="*/ 1670383 w 1881147"/>
                <a:gd name="connsiteY69" fmla="*/ 1438195 h 1691232"/>
                <a:gd name="connsiteX70" fmla="*/ 1714974 w 1881147"/>
                <a:gd name="connsiteY70" fmla="*/ 1407065 h 1691232"/>
                <a:gd name="connsiteX71" fmla="*/ 1743343 w 1881147"/>
                <a:gd name="connsiteY71" fmla="*/ 1410360 h 1691232"/>
                <a:gd name="connsiteX72" fmla="*/ 1820935 w 1881147"/>
                <a:gd name="connsiteY72" fmla="*/ 1399752 h 1691232"/>
                <a:gd name="connsiteX73" fmla="*/ 1816054 w 1881147"/>
                <a:gd name="connsiteY73" fmla="*/ 1453316 h 1691232"/>
                <a:gd name="connsiteX74" fmla="*/ 1874221 w 1881147"/>
                <a:gd name="connsiteY74" fmla="*/ 1476637 h 1691232"/>
                <a:gd name="connsiteX75" fmla="*/ 1875829 w 1881147"/>
                <a:gd name="connsiteY75" fmla="*/ 1454003 h 1691232"/>
                <a:gd name="connsiteX76" fmla="*/ 1875051 w 1881147"/>
                <a:gd name="connsiteY76" fmla="*/ 1393269 h 1691232"/>
                <a:gd name="connsiteX77" fmla="*/ 1853086 w 1881147"/>
                <a:gd name="connsiteY77" fmla="*/ 1303126 h 1691232"/>
                <a:gd name="connsiteX78" fmla="*/ 1853086 w 1881147"/>
                <a:gd name="connsiteY78" fmla="*/ 1245976 h 1691232"/>
                <a:gd name="connsiteX79" fmla="*/ 1810224 w 1881147"/>
                <a:gd name="connsiteY79" fmla="*/ 1236451 h 1691232"/>
                <a:gd name="connsiteX80" fmla="*/ 1734024 w 1881147"/>
                <a:gd name="connsiteY80" fmla="*/ 1155488 h 1691232"/>
                <a:gd name="connsiteX81" fmla="*/ 1695924 w 1881147"/>
                <a:gd name="connsiteY81" fmla="*/ 974513 h 1691232"/>
                <a:gd name="connsiteX82" fmla="*/ 1643536 w 1881147"/>
                <a:gd name="connsiteY82" fmla="*/ 941176 h 1691232"/>
                <a:gd name="connsiteX83" fmla="*/ 1605436 w 1881147"/>
                <a:gd name="connsiteY83" fmla="*/ 884026 h 1691232"/>
                <a:gd name="connsiteX84" fmla="*/ 1557811 w 1881147"/>
                <a:gd name="connsiteY84" fmla="*/ 836401 h 1691232"/>
                <a:gd name="connsiteX85" fmla="*/ 1505424 w 1881147"/>
                <a:gd name="connsiteY85" fmla="*/ 817351 h 1691232"/>
                <a:gd name="connsiteX86" fmla="*/ 1453036 w 1881147"/>
                <a:gd name="connsiteY86" fmla="*/ 812588 h 1691232"/>
                <a:gd name="connsiteX87" fmla="*/ 1510186 w 1881147"/>
                <a:gd name="connsiteY87" fmla="*/ 779251 h 1691232"/>
                <a:gd name="connsiteX88" fmla="*/ 1476849 w 1881147"/>
                <a:gd name="connsiteY88" fmla="*/ 745913 h 1691232"/>
                <a:gd name="connsiteX89" fmla="*/ 1481611 w 1881147"/>
                <a:gd name="connsiteY89" fmla="*/ 722101 h 1691232"/>
                <a:gd name="connsiteX90" fmla="*/ 1572099 w 1881147"/>
                <a:gd name="connsiteY90" fmla="*/ 760201 h 1691232"/>
                <a:gd name="connsiteX91" fmla="*/ 1624486 w 1881147"/>
                <a:gd name="connsiteY91" fmla="*/ 693526 h 1691232"/>
                <a:gd name="connsiteX92" fmla="*/ 1622283 w 1881147"/>
                <a:gd name="connsiteY92" fmla="*/ 550651 h 1691232"/>
                <a:gd name="connsiteX93" fmla="*/ 1639486 w 1881147"/>
                <a:gd name="connsiteY93" fmla="*/ 402325 h 1691232"/>
                <a:gd name="connsiteX0" fmla="*/ 1639486 w 1881147"/>
                <a:gd name="connsiteY0" fmla="*/ 402325 h 1691232"/>
                <a:gd name="connsiteX1" fmla="*/ 1567336 w 1881147"/>
                <a:gd name="connsiteY1" fmla="*/ 369676 h 1691232"/>
                <a:gd name="connsiteX2" fmla="*/ 1467324 w 1881147"/>
                <a:gd name="connsiteY2" fmla="*/ 345863 h 1691232"/>
                <a:gd name="connsiteX3" fmla="*/ 1427021 w 1881147"/>
                <a:gd name="connsiteY3" fmla="*/ 289204 h 1691232"/>
                <a:gd name="connsiteX4" fmla="*/ 1367311 w 1881147"/>
                <a:gd name="connsiteY4" fmla="*/ 160126 h 1691232"/>
                <a:gd name="connsiteX5" fmla="*/ 1338736 w 1881147"/>
                <a:gd name="connsiteY5" fmla="*/ 12488 h 1691232"/>
                <a:gd name="connsiteX6" fmla="*/ 1267299 w 1881147"/>
                <a:gd name="connsiteY6" fmla="*/ 12488 h 1691232"/>
                <a:gd name="connsiteX7" fmla="*/ 1214911 w 1881147"/>
                <a:gd name="connsiteY7" fmla="*/ 50588 h 1691232"/>
                <a:gd name="connsiteX8" fmla="*/ 1214911 w 1881147"/>
                <a:gd name="connsiteY8" fmla="*/ 155363 h 1691232"/>
                <a:gd name="connsiteX9" fmla="*/ 1186336 w 1881147"/>
                <a:gd name="connsiteY9" fmla="*/ 183938 h 1691232"/>
                <a:gd name="connsiteX10" fmla="*/ 1176811 w 1881147"/>
                <a:gd name="connsiteY10" fmla="*/ 255376 h 1691232"/>
                <a:gd name="connsiteX11" fmla="*/ 1114899 w 1881147"/>
                <a:gd name="connsiteY11" fmla="*/ 298238 h 1691232"/>
                <a:gd name="connsiteX12" fmla="*/ 1005361 w 1881147"/>
                <a:gd name="connsiteY12" fmla="*/ 312526 h 1691232"/>
                <a:gd name="connsiteX13" fmla="*/ 962499 w 1881147"/>
                <a:gd name="connsiteY13" fmla="*/ 355388 h 1691232"/>
                <a:gd name="connsiteX14" fmla="*/ 838674 w 1881147"/>
                <a:gd name="connsiteY14" fmla="*/ 355388 h 1691232"/>
                <a:gd name="connsiteX15" fmla="*/ 781524 w 1881147"/>
                <a:gd name="connsiteY15" fmla="*/ 426826 h 1691232"/>
                <a:gd name="connsiteX16" fmla="*/ 781524 w 1881147"/>
                <a:gd name="connsiteY16" fmla="*/ 460163 h 1691232"/>
                <a:gd name="connsiteX17" fmla="*/ 743424 w 1881147"/>
                <a:gd name="connsiteY17" fmla="*/ 483976 h 1691232"/>
                <a:gd name="connsiteX18" fmla="*/ 671986 w 1881147"/>
                <a:gd name="connsiteY18" fmla="*/ 417301 h 1691232"/>
                <a:gd name="connsiteX19" fmla="*/ 519586 w 1881147"/>
                <a:gd name="connsiteY19" fmla="*/ 412538 h 1691232"/>
                <a:gd name="connsiteX20" fmla="*/ 457674 w 1881147"/>
                <a:gd name="connsiteY20" fmla="*/ 431588 h 1691232"/>
                <a:gd name="connsiteX21" fmla="*/ 419574 w 1881147"/>
                <a:gd name="connsiteY21" fmla="*/ 417301 h 1691232"/>
                <a:gd name="connsiteX22" fmla="*/ 400524 w 1881147"/>
                <a:gd name="connsiteY22" fmla="*/ 355388 h 1691232"/>
                <a:gd name="connsiteX23" fmla="*/ 333849 w 1881147"/>
                <a:gd name="connsiteY23" fmla="*/ 303001 h 1691232"/>
                <a:gd name="connsiteX24" fmla="*/ 286224 w 1881147"/>
                <a:gd name="connsiteY24" fmla="*/ 236326 h 1691232"/>
                <a:gd name="connsiteX25" fmla="*/ 143349 w 1881147"/>
                <a:gd name="connsiteY25" fmla="*/ 255376 h 1691232"/>
                <a:gd name="connsiteX26" fmla="*/ 124299 w 1881147"/>
                <a:gd name="connsiteY26" fmla="*/ 331576 h 1691232"/>
                <a:gd name="connsiteX27" fmla="*/ 110011 w 1881147"/>
                <a:gd name="connsiteY27" fmla="*/ 364913 h 1691232"/>
                <a:gd name="connsiteX28" fmla="*/ 133824 w 1881147"/>
                <a:gd name="connsiteY28" fmla="*/ 412538 h 1691232"/>
                <a:gd name="connsiteX29" fmla="*/ 81436 w 1881147"/>
                <a:gd name="connsiteY29" fmla="*/ 450638 h 1691232"/>
                <a:gd name="connsiteX30" fmla="*/ 33811 w 1881147"/>
                <a:gd name="connsiteY30" fmla="*/ 445876 h 1691232"/>
                <a:gd name="connsiteX31" fmla="*/ 33811 w 1881147"/>
                <a:gd name="connsiteY31" fmla="*/ 517313 h 1691232"/>
                <a:gd name="connsiteX32" fmla="*/ 474 w 1881147"/>
                <a:gd name="connsiteY32" fmla="*/ 622088 h 1691232"/>
                <a:gd name="connsiteX33" fmla="*/ 62386 w 1881147"/>
                <a:gd name="connsiteY33" fmla="*/ 698288 h 1691232"/>
                <a:gd name="connsiteX34" fmla="*/ 111977 w 1881147"/>
                <a:gd name="connsiteY34" fmla="*/ 678550 h 1691232"/>
                <a:gd name="connsiteX35" fmla="*/ 112334 w 1881147"/>
                <a:gd name="connsiteY35" fmla="*/ 748809 h 1691232"/>
                <a:gd name="connsiteX36" fmla="*/ 167161 w 1881147"/>
                <a:gd name="connsiteY36" fmla="*/ 779251 h 1691232"/>
                <a:gd name="connsiteX37" fmla="*/ 236159 w 1881147"/>
                <a:gd name="connsiteY37" fmla="*/ 789463 h 1691232"/>
                <a:gd name="connsiteX38" fmla="*/ 271462 w 1881147"/>
                <a:gd name="connsiteY38" fmla="*/ 845434 h 1691232"/>
                <a:gd name="connsiteX39" fmla="*/ 270869 w 1881147"/>
                <a:gd name="connsiteY39" fmla="*/ 890506 h 1691232"/>
                <a:gd name="connsiteX40" fmla="*/ 295393 w 1881147"/>
                <a:gd name="connsiteY40" fmla="*/ 929981 h 1691232"/>
                <a:gd name="connsiteX41" fmla="*/ 341051 w 1881147"/>
                <a:gd name="connsiteY41" fmla="*/ 968573 h 1691232"/>
                <a:gd name="connsiteX42" fmla="*/ 426184 w 1881147"/>
                <a:gd name="connsiteY42" fmla="*/ 1022825 h 1691232"/>
                <a:gd name="connsiteX43" fmla="*/ 461961 w 1881147"/>
                <a:gd name="connsiteY43" fmla="*/ 1093918 h 1691232"/>
                <a:gd name="connsiteX44" fmla="*/ 441064 w 1881147"/>
                <a:gd name="connsiteY44" fmla="*/ 1163491 h 1691232"/>
                <a:gd name="connsiteX45" fmla="*/ 519111 w 1881147"/>
                <a:gd name="connsiteY45" fmla="*/ 1219954 h 1691232"/>
                <a:gd name="connsiteX46" fmla="*/ 591143 w 1881147"/>
                <a:gd name="connsiteY46" fmla="*/ 1252948 h 1691232"/>
                <a:gd name="connsiteX47" fmla="*/ 571974 w 1881147"/>
                <a:gd name="connsiteY47" fmla="*/ 1312651 h 1691232"/>
                <a:gd name="connsiteX48" fmla="*/ 662461 w 1881147"/>
                <a:gd name="connsiteY48" fmla="*/ 1465051 h 1691232"/>
                <a:gd name="connsiteX49" fmla="*/ 755271 w 1881147"/>
                <a:gd name="connsiteY49" fmla="*/ 1538205 h 1691232"/>
                <a:gd name="connsiteX50" fmla="*/ 805336 w 1881147"/>
                <a:gd name="connsiteY50" fmla="*/ 1488863 h 1691232"/>
                <a:gd name="connsiteX51" fmla="*/ 869926 w 1881147"/>
                <a:gd name="connsiteY51" fmla="*/ 1516260 h 1691232"/>
                <a:gd name="connsiteX52" fmla="*/ 924399 w 1881147"/>
                <a:gd name="connsiteY52" fmla="*/ 1484101 h 1691232"/>
                <a:gd name="connsiteX53" fmla="*/ 941246 w 1881147"/>
                <a:gd name="connsiteY53" fmla="*/ 1441925 h 1691232"/>
                <a:gd name="connsiteX54" fmla="*/ 1005123 w 1881147"/>
                <a:gd name="connsiteY54" fmla="*/ 1528337 h 1691232"/>
                <a:gd name="connsiteX55" fmla="*/ 1050190 w 1881147"/>
                <a:gd name="connsiteY55" fmla="*/ 1599431 h 1691232"/>
                <a:gd name="connsiteX56" fmla="*/ 1120136 w 1881147"/>
                <a:gd name="connsiteY56" fmla="*/ 1690950 h 1691232"/>
                <a:gd name="connsiteX57" fmla="*/ 1151034 w 1881147"/>
                <a:gd name="connsiteY57" fmla="*/ 1627859 h 1691232"/>
                <a:gd name="connsiteX58" fmla="*/ 1181693 w 1881147"/>
                <a:gd name="connsiteY58" fmla="*/ 1621379 h 1691232"/>
                <a:gd name="connsiteX59" fmla="*/ 1224792 w 1881147"/>
                <a:gd name="connsiteY59" fmla="*/ 1650642 h 1691232"/>
                <a:gd name="connsiteX60" fmla="*/ 1258367 w 1881147"/>
                <a:gd name="connsiteY60" fmla="*/ 1609988 h 1691232"/>
                <a:gd name="connsiteX61" fmla="*/ 1277188 w 1881147"/>
                <a:gd name="connsiteY61" fmla="*/ 1614605 h 1691232"/>
                <a:gd name="connsiteX62" fmla="*/ 1311230 w 1881147"/>
                <a:gd name="connsiteY62" fmla="*/ 1681082 h 1691232"/>
                <a:gd name="connsiteX63" fmla="*/ 1367786 w 1881147"/>
                <a:gd name="connsiteY63" fmla="*/ 1657613 h 1691232"/>
                <a:gd name="connsiteX64" fmla="*/ 1419818 w 1881147"/>
                <a:gd name="connsiteY64" fmla="*/ 1601492 h 1691232"/>
                <a:gd name="connsiteX65" fmla="*/ 1470595 w 1881147"/>
                <a:gd name="connsiteY65" fmla="*/ 1584949 h 1691232"/>
                <a:gd name="connsiteX66" fmla="*/ 1488274 w 1881147"/>
                <a:gd name="connsiteY66" fmla="*/ 1640771 h 1691232"/>
                <a:gd name="connsiteX67" fmla="*/ 1558169 w 1881147"/>
                <a:gd name="connsiteY67" fmla="*/ 1615093 h 1691232"/>
                <a:gd name="connsiteX68" fmla="*/ 1588947 w 1881147"/>
                <a:gd name="connsiteY68" fmla="*/ 1528337 h 1691232"/>
                <a:gd name="connsiteX69" fmla="*/ 1670383 w 1881147"/>
                <a:gd name="connsiteY69" fmla="*/ 1438195 h 1691232"/>
                <a:gd name="connsiteX70" fmla="*/ 1714974 w 1881147"/>
                <a:gd name="connsiteY70" fmla="*/ 1407065 h 1691232"/>
                <a:gd name="connsiteX71" fmla="*/ 1743343 w 1881147"/>
                <a:gd name="connsiteY71" fmla="*/ 1410360 h 1691232"/>
                <a:gd name="connsiteX72" fmla="*/ 1820935 w 1881147"/>
                <a:gd name="connsiteY72" fmla="*/ 1399752 h 1691232"/>
                <a:gd name="connsiteX73" fmla="*/ 1816054 w 1881147"/>
                <a:gd name="connsiteY73" fmla="*/ 1453316 h 1691232"/>
                <a:gd name="connsiteX74" fmla="*/ 1874221 w 1881147"/>
                <a:gd name="connsiteY74" fmla="*/ 1476637 h 1691232"/>
                <a:gd name="connsiteX75" fmla="*/ 1875829 w 1881147"/>
                <a:gd name="connsiteY75" fmla="*/ 1454003 h 1691232"/>
                <a:gd name="connsiteX76" fmla="*/ 1875051 w 1881147"/>
                <a:gd name="connsiteY76" fmla="*/ 1393269 h 1691232"/>
                <a:gd name="connsiteX77" fmla="*/ 1853086 w 1881147"/>
                <a:gd name="connsiteY77" fmla="*/ 1303126 h 1691232"/>
                <a:gd name="connsiteX78" fmla="*/ 1853086 w 1881147"/>
                <a:gd name="connsiteY78" fmla="*/ 1245976 h 1691232"/>
                <a:gd name="connsiteX79" fmla="*/ 1810224 w 1881147"/>
                <a:gd name="connsiteY79" fmla="*/ 1236451 h 1691232"/>
                <a:gd name="connsiteX80" fmla="*/ 1734024 w 1881147"/>
                <a:gd name="connsiteY80" fmla="*/ 1155488 h 1691232"/>
                <a:gd name="connsiteX81" fmla="*/ 1695924 w 1881147"/>
                <a:gd name="connsiteY81" fmla="*/ 974513 h 1691232"/>
                <a:gd name="connsiteX82" fmla="*/ 1643536 w 1881147"/>
                <a:gd name="connsiteY82" fmla="*/ 941176 h 1691232"/>
                <a:gd name="connsiteX83" fmla="*/ 1605436 w 1881147"/>
                <a:gd name="connsiteY83" fmla="*/ 884026 h 1691232"/>
                <a:gd name="connsiteX84" fmla="*/ 1557811 w 1881147"/>
                <a:gd name="connsiteY84" fmla="*/ 836401 h 1691232"/>
                <a:gd name="connsiteX85" fmla="*/ 1505424 w 1881147"/>
                <a:gd name="connsiteY85" fmla="*/ 817351 h 1691232"/>
                <a:gd name="connsiteX86" fmla="*/ 1453036 w 1881147"/>
                <a:gd name="connsiteY86" fmla="*/ 812588 h 1691232"/>
                <a:gd name="connsiteX87" fmla="*/ 1510186 w 1881147"/>
                <a:gd name="connsiteY87" fmla="*/ 779251 h 1691232"/>
                <a:gd name="connsiteX88" fmla="*/ 1476849 w 1881147"/>
                <a:gd name="connsiteY88" fmla="*/ 745913 h 1691232"/>
                <a:gd name="connsiteX89" fmla="*/ 1481611 w 1881147"/>
                <a:gd name="connsiteY89" fmla="*/ 722101 h 1691232"/>
                <a:gd name="connsiteX90" fmla="*/ 1572099 w 1881147"/>
                <a:gd name="connsiteY90" fmla="*/ 760201 h 1691232"/>
                <a:gd name="connsiteX91" fmla="*/ 1624486 w 1881147"/>
                <a:gd name="connsiteY91" fmla="*/ 693526 h 1691232"/>
                <a:gd name="connsiteX92" fmla="*/ 1622283 w 1881147"/>
                <a:gd name="connsiteY92" fmla="*/ 550651 h 1691232"/>
                <a:gd name="connsiteX93" fmla="*/ 1639486 w 1881147"/>
                <a:gd name="connsiteY93" fmla="*/ 402325 h 1691232"/>
                <a:gd name="connsiteX0" fmla="*/ 1639486 w 1881147"/>
                <a:gd name="connsiteY0" fmla="*/ 402325 h 1691232"/>
                <a:gd name="connsiteX1" fmla="*/ 1567336 w 1881147"/>
                <a:gd name="connsiteY1" fmla="*/ 369676 h 1691232"/>
                <a:gd name="connsiteX2" fmla="*/ 1467324 w 1881147"/>
                <a:gd name="connsiteY2" fmla="*/ 345863 h 1691232"/>
                <a:gd name="connsiteX3" fmla="*/ 1427021 w 1881147"/>
                <a:gd name="connsiteY3" fmla="*/ 289204 h 1691232"/>
                <a:gd name="connsiteX4" fmla="*/ 1379514 w 1881147"/>
                <a:gd name="connsiteY4" fmla="*/ 160126 h 1691232"/>
                <a:gd name="connsiteX5" fmla="*/ 1338736 w 1881147"/>
                <a:gd name="connsiteY5" fmla="*/ 12488 h 1691232"/>
                <a:gd name="connsiteX6" fmla="*/ 1267299 w 1881147"/>
                <a:gd name="connsiteY6" fmla="*/ 12488 h 1691232"/>
                <a:gd name="connsiteX7" fmla="*/ 1214911 w 1881147"/>
                <a:gd name="connsiteY7" fmla="*/ 50588 h 1691232"/>
                <a:gd name="connsiteX8" fmla="*/ 1214911 w 1881147"/>
                <a:gd name="connsiteY8" fmla="*/ 155363 h 1691232"/>
                <a:gd name="connsiteX9" fmla="*/ 1186336 w 1881147"/>
                <a:gd name="connsiteY9" fmla="*/ 183938 h 1691232"/>
                <a:gd name="connsiteX10" fmla="*/ 1176811 w 1881147"/>
                <a:gd name="connsiteY10" fmla="*/ 255376 h 1691232"/>
                <a:gd name="connsiteX11" fmla="*/ 1114899 w 1881147"/>
                <a:gd name="connsiteY11" fmla="*/ 298238 h 1691232"/>
                <a:gd name="connsiteX12" fmla="*/ 1005361 w 1881147"/>
                <a:gd name="connsiteY12" fmla="*/ 312526 h 1691232"/>
                <a:gd name="connsiteX13" fmla="*/ 962499 w 1881147"/>
                <a:gd name="connsiteY13" fmla="*/ 355388 h 1691232"/>
                <a:gd name="connsiteX14" fmla="*/ 838674 w 1881147"/>
                <a:gd name="connsiteY14" fmla="*/ 355388 h 1691232"/>
                <a:gd name="connsiteX15" fmla="*/ 781524 w 1881147"/>
                <a:gd name="connsiteY15" fmla="*/ 426826 h 1691232"/>
                <a:gd name="connsiteX16" fmla="*/ 781524 w 1881147"/>
                <a:gd name="connsiteY16" fmla="*/ 460163 h 1691232"/>
                <a:gd name="connsiteX17" fmla="*/ 743424 w 1881147"/>
                <a:gd name="connsiteY17" fmla="*/ 483976 h 1691232"/>
                <a:gd name="connsiteX18" fmla="*/ 671986 w 1881147"/>
                <a:gd name="connsiteY18" fmla="*/ 417301 h 1691232"/>
                <a:gd name="connsiteX19" fmla="*/ 519586 w 1881147"/>
                <a:gd name="connsiteY19" fmla="*/ 412538 h 1691232"/>
                <a:gd name="connsiteX20" fmla="*/ 457674 w 1881147"/>
                <a:gd name="connsiteY20" fmla="*/ 431588 h 1691232"/>
                <a:gd name="connsiteX21" fmla="*/ 419574 w 1881147"/>
                <a:gd name="connsiteY21" fmla="*/ 417301 h 1691232"/>
                <a:gd name="connsiteX22" fmla="*/ 400524 w 1881147"/>
                <a:gd name="connsiteY22" fmla="*/ 355388 h 1691232"/>
                <a:gd name="connsiteX23" fmla="*/ 333849 w 1881147"/>
                <a:gd name="connsiteY23" fmla="*/ 303001 h 1691232"/>
                <a:gd name="connsiteX24" fmla="*/ 286224 w 1881147"/>
                <a:gd name="connsiteY24" fmla="*/ 236326 h 1691232"/>
                <a:gd name="connsiteX25" fmla="*/ 143349 w 1881147"/>
                <a:gd name="connsiteY25" fmla="*/ 255376 h 1691232"/>
                <a:gd name="connsiteX26" fmla="*/ 124299 w 1881147"/>
                <a:gd name="connsiteY26" fmla="*/ 331576 h 1691232"/>
                <a:gd name="connsiteX27" fmla="*/ 110011 w 1881147"/>
                <a:gd name="connsiteY27" fmla="*/ 364913 h 1691232"/>
                <a:gd name="connsiteX28" fmla="*/ 133824 w 1881147"/>
                <a:gd name="connsiteY28" fmla="*/ 412538 h 1691232"/>
                <a:gd name="connsiteX29" fmla="*/ 81436 w 1881147"/>
                <a:gd name="connsiteY29" fmla="*/ 450638 h 1691232"/>
                <a:gd name="connsiteX30" fmla="*/ 33811 w 1881147"/>
                <a:gd name="connsiteY30" fmla="*/ 445876 h 1691232"/>
                <a:gd name="connsiteX31" fmla="*/ 33811 w 1881147"/>
                <a:gd name="connsiteY31" fmla="*/ 517313 h 1691232"/>
                <a:gd name="connsiteX32" fmla="*/ 474 w 1881147"/>
                <a:gd name="connsiteY32" fmla="*/ 622088 h 1691232"/>
                <a:gd name="connsiteX33" fmla="*/ 62386 w 1881147"/>
                <a:gd name="connsiteY33" fmla="*/ 698288 h 1691232"/>
                <a:gd name="connsiteX34" fmla="*/ 111977 w 1881147"/>
                <a:gd name="connsiteY34" fmla="*/ 678550 h 1691232"/>
                <a:gd name="connsiteX35" fmla="*/ 112334 w 1881147"/>
                <a:gd name="connsiteY35" fmla="*/ 748809 h 1691232"/>
                <a:gd name="connsiteX36" fmla="*/ 167161 w 1881147"/>
                <a:gd name="connsiteY36" fmla="*/ 779251 h 1691232"/>
                <a:gd name="connsiteX37" fmla="*/ 236159 w 1881147"/>
                <a:gd name="connsiteY37" fmla="*/ 789463 h 1691232"/>
                <a:gd name="connsiteX38" fmla="*/ 271462 w 1881147"/>
                <a:gd name="connsiteY38" fmla="*/ 845434 h 1691232"/>
                <a:gd name="connsiteX39" fmla="*/ 270869 w 1881147"/>
                <a:gd name="connsiteY39" fmla="*/ 890506 h 1691232"/>
                <a:gd name="connsiteX40" fmla="*/ 295393 w 1881147"/>
                <a:gd name="connsiteY40" fmla="*/ 929981 h 1691232"/>
                <a:gd name="connsiteX41" fmla="*/ 341051 w 1881147"/>
                <a:gd name="connsiteY41" fmla="*/ 968573 h 1691232"/>
                <a:gd name="connsiteX42" fmla="*/ 426184 w 1881147"/>
                <a:gd name="connsiteY42" fmla="*/ 1022825 h 1691232"/>
                <a:gd name="connsiteX43" fmla="*/ 461961 w 1881147"/>
                <a:gd name="connsiteY43" fmla="*/ 1093918 h 1691232"/>
                <a:gd name="connsiteX44" fmla="*/ 441064 w 1881147"/>
                <a:gd name="connsiteY44" fmla="*/ 1163491 h 1691232"/>
                <a:gd name="connsiteX45" fmla="*/ 519111 w 1881147"/>
                <a:gd name="connsiteY45" fmla="*/ 1219954 h 1691232"/>
                <a:gd name="connsiteX46" fmla="*/ 591143 w 1881147"/>
                <a:gd name="connsiteY46" fmla="*/ 1252948 h 1691232"/>
                <a:gd name="connsiteX47" fmla="*/ 571974 w 1881147"/>
                <a:gd name="connsiteY47" fmla="*/ 1312651 h 1691232"/>
                <a:gd name="connsiteX48" fmla="*/ 662461 w 1881147"/>
                <a:gd name="connsiteY48" fmla="*/ 1465051 h 1691232"/>
                <a:gd name="connsiteX49" fmla="*/ 755271 w 1881147"/>
                <a:gd name="connsiteY49" fmla="*/ 1538205 h 1691232"/>
                <a:gd name="connsiteX50" fmla="*/ 805336 w 1881147"/>
                <a:gd name="connsiteY50" fmla="*/ 1488863 h 1691232"/>
                <a:gd name="connsiteX51" fmla="*/ 869926 w 1881147"/>
                <a:gd name="connsiteY51" fmla="*/ 1516260 h 1691232"/>
                <a:gd name="connsiteX52" fmla="*/ 924399 w 1881147"/>
                <a:gd name="connsiteY52" fmla="*/ 1484101 h 1691232"/>
                <a:gd name="connsiteX53" fmla="*/ 941246 w 1881147"/>
                <a:gd name="connsiteY53" fmla="*/ 1441925 h 1691232"/>
                <a:gd name="connsiteX54" fmla="*/ 1005123 w 1881147"/>
                <a:gd name="connsiteY54" fmla="*/ 1528337 h 1691232"/>
                <a:gd name="connsiteX55" fmla="*/ 1050190 w 1881147"/>
                <a:gd name="connsiteY55" fmla="*/ 1599431 h 1691232"/>
                <a:gd name="connsiteX56" fmla="*/ 1120136 w 1881147"/>
                <a:gd name="connsiteY56" fmla="*/ 1690950 h 1691232"/>
                <a:gd name="connsiteX57" fmla="*/ 1151034 w 1881147"/>
                <a:gd name="connsiteY57" fmla="*/ 1627859 h 1691232"/>
                <a:gd name="connsiteX58" fmla="*/ 1181693 w 1881147"/>
                <a:gd name="connsiteY58" fmla="*/ 1621379 h 1691232"/>
                <a:gd name="connsiteX59" fmla="*/ 1224792 w 1881147"/>
                <a:gd name="connsiteY59" fmla="*/ 1650642 h 1691232"/>
                <a:gd name="connsiteX60" fmla="*/ 1258367 w 1881147"/>
                <a:gd name="connsiteY60" fmla="*/ 1609988 h 1691232"/>
                <a:gd name="connsiteX61" fmla="*/ 1277188 w 1881147"/>
                <a:gd name="connsiteY61" fmla="*/ 1614605 h 1691232"/>
                <a:gd name="connsiteX62" fmla="*/ 1311230 w 1881147"/>
                <a:gd name="connsiteY62" fmla="*/ 1681082 h 1691232"/>
                <a:gd name="connsiteX63" fmla="*/ 1367786 w 1881147"/>
                <a:gd name="connsiteY63" fmla="*/ 1657613 h 1691232"/>
                <a:gd name="connsiteX64" fmla="*/ 1419818 w 1881147"/>
                <a:gd name="connsiteY64" fmla="*/ 1601492 h 1691232"/>
                <a:gd name="connsiteX65" fmla="*/ 1470595 w 1881147"/>
                <a:gd name="connsiteY65" fmla="*/ 1584949 h 1691232"/>
                <a:gd name="connsiteX66" fmla="*/ 1488274 w 1881147"/>
                <a:gd name="connsiteY66" fmla="*/ 1640771 h 1691232"/>
                <a:gd name="connsiteX67" fmla="*/ 1558169 w 1881147"/>
                <a:gd name="connsiteY67" fmla="*/ 1615093 h 1691232"/>
                <a:gd name="connsiteX68" fmla="*/ 1588947 w 1881147"/>
                <a:gd name="connsiteY68" fmla="*/ 1528337 h 1691232"/>
                <a:gd name="connsiteX69" fmla="*/ 1670383 w 1881147"/>
                <a:gd name="connsiteY69" fmla="*/ 1438195 h 1691232"/>
                <a:gd name="connsiteX70" fmla="*/ 1714974 w 1881147"/>
                <a:gd name="connsiteY70" fmla="*/ 1407065 h 1691232"/>
                <a:gd name="connsiteX71" fmla="*/ 1743343 w 1881147"/>
                <a:gd name="connsiteY71" fmla="*/ 1410360 h 1691232"/>
                <a:gd name="connsiteX72" fmla="*/ 1820935 w 1881147"/>
                <a:gd name="connsiteY72" fmla="*/ 1399752 h 1691232"/>
                <a:gd name="connsiteX73" fmla="*/ 1816054 w 1881147"/>
                <a:gd name="connsiteY73" fmla="*/ 1453316 h 1691232"/>
                <a:gd name="connsiteX74" fmla="*/ 1874221 w 1881147"/>
                <a:gd name="connsiteY74" fmla="*/ 1476637 h 1691232"/>
                <a:gd name="connsiteX75" fmla="*/ 1875829 w 1881147"/>
                <a:gd name="connsiteY75" fmla="*/ 1454003 h 1691232"/>
                <a:gd name="connsiteX76" fmla="*/ 1875051 w 1881147"/>
                <a:gd name="connsiteY76" fmla="*/ 1393269 h 1691232"/>
                <a:gd name="connsiteX77" fmla="*/ 1853086 w 1881147"/>
                <a:gd name="connsiteY77" fmla="*/ 1303126 h 1691232"/>
                <a:gd name="connsiteX78" fmla="*/ 1853086 w 1881147"/>
                <a:gd name="connsiteY78" fmla="*/ 1245976 h 1691232"/>
                <a:gd name="connsiteX79" fmla="*/ 1810224 w 1881147"/>
                <a:gd name="connsiteY79" fmla="*/ 1236451 h 1691232"/>
                <a:gd name="connsiteX80" fmla="*/ 1734024 w 1881147"/>
                <a:gd name="connsiteY80" fmla="*/ 1155488 h 1691232"/>
                <a:gd name="connsiteX81" fmla="*/ 1695924 w 1881147"/>
                <a:gd name="connsiteY81" fmla="*/ 974513 h 1691232"/>
                <a:gd name="connsiteX82" fmla="*/ 1643536 w 1881147"/>
                <a:gd name="connsiteY82" fmla="*/ 941176 h 1691232"/>
                <a:gd name="connsiteX83" fmla="*/ 1605436 w 1881147"/>
                <a:gd name="connsiteY83" fmla="*/ 884026 h 1691232"/>
                <a:gd name="connsiteX84" fmla="*/ 1557811 w 1881147"/>
                <a:gd name="connsiteY84" fmla="*/ 836401 h 1691232"/>
                <a:gd name="connsiteX85" fmla="*/ 1505424 w 1881147"/>
                <a:gd name="connsiteY85" fmla="*/ 817351 h 1691232"/>
                <a:gd name="connsiteX86" fmla="*/ 1453036 w 1881147"/>
                <a:gd name="connsiteY86" fmla="*/ 812588 h 1691232"/>
                <a:gd name="connsiteX87" fmla="*/ 1510186 w 1881147"/>
                <a:gd name="connsiteY87" fmla="*/ 779251 h 1691232"/>
                <a:gd name="connsiteX88" fmla="*/ 1476849 w 1881147"/>
                <a:gd name="connsiteY88" fmla="*/ 745913 h 1691232"/>
                <a:gd name="connsiteX89" fmla="*/ 1481611 w 1881147"/>
                <a:gd name="connsiteY89" fmla="*/ 722101 h 1691232"/>
                <a:gd name="connsiteX90" fmla="*/ 1572099 w 1881147"/>
                <a:gd name="connsiteY90" fmla="*/ 760201 h 1691232"/>
                <a:gd name="connsiteX91" fmla="*/ 1624486 w 1881147"/>
                <a:gd name="connsiteY91" fmla="*/ 693526 h 1691232"/>
                <a:gd name="connsiteX92" fmla="*/ 1622283 w 1881147"/>
                <a:gd name="connsiteY92" fmla="*/ 550651 h 1691232"/>
                <a:gd name="connsiteX93" fmla="*/ 1639486 w 1881147"/>
                <a:gd name="connsiteY93" fmla="*/ 402325 h 1691232"/>
                <a:gd name="connsiteX0" fmla="*/ 1639486 w 1881147"/>
                <a:gd name="connsiteY0" fmla="*/ 402325 h 1691232"/>
                <a:gd name="connsiteX1" fmla="*/ 1567336 w 1881147"/>
                <a:gd name="connsiteY1" fmla="*/ 369676 h 1691232"/>
                <a:gd name="connsiteX2" fmla="*/ 1467324 w 1881147"/>
                <a:gd name="connsiteY2" fmla="*/ 345863 h 1691232"/>
                <a:gd name="connsiteX3" fmla="*/ 1427021 w 1881147"/>
                <a:gd name="connsiteY3" fmla="*/ 289204 h 1691232"/>
                <a:gd name="connsiteX4" fmla="*/ 1379514 w 1881147"/>
                <a:gd name="connsiteY4" fmla="*/ 160126 h 1691232"/>
                <a:gd name="connsiteX5" fmla="*/ 1351753 w 1881147"/>
                <a:gd name="connsiteY5" fmla="*/ 12488 h 1691232"/>
                <a:gd name="connsiteX6" fmla="*/ 1267299 w 1881147"/>
                <a:gd name="connsiteY6" fmla="*/ 12488 h 1691232"/>
                <a:gd name="connsiteX7" fmla="*/ 1214911 w 1881147"/>
                <a:gd name="connsiteY7" fmla="*/ 50588 h 1691232"/>
                <a:gd name="connsiteX8" fmla="*/ 1214911 w 1881147"/>
                <a:gd name="connsiteY8" fmla="*/ 155363 h 1691232"/>
                <a:gd name="connsiteX9" fmla="*/ 1186336 w 1881147"/>
                <a:gd name="connsiteY9" fmla="*/ 183938 h 1691232"/>
                <a:gd name="connsiteX10" fmla="*/ 1176811 w 1881147"/>
                <a:gd name="connsiteY10" fmla="*/ 255376 h 1691232"/>
                <a:gd name="connsiteX11" fmla="*/ 1114899 w 1881147"/>
                <a:gd name="connsiteY11" fmla="*/ 298238 h 1691232"/>
                <a:gd name="connsiteX12" fmla="*/ 1005361 w 1881147"/>
                <a:gd name="connsiteY12" fmla="*/ 312526 h 1691232"/>
                <a:gd name="connsiteX13" fmla="*/ 962499 w 1881147"/>
                <a:gd name="connsiteY13" fmla="*/ 355388 h 1691232"/>
                <a:gd name="connsiteX14" fmla="*/ 838674 w 1881147"/>
                <a:gd name="connsiteY14" fmla="*/ 355388 h 1691232"/>
                <a:gd name="connsiteX15" fmla="*/ 781524 w 1881147"/>
                <a:gd name="connsiteY15" fmla="*/ 426826 h 1691232"/>
                <a:gd name="connsiteX16" fmla="*/ 781524 w 1881147"/>
                <a:gd name="connsiteY16" fmla="*/ 460163 h 1691232"/>
                <a:gd name="connsiteX17" fmla="*/ 743424 w 1881147"/>
                <a:gd name="connsiteY17" fmla="*/ 483976 h 1691232"/>
                <a:gd name="connsiteX18" fmla="*/ 671986 w 1881147"/>
                <a:gd name="connsiteY18" fmla="*/ 417301 h 1691232"/>
                <a:gd name="connsiteX19" fmla="*/ 519586 w 1881147"/>
                <a:gd name="connsiteY19" fmla="*/ 412538 h 1691232"/>
                <a:gd name="connsiteX20" fmla="*/ 457674 w 1881147"/>
                <a:gd name="connsiteY20" fmla="*/ 431588 h 1691232"/>
                <a:gd name="connsiteX21" fmla="*/ 419574 w 1881147"/>
                <a:gd name="connsiteY21" fmla="*/ 417301 h 1691232"/>
                <a:gd name="connsiteX22" fmla="*/ 400524 w 1881147"/>
                <a:gd name="connsiteY22" fmla="*/ 355388 h 1691232"/>
                <a:gd name="connsiteX23" fmla="*/ 333849 w 1881147"/>
                <a:gd name="connsiteY23" fmla="*/ 303001 h 1691232"/>
                <a:gd name="connsiteX24" fmla="*/ 286224 w 1881147"/>
                <a:gd name="connsiteY24" fmla="*/ 236326 h 1691232"/>
                <a:gd name="connsiteX25" fmla="*/ 143349 w 1881147"/>
                <a:gd name="connsiteY25" fmla="*/ 255376 h 1691232"/>
                <a:gd name="connsiteX26" fmla="*/ 124299 w 1881147"/>
                <a:gd name="connsiteY26" fmla="*/ 331576 h 1691232"/>
                <a:gd name="connsiteX27" fmla="*/ 110011 w 1881147"/>
                <a:gd name="connsiteY27" fmla="*/ 364913 h 1691232"/>
                <a:gd name="connsiteX28" fmla="*/ 133824 w 1881147"/>
                <a:gd name="connsiteY28" fmla="*/ 412538 h 1691232"/>
                <a:gd name="connsiteX29" fmla="*/ 81436 w 1881147"/>
                <a:gd name="connsiteY29" fmla="*/ 450638 h 1691232"/>
                <a:gd name="connsiteX30" fmla="*/ 33811 w 1881147"/>
                <a:gd name="connsiteY30" fmla="*/ 445876 h 1691232"/>
                <a:gd name="connsiteX31" fmla="*/ 33811 w 1881147"/>
                <a:gd name="connsiteY31" fmla="*/ 517313 h 1691232"/>
                <a:gd name="connsiteX32" fmla="*/ 474 w 1881147"/>
                <a:gd name="connsiteY32" fmla="*/ 622088 h 1691232"/>
                <a:gd name="connsiteX33" fmla="*/ 62386 w 1881147"/>
                <a:gd name="connsiteY33" fmla="*/ 698288 h 1691232"/>
                <a:gd name="connsiteX34" fmla="*/ 111977 w 1881147"/>
                <a:gd name="connsiteY34" fmla="*/ 678550 h 1691232"/>
                <a:gd name="connsiteX35" fmla="*/ 112334 w 1881147"/>
                <a:gd name="connsiteY35" fmla="*/ 748809 h 1691232"/>
                <a:gd name="connsiteX36" fmla="*/ 167161 w 1881147"/>
                <a:gd name="connsiteY36" fmla="*/ 779251 h 1691232"/>
                <a:gd name="connsiteX37" fmla="*/ 236159 w 1881147"/>
                <a:gd name="connsiteY37" fmla="*/ 789463 h 1691232"/>
                <a:gd name="connsiteX38" fmla="*/ 271462 w 1881147"/>
                <a:gd name="connsiteY38" fmla="*/ 845434 h 1691232"/>
                <a:gd name="connsiteX39" fmla="*/ 270869 w 1881147"/>
                <a:gd name="connsiteY39" fmla="*/ 890506 h 1691232"/>
                <a:gd name="connsiteX40" fmla="*/ 295393 w 1881147"/>
                <a:gd name="connsiteY40" fmla="*/ 929981 h 1691232"/>
                <a:gd name="connsiteX41" fmla="*/ 341051 w 1881147"/>
                <a:gd name="connsiteY41" fmla="*/ 968573 h 1691232"/>
                <a:gd name="connsiteX42" fmla="*/ 426184 w 1881147"/>
                <a:gd name="connsiteY42" fmla="*/ 1022825 h 1691232"/>
                <a:gd name="connsiteX43" fmla="*/ 461961 w 1881147"/>
                <a:gd name="connsiteY43" fmla="*/ 1093918 h 1691232"/>
                <a:gd name="connsiteX44" fmla="*/ 441064 w 1881147"/>
                <a:gd name="connsiteY44" fmla="*/ 1163491 h 1691232"/>
                <a:gd name="connsiteX45" fmla="*/ 519111 w 1881147"/>
                <a:gd name="connsiteY45" fmla="*/ 1219954 h 1691232"/>
                <a:gd name="connsiteX46" fmla="*/ 591143 w 1881147"/>
                <a:gd name="connsiteY46" fmla="*/ 1252948 h 1691232"/>
                <a:gd name="connsiteX47" fmla="*/ 571974 w 1881147"/>
                <a:gd name="connsiteY47" fmla="*/ 1312651 h 1691232"/>
                <a:gd name="connsiteX48" fmla="*/ 662461 w 1881147"/>
                <a:gd name="connsiteY48" fmla="*/ 1465051 h 1691232"/>
                <a:gd name="connsiteX49" fmla="*/ 755271 w 1881147"/>
                <a:gd name="connsiteY49" fmla="*/ 1538205 h 1691232"/>
                <a:gd name="connsiteX50" fmla="*/ 805336 w 1881147"/>
                <a:gd name="connsiteY50" fmla="*/ 1488863 h 1691232"/>
                <a:gd name="connsiteX51" fmla="*/ 869926 w 1881147"/>
                <a:gd name="connsiteY51" fmla="*/ 1516260 h 1691232"/>
                <a:gd name="connsiteX52" fmla="*/ 924399 w 1881147"/>
                <a:gd name="connsiteY52" fmla="*/ 1484101 h 1691232"/>
                <a:gd name="connsiteX53" fmla="*/ 941246 w 1881147"/>
                <a:gd name="connsiteY53" fmla="*/ 1441925 h 1691232"/>
                <a:gd name="connsiteX54" fmla="*/ 1005123 w 1881147"/>
                <a:gd name="connsiteY54" fmla="*/ 1528337 h 1691232"/>
                <a:gd name="connsiteX55" fmla="*/ 1050190 w 1881147"/>
                <a:gd name="connsiteY55" fmla="*/ 1599431 h 1691232"/>
                <a:gd name="connsiteX56" fmla="*/ 1120136 w 1881147"/>
                <a:gd name="connsiteY56" fmla="*/ 1690950 h 1691232"/>
                <a:gd name="connsiteX57" fmla="*/ 1151034 w 1881147"/>
                <a:gd name="connsiteY57" fmla="*/ 1627859 h 1691232"/>
                <a:gd name="connsiteX58" fmla="*/ 1181693 w 1881147"/>
                <a:gd name="connsiteY58" fmla="*/ 1621379 h 1691232"/>
                <a:gd name="connsiteX59" fmla="*/ 1224792 w 1881147"/>
                <a:gd name="connsiteY59" fmla="*/ 1650642 h 1691232"/>
                <a:gd name="connsiteX60" fmla="*/ 1258367 w 1881147"/>
                <a:gd name="connsiteY60" fmla="*/ 1609988 h 1691232"/>
                <a:gd name="connsiteX61" fmla="*/ 1277188 w 1881147"/>
                <a:gd name="connsiteY61" fmla="*/ 1614605 h 1691232"/>
                <a:gd name="connsiteX62" fmla="*/ 1311230 w 1881147"/>
                <a:gd name="connsiteY62" fmla="*/ 1681082 h 1691232"/>
                <a:gd name="connsiteX63" fmla="*/ 1367786 w 1881147"/>
                <a:gd name="connsiteY63" fmla="*/ 1657613 h 1691232"/>
                <a:gd name="connsiteX64" fmla="*/ 1419818 w 1881147"/>
                <a:gd name="connsiteY64" fmla="*/ 1601492 h 1691232"/>
                <a:gd name="connsiteX65" fmla="*/ 1470595 w 1881147"/>
                <a:gd name="connsiteY65" fmla="*/ 1584949 h 1691232"/>
                <a:gd name="connsiteX66" fmla="*/ 1488274 w 1881147"/>
                <a:gd name="connsiteY66" fmla="*/ 1640771 h 1691232"/>
                <a:gd name="connsiteX67" fmla="*/ 1558169 w 1881147"/>
                <a:gd name="connsiteY67" fmla="*/ 1615093 h 1691232"/>
                <a:gd name="connsiteX68" fmla="*/ 1588947 w 1881147"/>
                <a:gd name="connsiteY68" fmla="*/ 1528337 h 1691232"/>
                <a:gd name="connsiteX69" fmla="*/ 1670383 w 1881147"/>
                <a:gd name="connsiteY69" fmla="*/ 1438195 h 1691232"/>
                <a:gd name="connsiteX70" fmla="*/ 1714974 w 1881147"/>
                <a:gd name="connsiteY70" fmla="*/ 1407065 h 1691232"/>
                <a:gd name="connsiteX71" fmla="*/ 1743343 w 1881147"/>
                <a:gd name="connsiteY71" fmla="*/ 1410360 h 1691232"/>
                <a:gd name="connsiteX72" fmla="*/ 1820935 w 1881147"/>
                <a:gd name="connsiteY72" fmla="*/ 1399752 h 1691232"/>
                <a:gd name="connsiteX73" fmla="*/ 1816054 w 1881147"/>
                <a:gd name="connsiteY73" fmla="*/ 1453316 h 1691232"/>
                <a:gd name="connsiteX74" fmla="*/ 1874221 w 1881147"/>
                <a:gd name="connsiteY74" fmla="*/ 1476637 h 1691232"/>
                <a:gd name="connsiteX75" fmla="*/ 1875829 w 1881147"/>
                <a:gd name="connsiteY75" fmla="*/ 1454003 h 1691232"/>
                <a:gd name="connsiteX76" fmla="*/ 1875051 w 1881147"/>
                <a:gd name="connsiteY76" fmla="*/ 1393269 h 1691232"/>
                <a:gd name="connsiteX77" fmla="*/ 1853086 w 1881147"/>
                <a:gd name="connsiteY77" fmla="*/ 1303126 h 1691232"/>
                <a:gd name="connsiteX78" fmla="*/ 1853086 w 1881147"/>
                <a:gd name="connsiteY78" fmla="*/ 1245976 h 1691232"/>
                <a:gd name="connsiteX79" fmla="*/ 1810224 w 1881147"/>
                <a:gd name="connsiteY79" fmla="*/ 1236451 h 1691232"/>
                <a:gd name="connsiteX80" fmla="*/ 1734024 w 1881147"/>
                <a:gd name="connsiteY80" fmla="*/ 1155488 h 1691232"/>
                <a:gd name="connsiteX81" fmla="*/ 1695924 w 1881147"/>
                <a:gd name="connsiteY81" fmla="*/ 974513 h 1691232"/>
                <a:gd name="connsiteX82" fmla="*/ 1643536 w 1881147"/>
                <a:gd name="connsiteY82" fmla="*/ 941176 h 1691232"/>
                <a:gd name="connsiteX83" fmla="*/ 1605436 w 1881147"/>
                <a:gd name="connsiteY83" fmla="*/ 884026 h 1691232"/>
                <a:gd name="connsiteX84" fmla="*/ 1557811 w 1881147"/>
                <a:gd name="connsiteY84" fmla="*/ 836401 h 1691232"/>
                <a:gd name="connsiteX85" fmla="*/ 1505424 w 1881147"/>
                <a:gd name="connsiteY85" fmla="*/ 817351 h 1691232"/>
                <a:gd name="connsiteX86" fmla="*/ 1453036 w 1881147"/>
                <a:gd name="connsiteY86" fmla="*/ 812588 h 1691232"/>
                <a:gd name="connsiteX87" fmla="*/ 1510186 w 1881147"/>
                <a:gd name="connsiteY87" fmla="*/ 779251 h 1691232"/>
                <a:gd name="connsiteX88" fmla="*/ 1476849 w 1881147"/>
                <a:gd name="connsiteY88" fmla="*/ 745913 h 1691232"/>
                <a:gd name="connsiteX89" fmla="*/ 1481611 w 1881147"/>
                <a:gd name="connsiteY89" fmla="*/ 722101 h 1691232"/>
                <a:gd name="connsiteX90" fmla="*/ 1572099 w 1881147"/>
                <a:gd name="connsiteY90" fmla="*/ 760201 h 1691232"/>
                <a:gd name="connsiteX91" fmla="*/ 1624486 w 1881147"/>
                <a:gd name="connsiteY91" fmla="*/ 693526 h 1691232"/>
                <a:gd name="connsiteX92" fmla="*/ 1622283 w 1881147"/>
                <a:gd name="connsiteY92" fmla="*/ 550651 h 1691232"/>
                <a:gd name="connsiteX93" fmla="*/ 1639486 w 1881147"/>
                <a:gd name="connsiteY93" fmla="*/ 402325 h 1691232"/>
                <a:gd name="connsiteX0" fmla="*/ 1639486 w 1881147"/>
                <a:gd name="connsiteY0" fmla="*/ 402822 h 1691729"/>
                <a:gd name="connsiteX1" fmla="*/ 1567336 w 1881147"/>
                <a:gd name="connsiteY1" fmla="*/ 370173 h 1691729"/>
                <a:gd name="connsiteX2" fmla="*/ 1467324 w 1881147"/>
                <a:gd name="connsiteY2" fmla="*/ 346360 h 1691729"/>
                <a:gd name="connsiteX3" fmla="*/ 1427021 w 1881147"/>
                <a:gd name="connsiteY3" fmla="*/ 289701 h 1691729"/>
                <a:gd name="connsiteX4" fmla="*/ 1395785 w 1881147"/>
                <a:gd name="connsiteY4" fmla="*/ 167431 h 1691729"/>
                <a:gd name="connsiteX5" fmla="*/ 1351753 w 1881147"/>
                <a:gd name="connsiteY5" fmla="*/ 12985 h 1691729"/>
                <a:gd name="connsiteX6" fmla="*/ 1267299 w 1881147"/>
                <a:gd name="connsiteY6" fmla="*/ 12985 h 1691729"/>
                <a:gd name="connsiteX7" fmla="*/ 1214911 w 1881147"/>
                <a:gd name="connsiteY7" fmla="*/ 51085 h 1691729"/>
                <a:gd name="connsiteX8" fmla="*/ 1214911 w 1881147"/>
                <a:gd name="connsiteY8" fmla="*/ 155860 h 1691729"/>
                <a:gd name="connsiteX9" fmla="*/ 1186336 w 1881147"/>
                <a:gd name="connsiteY9" fmla="*/ 184435 h 1691729"/>
                <a:gd name="connsiteX10" fmla="*/ 1176811 w 1881147"/>
                <a:gd name="connsiteY10" fmla="*/ 255873 h 1691729"/>
                <a:gd name="connsiteX11" fmla="*/ 1114899 w 1881147"/>
                <a:gd name="connsiteY11" fmla="*/ 298735 h 1691729"/>
                <a:gd name="connsiteX12" fmla="*/ 1005361 w 1881147"/>
                <a:gd name="connsiteY12" fmla="*/ 313023 h 1691729"/>
                <a:gd name="connsiteX13" fmla="*/ 962499 w 1881147"/>
                <a:gd name="connsiteY13" fmla="*/ 355885 h 1691729"/>
                <a:gd name="connsiteX14" fmla="*/ 838674 w 1881147"/>
                <a:gd name="connsiteY14" fmla="*/ 355885 h 1691729"/>
                <a:gd name="connsiteX15" fmla="*/ 781524 w 1881147"/>
                <a:gd name="connsiteY15" fmla="*/ 427323 h 1691729"/>
                <a:gd name="connsiteX16" fmla="*/ 781524 w 1881147"/>
                <a:gd name="connsiteY16" fmla="*/ 460660 h 1691729"/>
                <a:gd name="connsiteX17" fmla="*/ 743424 w 1881147"/>
                <a:gd name="connsiteY17" fmla="*/ 484473 h 1691729"/>
                <a:gd name="connsiteX18" fmla="*/ 671986 w 1881147"/>
                <a:gd name="connsiteY18" fmla="*/ 417798 h 1691729"/>
                <a:gd name="connsiteX19" fmla="*/ 519586 w 1881147"/>
                <a:gd name="connsiteY19" fmla="*/ 413035 h 1691729"/>
                <a:gd name="connsiteX20" fmla="*/ 457674 w 1881147"/>
                <a:gd name="connsiteY20" fmla="*/ 432085 h 1691729"/>
                <a:gd name="connsiteX21" fmla="*/ 419574 w 1881147"/>
                <a:gd name="connsiteY21" fmla="*/ 417798 h 1691729"/>
                <a:gd name="connsiteX22" fmla="*/ 400524 w 1881147"/>
                <a:gd name="connsiteY22" fmla="*/ 355885 h 1691729"/>
                <a:gd name="connsiteX23" fmla="*/ 333849 w 1881147"/>
                <a:gd name="connsiteY23" fmla="*/ 303498 h 1691729"/>
                <a:gd name="connsiteX24" fmla="*/ 286224 w 1881147"/>
                <a:gd name="connsiteY24" fmla="*/ 236823 h 1691729"/>
                <a:gd name="connsiteX25" fmla="*/ 143349 w 1881147"/>
                <a:gd name="connsiteY25" fmla="*/ 255873 h 1691729"/>
                <a:gd name="connsiteX26" fmla="*/ 124299 w 1881147"/>
                <a:gd name="connsiteY26" fmla="*/ 332073 h 1691729"/>
                <a:gd name="connsiteX27" fmla="*/ 110011 w 1881147"/>
                <a:gd name="connsiteY27" fmla="*/ 365410 h 1691729"/>
                <a:gd name="connsiteX28" fmla="*/ 133824 w 1881147"/>
                <a:gd name="connsiteY28" fmla="*/ 413035 h 1691729"/>
                <a:gd name="connsiteX29" fmla="*/ 81436 w 1881147"/>
                <a:gd name="connsiteY29" fmla="*/ 451135 h 1691729"/>
                <a:gd name="connsiteX30" fmla="*/ 33811 w 1881147"/>
                <a:gd name="connsiteY30" fmla="*/ 446373 h 1691729"/>
                <a:gd name="connsiteX31" fmla="*/ 33811 w 1881147"/>
                <a:gd name="connsiteY31" fmla="*/ 517810 h 1691729"/>
                <a:gd name="connsiteX32" fmla="*/ 474 w 1881147"/>
                <a:gd name="connsiteY32" fmla="*/ 622585 h 1691729"/>
                <a:gd name="connsiteX33" fmla="*/ 62386 w 1881147"/>
                <a:gd name="connsiteY33" fmla="*/ 698785 h 1691729"/>
                <a:gd name="connsiteX34" fmla="*/ 111977 w 1881147"/>
                <a:gd name="connsiteY34" fmla="*/ 679047 h 1691729"/>
                <a:gd name="connsiteX35" fmla="*/ 112334 w 1881147"/>
                <a:gd name="connsiteY35" fmla="*/ 749306 h 1691729"/>
                <a:gd name="connsiteX36" fmla="*/ 167161 w 1881147"/>
                <a:gd name="connsiteY36" fmla="*/ 779748 h 1691729"/>
                <a:gd name="connsiteX37" fmla="*/ 236159 w 1881147"/>
                <a:gd name="connsiteY37" fmla="*/ 789960 h 1691729"/>
                <a:gd name="connsiteX38" fmla="*/ 271462 w 1881147"/>
                <a:gd name="connsiteY38" fmla="*/ 845931 h 1691729"/>
                <a:gd name="connsiteX39" fmla="*/ 270869 w 1881147"/>
                <a:gd name="connsiteY39" fmla="*/ 891003 h 1691729"/>
                <a:gd name="connsiteX40" fmla="*/ 295393 w 1881147"/>
                <a:gd name="connsiteY40" fmla="*/ 930478 h 1691729"/>
                <a:gd name="connsiteX41" fmla="*/ 341051 w 1881147"/>
                <a:gd name="connsiteY41" fmla="*/ 969070 h 1691729"/>
                <a:gd name="connsiteX42" fmla="*/ 426184 w 1881147"/>
                <a:gd name="connsiteY42" fmla="*/ 1023322 h 1691729"/>
                <a:gd name="connsiteX43" fmla="*/ 461961 w 1881147"/>
                <a:gd name="connsiteY43" fmla="*/ 1094415 h 1691729"/>
                <a:gd name="connsiteX44" fmla="*/ 441064 w 1881147"/>
                <a:gd name="connsiteY44" fmla="*/ 1163988 h 1691729"/>
                <a:gd name="connsiteX45" fmla="*/ 519111 w 1881147"/>
                <a:gd name="connsiteY45" fmla="*/ 1220451 h 1691729"/>
                <a:gd name="connsiteX46" fmla="*/ 591143 w 1881147"/>
                <a:gd name="connsiteY46" fmla="*/ 1253445 h 1691729"/>
                <a:gd name="connsiteX47" fmla="*/ 571974 w 1881147"/>
                <a:gd name="connsiteY47" fmla="*/ 1313148 h 1691729"/>
                <a:gd name="connsiteX48" fmla="*/ 662461 w 1881147"/>
                <a:gd name="connsiteY48" fmla="*/ 1465548 h 1691729"/>
                <a:gd name="connsiteX49" fmla="*/ 755271 w 1881147"/>
                <a:gd name="connsiteY49" fmla="*/ 1538702 h 1691729"/>
                <a:gd name="connsiteX50" fmla="*/ 805336 w 1881147"/>
                <a:gd name="connsiteY50" fmla="*/ 1489360 h 1691729"/>
                <a:gd name="connsiteX51" fmla="*/ 869926 w 1881147"/>
                <a:gd name="connsiteY51" fmla="*/ 1516757 h 1691729"/>
                <a:gd name="connsiteX52" fmla="*/ 924399 w 1881147"/>
                <a:gd name="connsiteY52" fmla="*/ 1484598 h 1691729"/>
                <a:gd name="connsiteX53" fmla="*/ 941246 w 1881147"/>
                <a:gd name="connsiteY53" fmla="*/ 1442422 h 1691729"/>
                <a:gd name="connsiteX54" fmla="*/ 1005123 w 1881147"/>
                <a:gd name="connsiteY54" fmla="*/ 1528834 h 1691729"/>
                <a:gd name="connsiteX55" fmla="*/ 1050190 w 1881147"/>
                <a:gd name="connsiteY55" fmla="*/ 1599928 h 1691729"/>
                <a:gd name="connsiteX56" fmla="*/ 1120136 w 1881147"/>
                <a:gd name="connsiteY56" fmla="*/ 1691447 h 1691729"/>
                <a:gd name="connsiteX57" fmla="*/ 1151034 w 1881147"/>
                <a:gd name="connsiteY57" fmla="*/ 1628356 h 1691729"/>
                <a:gd name="connsiteX58" fmla="*/ 1181693 w 1881147"/>
                <a:gd name="connsiteY58" fmla="*/ 1621876 h 1691729"/>
                <a:gd name="connsiteX59" fmla="*/ 1224792 w 1881147"/>
                <a:gd name="connsiteY59" fmla="*/ 1651139 h 1691729"/>
                <a:gd name="connsiteX60" fmla="*/ 1258367 w 1881147"/>
                <a:gd name="connsiteY60" fmla="*/ 1610485 h 1691729"/>
                <a:gd name="connsiteX61" fmla="*/ 1277188 w 1881147"/>
                <a:gd name="connsiteY61" fmla="*/ 1615102 h 1691729"/>
                <a:gd name="connsiteX62" fmla="*/ 1311230 w 1881147"/>
                <a:gd name="connsiteY62" fmla="*/ 1681579 h 1691729"/>
                <a:gd name="connsiteX63" fmla="*/ 1367786 w 1881147"/>
                <a:gd name="connsiteY63" fmla="*/ 1658110 h 1691729"/>
                <a:gd name="connsiteX64" fmla="*/ 1419818 w 1881147"/>
                <a:gd name="connsiteY64" fmla="*/ 1601989 h 1691729"/>
                <a:gd name="connsiteX65" fmla="*/ 1470595 w 1881147"/>
                <a:gd name="connsiteY65" fmla="*/ 1585446 h 1691729"/>
                <a:gd name="connsiteX66" fmla="*/ 1488274 w 1881147"/>
                <a:gd name="connsiteY66" fmla="*/ 1641268 h 1691729"/>
                <a:gd name="connsiteX67" fmla="*/ 1558169 w 1881147"/>
                <a:gd name="connsiteY67" fmla="*/ 1615590 h 1691729"/>
                <a:gd name="connsiteX68" fmla="*/ 1588947 w 1881147"/>
                <a:gd name="connsiteY68" fmla="*/ 1528834 h 1691729"/>
                <a:gd name="connsiteX69" fmla="*/ 1670383 w 1881147"/>
                <a:gd name="connsiteY69" fmla="*/ 1438692 h 1691729"/>
                <a:gd name="connsiteX70" fmla="*/ 1714974 w 1881147"/>
                <a:gd name="connsiteY70" fmla="*/ 1407562 h 1691729"/>
                <a:gd name="connsiteX71" fmla="*/ 1743343 w 1881147"/>
                <a:gd name="connsiteY71" fmla="*/ 1410857 h 1691729"/>
                <a:gd name="connsiteX72" fmla="*/ 1820935 w 1881147"/>
                <a:gd name="connsiteY72" fmla="*/ 1400249 h 1691729"/>
                <a:gd name="connsiteX73" fmla="*/ 1816054 w 1881147"/>
                <a:gd name="connsiteY73" fmla="*/ 1453813 h 1691729"/>
                <a:gd name="connsiteX74" fmla="*/ 1874221 w 1881147"/>
                <a:gd name="connsiteY74" fmla="*/ 1477134 h 1691729"/>
                <a:gd name="connsiteX75" fmla="*/ 1875829 w 1881147"/>
                <a:gd name="connsiteY75" fmla="*/ 1454500 h 1691729"/>
                <a:gd name="connsiteX76" fmla="*/ 1875051 w 1881147"/>
                <a:gd name="connsiteY76" fmla="*/ 1393766 h 1691729"/>
                <a:gd name="connsiteX77" fmla="*/ 1853086 w 1881147"/>
                <a:gd name="connsiteY77" fmla="*/ 1303623 h 1691729"/>
                <a:gd name="connsiteX78" fmla="*/ 1853086 w 1881147"/>
                <a:gd name="connsiteY78" fmla="*/ 1246473 h 1691729"/>
                <a:gd name="connsiteX79" fmla="*/ 1810224 w 1881147"/>
                <a:gd name="connsiteY79" fmla="*/ 1236948 h 1691729"/>
                <a:gd name="connsiteX80" fmla="*/ 1734024 w 1881147"/>
                <a:gd name="connsiteY80" fmla="*/ 1155985 h 1691729"/>
                <a:gd name="connsiteX81" fmla="*/ 1695924 w 1881147"/>
                <a:gd name="connsiteY81" fmla="*/ 975010 h 1691729"/>
                <a:gd name="connsiteX82" fmla="*/ 1643536 w 1881147"/>
                <a:gd name="connsiteY82" fmla="*/ 941673 h 1691729"/>
                <a:gd name="connsiteX83" fmla="*/ 1605436 w 1881147"/>
                <a:gd name="connsiteY83" fmla="*/ 884523 h 1691729"/>
                <a:gd name="connsiteX84" fmla="*/ 1557811 w 1881147"/>
                <a:gd name="connsiteY84" fmla="*/ 836898 h 1691729"/>
                <a:gd name="connsiteX85" fmla="*/ 1505424 w 1881147"/>
                <a:gd name="connsiteY85" fmla="*/ 817848 h 1691729"/>
                <a:gd name="connsiteX86" fmla="*/ 1453036 w 1881147"/>
                <a:gd name="connsiteY86" fmla="*/ 813085 h 1691729"/>
                <a:gd name="connsiteX87" fmla="*/ 1510186 w 1881147"/>
                <a:gd name="connsiteY87" fmla="*/ 779748 h 1691729"/>
                <a:gd name="connsiteX88" fmla="*/ 1476849 w 1881147"/>
                <a:gd name="connsiteY88" fmla="*/ 746410 h 1691729"/>
                <a:gd name="connsiteX89" fmla="*/ 1481611 w 1881147"/>
                <a:gd name="connsiteY89" fmla="*/ 722598 h 1691729"/>
                <a:gd name="connsiteX90" fmla="*/ 1572099 w 1881147"/>
                <a:gd name="connsiteY90" fmla="*/ 760698 h 1691729"/>
                <a:gd name="connsiteX91" fmla="*/ 1624486 w 1881147"/>
                <a:gd name="connsiteY91" fmla="*/ 694023 h 1691729"/>
                <a:gd name="connsiteX92" fmla="*/ 1622283 w 1881147"/>
                <a:gd name="connsiteY92" fmla="*/ 551148 h 1691729"/>
                <a:gd name="connsiteX93" fmla="*/ 1639486 w 1881147"/>
                <a:gd name="connsiteY93" fmla="*/ 402822 h 1691729"/>
                <a:gd name="connsiteX0" fmla="*/ 1639486 w 1881147"/>
                <a:gd name="connsiteY0" fmla="*/ 402823 h 1691730"/>
                <a:gd name="connsiteX1" fmla="*/ 1567336 w 1881147"/>
                <a:gd name="connsiteY1" fmla="*/ 370174 h 1691730"/>
                <a:gd name="connsiteX2" fmla="*/ 1467324 w 1881147"/>
                <a:gd name="connsiteY2" fmla="*/ 346361 h 1691730"/>
                <a:gd name="connsiteX3" fmla="*/ 1436784 w 1881147"/>
                <a:gd name="connsiteY3" fmla="*/ 279489 h 1691730"/>
                <a:gd name="connsiteX4" fmla="*/ 1395785 w 1881147"/>
                <a:gd name="connsiteY4" fmla="*/ 167432 h 1691730"/>
                <a:gd name="connsiteX5" fmla="*/ 1351753 w 1881147"/>
                <a:gd name="connsiteY5" fmla="*/ 12986 h 1691730"/>
                <a:gd name="connsiteX6" fmla="*/ 1267299 w 1881147"/>
                <a:gd name="connsiteY6" fmla="*/ 12986 h 1691730"/>
                <a:gd name="connsiteX7" fmla="*/ 1214911 w 1881147"/>
                <a:gd name="connsiteY7" fmla="*/ 51086 h 1691730"/>
                <a:gd name="connsiteX8" fmla="*/ 1214911 w 1881147"/>
                <a:gd name="connsiteY8" fmla="*/ 155861 h 1691730"/>
                <a:gd name="connsiteX9" fmla="*/ 1186336 w 1881147"/>
                <a:gd name="connsiteY9" fmla="*/ 184436 h 1691730"/>
                <a:gd name="connsiteX10" fmla="*/ 1176811 w 1881147"/>
                <a:gd name="connsiteY10" fmla="*/ 255874 h 1691730"/>
                <a:gd name="connsiteX11" fmla="*/ 1114899 w 1881147"/>
                <a:gd name="connsiteY11" fmla="*/ 298736 h 1691730"/>
                <a:gd name="connsiteX12" fmla="*/ 1005361 w 1881147"/>
                <a:gd name="connsiteY12" fmla="*/ 313024 h 1691730"/>
                <a:gd name="connsiteX13" fmla="*/ 962499 w 1881147"/>
                <a:gd name="connsiteY13" fmla="*/ 355886 h 1691730"/>
                <a:gd name="connsiteX14" fmla="*/ 838674 w 1881147"/>
                <a:gd name="connsiteY14" fmla="*/ 355886 h 1691730"/>
                <a:gd name="connsiteX15" fmla="*/ 781524 w 1881147"/>
                <a:gd name="connsiteY15" fmla="*/ 427324 h 1691730"/>
                <a:gd name="connsiteX16" fmla="*/ 781524 w 1881147"/>
                <a:gd name="connsiteY16" fmla="*/ 460661 h 1691730"/>
                <a:gd name="connsiteX17" fmla="*/ 743424 w 1881147"/>
                <a:gd name="connsiteY17" fmla="*/ 484474 h 1691730"/>
                <a:gd name="connsiteX18" fmla="*/ 671986 w 1881147"/>
                <a:gd name="connsiteY18" fmla="*/ 417799 h 1691730"/>
                <a:gd name="connsiteX19" fmla="*/ 519586 w 1881147"/>
                <a:gd name="connsiteY19" fmla="*/ 413036 h 1691730"/>
                <a:gd name="connsiteX20" fmla="*/ 457674 w 1881147"/>
                <a:gd name="connsiteY20" fmla="*/ 432086 h 1691730"/>
                <a:gd name="connsiteX21" fmla="*/ 419574 w 1881147"/>
                <a:gd name="connsiteY21" fmla="*/ 417799 h 1691730"/>
                <a:gd name="connsiteX22" fmla="*/ 400524 w 1881147"/>
                <a:gd name="connsiteY22" fmla="*/ 355886 h 1691730"/>
                <a:gd name="connsiteX23" fmla="*/ 333849 w 1881147"/>
                <a:gd name="connsiteY23" fmla="*/ 303499 h 1691730"/>
                <a:gd name="connsiteX24" fmla="*/ 286224 w 1881147"/>
                <a:gd name="connsiteY24" fmla="*/ 236824 h 1691730"/>
                <a:gd name="connsiteX25" fmla="*/ 143349 w 1881147"/>
                <a:gd name="connsiteY25" fmla="*/ 255874 h 1691730"/>
                <a:gd name="connsiteX26" fmla="*/ 124299 w 1881147"/>
                <a:gd name="connsiteY26" fmla="*/ 332074 h 1691730"/>
                <a:gd name="connsiteX27" fmla="*/ 110011 w 1881147"/>
                <a:gd name="connsiteY27" fmla="*/ 365411 h 1691730"/>
                <a:gd name="connsiteX28" fmla="*/ 133824 w 1881147"/>
                <a:gd name="connsiteY28" fmla="*/ 413036 h 1691730"/>
                <a:gd name="connsiteX29" fmla="*/ 81436 w 1881147"/>
                <a:gd name="connsiteY29" fmla="*/ 451136 h 1691730"/>
                <a:gd name="connsiteX30" fmla="*/ 33811 w 1881147"/>
                <a:gd name="connsiteY30" fmla="*/ 446374 h 1691730"/>
                <a:gd name="connsiteX31" fmla="*/ 33811 w 1881147"/>
                <a:gd name="connsiteY31" fmla="*/ 517811 h 1691730"/>
                <a:gd name="connsiteX32" fmla="*/ 474 w 1881147"/>
                <a:gd name="connsiteY32" fmla="*/ 622586 h 1691730"/>
                <a:gd name="connsiteX33" fmla="*/ 62386 w 1881147"/>
                <a:gd name="connsiteY33" fmla="*/ 698786 h 1691730"/>
                <a:gd name="connsiteX34" fmla="*/ 111977 w 1881147"/>
                <a:gd name="connsiteY34" fmla="*/ 679048 h 1691730"/>
                <a:gd name="connsiteX35" fmla="*/ 112334 w 1881147"/>
                <a:gd name="connsiteY35" fmla="*/ 749307 h 1691730"/>
                <a:gd name="connsiteX36" fmla="*/ 167161 w 1881147"/>
                <a:gd name="connsiteY36" fmla="*/ 779749 h 1691730"/>
                <a:gd name="connsiteX37" fmla="*/ 236159 w 1881147"/>
                <a:gd name="connsiteY37" fmla="*/ 789961 h 1691730"/>
                <a:gd name="connsiteX38" fmla="*/ 271462 w 1881147"/>
                <a:gd name="connsiteY38" fmla="*/ 845932 h 1691730"/>
                <a:gd name="connsiteX39" fmla="*/ 270869 w 1881147"/>
                <a:gd name="connsiteY39" fmla="*/ 891004 h 1691730"/>
                <a:gd name="connsiteX40" fmla="*/ 295393 w 1881147"/>
                <a:gd name="connsiteY40" fmla="*/ 930479 h 1691730"/>
                <a:gd name="connsiteX41" fmla="*/ 341051 w 1881147"/>
                <a:gd name="connsiteY41" fmla="*/ 969071 h 1691730"/>
                <a:gd name="connsiteX42" fmla="*/ 426184 w 1881147"/>
                <a:gd name="connsiteY42" fmla="*/ 1023323 h 1691730"/>
                <a:gd name="connsiteX43" fmla="*/ 461961 w 1881147"/>
                <a:gd name="connsiteY43" fmla="*/ 1094416 h 1691730"/>
                <a:gd name="connsiteX44" fmla="*/ 441064 w 1881147"/>
                <a:gd name="connsiteY44" fmla="*/ 1163989 h 1691730"/>
                <a:gd name="connsiteX45" fmla="*/ 519111 w 1881147"/>
                <a:gd name="connsiteY45" fmla="*/ 1220452 h 1691730"/>
                <a:gd name="connsiteX46" fmla="*/ 591143 w 1881147"/>
                <a:gd name="connsiteY46" fmla="*/ 1253446 h 1691730"/>
                <a:gd name="connsiteX47" fmla="*/ 571974 w 1881147"/>
                <a:gd name="connsiteY47" fmla="*/ 1313149 h 1691730"/>
                <a:gd name="connsiteX48" fmla="*/ 662461 w 1881147"/>
                <a:gd name="connsiteY48" fmla="*/ 1465549 h 1691730"/>
                <a:gd name="connsiteX49" fmla="*/ 755271 w 1881147"/>
                <a:gd name="connsiteY49" fmla="*/ 1538703 h 1691730"/>
                <a:gd name="connsiteX50" fmla="*/ 805336 w 1881147"/>
                <a:gd name="connsiteY50" fmla="*/ 1489361 h 1691730"/>
                <a:gd name="connsiteX51" fmla="*/ 869926 w 1881147"/>
                <a:gd name="connsiteY51" fmla="*/ 1516758 h 1691730"/>
                <a:gd name="connsiteX52" fmla="*/ 924399 w 1881147"/>
                <a:gd name="connsiteY52" fmla="*/ 1484599 h 1691730"/>
                <a:gd name="connsiteX53" fmla="*/ 941246 w 1881147"/>
                <a:gd name="connsiteY53" fmla="*/ 1442423 h 1691730"/>
                <a:gd name="connsiteX54" fmla="*/ 1005123 w 1881147"/>
                <a:gd name="connsiteY54" fmla="*/ 1528835 h 1691730"/>
                <a:gd name="connsiteX55" fmla="*/ 1050190 w 1881147"/>
                <a:gd name="connsiteY55" fmla="*/ 1599929 h 1691730"/>
                <a:gd name="connsiteX56" fmla="*/ 1120136 w 1881147"/>
                <a:gd name="connsiteY56" fmla="*/ 1691448 h 1691730"/>
                <a:gd name="connsiteX57" fmla="*/ 1151034 w 1881147"/>
                <a:gd name="connsiteY57" fmla="*/ 1628357 h 1691730"/>
                <a:gd name="connsiteX58" fmla="*/ 1181693 w 1881147"/>
                <a:gd name="connsiteY58" fmla="*/ 1621877 h 1691730"/>
                <a:gd name="connsiteX59" fmla="*/ 1224792 w 1881147"/>
                <a:gd name="connsiteY59" fmla="*/ 1651140 h 1691730"/>
                <a:gd name="connsiteX60" fmla="*/ 1258367 w 1881147"/>
                <a:gd name="connsiteY60" fmla="*/ 1610486 h 1691730"/>
                <a:gd name="connsiteX61" fmla="*/ 1277188 w 1881147"/>
                <a:gd name="connsiteY61" fmla="*/ 1615103 h 1691730"/>
                <a:gd name="connsiteX62" fmla="*/ 1311230 w 1881147"/>
                <a:gd name="connsiteY62" fmla="*/ 1681580 h 1691730"/>
                <a:gd name="connsiteX63" fmla="*/ 1367786 w 1881147"/>
                <a:gd name="connsiteY63" fmla="*/ 1658111 h 1691730"/>
                <a:gd name="connsiteX64" fmla="*/ 1419818 w 1881147"/>
                <a:gd name="connsiteY64" fmla="*/ 1601990 h 1691730"/>
                <a:gd name="connsiteX65" fmla="*/ 1470595 w 1881147"/>
                <a:gd name="connsiteY65" fmla="*/ 1585447 h 1691730"/>
                <a:gd name="connsiteX66" fmla="*/ 1488274 w 1881147"/>
                <a:gd name="connsiteY66" fmla="*/ 1641269 h 1691730"/>
                <a:gd name="connsiteX67" fmla="*/ 1558169 w 1881147"/>
                <a:gd name="connsiteY67" fmla="*/ 1615591 h 1691730"/>
                <a:gd name="connsiteX68" fmla="*/ 1588947 w 1881147"/>
                <a:gd name="connsiteY68" fmla="*/ 1528835 h 1691730"/>
                <a:gd name="connsiteX69" fmla="*/ 1670383 w 1881147"/>
                <a:gd name="connsiteY69" fmla="*/ 1438693 h 1691730"/>
                <a:gd name="connsiteX70" fmla="*/ 1714974 w 1881147"/>
                <a:gd name="connsiteY70" fmla="*/ 1407563 h 1691730"/>
                <a:gd name="connsiteX71" fmla="*/ 1743343 w 1881147"/>
                <a:gd name="connsiteY71" fmla="*/ 1410858 h 1691730"/>
                <a:gd name="connsiteX72" fmla="*/ 1820935 w 1881147"/>
                <a:gd name="connsiteY72" fmla="*/ 1400250 h 1691730"/>
                <a:gd name="connsiteX73" fmla="*/ 1816054 w 1881147"/>
                <a:gd name="connsiteY73" fmla="*/ 1453814 h 1691730"/>
                <a:gd name="connsiteX74" fmla="*/ 1874221 w 1881147"/>
                <a:gd name="connsiteY74" fmla="*/ 1477135 h 1691730"/>
                <a:gd name="connsiteX75" fmla="*/ 1875829 w 1881147"/>
                <a:gd name="connsiteY75" fmla="*/ 1454501 h 1691730"/>
                <a:gd name="connsiteX76" fmla="*/ 1875051 w 1881147"/>
                <a:gd name="connsiteY76" fmla="*/ 1393767 h 1691730"/>
                <a:gd name="connsiteX77" fmla="*/ 1853086 w 1881147"/>
                <a:gd name="connsiteY77" fmla="*/ 1303624 h 1691730"/>
                <a:gd name="connsiteX78" fmla="*/ 1853086 w 1881147"/>
                <a:gd name="connsiteY78" fmla="*/ 1246474 h 1691730"/>
                <a:gd name="connsiteX79" fmla="*/ 1810224 w 1881147"/>
                <a:gd name="connsiteY79" fmla="*/ 1236949 h 1691730"/>
                <a:gd name="connsiteX80" fmla="*/ 1734024 w 1881147"/>
                <a:gd name="connsiteY80" fmla="*/ 1155986 h 1691730"/>
                <a:gd name="connsiteX81" fmla="*/ 1695924 w 1881147"/>
                <a:gd name="connsiteY81" fmla="*/ 975011 h 1691730"/>
                <a:gd name="connsiteX82" fmla="*/ 1643536 w 1881147"/>
                <a:gd name="connsiteY82" fmla="*/ 941674 h 1691730"/>
                <a:gd name="connsiteX83" fmla="*/ 1605436 w 1881147"/>
                <a:gd name="connsiteY83" fmla="*/ 884524 h 1691730"/>
                <a:gd name="connsiteX84" fmla="*/ 1557811 w 1881147"/>
                <a:gd name="connsiteY84" fmla="*/ 836899 h 1691730"/>
                <a:gd name="connsiteX85" fmla="*/ 1505424 w 1881147"/>
                <a:gd name="connsiteY85" fmla="*/ 817849 h 1691730"/>
                <a:gd name="connsiteX86" fmla="*/ 1453036 w 1881147"/>
                <a:gd name="connsiteY86" fmla="*/ 813086 h 1691730"/>
                <a:gd name="connsiteX87" fmla="*/ 1510186 w 1881147"/>
                <a:gd name="connsiteY87" fmla="*/ 779749 h 1691730"/>
                <a:gd name="connsiteX88" fmla="*/ 1476849 w 1881147"/>
                <a:gd name="connsiteY88" fmla="*/ 746411 h 1691730"/>
                <a:gd name="connsiteX89" fmla="*/ 1481611 w 1881147"/>
                <a:gd name="connsiteY89" fmla="*/ 722599 h 1691730"/>
                <a:gd name="connsiteX90" fmla="*/ 1572099 w 1881147"/>
                <a:gd name="connsiteY90" fmla="*/ 760699 h 1691730"/>
                <a:gd name="connsiteX91" fmla="*/ 1624486 w 1881147"/>
                <a:gd name="connsiteY91" fmla="*/ 694024 h 1691730"/>
                <a:gd name="connsiteX92" fmla="*/ 1622283 w 1881147"/>
                <a:gd name="connsiteY92" fmla="*/ 551149 h 1691730"/>
                <a:gd name="connsiteX93" fmla="*/ 1639486 w 1881147"/>
                <a:gd name="connsiteY93" fmla="*/ 402823 h 1691730"/>
                <a:gd name="connsiteX0" fmla="*/ 1639486 w 1881147"/>
                <a:gd name="connsiteY0" fmla="*/ 402823 h 1691730"/>
                <a:gd name="connsiteX1" fmla="*/ 1567336 w 1881147"/>
                <a:gd name="connsiteY1" fmla="*/ 370174 h 1691730"/>
                <a:gd name="connsiteX2" fmla="*/ 1477087 w 1881147"/>
                <a:gd name="connsiteY2" fmla="*/ 346361 h 1691730"/>
                <a:gd name="connsiteX3" fmla="*/ 1436784 w 1881147"/>
                <a:gd name="connsiteY3" fmla="*/ 279489 h 1691730"/>
                <a:gd name="connsiteX4" fmla="*/ 1395785 w 1881147"/>
                <a:gd name="connsiteY4" fmla="*/ 167432 h 1691730"/>
                <a:gd name="connsiteX5" fmla="*/ 1351753 w 1881147"/>
                <a:gd name="connsiteY5" fmla="*/ 12986 h 1691730"/>
                <a:gd name="connsiteX6" fmla="*/ 1267299 w 1881147"/>
                <a:gd name="connsiteY6" fmla="*/ 12986 h 1691730"/>
                <a:gd name="connsiteX7" fmla="*/ 1214911 w 1881147"/>
                <a:gd name="connsiteY7" fmla="*/ 51086 h 1691730"/>
                <a:gd name="connsiteX8" fmla="*/ 1214911 w 1881147"/>
                <a:gd name="connsiteY8" fmla="*/ 155861 h 1691730"/>
                <a:gd name="connsiteX9" fmla="*/ 1186336 w 1881147"/>
                <a:gd name="connsiteY9" fmla="*/ 184436 h 1691730"/>
                <a:gd name="connsiteX10" fmla="*/ 1176811 w 1881147"/>
                <a:gd name="connsiteY10" fmla="*/ 255874 h 1691730"/>
                <a:gd name="connsiteX11" fmla="*/ 1114899 w 1881147"/>
                <a:gd name="connsiteY11" fmla="*/ 298736 h 1691730"/>
                <a:gd name="connsiteX12" fmla="*/ 1005361 w 1881147"/>
                <a:gd name="connsiteY12" fmla="*/ 313024 h 1691730"/>
                <a:gd name="connsiteX13" fmla="*/ 962499 w 1881147"/>
                <a:gd name="connsiteY13" fmla="*/ 355886 h 1691730"/>
                <a:gd name="connsiteX14" fmla="*/ 838674 w 1881147"/>
                <a:gd name="connsiteY14" fmla="*/ 355886 h 1691730"/>
                <a:gd name="connsiteX15" fmla="*/ 781524 w 1881147"/>
                <a:gd name="connsiteY15" fmla="*/ 427324 h 1691730"/>
                <a:gd name="connsiteX16" fmla="*/ 781524 w 1881147"/>
                <a:gd name="connsiteY16" fmla="*/ 460661 h 1691730"/>
                <a:gd name="connsiteX17" fmla="*/ 743424 w 1881147"/>
                <a:gd name="connsiteY17" fmla="*/ 484474 h 1691730"/>
                <a:gd name="connsiteX18" fmla="*/ 671986 w 1881147"/>
                <a:gd name="connsiteY18" fmla="*/ 417799 h 1691730"/>
                <a:gd name="connsiteX19" fmla="*/ 519586 w 1881147"/>
                <a:gd name="connsiteY19" fmla="*/ 413036 h 1691730"/>
                <a:gd name="connsiteX20" fmla="*/ 457674 w 1881147"/>
                <a:gd name="connsiteY20" fmla="*/ 432086 h 1691730"/>
                <a:gd name="connsiteX21" fmla="*/ 419574 w 1881147"/>
                <a:gd name="connsiteY21" fmla="*/ 417799 h 1691730"/>
                <a:gd name="connsiteX22" fmla="*/ 400524 w 1881147"/>
                <a:gd name="connsiteY22" fmla="*/ 355886 h 1691730"/>
                <a:gd name="connsiteX23" fmla="*/ 333849 w 1881147"/>
                <a:gd name="connsiteY23" fmla="*/ 303499 h 1691730"/>
                <a:gd name="connsiteX24" fmla="*/ 286224 w 1881147"/>
                <a:gd name="connsiteY24" fmla="*/ 236824 h 1691730"/>
                <a:gd name="connsiteX25" fmla="*/ 143349 w 1881147"/>
                <a:gd name="connsiteY25" fmla="*/ 255874 h 1691730"/>
                <a:gd name="connsiteX26" fmla="*/ 124299 w 1881147"/>
                <a:gd name="connsiteY26" fmla="*/ 332074 h 1691730"/>
                <a:gd name="connsiteX27" fmla="*/ 110011 w 1881147"/>
                <a:gd name="connsiteY27" fmla="*/ 365411 h 1691730"/>
                <a:gd name="connsiteX28" fmla="*/ 133824 w 1881147"/>
                <a:gd name="connsiteY28" fmla="*/ 413036 h 1691730"/>
                <a:gd name="connsiteX29" fmla="*/ 81436 w 1881147"/>
                <a:gd name="connsiteY29" fmla="*/ 451136 h 1691730"/>
                <a:gd name="connsiteX30" fmla="*/ 33811 w 1881147"/>
                <a:gd name="connsiteY30" fmla="*/ 446374 h 1691730"/>
                <a:gd name="connsiteX31" fmla="*/ 33811 w 1881147"/>
                <a:gd name="connsiteY31" fmla="*/ 517811 h 1691730"/>
                <a:gd name="connsiteX32" fmla="*/ 474 w 1881147"/>
                <a:gd name="connsiteY32" fmla="*/ 622586 h 1691730"/>
                <a:gd name="connsiteX33" fmla="*/ 62386 w 1881147"/>
                <a:gd name="connsiteY33" fmla="*/ 698786 h 1691730"/>
                <a:gd name="connsiteX34" fmla="*/ 111977 w 1881147"/>
                <a:gd name="connsiteY34" fmla="*/ 679048 h 1691730"/>
                <a:gd name="connsiteX35" fmla="*/ 112334 w 1881147"/>
                <a:gd name="connsiteY35" fmla="*/ 749307 h 1691730"/>
                <a:gd name="connsiteX36" fmla="*/ 167161 w 1881147"/>
                <a:gd name="connsiteY36" fmla="*/ 779749 h 1691730"/>
                <a:gd name="connsiteX37" fmla="*/ 236159 w 1881147"/>
                <a:gd name="connsiteY37" fmla="*/ 789961 h 1691730"/>
                <a:gd name="connsiteX38" fmla="*/ 271462 w 1881147"/>
                <a:gd name="connsiteY38" fmla="*/ 845932 h 1691730"/>
                <a:gd name="connsiteX39" fmla="*/ 270869 w 1881147"/>
                <a:gd name="connsiteY39" fmla="*/ 891004 h 1691730"/>
                <a:gd name="connsiteX40" fmla="*/ 295393 w 1881147"/>
                <a:gd name="connsiteY40" fmla="*/ 930479 h 1691730"/>
                <a:gd name="connsiteX41" fmla="*/ 341051 w 1881147"/>
                <a:gd name="connsiteY41" fmla="*/ 969071 h 1691730"/>
                <a:gd name="connsiteX42" fmla="*/ 426184 w 1881147"/>
                <a:gd name="connsiteY42" fmla="*/ 1023323 h 1691730"/>
                <a:gd name="connsiteX43" fmla="*/ 461961 w 1881147"/>
                <a:gd name="connsiteY43" fmla="*/ 1094416 h 1691730"/>
                <a:gd name="connsiteX44" fmla="*/ 441064 w 1881147"/>
                <a:gd name="connsiteY44" fmla="*/ 1163989 h 1691730"/>
                <a:gd name="connsiteX45" fmla="*/ 519111 w 1881147"/>
                <a:gd name="connsiteY45" fmla="*/ 1220452 h 1691730"/>
                <a:gd name="connsiteX46" fmla="*/ 591143 w 1881147"/>
                <a:gd name="connsiteY46" fmla="*/ 1253446 h 1691730"/>
                <a:gd name="connsiteX47" fmla="*/ 571974 w 1881147"/>
                <a:gd name="connsiteY47" fmla="*/ 1313149 h 1691730"/>
                <a:gd name="connsiteX48" fmla="*/ 662461 w 1881147"/>
                <a:gd name="connsiteY48" fmla="*/ 1465549 h 1691730"/>
                <a:gd name="connsiteX49" fmla="*/ 755271 w 1881147"/>
                <a:gd name="connsiteY49" fmla="*/ 1538703 h 1691730"/>
                <a:gd name="connsiteX50" fmla="*/ 805336 w 1881147"/>
                <a:gd name="connsiteY50" fmla="*/ 1489361 h 1691730"/>
                <a:gd name="connsiteX51" fmla="*/ 869926 w 1881147"/>
                <a:gd name="connsiteY51" fmla="*/ 1516758 h 1691730"/>
                <a:gd name="connsiteX52" fmla="*/ 924399 w 1881147"/>
                <a:gd name="connsiteY52" fmla="*/ 1484599 h 1691730"/>
                <a:gd name="connsiteX53" fmla="*/ 941246 w 1881147"/>
                <a:gd name="connsiteY53" fmla="*/ 1442423 h 1691730"/>
                <a:gd name="connsiteX54" fmla="*/ 1005123 w 1881147"/>
                <a:gd name="connsiteY54" fmla="*/ 1528835 h 1691730"/>
                <a:gd name="connsiteX55" fmla="*/ 1050190 w 1881147"/>
                <a:gd name="connsiteY55" fmla="*/ 1599929 h 1691730"/>
                <a:gd name="connsiteX56" fmla="*/ 1120136 w 1881147"/>
                <a:gd name="connsiteY56" fmla="*/ 1691448 h 1691730"/>
                <a:gd name="connsiteX57" fmla="*/ 1151034 w 1881147"/>
                <a:gd name="connsiteY57" fmla="*/ 1628357 h 1691730"/>
                <a:gd name="connsiteX58" fmla="*/ 1181693 w 1881147"/>
                <a:gd name="connsiteY58" fmla="*/ 1621877 h 1691730"/>
                <a:gd name="connsiteX59" fmla="*/ 1224792 w 1881147"/>
                <a:gd name="connsiteY59" fmla="*/ 1651140 h 1691730"/>
                <a:gd name="connsiteX60" fmla="*/ 1258367 w 1881147"/>
                <a:gd name="connsiteY60" fmla="*/ 1610486 h 1691730"/>
                <a:gd name="connsiteX61" fmla="*/ 1277188 w 1881147"/>
                <a:gd name="connsiteY61" fmla="*/ 1615103 h 1691730"/>
                <a:gd name="connsiteX62" fmla="*/ 1311230 w 1881147"/>
                <a:gd name="connsiteY62" fmla="*/ 1681580 h 1691730"/>
                <a:gd name="connsiteX63" fmla="*/ 1367786 w 1881147"/>
                <a:gd name="connsiteY63" fmla="*/ 1658111 h 1691730"/>
                <a:gd name="connsiteX64" fmla="*/ 1419818 w 1881147"/>
                <a:gd name="connsiteY64" fmla="*/ 1601990 h 1691730"/>
                <a:gd name="connsiteX65" fmla="*/ 1470595 w 1881147"/>
                <a:gd name="connsiteY65" fmla="*/ 1585447 h 1691730"/>
                <a:gd name="connsiteX66" fmla="*/ 1488274 w 1881147"/>
                <a:gd name="connsiteY66" fmla="*/ 1641269 h 1691730"/>
                <a:gd name="connsiteX67" fmla="*/ 1558169 w 1881147"/>
                <a:gd name="connsiteY67" fmla="*/ 1615591 h 1691730"/>
                <a:gd name="connsiteX68" fmla="*/ 1588947 w 1881147"/>
                <a:gd name="connsiteY68" fmla="*/ 1528835 h 1691730"/>
                <a:gd name="connsiteX69" fmla="*/ 1670383 w 1881147"/>
                <a:gd name="connsiteY69" fmla="*/ 1438693 h 1691730"/>
                <a:gd name="connsiteX70" fmla="*/ 1714974 w 1881147"/>
                <a:gd name="connsiteY70" fmla="*/ 1407563 h 1691730"/>
                <a:gd name="connsiteX71" fmla="*/ 1743343 w 1881147"/>
                <a:gd name="connsiteY71" fmla="*/ 1410858 h 1691730"/>
                <a:gd name="connsiteX72" fmla="*/ 1820935 w 1881147"/>
                <a:gd name="connsiteY72" fmla="*/ 1400250 h 1691730"/>
                <a:gd name="connsiteX73" fmla="*/ 1816054 w 1881147"/>
                <a:gd name="connsiteY73" fmla="*/ 1453814 h 1691730"/>
                <a:gd name="connsiteX74" fmla="*/ 1874221 w 1881147"/>
                <a:gd name="connsiteY74" fmla="*/ 1477135 h 1691730"/>
                <a:gd name="connsiteX75" fmla="*/ 1875829 w 1881147"/>
                <a:gd name="connsiteY75" fmla="*/ 1454501 h 1691730"/>
                <a:gd name="connsiteX76" fmla="*/ 1875051 w 1881147"/>
                <a:gd name="connsiteY76" fmla="*/ 1393767 h 1691730"/>
                <a:gd name="connsiteX77" fmla="*/ 1853086 w 1881147"/>
                <a:gd name="connsiteY77" fmla="*/ 1303624 h 1691730"/>
                <a:gd name="connsiteX78" fmla="*/ 1853086 w 1881147"/>
                <a:gd name="connsiteY78" fmla="*/ 1246474 h 1691730"/>
                <a:gd name="connsiteX79" fmla="*/ 1810224 w 1881147"/>
                <a:gd name="connsiteY79" fmla="*/ 1236949 h 1691730"/>
                <a:gd name="connsiteX80" fmla="*/ 1734024 w 1881147"/>
                <a:gd name="connsiteY80" fmla="*/ 1155986 h 1691730"/>
                <a:gd name="connsiteX81" fmla="*/ 1695924 w 1881147"/>
                <a:gd name="connsiteY81" fmla="*/ 975011 h 1691730"/>
                <a:gd name="connsiteX82" fmla="*/ 1643536 w 1881147"/>
                <a:gd name="connsiteY82" fmla="*/ 941674 h 1691730"/>
                <a:gd name="connsiteX83" fmla="*/ 1605436 w 1881147"/>
                <a:gd name="connsiteY83" fmla="*/ 884524 h 1691730"/>
                <a:gd name="connsiteX84" fmla="*/ 1557811 w 1881147"/>
                <a:gd name="connsiteY84" fmla="*/ 836899 h 1691730"/>
                <a:gd name="connsiteX85" fmla="*/ 1505424 w 1881147"/>
                <a:gd name="connsiteY85" fmla="*/ 817849 h 1691730"/>
                <a:gd name="connsiteX86" fmla="*/ 1453036 w 1881147"/>
                <a:gd name="connsiteY86" fmla="*/ 813086 h 1691730"/>
                <a:gd name="connsiteX87" fmla="*/ 1510186 w 1881147"/>
                <a:gd name="connsiteY87" fmla="*/ 779749 h 1691730"/>
                <a:gd name="connsiteX88" fmla="*/ 1476849 w 1881147"/>
                <a:gd name="connsiteY88" fmla="*/ 746411 h 1691730"/>
                <a:gd name="connsiteX89" fmla="*/ 1481611 w 1881147"/>
                <a:gd name="connsiteY89" fmla="*/ 722599 h 1691730"/>
                <a:gd name="connsiteX90" fmla="*/ 1572099 w 1881147"/>
                <a:gd name="connsiteY90" fmla="*/ 760699 h 1691730"/>
                <a:gd name="connsiteX91" fmla="*/ 1624486 w 1881147"/>
                <a:gd name="connsiteY91" fmla="*/ 694024 h 1691730"/>
                <a:gd name="connsiteX92" fmla="*/ 1622283 w 1881147"/>
                <a:gd name="connsiteY92" fmla="*/ 551149 h 1691730"/>
                <a:gd name="connsiteX93" fmla="*/ 1639486 w 1881147"/>
                <a:gd name="connsiteY93" fmla="*/ 402823 h 1691730"/>
                <a:gd name="connsiteX0" fmla="*/ 1639486 w 1881147"/>
                <a:gd name="connsiteY0" fmla="*/ 402823 h 1691730"/>
                <a:gd name="connsiteX1" fmla="*/ 1567336 w 1881147"/>
                <a:gd name="connsiteY1" fmla="*/ 370174 h 1691730"/>
                <a:gd name="connsiteX2" fmla="*/ 1477087 w 1881147"/>
                <a:gd name="connsiteY2" fmla="*/ 346361 h 1691730"/>
                <a:gd name="connsiteX3" fmla="*/ 1423767 w 1881147"/>
                <a:gd name="connsiteY3" fmla="*/ 269277 h 1691730"/>
                <a:gd name="connsiteX4" fmla="*/ 1395785 w 1881147"/>
                <a:gd name="connsiteY4" fmla="*/ 167432 h 1691730"/>
                <a:gd name="connsiteX5" fmla="*/ 1351753 w 1881147"/>
                <a:gd name="connsiteY5" fmla="*/ 12986 h 1691730"/>
                <a:gd name="connsiteX6" fmla="*/ 1267299 w 1881147"/>
                <a:gd name="connsiteY6" fmla="*/ 12986 h 1691730"/>
                <a:gd name="connsiteX7" fmla="*/ 1214911 w 1881147"/>
                <a:gd name="connsiteY7" fmla="*/ 51086 h 1691730"/>
                <a:gd name="connsiteX8" fmla="*/ 1214911 w 1881147"/>
                <a:gd name="connsiteY8" fmla="*/ 155861 h 1691730"/>
                <a:gd name="connsiteX9" fmla="*/ 1186336 w 1881147"/>
                <a:gd name="connsiteY9" fmla="*/ 184436 h 1691730"/>
                <a:gd name="connsiteX10" fmla="*/ 1176811 w 1881147"/>
                <a:gd name="connsiteY10" fmla="*/ 255874 h 1691730"/>
                <a:gd name="connsiteX11" fmla="*/ 1114899 w 1881147"/>
                <a:gd name="connsiteY11" fmla="*/ 298736 h 1691730"/>
                <a:gd name="connsiteX12" fmla="*/ 1005361 w 1881147"/>
                <a:gd name="connsiteY12" fmla="*/ 313024 h 1691730"/>
                <a:gd name="connsiteX13" fmla="*/ 962499 w 1881147"/>
                <a:gd name="connsiteY13" fmla="*/ 355886 h 1691730"/>
                <a:gd name="connsiteX14" fmla="*/ 838674 w 1881147"/>
                <a:gd name="connsiteY14" fmla="*/ 355886 h 1691730"/>
                <a:gd name="connsiteX15" fmla="*/ 781524 w 1881147"/>
                <a:gd name="connsiteY15" fmla="*/ 427324 h 1691730"/>
                <a:gd name="connsiteX16" fmla="*/ 781524 w 1881147"/>
                <a:gd name="connsiteY16" fmla="*/ 460661 h 1691730"/>
                <a:gd name="connsiteX17" fmla="*/ 743424 w 1881147"/>
                <a:gd name="connsiteY17" fmla="*/ 484474 h 1691730"/>
                <a:gd name="connsiteX18" fmla="*/ 671986 w 1881147"/>
                <a:gd name="connsiteY18" fmla="*/ 417799 h 1691730"/>
                <a:gd name="connsiteX19" fmla="*/ 519586 w 1881147"/>
                <a:gd name="connsiteY19" fmla="*/ 413036 h 1691730"/>
                <a:gd name="connsiteX20" fmla="*/ 457674 w 1881147"/>
                <a:gd name="connsiteY20" fmla="*/ 432086 h 1691730"/>
                <a:gd name="connsiteX21" fmla="*/ 419574 w 1881147"/>
                <a:gd name="connsiteY21" fmla="*/ 417799 h 1691730"/>
                <a:gd name="connsiteX22" fmla="*/ 400524 w 1881147"/>
                <a:gd name="connsiteY22" fmla="*/ 355886 h 1691730"/>
                <a:gd name="connsiteX23" fmla="*/ 333849 w 1881147"/>
                <a:gd name="connsiteY23" fmla="*/ 303499 h 1691730"/>
                <a:gd name="connsiteX24" fmla="*/ 286224 w 1881147"/>
                <a:gd name="connsiteY24" fmla="*/ 236824 h 1691730"/>
                <a:gd name="connsiteX25" fmla="*/ 143349 w 1881147"/>
                <a:gd name="connsiteY25" fmla="*/ 255874 h 1691730"/>
                <a:gd name="connsiteX26" fmla="*/ 124299 w 1881147"/>
                <a:gd name="connsiteY26" fmla="*/ 332074 h 1691730"/>
                <a:gd name="connsiteX27" fmla="*/ 110011 w 1881147"/>
                <a:gd name="connsiteY27" fmla="*/ 365411 h 1691730"/>
                <a:gd name="connsiteX28" fmla="*/ 133824 w 1881147"/>
                <a:gd name="connsiteY28" fmla="*/ 413036 h 1691730"/>
                <a:gd name="connsiteX29" fmla="*/ 81436 w 1881147"/>
                <a:gd name="connsiteY29" fmla="*/ 451136 h 1691730"/>
                <a:gd name="connsiteX30" fmla="*/ 33811 w 1881147"/>
                <a:gd name="connsiteY30" fmla="*/ 446374 h 1691730"/>
                <a:gd name="connsiteX31" fmla="*/ 33811 w 1881147"/>
                <a:gd name="connsiteY31" fmla="*/ 517811 h 1691730"/>
                <a:gd name="connsiteX32" fmla="*/ 474 w 1881147"/>
                <a:gd name="connsiteY32" fmla="*/ 622586 h 1691730"/>
                <a:gd name="connsiteX33" fmla="*/ 62386 w 1881147"/>
                <a:gd name="connsiteY33" fmla="*/ 698786 h 1691730"/>
                <a:gd name="connsiteX34" fmla="*/ 111977 w 1881147"/>
                <a:gd name="connsiteY34" fmla="*/ 679048 h 1691730"/>
                <a:gd name="connsiteX35" fmla="*/ 112334 w 1881147"/>
                <a:gd name="connsiteY35" fmla="*/ 749307 h 1691730"/>
                <a:gd name="connsiteX36" fmla="*/ 167161 w 1881147"/>
                <a:gd name="connsiteY36" fmla="*/ 779749 h 1691730"/>
                <a:gd name="connsiteX37" fmla="*/ 236159 w 1881147"/>
                <a:gd name="connsiteY37" fmla="*/ 789961 h 1691730"/>
                <a:gd name="connsiteX38" fmla="*/ 271462 w 1881147"/>
                <a:gd name="connsiteY38" fmla="*/ 845932 h 1691730"/>
                <a:gd name="connsiteX39" fmla="*/ 270869 w 1881147"/>
                <a:gd name="connsiteY39" fmla="*/ 891004 h 1691730"/>
                <a:gd name="connsiteX40" fmla="*/ 295393 w 1881147"/>
                <a:gd name="connsiteY40" fmla="*/ 930479 h 1691730"/>
                <a:gd name="connsiteX41" fmla="*/ 341051 w 1881147"/>
                <a:gd name="connsiteY41" fmla="*/ 969071 h 1691730"/>
                <a:gd name="connsiteX42" fmla="*/ 426184 w 1881147"/>
                <a:gd name="connsiteY42" fmla="*/ 1023323 h 1691730"/>
                <a:gd name="connsiteX43" fmla="*/ 461961 w 1881147"/>
                <a:gd name="connsiteY43" fmla="*/ 1094416 h 1691730"/>
                <a:gd name="connsiteX44" fmla="*/ 441064 w 1881147"/>
                <a:gd name="connsiteY44" fmla="*/ 1163989 h 1691730"/>
                <a:gd name="connsiteX45" fmla="*/ 519111 w 1881147"/>
                <a:gd name="connsiteY45" fmla="*/ 1220452 h 1691730"/>
                <a:gd name="connsiteX46" fmla="*/ 591143 w 1881147"/>
                <a:gd name="connsiteY46" fmla="*/ 1253446 h 1691730"/>
                <a:gd name="connsiteX47" fmla="*/ 571974 w 1881147"/>
                <a:gd name="connsiteY47" fmla="*/ 1313149 h 1691730"/>
                <a:gd name="connsiteX48" fmla="*/ 662461 w 1881147"/>
                <a:gd name="connsiteY48" fmla="*/ 1465549 h 1691730"/>
                <a:gd name="connsiteX49" fmla="*/ 755271 w 1881147"/>
                <a:gd name="connsiteY49" fmla="*/ 1538703 h 1691730"/>
                <a:gd name="connsiteX50" fmla="*/ 805336 w 1881147"/>
                <a:gd name="connsiteY50" fmla="*/ 1489361 h 1691730"/>
                <a:gd name="connsiteX51" fmla="*/ 869926 w 1881147"/>
                <a:gd name="connsiteY51" fmla="*/ 1516758 h 1691730"/>
                <a:gd name="connsiteX52" fmla="*/ 924399 w 1881147"/>
                <a:gd name="connsiteY52" fmla="*/ 1484599 h 1691730"/>
                <a:gd name="connsiteX53" fmla="*/ 941246 w 1881147"/>
                <a:gd name="connsiteY53" fmla="*/ 1442423 h 1691730"/>
                <a:gd name="connsiteX54" fmla="*/ 1005123 w 1881147"/>
                <a:gd name="connsiteY54" fmla="*/ 1528835 h 1691730"/>
                <a:gd name="connsiteX55" fmla="*/ 1050190 w 1881147"/>
                <a:gd name="connsiteY55" fmla="*/ 1599929 h 1691730"/>
                <a:gd name="connsiteX56" fmla="*/ 1120136 w 1881147"/>
                <a:gd name="connsiteY56" fmla="*/ 1691448 h 1691730"/>
                <a:gd name="connsiteX57" fmla="*/ 1151034 w 1881147"/>
                <a:gd name="connsiteY57" fmla="*/ 1628357 h 1691730"/>
                <a:gd name="connsiteX58" fmla="*/ 1181693 w 1881147"/>
                <a:gd name="connsiteY58" fmla="*/ 1621877 h 1691730"/>
                <a:gd name="connsiteX59" fmla="*/ 1224792 w 1881147"/>
                <a:gd name="connsiteY59" fmla="*/ 1651140 h 1691730"/>
                <a:gd name="connsiteX60" fmla="*/ 1258367 w 1881147"/>
                <a:gd name="connsiteY60" fmla="*/ 1610486 h 1691730"/>
                <a:gd name="connsiteX61" fmla="*/ 1277188 w 1881147"/>
                <a:gd name="connsiteY61" fmla="*/ 1615103 h 1691730"/>
                <a:gd name="connsiteX62" fmla="*/ 1311230 w 1881147"/>
                <a:gd name="connsiteY62" fmla="*/ 1681580 h 1691730"/>
                <a:gd name="connsiteX63" fmla="*/ 1367786 w 1881147"/>
                <a:gd name="connsiteY63" fmla="*/ 1658111 h 1691730"/>
                <a:gd name="connsiteX64" fmla="*/ 1419818 w 1881147"/>
                <a:gd name="connsiteY64" fmla="*/ 1601990 h 1691730"/>
                <a:gd name="connsiteX65" fmla="*/ 1470595 w 1881147"/>
                <a:gd name="connsiteY65" fmla="*/ 1585447 h 1691730"/>
                <a:gd name="connsiteX66" fmla="*/ 1488274 w 1881147"/>
                <a:gd name="connsiteY66" fmla="*/ 1641269 h 1691730"/>
                <a:gd name="connsiteX67" fmla="*/ 1558169 w 1881147"/>
                <a:gd name="connsiteY67" fmla="*/ 1615591 h 1691730"/>
                <a:gd name="connsiteX68" fmla="*/ 1588947 w 1881147"/>
                <a:gd name="connsiteY68" fmla="*/ 1528835 h 1691730"/>
                <a:gd name="connsiteX69" fmla="*/ 1670383 w 1881147"/>
                <a:gd name="connsiteY69" fmla="*/ 1438693 h 1691730"/>
                <a:gd name="connsiteX70" fmla="*/ 1714974 w 1881147"/>
                <a:gd name="connsiteY70" fmla="*/ 1407563 h 1691730"/>
                <a:gd name="connsiteX71" fmla="*/ 1743343 w 1881147"/>
                <a:gd name="connsiteY71" fmla="*/ 1410858 h 1691730"/>
                <a:gd name="connsiteX72" fmla="*/ 1820935 w 1881147"/>
                <a:gd name="connsiteY72" fmla="*/ 1400250 h 1691730"/>
                <a:gd name="connsiteX73" fmla="*/ 1816054 w 1881147"/>
                <a:gd name="connsiteY73" fmla="*/ 1453814 h 1691730"/>
                <a:gd name="connsiteX74" fmla="*/ 1874221 w 1881147"/>
                <a:gd name="connsiteY74" fmla="*/ 1477135 h 1691730"/>
                <a:gd name="connsiteX75" fmla="*/ 1875829 w 1881147"/>
                <a:gd name="connsiteY75" fmla="*/ 1454501 h 1691730"/>
                <a:gd name="connsiteX76" fmla="*/ 1875051 w 1881147"/>
                <a:gd name="connsiteY76" fmla="*/ 1393767 h 1691730"/>
                <a:gd name="connsiteX77" fmla="*/ 1853086 w 1881147"/>
                <a:gd name="connsiteY77" fmla="*/ 1303624 h 1691730"/>
                <a:gd name="connsiteX78" fmla="*/ 1853086 w 1881147"/>
                <a:gd name="connsiteY78" fmla="*/ 1246474 h 1691730"/>
                <a:gd name="connsiteX79" fmla="*/ 1810224 w 1881147"/>
                <a:gd name="connsiteY79" fmla="*/ 1236949 h 1691730"/>
                <a:gd name="connsiteX80" fmla="*/ 1734024 w 1881147"/>
                <a:gd name="connsiteY80" fmla="*/ 1155986 h 1691730"/>
                <a:gd name="connsiteX81" fmla="*/ 1695924 w 1881147"/>
                <a:gd name="connsiteY81" fmla="*/ 975011 h 1691730"/>
                <a:gd name="connsiteX82" fmla="*/ 1643536 w 1881147"/>
                <a:gd name="connsiteY82" fmla="*/ 941674 h 1691730"/>
                <a:gd name="connsiteX83" fmla="*/ 1605436 w 1881147"/>
                <a:gd name="connsiteY83" fmla="*/ 884524 h 1691730"/>
                <a:gd name="connsiteX84" fmla="*/ 1557811 w 1881147"/>
                <a:gd name="connsiteY84" fmla="*/ 836899 h 1691730"/>
                <a:gd name="connsiteX85" fmla="*/ 1505424 w 1881147"/>
                <a:gd name="connsiteY85" fmla="*/ 817849 h 1691730"/>
                <a:gd name="connsiteX86" fmla="*/ 1453036 w 1881147"/>
                <a:gd name="connsiteY86" fmla="*/ 813086 h 1691730"/>
                <a:gd name="connsiteX87" fmla="*/ 1510186 w 1881147"/>
                <a:gd name="connsiteY87" fmla="*/ 779749 h 1691730"/>
                <a:gd name="connsiteX88" fmla="*/ 1476849 w 1881147"/>
                <a:gd name="connsiteY88" fmla="*/ 746411 h 1691730"/>
                <a:gd name="connsiteX89" fmla="*/ 1481611 w 1881147"/>
                <a:gd name="connsiteY89" fmla="*/ 722599 h 1691730"/>
                <a:gd name="connsiteX90" fmla="*/ 1572099 w 1881147"/>
                <a:gd name="connsiteY90" fmla="*/ 760699 h 1691730"/>
                <a:gd name="connsiteX91" fmla="*/ 1624486 w 1881147"/>
                <a:gd name="connsiteY91" fmla="*/ 694024 h 1691730"/>
                <a:gd name="connsiteX92" fmla="*/ 1622283 w 1881147"/>
                <a:gd name="connsiteY92" fmla="*/ 551149 h 1691730"/>
                <a:gd name="connsiteX93" fmla="*/ 1639486 w 1881147"/>
                <a:gd name="connsiteY93" fmla="*/ 402823 h 1691730"/>
                <a:gd name="connsiteX0" fmla="*/ 1639486 w 1881147"/>
                <a:gd name="connsiteY0" fmla="*/ 405145 h 1694052"/>
                <a:gd name="connsiteX1" fmla="*/ 1567336 w 1881147"/>
                <a:gd name="connsiteY1" fmla="*/ 372496 h 1694052"/>
                <a:gd name="connsiteX2" fmla="*/ 1477087 w 1881147"/>
                <a:gd name="connsiteY2" fmla="*/ 348683 h 1694052"/>
                <a:gd name="connsiteX3" fmla="*/ 1423767 w 1881147"/>
                <a:gd name="connsiteY3" fmla="*/ 271599 h 1694052"/>
                <a:gd name="connsiteX4" fmla="*/ 1395785 w 1881147"/>
                <a:gd name="connsiteY4" fmla="*/ 169754 h 1694052"/>
                <a:gd name="connsiteX5" fmla="*/ 1351753 w 1881147"/>
                <a:gd name="connsiteY5" fmla="*/ 15308 h 1694052"/>
                <a:gd name="connsiteX6" fmla="*/ 1267299 w 1881147"/>
                <a:gd name="connsiteY6" fmla="*/ 15308 h 1694052"/>
                <a:gd name="connsiteX7" fmla="*/ 1247452 w 1881147"/>
                <a:gd name="connsiteY7" fmla="*/ 101065 h 1694052"/>
                <a:gd name="connsiteX8" fmla="*/ 1214911 w 1881147"/>
                <a:gd name="connsiteY8" fmla="*/ 158183 h 1694052"/>
                <a:gd name="connsiteX9" fmla="*/ 1186336 w 1881147"/>
                <a:gd name="connsiteY9" fmla="*/ 186758 h 1694052"/>
                <a:gd name="connsiteX10" fmla="*/ 1176811 w 1881147"/>
                <a:gd name="connsiteY10" fmla="*/ 258196 h 1694052"/>
                <a:gd name="connsiteX11" fmla="*/ 1114899 w 1881147"/>
                <a:gd name="connsiteY11" fmla="*/ 301058 h 1694052"/>
                <a:gd name="connsiteX12" fmla="*/ 1005361 w 1881147"/>
                <a:gd name="connsiteY12" fmla="*/ 315346 h 1694052"/>
                <a:gd name="connsiteX13" fmla="*/ 962499 w 1881147"/>
                <a:gd name="connsiteY13" fmla="*/ 358208 h 1694052"/>
                <a:gd name="connsiteX14" fmla="*/ 838674 w 1881147"/>
                <a:gd name="connsiteY14" fmla="*/ 358208 h 1694052"/>
                <a:gd name="connsiteX15" fmla="*/ 781524 w 1881147"/>
                <a:gd name="connsiteY15" fmla="*/ 429646 h 1694052"/>
                <a:gd name="connsiteX16" fmla="*/ 781524 w 1881147"/>
                <a:gd name="connsiteY16" fmla="*/ 462983 h 1694052"/>
                <a:gd name="connsiteX17" fmla="*/ 743424 w 1881147"/>
                <a:gd name="connsiteY17" fmla="*/ 486796 h 1694052"/>
                <a:gd name="connsiteX18" fmla="*/ 671986 w 1881147"/>
                <a:gd name="connsiteY18" fmla="*/ 420121 h 1694052"/>
                <a:gd name="connsiteX19" fmla="*/ 519586 w 1881147"/>
                <a:gd name="connsiteY19" fmla="*/ 415358 h 1694052"/>
                <a:gd name="connsiteX20" fmla="*/ 457674 w 1881147"/>
                <a:gd name="connsiteY20" fmla="*/ 434408 h 1694052"/>
                <a:gd name="connsiteX21" fmla="*/ 419574 w 1881147"/>
                <a:gd name="connsiteY21" fmla="*/ 420121 h 1694052"/>
                <a:gd name="connsiteX22" fmla="*/ 400524 w 1881147"/>
                <a:gd name="connsiteY22" fmla="*/ 358208 h 1694052"/>
                <a:gd name="connsiteX23" fmla="*/ 333849 w 1881147"/>
                <a:gd name="connsiteY23" fmla="*/ 305821 h 1694052"/>
                <a:gd name="connsiteX24" fmla="*/ 286224 w 1881147"/>
                <a:gd name="connsiteY24" fmla="*/ 239146 h 1694052"/>
                <a:gd name="connsiteX25" fmla="*/ 143349 w 1881147"/>
                <a:gd name="connsiteY25" fmla="*/ 258196 h 1694052"/>
                <a:gd name="connsiteX26" fmla="*/ 124299 w 1881147"/>
                <a:gd name="connsiteY26" fmla="*/ 334396 h 1694052"/>
                <a:gd name="connsiteX27" fmla="*/ 110011 w 1881147"/>
                <a:gd name="connsiteY27" fmla="*/ 367733 h 1694052"/>
                <a:gd name="connsiteX28" fmla="*/ 133824 w 1881147"/>
                <a:gd name="connsiteY28" fmla="*/ 415358 h 1694052"/>
                <a:gd name="connsiteX29" fmla="*/ 81436 w 1881147"/>
                <a:gd name="connsiteY29" fmla="*/ 453458 h 1694052"/>
                <a:gd name="connsiteX30" fmla="*/ 33811 w 1881147"/>
                <a:gd name="connsiteY30" fmla="*/ 448696 h 1694052"/>
                <a:gd name="connsiteX31" fmla="*/ 33811 w 1881147"/>
                <a:gd name="connsiteY31" fmla="*/ 520133 h 1694052"/>
                <a:gd name="connsiteX32" fmla="*/ 474 w 1881147"/>
                <a:gd name="connsiteY32" fmla="*/ 624908 h 1694052"/>
                <a:gd name="connsiteX33" fmla="*/ 62386 w 1881147"/>
                <a:gd name="connsiteY33" fmla="*/ 701108 h 1694052"/>
                <a:gd name="connsiteX34" fmla="*/ 111977 w 1881147"/>
                <a:gd name="connsiteY34" fmla="*/ 681370 h 1694052"/>
                <a:gd name="connsiteX35" fmla="*/ 112334 w 1881147"/>
                <a:gd name="connsiteY35" fmla="*/ 751629 h 1694052"/>
                <a:gd name="connsiteX36" fmla="*/ 167161 w 1881147"/>
                <a:gd name="connsiteY36" fmla="*/ 782071 h 1694052"/>
                <a:gd name="connsiteX37" fmla="*/ 236159 w 1881147"/>
                <a:gd name="connsiteY37" fmla="*/ 792283 h 1694052"/>
                <a:gd name="connsiteX38" fmla="*/ 271462 w 1881147"/>
                <a:gd name="connsiteY38" fmla="*/ 848254 h 1694052"/>
                <a:gd name="connsiteX39" fmla="*/ 270869 w 1881147"/>
                <a:gd name="connsiteY39" fmla="*/ 893326 h 1694052"/>
                <a:gd name="connsiteX40" fmla="*/ 295393 w 1881147"/>
                <a:gd name="connsiteY40" fmla="*/ 932801 h 1694052"/>
                <a:gd name="connsiteX41" fmla="*/ 341051 w 1881147"/>
                <a:gd name="connsiteY41" fmla="*/ 971393 h 1694052"/>
                <a:gd name="connsiteX42" fmla="*/ 426184 w 1881147"/>
                <a:gd name="connsiteY42" fmla="*/ 1025645 h 1694052"/>
                <a:gd name="connsiteX43" fmla="*/ 461961 w 1881147"/>
                <a:gd name="connsiteY43" fmla="*/ 1096738 h 1694052"/>
                <a:gd name="connsiteX44" fmla="*/ 441064 w 1881147"/>
                <a:gd name="connsiteY44" fmla="*/ 1166311 h 1694052"/>
                <a:gd name="connsiteX45" fmla="*/ 519111 w 1881147"/>
                <a:gd name="connsiteY45" fmla="*/ 1222774 h 1694052"/>
                <a:gd name="connsiteX46" fmla="*/ 591143 w 1881147"/>
                <a:gd name="connsiteY46" fmla="*/ 1255768 h 1694052"/>
                <a:gd name="connsiteX47" fmla="*/ 571974 w 1881147"/>
                <a:gd name="connsiteY47" fmla="*/ 1315471 h 1694052"/>
                <a:gd name="connsiteX48" fmla="*/ 662461 w 1881147"/>
                <a:gd name="connsiteY48" fmla="*/ 1467871 h 1694052"/>
                <a:gd name="connsiteX49" fmla="*/ 755271 w 1881147"/>
                <a:gd name="connsiteY49" fmla="*/ 1541025 h 1694052"/>
                <a:gd name="connsiteX50" fmla="*/ 805336 w 1881147"/>
                <a:gd name="connsiteY50" fmla="*/ 1491683 h 1694052"/>
                <a:gd name="connsiteX51" fmla="*/ 869926 w 1881147"/>
                <a:gd name="connsiteY51" fmla="*/ 1519080 h 1694052"/>
                <a:gd name="connsiteX52" fmla="*/ 924399 w 1881147"/>
                <a:gd name="connsiteY52" fmla="*/ 1486921 h 1694052"/>
                <a:gd name="connsiteX53" fmla="*/ 941246 w 1881147"/>
                <a:gd name="connsiteY53" fmla="*/ 1444745 h 1694052"/>
                <a:gd name="connsiteX54" fmla="*/ 1005123 w 1881147"/>
                <a:gd name="connsiteY54" fmla="*/ 1531157 h 1694052"/>
                <a:gd name="connsiteX55" fmla="*/ 1050190 w 1881147"/>
                <a:gd name="connsiteY55" fmla="*/ 1602251 h 1694052"/>
                <a:gd name="connsiteX56" fmla="*/ 1120136 w 1881147"/>
                <a:gd name="connsiteY56" fmla="*/ 1693770 h 1694052"/>
                <a:gd name="connsiteX57" fmla="*/ 1151034 w 1881147"/>
                <a:gd name="connsiteY57" fmla="*/ 1630679 h 1694052"/>
                <a:gd name="connsiteX58" fmla="*/ 1181693 w 1881147"/>
                <a:gd name="connsiteY58" fmla="*/ 1624199 h 1694052"/>
                <a:gd name="connsiteX59" fmla="*/ 1224792 w 1881147"/>
                <a:gd name="connsiteY59" fmla="*/ 1653462 h 1694052"/>
                <a:gd name="connsiteX60" fmla="*/ 1258367 w 1881147"/>
                <a:gd name="connsiteY60" fmla="*/ 1612808 h 1694052"/>
                <a:gd name="connsiteX61" fmla="*/ 1277188 w 1881147"/>
                <a:gd name="connsiteY61" fmla="*/ 1617425 h 1694052"/>
                <a:gd name="connsiteX62" fmla="*/ 1311230 w 1881147"/>
                <a:gd name="connsiteY62" fmla="*/ 1683902 h 1694052"/>
                <a:gd name="connsiteX63" fmla="*/ 1367786 w 1881147"/>
                <a:gd name="connsiteY63" fmla="*/ 1660433 h 1694052"/>
                <a:gd name="connsiteX64" fmla="*/ 1419818 w 1881147"/>
                <a:gd name="connsiteY64" fmla="*/ 1604312 h 1694052"/>
                <a:gd name="connsiteX65" fmla="*/ 1470595 w 1881147"/>
                <a:gd name="connsiteY65" fmla="*/ 1587769 h 1694052"/>
                <a:gd name="connsiteX66" fmla="*/ 1488274 w 1881147"/>
                <a:gd name="connsiteY66" fmla="*/ 1643591 h 1694052"/>
                <a:gd name="connsiteX67" fmla="*/ 1558169 w 1881147"/>
                <a:gd name="connsiteY67" fmla="*/ 1617913 h 1694052"/>
                <a:gd name="connsiteX68" fmla="*/ 1588947 w 1881147"/>
                <a:gd name="connsiteY68" fmla="*/ 1531157 h 1694052"/>
                <a:gd name="connsiteX69" fmla="*/ 1670383 w 1881147"/>
                <a:gd name="connsiteY69" fmla="*/ 1441015 h 1694052"/>
                <a:gd name="connsiteX70" fmla="*/ 1714974 w 1881147"/>
                <a:gd name="connsiteY70" fmla="*/ 1409885 h 1694052"/>
                <a:gd name="connsiteX71" fmla="*/ 1743343 w 1881147"/>
                <a:gd name="connsiteY71" fmla="*/ 1413180 h 1694052"/>
                <a:gd name="connsiteX72" fmla="*/ 1820935 w 1881147"/>
                <a:gd name="connsiteY72" fmla="*/ 1402572 h 1694052"/>
                <a:gd name="connsiteX73" fmla="*/ 1816054 w 1881147"/>
                <a:gd name="connsiteY73" fmla="*/ 1456136 h 1694052"/>
                <a:gd name="connsiteX74" fmla="*/ 1874221 w 1881147"/>
                <a:gd name="connsiteY74" fmla="*/ 1479457 h 1694052"/>
                <a:gd name="connsiteX75" fmla="*/ 1875829 w 1881147"/>
                <a:gd name="connsiteY75" fmla="*/ 1456823 h 1694052"/>
                <a:gd name="connsiteX76" fmla="*/ 1875051 w 1881147"/>
                <a:gd name="connsiteY76" fmla="*/ 1396089 h 1694052"/>
                <a:gd name="connsiteX77" fmla="*/ 1853086 w 1881147"/>
                <a:gd name="connsiteY77" fmla="*/ 1305946 h 1694052"/>
                <a:gd name="connsiteX78" fmla="*/ 1853086 w 1881147"/>
                <a:gd name="connsiteY78" fmla="*/ 1248796 h 1694052"/>
                <a:gd name="connsiteX79" fmla="*/ 1810224 w 1881147"/>
                <a:gd name="connsiteY79" fmla="*/ 1239271 h 1694052"/>
                <a:gd name="connsiteX80" fmla="*/ 1734024 w 1881147"/>
                <a:gd name="connsiteY80" fmla="*/ 1158308 h 1694052"/>
                <a:gd name="connsiteX81" fmla="*/ 1695924 w 1881147"/>
                <a:gd name="connsiteY81" fmla="*/ 977333 h 1694052"/>
                <a:gd name="connsiteX82" fmla="*/ 1643536 w 1881147"/>
                <a:gd name="connsiteY82" fmla="*/ 943996 h 1694052"/>
                <a:gd name="connsiteX83" fmla="*/ 1605436 w 1881147"/>
                <a:gd name="connsiteY83" fmla="*/ 886846 h 1694052"/>
                <a:gd name="connsiteX84" fmla="*/ 1557811 w 1881147"/>
                <a:gd name="connsiteY84" fmla="*/ 839221 h 1694052"/>
                <a:gd name="connsiteX85" fmla="*/ 1505424 w 1881147"/>
                <a:gd name="connsiteY85" fmla="*/ 820171 h 1694052"/>
                <a:gd name="connsiteX86" fmla="*/ 1453036 w 1881147"/>
                <a:gd name="connsiteY86" fmla="*/ 815408 h 1694052"/>
                <a:gd name="connsiteX87" fmla="*/ 1510186 w 1881147"/>
                <a:gd name="connsiteY87" fmla="*/ 782071 h 1694052"/>
                <a:gd name="connsiteX88" fmla="*/ 1476849 w 1881147"/>
                <a:gd name="connsiteY88" fmla="*/ 748733 h 1694052"/>
                <a:gd name="connsiteX89" fmla="*/ 1481611 w 1881147"/>
                <a:gd name="connsiteY89" fmla="*/ 724921 h 1694052"/>
                <a:gd name="connsiteX90" fmla="*/ 1572099 w 1881147"/>
                <a:gd name="connsiteY90" fmla="*/ 763021 h 1694052"/>
                <a:gd name="connsiteX91" fmla="*/ 1624486 w 1881147"/>
                <a:gd name="connsiteY91" fmla="*/ 696346 h 1694052"/>
                <a:gd name="connsiteX92" fmla="*/ 1622283 w 1881147"/>
                <a:gd name="connsiteY92" fmla="*/ 553471 h 1694052"/>
                <a:gd name="connsiteX93" fmla="*/ 1639486 w 1881147"/>
                <a:gd name="connsiteY93" fmla="*/ 405145 h 1694052"/>
                <a:gd name="connsiteX0" fmla="*/ 1639486 w 1881147"/>
                <a:gd name="connsiteY0" fmla="*/ 415049 h 1703956"/>
                <a:gd name="connsiteX1" fmla="*/ 1567336 w 1881147"/>
                <a:gd name="connsiteY1" fmla="*/ 382400 h 1703956"/>
                <a:gd name="connsiteX2" fmla="*/ 1477087 w 1881147"/>
                <a:gd name="connsiteY2" fmla="*/ 358587 h 1703956"/>
                <a:gd name="connsiteX3" fmla="*/ 1423767 w 1881147"/>
                <a:gd name="connsiteY3" fmla="*/ 281503 h 1703956"/>
                <a:gd name="connsiteX4" fmla="*/ 1395785 w 1881147"/>
                <a:gd name="connsiteY4" fmla="*/ 179658 h 1703956"/>
                <a:gd name="connsiteX5" fmla="*/ 1364769 w 1881147"/>
                <a:gd name="connsiteY5" fmla="*/ 11596 h 1703956"/>
                <a:gd name="connsiteX6" fmla="*/ 1267299 w 1881147"/>
                <a:gd name="connsiteY6" fmla="*/ 25212 h 1703956"/>
                <a:gd name="connsiteX7" fmla="*/ 1247452 w 1881147"/>
                <a:gd name="connsiteY7" fmla="*/ 110969 h 1703956"/>
                <a:gd name="connsiteX8" fmla="*/ 1214911 w 1881147"/>
                <a:gd name="connsiteY8" fmla="*/ 168087 h 1703956"/>
                <a:gd name="connsiteX9" fmla="*/ 1186336 w 1881147"/>
                <a:gd name="connsiteY9" fmla="*/ 196662 h 1703956"/>
                <a:gd name="connsiteX10" fmla="*/ 1176811 w 1881147"/>
                <a:gd name="connsiteY10" fmla="*/ 268100 h 1703956"/>
                <a:gd name="connsiteX11" fmla="*/ 1114899 w 1881147"/>
                <a:gd name="connsiteY11" fmla="*/ 310962 h 1703956"/>
                <a:gd name="connsiteX12" fmla="*/ 1005361 w 1881147"/>
                <a:gd name="connsiteY12" fmla="*/ 325250 h 1703956"/>
                <a:gd name="connsiteX13" fmla="*/ 962499 w 1881147"/>
                <a:gd name="connsiteY13" fmla="*/ 368112 h 1703956"/>
                <a:gd name="connsiteX14" fmla="*/ 838674 w 1881147"/>
                <a:gd name="connsiteY14" fmla="*/ 368112 h 1703956"/>
                <a:gd name="connsiteX15" fmla="*/ 781524 w 1881147"/>
                <a:gd name="connsiteY15" fmla="*/ 439550 h 1703956"/>
                <a:gd name="connsiteX16" fmla="*/ 781524 w 1881147"/>
                <a:gd name="connsiteY16" fmla="*/ 472887 h 1703956"/>
                <a:gd name="connsiteX17" fmla="*/ 743424 w 1881147"/>
                <a:gd name="connsiteY17" fmla="*/ 496700 h 1703956"/>
                <a:gd name="connsiteX18" fmla="*/ 671986 w 1881147"/>
                <a:gd name="connsiteY18" fmla="*/ 430025 h 1703956"/>
                <a:gd name="connsiteX19" fmla="*/ 519586 w 1881147"/>
                <a:gd name="connsiteY19" fmla="*/ 425262 h 1703956"/>
                <a:gd name="connsiteX20" fmla="*/ 457674 w 1881147"/>
                <a:gd name="connsiteY20" fmla="*/ 444312 h 1703956"/>
                <a:gd name="connsiteX21" fmla="*/ 419574 w 1881147"/>
                <a:gd name="connsiteY21" fmla="*/ 430025 h 1703956"/>
                <a:gd name="connsiteX22" fmla="*/ 400524 w 1881147"/>
                <a:gd name="connsiteY22" fmla="*/ 368112 h 1703956"/>
                <a:gd name="connsiteX23" fmla="*/ 333849 w 1881147"/>
                <a:gd name="connsiteY23" fmla="*/ 315725 h 1703956"/>
                <a:gd name="connsiteX24" fmla="*/ 286224 w 1881147"/>
                <a:gd name="connsiteY24" fmla="*/ 249050 h 1703956"/>
                <a:gd name="connsiteX25" fmla="*/ 143349 w 1881147"/>
                <a:gd name="connsiteY25" fmla="*/ 268100 h 1703956"/>
                <a:gd name="connsiteX26" fmla="*/ 124299 w 1881147"/>
                <a:gd name="connsiteY26" fmla="*/ 344300 h 1703956"/>
                <a:gd name="connsiteX27" fmla="*/ 110011 w 1881147"/>
                <a:gd name="connsiteY27" fmla="*/ 377637 h 1703956"/>
                <a:gd name="connsiteX28" fmla="*/ 133824 w 1881147"/>
                <a:gd name="connsiteY28" fmla="*/ 425262 h 1703956"/>
                <a:gd name="connsiteX29" fmla="*/ 81436 w 1881147"/>
                <a:gd name="connsiteY29" fmla="*/ 463362 h 1703956"/>
                <a:gd name="connsiteX30" fmla="*/ 33811 w 1881147"/>
                <a:gd name="connsiteY30" fmla="*/ 458600 h 1703956"/>
                <a:gd name="connsiteX31" fmla="*/ 33811 w 1881147"/>
                <a:gd name="connsiteY31" fmla="*/ 530037 h 1703956"/>
                <a:gd name="connsiteX32" fmla="*/ 474 w 1881147"/>
                <a:gd name="connsiteY32" fmla="*/ 634812 h 1703956"/>
                <a:gd name="connsiteX33" fmla="*/ 62386 w 1881147"/>
                <a:gd name="connsiteY33" fmla="*/ 711012 h 1703956"/>
                <a:gd name="connsiteX34" fmla="*/ 111977 w 1881147"/>
                <a:gd name="connsiteY34" fmla="*/ 691274 h 1703956"/>
                <a:gd name="connsiteX35" fmla="*/ 112334 w 1881147"/>
                <a:gd name="connsiteY35" fmla="*/ 761533 h 1703956"/>
                <a:gd name="connsiteX36" fmla="*/ 167161 w 1881147"/>
                <a:gd name="connsiteY36" fmla="*/ 791975 h 1703956"/>
                <a:gd name="connsiteX37" fmla="*/ 236159 w 1881147"/>
                <a:gd name="connsiteY37" fmla="*/ 802187 h 1703956"/>
                <a:gd name="connsiteX38" fmla="*/ 271462 w 1881147"/>
                <a:gd name="connsiteY38" fmla="*/ 858158 h 1703956"/>
                <a:gd name="connsiteX39" fmla="*/ 270869 w 1881147"/>
                <a:gd name="connsiteY39" fmla="*/ 903230 h 1703956"/>
                <a:gd name="connsiteX40" fmla="*/ 295393 w 1881147"/>
                <a:gd name="connsiteY40" fmla="*/ 942705 h 1703956"/>
                <a:gd name="connsiteX41" fmla="*/ 341051 w 1881147"/>
                <a:gd name="connsiteY41" fmla="*/ 981297 h 1703956"/>
                <a:gd name="connsiteX42" fmla="*/ 426184 w 1881147"/>
                <a:gd name="connsiteY42" fmla="*/ 1035549 h 1703956"/>
                <a:gd name="connsiteX43" fmla="*/ 461961 w 1881147"/>
                <a:gd name="connsiteY43" fmla="*/ 1106642 h 1703956"/>
                <a:gd name="connsiteX44" fmla="*/ 441064 w 1881147"/>
                <a:gd name="connsiteY44" fmla="*/ 1176215 h 1703956"/>
                <a:gd name="connsiteX45" fmla="*/ 519111 w 1881147"/>
                <a:gd name="connsiteY45" fmla="*/ 1232678 h 1703956"/>
                <a:gd name="connsiteX46" fmla="*/ 591143 w 1881147"/>
                <a:gd name="connsiteY46" fmla="*/ 1265672 h 1703956"/>
                <a:gd name="connsiteX47" fmla="*/ 571974 w 1881147"/>
                <a:gd name="connsiteY47" fmla="*/ 1325375 h 1703956"/>
                <a:gd name="connsiteX48" fmla="*/ 662461 w 1881147"/>
                <a:gd name="connsiteY48" fmla="*/ 1477775 h 1703956"/>
                <a:gd name="connsiteX49" fmla="*/ 755271 w 1881147"/>
                <a:gd name="connsiteY49" fmla="*/ 1550929 h 1703956"/>
                <a:gd name="connsiteX50" fmla="*/ 805336 w 1881147"/>
                <a:gd name="connsiteY50" fmla="*/ 1501587 h 1703956"/>
                <a:gd name="connsiteX51" fmla="*/ 869926 w 1881147"/>
                <a:gd name="connsiteY51" fmla="*/ 1528984 h 1703956"/>
                <a:gd name="connsiteX52" fmla="*/ 924399 w 1881147"/>
                <a:gd name="connsiteY52" fmla="*/ 1496825 h 1703956"/>
                <a:gd name="connsiteX53" fmla="*/ 941246 w 1881147"/>
                <a:gd name="connsiteY53" fmla="*/ 1454649 h 1703956"/>
                <a:gd name="connsiteX54" fmla="*/ 1005123 w 1881147"/>
                <a:gd name="connsiteY54" fmla="*/ 1541061 h 1703956"/>
                <a:gd name="connsiteX55" fmla="*/ 1050190 w 1881147"/>
                <a:gd name="connsiteY55" fmla="*/ 1612155 h 1703956"/>
                <a:gd name="connsiteX56" fmla="*/ 1120136 w 1881147"/>
                <a:gd name="connsiteY56" fmla="*/ 1703674 h 1703956"/>
                <a:gd name="connsiteX57" fmla="*/ 1151034 w 1881147"/>
                <a:gd name="connsiteY57" fmla="*/ 1640583 h 1703956"/>
                <a:gd name="connsiteX58" fmla="*/ 1181693 w 1881147"/>
                <a:gd name="connsiteY58" fmla="*/ 1634103 h 1703956"/>
                <a:gd name="connsiteX59" fmla="*/ 1224792 w 1881147"/>
                <a:gd name="connsiteY59" fmla="*/ 1663366 h 1703956"/>
                <a:gd name="connsiteX60" fmla="*/ 1258367 w 1881147"/>
                <a:gd name="connsiteY60" fmla="*/ 1622712 h 1703956"/>
                <a:gd name="connsiteX61" fmla="*/ 1277188 w 1881147"/>
                <a:gd name="connsiteY61" fmla="*/ 1627329 h 1703956"/>
                <a:gd name="connsiteX62" fmla="*/ 1311230 w 1881147"/>
                <a:gd name="connsiteY62" fmla="*/ 1693806 h 1703956"/>
                <a:gd name="connsiteX63" fmla="*/ 1367786 w 1881147"/>
                <a:gd name="connsiteY63" fmla="*/ 1670337 h 1703956"/>
                <a:gd name="connsiteX64" fmla="*/ 1419818 w 1881147"/>
                <a:gd name="connsiteY64" fmla="*/ 1614216 h 1703956"/>
                <a:gd name="connsiteX65" fmla="*/ 1470595 w 1881147"/>
                <a:gd name="connsiteY65" fmla="*/ 1597673 h 1703956"/>
                <a:gd name="connsiteX66" fmla="*/ 1488274 w 1881147"/>
                <a:gd name="connsiteY66" fmla="*/ 1653495 h 1703956"/>
                <a:gd name="connsiteX67" fmla="*/ 1558169 w 1881147"/>
                <a:gd name="connsiteY67" fmla="*/ 1627817 h 1703956"/>
                <a:gd name="connsiteX68" fmla="*/ 1588947 w 1881147"/>
                <a:gd name="connsiteY68" fmla="*/ 1541061 h 1703956"/>
                <a:gd name="connsiteX69" fmla="*/ 1670383 w 1881147"/>
                <a:gd name="connsiteY69" fmla="*/ 1450919 h 1703956"/>
                <a:gd name="connsiteX70" fmla="*/ 1714974 w 1881147"/>
                <a:gd name="connsiteY70" fmla="*/ 1419789 h 1703956"/>
                <a:gd name="connsiteX71" fmla="*/ 1743343 w 1881147"/>
                <a:gd name="connsiteY71" fmla="*/ 1423084 h 1703956"/>
                <a:gd name="connsiteX72" fmla="*/ 1820935 w 1881147"/>
                <a:gd name="connsiteY72" fmla="*/ 1412476 h 1703956"/>
                <a:gd name="connsiteX73" fmla="*/ 1816054 w 1881147"/>
                <a:gd name="connsiteY73" fmla="*/ 1466040 h 1703956"/>
                <a:gd name="connsiteX74" fmla="*/ 1874221 w 1881147"/>
                <a:gd name="connsiteY74" fmla="*/ 1489361 h 1703956"/>
                <a:gd name="connsiteX75" fmla="*/ 1875829 w 1881147"/>
                <a:gd name="connsiteY75" fmla="*/ 1466727 h 1703956"/>
                <a:gd name="connsiteX76" fmla="*/ 1875051 w 1881147"/>
                <a:gd name="connsiteY76" fmla="*/ 1405993 h 1703956"/>
                <a:gd name="connsiteX77" fmla="*/ 1853086 w 1881147"/>
                <a:gd name="connsiteY77" fmla="*/ 1315850 h 1703956"/>
                <a:gd name="connsiteX78" fmla="*/ 1853086 w 1881147"/>
                <a:gd name="connsiteY78" fmla="*/ 1258700 h 1703956"/>
                <a:gd name="connsiteX79" fmla="*/ 1810224 w 1881147"/>
                <a:gd name="connsiteY79" fmla="*/ 1249175 h 1703956"/>
                <a:gd name="connsiteX80" fmla="*/ 1734024 w 1881147"/>
                <a:gd name="connsiteY80" fmla="*/ 1168212 h 1703956"/>
                <a:gd name="connsiteX81" fmla="*/ 1695924 w 1881147"/>
                <a:gd name="connsiteY81" fmla="*/ 987237 h 1703956"/>
                <a:gd name="connsiteX82" fmla="*/ 1643536 w 1881147"/>
                <a:gd name="connsiteY82" fmla="*/ 953900 h 1703956"/>
                <a:gd name="connsiteX83" fmla="*/ 1605436 w 1881147"/>
                <a:gd name="connsiteY83" fmla="*/ 896750 h 1703956"/>
                <a:gd name="connsiteX84" fmla="*/ 1557811 w 1881147"/>
                <a:gd name="connsiteY84" fmla="*/ 849125 h 1703956"/>
                <a:gd name="connsiteX85" fmla="*/ 1505424 w 1881147"/>
                <a:gd name="connsiteY85" fmla="*/ 830075 h 1703956"/>
                <a:gd name="connsiteX86" fmla="*/ 1453036 w 1881147"/>
                <a:gd name="connsiteY86" fmla="*/ 825312 h 1703956"/>
                <a:gd name="connsiteX87" fmla="*/ 1510186 w 1881147"/>
                <a:gd name="connsiteY87" fmla="*/ 791975 h 1703956"/>
                <a:gd name="connsiteX88" fmla="*/ 1476849 w 1881147"/>
                <a:gd name="connsiteY88" fmla="*/ 758637 h 1703956"/>
                <a:gd name="connsiteX89" fmla="*/ 1481611 w 1881147"/>
                <a:gd name="connsiteY89" fmla="*/ 734825 h 1703956"/>
                <a:gd name="connsiteX90" fmla="*/ 1572099 w 1881147"/>
                <a:gd name="connsiteY90" fmla="*/ 772925 h 1703956"/>
                <a:gd name="connsiteX91" fmla="*/ 1624486 w 1881147"/>
                <a:gd name="connsiteY91" fmla="*/ 706250 h 1703956"/>
                <a:gd name="connsiteX92" fmla="*/ 1622283 w 1881147"/>
                <a:gd name="connsiteY92" fmla="*/ 563375 h 1703956"/>
                <a:gd name="connsiteX93" fmla="*/ 1639486 w 1881147"/>
                <a:gd name="connsiteY93" fmla="*/ 415049 h 1703956"/>
                <a:gd name="connsiteX0" fmla="*/ 1639486 w 1881147"/>
                <a:gd name="connsiteY0" fmla="*/ 410094 h 1699001"/>
                <a:gd name="connsiteX1" fmla="*/ 1567336 w 1881147"/>
                <a:gd name="connsiteY1" fmla="*/ 377445 h 1699001"/>
                <a:gd name="connsiteX2" fmla="*/ 1477087 w 1881147"/>
                <a:gd name="connsiteY2" fmla="*/ 353632 h 1699001"/>
                <a:gd name="connsiteX3" fmla="*/ 1423767 w 1881147"/>
                <a:gd name="connsiteY3" fmla="*/ 276548 h 1699001"/>
                <a:gd name="connsiteX4" fmla="*/ 1395785 w 1881147"/>
                <a:gd name="connsiteY4" fmla="*/ 174703 h 1699001"/>
                <a:gd name="connsiteX5" fmla="*/ 1364769 w 1881147"/>
                <a:gd name="connsiteY5" fmla="*/ 6641 h 1699001"/>
                <a:gd name="connsiteX6" fmla="*/ 1270553 w 1881147"/>
                <a:gd name="connsiteY6" fmla="*/ 40681 h 1699001"/>
                <a:gd name="connsiteX7" fmla="*/ 1247452 w 1881147"/>
                <a:gd name="connsiteY7" fmla="*/ 106014 h 1699001"/>
                <a:gd name="connsiteX8" fmla="*/ 1214911 w 1881147"/>
                <a:gd name="connsiteY8" fmla="*/ 163132 h 1699001"/>
                <a:gd name="connsiteX9" fmla="*/ 1186336 w 1881147"/>
                <a:gd name="connsiteY9" fmla="*/ 191707 h 1699001"/>
                <a:gd name="connsiteX10" fmla="*/ 1176811 w 1881147"/>
                <a:gd name="connsiteY10" fmla="*/ 263145 h 1699001"/>
                <a:gd name="connsiteX11" fmla="*/ 1114899 w 1881147"/>
                <a:gd name="connsiteY11" fmla="*/ 306007 h 1699001"/>
                <a:gd name="connsiteX12" fmla="*/ 1005361 w 1881147"/>
                <a:gd name="connsiteY12" fmla="*/ 320295 h 1699001"/>
                <a:gd name="connsiteX13" fmla="*/ 962499 w 1881147"/>
                <a:gd name="connsiteY13" fmla="*/ 363157 h 1699001"/>
                <a:gd name="connsiteX14" fmla="*/ 838674 w 1881147"/>
                <a:gd name="connsiteY14" fmla="*/ 363157 h 1699001"/>
                <a:gd name="connsiteX15" fmla="*/ 781524 w 1881147"/>
                <a:gd name="connsiteY15" fmla="*/ 434595 h 1699001"/>
                <a:gd name="connsiteX16" fmla="*/ 781524 w 1881147"/>
                <a:gd name="connsiteY16" fmla="*/ 467932 h 1699001"/>
                <a:gd name="connsiteX17" fmla="*/ 743424 w 1881147"/>
                <a:gd name="connsiteY17" fmla="*/ 491745 h 1699001"/>
                <a:gd name="connsiteX18" fmla="*/ 671986 w 1881147"/>
                <a:gd name="connsiteY18" fmla="*/ 425070 h 1699001"/>
                <a:gd name="connsiteX19" fmla="*/ 519586 w 1881147"/>
                <a:gd name="connsiteY19" fmla="*/ 420307 h 1699001"/>
                <a:gd name="connsiteX20" fmla="*/ 457674 w 1881147"/>
                <a:gd name="connsiteY20" fmla="*/ 439357 h 1699001"/>
                <a:gd name="connsiteX21" fmla="*/ 419574 w 1881147"/>
                <a:gd name="connsiteY21" fmla="*/ 425070 h 1699001"/>
                <a:gd name="connsiteX22" fmla="*/ 400524 w 1881147"/>
                <a:gd name="connsiteY22" fmla="*/ 363157 h 1699001"/>
                <a:gd name="connsiteX23" fmla="*/ 333849 w 1881147"/>
                <a:gd name="connsiteY23" fmla="*/ 310770 h 1699001"/>
                <a:gd name="connsiteX24" fmla="*/ 286224 w 1881147"/>
                <a:gd name="connsiteY24" fmla="*/ 244095 h 1699001"/>
                <a:gd name="connsiteX25" fmla="*/ 143349 w 1881147"/>
                <a:gd name="connsiteY25" fmla="*/ 263145 h 1699001"/>
                <a:gd name="connsiteX26" fmla="*/ 124299 w 1881147"/>
                <a:gd name="connsiteY26" fmla="*/ 339345 h 1699001"/>
                <a:gd name="connsiteX27" fmla="*/ 110011 w 1881147"/>
                <a:gd name="connsiteY27" fmla="*/ 372682 h 1699001"/>
                <a:gd name="connsiteX28" fmla="*/ 133824 w 1881147"/>
                <a:gd name="connsiteY28" fmla="*/ 420307 h 1699001"/>
                <a:gd name="connsiteX29" fmla="*/ 81436 w 1881147"/>
                <a:gd name="connsiteY29" fmla="*/ 458407 h 1699001"/>
                <a:gd name="connsiteX30" fmla="*/ 33811 w 1881147"/>
                <a:gd name="connsiteY30" fmla="*/ 453645 h 1699001"/>
                <a:gd name="connsiteX31" fmla="*/ 33811 w 1881147"/>
                <a:gd name="connsiteY31" fmla="*/ 525082 h 1699001"/>
                <a:gd name="connsiteX32" fmla="*/ 474 w 1881147"/>
                <a:gd name="connsiteY32" fmla="*/ 629857 h 1699001"/>
                <a:gd name="connsiteX33" fmla="*/ 62386 w 1881147"/>
                <a:gd name="connsiteY33" fmla="*/ 706057 h 1699001"/>
                <a:gd name="connsiteX34" fmla="*/ 111977 w 1881147"/>
                <a:gd name="connsiteY34" fmla="*/ 686319 h 1699001"/>
                <a:gd name="connsiteX35" fmla="*/ 112334 w 1881147"/>
                <a:gd name="connsiteY35" fmla="*/ 756578 h 1699001"/>
                <a:gd name="connsiteX36" fmla="*/ 167161 w 1881147"/>
                <a:gd name="connsiteY36" fmla="*/ 787020 h 1699001"/>
                <a:gd name="connsiteX37" fmla="*/ 236159 w 1881147"/>
                <a:gd name="connsiteY37" fmla="*/ 797232 h 1699001"/>
                <a:gd name="connsiteX38" fmla="*/ 271462 w 1881147"/>
                <a:gd name="connsiteY38" fmla="*/ 853203 h 1699001"/>
                <a:gd name="connsiteX39" fmla="*/ 270869 w 1881147"/>
                <a:gd name="connsiteY39" fmla="*/ 898275 h 1699001"/>
                <a:gd name="connsiteX40" fmla="*/ 295393 w 1881147"/>
                <a:gd name="connsiteY40" fmla="*/ 937750 h 1699001"/>
                <a:gd name="connsiteX41" fmla="*/ 341051 w 1881147"/>
                <a:gd name="connsiteY41" fmla="*/ 976342 h 1699001"/>
                <a:gd name="connsiteX42" fmla="*/ 426184 w 1881147"/>
                <a:gd name="connsiteY42" fmla="*/ 1030594 h 1699001"/>
                <a:gd name="connsiteX43" fmla="*/ 461961 w 1881147"/>
                <a:gd name="connsiteY43" fmla="*/ 1101687 h 1699001"/>
                <a:gd name="connsiteX44" fmla="*/ 441064 w 1881147"/>
                <a:gd name="connsiteY44" fmla="*/ 1171260 h 1699001"/>
                <a:gd name="connsiteX45" fmla="*/ 519111 w 1881147"/>
                <a:gd name="connsiteY45" fmla="*/ 1227723 h 1699001"/>
                <a:gd name="connsiteX46" fmla="*/ 591143 w 1881147"/>
                <a:gd name="connsiteY46" fmla="*/ 1260717 h 1699001"/>
                <a:gd name="connsiteX47" fmla="*/ 571974 w 1881147"/>
                <a:gd name="connsiteY47" fmla="*/ 1320420 h 1699001"/>
                <a:gd name="connsiteX48" fmla="*/ 662461 w 1881147"/>
                <a:gd name="connsiteY48" fmla="*/ 1472820 h 1699001"/>
                <a:gd name="connsiteX49" fmla="*/ 755271 w 1881147"/>
                <a:gd name="connsiteY49" fmla="*/ 1545974 h 1699001"/>
                <a:gd name="connsiteX50" fmla="*/ 805336 w 1881147"/>
                <a:gd name="connsiteY50" fmla="*/ 1496632 h 1699001"/>
                <a:gd name="connsiteX51" fmla="*/ 869926 w 1881147"/>
                <a:gd name="connsiteY51" fmla="*/ 1524029 h 1699001"/>
                <a:gd name="connsiteX52" fmla="*/ 924399 w 1881147"/>
                <a:gd name="connsiteY52" fmla="*/ 1491870 h 1699001"/>
                <a:gd name="connsiteX53" fmla="*/ 941246 w 1881147"/>
                <a:gd name="connsiteY53" fmla="*/ 1449694 h 1699001"/>
                <a:gd name="connsiteX54" fmla="*/ 1005123 w 1881147"/>
                <a:gd name="connsiteY54" fmla="*/ 1536106 h 1699001"/>
                <a:gd name="connsiteX55" fmla="*/ 1050190 w 1881147"/>
                <a:gd name="connsiteY55" fmla="*/ 1607200 h 1699001"/>
                <a:gd name="connsiteX56" fmla="*/ 1120136 w 1881147"/>
                <a:gd name="connsiteY56" fmla="*/ 1698719 h 1699001"/>
                <a:gd name="connsiteX57" fmla="*/ 1151034 w 1881147"/>
                <a:gd name="connsiteY57" fmla="*/ 1635628 h 1699001"/>
                <a:gd name="connsiteX58" fmla="*/ 1181693 w 1881147"/>
                <a:gd name="connsiteY58" fmla="*/ 1629148 h 1699001"/>
                <a:gd name="connsiteX59" fmla="*/ 1224792 w 1881147"/>
                <a:gd name="connsiteY59" fmla="*/ 1658411 h 1699001"/>
                <a:gd name="connsiteX60" fmla="*/ 1258367 w 1881147"/>
                <a:gd name="connsiteY60" fmla="*/ 1617757 h 1699001"/>
                <a:gd name="connsiteX61" fmla="*/ 1277188 w 1881147"/>
                <a:gd name="connsiteY61" fmla="*/ 1622374 h 1699001"/>
                <a:gd name="connsiteX62" fmla="*/ 1311230 w 1881147"/>
                <a:gd name="connsiteY62" fmla="*/ 1688851 h 1699001"/>
                <a:gd name="connsiteX63" fmla="*/ 1367786 w 1881147"/>
                <a:gd name="connsiteY63" fmla="*/ 1665382 h 1699001"/>
                <a:gd name="connsiteX64" fmla="*/ 1419818 w 1881147"/>
                <a:gd name="connsiteY64" fmla="*/ 1609261 h 1699001"/>
                <a:gd name="connsiteX65" fmla="*/ 1470595 w 1881147"/>
                <a:gd name="connsiteY65" fmla="*/ 1592718 h 1699001"/>
                <a:gd name="connsiteX66" fmla="*/ 1488274 w 1881147"/>
                <a:gd name="connsiteY66" fmla="*/ 1648540 h 1699001"/>
                <a:gd name="connsiteX67" fmla="*/ 1558169 w 1881147"/>
                <a:gd name="connsiteY67" fmla="*/ 1622862 h 1699001"/>
                <a:gd name="connsiteX68" fmla="*/ 1588947 w 1881147"/>
                <a:gd name="connsiteY68" fmla="*/ 1536106 h 1699001"/>
                <a:gd name="connsiteX69" fmla="*/ 1670383 w 1881147"/>
                <a:gd name="connsiteY69" fmla="*/ 1445964 h 1699001"/>
                <a:gd name="connsiteX70" fmla="*/ 1714974 w 1881147"/>
                <a:gd name="connsiteY70" fmla="*/ 1414834 h 1699001"/>
                <a:gd name="connsiteX71" fmla="*/ 1743343 w 1881147"/>
                <a:gd name="connsiteY71" fmla="*/ 1418129 h 1699001"/>
                <a:gd name="connsiteX72" fmla="*/ 1820935 w 1881147"/>
                <a:gd name="connsiteY72" fmla="*/ 1407521 h 1699001"/>
                <a:gd name="connsiteX73" fmla="*/ 1816054 w 1881147"/>
                <a:gd name="connsiteY73" fmla="*/ 1461085 h 1699001"/>
                <a:gd name="connsiteX74" fmla="*/ 1874221 w 1881147"/>
                <a:gd name="connsiteY74" fmla="*/ 1484406 h 1699001"/>
                <a:gd name="connsiteX75" fmla="*/ 1875829 w 1881147"/>
                <a:gd name="connsiteY75" fmla="*/ 1461772 h 1699001"/>
                <a:gd name="connsiteX76" fmla="*/ 1875051 w 1881147"/>
                <a:gd name="connsiteY76" fmla="*/ 1401038 h 1699001"/>
                <a:gd name="connsiteX77" fmla="*/ 1853086 w 1881147"/>
                <a:gd name="connsiteY77" fmla="*/ 1310895 h 1699001"/>
                <a:gd name="connsiteX78" fmla="*/ 1853086 w 1881147"/>
                <a:gd name="connsiteY78" fmla="*/ 1253745 h 1699001"/>
                <a:gd name="connsiteX79" fmla="*/ 1810224 w 1881147"/>
                <a:gd name="connsiteY79" fmla="*/ 1244220 h 1699001"/>
                <a:gd name="connsiteX80" fmla="*/ 1734024 w 1881147"/>
                <a:gd name="connsiteY80" fmla="*/ 1163257 h 1699001"/>
                <a:gd name="connsiteX81" fmla="*/ 1695924 w 1881147"/>
                <a:gd name="connsiteY81" fmla="*/ 982282 h 1699001"/>
                <a:gd name="connsiteX82" fmla="*/ 1643536 w 1881147"/>
                <a:gd name="connsiteY82" fmla="*/ 948945 h 1699001"/>
                <a:gd name="connsiteX83" fmla="*/ 1605436 w 1881147"/>
                <a:gd name="connsiteY83" fmla="*/ 891795 h 1699001"/>
                <a:gd name="connsiteX84" fmla="*/ 1557811 w 1881147"/>
                <a:gd name="connsiteY84" fmla="*/ 844170 h 1699001"/>
                <a:gd name="connsiteX85" fmla="*/ 1505424 w 1881147"/>
                <a:gd name="connsiteY85" fmla="*/ 825120 h 1699001"/>
                <a:gd name="connsiteX86" fmla="*/ 1453036 w 1881147"/>
                <a:gd name="connsiteY86" fmla="*/ 820357 h 1699001"/>
                <a:gd name="connsiteX87" fmla="*/ 1510186 w 1881147"/>
                <a:gd name="connsiteY87" fmla="*/ 787020 h 1699001"/>
                <a:gd name="connsiteX88" fmla="*/ 1476849 w 1881147"/>
                <a:gd name="connsiteY88" fmla="*/ 753682 h 1699001"/>
                <a:gd name="connsiteX89" fmla="*/ 1481611 w 1881147"/>
                <a:gd name="connsiteY89" fmla="*/ 729870 h 1699001"/>
                <a:gd name="connsiteX90" fmla="*/ 1572099 w 1881147"/>
                <a:gd name="connsiteY90" fmla="*/ 767970 h 1699001"/>
                <a:gd name="connsiteX91" fmla="*/ 1624486 w 1881147"/>
                <a:gd name="connsiteY91" fmla="*/ 701295 h 1699001"/>
                <a:gd name="connsiteX92" fmla="*/ 1622283 w 1881147"/>
                <a:gd name="connsiteY92" fmla="*/ 558420 h 1699001"/>
                <a:gd name="connsiteX93" fmla="*/ 1639486 w 1881147"/>
                <a:gd name="connsiteY93" fmla="*/ 410094 h 1699001"/>
                <a:gd name="connsiteX0" fmla="*/ 1639486 w 1881147"/>
                <a:gd name="connsiteY0" fmla="*/ 410466 h 1699373"/>
                <a:gd name="connsiteX1" fmla="*/ 1567336 w 1881147"/>
                <a:gd name="connsiteY1" fmla="*/ 377817 h 1699373"/>
                <a:gd name="connsiteX2" fmla="*/ 1477087 w 1881147"/>
                <a:gd name="connsiteY2" fmla="*/ 354004 h 1699373"/>
                <a:gd name="connsiteX3" fmla="*/ 1423767 w 1881147"/>
                <a:gd name="connsiteY3" fmla="*/ 276920 h 1699373"/>
                <a:gd name="connsiteX4" fmla="*/ 1395785 w 1881147"/>
                <a:gd name="connsiteY4" fmla="*/ 175075 h 1699373"/>
                <a:gd name="connsiteX5" fmla="*/ 1364769 w 1881147"/>
                <a:gd name="connsiteY5" fmla="*/ 7013 h 1699373"/>
                <a:gd name="connsiteX6" fmla="*/ 1270553 w 1881147"/>
                <a:gd name="connsiteY6" fmla="*/ 41053 h 1699373"/>
                <a:gd name="connsiteX7" fmla="*/ 1244198 w 1881147"/>
                <a:gd name="connsiteY7" fmla="*/ 126810 h 1699373"/>
                <a:gd name="connsiteX8" fmla="*/ 1214911 w 1881147"/>
                <a:gd name="connsiteY8" fmla="*/ 163504 h 1699373"/>
                <a:gd name="connsiteX9" fmla="*/ 1186336 w 1881147"/>
                <a:gd name="connsiteY9" fmla="*/ 192079 h 1699373"/>
                <a:gd name="connsiteX10" fmla="*/ 1176811 w 1881147"/>
                <a:gd name="connsiteY10" fmla="*/ 263517 h 1699373"/>
                <a:gd name="connsiteX11" fmla="*/ 1114899 w 1881147"/>
                <a:gd name="connsiteY11" fmla="*/ 306379 h 1699373"/>
                <a:gd name="connsiteX12" fmla="*/ 1005361 w 1881147"/>
                <a:gd name="connsiteY12" fmla="*/ 320667 h 1699373"/>
                <a:gd name="connsiteX13" fmla="*/ 962499 w 1881147"/>
                <a:gd name="connsiteY13" fmla="*/ 363529 h 1699373"/>
                <a:gd name="connsiteX14" fmla="*/ 838674 w 1881147"/>
                <a:gd name="connsiteY14" fmla="*/ 363529 h 1699373"/>
                <a:gd name="connsiteX15" fmla="*/ 781524 w 1881147"/>
                <a:gd name="connsiteY15" fmla="*/ 434967 h 1699373"/>
                <a:gd name="connsiteX16" fmla="*/ 781524 w 1881147"/>
                <a:gd name="connsiteY16" fmla="*/ 468304 h 1699373"/>
                <a:gd name="connsiteX17" fmla="*/ 743424 w 1881147"/>
                <a:gd name="connsiteY17" fmla="*/ 492117 h 1699373"/>
                <a:gd name="connsiteX18" fmla="*/ 671986 w 1881147"/>
                <a:gd name="connsiteY18" fmla="*/ 425442 h 1699373"/>
                <a:gd name="connsiteX19" fmla="*/ 519586 w 1881147"/>
                <a:gd name="connsiteY19" fmla="*/ 420679 h 1699373"/>
                <a:gd name="connsiteX20" fmla="*/ 457674 w 1881147"/>
                <a:gd name="connsiteY20" fmla="*/ 439729 h 1699373"/>
                <a:gd name="connsiteX21" fmla="*/ 419574 w 1881147"/>
                <a:gd name="connsiteY21" fmla="*/ 425442 h 1699373"/>
                <a:gd name="connsiteX22" fmla="*/ 400524 w 1881147"/>
                <a:gd name="connsiteY22" fmla="*/ 363529 h 1699373"/>
                <a:gd name="connsiteX23" fmla="*/ 333849 w 1881147"/>
                <a:gd name="connsiteY23" fmla="*/ 311142 h 1699373"/>
                <a:gd name="connsiteX24" fmla="*/ 286224 w 1881147"/>
                <a:gd name="connsiteY24" fmla="*/ 244467 h 1699373"/>
                <a:gd name="connsiteX25" fmla="*/ 143349 w 1881147"/>
                <a:gd name="connsiteY25" fmla="*/ 263517 h 1699373"/>
                <a:gd name="connsiteX26" fmla="*/ 124299 w 1881147"/>
                <a:gd name="connsiteY26" fmla="*/ 339717 h 1699373"/>
                <a:gd name="connsiteX27" fmla="*/ 110011 w 1881147"/>
                <a:gd name="connsiteY27" fmla="*/ 373054 h 1699373"/>
                <a:gd name="connsiteX28" fmla="*/ 133824 w 1881147"/>
                <a:gd name="connsiteY28" fmla="*/ 420679 h 1699373"/>
                <a:gd name="connsiteX29" fmla="*/ 81436 w 1881147"/>
                <a:gd name="connsiteY29" fmla="*/ 458779 h 1699373"/>
                <a:gd name="connsiteX30" fmla="*/ 33811 w 1881147"/>
                <a:gd name="connsiteY30" fmla="*/ 454017 h 1699373"/>
                <a:gd name="connsiteX31" fmla="*/ 33811 w 1881147"/>
                <a:gd name="connsiteY31" fmla="*/ 525454 h 1699373"/>
                <a:gd name="connsiteX32" fmla="*/ 474 w 1881147"/>
                <a:gd name="connsiteY32" fmla="*/ 630229 h 1699373"/>
                <a:gd name="connsiteX33" fmla="*/ 62386 w 1881147"/>
                <a:gd name="connsiteY33" fmla="*/ 706429 h 1699373"/>
                <a:gd name="connsiteX34" fmla="*/ 111977 w 1881147"/>
                <a:gd name="connsiteY34" fmla="*/ 686691 h 1699373"/>
                <a:gd name="connsiteX35" fmla="*/ 112334 w 1881147"/>
                <a:gd name="connsiteY35" fmla="*/ 756950 h 1699373"/>
                <a:gd name="connsiteX36" fmla="*/ 167161 w 1881147"/>
                <a:gd name="connsiteY36" fmla="*/ 787392 h 1699373"/>
                <a:gd name="connsiteX37" fmla="*/ 236159 w 1881147"/>
                <a:gd name="connsiteY37" fmla="*/ 797604 h 1699373"/>
                <a:gd name="connsiteX38" fmla="*/ 271462 w 1881147"/>
                <a:gd name="connsiteY38" fmla="*/ 853575 h 1699373"/>
                <a:gd name="connsiteX39" fmla="*/ 270869 w 1881147"/>
                <a:gd name="connsiteY39" fmla="*/ 898647 h 1699373"/>
                <a:gd name="connsiteX40" fmla="*/ 295393 w 1881147"/>
                <a:gd name="connsiteY40" fmla="*/ 938122 h 1699373"/>
                <a:gd name="connsiteX41" fmla="*/ 341051 w 1881147"/>
                <a:gd name="connsiteY41" fmla="*/ 976714 h 1699373"/>
                <a:gd name="connsiteX42" fmla="*/ 426184 w 1881147"/>
                <a:gd name="connsiteY42" fmla="*/ 1030966 h 1699373"/>
                <a:gd name="connsiteX43" fmla="*/ 461961 w 1881147"/>
                <a:gd name="connsiteY43" fmla="*/ 1102059 h 1699373"/>
                <a:gd name="connsiteX44" fmla="*/ 441064 w 1881147"/>
                <a:gd name="connsiteY44" fmla="*/ 1171632 h 1699373"/>
                <a:gd name="connsiteX45" fmla="*/ 519111 w 1881147"/>
                <a:gd name="connsiteY45" fmla="*/ 1228095 h 1699373"/>
                <a:gd name="connsiteX46" fmla="*/ 591143 w 1881147"/>
                <a:gd name="connsiteY46" fmla="*/ 1261089 h 1699373"/>
                <a:gd name="connsiteX47" fmla="*/ 571974 w 1881147"/>
                <a:gd name="connsiteY47" fmla="*/ 1320792 h 1699373"/>
                <a:gd name="connsiteX48" fmla="*/ 662461 w 1881147"/>
                <a:gd name="connsiteY48" fmla="*/ 1473192 h 1699373"/>
                <a:gd name="connsiteX49" fmla="*/ 755271 w 1881147"/>
                <a:gd name="connsiteY49" fmla="*/ 1546346 h 1699373"/>
                <a:gd name="connsiteX50" fmla="*/ 805336 w 1881147"/>
                <a:gd name="connsiteY50" fmla="*/ 1497004 h 1699373"/>
                <a:gd name="connsiteX51" fmla="*/ 869926 w 1881147"/>
                <a:gd name="connsiteY51" fmla="*/ 1524401 h 1699373"/>
                <a:gd name="connsiteX52" fmla="*/ 924399 w 1881147"/>
                <a:gd name="connsiteY52" fmla="*/ 1492242 h 1699373"/>
                <a:gd name="connsiteX53" fmla="*/ 941246 w 1881147"/>
                <a:gd name="connsiteY53" fmla="*/ 1450066 h 1699373"/>
                <a:gd name="connsiteX54" fmla="*/ 1005123 w 1881147"/>
                <a:gd name="connsiteY54" fmla="*/ 1536478 h 1699373"/>
                <a:gd name="connsiteX55" fmla="*/ 1050190 w 1881147"/>
                <a:gd name="connsiteY55" fmla="*/ 1607572 h 1699373"/>
                <a:gd name="connsiteX56" fmla="*/ 1120136 w 1881147"/>
                <a:gd name="connsiteY56" fmla="*/ 1699091 h 1699373"/>
                <a:gd name="connsiteX57" fmla="*/ 1151034 w 1881147"/>
                <a:gd name="connsiteY57" fmla="*/ 1636000 h 1699373"/>
                <a:gd name="connsiteX58" fmla="*/ 1181693 w 1881147"/>
                <a:gd name="connsiteY58" fmla="*/ 1629520 h 1699373"/>
                <a:gd name="connsiteX59" fmla="*/ 1224792 w 1881147"/>
                <a:gd name="connsiteY59" fmla="*/ 1658783 h 1699373"/>
                <a:gd name="connsiteX60" fmla="*/ 1258367 w 1881147"/>
                <a:gd name="connsiteY60" fmla="*/ 1618129 h 1699373"/>
                <a:gd name="connsiteX61" fmla="*/ 1277188 w 1881147"/>
                <a:gd name="connsiteY61" fmla="*/ 1622746 h 1699373"/>
                <a:gd name="connsiteX62" fmla="*/ 1311230 w 1881147"/>
                <a:gd name="connsiteY62" fmla="*/ 1689223 h 1699373"/>
                <a:gd name="connsiteX63" fmla="*/ 1367786 w 1881147"/>
                <a:gd name="connsiteY63" fmla="*/ 1665754 h 1699373"/>
                <a:gd name="connsiteX64" fmla="*/ 1419818 w 1881147"/>
                <a:gd name="connsiteY64" fmla="*/ 1609633 h 1699373"/>
                <a:gd name="connsiteX65" fmla="*/ 1470595 w 1881147"/>
                <a:gd name="connsiteY65" fmla="*/ 1593090 h 1699373"/>
                <a:gd name="connsiteX66" fmla="*/ 1488274 w 1881147"/>
                <a:gd name="connsiteY66" fmla="*/ 1648912 h 1699373"/>
                <a:gd name="connsiteX67" fmla="*/ 1558169 w 1881147"/>
                <a:gd name="connsiteY67" fmla="*/ 1623234 h 1699373"/>
                <a:gd name="connsiteX68" fmla="*/ 1588947 w 1881147"/>
                <a:gd name="connsiteY68" fmla="*/ 1536478 h 1699373"/>
                <a:gd name="connsiteX69" fmla="*/ 1670383 w 1881147"/>
                <a:gd name="connsiteY69" fmla="*/ 1446336 h 1699373"/>
                <a:gd name="connsiteX70" fmla="*/ 1714974 w 1881147"/>
                <a:gd name="connsiteY70" fmla="*/ 1415206 h 1699373"/>
                <a:gd name="connsiteX71" fmla="*/ 1743343 w 1881147"/>
                <a:gd name="connsiteY71" fmla="*/ 1418501 h 1699373"/>
                <a:gd name="connsiteX72" fmla="*/ 1820935 w 1881147"/>
                <a:gd name="connsiteY72" fmla="*/ 1407893 h 1699373"/>
                <a:gd name="connsiteX73" fmla="*/ 1816054 w 1881147"/>
                <a:gd name="connsiteY73" fmla="*/ 1461457 h 1699373"/>
                <a:gd name="connsiteX74" fmla="*/ 1874221 w 1881147"/>
                <a:gd name="connsiteY74" fmla="*/ 1484778 h 1699373"/>
                <a:gd name="connsiteX75" fmla="*/ 1875829 w 1881147"/>
                <a:gd name="connsiteY75" fmla="*/ 1462144 h 1699373"/>
                <a:gd name="connsiteX76" fmla="*/ 1875051 w 1881147"/>
                <a:gd name="connsiteY76" fmla="*/ 1401410 h 1699373"/>
                <a:gd name="connsiteX77" fmla="*/ 1853086 w 1881147"/>
                <a:gd name="connsiteY77" fmla="*/ 1311267 h 1699373"/>
                <a:gd name="connsiteX78" fmla="*/ 1853086 w 1881147"/>
                <a:gd name="connsiteY78" fmla="*/ 1254117 h 1699373"/>
                <a:gd name="connsiteX79" fmla="*/ 1810224 w 1881147"/>
                <a:gd name="connsiteY79" fmla="*/ 1244592 h 1699373"/>
                <a:gd name="connsiteX80" fmla="*/ 1734024 w 1881147"/>
                <a:gd name="connsiteY80" fmla="*/ 1163629 h 1699373"/>
                <a:gd name="connsiteX81" fmla="*/ 1695924 w 1881147"/>
                <a:gd name="connsiteY81" fmla="*/ 982654 h 1699373"/>
                <a:gd name="connsiteX82" fmla="*/ 1643536 w 1881147"/>
                <a:gd name="connsiteY82" fmla="*/ 949317 h 1699373"/>
                <a:gd name="connsiteX83" fmla="*/ 1605436 w 1881147"/>
                <a:gd name="connsiteY83" fmla="*/ 892167 h 1699373"/>
                <a:gd name="connsiteX84" fmla="*/ 1557811 w 1881147"/>
                <a:gd name="connsiteY84" fmla="*/ 844542 h 1699373"/>
                <a:gd name="connsiteX85" fmla="*/ 1505424 w 1881147"/>
                <a:gd name="connsiteY85" fmla="*/ 825492 h 1699373"/>
                <a:gd name="connsiteX86" fmla="*/ 1453036 w 1881147"/>
                <a:gd name="connsiteY86" fmla="*/ 820729 h 1699373"/>
                <a:gd name="connsiteX87" fmla="*/ 1510186 w 1881147"/>
                <a:gd name="connsiteY87" fmla="*/ 787392 h 1699373"/>
                <a:gd name="connsiteX88" fmla="*/ 1476849 w 1881147"/>
                <a:gd name="connsiteY88" fmla="*/ 754054 h 1699373"/>
                <a:gd name="connsiteX89" fmla="*/ 1481611 w 1881147"/>
                <a:gd name="connsiteY89" fmla="*/ 730242 h 1699373"/>
                <a:gd name="connsiteX90" fmla="*/ 1572099 w 1881147"/>
                <a:gd name="connsiteY90" fmla="*/ 768342 h 1699373"/>
                <a:gd name="connsiteX91" fmla="*/ 1624486 w 1881147"/>
                <a:gd name="connsiteY91" fmla="*/ 701667 h 1699373"/>
                <a:gd name="connsiteX92" fmla="*/ 1622283 w 1881147"/>
                <a:gd name="connsiteY92" fmla="*/ 558792 h 1699373"/>
                <a:gd name="connsiteX93" fmla="*/ 1639486 w 1881147"/>
                <a:gd name="connsiteY93" fmla="*/ 410466 h 1699373"/>
                <a:gd name="connsiteX0" fmla="*/ 1639486 w 1881147"/>
                <a:gd name="connsiteY0" fmla="*/ 409992 h 1698899"/>
                <a:gd name="connsiteX1" fmla="*/ 1567336 w 1881147"/>
                <a:gd name="connsiteY1" fmla="*/ 377343 h 1698899"/>
                <a:gd name="connsiteX2" fmla="*/ 1477087 w 1881147"/>
                <a:gd name="connsiteY2" fmla="*/ 353530 h 1698899"/>
                <a:gd name="connsiteX3" fmla="*/ 1423767 w 1881147"/>
                <a:gd name="connsiteY3" fmla="*/ 276446 h 1698899"/>
                <a:gd name="connsiteX4" fmla="*/ 1395785 w 1881147"/>
                <a:gd name="connsiteY4" fmla="*/ 174601 h 1698899"/>
                <a:gd name="connsiteX5" fmla="*/ 1364769 w 1881147"/>
                <a:gd name="connsiteY5" fmla="*/ 6539 h 1698899"/>
                <a:gd name="connsiteX6" fmla="*/ 1282757 w 1881147"/>
                <a:gd name="connsiteY6" fmla="*/ 43131 h 1698899"/>
                <a:gd name="connsiteX7" fmla="*/ 1244198 w 1881147"/>
                <a:gd name="connsiteY7" fmla="*/ 126336 h 1698899"/>
                <a:gd name="connsiteX8" fmla="*/ 1214911 w 1881147"/>
                <a:gd name="connsiteY8" fmla="*/ 163030 h 1698899"/>
                <a:gd name="connsiteX9" fmla="*/ 1186336 w 1881147"/>
                <a:gd name="connsiteY9" fmla="*/ 191605 h 1698899"/>
                <a:gd name="connsiteX10" fmla="*/ 1176811 w 1881147"/>
                <a:gd name="connsiteY10" fmla="*/ 263043 h 1698899"/>
                <a:gd name="connsiteX11" fmla="*/ 1114899 w 1881147"/>
                <a:gd name="connsiteY11" fmla="*/ 305905 h 1698899"/>
                <a:gd name="connsiteX12" fmla="*/ 1005361 w 1881147"/>
                <a:gd name="connsiteY12" fmla="*/ 320193 h 1698899"/>
                <a:gd name="connsiteX13" fmla="*/ 962499 w 1881147"/>
                <a:gd name="connsiteY13" fmla="*/ 363055 h 1698899"/>
                <a:gd name="connsiteX14" fmla="*/ 838674 w 1881147"/>
                <a:gd name="connsiteY14" fmla="*/ 363055 h 1698899"/>
                <a:gd name="connsiteX15" fmla="*/ 781524 w 1881147"/>
                <a:gd name="connsiteY15" fmla="*/ 434493 h 1698899"/>
                <a:gd name="connsiteX16" fmla="*/ 781524 w 1881147"/>
                <a:gd name="connsiteY16" fmla="*/ 467830 h 1698899"/>
                <a:gd name="connsiteX17" fmla="*/ 743424 w 1881147"/>
                <a:gd name="connsiteY17" fmla="*/ 491643 h 1698899"/>
                <a:gd name="connsiteX18" fmla="*/ 671986 w 1881147"/>
                <a:gd name="connsiteY18" fmla="*/ 424968 h 1698899"/>
                <a:gd name="connsiteX19" fmla="*/ 519586 w 1881147"/>
                <a:gd name="connsiteY19" fmla="*/ 420205 h 1698899"/>
                <a:gd name="connsiteX20" fmla="*/ 457674 w 1881147"/>
                <a:gd name="connsiteY20" fmla="*/ 439255 h 1698899"/>
                <a:gd name="connsiteX21" fmla="*/ 419574 w 1881147"/>
                <a:gd name="connsiteY21" fmla="*/ 424968 h 1698899"/>
                <a:gd name="connsiteX22" fmla="*/ 400524 w 1881147"/>
                <a:gd name="connsiteY22" fmla="*/ 363055 h 1698899"/>
                <a:gd name="connsiteX23" fmla="*/ 333849 w 1881147"/>
                <a:gd name="connsiteY23" fmla="*/ 310668 h 1698899"/>
                <a:gd name="connsiteX24" fmla="*/ 286224 w 1881147"/>
                <a:gd name="connsiteY24" fmla="*/ 243993 h 1698899"/>
                <a:gd name="connsiteX25" fmla="*/ 143349 w 1881147"/>
                <a:gd name="connsiteY25" fmla="*/ 263043 h 1698899"/>
                <a:gd name="connsiteX26" fmla="*/ 124299 w 1881147"/>
                <a:gd name="connsiteY26" fmla="*/ 339243 h 1698899"/>
                <a:gd name="connsiteX27" fmla="*/ 110011 w 1881147"/>
                <a:gd name="connsiteY27" fmla="*/ 372580 h 1698899"/>
                <a:gd name="connsiteX28" fmla="*/ 133824 w 1881147"/>
                <a:gd name="connsiteY28" fmla="*/ 420205 h 1698899"/>
                <a:gd name="connsiteX29" fmla="*/ 81436 w 1881147"/>
                <a:gd name="connsiteY29" fmla="*/ 458305 h 1698899"/>
                <a:gd name="connsiteX30" fmla="*/ 33811 w 1881147"/>
                <a:gd name="connsiteY30" fmla="*/ 453543 h 1698899"/>
                <a:gd name="connsiteX31" fmla="*/ 33811 w 1881147"/>
                <a:gd name="connsiteY31" fmla="*/ 524980 h 1698899"/>
                <a:gd name="connsiteX32" fmla="*/ 474 w 1881147"/>
                <a:gd name="connsiteY32" fmla="*/ 629755 h 1698899"/>
                <a:gd name="connsiteX33" fmla="*/ 62386 w 1881147"/>
                <a:gd name="connsiteY33" fmla="*/ 705955 h 1698899"/>
                <a:gd name="connsiteX34" fmla="*/ 111977 w 1881147"/>
                <a:gd name="connsiteY34" fmla="*/ 686217 h 1698899"/>
                <a:gd name="connsiteX35" fmla="*/ 112334 w 1881147"/>
                <a:gd name="connsiteY35" fmla="*/ 756476 h 1698899"/>
                <a:gd name="connsiteX36" fmla="*/ 167161 w 1881147"/>
                <a:gd name="connsiteY36" fmla="*/ 786918 h 1698899"/>
                <a:gd name="connsiteX37" fmla="*/ 236159 w 1881147"/>
                <a:gd name="connsiteY37" fmla="*/ 797130 h 1698899"/>
                <a:gd name="connsiteX38" fmla="*/ 271462 w 1881147"/>
                <a:gd name="connsiteY38" fmla="*/ 853101 h 1698899"/>
                <a:gd name="connsiteX39" fmla="*/ 270869 w 1881147"/>
                <a:gd name="connsiteY39" fmla="*/ 898173 h 1698899"/>
                <a:gd name="connsiteX40" fmla="*/ 295393 w 1881147"/>
                <a:gd name="connsiteY40" fmla="*/ 937648 h 1698899"/>
                <a:gd name="connsiteX41" fmla="*/ 341051 w 1881147"/>
                <a:gd name="connsiteY41" fmla="*/ 976240 h 1698899"/>
                <a:gd name="connsiteX42" fmla="*/ 426184 w 1881147"/>
                <a:gd name="connsiteY42" fmla="*/ 1030492 h 1698899"/>
                <a:gd name="connsiteX43" fmla="*/ 461961 w 1881147"/>
                <a:gd name="connsiteY43" fmla="*/ 1101585 h 1698899"/>
                <a:gd name="connsiteX44" fmla="*/ 441064 w 1881147"/>
                <a:gd name="connsiteY44" fmla="*/ 1171158 h 1698899"/>
                <a:gd name="connsiteX45" fmla="*/ 519111 w 1881147"/>
                <a:gd name="connsiteY45" fmla="*/ 1227621 h 1698899"/>
                <a:gd name="connsiteX46" fmla="*/ 591143 w 1881147"/>
                <a:gd name="connsiteY46" fmla="*/ 1260615 h 1698899"/>
                <a:gd name="connsiteX47" fmla="*/ 571974 w 1881147"/>
                <a:gd name="connsiteY47" fmla="*/ 1320318 h 1698899"/>
                <a:gd name="connsiteX48" fmla="*/ 662461 w 1881147"/>
                <a:gd name="connsiteY48" fmla="*/ 1472718 h 1698899"/>
                <a:gd name="connsiteX49" fmla="*/ 755271 w 1881147"/>
                <a:gd name="connsiteY49" fmla="*/ 1545872 h 1698899"/>
                <a:gd name="connsiteX50" fmla="*/ 805336 w 1881147"/>
                <a:gd name="connsiteY50" fmla="*/ 1496530 h 1698899"/>
                <a:gd name="connsiteX51" fmla="*/ 869926 w 1881147"/>
                <a:gd name="connsiteY51" fmla="*/ 1523927 h 1698899"/>
                <a:gd name="connsiteX52" fmla="*/ 924399 w 1881147"/>
                <a:gd name="connsiteY52" fmla="*/ 1491768 h 1698899"/>
                <a:gd name="connsiteX53" fmla="*/ 941246 w 1881147"/>
                <a:gd name="connsiteY53" fmla="*/ 1449592 h 1698899"/>
                <a:gd name="connsiteX54" fmla="*/ 1005123 w 1881147"/>
                <a:gd name="connsiteY54" fmla="*/ 1536004 h 1698899"/>
                <a:gd name="connsiteX55" fmla="*/ 1050190 w 1881147"/>
                <a:gd name="connsiteY55" fmla="*/ 1607098 h 1698899"/>
                <a:gd name="connsiteX56" fmla="*/ 1120136 w 1881147"/>
                <a:gd name="connsiteY56" fmla="*/ 1698617 h 1698899"/>
                <a:gd name="connsiteX57" fmla="*/ 1151034 w 1881147"/>
                <a:gd name="connsiteY57" fmla="*/ 1635526 h 1698899"/>
                <a:gd name="connsiteX58" fmla="*/ 1181693 w 1881147"/>
                <a:gd name="connsiteY58" fmla="*/ 1629046 h 1698899"/>
                <a:gd name="connsiteX59" fmla="*/ 1224792 w 1881147"/>
                <a:gd name="connsiteY59" fmla="*/ 1658309 h 1698899"/>
                <a:gd name="connsiteX60" fmla="*/ 1258367 w 1881147"/>
                <a:gd name="connsiteY60" fmla="*/ 1617655 h 1698899"/>
                <a:gd name="connsiteX61" fmla="*/ 1277188 w 1881147"/>
                <a:gd name="connsiteY61" fmla="*/ 1622272 h 1698899"/>
                <a:gd name="connsiteX62" fmla="*/ 1311230 w 1881147"/>
                <a:gd name="connsiteY62" fmla="*/ 1688749 h 1698899"/>
                <a:gd name="connsiteX63" fmla="*/ 1367786 w 1881147"/>
                <a:gd name="connsiteY63" fmla="*/ 1665280 h 1698899"/>
                <a:gd name="connsiteX64" fmla="*/ 1419818 w 1881147"/>
                <a:gd name="connsiteY64" fmla="*/ 1609159 h 1698899"/>
                <a:gd name="connsiteX65" fmla="*/ 1470595 w 1881147"/>
                <a:gd name="connsiteY65" fmla="*/ 1592616 h 1698899"/>
                <a:gd name="connsiteX66" fmla="*/ 1488274 w 1881147"/>
                <a:gd name="connsiteY66" fmla="*/ 1648438 h 1698899"/>
                <a:gd name="connsiteX67" fmla="*/ 1558169 w 1881147"/>
                <a:gd name="connsiteY67" fmla="*/ 1622760 h 1698899"/>
                <a:gd name="connsiteX68" fmla="*/ 1588947 w 1881147"/>
                <a:gd name="connsiteY68" fmla="*/ 1536004 h 1698899"/>
                <a:gd name="connsiteX69" fmla="*/ 1670383 w 1881147"/>
                <a:gd name="connsiteY69" fmla="*/ 1445862 h 1698899"/>
                <a:gd name="connsiteX70" fmla="*/ 1714974 w 1881147"/>
                <a:gd name="connsiteY70" fmla="*/ 1414732 h 1698899"/>
                <a:gd name="connsiteX71" fmla="*/ 1743343 w 1881147"/>
                <a:gd name="connsiteY71" fmla="*/ 1418027 h 1698899"/>
                <a:gd name="connsiteX72" fmla="*/ 1820935 w 1881147"/>
                <a:gd name="connsiteY72" fmla="*/ 1407419 h 1698899"/>
                <a:gd name="connsiteX73" fmla="*/ 1816054 w 1881147"/>
                <a:gd name="connsiteY73" fmla="*/ 1460983 h 1698899"/>
                <a:gd name="connsiteX74" fmla="*/ 1874221 w 1881147"/>
                <a:gd name="connsiteY74" fmla="*/ 1484304 h 1698899"/>
                <a:gd name="connsiteX75" fmla="*/ 1875829 w 1881147"/>
                <a:gd name="connsiteY75" fmla="*/ 1461670 h 1698899"/>
                <a:gd name="connsiteX76" fmla="*/ 1875051 w 1881147"/>
                <a:gd name="connsiteY76" fmla="*/ 1400936 h 1698899"/>
                <a:gd name="connsiteX77" fmla="*/ 1853086 w 1881147"/>
                <a:gd name="connsiteY77" fmla="*/ 1310793 h 1698899"/>
                <a:gd name="connsiteX78" fmla="*/ 1853086 w 1881147"/>
                <a:gd name="connsiteY78" fmla="*/ 1253643 h 1698899"/>
                <a:gd name="connsiteX79" fmla="*/ 1810224 w 1881147"/>
                <a:gd name="connsiteY79" fmla="*/ 1244118 h 1698899"/>
                <a:gd name="connsiteX80" fmla="*/ 1734024 w 1881147"/>
                <a:gd name="connsiteY80" fmla="*/ 1163155 h 1698899"/>
                <a:gd name="connsiteX81" fmla="*/ 1695924 w 1881147"/>
                <a:gd name="connsiteY81" fmla="*/ 982180 h 1698899"/>
                <a:gd name="connsiteX82" fmla="*/ 1643536 w 1881147"/>
                <a:gd name="connsiteY82" fmla="*/ 948843 h 1698899"/>
                <a:gd name="connsiteX83" fmla="*/ 1605436 w 1881147"/>
                <a:gd name="connsiteY83" fmla="*/ 891693 h 1698899"/>
                <a:gd name="connsiteX84" fmla="*/ 1557811 w 1881147"/>
                <a:gd name="connsiteY84" fmla="*/ 844068 h 1698899"/>
                <a:gd name="connsiteX85" fmla="*/ 1505424 w 1881147"/>
                <a:gd name="connsiteY85" fmla="*/ 825018 h 1698899"/>
                <a:gd name="connsiteX86" fmla="*/ 1453036 w 1881147"/>
                <a:gd name="connsiteY86" fmla="*/ 820255 h 1698899"/>
                <a:gd name="connsiteX87" fmla="*/ 1510186 w 1881147"/>
                <a:gd name="connsiteY87" fmla="*/ 786918 h 1698899"/>
                <a:gd name="connsiteX88" fmla="*/ 1476849 w 1881147"/>
                <a:gd name="connsiteY88" fmla="*/ 753580 h 1698899"/>
                <a:gd name="connsiteX89" fmla="*/ 1481611 w 1881147"/>
                <a:gd name="connsiteY89" fmla="*/ 729768 h 1698899"/>
                <a:gd name="connsiteX90" fmla="*/ 1572099 w 1881147"/>
                <a:gd name="connsiteY90" fmla="*/ 767868 h 1698899"/>
                <a:gd name="connsiteX91" fmla="*/ 1624486 w 1881147"/>
                <a:gd name="connsiteY91" fmla="*/ 701193 h 1698899"/>
                <a:gd name="connsiteX92" fmla="*/ 1622283 w 1881147"/>
                <a:gd name="connsiteY92" fmla="*/ 558318 h 1698899"/>
                <a:gd name="connsiteX93" fmla="*/ 1639486 w 1881147"/>
                <a:gd name="connsiteY93" fmla="*/ 409992 h 1698899"/>
                <a:gd name="connsiteX0" fmla="*/ 1639486 w 1881147"/>
                <a:gd name="connsiteY0" fmla="*/ 410565 h 1699472"/>
                <a:gd name="connsiteX1" fmla="*/ 1567336 w 1881147"/>
                <a:gd name="connsiteY1" fmla="*/ 377916 h 1699472"/>
                <a:gd name="connsiteX2" fmla="*/ 1477087 w 1881147"/>
                <a:gd name="connsiteY2" fmla="*/ 354103 h 1699472"/>
                <a:gd name="connsiteX3" fmla="*/ 1423767 w 1881147"/>
                <a:gd name="connsiteY3" fmla="*/ 277019 h 1699472"/>
                <a:gd name="connsiteX4" fmla="*/ 1395785 w 1881147"/>
                <a:gd name="connsiteY4" fmla="*/ 175174 h 1699472"/>
                <a:gd name="connsiteX5" fmla="*/ 1364769 w 1881147"/>
                <a:gd name="connsiteY5" fmla="*/ 7112 h 1699472"/>
                <a:gd name="connsiteX6" fmla="*/ 1282757 w 1881147"/>
                <a:gd name="connsiteY6" fmla="*/ 43704 h 1699472"/>
                <a:gd name="connsiteX7" fmla="*/ 1275927 w 1881147"/>
                <a:gd name="connsiteY7" fmla="*/ 157546 h 1699472"/>
                <a:gd name="connsiteX8" fmla="*/ 1214911 w 1881147"/>
                <a:gd name="connsiteY8" fmla="*/ 163603 h 1699472"/>
                <a:gd name="connsiteX9" fmla="*/ 1186336 w 1881147"/>
                <a:gd name="connsiteY9" fmla="*/ 192178 h 1699472"/>
                <a:gd name="connsiteX10" fmla="*/ 1176811 w 1881147"/>
                <a:gd name="connsiteY10" fmla="*/ 263616 h 1699472"/>
                <a:gd name="connsiteX11" fmla="*/ 1114899 w 1881147"/>
                <a:gd name="connsiteY11" fmla="*/ 306478 h 1699472"/>
                <a:gd name="connsiteX12" fmla="*/ 1005361 w 1881147"/>
                <a:gd name="connsiteY12" fmla="*/ 320766 h 1699472"/>
                <a:gd name="connsiteX13" fmla="*/ 962499 w 1881147"/>
                <a:gd name="connsiteY13" fmla="*/ 363628 h 1699472"/>
                <a:gd name="connsiteX14" fmla="*/ 838674 w 1881147"/>
                <a:gd name="connsiteY14" fmla="*/ 363628 h 1699472"/>
                <a:gd name="connsiteX15" fmla="*/ 781524 w 1881147"/>
                <a:gd name="connsiteY15" fmla="*/ 435066 h 1699472"/>
                <a:gd name="connsiteX16" fmla="*/ 781524 w 1881147"/>
                <a:gd name="connsiteY16" fmla="*/ 468403 h 1699472"/>
                <a:gd name="connsiteX17" fmla="*/ 743424 w 1881147"/>
                <a:gd name="connsiteY17" fmla="*/ 492216 h 1699472"/>
                <a:gd name="connsiteX18" fmla="*/ 671986 w 1881147"/>
                <a:gd name="connsiteY18" fmla="*/ 425541 h 1699472"/>
                <a:gd name="connsiteX19" fmla="*/ 519586 w 1881147"/>
                <a:gd name="connsiteY19" fmla="*/ 420778 h 1699472"/>
                <a:gd name="connsiteX20" fmla="*/ 457674 w 1881147"/>
                <a:gd name="connsiteY20" fmla="*/ 439828 h 1699472"/>
                <a:gd name="connsiteX21" fmla="*/ 419574 w 1881147"/>
                <a:gd name="connsiteY21" fmla="*/ 425541 h 1699472"/>
                <a:gd name="connsiteX22" fmla="*/ 400524 w 1881147"/>
                <a:gd name="connsiteY22" fmla="*/ 363628 h 1699472"/>
                <a:gd name="connsiteX23" fmla="*/ 333849 w 1881147"/>
                <a:gd name="connsiteY23" fmla="*/ 311241 h 1699472"/>
                <a:gd name="connsiteX24" fmla="*/ 286224 w 1881147"/>
                <a:gd name="connsiteY24" fmla="*/ 244566 h 1699472"/>
                <a:gd name="connsiteX25" fmla="*/ 143349 w 1881147"/>
                <a:gd name="connsiteY25" fmla="*/ 263616 h 1699472"/>
                <a:gd name="connsiteX26" fmla="*/ 124299 w 1881147"/>
                <a:gd name="connsiteY26" fmla="*/ 339816 h 1699472"/>
                <a:gd name="connsiteX27" fmla="*/ 110011 w 1881147"/>
                <a:gd name="connsiteY27" fmla="*/ 373153 h 1699472"/>
                <a:gd name="connsiteX28" fmla="*/ 133824 w 1881147"/>
                <a:gd name="connsiteY28" fmla="*/ 420778 h 1699472"/>
                <a:gd name="connsiteX29" fmla="*/ 81436 w 1881147"/>
                <a:gd name="connsiteY29" fmla="*/ 458878 h 1699472"/>
                <a:gd name="connsiteX30" fmla="*/ 33811 w 1881147"/>
                <a:gd name="connsiteY30" fmla="*/ 454116 h 1699472"/>
                <a:gd name="connsiteX31" fmla="*/ 33811 w 1881147"/>
                <a:gd name="connsiteY31" fmla="*/ 525553 h 1699472"/>
                <a:gd name="connsiteX32" fmla="*/ 474 w 1881147"/>
                <a:gd name="connsiteY32" fmla="*/ 630328 h 1699472"/>
                <a:gd name="connsiteX33" fmla="*/ 62386 w 1881147"/>
                <a:gd name="connsiteY33" fmla="*/ 706528 h 1699472"/>
                <a:gd name="connsiteX34" fmla="*/ 111977 w 1881147"/>
                <a:gd name="connsiteY34" fmla="*/ 686790 h 1699472"/>
                <a:gd name="connsiteX35" fmla="*/ 112334 w 1881147"/>
                <a:gd name="connsiteY35" fmla="*/ 757049 h 1699472"/>
                <a:gd name="connsiteX36" fmla="*/ 167161 w 1881147"/>
                <a:gd name="connsiteY36" fmla="*/ 787491 h 1699472"/>
                <a:gd name="connsiteX37" fmla="*/ 236159 w 1881147"/>
                <a:gd name="connsiteY37" fmla="*/ 797703 h 1699472"/>
                <a:gd name="connsiteX38" fmla="*/ 271462 w 1881147"/>
                <a:gd name="connsiteY38" fmla="*/ 853674 h 1699472"/>
                <a:gd name="connsiteX39" fmla="*/ 270869 w 1881147"/>
                <a:gd name="connsiteY39" fmla="*/ 898746 h 1699472"/>
                <a:gd name="connsiteX40" fmla="*/ 295393 w 1881147"/>
                <a:gd name="connsiteY40" fmla="*/ 938221 h 1699472"/>
                <a:gd name="connsiteX41" fmla="*/ 341051 w 1881147"/>
                <a:gd name="connsiteY41" fmla="*/ 976813 h 1699472"/>
                <a:gd name="connsiteX42" fmla="*/ 426184 w 1881147"/>
                <a:gd name="connsiteY42" fmla="*/ 1031065 h 1699472"/>
                <a:gd name="connsiteX43" fmla="*/ 461961 w 1881147"/>
                <a:gd name="connsiteY43" fmla="*/ 1102158 h 1699472"/>
                <a:gd name="connsiteX44" fmla="*/ 441064 w 1881147"/>
                <a:gd name="connsiteY44" fmla="*/ 1171731 h 1699472"/>
                <a:gd name="connsiteX45" fmla="*/ 519111 w 1881147"/>
                <a:gd name="connsiteY45" fmla="*/ 1228194 h 1699472"/>
                <a:gd name="connsiteX46" fmla="*/ 591143 w 1881147"/>
                <a:gd name="connsiteY46" fmla="*/ 1261188 h 1699472"/>
                <a:gd name="connsiteX47" fmla="*/ 571974 w 1881147"/>
                <a:gd name="connsiteY47" fmla="*/ 1320891 h 1699472"/>
                <a:gd name="connsiteX48" fmla="*/ 662461 w 1881147"/>
                <a:gd name="connsiteY48" fmla="*/ 1473291 h 1699472"/>
                <a:gd name="connsiteX49" fmla="*/ 755271 w 1881147"/>
                <a:gd name="connsiteY49" fmla="*/ 1546445 h 1699472"/>
                <a:gd name="connsiteX50" fmla="*/ 805336 w 1881147"/>
                <a:gd name="connsiteY50" fmla="*/ 1497103 h 1699472"/>
                <a:gd name="connsiteX51" fmla="*/ 869926 w 1881147"/>
                <a:gd name="connsiteY51" fmla="*/ 1524500 h 1699472"/>
                <a:gd name="connsiteX52" fmla="*/ 924399 w 1881147"/>
                <a:gd name="connsiteY52" fmla="*/ 1492341 h 1699472"/>
                <a:gd name="connsiteX53" fmla="*/ 941246 w 1881147"/>
                <a:gd name="connsiteY53" fmla="*/ 1450165 h 1699472"/>
                <a:gd name="connsiteX54" fmla="*/ 1005123 w 1881147"/>
                <a:gd name="connsiteY54" fmla="*/ 1536577 h 1699472"/>
                <a:gd name="connsiteX55" fmla="*/ 1050190 w 1881147"/>
                <a:gd name="connsiteY55" fmla="*/ 1607671 h 1699472"/>
                <a:gd name="connsiteX56" fmla="*/ 1120136 w 1881147"/>
                <a:gd name="connsiteY56" fmla="*/ 1699190 h 1699472"/>
                <a:gd name="connsiteX57" fmla="*/ 1151034 w 1881147"/>
                <a:gd name="connsiteY57" fmla="*/ 1636099 h 1699472"/>
                <a:gd name="connsiteX58" fmla="*/ 1181693 w 1881147"/>
                <a:gd name="connsiteY58" fmla="*/ 1629619 h 1699472"/>
                <a:gd name="connsiteX59" fmla="*/ 1224792 w 1881147"/>
                <a:gd name="connsiteY59" fmla="*/ 1658882 h 1699472"/>
                <a:gd name="connsiteX60" fmla="*/ 1258367 w 1881147"/>
                <a:gd name="connsiteY60" fmla="*/ 1618228 h 1699472"/>
                <a:gd name="connsiteX61" fmla="*/ 1277188 w 1881147"/>
                <a:gd name="connsiteY61" fmla="*/ 1622845 h 1699472"/>
                <a:gd name="connsiteX62" fmla="*/ 1311230 w 1881147"/>
                <a:gd name="connsiteY62" fmla="*/ 1689322 h 1699472"/>
                <a:gd name="connsiteX63" fmla="*/ 1367786 w 1881147"/>
                <a:gd name="connsiteY63" fmla="*/ 1665853 h 1699472"/>
                <a:gd name="connsiteX64" fmla="*/ 1419818 w 1881147"/>
                <a:gd name="connsiteY64" fmla="*/ 1609732 h 1699472"/>
                <a:gd name="connsiteX65" fmla="*/ 1470595 w 1881147"/>
                <a:gd name="connsiteY65" fmla="*/ 1593189 h 1699472"/>
                <a:gd name="connsiteX66" fmla="*/ 1488274 w 1881147"/>
                <a:gd name="connsiteY66" fmla="*/ 1649011 h 1699472"/>
                <a:gd name="connsiteX67" fmla="*/ 1558169 w 1881147"/>
                <a:gd name="connsiteY67" fmla="*/ 1623333 h 1699472"/>
                <a:gd name="connsiteX68" fmla="*/ 1588947 w 1881147"/>
                <a:gd name="connsiteY68" fmla="*/ 1536577 h 1699472"/>
                <a:gd name="connsiteX69" fmla="*/ 1670383 w 1881147"/>
                <a:gd name="connsiteY69" fmla="*/ 1446435 h 1699472"/>
                <a:gd name="connsiteX70" fmla="*/ 1714974 w 1881147"/>
                <a:gd name="connsiteY70" fmla="*/ 1415305 h 1699472"/>
                <a:gd name="connsiteX71" fmla="*/ 1743343 w 1881147"/>
                <a:gd name="connsiteY71" fmla="*/ 1418600 h 1699472"/>
                <a:gd name="connsiteX72" fmla="*/ 1820935 w 1881147"/>
                <a:gd name="connsiteY72" fmla="*/ 1407992 h 1699472"/>
                <a:gd name="connsiteX73" fmla="*/ 1816054 w 1881147"/>
                <a:gd name="connsiteY73" fmla="*/ 1461556 h 1699472"/>
                <a:gd name="connsiteX74" fmla="*/ 1874221 w 1881147"/>
                <a:gd name="connsiteY74" fmla="*/ 1484877 h 1699472"/>
                <a:gd name="connsiteX75" fmla="*/ 1875829 w 1881147"/>
                <a:gd name="connsiteY75" fmla="*/ 1462243 h 1699472"/>
                <a:gd name="connsiteX76" fmla="*/ 1875051 w 1881147"/>
                <a:gd name="connsiteY76" fmla="*/ 1401509 h 1699472"/>
                <a:gd name="connsiteX77" fmla="*/ 1853086 w 1881147"/>
                <a:gd name="connsiteY77" fmla="*/ 1311366 h 1699472"/>
                <a:gd name="connsiteX78" fmla="*/ 1853086 w 1881147"/>
                <a:gd name="connsiteY78" fmla="*/ 1254216 h 1699472"/>
                <a:gd name="connsiteX79" fmla="*/ 1810224 w 1881147"/>
                <a:gd name="connsiteY79" fmla="*/ 1244691 h 1699472"/>
                <a:gd name="connsiteX80" fmla="*/ 1734024 w 1881147"/>
                <a:gd name="connsiteY80" fmla="*/ 1163728 h 1699472"/>
                <a:gd name="connsiteX81" fmla="*/ 1695924 w 1881147"/>
                <a:gd name="connsiteY81" fmla="*/ 982753 h 1699472"/>
                <a:gd name="connsiteX82" fmla="*/ 1643536 w 1881147"/>
                <a:gd name="connsiteY82" fmla="*/ 949416 h 1699472"/>
                <a:gd name="connsiteX83" fmla="*/ 1605436 w 1881147"/>
                <a:gd name="connsiteY83" fmla="*/ 892266 h 1699472"/>
                <a:gd name="connsiteX84" fmla="*/ 1557811 w 1881147"/>
                <a:gd name="connsiteY84" fmla="*/ 844641 h 1699472"/>
                <a:gd name="connsiteX85" fmla="*/ 1505424 w 1881147"/>
                <a:gd name="connsiteY85" fmla="*/ 825591 h 1699472"/>
                <a:gd name="connsiteX86" fmla="*/ 1453036 w 1881147"/>
                <a:gd name="connsiteY86" fmla="*/ 820828 h 1699472"/>
                <a:gd name="connsiteX87" fmla="*/ 1510186 w 1881147"/>
                <a:gd name="connsiteY87" fmla="*/ 787491 h 1699472"/>
                <a:gd name="connsiteX88" fmla="*/ 1476849 w 1881147"/>
                <a:gd name="connsiteY88" fmla="*/ 754153 h 1699472"/>
                <a:gd name="connsiteX89" fmla="*/ 1481611 w 1881147"/>
                <a:gd name="connsiteY89" fmla="*/ 730341 h 1699472"/>
                <a:gd name="connsiteX90" fmla="*/ 1572099 w 1881147"/>
                <a:gd name="connsiteY90" fmla="*/ 768441 h 1699472"/>
                <a:gd name="connsiteX91" fmla="*/ 1624486 w 1881147"/>
                <a:gd name="connsiteY91" fmla="*/ 701766 h 1699472"/>
                <a:gd name="connsiteX92" fmla="*/ 1622283 w 1881147"/>
                <a:gd name="connsiteY92" fmla="*/ 558891 h 1699472"/>
                <a:gd name="connsiteX93" fmla="*/ 1639486 w 1881147"/>
                <a:gd name="connsiteY93" fmla="*/ 410565 h 1699472"/>
                <a:gd name="connsiteX0" fmla="*/ 1639486 w 1881147"/>
                <a:gd name="connsiteY0" fmla="*/ 408922 h 1697829"/>
                <a:gd name="connsiteX1" fmla="*/ 1567336 w 1881147"/>
                <a:gd name="connsiteY1" fmla="*/ 376273 h 1697829"/>
                <a:gd name="connsiteX2" fmla="*/ 1477087 w 1881147"/>
                <a:gd name="connsiteY2" fmla="*/ 352460 h 1697829"/>
                <a:gd name="connsiteX3" fmla="*/ 1423767 w 1881147"/>
                <a:gd name="connsiteY3" fmla="*/ 275376 h 1697829"/>
                <a:gd name="connsiteX4" fmla="*/ 1395785 w 1881147"/>
                <a:gd name="connsiteY4" fmla="*/ 173531 h 1697829"/>
                <a:gd name="connsiteX5" fmla="*/ 1364769 w 1881147"/>
                <a:gd name="connsiteY5" fmla="*/ 5469 h 1697829"/>
                <a:gd name="connsiteX6" fmla="*/ 1282757 w 1881147"/>
                <a:gd name="connsiteY6" fmla="*/ 42061 h 1697829"/>
                <a:gd name="connsiteX7" fmla="*/ 1294272 w 1881147"/>
                <a:gd name="connsiteY7" fmla="*/ 53629 h 1697829"/>
                <a:gd name="connsiteX8" fmla="*/ 1275927 w 1881147"/>
                <a:gd name="connsiteY8" fmla="*/ 155903 h 1697829"/>
                <a:gd name="connsiteX9" fmla="*/ 1214911 w 1881147"/>
                <a:gd name="connsiteY9" fmla="*/ 161960 h 1697829"/>
                <a:gd name="connsiteX10" fmla="*/ 1186336 w 1881147"/>
                <a:gd name="connsiteY10" fmla="*/ 190535 h 1697829"/>
                <a:gd name="connsiteX11" fmla="*/ 1176811 w 1881147"/>
                <a:gd name="connsiteY11" fmla="*/ 261973 h 1697829"/>
                <a:gd name="connsiteX12" fmla="*/ 1114899 w 1881147"/>
                <a:gd name="connsiteY12" fmla="*/ 304835 h 1697829"/>
                <a:gd name="connsiteX13" fmla="*/ 1005361 w 1881147"/>
                <a:gd name="connsiteY13" fmla="*/ 319123 h 1697829"/>
                <a:gd name="connsiteX14" fmla="*/ 962499 w 1881147"/>
                <a:gd name="connsiteY14" fmla="*/ 361985 h 1697829"/>
                <a:gd name="connsiteX15" fmla="*/ 838674 w 1881147"/>
                <a:gd name="connsiteY15" fmla="*/ 361985 h 1697829"/>
                <a:gd name="connsiteX16" fmla="*/ 781524 w 1881147"/>
                <a:gd name="connsiteY16" fmla="*/ 433423 h 1697829"/>
                <a:gd name="connsiteX17" fmla="*/ 781524 w 1881147"/>
                <a:gd name="connsiteY17" fmla="*/ 466760 h 1697829"/>
                <a:gd name="connsiteX18" fmla="*/ 743424 w 1881147"/>
                <a:gd name="connsiteY18" fmla="*/ 490573 h 1697829"/>
                <a:gd name="connsiteX19" fmla="*/ 671986 w 1881147"/>
                <a:gd name="connsiteY19" fmla="*/ 423898 h 1697829"/>
                <a:gd name="connsiteX20" fmla="*/ 519586 w 1881147"/>
                <a:gd name="connsiteY20" fmla="*/ 419135 h 1697829"/>
                <a:gd name="connsiteX21" fmla="*/ 457674 w 1881147"/>
                <a:gd name="connsiteY21" fmla="*/ 438185 h 1697829"/>
                <a:gd name="connsiteX22" fmla="*/ 419574 w 1881147"/>
                <a:gd name="connsiteY22" fmla="*/ 423898 h 1697829"/>
                <a:gd name="connsiteX23" fmla="*/ 400524 w 1881147"/>
                <a:gd name="connsiteY23" fmla="*/ 361985 h 1697829"/>
                <a:gd name="connsiteX24" fmla="*/ 333849 w 1881147"/>
                <a:gd name="connsiteY24" fmla="*/ 309598 h 1697829"/>
                <a:gd name="connsiteX25" fmla="*/ 286224 w 1881147"/>
                <a:gd name="connsiteY25" fmla="*/ 242923 h 1697829"/>
                <a:gd name="connsiteX26" fmla="*/ 143349 w 1881147"/>
                <a:gd name="connsiteY26" fmla="*/ 261973 h 1697829"/>
                <a:gd name="connsiteX27" fmla="*/ 124299 w 1881147"/>
                <a:gd name="connsiteY27" fmla="*/ 338173 h 1697829"/>
                <a:gd name="connsiteX28" fmla="*/ 110011 w 1881147"/>
                <a:gd name="connsiteY28" fmla="*/ 371510 h 1697829"/>
                <a:gd name="connsiteX29" fmla="*/ 133824 w 1881147"/>
                <a:gd name="connsiteY29" fmla="*/ 419135 h 1697829"/>
                <a:gd name="connsiteX30" fmla="*/ 81436 w 1881147"/>
                <a:gd name="connsiteY30" fmla="*/ 457235 h 1697829"/>
                <a:gd name="connsiteX31" fmla="*/ 33811 w 1881147"/>
                <a:gd name="connsiteY31" fmla="*/ 452473 h 1697829"/>
                <a:gd name="connsiteX32" fmla="*/ 33811 w 1881147"/>
                <a:gd name="connsiteY32" fmla="*/ 523910 h 1697829"/>
                <a:gd name="connsiteX33" fmla="*/ 474 w 1881147"/>
                <a:gd name="connsiteY33" fmla="*/ 628685 h 1697829"/>
                <a:gd name="connsiteX34" fmla="*/ 62386 w 1881147"/>
                <a:gd name="connsiteY34" fmla="*/ 704885 h 1697829"/>
                <a:gd name="connsiteX35" fmla="*/ 111977 w 1881147"/>
                <a:gd name="connsiteY35" fmla="*/ 685147 h 1697829"/>
                <a:gd name="connsiteX36" fmla="*/ 112334 w 1881147"/>
                <a:gd name="connsiteY36" fmla="*/ 755406 h 1697829"/>
                <a:gd name="connsiteX37" fmla="*/ 167161 w 1881147"/>
                <a:gd name="connsiteY37" fmla="*/ 785848 h 1697829"/>
                <a:gd name="connsiteX38" fmla="*/ 236159 w 1881147"/>
                <a:gd name="connsiteY38" fmla="*/ 796060 h 1697829"/>
                <a:gd name="connsiteX39" fmla="*/ 271462 w 1881147"/>
                <a:gd name="connsiteY39" fmla="*/ 852031 h 1697829"/>
                <a:gd name="connsiteX40" fmla="*/ 270869 w 1881147"/>
                <a:gd name="connsiteY40" fmla="*/ 897103 h 1697829"/>
                <a:gd name="connsiteX41" fmla="*/ 295393 w 1881147"/>
                <a:gd name="connsiteY41" fmla="*/ 936578 h 1697829"/>
                <a:gd name="connsiteX42" fmla="*/ 341051 w 1881147"/>
                <a:gd name="connsiteY42" fmla="*/ 975170 h 1697829"/>
                <a:gd name="connsiteX43" fmla="*/ 426184 w 1881147"/>
                <a:gd name="connsiteY43" fmla="*/ 1029422 h 1697829"/>
                <a:gd name="connsiteX44" fmla="*/ 461961 w 1881147"/>
                <a:gd name="connsiteY44" fmla="*/ 1100515 h 1697829"/>
                <a:gd name="connsiteX45" fmla="*/ 441064 w 1881147"/>
                <a:gd name="connsiteY45" fmla="*/ 1170088 h 1697829"/>
                <a:gd name="connsiteX46" fmla="*/ 519111 w 1881147"/>
                <a:gd name="connsiteY46" fmla="*/ 1226551 h 1697829"/>
                <a:gd name="connsiteX47" fmla="*/ 591143 w 1881147"/>
                <a:gd name="connsiteY47" fmla="*/ 1259545 h 1697829"/>
                <a:gd name="connsiteX48" fmla="*/ 571974 w 1881147"/>
                <a:gd name="connsiteY48" fmla="*/ 1319248 h 1697829"/>
                <a:gd name="connsiteX49" fmla="*/ 662461 w 1881147"/>
                <a:gd name="connsiteY49" fmla="*/ 1471648 h 1697829"/>
                <a:gd name="connsiteX50" fmla="*/ 755271 w 1881147"/>
                <a:gd name="connsiteY50" fmla="*/ 1544802 h 1697829"/>
                <a:gd name="connsiteX51" fmla="*/ 805336 w 1881147"/>
                <a:gd name="connsiteY51" fmla="*/ 1495460 h 1697829"/>
                <a:gd name="connsiteX52" fmla="*/ 869926 w 1881147"/>
                <a:gd name="connsiteY52" fmla="*/ 1522857 h 1697829"/>
                <a:gd name="connsiteX53" fmla="*/ 924399 w 1881147"/>
                <a:gd name="connsiteY53" fmla="*/ 1490698 h 1697829"/>
                <a:gd name="connsiteX54" fmla="*/ 941246 w 1881147"/>
                <a:gd name="connsiteY54" fmla="*/ 1448522 h 1697829"/>
                <a:gd name="connsiteX55" fmla="*/ 1005123 w 1881147"/>
                <a:gd name="connsiteY55" fmla="*/ 1534934 h 1697829"/>
                <a:gd name="connsiteX56" fmla="*/ 1050190 w 1881147"/>
                <a:gd name="connsiteY56" fmla="*/ 1606028 h 1697829"/>
                <a:gd name="connsiteX57" fmla="*/ 1120136 w 1881147"/>
                <a:gd name="connsiteY57" fmla="*/ 1697547 h 1697829"/>
                <a:gd name="connsiteX58" fmla="*/ 1151034 w 1881147"/>
                <a:gd name="connsiteY58" fmla="*/ 1634456 h 1697829"/>
                <a:gd name="connsiteX59" fmla="*/ 1181693 w 1881147"/>
                <a:gd name="connsiteY59" fmla="*/ 1627976 h 1697829"/>
                <a:gd name="connsiteX60" fmla="*/ 1224792 w 1881147"/>
                <a:gd name="connsiteY60" fmla="*/ 1657239 h 1697829"/>
                <a:gd name="connsiteX61" fmla="*/ 1258367 w 1881147"/>
                <a:gd name="connsiteY61" fmla="*/ 1616585 h 1697829"/>
                <a:gd name="connsiteX62" fmla="*/ 1277188 w 1881147"/>
                <a:gd name="connsiteY62" fmla="*/ 1621202 h 1697829"/>
                <a:gd name="connsiteX63" fmla="*/ 1311230 w 1881147"/>
                <a:gd name="connsiteY63" fmla="*/ 1687679 h 1697829"/>
                <a:gd name="connsiteX64" fmla="*/ 1367786 w 1881147"/>
                <a:gd name="connsiteY64" fmla="*/ 1664210 h 1697829"/>
                <a:gd name="connsiteX65" fmla="*/ 1419818 w 1881147"/>
                <a:gd name="connsiteY65" fmla="*/ 1608089 h 1697829"/>
                <a:gd name="connsiteX66" fmla="*/ 1470595 w 1881147"/>
                <a:gd name="connsiteY66" fmla="*/ 1591546 h 1697829"/>
                <a:gd name="connsiteX67" fmla="*/ 1488274 w 1881147"/>
                <a:gd name="connsiteY67" fmla="*/ 1647368 h 1697829"/>
                <a:gd name="connsiteX68" fmla="*/ 1558169 w 1881147"/>
                <a:gd name="connsiteY68" fmla="*/ 1621690 h 1697829"/>
                <a:gd name="connsiteX69" fmla="*/ 1588947 w 1881147"/>
                <a:gd name="connsiteY69" fmla="*/ 1534934 h 1697829"/>
                <a:gd name="connsiteX70" fmla="*/ 1670383 w 1881147"/>
                <a:gd name="connsiteY70" fmla="*/ 1444792 h 1697829"/>
                <a:gd name="connsiteX71" fmla="*/ 1714974 w 1881147"/>
                <a:gd name="connsiteY71" fmla="*/ 1413662 h 1697829"/>
                <a:gd name="connsiteX72" fmla="*/ 1743343 w 1881147"/>
                <a:gd name="connsiteY72" fmla="*/ 1416957 h 1697829"/>
                <a:gd name="connsiteX73" fmla="*/ 1820935 w 1881147"/>
                <a:gd name="connsiteY73" fmla="*/ 1406349 h 1697829"/>
                <a:gd name="connsiteX74" fmla="*/ 1816054 w 1881147"/>
                <a:gd name="connsiteY74" fmla="*/ 1459913 h 1697829"/>
                <a:gd name="connsiteX75" fmla="*/ 1874221 w 1881147"/>
                <a:gd name="connsiteY75" fmla="*/ 1483234 h 1697829"/>
                <a:gd name="connsiteX76" fmla="*/ 1875829 w 1881147"/>
                <a:gd name="connsiteY76" fmla="*/ 1460600 h 1697829"/>
                <a:gd name="connsiteX77" fmla="*/ 1875051 w 1881147"/>
                <a:gd name="connsiteY77" fmla="*/ 1399866 h 1697829"/>
                <a:gd name="connsiteX78" fmla="*/ 1853086 w 1881147"/>
                <a:gd name="connsiteY78" fmla="*/ 1309723 h 1697829"/>
                <a:gd name="connsiteX79" fmla="*/ 1853086 w 1881147"/>
                <a:gd name="connsiteY79" fmla="*/ 1252573 h 1697829"/>
                <a:gd name="connsiteX80" fmla="*/ 1810224 w 1881147"/>
                <a:gd name="connsiteY80" fmla="*/ 1243048 h 1697829"/>
                <a:gd name="connsiteX81" fmla="*/ 1734024 w 1881147"/>
                <a:gd name="connsiteY81" fmla="*/ 1162085 h 1697829"/>
                <a:gd name="connsiteX82" fmla="*/ 1695924 w 1881147"/>
                <a:gd name="connsiteY82" fmla="*/ 981110 h 1697829"/>
                <a:gd name="connsiteX83" fmla="*/ 1643536 w 1881147"/>
                <a:gd name="connsiteY83" fmla="*/ 947773 h 1697829"/>
                <a:gd name="connsiteX84" fmla="*/ 1605436 w 1881147"/>
                <a:gd name="connsiteY84" fmla="*/ 890623 h 1697829"/>
                <a:gd name="connsiteX85" fmla="*/ 1557811 w 1881147"/>
                <a:gd name="connsiteY85" fmla="*/ 842998 h 1697829"/>
                <a:gd name="connsiteX86" fmla="*/ 1505424 w 1881147"/>
                <a:gd name="connsiteY86" fmla="*/ 823948 h 1697829"/>
                <a:gd name="connsiteX87" fmla="*/ 1453036 w 1881147"/>
                <a:gd name="connsiteY87" fmla="*/ 819185 h 1697829"/>
                <a:gd name="connsiteX88" fmla="*/ 1510186 w 1881147"/>
                <a:gd name="connsiteY88" fmla="*/ 785848 h 1697829"/>
                <a:gd name="connsiteX89" fmla="*/ 1476849 w 1881147"/>
                <a:gd name="connsiteY89" fmla="*/ 752510 h 1697829"/>
                <a:gd name="connsiteX90" fmla="*/ 1481611 w 1881147"/>
                <a:gd name="connsiteY90" fmla="*/ 728698 h 1697829"/>
                <a:gd name="connsiteX91" fmla="*/ 1572099 w 1881147"/>
                <a:gd name="connsiteY91" fmla="*/ 766798 h 1697829"/>
                <a:gd name="connsiteX92" fmla="*/ 1624486 w 1881147"/>
                <a:gd name="connsiteY92" fmla="*/ 700123 h 1697829"/>
                <a:gd name="connsiteX93" fmla="*/ 1622283 w 1881147"/>
                <a:gd name="connsiteY93" fmla="*/ 557248 h 1697829"/>
                <a:gd name="connsiteX94" fmla="*/ 1639486 w 1881147"/>
                <a:gd name="connsiteY94" fmla="*/ 408922 h 1697829"/>
                <a:gd name="connsiteX0" fmla="*/ 1639486 w 1881147"/>
                <a:gd name="connsiteY0" fmla="*/ 408922 h 1697829"/>
                <a:gd name="connsiteX1" fmla="*/ 1567336 w 1881147"/>
                <a:gd name="connsiteY1" fmla="*/ 376273 h 1697829"/>
                <a:gd name="connsiteX2" fmla="*/ 1477087 w 1881147"/>
                <a:gd name="connsiteY2" fmla="*/ 352460 h 1697829"/>
                <a:gd name="connsiteX3" fmla="*/ 1423767 w 1881147"/>
                <a:gd name="connsiteY3" fmla="*/ 275376 h 1697829"/>
                <a:gd name="connsiteX4" fmla="*/ 1395785 w 1881147"/>
                <a:gd name="connsiteY4" fmla="*/ 173531 h 1697829"/>
                <a:gd name="connsiteX5" fmla="*/ 1364769 w 1881147"/>
                <a:gd name="connsiteY5" fmla="*/ 5469 h 1697829"/>
                <a:gd name="connsiteX6" fmla="*/ 1282757 w 1881147"/>
                <a:gd name="connsiteY6" fmla="*/ 42061 h 1697829"/>
                <a:gd name="connsiteX7" fmla="*/ 1294272 w 1881147"/>
                <a:gd name="connsiteY7" fmla="*/ 53629 h 1697829"/>
                <a:gd name="connsiteX8" fmla="*/ 1275927 w 1881147"/>
                <a:gd name="connsiteY8" fmla="*/ 155903 h 1697829"/>
                <a:gd name="connsiteX9" fmla="*/ 1214911 w 1881147"/>
                <a:gd name="connsiteY9" fmla="*/ 161960 h 1697829"/>
                <a:gd name="connsiteX10" fmla="*/ 1186336 w 1881147"/>
                <a:gd name="connsiteY10" fmla="*/ 190535 h 1697829"/>
                <a:gd name="connsiteX11" fmla="*/ 1176811 w 1881147"/>
                <a:gd name="connsiteY11" fmla="*/ 261973 h 1697829"/>
                <a:gd name="connsiteX12" fmla="*/ 1114899 w 1881147"/>
                <a:gd name="connsiteY12" fmla="*/ 304835 h 1697829"/>
                <a:gd name="connsiteX13" fmla="*/ 1005361 w 1881147"/>
                <a:gd name="connsiteY13" fmla="*/ 319123 h 1697829"/>
                <a:gd name="connsiteX14" fmla="*/ 962499 w 1881147"/>
                <a:gd name="connsiteY14" fmla="*/ 361985 h 1697829"/>
                <a:gd name="connsiteX15" fmla="*/ 838674 w 1881147"/>
                <a:gd name="connsiteY15" fmla="*/ 361985 h 1697829"/>
                <a:gd name="connsiteX16" fmla="*/ 781524 w 1881147"/>
                <a:gd name="connsiteY16" fmla="*/ 433423 h 1697829"/>
                <a:gd name="connsiteX17" fmla="*/ 781524 w 1881147"/>
                <a:gd name="connsiteY17" fmla="*/ 466760 h 1697829"/>
                <a:gd name="connsiteX18" fmla="*/ 743424 w 1881147"/>
                <a:gd name="connsiteY18" fmla="*/ 490573 h 1697829"/>
                <a:gd name="connsiteX19" fmla="*/ 671986 w 1881147"/>
                <a:gd name="connsiteY19" fmla="*/ 423898 h 1697829"/>
                <a:gd name="connsiteX20" fmla="*/ 519586 w 1881147"/>
                <a:gd name="connsiteY20" fmla="*/ 419135 h 1697829"/>
                <a:gd name="connsiteX21" fmla="*/ 457674 w 1881147"/>
                <a:gd name="connsiteY21" fmla="*/ 438185 h 1697829"/>
                <a:gd name="connsiteX22" fmla="*/ 419574 w 1881147"/>
                <a:gd name="connsiteY22" fmla="*/ 423898 h 1697829"/>
                <a:gd name="connsiteX23" fmla="*/ 400524 w 1881147"/>
                <a:gd name="connsiteY23" fmla="*/ 361985 h 1697829"/>
                <a:gd name="connsiteX24" fmla="*/ 333849 w 1881147"/>
                <a:gd name="connsiteY24" fmla="*/ 309598 h 1697829"/>
                <a:gd name="connsiteX25" fmla="*/ 286224 w 1881147"/>
                <a:gd name="connsiteY25" fmla="*/ 242923 h 1697829"/>
                <a:gd name="connsiteX26" fmla="*/ 143349 w 1881147"/>
                <a:gd name="connsiteY26" fmla="*/ 261973 h 1697829"/>
                <a:gd name="connsiteX27" fmla="*/ 124299 w 1881147"/>
                <a:gd name="connsiteY27" fmla="*/ 338173 h 1697829"/>
                <a:gd name="connsiteX28" fmla="*/ 110011 w 1881147"/>
                <a:gd name="connsiteY28" fmla="*/ 371510 h 1697829"/>
                <a:gd name="connsiteX29" fmla="*/ 133824 w 1881147"/>
                <a:gd name="connsiteY29" fmla="*/ 419135 h 1697829"/>
                <a:gd name="connsiteX30" fmla="*/ 81436 w 1881147"/>
                <a:gd name="connsiteY30" fmla="*/ 457235 h 1697829"/>
                <a:gd name="connsiteX31" fmla="*/ 33811 w 1881147"/>
                <a:gd name="connsiteY31" fmla="*/ 452473 h 1697829"/>
                <a:gd name="connsiteX32" fmla="*/ 33811 w 1881147"/>
                <a:gd name="connsiteY32" fmla="*/ 523910 h 1697829"/>
                <a:gd name="connsiteX33" fmla="*/ 474 w 1881147"/>
                <a:gd name="connsiteY33" fmla="*/ 628685 h 1697829"/>
                <a:gd name="connsiteX34" fmla="*/ 62386 w 1881147"/>
                <a:gd name="connsiteY34" fmla="*/ 704885 h 1697829"/>
                <a:gd name="connsiteX35" fmla="*/ 111977 w 1881147"/>
                <a:gd name="connsiteY35" fmla="*/ 685147 h 1697829"/>
                <a:gd name="connsiteX36" fmla="*/ 112334 w 1881147"/>
                <a:gd name="connsiteY36" fmla="*/ 755406 h 1697829"/>
                <a:gd name="connsiteX37" fmla="*/ 167161 w 1881147"/>
                <a:gd name="connsiteY37" fmla="*/ 785848 h 1697829"/>
                <a:gd name="connsiteX38" fmla="*/ 236159 w 1881147"/>
                <a:gd name="connsiteY38" fmla="*/ 796060 h 1697829"/>
                <a:gd name="connsiteX39" fmla="*/ 271462 w 1881147"/>
                <a:gd name="connsiteY39" fmla="*/ 852031 h 1697829"/>
                <a:gd name="connsiteX40" fmla="*/ 270869 w 1881147"/>
                <a:gd name="connsiteY40" fmla="*/ 897103 h 1697829"/>
                <a:gd name="connsiteX41" fmla="*/ 295393 w 1881147"/>
                <a:gd name="connsiteY41" fmla="*/ 936578 h 1697829"/>
                <a:gd name="connsiteX42" fmla="*/ 341051 w 1881147"/>
                <a:gd name="connsiteY42" fmla="*/ 975170 h 1697829"/>
                <a:gd name="connsiteX43" fmla="*/ 426184 w 1881147"/>
                <a:gd name="connsiteY43" fmla="*/ 1029422 h 1697829"/>
                <a:gd name="connsiteX44" fmla="*/ 461961 w 1881147"/>
                <a:gd name="connsiteY44" fmla="*/ 1100515 h 1697829"/>
                <a:gd name="connsiteX45" fmla="*/ 441064 w 1881147"/>
                <a:gd name="connsiteY45" fmla="*/ 1170088 h 1697829"/>
                <a:gd name="connsiteX46" fmla="*/ 519111 w 1881147"/>
                <a:gd name="connsiteY46" fmla="*/ 1226551 h 1697829"/>
                <a:gd name="connsiteX47" fmla="*/ 591143 w 1881147"/>
                <a:gd name="connsiteY47" fmla="*/ 1259545 h 1697829"/>
                <a:gd name="connsiteX48" fmla="*/ 571974 w 1881147"/>
                <a:gd name="connsiteY48" fmla="*/ 1319248 h 1697829"/>
                <a:gd name="connsiteX49" fmla="*/ 662461 w 1881147"/>
                <a:gd name="connsiteY49" fmla="*/ 1471648 h 1697829"/>
                <a:gd name="connsiteX50" fmla="*/ 755271 w 1881147"/>
                <a:gd name="connsiteY50" fmla="*/ 1544802 h 1697829"/>
                <a:gd name="connsiteX51" fmla="*/ 805336 w 1881147"/>
                <a:gd name="connsiteY51" fmla="*/ 1495460 h 1697829"/>
                <a:gd name="connsiteX52" fmla="*/ 869926 w 1881147"/>
                <a:gd name="connsiteY52" fmla="*/ 1522857 h 1697829"/>
                <a:gd name="connsiteX53" fmla="*/ 924399 w 1881147"/>
                <a:gd name="connsiteY53" fmla="*/ 1490698 h 1697829"/>
                <a:gd name="connsiteX54" fmla="*/ 941246 w 1881147"/>
                <a:gd name="connsiteY54" fmla="*/ 1448522 h 1697829"/>
                <a:gd name="connsiteX55" fmla="*/ 1005123 w 1881147"/>
                <a:gd name="connsiteY55" fmla="*/ 1534934 h 1697829"/>
                <a:gd name="connsiteX56" fmla="*/ 1050190 w 1881147"/>
                <a:gd name="connsiteY56" fmla="*/ 1606028 h 1697829"/>
                <a:gd name="connsiteX57" fmla="*/ 1120136 w 1881147"/>
                <a:gd name="connsiteY57" fmla="*/ 1697547 h 1697829"/>
                <a:gd name="connsiteX58" fmla="*/ 1151034 w 1881147"/>
                <a:gd name="connsiteY58" fmla="*/ 1634456 h 1697829"/>
                <a:gd name="connsiteX59" fmla="*/ 1181693 w 1881147"/>
                <a:gd name="connsiteY59" fmla="*/ 1627976 h 1697829"/>
                <a:gd name="connsiteX60" fmla="*/ 1224792 w 1881147"/>
                <a:gd name="connsiteY60" fmla="*/ 1657239 h 1697829"/>
                <a:gd name="connsiteX61" fmla="*/ 1258367 w 1881147"/>
                <a:gd name="connsiteY61" fmla="*/ 1616585 h 1697829"/>
                <a:gd name="connsiteX62" fmla="*/ 1277188 w 1881147"/>
                <a:gd name="connsiteY62" fmla="*/ 1621202 h 1697829"/>
                <a:gd name="connsiteX63" fmla="*/ 1311230 w 1881147"/>
                <a:gd name="connsiteY63" fmla="*/ 1687679 h 1697829"/>
                <a:gd name="connsiteX64" fmla="*/ 1367786 w 1881147"/>
                <a:gd name="connsiteY64" fmla="*/ 1664210 h 1697829"/>
                <a:gd name="connsiteX65" fmla="*/ 1419818 w 1881147"/>
                <a:gd name="connsiteY65" fmla="*/ 1608089 h 1697829"/>
                <a:gd name="connsiteX66" fmla="*/ 1470595 w 1881147"/>
                <a:gd name="connsiteY66" fmla="*/ 1591546 h 1697829"/>
                <a:gd name="connsiteX67" fmla="*/ 1488274 w 1881147"/>
                <a:gd name="connsiteY67" fmla="*/ 1647368 h 1697829"/>
                <a:gd name="connsiteX68" fmla="*/ 1558169 w 1881147"/>
                <a:gd name="connsiteY68" fmla="*/ 1621690 h 1697829"/>
                <a:gd name="connsiteX69" fmla="*/ 1588947 w 1881147"/>
                <a:gd name="connsiteY69" fmla="*/ 1534934 h 1697829"/>
                <a:gd name="connsiteX70" fmla="*/ 1670383 w 1881147"/>
                <a:gd name="connsiteY70" fmla="*/ 1444792 h 1697829"/>
                <a:gd name="connsiteX71" fmla="*/ 1714974 w 1881147"/>
                <a:gd name="connsiteY71" fmla="*/ 1413662 h 1697829"/>
                <a:gd name="connsiteX72" fmla="*/ 1743343 w 1881147"/>
                <a:gd name="connsiteY72" fmla="*/ 1416957 h 1697829"/>
                <a:gd name="connsiteX73" fmla="*/ 1820935 w 1881147"/>
                <a:gd name="connsiteY73" fmla="*/ 1406349 h 1697829"/>
                <a:gd name="connsiteX74" fmla="*/ 1816054 w 1881147"/>
                <a:gd name="connsiteY74" fmla="*/ 1459913 h 1697829"/>
                <a:gd name="connsiteX75" fmla="*/ 1874221 w 1881147"/>
                <a:gd name="connsiteY75" fmla="*/ 1483234 h 1697829"/>
                <a:gd name="connsiteX76" fmla="*/ 1875829 w 1881147"/>
                <a:gd name="connsiteY76" fmla="*/ 1460600 h 1697829"/>
                <a:gd name="connsiteX77" fmla="*/ 1875051 w 1881147"/>
                <a:gd name="connsiteY77" fmla="*/ 1399866 h 1697829"/>
                <a:gd name="connsiteX78" fmla="*/ 1853086 w 1881147"/>
                <a:gd name="connsiteY78" fmla="*/ 1309723 h 1697829"/>
                <a:gd name="connsiteX79" fmla="*/ 1853086 w 1881147"/>
                <a:gd name="connsiteY79" fmla="*/ 1252573 h 1697829"/>
                <a:gd name="connsiteX80" fmla="*/ 1810224 w 1881147"/>
                <a:gd name="connsiteY80" fmla="*/ 1243048 h 1697829"/>
                <a:gd name="connsiteX81" fmla="*/ 1734024 w 1881147"/>
                <a:gd name="connsiteY81" fmla="*/ 1162085 h 1697829"/>
                <a:gd name="connsiteX82" fmla="*/ 1695924 w 1881147"/>
                <a:gd name="connsiteY82" fmla="*/ 981110 h 1697829"/>
                <a:gd name="connsiteX83" fmla="*/ 1643536 w 1881147"/>
                <a:gd name="connsiteY83" fmla="*/ 947773 h 1697829"/>
                <a:gd name="connsiteX84" fmla="*/ 1605436 w 1881147"/>
                <a:gd name="connsiteY84" fmla="*/ 890623 h 1697829"/>
                <a:gd name="connsiteX85" fmla="*/ 1557811 w 1881147"/>
                <a:gd name="connsiteY85" fmla="*/ 842998 h 1697829"/>
                <a:gd name="connsiteX86" fmla="*/ 1505424 w 1881147"/>
                <a:gd name="connsiteY86" fmla="*/ 823948 h 1697829"/>
                <a:gd name="connsiteX87" fmla="*/ 1453036 w 1881147"/>
                <a:gd name="connsiteY87" fmla="*/ 819185 h 1697829"/>
                <a:gd name="connsiteX88" fmla="*/ 1510186 w 1881147"/>
                <a:gd name="connsiteY88" fmla="*/ 785848 h 1697829"/>
                <a:gd name="connsiteX89" fmla="*/ 1476849 w 1881147"/>
                <a:gd name="connsiteY89" fmla="*/ 752510 h 1697829"/>
                <a:gd name="connsiteX90" fmla="*/ 1481611 w 1881147"/>
                <a:gd name="connsiteY90" fmla="*/ 728698 h 1697829"/>
                <a:gd name="connsiteX91" fmla="*/ 1572099 w 1881147"/>
                <a:gd name="connsiteY91" fmla="*/ 766798 h 1697829"/>
                <a:gd name="connsiteX92" fmla="*/ 1624486 w 1881147"/>
                <a:gd name="connsiteY92" fmla="*/ 700123 h 1697829"/>
                <a:gd name="connsiteX93" fmla="*/ 1622283 w 1881147"/>
                <a:gd name="connsiteY93" fmla="*/ 557248 h 1697829"/>
                <a:gd name="connsiteX94" fmla="*/ 1639486 w 1881147"/>
                <a:gd name="connsiteY94" fmla="*/ 408922 h 1697829"/>
                <a:gd name="connsiteX0" fmla="*/ 1639486 w 1881147"/>
                <a:gd name="connsiteY0" fmla="*/ 409649 h 1698556"/>
                <a:gd name="connsiteX1" fmla="*/ 1567336 w 1881147"/>
                <a:gd name="connsiteY1" fmla="*/ 377000 h 1698556"/>
                <a:gd name="connsiteX2" fmla="*/ 1477087 w 1881147"/>
                <a:gd name="connsiteY2" fmla="*/ 353187 h 1698556"/>
                <a:gd name="connsiteX3" fmla="*/ 1423767 w 1881147"/>
                <a:gd name="connsiteY3" fmla="*/ 276103 h 1698556"/>
                <a:gd name="connsiteX4" fmla="*/ 1395785 w 1881147"/>
                <a:gd name="connsiteY4" fmla="*/ 174258 h 1698556"/>
                <a:gd name="connsiteX5" fmla="*/ 1364769 w 1881147"/>
                <a:gd name="connsiteY5" fmla="*/ 6196 h 1698556"/>
                <a:gd name="connsiteX6" fmla="*/ 1282757 w 1881147"/>
                <a:gd name="connsiteY6" fmla="*/ 42788 h 1698556"/>
                <a:gd name="connsiteX7" fmla="*/ 1291832 w 1881147"/>
                <a:gd name="connsiteY7" fmla="*/ 105417 h 1698556"/>
                <a:gd name="connsiteX8" fmla="*/ 1275927 w 1881147"/>
                <a:gd name="connsiteY8" fmla="*/ 156630 h 1698556"/>
                <a:gd name="connsiteX9" fmla="*/ 1214911 w 1881147"/>
                <a:gd name="connsiteY9" fmla="*/ 162687 h 1698556"/>
                <a:gd name="connsiteX10" fmla="*/ 1186336 w 1881147"/>
                <a:gd name="connsiteY10" fmla="*/ 191262 h 1698556"/>
                <a:gd name="connsiteX11" fmla="*/ 1176811 w 1881147"/>
                <a:gd name="connsiteY11" fmla="*/ 262700 h 1698556"/>
                <a:gd name="connsiteX12" fmla="*/ 1114899 w 1881147"/>
                <a:gd name="connsiteY12" fmla="*/ 305562 h 1698556"/>
                <a:gd name="connsiteX13" fmla="*/ 1005361 w 1881147"/>
                <a:gd name="connsiteY13" fmla="*/ 319850 h 1698556"/>
                <a:gd name="connsiteX14" fmla="*/ 962499 w 1881147"/>
                <a:gd name="connsiteY14" fmla="*/ 362712 h 1698556"/>
                <a:gd name="connsiteX15" fmla="*/ 838674 w 1881147"/>
                <a:gd name="connsiteY15" fmla="*/ 362712 h 1698556"/>
                <a:gd name="connsiteX16" fmla="*/ 781524 w 1881147"/>
                <a:gd name="connsiteY16" fmla="*/ 434150 h 1698556"/>
                <a:gd name="connsiteX17" fmla="*/ 781524 w 1881147"/>
                <a:gd name="connsiteY17" fmla="*/ 467487 h 1698556"/>
                <a:gd name="connsiteX18" fmla="*/ 743424 w 1881147"/>
                <a:gd name="connsiteY18" fmla="*/ 491300 h 1698556"/>
                <a:gd name="connsiteX19" fmla="*/ 671986 w 1881147"/>
                <a:gd name="connsiteY19" fmla="*/ 424625 h 1698556"/>
                <a:gd name="connsiteX20" fmla="*/ 519586 w 1881147"/>
                <a:gd name="connsiteY20" fmla="*/ 419862 h 1698556"/>
                <a:gd name="connsiteX21" fmla="*/ 457674 w 1881147"/>
                <a:gd name="connsiteY21" fmla="*/ 438912 h 1698556"/>
                <a:gd name="connsiteX22" fmla="*/ 419574 w 1881147"/>
                <a:gd name="connsiteY22" fmla="*/ 424625 h 1698556"/>
                <a:gd name="connsiteX23" fmla="*/ 400524 w 1881147"/>
                <a:gd name="connsiteY23" fmla="*/ 362712 h 1698556"/>
                <a:gd name="connsiteX24" fmla="*/ 333849 w 1881147"/>
                <a:gd name="connsiteY24" fmla="*/ 310325 h 1698556"/>
                <a:gd name="connsiteX25" fmla="*/ 286224 w 1881147"/>
                <a:gd name="connsiteY25" fmla="*/ 243650 h 1698556"/>
                <a:gd name="connsiteX26" fmla="*/ 143349 w 1881147"/>
                <a:gd name="connsiteY26" fmla="*/ 262700 h 1698556"/>
                <a:gd name="connsiteX27" fmla="*/ 124299 w 1881147"/>
                <a:gd name="connsiteY27" fmla="*/ 338900 h 1698556"/>
                <a:gd name="connsiteX28" fmla="*/ 110011 w 1881147"/>
                <a:gd name="connsiteY28" fmla="*/ 372237 h 1698556"/>
                <a:gd name="connsiteX29" fmla="*/ 133824 w 1881147"/>
                <a:gd name="connsiteY29" fmla="*/ 419862 h 1698556"/>
                <a:gd name="connsiteX30" fmla="*/ 81436 w 1881147"/>
                <a:gd name="connsiteY30" fmla="*/ 457962 h 1698556"/>
                <a:gd name="connsiteX31" fmla="*/ 33811 w 1881147"/>
                <a:gd name="connsiteY31" fmla="*/ 453200 h 1698556"/>
                <a:gd name="connsiteX32" fmla="*/ 33811 w 1881147"/>
                <a:gd name="connsiteY32" fmla="*/ 524637 h 1698556"/>
                <a:gd name="connsiteX33" fmla="*/ 474 w 1881147"/>
                <a:gd name="connsiteY33" fmla="*/ 629412 h 1698556"/>
                <a:gd name="connsiteX34" fmla="*/ 62386 w 1881147"/>
                <a:gd name="connsiteY34" fmla="*/ 705612 h 1698556"/>
                <a:gd name="connsiteX35" fmla="*/ 111977 w 1881147"/>
                <a:gd name="connsiteY35" fmla="*/ 685874 h 1698556"/>
                <a:gd name="connsiteX36" fmla="*/ 112334 w 1881147"/>
                <a:gd name="connsiteY36" fmla="*/ 756133 h 1698556"/>
                <a:gd name="connsiteX37" fmla="*/ 167161 w 1881147"/>
                <a:gd name="connsiteY37" fmla="*/ 786575 h 1698556"/>
                <a:gd name="connsiteX38" fmla="*/ 236159 w 1881147"/>
                <a:gd name="connsiteY38" fmla="*/ 796787 h 1698556"/>
                <a:gd name="connsiteX39" fmla="*/ 271462 w 1881147"/>
                <a:gd name="connsiteY39" fmla="*/ 852758 h 1698556"/>
                <a:gd name="connsiteX40" fmla="*/ 270869 w 1881147"/>
                <a:gd name="connsiteY40" fmla="*/ 897830 h 1698556"/>
                <a:gd name="connsiteX41" fmla="*/ 295393 w 1881147"/>
                <a:gd name="connsiteY41" fmla="*/ 937305 h 1698556"/>
                <a:gd name="connsiteX42" fmla="*/ 341051 w 1881147"/>
                <a:gd name="connsiteY42" fmla="*/ 975897 h 1698556"/>
                <a:gd name="connsiteX43" fmla="*/ 426184 w 1881147"/>
                <a:gd name="connsiteY43" fmla="*/ 1030149 h 1698556"/>
                <a:gd name="connsiteX44" fmla="*/ 461961 w 1881147"/>
                <a:gd name="connsiteY44" fmla="*/ 1101242 h 1698556"/>
                <a:gd name="connsiteX45" fmla="*/ 441064 w 1881147"/>
                <a:gd name="connsiteY45" fmla="*/ 1170815 h 1698556"/>
                <a:gd name="connsiteX46" fmla="*/ 519111 w 1881147"/>
                <a:gd name="connsiteY46" fmla="*/ 1227278 h 1698556"/>
                <a:gd name="connsiteX47" fmla="*/ 591143 w 1881147"/>
                <a:gd name="connsiteY47" fmla="*/ 1260272 h 1698556"/>
                <a:gd name="connsiteX48" fmla="*/ 571974 w 1881147"/>
                <a:gd name="connsiteY48" fmla="*/ 1319975 h 1698556"/>
                <a:gd name="connsiteX49" fmla="*/ 662461 w 1881147"/>
                <a:gd name="connsiteY49" fmla="*/ 1472375 h 1698556"/>
                <a:gd name="connsiteX50" fmla="*/ 755271 w 1881147"/>
                <a:gd name="connsiteY50" fmla="*/ 1545529 h 1698556"/>
                <a:gd name="connsiteX51" fmla="*/ 805336 w 1881147"/>
                <a:gd name="connsiteY51" fmla="*/ 1496187 h 1698556"/>
                <a:gd name="connsiteX52" fmla="*/ 869926 w 1881147"/>
                <a:gd name="connsiteY52" fmla="*/ 1523584 h 1698556"/>
                <a:gd name="connsiteX53" fmla="*/ 924399 w 1881147"/>
                <a:gd name="connsiteY53" fmla="*/ 1491425 h 1698556"/>
                <a:gd name="connsiteX54" fmla="*/ 941246 w 1881147"/>
                <a:gd name="connsiteY54" fmla="*/ 1449249 h 1698556"/>
                <a:gd name="connsiteX55" fmla="*/ 1005123 w 1881147"/>
                <a:gd name="connsiteY55" fmla="*/ 1535661 h 1698556"/>
                <a:gd name="connsiteX56" fmla="*/ 1050190 w 1881147"/>
                <a:gd name="connsiteY56" fmla="*/ 1606755 h 1698556"/>
                <a:gd name="connsiteX57" fmla="*/ 1120136 w 1881147"/>
                <a:gd name="connsiteY57" fmla="*/ 1698274 h 1698556"/>
                <a:gd name="connsiteX58" fmla="*/ 1151034 w 1881147"/>
                <a:gd name="connsiteY58" fmla="*/ 1635183 h 1698556"/>
                <a:gd name="connsiteX59" fmla="*/ 1181693 w 1881147"/>
                <a:gd name="connsiteY59" fmla="*/ 1628703 h 1698556"/>
                <a:gd name="connsiteX60" fmla="*/ 1224792 w 1881147"/>
                <a:gd name="connsiteY60" fmla="*/ 1657966 h 1698556"/>
                <a:gd name="connsiteX61" fmla="*/ 1258367 w 1881147"/>
                <a:gd name="connsiteY61" fmla="*/ 1617312 h 1698556"/>
                <a:gd name="connsiteX62" fmla="*/ 1277188 w 1881147"/>
                <a:gd name="connsiteY62" fmla="*/ 1621929 h 1698556"/>
                <a:gd name="connsiteX63" fmla="*/ 1311230 w 1881147"/>
                <a:gd name="connsiteY63" fmla="*/ 1688406 h 1698556"/>
                <a:gd name="connsiteX64" fmla="*/ 1367786 w 1881147"/>
                <a:gd name="connsiteY64" fmla="*/ 1664937 h 1698556"/>
                <a:gd name="connsiteX65" fmla="*/ 1419818 w 1881147"/>
                <a:gd name="connsiteY65" fmla="*/ 1608816 h 1698556"/>
                <a:gd name="connsiteX66" fmla="*/ 1470595 w 1881147"/>
                <a:gd name="connsiteY66" fmla="*/ 1592273 h 1698556"/>
                <a:gd name="connsiteX67" fmla="*/ 1488274 w 1881147"/>
                <a:gd name="connsiteY67" fmla="*/ 1648095 h 1698556"/>
                <a:gd name="connsiteX68" fmla="*/ 1558169 w 1881147"/>
                <a:gd name="connsiteY68" fmla="*/ 1622417 h 1698556"/>
                <a:gd name="connsiteX69" fmla="*/ 1588947 w 1881147"/>
                <a:gd name="connsiteY69" fmla="*/ 1535661 h 1698556"/>
                <a:gd name="connsiteX70" fmla="*/ 1670383 w 1881147"/>
                <a:gd name="connsiteY70" fmla="*/ 1445519 h 1698556"/>
                <a:gd name="connsiteX71" fmla="*/ 1714974 w 1881147"/>
                <a:gd name="connsiteY71" fmla="*/ 1414389 h 1698556"/>
                <a:gd name="connsiteX72" fmla="*/ 1743343 w 1881147"/>
                <a:gd name="connsiteY72" fmla="*/ 1417684 h 1698556"/>
                <a:gd name="connsiteX73" fmla="*/ 1820935 w 1881147"/>
                <a:gd name="connsiteY73" fmla="*/ 1407076 h 1698556"/>
                <a:gd name="connsiteX74" fmla="*/ 1816054 w 1881147"/>
                <a:gd name="connsiteY74" fmla="*/ 1460640 h 1698556"/>
                <a:gd name="connsiteX75" fmla="*/ 1874221 w 1881147"/>
                <a:gd name="connsiteY75" fmla="*/ 1483961 h 1698556"/>
                <a:gd name="connsiteX76" fmla="*/ 1875829 w 1881147"/>
                <a:gd name="connsiteY76" fmla="*/ 1461327 h 1698556"/>
                <a:gd name="connsiteX77" fmla="*/ 1875051 w 1881147"/>
                <a:gd name="connsiteY77" fmla="*/ 1400593 h 1698556"/>
                <a:gd name="connsiteX78" fmla="*/ 1853086 w 1881147"/>
                <a:gd name="connsiteY78" fmla="*/ 1310450 h 1698556"/>
                <a:gd name="connsiteX79" fmla="*/ 1853086 w 1881147"/>
                <a:gd name="connsiteY79" fmla="*/ 1253300 h 1698556"/>
                <a:gd name="connsiteX80" fmla="*/ 1810224 w 1881147"/>
                <a:gd name="connsiteY80" fmla="*/ 1243775 h 1698556"/>
                <a:gd name="connsiteX81" fmla="*/ 1734024 w 1881147"/>
                <a:gd name="connsiteY81" fmla="*/ 1162812 h 1698556"/>
                <a:gd name="connsiteX82" fmla="*/ 1695924 w 1881147"/>
                <a:gd name="connsiteY82" fmla="*/ 981837 h 1698556"/>
                <a:gd name="connsiteX83" fmla="*/ 1643536 w 1881147"/>
                <a:gd name="connsiteY83" fmla="*/ 948500 h 1698556"/>
                <a:gd name="connsiteX84" fmla="*/ 1605436 w 1881147"/>
                <a:gd name="connsiteY84" fmla="*/ 891350 h 1698556"/>
                <a:gd name="connsiteX85" fmla="*/ 1557811 w 1881147"/>
                <a:gd name="connsiteY85" fmla="*/ 843725 h 1698556"/>
                <a:gd name="connsiteX86" fmla="*/ 1505424 w 1881147"/>
                <a:gd name="connsiteY86" fmla="*/ 824675 h 1698556"/>
                <a:gd name="connsiteX87" fmla="*/ 1453036 w 1881147"/>
                <a:gd name="connsiteY87" fmla="*/ 819912 h 1698556"/>
                <a:gd name="connsiteX88" fmla="*/ 1510186 w 1881147"/>
                <a:gd name="connsiteY88" fmla="*/ 786575 h 1698556"/>
                <a:gd name="connsiteX89" fmla="*/ 1476849 w 1881147"/>
                <a:gd name="connsiteY89" fmla="*/ 753237 h 1698556"/>
                <a:gd name="connsiteX90" fmla="*/ 1481611 w 1881147"/>
                <a:gd name="connsiteY90" fmla="*/ 729425 h 1698556"/>
                <a:gd name="connsiteX91" fmla="*/ 1572099 w 1881147"/>
                <a:gd name="connsiteY91" fmla="*/ 767525 h 1698556"/>
                <a:gd name="connsiteX92" fmla="*/ 1624486 w 1881147"/>
                <a:gd name="connsiteY92" fmla="*/ 700850 h 1698556"/>
                <a:gd name="connsiteX93" fmla="*/ 1622283 w 1881147"/>
                <a:gd name="connsiteY93" fmla="*/ 557975 h 1698556"/>
                <a:gd name="connsiteX94" fmla="*/ 1639486 w 1881147"/>
                <a:gd name="connsiteY94" fmla="*/ 409649 h 1698556"/>
                <a:gd name="connsiteX0" fmla="*/ 1639486 w 1881147"/>
                <a:gd name="connsiteY0" fmla="*/ 411844 h 1700751"/>
                <a:gd name="connsiteX1" fmla="*/ 1567336 w 1881147"/>
                <a:gd name="connsiteY1" fmla="*/ 379195 h 1700751"/>
                <a:gd name="connsiteX2" fmla="*/ 1477087 w 1881147"/>
                <a:gd name="connsiteY2" fmla="*/ 355382 h 1700751"/>
                <a:gd name="connsiteX3" fmla="*/ 1423767 w 1881147"/>
                <a:gd name="connsiteY3" fmla="*/ 278298 h 1700751"/>
                <a:gd name="connsiteX4" fmla="*/ 1395785 w 1881147"/>
                <a:gd name="connsiteY4" fmla="*/ 176453 h 1700751"/>
                <a:gd name="connsiteX5" fmla="*/ 1364769 w 1881147"/>
                <a:gd name="connsiteY5" fmla="*/ 8391 h 1700751"/>
                <a:gd name="connsiteX6" fmla="*/ 1282757 w 1881147"/>
                <a:gd name="connsiteY6" fmla="*/ 44983 h 1700751"/>
                <a:gd name="connsiteX7" fmla="*/ 1291832 w 1881147"/>
                <a:gd name="connsiteY7" fmla="*/ 107612 h 1700751"/>
                <a:gd name="connsiteX8" fmla="*/ 1275927 w 1881147"/>
                <a:gd name="connsiteY8" fmla="*/ 158825 h 1700751"/>
                <a:gd name="connsiteX9" fmla="*/ 1214911 w 1881147"/>
                <a:gd name="connsiteY9" fmla="*/ 164882 h 1700751"/>
                <a:gd name="connsiteX10" fmla="*/ 1186336 w 1881147"/>
                <a:gd name="connsiteY10" fmla="*/ 193457 h 1700751"/>
                <a:gd name="connsiteX11" fmla="*/ 1176811 w 1881147"/>
                <a:gd name="connsiteY11" fmla="*/ 264895 h 1700751"/>
                <a:gd name="connsiteX12" fmla="*/ 1114899 w 1881147"/>
                <a:gd name="connsiteY12" fmla="*/ 307757 h 1700751"/>
                <a:gd name="connsiteX13" fmla="*/ 1005361 w 1881147"/>
                <a:gd name="connsiteY13" fmla="*/ 322045 h 1700751"/>
                <a:gd name="connsiteX14" fmla="*/ 962499 w 1881147"/>
                <a:gd name="connsiteY14" fmla="*/ 364907 h 1700751"/>
                <a:gd name="connsiteX15" fmla="*/ 838674 w 1881147"/>
                <a:gd name="connsiteY15" fmla="*/ 364907 h 1700751"/>
                <a:gd name="connsiteX16" fmla="*/ 781524 w 1881147"/>
                <a:gd name="connsiteY16" fmla="*/ 436345 h 1700751"/>
                <a:gd name="connsiteX17" fmla="*/ 781524 w 1881147"/>
                <a:gd name="connsiteY17" fmla="*/ 469682 h 1700751"/>
                <a:gd name="connsiteX18" fmla="*/ 743424 w 1881147"/>
                <a:gd name="connsiteY18" fmla="*/ 493495 h 1700751"/>
                <a:gd name="connsiteX19" fmla="*/ 671986 w 1881147"/>
                <a:gd name="connsiteY19" fmla="*/ 426820 h 1700751"/>
                <a:gd name="connsiteX20" fmla="*/ 519586 w 1881147"/>
                <a:gd name="connsiteY20" fmla="*/ 422057 h 1700751"/>
                <a:gd name="connsiteX21" fmla="*/ 457674 w 1881147"/>
                <a:gd name="connsiteY21" fmla="*/ 441107 h 1700751"/>
                <a:gd name="connsiteX22" fmla="*/ 419574 w 1881147"/>
                <a:gd name="connsiteY22" fmla="*/ 426820 h 1700751"/>
                <a:gd name="connsiteX23" fmla="*/ 400524 w 1881147"/>
                <a:gd name="connsiteY23" fmla="*/ 364907 h 1700751"/>
                <a:gd name="connsiteX24" fmla="*/ 333849 w 1881147"/>
                <a:gd name="connsiteY24" fmla="*/ 312520 h 1700751"/>
                <a:gd name="connsiteX25" fmla="*/ 286224 w 1881147"/>
                <a:gd name="connsiteY25" fmla="*/ 245845 h 1700751"/>
                <a:gd name="connsiteX26" fmla="*/ 143349 w 1881147"/>
                <a:gd name="connsiteY26" fmla="*/ 264895 h 1700751"/>
                <a:gd name="connsiteX27" fmla="*/ 124299 w 1881147"/>
                <a:gd name="connsiteY27" fmla="*/ 341095 h 1700751"/>
                <a:gd name="connsiteX28" fmla="*/ 110011 w 1881147"/>
                <a:gd name="connsiteY28" fmla="*/ 374432 h 1700751"/>
                <a:gd name="connsiteX29" fmla="*/ 133824 w 1881147"/>
                <a:gd name="connsiteY29" fmla="*/ 422057 h 1700751"/>
                <a:gd name="connsiteX30" fmla="*/ 81436 w 1881147"/>
                <a:gd name="connsiteY30" fmla="*/ 460157 h 1700751"/>
                <a:gd name="connsiteX31" fmla="*/ 33811 w 1881147"/>
                <a:gd name="connsiteY31" fmla="*/ 455395 h 1700751"/>
                <a:gd name="connsiteX32" fmla="*/ 33811 w 1881147"/>
                <a:gd name="connsiteY32" fmla="*/ 526832 h 1700751"/>
                <a:gd name="connsiteX33" fmla="*/ 474 w 1881147"/>
                <a:gd name="connsiteY33" fmla="*/ 631607 h 1700751"/>
                <a:gd name="connsiteX34" fmla="*/ 62386 w 1881147"/>
                <a:gd name="connsiteY34" fmla="*/ 707807 h 1700751"/>
                <a:gd name="connsiteX35" fmla="*/ 111977 w 1881147"/>
                <a:gd name="connsiteY35" fmla="*/ 688069 h 1700751"/>
                <a:gd name="connsiteX36" fmla="*/ 112334 w 1881147"/>
                <a:gd name="connsiteY36" fmla="*/ 758328 h 1700751"/>
                <a:gd name="connsiteX37" fmla="*/ 167161 w 1881147"/>
                <a:gd name="connsiteY37" fmla="*/ 788770 h 1700751"/>
                <a:gd name="connsiteX38" fmla="*/ 236159 w 1881147"/>
                <a:gd name="connsiteY38" fmla="*/ 798982 h 1700751"/>
                <a:gd name="connsiteX39" fmla="*/ 271462 w 1881147"/>
                <a:gd name="connsiteY39" fmla="*/ 854953 h 1700751"/>
                <a:gd name="connsiteX40" fmla="*/ 270869 w 1881147"/>
                <a:gd name="connsiteY40" fmla="*/ 900025 h 1700751"/>
                <a:gd name="connsiteX41" fmla="*/ 295393 w 1881147"/>
                <a:gd name="connsiteY41" fmla="*/ 939500 h 1700751"/>
                <a:gd name="connsiteX42" fmla="*/ 341051 w 1881147"/>
                <a:gd name="connsiteY42" fmla="*/ 978092 h 1700751"/>
                <a:gd name="connsiteX43" fmla="*/ 426184 w 1881147"/>
                <a:gd name="connsiteY43" fmla="*/ 1032344 h 1700751"/>
                <a:gd name="connsiteX44" fmla="*/ 461961 w 1881147"/>
                <a:gd name="connsiteY44" fmla="*/ 1103437 h 1700751"/>
                <a:gd name="connsiteX45" fmla="*/ 441064 w 1881147"/>
                <a:gd name="connsiteY45" fmla="*/ 1173010 h 1700751"/>
                <a:gd name="connsiteX46" fmla="*/ 519111 w 1881147"/>
                <a:gd name="connsiteY46" fmla="*/ 1229473 h 1700751"/>
                <a:gd name="connsiteX47" fmla="*/ 591143 w 1881147"/>
                <a:gd name="connsiteY47" fmla="*/ 1262467 h 1700751"/>
                <a:gd name="connsiteX48" fmla="*/ 571974 w 1881147"/>
                <a:gd name="connsiteY48" fmla="*/ 1322170 h 1700751"/>
                <a:gd name="connsiteX49" fmla="*/ 662461 w 1881147"/>
                <a:gd name="connsiteY49" fmla="*/ 1474570 h 1700751"/>
                <a:gd name="connsiteX50" fmla="*/ 755271 w 1881147"/>
                <a:gd name="connsiteY50" fmla="*/ 1547724 h 1700751"/>
                <a:gd name="connsiteX51" fmla="*/ 805336 w 1881147"/>
                <a:gd name="connsiteY51" fmla="*/ 1498382 h 1700751"/>
                <a:gd name="connsiteX52" fmla="*/ 869926 w 1881147"/>
                <a:gd name="connsiteY52" fmla="*/ 1525779 h 1700751"/>
                <a:gd name="connsiteX53" fmla="*/ 924399 w 1881147"/>
                <a:gd name="connsiteY53" fmla="*/ 1493620 h 1700751"/>
                <a:gd name="connsiteX54" fmla="*/ 941246 w 1881147"/>
                <a:gd name="connsiteY54" fmla="*/ 1451444 h 1700751"/>
                <a:gd name="connsiteX55" fmla="*/ 1005123 w 1881147"/>
                <a:gd name="connsiteY55" fmla="*/ 1537856 h 1700751"/>
                <a:gd name="connsiteX56" fmla="*/ 1050190 w 1881147"/>
                <a:gd name="connsiteY56" fmla="*/ 1608950 h 1700751"/>
                <a:gd name="connsiteX57" fmla="*/ 1120136 w 1881147"/>
                <a:gd name="connsiteY57" fmla="*/ 1700469 h 1700751"/>
                <a:gd name="connsiteX58" fmla="*/ 1151034 w 1881147"/>
                <a:gd name="connsiteY58" fmla="*/ 1637378 h 1700751"/>
                <a:gd name="connsiteX59" fmla="*/ 1181693 w 1881147"/>
                <a:gd name="connsiteY59" fmla="*/ 1630898 h 1700751"/>
                <a:gd name="connsiteX60" fmla="*/ 1224792 w 1881147"/>
                <a:gd name="connsiteY60" fmla="*/ 1660161 h 1700751"/>
                <a:gd name="connsiteX61" fmla="*/ 1258367 w 1881147"/>
                <a:gd name="connsiteY61" fmla="*/ 1619507 h 1700751"/>
                <a:gd name="connsiteX62" fmla="*/ 1277188 w 1881147"/>
                <a:gd name="connsiteY62" fmla="*/ 1624124 h 1700751"/>
                <a:gd name="connsiteX63" fmla="*/ 1311230 w 1881147"/>
                <a:gd name="connsiteY63" fmla="*/ 1690601 h 1700751"/>
                <a:gd name="connsiteX64" fmla="*/ 1367786 w 1881147"/>
                <a:gd name="connsiteY64" fmla="*/ 1667132 h 1700751"/>
                <a:gd name="connsiteX65" fmla="*/ 1419818 w 1881147"/>
                <a:gd name="connsiteY65" fmla="*/ 1611011 h 1700751"/>
                <a:gd name="connsiteX66" fmla="*/ 1470595 w 1881147"/>
                <a:gd name="connsiteY66" fmla="*/ 1594468 h 1700751"/>
                <a:gd name="connsiteX67" fmla="*/ 1488274 w 1881147"/>
                <a:gd name="connsiteY67" fmla="*/ 1650290 h 1700751"/>
                <a:gd name="connsiteX68" fmla="*/ 1558169 w 1881147"/>
                <a:gd name="connsiteY68" fmla="*/ 1624612 h 1700751"/>
                <a:gd name="connsiteX69" fmla="*/ 1588947 w 1881147"/>
                <a:gd name="connsiteY69" fmla="*/ 1537856 h 1700751"/>
                <a:gd name="connsiteX70" fmla="*/ 1670383 w 1881147"/>
                <a:gd name="connsiteY70" fmla="*/ 1447714 h 1700751"/>
                <a:gd name="connsiteX71" fmla="*/ 1714974 w 1881147"/>
                <a:gd name="connsiteY71" fmla="*/ 1416584 h 1700751"/>
                <a:gd name="connsiteX72" fmla="*/ 1743343 w 1881147"/>
                <a:gd name="connsiteY72" fmla="*/ 1419879 h 1700751"/>
                <a:gd name="connsiteX73" fmla="*/ 1820935 w 1881147"/>
                <a:gd name="connsiteY73" fmla="*/ 1409271 h 1700751"/>
                <a:gd name="connsiteX74" fmla="*/ 1816054 w 1881147"/>
                <a:gd name="connsiteY74" fmla="*/ 1462835 h 1700751"/>
                <a:gd name="connsiteX75" fmla="*/ 1874221 w 1881147"/>
                <a:gd name="connsiteY75" fmla="*/ 1486156 h 1700751"/>
                <a:gd name="connsiteX76" fmla="*/ 1875829 w 1881147"/>
                <a:gd name="connsiteY76" fmla="*/ 1463522 h 1700751"/>
                <a:gd name="connsiteX77" fmla="*/ 1875051 w 1881147"/>
                <a:gd name="connsiteY77" fmla="*/ 1402788 h 1700751"/>
                <a:gd name="connsiteX78" fmla="*/ 1853086 w 1881147"/>
                <a:gd name="connsiteY78" fmla="*/ 1312645 h 1700751"/>
                <a:gd name="connsiteX79" fmla="*/ 1853086 w 1881147"/>
                <a:gd name="connsiteY79" fmla="*/ 1255495 h 1700751"/>
                <a:gd name="connsiteX80" fmla="*/ 1810224 w 1881147"/>
                <a:gd name="connsiteY80" fmla="*/ 1245970 h 1700751"/>
                <a:gd name="connsiteX81" fmla="*/ 1734024 w 1881147"/>
                <a:gd name="connsiteY81" fmla="*/ 1165007 h 1700751"/>
                <a:gd name="connsiteX82" fmla="*/ 1695924 w 1881147"/>
                <a:gd name="connsiteY82" fmla="*/ 984032 h 1700751"/>
                <a:gd name="connsiteX83" fmla="*/ 1643536 w 1881147"/>
                <a:gd name="connsiteY83" fmla="*/ 950695 h 1700751"/>
                <a:gd name="connsiteX84" fmla="*/ 1605436 w 1881147"/>
                <a:gd name="connsiteY84" fmla="*/ 893545 h 1700751"/>
                <a:gd name="connsiteX85" fmla="*/ 1557811 w 1881147"/>
                <a:gd name="connsiteY85" fmla="*/ 845920 h 1700751"/>
                <a:gd name="connsiteX86" fmla="*/ 1505424 w 1881147"/>
                <a:gd name="connsiteY86" fmla="*/ 826870 h 1700751"/>
                <a:gd name="connsiteX87" fmla="*/ 1453036 w 1881147"/>
                <a:gd name="connsiteY87" fmla="*/ 822107 h 1700751"/>
                <a:gd name="connsiteX88" fmla="*/ 1510186 w 1881147"/>
                <a:gd name="connsiteY88" fmla="*/ 788770 h 1700751"/>
                <a:gd name="connsiteX89" fmla="*/ 1476849 w 1881147"/>
                <a:gd name="connsiteY89" fmla="*/ 755432 h 1700751"/>
                <a:gd name="connsiteX90" fmla="*/ 1481611 w 1881147"/>
                <a:gd name="connsiteY90" fmla="*/ 731620 h 1700751"/>
                <a:gd name="connsiteX91" fmla="*/ 1572099 w 1881147"/>
                <a:gd name="connsiteY91" fmla="*/ 769720 h 1700751"/>
                <a:gd name="connsiteX92" fmla="*/ 1624486 w 1881147"/>
                <a:gd name="connsiteY92" fmla="*/ 703045 h 1700751"/>
                <a:gd name="connsiteX93" fmla="*/ 1622283 w 1881147"/>
                <a:gd name="connsiteY93" fmla="*/ 560170 h 1700751"/>
                <a:gd name="connsiteX94" fmla="*/ 1639486 w 1881147"/>
                <a:gd name="connsiteY94" fmla="*/ 411844 h 1700751"/>
                <a:gd name="connsiteX0" fmla="*/ 1639486 w 1881147"/>
                <a:gd name="connsiteY0" fmla="*/ 410679 h 1699586"/>
                <a:gd name="connsiteX1" fmla="*/ 1567336 w 1881147"/>
                <a:gd name="connsiteY1" fmla="*/ 378030 h 1699586"/>
                <a:gd name="connsiteX2" fmla="*/ 1477087 w 1881147"/>
                <a:gd name="connsiteY2" fmla="*/ 354217 h 1699586"/>
                <a:gd name="connsiteX3" fmla="*/ 1423767 w 1881147"/>
                <a:gd name="connsiteY3" fmla="*/ 277133 h 1699586"/>
                <a:gd name="connsiteX4" fmla="*/ 1395785 w 1881147"/>
                <a:gd name="connsiteY4" fmla="*/ 175288 h 1699586"/>
                <a:gd name="connsiteX5" fmla="*/ 1364769 w 1881147"/>
                <a:gd name="connsiteY5" fmla="*/ 7226 h 1699586"/>
                <a:gd name="connsiteX6" fmla="*/ 1297400 w 1881147"/>
                <a:gd name="connsiteY6" fmla="*/ 48924 h 1699586"/>
                <a:gd name="connsiteX7" fmla="*/ 1291832 w 1881147"/>
                <a:gd name="connsiteY7" fmla="*/ 106447 h 1699586"/>
                <a:gd name="connsiteX8" fmla="*/ 1275927 w 1881147"/>
                <a:gd name="connsiteY8" fmla="*/ 157660 h 1699586"/>
                <a:gd name="connsiteX9" fmla="*/ 1214911 w 1881147"/>
                <a:gd name="connsiteY9" fmla="*/ 163717 h 1699586"/>
                <a:gd name="connsiteX10" fmla="*/ 1186336 w 1881147"/>
                <a:gd name="connsiteY10" fmla="*/ 192292 h 1699586"/>
                <a:gd name="connsiteX11" fmla="*/ 1176811 w 1881147"/>
                <a:gd name="connsiteY11" fmla="*/ 263730 h 1699586"/>
                <a:gd name="connsiteX12" fmla="*/ 1114899 w 1881147"/>
                <a:gd name="connsiteY12" fmla="*/ 306592 h 1699586"/>
                <a:gd name="connsiteX13" fmla="*/ 1005361 w 1881147"/>
                <a:gd name="connsiteY13" fmla="*/ 320880 h 1699586"/>
                <a:gd name="connsiteX14" fmla="*/ 962499 w 1881147"/>
                <a:gd name="connsiteY14" fmla="*/ 363742 h 1699586"/>
                <a:gd name="connsiteX15" fmla="*/ 838674 w 1881147"/>
                <a:gd name="connsiteY15" fmla="*/ 363742 h 1699586"/>
                <a:gd name="connsiteX16" fmla="*/ 781524 w 1881147"/>
                <a:gd name="connsiteY16" fmla="*/ 435180 h 1699586"/>
                <a:gd name="connsiteX17" fmla="*/ 781524 w 1881147"/>
                <a:gd name="connsiteY17" fmla="*/ 468517 h 1699586"/>
                <a:gd name="connsiteX18" fmla="*/ 743424 w 1881147"/>
                <a:gd name="connsiteY18" fmla="*/ 492330 h 1699586"/>
                <a:gd name="connsiteX19" fmla="*/ 671986 w 1881147"/>
                <a:gd name="connsiteY19" fmla="*/ 425655 h 1699586"/>
                <a:gd name="connsiteX20" fmla="*/ 519586 w 1881147"/>
                <a:gd name="connsiteY20" fmla="*/ 420892 h 1699586"/>
                <a:gd name="connsiteX21" fmla="*/ 457674 w 1881147"/>
                <a:gd name="connsiteY21" fmla="*/ 439942 h 1699586"/>
                <a:gd name="connsiteX22" fmla="*/ 419574 w 1881147"/>
                <a:gd name="connsiteY22" fmla="*/ 425655 h 1699586"/>
                <a:gd name="connsiteX23" fmla="*/ 400524 w 1881147"/>
                <a:gd name="connsiteY23" fmla="*/ 363742 h 1699586"/>
                <a:gd name="connsiteX24" fmla="*/ 333849 w 1881147"/>
                <a:gd name="connsiteY24" fmla="*/ 311355 h 1699586"/>
                <a:gd name="connsiteX25" fmla="*/ 286224 w 1881147"/>
                <a:gd name="connsiteY25" fmla="*/ 244680 h 1699586"/>
                <a:gd name="connsiteX26" fmla="*/ 143349 w 1881147"/>
                <a:gd name="connsiteY26" fmla="*/ 263730 h 1699586"/>
                <a:gd name="connsiteX27" fmla="*/ 124299 w 1881147"/>
                <a:gd name="connsiteY27" fmla="*/ 339930 h 1699586"/>
                <a:gd name="connsiteX28" fmla="*/ 110011 w 1881147"/>
                <a:gd name="connsiteY28" fmla="*/ 373267 h 1699586"/>
                <a:gd name="connsiteX29" fmla="*/ 133824 w 1881147"/>
                <a:gd name="connsiteY29" fmla="*/ 420892 h 1699586"/>
                <a:gd name="connsiteX30" fmla="*/ 81436 w 1881147"/>
                <a:gd name="connsiteY30" fmla="*/ 458992 h 1699586"/>
                <a:gd name="connsiteX31" fmla="*/ 33811 w 1881147"/>
                <a:gd name="connsiteY31" fmla="*/ 454230 h 1699586"/>
                <a:gd name="connsiteX32" fmla="*/ 33811 w 1881147"/>
                <a:gd name="connsiteY32" fmla="*/ 525667 h 1699586"/>
                <a:gd name="connsiteX33" fmla="*/ 474 w 1881147"/>
                <a:gd name="connsiteY33" fmla="*/ 630442 h 1699586"/>
                <a:gd name="connsiteX34" fmla="*/ 62386 w 1881147"/>
                <a:gd name="connsiteY34" fmla="*/ 706642 h 1699586"/>
                <a:gd name="connsiteX35" fmla="*/ 111977 w 1881147"/>
                <a:gd name="connsiteY35" fmla="*/ 686904 h 1699586"/>
                <a:gd name="connsiteX36" fmla="*/ 112334 w 1881147"/>
                <a:gd name="connsiteY36" fmla="*/ 757163 h 1699586"/>
                <a:gd name="connsiteX37" fmla="*/ 167161 w 1881147"/>
                <a:gd name="connsiteY37" fmla="*/ 787605 h 1699586"/>
                <a:gd name="connsiteX38" fmla="*/ 236159 w 1881147"/>
                <a:gd name="connsiteY38" fmla="*/ 797817 h 1699586"/>
                <a:gd name="connsiteX39" fmla="*/ 271462 w 1881147"/>
                <a:gd name="connsiteY39" fmla="*/ 853788 h 1699586"/>
                <a:gd name="connsiteX40" fmla="*/ 270869 w 1881147"/>
                <a:gd name="connsiteY40" fmla="*/ 898860 h 1699586"/>
                <a:gd name="connsiteX41" fmla="*/ 295393 w 1881147"/>
                <a:gd name="connsiteY41" fmla="*/ 938335 h 1699586"/>
                <a:gd name="connsiteX42" fmla="*/ 341051 w 1881147"/>
                <a:gd name="connsiteY42" fmla="*/ 976927 h 1699586"/>
                <a:gd name="connsiteX43" fmla="*/ 426184 w 1881147"/>
                <a:gd name="connsiteY43" fmla="*/ 1031179 h 1699586"/>
                <a:gd name="connsiteX44" fmla="*/ 461961 w 1881147"/>
                <a:gd name="connsiteY44" fmla="*/ 1102272 h 1699586"/>
                <a:gd name="connsiteX45" fmla="*/ 441064 w 1881147"/>
                <a:gd name="connsiteY45" fmla="*/ 1171845 h 1699586"/>
                <a:gd name="connsiteX46" fmla="*/ 519111 w 1881147"/>
                <a:gd name="connsiteY46" fmla="*/ 1228308 h 1699586"/>
                <a:gd name="connsiteX47" fmla="*/ 591143 w 1881147"/>
                <a:gd name="connsiteY47" fmla="*/ 1261302 h 1699586"/>
                <a:gd name="connsiteX48" fmla="*/ 571974 w 1881147"/>
                <a:gd name="connsiteY48" fmla="*/ 1321005 h 1699586"/>
                <a:gd name="connsiteX49" fmla="*/ 662461 w 1881147"/>
                <a:gd name="connsiteY49" fmla="*/ 1473405 h 1699586"/>
                <a:gd name="connsiteX50" fmla="*/ 755271 w 1881147"/>
                <a:gd name="connsiteY50" fmla="*/ 1546559 h 1699586"/>
                <a:gd name="connsiteX51" fmla="*/ 805336 w 1881147"/>
                <a:gd name="connsiteY51" fmla="*/ 1497217 h 1699586"/>
                <a:gd name="connsiteX52" fmla="*/ 869926 w 1881147"/>
                <a:gd name="connsiteY52" fmla="*/ 1524614 h 1699586"/>
                <a:gd name="connsiteX53" fmla="*/ 924399 w 1881147"/>
                <a:gd name="connsiteY53" fmla="*/ 1492455 h 1699586"/>
                <a:gd name="connsiteX54" fmla="*/ 941246 w 1881147"/>
                <a:gd name="connsiteY54" fmla="*/ 1450279 h 1699586"/>
                <a:gd name="connsiteX55" fmla="*/ 1005123 w 1881147"/>
                <a:gd name="connsiteY55" fmla="*/ 1536691 h 1699586"/>
                <a:gd name="connsiteX56" fmla="*/ 1050190 w 1881147"/>
                <a:gd name="connsiteY56" fmla="*/ 1607785 h 1699586"/>
                <a:gd name="connsiteX57" fmla="*/ 1120136 w 1881147"/>
                <a:gd name="connsiteY57" fmla="*/ 1699304 h 1699586"/>
                <a:gd name="connsiteX58" fmla="*/ 1151034 w 1881147"/>
                <a:gd name="connsiteY58" fmla="*/ 1636213 h 1699586"/>
                <a:gd name="connsiteX59" fmla="*/ 1181693 w 1881147"/>
                <a:gd name="connsiteY59" fmla="*/ 1629733 h 1699586"/>
                <a:gd name="connsiteX60" fmla="*/ 1224792 w 1881147"/>
                <a:gd name="connsiteY60" fmla="*/ 1658996 h 1699586"/>
                <a:gd name="connsiteX61" fmla="*/ 1258367 w 1881147"/>
                <a:gd name="connsiteY61" fmla="*/ 1618342 h 1699586"/>
                <a:gd name="connsiteX62" fmla="*/ 1277188 w 1881147"/>
                <a:gd name="connsiteY62" fmla="*/ 1622959 h 1699586"/>
                <a:gd name="connsiteX63" fmla="*/ 1311230 w 1881147"/>
                <a:gd name="connsiteY63" fmla="*/ 1689436 h 1699586"/>
                <a:gd name="connsiteX64" fmla="*/ 1367786 w 1881147"/>
                <a:gd name="connsiteY64" fmla="*/ 1665967 h 1699586"/>
                <a:gd name="connsiteX65" fmla="*/ 1419818 w 1881147"/>
                <a:gd name="connsiteY65" fmla="*/ 1609846 h 1699586"/>
                <a:gd name="connsiteX66" fmla="*/ 1470595 w 1881147"/>
                <a:gd name="connsiteY66" fmla="*/ 1593303 h 1699586"/>
                <a:gd name="connsiteX67" fmla="*/ 1488274 w 1881147"/>
                <a:gd name="connsiteY67" fmla="*/ 1649125 h 1699586"/>
                <a:gd name="connsiteX68" fmla="*/ 1558169 w 1881147"/>
                <a:gd name="connsiteY68" fmla="*/ 1623447 h 1699586"/>
                <a:gd name="connsiteX69" fmla="*/ 1588947 w 1881147"/>
                <a:gd name="connsiteY69" fmla="*/ 1536691 h 1699586"/>
                <a:gd name="connsiteX70" fmla="*/ 1670383 w 1881147"/>
                <a:gd name="connsiteY70" fmla="*/ 1446549 h 1699586"/>
                <a:gd name="connsiteX71" fmla="*/ 1714974 w 1881147"/>
                <a:gd name="connsiteY71" fmla="*/ 1415419 h 1699586"/>
                <a:gd name="connsiteX72" fmla="*/ 1743343 w 1881147"/>
                <a:gd name="connsiteY72" fmla="*/ 1418714 h 1699586"/>
                <a:gd name="connsiteX73" fmla="*/ 1820935 w 1881147"/>
                <a:gd name="connsiteY73" fmla="*/ 1408106 h 1699586"/>
                <a:gd name="connsiteX74" fmla="*/ 1816054 w 1881147"/>
                <a:gd name="connsiteY74" fmla="*/ 1461670 h 1699586"/>
                <a:gd name="connsiteX75" fmla="*/ 1874221 w 1881147"/>
                <a:gd name="connsiteY75" fmla="*/ 1484991 h 1699586"/>
                <a:gd name="connsiteX76" fmla="*/ 1875829 w 1881147"/>
                <a:gd name="connsiteY76" fmla="*/ 1462357 h 1699586"/>
                <a:gd name="connsiteX77" fmla="*/ 1875051 w 1881147"/>
                <a:gd name="connsiteY77" fmla="*/ 1401623 h 1699586"/>
                <a:gd name="connsiteX78" fmla="*/ 1853086 w 1881147"/>
                <a:gd name="connsiteY78" fmla="*/ 1311480 h 1699586"/>
                <a:gd name="connsiteX79" fmla="*/ 1853086 w 1881147"/>
                <a:gd name="connsiteY79" fmla="*/ 1254330 h 1699586"/>
                <a:gd name="connsiteX80" fmla="*/ 1810224 w 1881147"/>
                <a:gd name="connsiteY80" fmla="*/ 1244805 h 1699586"/>
                <a:gd name="connsiteX81" fmla="*/ 1734024 w 1881147"/>
                <a:gd name="connsiteY81" fmla="*/ 1163842 h 1699586"/>
                <a:gd name="connsiteX82" fmla="*/ 1695924 w 1881147"/>
                <a:gd name="connsiteY82" fmla="*/ 982867 h 1699586"/>
                <a:gd name="connsiteX83" fmla="*/ 1643536 w 1881147"/>
                <a:gd name="connsiteY83" fmla="*/ 949530 h 1699586"/>
                <a:gd name="connsiteX84" fmla="*/ 1605436 w 1881147"/>
                <a:gd name="connsiteY84" fmla="*/ 892380 h 1699586"/>
                <a:gd name="connsiteX85" fmla="*/ 1557811 w 1881147"/>
                <a:gd name="connsiteY85" fmla="*/ 844755 h 1699586"/>
                <a:gd name="connsiteX86" fmla="*/ 1505424 w 1881147"/>
                <a:gd name="connsiteY86" fmla="*/ 825705 h 1699586"/>
                <a:gd name="connsiteX87" fmla="*/ 1453036 w 1881147"/>
                <a:gd name="connsiteY87" fmla="*/ 820942 h 1699586"/>
                <a:gd name="connsiteX88" fmla="*/ 1510186 w 1881147"/>
                <a:gd name="connsiteY88" fmla="*/ 787605 h 1699586"/>
                <a:gd name="connsiteX89" fmla="*/ 1476849 w 1881147"/>
                <a:gd name="connsiteY89" fmla="*/ 754267 h 1699586"/>
                <a:gd name="connsiteX90" fmla="*/ 1481611 w 1881147"/>
                <a:gd name="connsiteY90" fmla="*/ 730455 h 1699586"/>
                <a:gd name="connsiteX91" fmla="*/ 1572099 w 1881147"/>
                <a:gd name="connsiteY91" fmla="*/ 768555 h 1699586"/>
                <a:gd name="connsiteX92" fmla="*/ 1624486 w 1881147"/>
                <a:gd name="connsiteY92" fmla="*/ 701880 h 1699586"/>
                <a:gd name="connsiteX93" fmla="*/ 1622283 w 1881147"/>
                <a:gd name="connsiteY93" fmla="*/ 559005 h 1699586"/>
                <a:gd name="connsiteX94" fmla="*/ 1639486 w 1881147"/>
                <a:gd name="connsiteY94" fmla="*/ 410679 h 1699586"/>
                <a:gd name="connsiteX0" fmla="*/ 1639486 w 1881147"/>
                <a:gd name="connsiteY0" fmla="*/ 403727 h 1692634"/>
                <a:gd name="connsiteX1" fmla="*/ 1567336 w 1881147"/>
                <a:gd name="connsiteY1" fmla="*/ 371078 h 1692634"/>
                <a:gd name="connsiteX2" fmla="*/ 1477087 w 1881147"/>
                <a:gd name="connsiteY2" fmla="*/ 347265 h 1692634"/>
                <a:gd name="connsiteX3" fmla="*/ 1423767 w 1881147"/>
                <a:gd name="connsiteY3" fmla="*/ 270181 h 1692634"/>
                <a:gd name="connsiteX4" fmla="*/ 1395785 w 1881147"/>
                <a:gd name="connsiteY4" fmla="*/ 168336 h 1692634"/>
                <a:gd name="connsiteX5" fmla="*/ 1364769 w 1881147"/>
                <a:gd name="connsiteY5" fmla="*/ 274 h 1692634"/>
                <a:gd name="connsiteX6" fmla="*/ 1297400 w 1881147"/>
                <a:gd name="connsiteY6" fmla="*/ 41972 h 1692634"/>
                <a:gd name="connsiteX7" fmla="*/ 1291832 w 1881147"/>
                <a:gd name="connsiteY7" fmla="*/ 99495 h 1692634"/>
                <a:gd name="connsiteX8" fmla="*/ 1275927 w 1881147"/>
                <a:gd name="connsiteY8" fmla="*/ 150708 h 1692634"/>
                <a:gd name="connsiteX9" fmla="*/ 1214911 w 1881147"/>
                <a:gd name="connsiteY9" fmla="*/ 156765 h 1692634"/>
                <a:gd name="connsiteX10" fmla="*/ 1186336 w 1881147"/>
                <a:gd name="connsiteY10" fmla="*/ 185340 h 1692634"/>
                <a:gd name="connsiteX11" fmla="*/ 1176811 w 1881147"/>
                <a:gd name="connsiteY11" fmla="*/ 256778 h 1692634"/>
                <a:gd name="connsiteX12" fmla="*/ 1114899 w 1881147"/>
                <a:gd name="connsiteY12" fmla="*/ 299640 h 1692634"/>
                <a:gd name="connsiteX13" fmla="*/ 1005361 w 1881147"/>
                <a:gd name="connsiteY13" fmla="*/ 313928 h 1692634"/>
                <a:gd name="connsiteX14" fmla="*/ 962499 w 1881147"/>
                <a:gd name="connsiteY14" fmla="*/ 356790 h 1692634"/>
                <a:gd name="connsiteX15" fmla="*/ 838674 w 1881147"/>
                <a:gd name="connsiteY15" fmla="*/ 356790 h 1692634"/>
                <a:gd name="connsiteX16" fmla="*/ 781524 w 1881147"/>
                <a:gd name="connsiteY16" fmla="*/ 428228 h 1692634"/>
                <a:gd name="connsiteX17" fmla="*/ 781524 w 1881147"/>
                <a:gd name="connsiteY17" fmla="*/ 461565 h 1692634"/>
                <a:gd name="connsiteX18" fmla="*/ 743424 w 1881147"/>
                <a:gd name="connsiteY18" fmla="*/ 485378 h 1692634"/>
                <a:gd name="connsiteX19" fmla="*/ 671986 w 1881147"/>
                <a:gd name="connsiteY19" fmla="*/ 418703 h 1692634"/>
                <a:gd name="connsiteX20" fmla="*/ 519586 w 1881147"/>
                <a:gd name="connsiteY20" fmla="*/ 413940 h 1692634"/>
                <a:gd name="connsiteX21" fmla="*/ 457674 w 1881147"/>
                <a:gd name="connsiteY21" fmla="*/ 432990 h 1692634"/>
                <a:gd name="connsiteX22" fmla="*/ 419574 w 1881147"/>
                <a:gd name="connsiteY22" fmla="*/ 418703 h 1692634"/>
                <a:gd name="connsiteX23" fmla="*/ 400524 w 1881147"/>
                <a:gd name="connsiteY23" fmla="*/ 356790 h 1692634"/>
                <a:gd name="connsiteX24" fmla="*/ 333849 w 1881147"/>
                <a:gd name="connsiteY24" fmla="*/ 304403 h 1692634"/>
                <a:gd name="connsiteX25" fmla="*/ 286224 w 1881147"/>
                <a:gd name="connsiteY25" fmla="*/ 237728 h 1692634"/>
                <a:gd name="connsiteX26" fmla="*/ 143349 w 1881147"/>
                <a:gd name="connsiteY26" fmla="*/ 256778 h 1692634"/>
                <a:gd name="connsiteX27" fmla="*/ 124299 w 1881147"/>
                <a:gd name="connsiteY27" fmla="*/ 332978 h 1692634"/>
                <a:gd name="connsiteX28" fmla="*/ 110011 w 1881147"/>
                <a:gd name="connsiteY28" fmla="*/ 366315 h 1692634"/>
                <a:gd name="connsiteX29" fmla="*/ 133824 w 1881147"/>
                <a:gd name="connsiteY29" fmla="*/ 413940 h 1692634"/>
                <a:gd name="connsiteX30" fmla="*/ 81436 w 1881147"/>
                <a:gd name="connsiteY30" fmla="*/ 452040 h 1692634"/>
                <a:gd name="connsiteX31" fmla="*/ 33811 w 1881147"/>
                <a:gd name="connsiteY31" fmla="*/ 447278 h 1692634"/>
                <a:gd name="connsiteX32" fmla="*/ 33811 w 1881147"/>
                <a:gd name="connsiteY32" fmla="*/ 518715 h 1692634"/>
                <a:gd name="connsiteX33" fmla="*/ 474 w 1881147"/>
                <a:gd name="connsiteY33" fmla="*/ 623490 h 1692634"/>
                <a:gd name="connsiteX34" fmla="*/ 62386 w 1881147"/>
                <a:gd name="connsiteY34" fmla="*/ 699690 h 1692634"/>
                <a:gd name="connsiteX35" fmla="*/ 111977 w 1881147"/>
                <a:gd name="connsiteY35" fmla="*/ 679952 h 1692634"/>
                <a:gd name="connsiteX36" fmla="*/ 112334 w 1881147"/>
                <a:gd name="connsiteY36" fmla="*/ 750211 h 1692634"/>
                <a:gd name="connsiteX37" fmla="*/ 167161 w 1881147"/>
                <a:gd name="connsiteY37" fmla="*/ 780653 h 1692634"/>
                <a:gd name="connsiteX38" fmla="*/ 236159 w 1881147"/>
                <a:gd name="connsiteY38" fmla="*/ 790865 h 1692634"/>
                <a:gd name="connsiteX39" fmla="*/ 271462 w 1881147"/>
                <a:gd name="connsiteY39" fmla="*/ 846836 h 1692634"/>
                <a:gd name="connsiteX40" fmla="*/ 270869 w 1881147"/>
                <a:gd name="connsiteY40" fmla="*/ 891908 h 1692634"/>
                <a:gd name="connsiteX41" fmla="*/ 295393 w 1881147"/>
                <a:gd name="connsiteY41" fmla="*/ 931383 h 1692634"/>
                <a:gd name="connsiteX42" fmla="*/ 341051 w 1881147"/>
                <a:gd name="connsiteY42" fmla="*/ 969975 h 1692634"/>
                <a:gd name="connsiteX43" fmla="*/ 426184 w 1881147"/>
                <a:gd name="connsiteY43" fmla="*/ 1024227 h 1692634"/>
                <a:gd name="connsiteX44" fmla="*/ 461961 w 1881147"/>
                <a:gd name="connsiteY44" fmla="*/ 1095320 h 1692634"/>
                <a:gd name="connsiteX45" fmla="*/ 441064 w 1881147"/>
                <a:gd name="connsiteY45" fmla="*/ 1164893 h 1692634"/>
                <a:gd name="connsiteX46" fmla="*/ 519111 w 1881147"/>
                <a:gd name="connsiteY46" fmla="*/ 1221356 h 1692634"/>
                <a:gd name="connsiteX47" fmla="*/ 591143 w 1881147"/>
                <a:gd name="connsiteY47" fmla="*/ 1254350 h 1692634"/>
                <a:gd name="connsiteX48" fmla="*/ 571974 w 1881147"/>
                <a:gd name="connsiteY48" fmla="*/ 1314053 h 1692634"/>
                <a:gd name="connsiteX49" fmla="*/ 662461 w 1881147"/>
                <a:gd name="connsiteY49" fmla="*/ 1466453 h 1692634"/>
                <a:gd name="connsiteX50" fmla="*/ 755271 w 1881147"/>
                <a:gd name="connsiteY50" fmla="*/ 1539607 h 1692634"/>
                <a:gd name="connsiteX51" fmla="*/ 805336 w 1881147"/>
                <a:gd name="connsiteY51" fmla="*/ 1490265 h 1692634"/>
                <a:gd name="connsiteX52" fmla="*/ 869926 w 1881147"/>
                <a:gd name="connsiteY52" fmla="*/ 1517662 h 1692634"/>
                <a:gd name="connsiteX53" fmla="*/ 924399 w 1881147"/>
                <a:gd name="connsiteY53" fmla="*/ 1485503 h 1692634"/>
                <a:gd name="connsiteX54" fmla="*/ 941246 w 1881147"/>
                <a:gd name="connsiteY54" fmla="*/ 1443327 h 1692634"/>
                <a:gd name="connsiteX55" fmla="*/ 1005123 w 1881147"/>
                <a:gd name="connsiteY55" fmla="*/ 1529739 h 1692634"/>
                <a:gd name="connsiteX56" fmla="*/ 1050190 w 1881147"/>
                <a:gd name="connsiteY56" fmla="*/ 1600833 h 1692634"/>
                <a:gd name="connsiteX57" fmla="*/ 1120136 w 1881147"/>
                <a:gd name="connsiteY57" fmla="*/ 1692352 h 1692634"/>
                <a:gd name="connsiteX58" fmla="*/ 1151034 w 1881147"/>
                <a:gd name="connsiteY58" fmla="*/ 1629261 h 1692634"/>
                <a:gd name="connsiteX59" fmla="*/ 1181693 w 1881147"/>
                <a:gd name="connsiteY59" fmla="*/ 1622781 h 1692634"/>
                <a:gd name="connsiteX60" fmla="*/ 1224792 w 1881147"/>
                <a:gd name="connsiteY60" fmla="*/ 1652044 h 1692634"/>
                <a:gd name="connsiteX61" fmla="*/ 1258367 w 1881147"/>
                <a:gd name="connsiteY61" fmla="*/ 1611390 h 1692634"/>
                <a:gd name="connsiteX62" fmla="*/ 1277188 w 1881147"/>
                <a:gd name="connsiteY62" fmla="*/ 1616007 h 1692634"/>
                <a:gd name="connsiteX63" fmla="*/ 1311230 w 1881147"/>
                <a:gd name="connsiteY63" fmla="*/ 1682484 h 1692634"/>
                <a:gd name="connsiteX64" fmla="*/ 1367786 w 1881147"/>
                <a:gd name="connsiteY64" fmla="*/ 1659015 h 1692634"/>
                <a:gd name="connsiteX65" fmla="*/ 1419818 w 1881147"/>
                <a:gd name="connsiteY65" fmla="*/ 1602894 h 1692634"/>
                <a:gd name="connsiteX66" fmla="*/ 1470595 w 1881147"/>
                <a:gd name="connsiteY66" fmla="*/ 1586351 h 1692634"/>
                <a:gd name="connsiteX67" fmla="*/ 1488274 w 1881147"/>
                <a:gd name="connsiteY67" fmla="*/ 1642173 h 1692634"/>
                <a:gd name="connsiteX68" fmla="*/ 1558169 w 1881147"/>
                <a:gd name="connsiteY68" fmla="*/ 1616495 h 1692634"/>
                <a:gd name="connsiteX69" fmla="*/ 1588947 w 1881147"/>
                <a:gd name="connsiteY69" fmla="*/ 1529739 h 1692634"/>
                <a:gd name="connsiteX70" fmla="*/ 1670383 w 1881147"/>
                <a:gd name="connsiteY70" fmla="*/ 1439597 h 1692634"/>
                <a:gd name="connsiteX71" fmla="*/ 1714974 w 1881147"/>
                <a:gd name="connsiteY71" fmla="*/ 1408467 h 1692634"/>
                <a:gd name="connsiteX72" fmla="*/ 1743343 w 1881147"/>
                <a:gd name="connsiteY72" fmla="*/ 1411762 h 1692634"/>
                <a:gd name="connsiteX73" fmla="*/ 1820935 w 1881147"/>
                <a:gd name="connsiteY73" fmla="*/ 1401154 h 1692634"/>
                <a:gd name="connsiteX74" fmla="*/ 1816054 w 1881147"/>
                <a:gd name="connsiteY74" fmla="*/ 1454718 h 1692634"/>
                <a:gd name="connsiteX75" fmla="*/ 1874221 w 1881147"/>
                <a:gd name="connsiteY75" fmla="*/ 1478039 h 1692634"/>
                <a:gd name="connsiteX76" fmla="*/ 1875829 w 1881147"/>
                <a:gd name="connsiteY76" fmla="*/ 1455405 h 1692634"/>
                <a:gd name="connsiteX77" fmla="*/ 1875051 w 1881147"/>
                <a:gd name="connsiteY77" fmla="*/ 1394671 h 1692634"/>
                <a:gd name="connsiteX78" fmla="*/ 1853086 w 1881147"/>
                <a:gd name="connsiteY78" fmla="*/ 1304528 h 1692634"/>
                <a:gd name="connsiteX79" fmla="*/ 1853086 w 1881147"/>
                <a:gd name="connsiteY79" fmla="*/ 1247378 h 1692634"/>
                <a:gd name="connsiteX80" fmla="*/ 1810224 w 1881147"/>
                <a:gd name="connsiteY80" fmla="*/ 1237853 h 1692634"/>
                <a:gd name="connsiteX81" fmla="*/ 1734024 w 1881147"/>
                <a:gd name="connsiteY81" fmla="*/ 1156890 h 1692634"/>
                <a:gd name="connsiteX82" fmla="*/ 1695924 w 1881147"/>
                <a:gd name="connsiteY82" fmla="*/ 975915 h 1692634"/>
                <a:gd name="connsiteX83" fmla="*/ 1643536 w 1881147"/>
                <a:gd name="connsiteY83" fmla="*/ 942578 h 1692634"/>
                <a:gd name="connsiteX84" fmla="*/ 1605436 w 1881147"/>
                <a:gd name="connsiteY84" fmla="*/ 885428 h 1692634"/>
                <a:gd name="connsiteX85" fmla="*/ 1557811 w 1881147"/>
                <a:gd name="connsiteY85" fmla="*/ 837803 h 1692634"/>
                <a:gd name="connsiteX86" fmla="*/ 1505424 w 1881147"/>
                <a:gd name="connsiteY86" fmla="*/ 818753 h 1692634"/>
                <a:gd name="connsiteX87" fmla="*/ 1453036 w 1881147"/>
                <a:gd name="connsiteY87" fmla="*/ 813990 h 1692634"/>
                <a:gd name="connsiteX88" fmla="*/ 1510186 w 1881147"/>
                <a:gd name="connsiteY88" fmla="*/ 780653 h 1692634"/>
                <a:gd name="connsiteX89" fmla="*/ 1476849 w 1881147"/>
                <a:gd name="connsiteY89" fmla="*/ 747315 h 1692634"/>
                <a:gd name="connsiteX90" fmla="*/ 1481611 w 1881147"/>
                <a:gd name="connsiteY90" fmla="*/ 723503 h 1692634"/>
                <a:gd name="connsiteX91" fmla="*/ 1572099 w 1881147"/>
                <a:gd name="connsiteY91" fmla="*/ 761603 h 1692634"/>
                <a:gd name="connsiteX92" fmla="*/ 1624486 w 1881147"/>
                <a:gd name="connsiteY92" fmla="*/ 694928 h 1692634"/>
                <a:gd name="connsiteX93" fmla="*/ 1622283 w 1881147"/>
                <a:gd name="connsiteY93" fmla="*/ 552053 h 1692634"/>
                <a:gd name="connsiteX94" fmla="*/ 1639486 w 1881147"/>
                <a:gd name="connsiteY94" fmla="*/ 403727 h 1692634"/>
                <a:gd name="connsiteX0" fmla="*/ 1639486 w 1881147"/>
                <a:gd name="connsiteY0" fmla="*/ 403995 h 1692902"/>
                <a:gd name="connsiteX1" fmla="*/ 1567336 w 1881147"/>
                <a:gd name="connsiteY1" fmla="*/ 371346 h 1692902"/>
                <a:gd name="connsiteX2" fmla="*/ 1477087 w 1881147"/>
                <a:gd name="connsiteY2" fmla="*/ 347533 h 1692902"/>
                <a:gd name="connsiteX3" fmla="*/ 1423767 w 1881147"/>
                <a:gd name="connsiteY3" fmla="*/ 270449 h 1692902"/>
                <a:gd name="connsiteX4" fmla="*/ 1395785 w 1881147"/>
                <a:gd name="connsiteY4" fmla="*/ 168604 h 1692902"/>
                <a:gd name="connsiteX5" fmla="*/ 1364769 w 1881147"/>
                <a:gd name="connsiteY5" fmla="*/ 542 h 1692902"/>
                <a:gd name="connsiteX6" fmla="*/ 1297400 w 1881147"/>
                <a:gd name="connsiteY6" fmla="*/ 42240 h 1692902"/>
                <a:gd name="connsiteX7" fmla="*/ 1291832 w 1881147"/>
                <a:gd name="connsiteY7" fmla="*/ 99763 h 1692902"/>
                <a:gd name="connsiteX8" fmla="*/ 1275927 w 1881147"/>
                <a:gd name="connsiteY8" fmla="*/ 150976 h 1692902"/>
                <a:gd name="connsiteX9" fmla="*/ 1214911 w 1881147"/>
                <a:gd name="connsiteY9" fmla="*/ 157033 h 1692902"/>
                <a:gd name="connsiteX10" fmla="*/ 1186336 w 1881147"/>
                <a:gd name="connsiteY10" fmla="*/ 185608 h 1692902"/>
                <a:gd name="connsiteX11" fmla="*/ 1176811 w 1881147"/>
                <a:gd name="connsiteY11" fmla="*/ 257046 h 1692902"/>
                <a:gd name="connsiteX12" fmla="*/ 1114899 w 1881147"/>
                <a:gd name="connsiteY12" fmla="*/ 299908 h 1692902"/>
                <a:gd name="connsiteX13" fmla="*/ 1005361 w 1881147"/>
                <a:gd name="connsiteY13" fmla="*/ 314196 h 1692902"/>
                <a:gd name="connsiteX14" fmla="*/ 962499 w 1881147"/>
                <a:gd name="connsiteY14" fmla="*/ 357058 h 1692902"/>
                <a:gd name="connsiteX15" fmla="*/ 838674 w 1881147"/>
                <a:gd name="connsiteY15" fmla="*/ 357058 h 1692902"/>
                <a:gd name="connsiteX16" fmla="*/ 781524 w 1881147"/>
                <a:gd name="connsiteY16" fmla="*/ 428496 h 1692902"/>
                <a:gd name="connsiteX17" fmla="*/ 781524 w 1881147"/>
                <a:gd name="connsiteY17" fmla="*/ 461833 h 1692902"/>
                <a:gd name="connsiteX18" fmla="*/ 743424 w 1881147"/>
                <a:gd name="connsiteY18" fmla="*/ 485646 h 1692902"/>
                <a:gd name="connsiteX19" fmla="*/ 671986 w 1881147"/>
                <a:gd name="connsiteY19" fmla="*/ 418971 h 1692902"/>
                <a:gd name="connsiteX20" fmla="*/ 519586 w 1881147"/>
                <a:gd name="connsiteY20" fmla="*/ 414208 h 1692902"/>
                <a:gd name="connsiteX21" fmla="*/ 457674 w 1881147"/>
                <a:gd name="connsiteY21" fmla="*/ 433258 h 1692902"/>
                <a:gd name="connsiteX22" fmla="*/ 419574 w 1881147"/>
                <a:gd name="connsiteY22" fmla="*/ 418971 h 1692902"/>
                <a:gd name="connsiteX23" fmla="*/ 400524 w 1881147"/>
                <a:gd name="connsiteY23" fmla="*/ 357058 h 1692902"/>
                <a:gd name="connsiteX24" fmla="*/ 333849 w 1881147"/>
                <a:gd name="connsiteY24" fmla="*/ 304671 h 1692902"/>
                <a:gd name="connsiteX25" fmla="*/ 286224 w 1881147"/>
                <a:gd name="connsiteY25" fmla="*/ 237996 h 1692902"/>
                <a:gd name="connsiteX26" fmla="*/ 143349 w 1881147"/>
                <a:gd name="connsiteY26" fmla="*/ 257046 h 1692902"/>
                <a:gd name="connsiteX27" fmla="*/ 124299 w 1881147"/>
                <a:gd name="connsiteY27" fmla="*/ 333246 h 1692902"/>
                <a:gd name="connsiteX28" fmla="*/ 110011 w 1881147"/>
                <a:gd name="connsiteY28" fmla="*/ 366583 h 1692902"/>
                <a:gd name="connsiteX29" fmla="*/ 133824 w 1881147"/>
                <a:gd name="connsiteY29" fmla="*/ 414208 h 1692902"/>
                <a:gd name="connsiteX30" fmla="*/ 81436 w 1881147"/>
                <a:gd name="connsiteY30" fmla="*/ 452308 h 1692902"/>
                <a:gd name="connsiteX31" fmla="*/ 33811 w 1881147"/>
                <a:gd name="connsiteY31" fmla="*/ 447546 h 1692902"/>
                <a:gd name="connsiteX32" fmla="*/ 33811 w 1881147"/>
                <a:gd name="connsiteY32" fmla="*/ 518983 h 1692902"/>
                <a:gd name="connsiteX33" fmla="*/ 474 w 1881147"/>
                <a:gd name="connsiteY33" fmla="*/ 623758 h 1692902"/>
                <a:gd name="connsiteX34" fmla="*/ 62386 w 1881147"/>
                <a:gd name="connsiteY34" fmla="*/ 699958 h 1692902"/>
                <a:gd name="connsiteX35" fmla="*/ 111977 w 1881147"/>
                <a:gd name="connsiteY35" fmla="*/ 680220 h 1692902"/>
                <a:gd name="connsiteX36" fmla="*/ 112334 w 1881147"/>
                <a:gd name="connsiteY36" fmla="*/ 750479 h 1692902"/>
                <a:gd name="connsiteX37" fmla="*/ 167161 w 1881147"/>
                <a:gd name="connsiteY37" fmla="*/ 780921 h 1692902"/>
                <a:gd name="connsiteX38" fmla="*/ 236159 w 1881147"/>
                <a:gd name="connsiteY38" fmla="*/ 791133 h 1692902"/>
                <a:gd name="connsiteX39" fmla="*/ 271462 w 1881147"/>
                <a:gd name="connsiteY39" fmla="*/ 847104 h 1692902"/>
                <a:gd name="connsiteX40" fmla="*/ 270869 w 1881147"/>
                <a:gd name="connsiteY40" fmla="*/ 892176 h 1692902"/>
                <a:gd name="connsiteX41" fmla="*/ 295393 w 1881147"/>
                <a:gd name="connsiteY41" fmla="*/ 931651 h 1692902"/>
                <a:gd name="connsiteX42" fmla="*/ 341051 w 1881147"/>
                <a:gd name="connsiteY42" fmla="*/ 970243 h 1692902"/>
                <a:gd name="connsiteX43" fmla="*/ 426184 w 1881147"/>
                <a:gd name="connsiteY43" fmla="*/ 1024495 h 1692902"/>
                <a:gd name="connsiteX44" fmla="*/ 461961 w 1881147"/>
                <a:gd name="connsiteY44" fmla="*/ 1095588 h 1692902"/>
                <a:gd name="connsiteX45" fmla="*/ 441064 w 1881147"/>
                <a:gd name="connsiteY45" fmla="*/ 1165161 h 1692902"/>
                <a:gd name="connsiteX46" fmla="*/ 519111 w 1881147"/>
                <a:gd name="connsiteY46" fmla="*/ 1221624 h 1692902"/>
                <a:gd name="connsiteX47" fmla="*/ 591143 w 1881147"/>
                <a:gd name="connsiteY47" fmla="*/ 1254618 h 1692902"/>
                <a:gd name="connsiteX48" fmla="*/ 571974 w 1881147"/>
                <a:gd name="connsiteY48" fmla="*/ 1314321 h 1692902"/>
                <a:gd name="connsiteX49" fmla="*/ 662461 w 1881147"/>
                <a:gd name="connsiteY49" fmla="*/ 1466721 h 1692902"/>
                <a:gd name="connsiteX50" fmla="*/ 755271 w 1881147"/>
                <a:gd name="connsiteY50" fmla="*/ 1539875 h 1692902"/>
                <a:gd name="connsiteX51" fmla="*/ 805336 w 1881147"/>
                <a:gd name="connsiteY51" fmla="*/ 1490533 h 1692902"/>
                <a:gd name="connsiteX52" fmla="*/ 869926 w 1881147"/>
                <a:gd name="connsiteY52" fmla="*/ 1517930 h 1692902"/>
                <a:gd name="connsiteX53" fmla="*/ 924399 w 1881147"/>
                <a:gd name="connsiteY53" fmla="*/ 1485771 h 1692902"/>
                <a:gd name="connsiteX54" fmla="*/ 941246 w 1881147"/>
                <a:gd name="connsiteY54" fmla="*/ 1443595 h 1692902"/>
                <a:gd name="connsiteX55" fmla="*/ 1005123 w 1881147"/>
                <a:gd name="connsiteY55" fmla="*/ 1530007 h 1692902"/>
                <a:gd name="connsiteX56" fmla="*/ 1050190 w 1881147"/>
                <a:gd name="connsiteY56" fmla="*/ 1601101 h 1692902"/>
                <a:gd name="connsiteX57" fmla="*/ 1120136 w 1881147"/>
                <a:gd name="connsiteY57" fmla="*/ 1692620 h 1692902"/>
                <a:gd name="connsiteX58" fmla="*/ 1151034 w 1881147"/>
                <a:gd name="connsiteY58" fmla="*/ 1629529 h 1692902"/>
                <a:gd name="connsiteX59" fmla="*/ 1181693 w 1881147"/>
                <a:gd name="connsiteY59" fmla="*/ 1623049 h 1692902"/>
                <a:gd name="connsiteX60" fmla="*/ 1224792 w 1881147"/>
                <a:gd name="connsiteY60" fmla="*/ 1652312 h 1692902"/>
                <a:gd name="connsiteX61" fmla="*/ 1258367 w 1881147"/>
                <a:gd name="connsiteY61" fmla="*/ 1611658 h 1692902"/>
                <a:gd name="connsiteX62" fmla="*/ 1277188 w 1881147"/>
                <a:gd name="connsiteY62" fmla="*/ 1616275 h 1692902"/>
                <a:gd name="connsiteX63" fmla="*/ 1311230 w 1881147"/>
                <a:gd name="connsiteY63" fmla="*/ 1682752 h 1692902"/>
                <a:gd name="connsiteX64" fmla="*/ 1367786 w 1881147"/>
                <a:gd name="connsiteY64" fmla="*/ 1659283 h 1692902"/>
                <a:gd name="connsiteX65" fmla="*/ 1419818 w 1881147"/>
                <a:gd name="connsiteY65" fmla="*/ 1603162 h 1692902"/>
                <a:gd name="connsiteX66" fmla="*/ 1470595 w 1881147"/>
                <a:gd name="connsiteY66" fmla="*/ 1586619 h 1692902"/>
                <a:gd name="connsiteX67" fmla="*/ 1488274 w 1881147"/>
                <a:gd name="connsiteY67" fmla="*/ 1642441 h 1692902"/>
                <a:gd name="connsiteX68" fmla="*/ 1558169 w 1881147"/>
                <a:gd name="connsiteY68" fmla="*/ 1616763 h 1692902"/>
                <a:gd name="connsiteX69" fmla="*/ 1588947 w 1881147"/>
                <a:gd name="connsiteY69" fmla="*/ 1530007 h 1692902"/>
                <a:gd name="connsiteX70" fmla="*/ 1670383 w 1881147"/>
                <a:gd name="connsiteY70" fmla="*/ 1439865 h 1692902"/>
                <a:gd name="connsiteX71" fmla="*/ 1714974 w 1881147"/>
                <a:gd name="connsiteY71" fmla="*/ 1408735 h 1692902"/>
                <a:gd name="connsiteX72" fmla="*/ 1743343 w 1881147"/>
                <a:gd name="connsiteY72" fmla="*/ 1412030 h 1692902"/>
                <a:gd name="connsiteX73" fmla="*/ 1820935 w 1881147"/>
                <a:gd name="connsiteY73" fmla="*/ 1401422 h 1692902"/>
                <a:gd name="connsiteX74" fmla="*/ 1816054 w 1881147"/>
                <a:gd name="connsiteY74" fmla="*/ 1454986 h 1692902"/>
                <a:gd name="connsiteX75" fmla="*/ 1874221 w 1881147"/>
                <a:gd name="connsiteY75" fmla="*/ 1478307 h 1692902"/>
                <a:gd name="connsiteX76" fmla="*/ 1875829 w 1881147"/>
                <a:gd name="connsiteY76" fmla="*/ 1455673 h 1692902"/>
                <a:gd name="connsiteX77" fmla="*/ 1875051 w 1881147"/>
                <a:gd name="connsiteY77" fmla="*/ 1394939 h 1692902"/>
                <a:gd name="connsiteX78" fmla="*/ 1853086 w 1881147"/>
                <a:gd name="connsiteY78" fmla="*/ 1304796 h 1692902"/>
                <a:gd name="connsiteX79" fmla="*/ 1853086 w 1881147"/>
                <a:gd name="connsiteY79" fmla="*/ 1247646 h 1692902"/>
                <a:gd name="connsiteX80" fmla="*/ 1810224 w 1881147"/>
                <a:gd name="connsiteY80" fmla="*/ 1238121 h 1692902"/>
                <a:gd name="connsiteX81" fmla="*/ 1734024 w 1881147"/>
                <a:gd name="connsiteY81" fmla="*/ 1157158 h 1692902"/>
                <a:gd name="connsiteX82" fmla="*/ 1695924 w 1881147"/>
                <a:gd name="connsiteY82" fmla="*/ 976183 h 1692902"/>
                <a:gd name="connsiteX83" fmla="*/ 1643536 w 1881147"/>
                <a:gd name="connsiteY83" fmla="*/ 942846 h 1692902"/>
                <a:gd name="connsiteX84" fmla="*/ 1605436 w 1881147"/>
                <a:gd name="connsiteY84" fmla="*/ 885696 h 1692902"/>
                <a:gd name="connsiteX85" fmla="*/ 1557811 w 1881147"/>
                <a:gd name="connsiteY85" fmla="*/ 838071 h 1692902"/>
                <a:gd name="connsiteX86" fmla="*/ 1505424 w 1881147"/>
                <a:gd name="connsiteY86" fmla="*/ 819021 h 1692902"/>
                <a:gd name="connsiteX87" fmla="*/ 1453036 w 1881147"/>
                <a:gd name="connsiteY87" fmla="*/ 814258 h 1692902"/>
                <a:gd name="connsiteX88" fmla="*/ 1510186 w 1881147"/>
                <a:gd name="connsiteY88" fmla="*/ 780921 h 1692902"/>
                <a:gd name="connsiteX89" fmla="*/ 1476849 w 1881147"/>
                <a:gd name="connsiteY89" fmla="*/ 747583 h 1692902"/>
                <a:gd name="connsiteX90" fmla="*/ 1481611 w 1881147"/>
                <a:gd name="connsiteY90" fmla="*/ 723771 h 1692902"/>
                <a:gd name="connsiteX91" fmla="*/ 1572099 w 1881147"/>
                <a:gd name="connsiteY91" fmla="*/ 761871 h 1692902"/>
                <a:gd name="connsiteX92" fmla="*/ 1624486 w 1881147"/>
                <a:gd name="connsiteY92" fmla="*/ 695196 h 1692902"/>
                <a:gd name="connsiteX93" fmla="*/ 1622283 w 1881147"/>
                <a:gd name="connsiteY93" fmla="*/ 552321 h 1692902"/>
                <a:gd name="connsiteX94" fmla="*/ 1639486 w 1881147"/>
                <a:gd name="connsiteY94" fmla="*/ 403995 h 1692902"/>
                <a:gd name="connsiteX0" fmla="*/ 1639486 w 1881147"/>
                <a:gd name="connsiteY0" fmla="*/ 410678 h 1699585"/>
                <a:gd name="connsiteX1" fmla="*/ 1567336 w 1881147"/>
                <a:gd name="connsiteY1" fmla="*/ 378029 h 1699585"/>
                <a:gd name="connsiteX2" fmla="*/ 1477087 w 1881147"/>
                <a:gd name="connsiteY2" fmla="*/ 354216 h 1699585"/>
                <a:gd name="connsiteX3" fmla="*/ 1423767 w 1881147"/>
                <a:gd name="connsiteY3" fmla="*/ 277132 h 1699585"/>
                <a:gd name="connsiteX4" fmla="*/ 1400666 w 1881147"/>
                <a:gd name="connsiteY4" fmla="*/ 175287 h 1699585"/>
                <a:gd name="connsiteX5" fmla="*/ 1364769 w 1881147"/>
                <a:gd name="connsiteY5" fmla="*/ 7225 h 1699585"/>
                <a:gd name="connsiteX6" fmla="*/ 1297400 w 1881147"/>
                <a:gd name="connsiteY6" fmla="*/ 48923 h 1699585"/>
                <a:gd name="connsiteX7" fmla="*/ 1291832 w 1881147"/>
                <a:gd name="connsiteY7" fmla="*/ 106446 h 1699585"/>
                <a:gd name="connsiteX8" fmla="*/ 1275927 w 1881147"/>
                <a:gd name="connsiteY8" fmla="*/ 157659 h 1699585"/>
                <a:gd name="connsiteX9" fmla="*/ 1214911 w 1881147"/>
                <a:gd name="connsiteY9" fmla="*/ 163716 h 1699585"/>
                <a:gd name="connsiteX10" fmla="*/ 1186336 w 1881147"/>
                <a:gd name="connsiteY10" fmla="*/ 192291 h 1699585"/>
                <a:gd name="connsiteX11" fmla="*/ 1176811 w 1881147"/>
                <a:gd name="connsiteY11" fmla="*/ 263729 h 1699585"/>
                <a:gd name="connsiteX12" fmla="*/ 1114899 w 1881147"/>
                <a:gd name="connsiteY12" fmla="*/ 306591 h 1699585"/>
                <a:gd name="connsiteX13" fmla="*/ 1005361 w 1881147"/>
                <a:gd name="connsiteY13" fmla="*/ 320879 h 1699585"/>
                <a:gd name="connsiteX14" fmla="*/ 962499 w 1881147"/>
                <a:gd name="connsiteY14" fmla="*/ 363741 h 1699585"/>
                <a:gd name="connsiteX15" fmla="*/ 838674 w 1881147"/>
                <a:gd name="connsiteY15" fmla="*/ 363741 h 1699585"/>
                <a:gd name="connsiteX16" fmla="*/ 781524 w 1881147"/>
                <a:gd name="connsiteY16" fmla="*/ 435179 h 1699585"/>
                <a:gd name="connsiteX17" fmla="*/ 781524 w 1881147"/>
                <a:gd name="connsiteY17" fmla="*/ 468516 h 1699585"/>
                <a:gd name="connsiteX18" fmla="*/ 743424 w 1881147"/>
                <a:gd name="connsiteY18" fmla="*/ 492329 h 1699585"/>
                <a:gd name="connsiteX19" fmla="*/ 671986 w 1881147"/>
                <a:gd name="connsiteY19" fmla="*/ 425654 h 1699585"/>
                <a:gd name="connsiteX20" fmla="*/ 519586 w 1881147"/>
                <a:gd name="connsiteY20" fmla="*/ 420891 h 1699585"/>
                <a:gd name="connsiteX21" fmla="*/ 457674 w 1881147"/>
                <a:gd name="connsiteY21" fmla="*/ 439941 h 1699585"/>
                <a:gd name="connsiteX22" fmla="*/ 419574 w 1881147"/>
                <a:gd name="connsiteY22" fmla="*/ 425654 h 1699585"/>
                <a:gd name="connsiteX23" fmla="*/ 400524 w 1881147"/>
                <a:gd name="connsiteY23" fmla="*/ 363741 h 1699585"/>
                <a:gd name="connsiteX24" fmla="*/ 333849 w 1881147"/>
                <a:gd name="connsiteY24" fmla="*/ 311354 h 1699585"/>
                <a:gd name="connsiteX25" fmla="*/ 286224 w 1881147"/>
                <a:gd name="connsiteY25" fmla="*/ 244679 h 1699585"/>
                <a:gd name="connsiteX26" fmla="*/ 143349 w 1881147"/>
                <a:gd name="connsiteY26" fmla="*/ 263729 h 1699585"/>
                <a:gd name="connsiteX27" fmla="*/ 124299 w 1881147"/>
                <a:gd name="connsiteY27" fmla="*/ 339929 h 1699585"/>
                <a:gd name="connsiteX28" fmla="*/ 110011 w 1881147"/>
                <a:gd name="connsiteY28" fmla="*/ 373266 h 1699585"/>
                <a:gd name="connsiteX29" fmla="*/ 133824 w 1881147"/>
                <a:gd name="connsiteY29" fmla="*/ 420891 h 1699585"/>
                <a:gd name="connsiteX30" fmla="*/ 81436 w 1881147"/>
                <a:gd name="connsiteY30" fmla="*/ 458991 h 1699585"/>
                <a:gd name="connsiteX31" fmla="*/ 33811 w 1881147"/>
                <a:gd name="connsiteY31" fmla="*/ 454229 h 1699585"/>
                <a:gd name="connsiteX32" fmla="*/ 33811 w 1881147"/>
                <a:gd name="connsiteY32" fmla="*/ 525666 h 1699585"/>
                <a:gd name="connsiteX33" fmla="*/ 474 w 1881147"/>
                <a:gd name="connsiteY33" fmla="*/ 630441 h 1699585"/>
                <a:gd name="connsiteX34" fmla="*/ 62386 w 1881147"/>
                <a:gd name="connsiteY34" fmla="*/ 706641 h 1699585"/>
                <a:gd name="connsiteX35" fmla="*/ 111977 w 1881147"/>
                <a:gd name="connsiteY35" fmla="*/ 686903 h 1699585"/>
                <a:gd name="connsiteX36" fmla="*/ 112334 w 1881147"/>
                <a:gd name="connsiteY36" fmla="*/ 757162 h 1699585"/>
                <a:gd name="connsiteX37" fmla="*/ 167161 w 1881147"/>
                <a:gd name="connsiteY37" fmla="*/ 787604 h 1699585"/>
                <a:gd name="connsiteX38" fmla="*/ 236159 w 1881147"/>
                <a:gd name="connsiteY38" fmla="*/ 797816 h 1699585"/>
                <a:gd name="connsiteX39" fmla="*/ 271462 w 1881147"/>
                <a:gd name="connsiteY39" fmla="*/ 853787 h 1699585"/>
                <a:gd name="connsiteX40" fmla="*/ 270869 w 1881147"/>
                <a:gd name="connsiteY40" fmla="*/ 898859 h 1699585"/>
                <a:gd name="connsiteX41" fmla="*/ 295393 w 1881147"/>
                <a:gd name="connsiteY41" fmla="*/ 938334 h 1699585"/>
                <a:gd name="connsiteX42" fmla="*/ 341051 w 1881147"/>
                <a:gd name="connsiteY42" fmla="*/ 976926 h 1699585"/>
                <a:gd name="connsiteX43" fmla="*/ 426184 w 1881147"/>
                <a:gd name="connsiteY43" fmla="*/ 1031178 h 1699585"/>
                <a:gd name="connsiteX44" fmla="*/ 461961 w 1881147"/>
                <a:gd name="connsiteY44" fmla="*/ 1102271 h 1699585"/>
                <a:gd name="connsiteX45" fmla="*/ 441064 w 1881147"/>
                <a:gd name="connsiteY45" fmla="*/ 1171844 h 1699585"/>
                <a:gd name="connsiteX46" fmla="*/ 519111 w 1881147"/>
                <a:gd name="connsiteY46" fmla="*/ 1228307 h 1699585"/>
                <a:gd name="connsiteX47" fmla="*/ 591143 w 1881147"/>
                <a:gd name="connsiteY47" fmla="*/ 1261301 h 1699585"/>
                <a:gd name="connsiteX48" fmla="*/ 571974 w 1881147"/>
                <a:gd name="connsiteY48" fmla="*/ 1321004 h 1699585"/>
                <a:gd name="connsiteX49" fmla="*/ 662461 w 1881147"/>
                <a:gd name="connsiteY49" fmla="*/ 1473404 h 1699585"/>
                <a:gd name="connsiteX50" fmla="*/ 755271 w 1881147"/>
                <a:gd name="connsiteY50" fmla="*/ 1546558 h 1699585"/>
                <a:gd name="connsiteX51" fmla="*/ 805336 w 1881147"/>
                <a:gd name="connsiteY51" fmla="*/ 1497216 h 1699585"/>
                <a:gd name="connsiteX52" fmla="*/ 869926 w 1881147"/>
                <a:gd name="connsiteY52" fmla="*/ 1524613 h 1699585"/>
                <a:gd name="connsiteX53" fmla="*/ 924399 w 1881147"/>
                <a:gd name="connsiteY53" fmla="*/ 1492454 h 1699585"/>
                <a:gd name="connsiteX54" fmla="*/ 941246 w 1881147"/>
                <a:gd name="connsiteY54" fmla="*/ 1450278 h 1699585"/>
                <a:gd name="connsiteX55" fmla="*/ 1005123 w 1881147"/>
                <a:gd name="connsiteY55" fmla="*/ 1536690 h 1699585"/>
                <a:gd name="connsiteX56" fmla="*/ 1050190 w 1881147"/>
                <a:gd name="connsiteY56" fmla="*/ 1607784 h 1699585"/>
                <a:gd name="connsiteX57" fmla="*/ 1120136 w 1881147"/>
                <a:gd name="connsiteY57" fmla="*/ 1699303 h 1699585"/>
                <a:gd name="connsiteX58" fmla="*/ 1151034 w 1881147"/>
                <a:gd name="connsiteY58" fmla="*/ 1636212 h 1699585"/>
                <a:gd name="connsiteX59" fmla="*/ 1181693 w 1881147"/>
                <a:gd name="connsiteY59" fmla="*/ 1629732 h 1699585"/>
                <a:gd name="connsiteX60" fmla="*/ 1224792 w 1881147"/>
                <a:gd name="connsiteY60" fmla="*/ 1658995 h 1699585"/>
                <a:gd name="connsiteX61" fmla="*/ 1258367 w 1881147"/>
                <a:gd name="connsiteY61" fmla="*/ 1618341 h 1699585"/>
                <a:gd name="connsiteX62" fmla="*/ 1277188 w 1881147"/>
                <a:gd name="connsiteY62" fmla="*/ 1622958 h 1699585"/>
                <a:gd name="connsiteX63" fmla="*/ 1311230 w 1881147"/>
                <a:gd name="connsiteY63" fmla="*/ 1689435 h 1699585"/>
                <a:gd name="connsiteX64" fmla="*/ 1367786 w 1881147"/>
                <a:gd name="connsiteY64" fmla="*/ 1665966 h 1699585"/>
                <a:gd name="connsiteX65" fmla="*/ 1419818 w 1881147"/>
                <a:gd name="connsiteY65" fmla="*/ 1609845 h 1699585"/>
                <a:gd name="connsiteX66" fmla="*/ 1470595 w 1881147"/>
                <a:gd name="connsiteY66" fmla="*/ 1593302 h 1699585"/>
                <a:gd name="connsiteX67" fmla="*/ 1488274 w 1881147"/>
                <a:gd name="connsiteY67" fmla="*/ 1649124 h 1699585"/>
                <a:gd name="connsiteX68" fmla="*/ 1558169 w 1881147"/>
                <a:gd name="connsiteY68" fmla="*/ 1623446 h 1699585"/>
                <a:gd name="connsiteX69" fmla="*/ 1588947 w 1881147"/>
                <a:gd name="connsiteY69" fmla="*/ 1536690 h 1699585"/>
                <a:gd name="connsiteX70" fmla="*/ 1670383 w 1881147"/>
                <a:gd name="connsiteY70" fmla="*/ 1446548 h 1699585"/>
                <a:gd name="connsiteX71" fmla="*/ 1714974 w 1881147"/>
                <a:gd name="connsiteY71" fmla="*/ 1415418 h 1699585"/>
                <a:gd name="connsiteX72" fmla="*/ 1743343 w 1881147"/>
                <a:gd name="connsiteY72" fmla="*/ 1418713 h 1699585"/>
                <a:gd name="connsiteX73" fmla="*/ 1820935 w 1881147"/>
                <a:gd name="connsiteY73" fmla="*/ 1408105 h 1699585"/>
                <a:gd name="connsiteX74" fmla="*/ 1816054 w 1881147"/>
                <a:gd name="connsiteY74" fmla="*/ 1461669 h 1699585"/>
                <a:gd name="connsiteX75" fmla="*/ 1874221 w 1881147"/>
                <a:gd name="connsiteY75" fmla="*/ 1484990 h 1699585"/>
                <a:gd name="connsiteX76" fmla="*/ 1875829 w 1881147"/>
                <a:gd name="connsiteY76" fmla="*/ 1462356 h 1699585"/>
                <a:gd name="connsiteX77" fmla="*/ 1875051 w 1881147"/>
                <a:gd name="connsiteY77" fmla="*/ 1401622 h 1699585"/>
                <a:gd name="connsiteX78" fmla="*/ 1853086 w 1881147"/>
                <a:gd name="connsiteY78" fmla="*/ 1311479 h 1699585"/>
                <a:gd name="connsiteX79" fmla="*/ 1853086 w 1881147"/>
                <a:gd name="connsiteY79" fmla="*/ 1254329 h 1699585"/>
                <a:gd name="connsiteX80" fmla="*/ 1810224 w 1881147"/>
                <a:gd name="connsiteY80" fmla="*/ 1244804 h 1699585"/>
                <a:gd name="connsiteX81" fmla="*/ 1734024 w 1881147"/>
                <a:gd name="connsiteY81" fmla="*/ 1163841 h 1699585"/>
                <a:gd name="connsiteX82" fmla="*/ 1695924 w 1881147"/>
                <a:gd name="connsiteY82" fmla="*/ 982866 h 1699585"/>
                <a:gd name="connsiteX83" fmla="*/ 1643536 w 1881147"/>
                <a:gd name="connsiteY83" fmla="*/ 949529 h 1699585"/>
                <a:gd name="connsiteX84" fmla="*/ 1605436 w 1881147"/>
                <a:gd name="connsiteY84" fmla="*/ 892379 h 1699585"/>
                <a:gd name="connsiteX85" fmla="*/ 1557811 w 1881147"/>
                <a:gd name="connsiteY85" fmla="*/ 844754 h 1699585"/>
                <a:gd name="connsiteX86" fmla="*/ 1505424 w 1881147"/>
                <a:gd name="connsiteY86" fmla="*/ 825704 h 1699585"/>
                <a:gd name="connsiteX87" fmla="*/ 1453036 w 1881147"/>
                <a:gd name="connsiteY87" fmla="*/ 820941 h 1699585"/>
                <a:gd name="connsiteX88" fmla="*/ 1510186 w 1881147"/>
                <a:gd name="connsiteY88" fmla="*/ 787604 h 1699585"/>
                <a:gd name="connsiteX89" fmla="*/ 1476849 w 1881147"/>
                <a:gd name="connsiteY89" fmla="*/ 754266 h 1699585"/>
                <a:gd name="connsiteX90" fmla="*/ 1481611 w 1881147"/>
                <a:gd name="connsiteY90" fmla="*/ 730454 h 1699585"/>
                <a:gd name="connsiteX91" fmla="*/ 1572099 w 1881147"/>
                <a:gd name="connsiteY91" fmla="*/ 768554 h 1699585"/>
                <a:gd name="connsiteX92" fmla="*/ 1624486 w 1881147"/>
                <a:gd name="connsiteY92" fmla="*/ 701879 h 1699585"/>
                <a:gd name="connsiteX93" fmla="*/ 1622283 w 1881147"/>
                <a:gd name="connsiteY93" fmla="*/ 559004 h 1699585"/>
                <a:gd name="connsiteX94" fmla="*/ 1639486 w 1881147"/>
                <a:gd name="connsiteY94" fmla="*/ 410678 h 1699585"/>
                <a:gd name="connsiteX0" fmla="*/ 1639486 w 1881147"/>
                <a:gd name="connsiteY0" fmla="*/ 419377 h 1708284"/>
                <a:gd name="connsiteX1" fmla="*/ 1567336 w 1881147"/>
                <a:gd name="connsiteY1" fmla="*/ 386728 h 1708284"/>
                <a:gd name="connsiteX2" fmla="*/ 1477087 w 1881147"/>
                <a:gd name="connsiteY2" fmla="*/ 362915 h 1708284"/>
                <a:gd name="connsiteX3" fmla="*/ 1423767 w 1881147"/>
                <a:gd name="connsiteY3" fmla="*/ 285831 h 1708284"/>
                <a:gd name="connsiteX4" fmla="*/ 1400666 w 1881147"/>
                <a:gd name="connsiteY4" fmla="*/ 183986 h 1708284"/>
                <a:gd name="connsiteX5" fmla="*/ 1364769 w 1881147"/>
                <a:gd name="connsiteY5" fmla="*/ 15924 h 1708284"/>
                <a:gd name="connsiteX6" fmla="*/ 1297400 w 1881147"/>
                <a:gd name="connsiteY6" fmla="*/ 57622 h 1708284"/>
                <a:gd name="connsiteX7" fmla="*/ 1291832 w 1881147"/>
                <a:gd name="connsiteY7" fmla="*/ 115145 h 1708284"/>
                <a:gd name="connsiteX8" fmla="*/ 1275927 w 1881147"/>
                <a:gd name="connsiteY8" fmla="*/ 166358 h 1708284"/>
                <a:gd name="connsiteX9" fmla="*/ 1214911 w 1881147"/>
                <a:gd name="connsiteY9" fmla="*/ 172415 h 1708284"/>
                <a:gd name="connsiteX10" fmla="*/ 1186336 w 1881147"/>
                <a:gd name="connsiteY10" fmla="*/ 200990 h 1708284"/>
                <a:gd name="connsiteX11" fmla="*/ 1176811 w 1881147"/>
                <a:gd name="connsiteY11" fmla="*/ 272428 h 1708284"/>
                <a:gd name="connsiteX12" fmla="*/ 1114899 w 1881147"/>
                <a:gd name="connsiteY12" fmla="*/ 315290 h 1708284"/>
                <a:gd name="connsiteX13" fmla="*/ 1005361 w 1881147"/>
                <a:gd name="connsiteY13" fmla="*/ 329578 h 1708284"/>
                <a:gd name="connsiteX14" fmla="*/ 962499 w 1881147"/>
                <a:gd name="connsiteY14" fmla="*/ 372440 h 1708284"/>
                <a:gd name="connsiteX15" fmla="*/ 838674 w 1881147"/>
                <a:gd name="connsiteY15" fmla="*/ 372440 h 1708284"/>
                <a:gd name="connsiteX16" fmla="*/ 781524 w 1881147"/>
                <a:gd name="connsiteY16" fmla="*/ 443878 h 1708284"/>
                <a:gd name="connsiteX17" fmla="*/ 781524 w 1881147"/>
                <a:gd name="connsiteY17" fmla="*/ 477215 h 1708284"/>
                <a:gd name="connsiteX18" fmla="*/ 743424 w 1881147"/>
                <a:gd name="connsiteY18" fmla="*/ 501028 h 1708284"/>
                <a:gd name="connsiteX19" fmla="*/ 671986 w 1881147"/>
                <a:gd name="connsiteY19" fmla="*/ 434353 h 1708284"/>
                <a:gd name="connsiteX20" fmla="*/ 519586 w 1881147"/>
                <a:gd name="connsiteY20" fmla="*/ 429590 h 1708284"/>
                <a:gd name="connsiteX21" fmla="*/ 457674 w 1881147"/>
                <a:gd name="connsiteY21" fmla="*/ 448640 h 1708284"/>
                <a:gd name="connsiteX22" fmla="*/ 419574 w 1881147"/>
                <a:gd name="connsiteY22" fmla="*/ 434353 h 1708284"/>
                <a:gd name="connsiteX23" fmla="*/ 400524 w 1881147"/>
                <a:gd name="connsiteY23" fmla="*/ 372440 h 1708284"/>
                <a:gd name="connsiteX24" fmla="*/ 333849 w 1881147"/>
                <a:gd name="connsiteY24" fmla="*/ 320053 h 1708284"/>
                <a:gd name="connsiteX25" fmla="*/ 286224 w 1881147"/>
                <a:gd name="connsiteY25" fmla="*/ 253378 h 1708284"/>
                <a:gd name="connsiteX26" fmla="*/ 143349 w 1881147"/>
                <a:gd name="connsiteY26" fmla="*/ 272428 h 1708284"/>
                <a:gd name="connsiteX27" fmla="*/ 124299 w 1881147"/>
                <a:gd name="connsiteY27" fmla="*/ 348628 h 1708284"/>
                <a:gd name="connsiteX28" fmla="*/ 110011 w 1881147"/>
                <a:gd name="connsiteY28" fmla="*/ 381965 h 1708284"/>
                <a:gd name="connsiteX29" fmla="*/ 133824 w 1881147"/>
                <a:gd name="connsiteY29" fmla="*/ 429590 h 1708284"/>
                <a:gd name="connsiteX30" fmla="*/ 81436 w 1881147"/>
                <a:gd name="connsiteY30" fmla="*/ 467690 h 1708284"/>
                <a:gd name="connsiteX31" fmla="*/ 33811 w 1881147"/>
                <a:gd name="connsiteY31" fmla="*/ 462928 h 1708284"/>
                <a:gd name="connsiteX32" fmla="*/ 33811 w 1881147"/>
                <a:gd name="connsiteY32" fmla="*/ 534365 h 1708284"/>
                <a:gd name="connsiteX33" fmla="*/ 474 w 1881147"/>
                <a:gd name="connsiteY33" fmla="*/ 639140 h 1708284"/>
                <a:gd name="connsiteX34" fmla="*/ 62386 w 1881147"/>
                <a:gd name="connsiteY34" fmla="*/ 715340 h 1708284"/>
                <a:gd name="connsiteX35" fmla="*/ 111977 w 1881147"/>
                <a:gd name="connsiteY35" fmla="*/ 695602 h 1708284"/>
                <a:gd name="connsiteX36" fmla="*/ 112334 w 1881147"/>
                <a:gd name="connsiteY36" fmla="*/ 765861 h 1708284"/>
                <a:gd name="connsiteX37" fmla="*/ 167161 w 1881147"/>
                <a:gd name="connsiteY37" fmla="*/ 796303 h 1708284"/>
                <a:gd name="connsiteX38" fmla="*/ 236159 w 1881147"/>
                <a:gd name="connsiteY38" fmla="*/ 806515 h 1708284"/>
                <a:gd name="connsiteX39" fmla="*/ 271462 w 1881147"/>
                <a:gd name="connsiteY39" fmla="*/ 862486 h 1708284"/>
                <a:gd name="connsiteX40" fmla="*/ 270869 w 1881147"/>
                <a:gd name="connsiteY40" fmla="*/ 907558 h 1708284"/>
                <a:gd name="connsiteX41" fmla="*/ 295393 w 1881147"/>
                <a:gd name="connsiteY41" fmla="*/ 947033 h 1708284"/>
                <a:gd name="connsiteX42" fmla="*/ 341051 w 1881147"/>
                <a:gd name="connsiteY42" fmla="*/ 985625 h 1708284"/>
                <a:gd name="connsiteX43" fmla="*/ 426184 w 1881147"/>
                <a:gd name="connsiteY43" fmla="*/ 1039877 h 1708284"/>
                <a:gd name="connsiteX44" fmla="*/ 461961 w 1881147"/>
                <a:gd name="connsiteY44" fmla="*/ 1110970 h 1708284"/>
                <a:gd name="connsiteX45" fmla="*/ 441064 w 1881147"/>
                <a:gd name="connsiteY45" fmla="*/ 1180543 h 1708284"/>
                <a:gd name="connsiteX46" fmla="*/ 519111 w 1881147"/>
                <a:gd name="connsiteY46" fmla="*/ 1237006 h 1708284"/>
                <a:gd name="connsiteX47" fmla="*/ 591143 w 1881147"/>
                <a:gd name="connsiteY47" fmla="*/ 1270000 h 1708284"/>
                <a:gd name="connsiteX48" fmla="*/ 571974 w 1881147"/>
                <a:gd name="connsiteY48" fmla="*/ 1329703 h 1708284"/>
                <a:gd name="connsiteX49" fmla="*/ 662461 w 1881147"/>
                <a:gd name="connsiteY49" fmla="*/ 1482103 h 1708284"/>
                <a:gd name="connsiteX50" fmla="*/ 755271 w 1881147"/>
                <a:gd name="connsiteY50" fmla="*/ 1555257 h 1708284"/>
                <a:gd name="connsiteX51" fmla="*/ 805336 w 1881147"/>
                <a:gd name="connsiteY51" fmla="*/ 1505915 h 1708284"/>
                <a:gd name="connsiteX52" fmla="*/ 869926 w 1881147"/>
                <a:gd name="connsiteY52" fmla="*/ 1533312 h 1708284"/>
                <a:gd name="connsiteX53" fmla="*/ 924399 w 1881147"/>
                <a:gd name="connsiteY53" fmla="*/ 1501153 h 1708284"/>
                <a:gd name="connsiteX54" fmla="*/ 941246 w 1881147"/>
                <a:gd name="connsiteY54" fmla="*/ 1458977 h 1708284"/>
                <a:gd name="connsiteX55" fmla="*/ 1005123 w 1881147"/>
                <a:gd name="connsiteY55" fmla="*/ 1545389 h 1708284"/>
                <a:gd name="connsiteX56" fmla="*/ 1050190 w 1881147"/>
                <a:gd name="connsiteY56" fmla="*/ 1616483 h 1708284"/>
                <a:gd name="connsiteX57" fmla="*/ 1120136 w 1881147"/>
                <a:gd name="connsiteY57" fmla="*/ 1708002 h 1708284"/>
                <a:gd name="connsiteX58" fmla="*/ 1151034 w 1881147"/>
                <a:gd name="connsiteY58" fmla="*/ 1644911 h 1708284"/>
                <a:gd name="connsiteX59" fmla="*/ 1181693 w 1881147"/>
                <a:gd name="connsiteY59" fmla="*/ 1638431 h 1708284"/>
                <a:gd name="connsiteX60" fmla="*/ 1224792 w 1881147"/>
                <a:gd name="connsiteY60" fmla="*/ 1667694 h 1708284"/>
                <a:gd name="connsiteX61" fmla="*/ 1258367 w 1881147"/>
                <a:gd name="connsiteY61" fmla="*/ 1627040 h 1708284"/>
                <a:gd name="connsiteX62" fmla="*/ 1277188 w 1881147"/>
                <a:gd name="connsiteY62" fmla="*/ 1631657 h 1708284"/>
                <a:gd name="connsiteX63" fmla="*/ 1311230 w 1881147"/>
                <a:gd name="connsiteY63" fmla="*/ 1698134 h 1708284"/>
                <a:gd name="connsiteX64" fmla="*/ 1367786 w 1881147"/>
                <a:gd name="connsiteY64" fmla="*/ 1674665 h 1708284"/>
                <a:gd name="connsiteX65" fmla="*/ 1419818 w 1881147"/>
                <a:gd name="connsiteY65" fmla="*/ 1618544 h 1708284"/>
                <a:gd name="connsiteX66" fmla="*/ 1470595 w 1881147"/>
                <a:gd name="connsiteY66" fmla="*/ 1602001 h 1708284"/>
                <a:gd name="connsiteX67" fmla="*/ 1488274 w 1881147"/>
                <a:gd name="connsiteY67" fmla="*/ 1657823 h 1708284"/>
                <a:gd name="connsiteX68" fmla="*/ 1558169 w 1881147"/>
                <a:gd name="connsiteY68" fmla="*/ 1632145 h 1708284"/>
                <a:gd name="connsiteX69" fmla="*/ 1588947 w 1881147"/>
                <a:gd name="connsiteY69" fmla="*/ 1545389 h 1708284"/>
                <a:gd name="connsiteX70" fmla="*/ 1670383 w 1881147"/>
                <a:gd name="connsiteY70" fmla="*/ 1455247 h 1708284"/>
                <a:gd name="connsiteX71" fmla="*/ 1714974 w 1881147"/>
                <a:gd name="connsiteY71" fmla="*/ 1424117 h 1708284"/>
                <a:gd name="connsiteX72" fmla="*/ 1743343 w 1881147"/>
                <a:gd name="connsiteY72" fmla="*/ 1427412 h 1708284"/>
                <a:gd name="connsiteX73" fmla="*/ 1820935 w 1881147"/>
                <a:gd name="connsiteY73" fmla="*/ 1416804 h 1708284"/>
                <a:gd name="connsiteX74" fmla="*/ 1816054 w 1881147"/>
                <a:gd name="connsiteY74" fmla="*/ 1470368 h 1708284"/>
                <a:gd name="connsiteX75" fmla="*/ 1874221 w 1881147"/>
                <a:gd name="connsiteY75" fmla="*/ 1493689 h 1708284"/>
                <a:gd name="connsiteX76" fmla="*/ 1875829 w 1881147"/>
                <a:gd name="connsiteY76" fmla="*/ 1471055 h 1708284"/>
                <a:gd name="connsiteX77" fmla="*/ 1875051 w 1881147"/>
                <a:gd name="connsiteY77" fmla="*/ 1410321 h 1708284"/>
                <a:gd name="connsiteX78" fmla="*/ 1853086 w 1881147"/>
                <a:gd name="connsiteY78" fmla="*/ 1320178 h 1708284"/>
                <a:gd name="connsiteX79" fmla="*/ 1853086 w 1881147"/>
                <a:gd name="connsiteY79" fmla="*/ 1263028 h 1708284"/>
                <a:gd name="connsiteX80" fmla="*/ 1810224 w 1881147"/>
                <a:gd name="connsiteY80" fmla="*/ 1253503 h 1708284"/>
                <a:gd name="connsiteX81" fmla="*/ 1734024 w 1881147"/>
                <a:gd name="connsiteY81" fmla="*/ 1172540 h 1708284"/>
                <a:gd name="connsiteX82" fmla="*/ 1695924 w 1881147"/>
                <a:gd name="connsiteY82" fmla="*/ 991565 h 1708284"/>
                <a:gd name="connsiteX83" fmla="*/ 1643536 w 1881147"/>
                <a:gd name="connsiteY83" fmla="*/ 958228 h 1708284"/>
                <a:gd name="connsiteX84" fmla="*/ 1605436 w 1881147"/>
                <a:gd name="connsiteY84" fmla="*/ 901078 h 1708284"/>
                <a:gd name="connsiteX85" fmla="*/ 1557811 w 1881147"/>
                <a:gd name="connsiteY85" fmla="*/ 853453 h 1708284"/>
                <a:gd name="connsiteX86" fmla="*/ 1505424 w 1881147"/>
                <a:gd name="connsiteY86" fmla="*/ 834403 h 1708284"/>
                <a:gd name="connsiteX87" fmla="*/ 1453036 w 1881147"/>
                <a:gd name="connsiteY87" fmla="*/ 829640 h 1708284"/>
                <a:gd name="connsiteX88" fmla="*/ 1510186 w 1881147"/>
                <a:gd name="connsiteY88" fmla="*/ 796303 h 1708284"/>
                <a:gd name="connsiteX89" fmla="*/ 1476849 w 1881147"/>
                <a:gd name="connsiteY89" fmla="*/ 762965 h 1708284"/>
                <a:gd name="connsiteX90" fmla="*/ 1481611 w 1881147"/>
                <a:gd name="connsiteY90" fmla="*/ 739153 h 1708284"/>
                <a:gd name="connsiteX91" fmla="*/ 1572099 w 1881147"/>
                <a:gd name="connsiteY91" fmla="*/ 777253 h 1708284"/>
                <a:gd name="connsiteX92" fmla="*/ 1624486 w 1881147"/>
                <a:gd name="connsiteY92" fmla="*/ 710578 h 1708284"/>
                <a:gd name="connsiteX93" fmla="*/ 1622283 w 1881147"/>
                <a:gd name="connsiteY93" fmla="*/ 567703 h 1708284"/>
                <a:gd name="connsiteX94" fmla="*/ 1639486 w 1881147"/>
                <a:gd name="connsiteY94" fmla="*/ 419377 h 1708284"/>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14911 w 1881147"/>
                <a:gd name="connsiteY9" fmla="*/ 158360 h 1694229"/>
                <a:gd name="connsiteX10" fmla="*/ 1186336 w 1881147"/>
                <a:gd name="connsiteY10" fmla="*/ 186935 h 1694229"/>
                <a:gd name="connsiteX11" fmla="*/ 1176811 w 1881147"/>
                <a:gd name="connsiteY11" fmla="*/ 258373 h 1694229"/>
                <a:gd name="connsiteX12" fmla="*/ 1114899 w 1881147"/>
                <a:gd name="connsiteY12" fmla="*/ 301235 h 1694229"/>
                <a:gd name="connsiteX13" fmla="*/ 1005361 w 1881147"/>
                <a:gd name="connsiteY13" fmla="*/ 315523 h 1694229"/>
                <a:gd name="connsiteX14" fmla="*/ 962499 w 1881147"/>
                <a:gd name="connsiteY14" fmla="*/ 358385 h 1694229"/>
                <a:gd name="connsiteX15" fmla="*/ 838674 w 1881147"/>
                <a:gd name="connsiteY15" fmla="*/ 358385 h 1694229"/>
                <a:gd name="connsiteX16" fmla="*/ 781524 w 1881147"/>
                <a:gd name="connsiteY16" fmla="*/ 429823 h 1694229"/>
                <a:gd name="connsiteX17" fmla="*/ 781524 w 1881147"/>
                <a:gd name="connsiteY17" fmla="*/ 463160 h 1694229"/>
                <a:gd name="connsiteX18" fmla="*/ 743424 w 1881147"/>
                <a:gd name="connsiteY18" fmla="*/ 486973 h 1694229"/>
                <a:gd name="connsiteX19" fmla="*/ 671986 w 1881147"/>
                <a:gd name="connsiteY19" fmla="*/ 420298 h 1694229"/>
                <a:gd name="connsiteX20" fmla="*/ 519586 w 1881147"/>
                <a:gd name="connsiteY20" fmla="*/ 415535 h 1694229"/>
                <a:gd name="connsiteX21" fmla="*/ 457674 w 1881147"/>
                <a:gd name="connsiteY21" fmla="*/ 434585 h 1694229"/>
                <a:gd name="connsiteX22" fmla="*/ 419574 w 1881147"/>
                <a:gd name="connsiteY22" fmla="*/ 420298 h 1694229"/>
                <a:gd name="connsiteX23" fmla="*/ 400524 w 1881147"/>
                <a:gd name="connsiteY23" fmla="*/ 358385 h 1694229"/>
                <a:gd name="connsiteX24" fmla="*/ 333849 w 1881147"/>
                <a:gd name="connsiteY24" fmla="*/ 305998 h 1694229"/>
                <a:gd name="connsiteX25" fmla="*/ 286224 w 1881147"/>
                <a:gd name="connsiteY25" fmla="*/ 239323 h 1694229"/>
                <a:gd name="connsiteX26" fmla="*/ 143349 w 1881147"/>
                <a:gd name="connsiteY26" fmla="*/ 258373 h 1694229"/>
                <a:gd name="connsiteX27" fmla="*/ 124299 w 1881147"/>
                <a:gd name="connsiteY27" fmla="*/ 334573 h 1694229"/>
                <a:gd name="connsiteX28" fmla="*/ 110011 w 1881147"/>
                <a:gd name="connsiteY28" fmla="*/ 367910 h 1694229"/>
                <a:gd name="connsiteX29" fmla="*/ 133824 w 1881147"/>
                <a:gd name="connsiteY29" fmla="*/ 415535 h 1694229"/>
                <a:gd name="connsiteX30" fmla="*/ 81436 w 1881147"/>
                <a:gd name="connsiteY30" fmla="*/ 453635 h 1694229"/>
                <a:gd name="connsiteX31" fmla="*/ 33811 w 1881147"/>
                <a:gd name="connsiteY31" fmla="*/ 448873 h 1694229"/>
                <a:gd name="connsiteX32" fmla="*/ 33811 w 1881147"/>
                <a:gd name="connsiteY32" fmla="*/ 520310 h 1694229"/>
                <a:gd name="connsiteX33" fmla="*/ 474 w 1881147"/>
                <a:gd name="connsiteY33" fmla="*/ 625085 h 1694229"/>
                <a:gd name="connsiteX34" fmla="*/ 62386 w 1881147"/>
                <a:gd name="connsiteY34" fmla="*/ 701285 h 1694229"/>
                <a:gd name="connsiteX35" fmla="*/ 111977 w 1881147"/>
                <a:gd name="connsiteY35" fmla="*/ 681547 h 1694229"/>
                <a:gd name="connsiteX36" fmla="*/ 112334 w 1881147"/>
                <a:gd name="connsiteY36" fmla="*/ 751806 h 1694229"/>
                <a:gd name="connsiteX37" fmla="*/ 167161 w 1881147"/>
                <a:gd name="connsiteY37" fmla="*/ 782248 h 1694229"/>
                <a:gd name="connsiteX38" fmla="*/ 236159 w 1881147"/>
                <a:gd name="connsiteY38" fmla="*/ 792460 h 1694229"/>
                <a:gd name="connsiteX39" fmla="*/ 271462 w 1881147"/>
                <a:gd name="connsiteY39" fmla="*/ 848431 h 1694229"/>
                <a:gd name="connsiteX40" fmla="*/ 270869 w 1881147"/>
                <a:gd name="connsiteY40" fmla="*/ 893503 h 1694229"/>
                <a:gd name="connsiteX41" fmla="*/ 295393 w 1881147"/>
                <a:gd name="connsiteY41" fmla="*/ 932978 h 1694229"/>
                <a:gd name="connsiteX42" fmla="*/ 341051 w 1881147"/>
                <a:gd name="connsiteY42" fmla="*/ 971570 h 1694229"/>
                <a:gd name="connsiteX43" fmla="*/ 426184 w 1881147"/>
                <a:gd name="connsiteY43" fmla="*/ 1025822 h 1694229"/>
                <a:gd name="connsiteX44" fmla="*/ 461961 w 1881147"/>
                <a:gd name="connsiteY44" fmla="*/ 1096915 h 1694229"/>
                <a:gd name="connsiteX45" fmla="*/ 441064 w 1881147"/>
                <a:gd name="connsiteY45" fmla="*/ 1166488 h 1694229"/>
                <a:gd name="connsiteX46" fmla="*/ 519111 w 1881147"/>
                <a:gd name="connsiteY46" fmla="*/ 1222951 h 1694229"/>
                <a:gd name="connsiteX47" fmla="*/ 591143 w 1881147"/>
                <a:gd name="connsiteY47" fmla="*/ 1255945 h 1694229"/>
                <a:gd name="connsiteX48" fmla="*/ 571974 w 1881147"/>
                <a:gd name="connsiteY48" fmla="*/ 1315648 h 1694229"/>
                <a:gd name="connsiteX49" fmla="*/ 662461 w 1881147"/>
                <a:gd name="connsiteY49" fmla="*/ 1468048 h 1694229"/>
                <a:gd name="connsiteX50" fmla="*/ 755271 w 1881147"/>
                <a:gd name="connsiteY50" fmla="*/ 1541202 h 1694229"/>
                <a:gd name="connsiteX51" fmla="*/ 805336 w 1881147"/>
                <a:gd name="connsiteY51" fmla="*/ 1491860 h 1694229"/>
                <a:gd name="connsiteX52" fmla="*/ 869926 w 1881147"/>
                <a:gd name="connsiteY52" fmla="*/ 1519257 h 1694229"/>
                <a:gd name="connsiteX53" fmla="*/ 924399 w 1881147"/>
                <a:gd name="connsiteY53" fmla="*/ 1487098 h 1694229"/>
                <a:gd name="connsiteX54" fmla="*/ 941246 w 1881147"/>
                <a:gd name="connsiteY54" fmla="*/ 1444922 h 1694229"/>
                <a:gd name="connsiteX55" fmla="*/ 1005123 w 1881147"/>
                <a:gd name="connsiteY55" fmla="*/ 1531334 h 1694229"/>
                <a:gd name="connsiteX56" fmla="*/ 1050190 w 1881147"/>
                <a:gd name="connsiteY56" fmla="*/ 1602428 h 1694229"/>
                <a:gd name="connsiteX57" fmla="*/ 1120136 w 1881147"/>
                <a:gd name="connsiteY57" fmla="*/ 1693947 h 1694229"/>
                <a:gd name="connsiteX58" fmla="*/ 1151034 w 1881147"/>
                <a:gd name="connsiteY58" fmla="*/ 1630856 h 1694229"/>
                <a:gd name="connsiteX59" fmla="*/ 1181693 w 1881147"/>
                <a:gd name="connsiteY59" fmla="*/ 1624376 h 1694229"/>
                <a:gd name="connsiteX60" fmla="*/ 1224792 w 1881147"/>
                <a:gd name="connsiteY60" fmla="*/ 1653639 h 1694229"/>
                <a:gd name="connsiteX61" fmla="*/ 1258367 w 1881147"/>
                <a:gd name="connsiteY61" fmla="*/ 1612985 h 1694229"/>
                <a:gd name="connsiteX62" fmla="*/ 1277188 w 1881147"/>
                <a:gd name="connsiteY62" fmla="*/ 1617602 h 1694229"/>
                <a:gd name="connsiteX63" fmla="*/ 1311230 w 1881147"/>
                <a:gd name="connsiteY63" fmla="*/ 1684079 h 1694229"/>
                <a:gd name="connsiteX64" fmla="*/ 1367786 w 1881147"/>
                <a:gd name="connsiteY64" fmla="*/ 1660610 h 1694229"/>
                <a:gd name="connsiteX65" fmla="*/ 1419818 w 1881147"/>
                <a:gd name="connsiteY65" fmla="*/ 1604489 h 1694229"/>
                <a:gd name="connsiteX66" fmla="*/ 1470595 w 1881147"/>
                <a:gd name="connsiteY66" fmla="*/ 1587946 h 1694229"/>
                <a:gd name="connsiteX67" fmla="*/ 1488274 w 1881147"/>
                <a:gd name="connsiteY67" fmla="*/ 1643768 h 1694229"/>
                <a:gd name="connsiteX68" fmla="*/ 1558169 w 1881147"/>
                <a:gd name="connsiteY68" fmla="*/ 1618090 h 1694229"/>
                <a:gd name="connsiteX69" fmla="*/ 1588947 w 1881147"/>
                <a:gd name="connsiteY69" fmla="*/ 1531334 h 1694229"/>
                <a:gd name="connsiteX70" fmla="*/ 1670383 w 1881147"/>
                <a:gd name="connsiteY70" fmla="*/ 1441192 h 1694229"/>
                <a:gd name="connsiteX71" fmla="*/ 1714974 w 1881147"/>
                <a:gd name="connsiteY71" fmla="*/ 1410062 h 1694229"/>
                <a:gd name="connsiteX72" fmla="*/ 1743343 w 1881147"/>
                <a:gd name="connsiteY72" fmla="*/ 1413357 h 1694229"/>
                <a:gd name="connsiteX73" fmla="*/ 1820935 w 1881147"/>
                <a:gd name="connsiteY73" fmla="*/ 1402749 h 1694229"/>
                <a:gd name="connsiteX74" fmla="*/ 1816054 w 1881147"/>
                <a:gd name="connsiteY74" fmla="*/ 1456313 h 1694229"/>
                <a:gd name="connsiteX75" fmla="*/ 1874221 w 1881147"/>
                <a:gd name="connsiteY75" fmla="*/ 1479634 h 1694229"/>
                <a:gd name="connsiteX76" fmla="*/ 1875829 w 1881147"/>
                <a:gd name="connsiteY76" fmla="*/ 1457000 h 1694229"/>
                <a:gd name="connsiteX77" fmla="*/ 1875051 w 1881147"/>
                <a:gd name="connsiteY77" fmla="*/ 1396266 h 1694229"/>
                <a:gd name="connsiteX78" fmla="*/ 1853086 w 1881147"/>
                <a:gd name="connsiteY78" fmla="*/ 1306123 h 1694229"/>
                <a:gd name="connsiteX79" fmla="*/ 1853086 w 1881147"/>
                <a:gd name="connsiteY79" fmla="*/ 1248973 h 1694229"/>
                <a:gd name="connsiteX80" fmla="*/ 1810224 w 1881147"/>
                <a:gd name="connsiteY80" fmla="*/ 1239448 h 1694229"/>
                <a:gd name="connsiteX81" fmla="*/ 1734024 w 1881147"/>
                <a:gd name="connsiteY81" fmla="*/ 1158485 h 1694229"/>
                <a:gd name="connsiteX82" fmla="*/ 1695924 w 1881147"/>
                <a:gd name="connsiteY82" fmla="*/ 977510 h 1694229"/>
                <a:gd name="connsiteX83" fmla="*/ 1643536 w 1881147"/>
                <a:gd name="connsiteY83" fmla="*/ 944173 h 1694229"/>
                <a:gd name="connsiteX84" fmla="*/ 1605436 w 1881147"/>
                <a:gd name="connsiteY84" fmla="*/ 887023 h 1694229"/>
                <a:gd name="connsiteX85" fmla="*/ 1557811 w 1881147"/>
                <a:gd name="connsiteY85" fmla="*/ 839398 h 1694229"/>
                <a:gd name="connsiteX86" fmla="*/ 1505424 w 1881147"/>
                <a:gd name="connsiteY86" fmla="*/ 820348 h 1694229"/>
                <a:gd name="connsiteX87" fmla="*/ 1453036 w 1881147"/>
                <a:gd name="connsiteY87" fmla="*/ 815585 h 1694229"/>
                <a:gd name="connsiteX88" fmla="*/ 1510186 w 1881147"/>
                <a:gd name="connsiteY88" fmla="*/ 782248 h 1694229"/>
                <a:gd name="connsiteX89" fmla="*/ 1476849 w 1881147"/>
                <a:gd name="connsiteY89" fmla="*/ 748910 h 1694229"/>
                <a:gd name="connsiteX90" fmla="*/ 1481611 w 1881147"/>
                <a:gd name="connsiteY90" fmla="*/ 725098 h 1694229"/>
                <a:gd name="connsiteX91" fmla="*/ 1572099 w 1881147"/>
                <a:gd name="connsiteY91" fmla="*/ 763198 h 1694229"/>
                <a:gd name="connsiteX92" fmla="*/ 1624486 w 1881147"/>
                <a:gd name="connsiteY92" fmla="*/ 696523 h 1694229"/>
                <a:gd name="connsiteX93" fmla="*/ 1622283 w 1881147"/>
                <a:gd name="connsiteY93" fmla="*/ 553648 h 1694229"/>
                <a:gd name="connsiteX94" fmla="*/ 1639486 w 1881147"/>
                <a:gd name="connsiteY94"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1520 w 1881147"/>
                <a:gd name="connsiteY9" fmla="*/ 206869 h 1694229"/>
                <a:gd name="connsiteX10" fmla="*/ 1186336 w 1881147"/>
                <a:gd name="connsiteY10" fmla="*/ 186935 h 1694229"/>
                <a:gd name="connsiteX11" fmla="*/ 1176811 w 1881147"/>
                <a:gd name="connsiteY11" fmla="*/ 258373 h 1694229"/>
                <a:gd name="connsiteX12" fmla="*/ 1114899 w 1881147"/>
                <a:gd name="connsiteY12" fmla="*/ 301235 h 1694229"/>
                <a:gd name="connsiteX13" fmla="*/ 1005361 w 1881147"/>
                <a:gd name="connsiteY13" fmla="*/ 315523 h 1694229"/>
                <a:gd name="connsiteX14" fmla="*/ 962499 w 1881147"/>
                <a:gd name="connsiteY14" fmla="*/ 358385 h 1694229"/>
                <a:gd name="connsiteX15" fmla="*/ 838674 w 1881147"/>
                <a:gd name="connsiteY15" fmla="*/ 358385 h 1694229"/>
                <a:gd name="connsiteX16" fmla="*/ 781524 w 1881147"/>
                <a:gd name="connsiteY16" fmla="*/ 429823 h 1694229"/>
                <a:gd name="connsiteX17" fmla="*/ 781524 w 1881147"/>
                <a:gd name="connsiteY17" fmla="*/ 463160 h 1694229"/>
                <a:gd name="connsiteX18" fmla="*/ 743424 w 1881147"/>
                <a:gd name="connsiteY18" fmla="*/ 486973 h 1694229"/>
                <a:gd name="connsiteX19" fmla="*/ 671986 w 1881147"/>
                <a:gd name="connsiteY19" fmla="*/ 420298 h 1694229"/>
                <a:gd name="connsiteX20" fmla="*/ 519586 w 1881147"/>
                <a:gd name="connsiteY20" fmla="*/ 415535 h 1694229"/>
                <a:gd name="connsiteX21" fmla="*/ 457674 w 1881147"/>
                <a:gd name="connsiteY21" fmla="*/ 434585 h 1694229"/>
                <a:gd name="connsiteX22" fmla="*/ 419574 w 1881147"/>
                <a:gd name="connsiteY22" fmla="*/ 420298 h 1694229"/>
                <a:gd name="connsiteX23" fmla="*/ 400524 w 1881147"/>
                <a:gd name="connsiteY23" fmla="*/ 358385 h 1694229"/>
                <a:gd name="connsiteX24" fmla="*/ 333849 w 1881147"/>
                <a:gd name="connsiteY24" fmla="*/ 305998 h 1694229"/>
                <a:gd name="connsiteX25" fmla="*/ 286224 w 1881147"/>
                <a:gd name="connsiteY25" fmla="*/ 239323 h 1694229"/>
                <a:gd name="connsiteX26" fmla="*/ 143349 w 1881147"/>
                <a:gd name="connsiteY26" fmla="*/ 258373 h 1694229"/>
                <a:gd name="connsiteX27" fmla="*/ 124299 w 1881147"/>
                <a:gd name="connsiteY27" fmla="*/ 334573 h 1694229"/>
                <a:gd name="connsiteX28" fmla="*/ 110011 w 1881147"/>
                <a:gd name="connsiteY28" fmla="*/ 367910 h 1694229"/>
                <a:gd name="connsiteX29" fmla="*/ 133824 w 1881147"/>
                <a:gd name="connsiteY29" fmla="*/ 415535 h 1694229"/>
                <a:gd name="connsiteX30" fmla="*/ 81436 w 1881147"/>
                <a:gd name="connsiteY30" fmla="*/ 453635 h 1694229"/>
                <a:gd name="connsiteX31" fmla="*/ 33811 w 1881147"/>
                <a:gd name="connsiteY31" fmla="*/ 448873 h 1694229"/>
                <a:gd name="connsiteX32" fmla="*/ 33811 w 1881147"/>
                <a:gd name="connsiteY32" fmla="*/ 520310 h 1694229"/>
                <a:gd name="connsiteX33" fmla="*/ 474 w 1881147"/>
                <a:gd name="connsiteY33" fmla="*/ 625085 h 1694229"/>
                <a:gd name="connsiteX34" fmla="*/ 62386 w 1881147"/>
                <a:gd name="connsiteY34" fmla="*/ 701285 h 1694229"/>
                <a:gd name="connsiteX35" fmla="*/ 111977 w 1881147"/>
                <a:gd name="connsiteY35" fmla="*/ 681547 h 1694229"/>
                <a:gd name="connsiteX36" fmla="*/ 112334 w 1881147"/>
                <a:gd name="connsiteY36" fmla="*/ 751806 h 1694229"/>
                <a:gd name="connsiteX37" fmla="*/ 167161 w 1881147"/>
                <a:gd name="connsiteY37" fmla="*/ 782248 h 1694229"/>
                <a:gd name="connsiteX38" fmla="*/ 236159 w 1881147"/>
                <a:gd name="connsiteY38" fmla="*/ 792460 h 1694229"/>
                <a:gd name="connsiteX39" fmla="*/ 271462 w 1881147"/>
                <a:gd name="connsiteY39" fmla="*/ 848431 h 1694229"/>
                <a:gd name="connsiteX40" fmla="*/ 270869 w 1881147"/>
                <a:gd name="connsiteY40" fmla="*/ 893503 h 1694229"/>
                <a:gd name="connsiteX41" fmla="*/ 295393 w 1881147"/>
                <a:gd name="connsiteY41" fmla="*/ 932978 h 1694229"/>
                <a:gd name="connsiteX42" fmla="*/ 341051 w 1881147"/>
                <a:gd name="connsiteY42" fmla="*/ 971570 h 1694229"/>
                <a:gd name="connsiteX43" fmla="*/ 426184 w 1881147"/>
                <a:gd name="connsiteY43" fmla="*/ 1025822 h 1694229"/>
                <a:gd name="connsiteX44" fmla="*/ 461961 w 1881147"/>
                <a:gd name="connsiteY44" fmla="*/ 1096915 h 1694229"/>
                <a:gd name="connsiteX45" fmla="*/ 441064 w 1881147"/>
                <a:gd name="connsiteY45" fmla="*/ 1166488 h 1694229"/>
                <a:gd name="connsiteX46" fmla="*/ 519111 w 1881147"/>
                <a:gd name="connsiteY46" fmla="*/ 1222951 h 1694229"/>
                <a:gd name="connsiteX47" fmla="*/ 591143 w 1881147"/>
                <a:gd name="connsiteY47" fmla="*/ 1255945 h 1694229"/>
                <a:gd name="connsiteX48" fmla="*/ 571974 w 1881147"/>
                <a:gd name="connsiteY48" fmla="*/ 1315648 h 1694229"/>
                <a:gd name="connsiteX49" fmla="*/ 662461 w 1881147"/>
                <a:gd name="connsiteY49" fmla="*/ 1468048 h 1694229"/>
                <a:gd name="connsiteX50" fmla="*/ 755271 w 1881147"/>
                <a:gd name="connsiteY50" fmla="*/ 1541202 h 1694229"/>
                <a:gd name="connsiteX51" fmla="*/ 805336 w 1881147"/>
                <a:gd name="connsiteY51" fmla="*/ 1491860 h 1694229"/>
                <a:gd name="connsiteX52" fmla="*/ 869926 w 1881147"/>
                <a:gd name="connsiteY52" fmla="*/ 1519257 h 1694229"/>
                <a:gd name="connsiteX53" fmla="*/ 924399 w 1881147"/>
                <a:gd name="connsiteY53" fmla="*/ 1487098 h 1694229"/>
                <a:gd name="connsiteX54" fmla="*/ 941246 w 1881147"/>
                <a:gd name="connsiteY54" fmla="*/ 1444922 h 1694229"/>
                <a:gd name="connsiteX55" fmla="*/ 1005123 w 1881147"/>
                <a:gd name="connsiteY55" fmla="*/ 1531334 h 1694229"/>
                <a:gd name="connsiteX56" fmla="*/ 1050190 w 1881147"/>
                <a:gd name="connsiteY56" fmla="*/ 1602428 h 1694229"/>
                <a:gd name="connsiteX57" fmla="*/ 1120136 w 1881147"/>
                <a:gd name="connsiteY57" fmla="*/ 1693947 h 1694229"/>
                <a:gd name="connsiteX58" fmla="*/ 1151034 w 1881147"/>
                <a:gd name="connsiteY58" fmla="*/ 1630856 h 1694229"/>
                <a:gd name="connsiteX59" fmla="*/ 1181693 w 1881147"/>
                <a:gd name="connsiteY59" fmla="*/ 1624376 h 1694229"/>
                <a:gd name="connsiteX60" fmla="*/ 1224792 w 1881147"/>
                <a:gd name="connsiteY60" fmla="*/ 1653639 h 1694229"/>
                <a:gd name="connsiteX61" fmla="*/ 1258367 w 1881147"/>
                <a:gd name="connsiteY61" fmla="*/ 1612985 h 1694229"/>
                <a:gd name="connsiteX62" fmla="*/ 1277188 w 1881147"/>
                <a:gd name="connsiteY62" fmla="*/ 1617602 h 1694229"/>
                <a:gd name="connsiteX63" fmla="*/ 1311230 w 1881147"/>
                <a:gd name="connsiteY63" fmla="*/ 1684079 h 1694229"/>
                <a:gd name="connsiteX64" fmla="*/ 1367786 w 1881147"/>
                <a:gd name="connsiteY64" fmla="*/ 1660610 h 1694229"/>
                <a:gd name="connsiteX65" fmla="*/ 1419818 w 1881147"/>
                <a:gd name="connsiteY65" fmla="*/ 1604489 h 1694229"/>
                <a:gd name="connsiteX66" fmla="*/ 1470595 w 1881147"/>
                <a:gd name="connsiteY66" fmla="*/ 1587946 h 1694229"/>
                <a:gd name="connsiteX67" fmla="*/ 1488274 w 1881147"/>
                <a:gd name="connsiteY67" fmla="*/ 1643768 h 1694229"/>
                <a:gd name="connsiteX68" fmla="*/ 1558169 w 1881147"/>
                <a:gd name="connsiteY68" fmla="*/ 1618090 h 1694229"/>
                <a:gd name="connsiteX69" fmla="*/ 1588947 w 1881147"/>
                <a:gd name="connsiteY69" fmla="*/ 1531334 h 1694229"/>
                <a:gd name="connsiteX70" fmla="*/ 1670383 w 1881147"/>
                <a:gd name="connsiteY70" fmla="*/ 1441192 h 1694229"/>
                <a:gd name="connsiteX71" fmla="*/ 1714974 w 1881147"/>
                <a:gd name="connsiteY71" fmla="*/ 1410062 h 1694229"/>
                <a:gd name="connsiteX72" fmla="*/ 1743343 w 1881147"/>
                <a:gd name="connsiteY72" fmla="*/ 1413357 h 1694229"/>
                <a:gd name="connsiteX73" fmla="*/ 1820935 w 1881147"/>
                <a:gd name="connsiteY73" fmla="*/ 1402749 h 1694229"/>
                <a:gd name="connsiteX74" fmla="*/ 1816054 w 1881147"/>
                <a:gd name="connsiteY74" fmla="*/ 1456313 h 1694229"/>
                <a:gd name="connsiteX75" fmla="*/ 1874221 w 1881147"/>
                <a:gd name="connsiteY75" fmla="*/ 1479634 h 1694229"/>
                <a:gd name="connsiteX76" fmla="*/ 1875829 w 1881147"/>
                <a:gd name="connsiteY76" fmla="*/ 1457000 h 1694229"/>
                <a:gd name="connsiteX77" fmla="*/ 1875051 w 1881147"/>
                <a:gd name="connsiteY77" fmla="*/ 1396266 h 1694229"/>
                <a:gd name="connsiteX78" fmla="*/ 1853086 w 1881147"/>
                <a:gd name="connsiteY78" fmla="*/ 1306123 h 1694229"/>
                <a:gd name="connsiteX79" fmla="*/ 1853086 w 1881147"/>
                <a:gd name="connsiteY79" fmla="*/ 1248973 h 1694229"/>
                <a:gd name="connsiteX80" fmla="*/ 1810224 w 1881147"/>
                <a:gd name="connsiteY80" fmla="*/ 1239448 h 1694229"/>
                <a:gd name="connsiteX81" fmla="*/ 1734024 w 1881147"/>
                <a:gd name="connsiteY81" fmla="*/ 1158485 h 1694229"/>
                <a:gd name="connsiteX82" fmla="*/ 1695924 w 1881147"/>
                <a:gd name="connsiteY82" fmla="*/ 977510 h 1694229"/>
                <a:gd name="connsiteX83" fmla="*/ 1643536 w 1881147"/>
                <a:gd name="connsiteY83" fmla="*/ 944173 h 1694229"/>
                <a:gd name="connsiteX84" fmla="*/ 1605436 w 1881147"/>
                <a:gd name="connsiteY84" fmla="*/ 887023 h 1694229"/>
                <a:gd name="connsiteX85" fmla="*/ 1557811 w 1881147"/>
                <a:gd name="connsiteY85" fmla="*/ 839398 h 1694229"/>
                <a:gd name="connsiteX86" fmla="*/ 1505424 w 1881147"/>
                <a:gd name="connsiteY86" fmla="*/ 820348 h 1694229"/>
                <a:gd name="connsiteX87" fmla="*/ 1453036 w 1881147"/>
                <a:gd name="connsiteY87" fmla="*/ 815585 h 1694229"/>
                <a:gd name="connsiteX88" fmla="*/ 1510186 w 1881147"/>
                <a:gd name="connsiteY88" fmla="*/ 782248 h 1694229"/>
                <a:gd name="connsiteX89" fmla="*/ 1476849 w 1881147"/>
                <a:gd name="connsiteY89" fmla="*/ 748910 h 1694229"/>
                <a:gd name="connsiteX90" fmla="*/ 1481611 w 1881147"/>
                <a:gd name="connsiteY90" fmla="*/ 725098 h 1694229"/>
                <a:gd name="connsiteX91" fmla="*/ 1572099 w 1881147"/>
                <a:gd name="connsiteY91" fmla="*/ 763198 h 1694229"/>
                <a:gd name="connsiteX92" fmla="*/ 1624486 w 1881147"/>
                <a:gd name="connsiteY92" fmla="*/ 696523 h 1694229"/>
                <a:gd name="connsiteX93" fmla="*/ 1622283 w 1881147"/>
                <a:gd name="connsiteY93" fmla="*/ 553648 h 1694229"/>
                <a:gd name="connsiteX94" fmla="*/ 1639486 w 1881147"/>
                <a:gd name="connsiteY94"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1520 w 1881147"/>
                <a:gd name="connsiteY9" fmla="*/ 206869 h 1694229"/>
                <a:gd name="connsiteX10" fmla="*/ 1254673 w 1881147"/>
                <a:gd name="connsiteY10" fmla="*/ 273739 h 1694229"/>
                <a:gd name="connsiteX11" fmla="*/ 1176811 w 1881147"/>
                <a:gd name="connsiteY11" fmla="*/ 258373 h 1694229"/>
                <a:gd name="connsiteX12" fmla="*/ 1114899 w 1881147"/>
                <a:gd name="connsiteY12" fmla="*/ 301235 h 1694229"/>
                <a:gd name="connsiteX13" fmla="*/ 1005361 w 1881147"/>
                <a:gd name="connsiteY13" fmla="*/ 315523 h 1694229"/>
                <a:gd name="connsiteX14" fmla="*/ 962499 w 1881147"/>
                <a:gd name="connsiteY14" fmla="*/ 358385 h 1694229"/>
                <a:gd name="connsiteX15" fmla="*/ 838674 w 1881147"/>
                <a:gd name="connsiteY15" fmla="*/ 358385 h 1694229"/>
                <a:gd name="connsiteX16" fmla="*/ 781524 w 1881147"/>
                <a:gd name="connsiteY16" fmla="*/ 429823 h 1694229"/>
                <a:gd name="connsiteX17" fmla="*/ 781524 w 1881147"/>
                <a:gd name="connsiteY17" fmla="*/ 463160 h 1694229"/>
                <a:gd name="connsiteX18" fmla="*/ 743424 w 1881147"/>
                <a:gd name="connsiteY18" fmla="*/ 486973 h 1694229"/>
                <a:gd name="connsiteX19" fmla="*/ 671986 w 1881147"/>
                <a:gd name="connsiteY19" fmla="*/ 420298 h 1694229"/>
                <a:gd name="connsiteX20" fmla="*/ 519586 w 1881147"/>
                <a:gd name="connsiteY20" fmla="*/ 415535 h 1694229"/>
                <a:gd name="connsiteX21" fmla="*/ 457674 w 1881147"/>
                <a:gd name="connsiteY21" fmla="*/ 434585 h 1694229"/>
                <a:gd name="connsiteX22" fmla="*/ 419574 w 1881147"/>
                <a:gd name="connsiteY22" fmla="*/ 420298 h 1694229"/>
                <a:gd name="connsiteX23" fmla="*/ 400524 w 1881147"/>
                <a:gd name="connsiteY23" fmla="*/ 358385 h 1694229"/>
                <a:gd name="connsiteX24" fmla="*/ 333849 w 1881147"/>
                <a:gd name="connsiteY24" fmla="*/ 305998 h 1694229"/>
                <a:gd name="connsiteX25" fmla="*/ 286224 w 1881147"/>
                <a:gd name="connsiteY25" fmla="*/ 239323 h 1694229"/>
                <a:gd name="connsiteX26" fmla="*/ 143349 w 1881147"/>
                <a:gd name="connsiteY26" fmla="*/ 258373 h 1694229"/>
                <a:gd name="connsiteX27" fmla="*/ 124299 w 1881147"/>
                <a:gd name="connsiteY27" fmla="*/ 334573 h 1694229"/>
                <a:gd name="connsiteX28" fmla="*/ 110011 w 1881147"/>
                <a:gd name="connsiteY28" fmla="*/ 367910 h 1694229"/>
                <a:gd name="connsiteX29" fmla="*/ 133824 w 1881147"/>
                <a:gd name="connsiteY29" fmla="*/ 415535 h 1694229"/>
                <a:gd name="connsiteX30" fmla="*/ 81436 w 1881147"/>
                <a:gd name="connsiteY30" fmla="*/ 453635 h 1694229"/>
                <a:gd name="connsiteX31" fmla="*/ 33811 w 1881147"/>
                <a:gd name="connsiteY31" fmla="*/ 448873 h 1694229"/>
                <a:gd name="connsiteX32" fmla="*/ 33811 w 1881147"/>
                <a:gd name="connsiteY32" fmla="*/ 520310 h 1694229"/>
                <a:gd name="connsiteX33" fmla="*/ 474 w 1881147"/>
                <a:gd name="connsiteY33" fmla="*/ 625085 h 1694229"/>
                <a:gd name="connsiteX34" fmla="*/ 62386 w 1881147"/>
                <a:gd name="connsiteY34" fmla="*/ 701285 h 1694229"/>
                <a:gd name="connsiteX35" fmla="*/ 111977 w 1881147"/>
                <a:gd name="connsiteY35" fmla="*/ 681547 h 1694229"/>
                <a:gd name="connsiteX36" fmla="*/ 112334 w 1881147"/>
                <a:gd name="connsiteY36" fmla="*/ 751806 h 1694229"/>
                <a:gd name="connsiteX37" fmla="*/ 167161 w 1881147"/>
                <a:gd name="connsiteY37" fmla="*/ 782248 h 1694229"/>
                <a:gd name="connsiteX38" fmla="*/ 236159 w 1881147"/>
                <a:gd name="connsiteY38" fmla="*/ 792460 h 1694229"/>
                <a:gd name="connsiteX39" fmla="*/ 271462 w 1881147"/>
                <a:gd name="connsiteY39" fmla="*/ 848431 h 1694229"/>
                <a:gd name="connsiteX40" fmla="*/ 270869 w 1881147"/>
                <a:gd name="connsiteY40" fmla="*/ 893503 h 1694229"/>
                <a:gd name="connsiteX41" fmla="*/ 295393 w 1881147"/>
                <a:gd name="connsiteY41" fmla="*/ 932978 h 1694229"/>
                <a:gd name="connsiteX42" fmla="*/ 341051 w 1881147"/>
                <a:gd name="connsiteY42" fmla="*/ 971570 h 1694229"/>
                <a:gd name="connsiteX43" fmla="*/ 426184 w 1881147"/>
                <a:gd name="connsiteY43" fmla="*/ 1025822 h 1694229"/>
                <a:gd name="connsiteX44" fmla="*/ 461961 w 1881147"/>
                <a:gd name="connsiteY44" fmla="*/ 1096915 h 1694229"/>
                <a:gd name="connsiteX45" fmla="*/ 441064 w 1881147"/>
                <a:gd name="connsiteY45" fmla="*/ 1166488 h 1694229"/>
                <a:gd name="connsiteX46" fmla="*/ 519111 w 1881147"/>
                <a:gd name="connsiteY46" fmla="*/ 1222951 h 1694229"/>
                <a:gd name="connsiteX47" fmla="*/ 591143 w 1881147"/>
                <a:gd name="connsiteY47" fmla="*/ 1255945 h 1694229"/>
                <a:gd name="connsiteX48" fmla="*/ 571974 w 1881147"/>
                <a:gd name="connsiteY48" fmla="*/ 1315648 h 1694229"/>
                <a:gd name="connsiteX49" fmla="*/ 662461 w 1881147"/>
                <a:gd name="connsiteY49" fmla="*/ 1468048 h 1694229"/>
                <a:gd name="connsiteX50" fmla="*/ 755271 w 1881147"/>
                <a:gd name="connsiteY50" fmla="*/ 1541202 h 1694229"/>
                <a:gd name="connsiteX51" fmla="*/ 805336 w 1881147"/>
                <a:gd name="connsiteY51" fmla="*/ 1491860 h 1694229"/>
                <a:gd name="connsiteX52" fmla="*/ 869926 w 1881147"/>
                <a:gd name="connsiteY52" fmla="*/ 1519257 h 1694229"/>
                <a:gd name="connsiteX53" fmla="*/ 924399 w 1881147"/>
                <a:gd name="connsiteY53" fmla="*/ 1487098 h 1694229"/>
                <a:gd name="connsiteX54" fmla="*/ 941246 w 1881147"/>
                <a:gd name="connsiteY54" fmla="*/ 1444922 h 1694229"/>
                <a:gd name="connsiteX55" fmla="*/ 1005123 w 1881147"/>
                <a:gd name="connsiteY55" fmla="*/ 1531334 h 1694229"/>
                <a:gd name="connsiteX56" fmla="*/ 1050190 w 1881147"/>
                <a:gd name="connsiteY56" fmla="*/ 1602428 h 1694229"/>
                <a:gd name="connsiteX57" fmla="*/ 1120136 w 1881147"/>
                <a:gd name="connsiteY57" fmla="*/ 1693947 h 1694229"/>
                <a:gd name="connsiteX58" fmla="*/ 1151034 w 1881147"/>
                <a:gd name="connsiteY58" fmla="*/ 1630856 h 1694229"/>
                <a:gd name="connsiteX59" fmla="*/ 1181693 w 1881147"/>
                <a:gd name="connsiteY59" fmla="*/ 1624376 h 1694229"/>
                <a:gd name="connsiteX60" fmla="*/ 1224792 w 1881147"/>
                <a:gd name="connsiteY60" fmla="*/ 1653639 h 1694229"/>
                <a:gd name="connsiteX61" fmla="*/ 1258367 w 1881147"/>
                <a:gd name="connsiteY61" fmla="*/ 1612985 h 1694229"/>
                <a:gd name="connsiteX62" fmla="*/ 1277188 w 1881147"/>
                <a:gd name="connsiteY62" fmla="*/ 1617602 h 1694229"/>
                <a:gd name="connsiteX63" fmla="*/ 1311230 w 1881147"/>
                <a:gd name="connsiteY63" fmla="*/ 1684079 h 1694229"/>
                <a:gd name="connsiteX64" fmla="*/ 1367786 w 1881147"/>
                <a:gd name="connsiteY64" fmla="*/ 1660610 h 1694229"/>
                <a:gd name="connsiteX65" fmla="*/ 1419818 w 1881147"/>
                <a:gd name="connsiteY65" fmla="*/ 1604489 h 1694229"/>
                <a:gd name="connsiteX66" fmla="*/ 1470595 w 1881147"/>
                <a:gd name="connsiteY66" fmla="*/ 1587946 h 1694229"/>
                <a:gd name="connsiteX67" fmla="*/ 1488274 w 1881147"/>
                <a:gd name="connsiteY67" fmla="*/ 1643768 h 1694229"/>
                <a:gd name="connsiteX68" fmla="*/ 1558169 w 1881147"/>
                <a:gd name="connsiteY68" fmla="*/ 1618090 h 1694229"/>
                <a:gd name="connsiteX69" fmla="*/ 1588947 w 1881147"/>
                <a:gd name="connsiteY69" fmla="*/ 1531334 h 1694229"/>
                <a:gd name="connsiteX70" fmla="*/ 1670383 w 1881147"/>
                <a:gd name="connsiteY70" fmla="*/ 1441192 h 1694229"/>
                <a:gd name="connsiteX71" fmla="*/ 1714974 w 1881147"/>
                <a:gd name="connsiteY71" fmla="*/ 1410062 h 1694229"/>
                <a:gd name="connsiteX72" fmla="*/ 1743343 w 1881147"/>
                <a:gd name="connsiteY72" fmla="*/ 1413357 h 1694229"/>
                <a:gd name="connsiteX73" fmla="*/ 1820935 w 1881147"/>
                <a:gd name="connsiteY73" fmla="*/ 1402749 h 1694229"/>
                <a:gd name="connsiteX74" fmla="*/ 1816054 w 1881147"/>
                <a:gd name="connsiteY74" fmla="*/ 1456313 h 1694229"/>
                <a:gd name="connsiteX75" fmla="*/ 1874221 w 1881147"/>
                <a:gd name="connsiteY75" fmla="*/ 1479634 h 1694229"/>
                <a:gd name="connsiteX76" fmla="*/ 1875829 w 1881147"/>
                <a:gd name="connsiteY76" fmla="*/ 1457000 h 1694229"/>
                <a:gd name="connsiteX77" fmla="*/ 1875051 w 1881147"/>
                <a:gd name="connsiteY77" fmla="*/ 1396266 h 1694229"/>
                <a:gd name="connsiteX78" fmla="*/ 1853086 w 1881147"/>
                <a:gd name="connsiteY78" fmla="*/ 1306123 h 1694229"/>
                <a:gd name="connsiteX79" fmla="*/ 1853086 w 1881147"/>
                <a:gd name="connsiteY79" fmla="*/ 1248973 h 1694229"/>
                <a:gd name="connsiteX80" fmla="*/ 1810224 w 1881147"/>
                <a:gd name="connsiteY80" fmla="*/ 1239448 h 1694229"/>
                <a:gd name="connsiteX81" fmla="*/ 1734024 w 1881147"/>
                <a:gd name="connsiteY81" fmla="*/ 1158485 h 1694229"/>
                <a:gd name="connsiteX82" fmla="*/ 1695924 w 1881147"/>
                <a:gd name="connsiteY82" fmla="*/ 977510 h 1694229"/>
                <a:gd name="connsiteX83" fmla="*/ 1643536 w 1881147"/>
                <a:gd name="connsiteY83" fmla="*/ 944173 h 1694229"/>
                <a:gd name="connsiteX84" fmla="*/ 1605436 w 1881147"/>
                <a:gd name="connsiteY84" fmla="*/ 887023 h 1694229"/>
                <a:gd name="connsiteX85" fmla="*/ 1557811 w 1881147"/>
                <a:gd name="connsiteY85" fmla="*/ 839398 h 1694229"/>
                <a:gd name="connsiteX86" fmla="*/ 1505424 w 1881147"/>
                <a:gd name="connsiteY86" fmla="*/ 820348 h 1694229"/>
                <a:gd name="connsiteX87" fmla="*/ 1453036 w 1881147"/>
                <a:gd name="connsiteY87" fmla="*/ 815585 h 1694229"/>
                <a:gd name="connsiteX88" fmla="*/ 1510186 w 1881147"/>
                <a:gd name="connsiteY88" fmla="*/ 782248 h 1694229"/>
                <a:gd name="connsiteX89" fmla="*/ 1476849 w 1881147"/>
                <a:gd name="connsiteY89" fmla="*/ 748910 h 1694229"/>
                <a:gd name="connsiteX90" fmla="*/ 1481611 w 1881147"/>
                <a:gd name="connsiteY90" fmla="*/ 725098 h 1694229"/>
                <a:gd name="connsiteX91" fmla="*/ 1572099 w 1881147"/>
                <a:gd name="connsiteY91" fmla="*/ 763198 h 1694229"/>
                <a:gd name="connsiteX92" fmla="*/ 1624486 w 1881147"/>
                <a:gd name="connsiteY92" fmla="*/ 696523 h 1694229"/>
                <a:gd name="connsiteX93" fmla="*/ 1622283 w 1881147"/>
                <a:gd name="connsiteY93" fmla="*/ 553648 h 1694229"/>
                <a:gd name="connsiteX94" fmla="*/ 1639486 w 1881147"/>
                <a:gd name="connsiteY94"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76811 w 1881147"/>
                <a:gd name="connsiteY11" fmla="*/ 258373 h 1694229"/>
                <a:gd name="connsiteX12" fmla="*/ 1114899 w 1881147"/>
                <a:gd name="connsiteY12" fmla="*/ 301235 h 1694229"/>
                <a:gd name="connsiteX13" fmla="*/ 1005361 w 1881147"/>
                <a:gd name="connsiteY13" fmla="*/ 315523 h 1694229"/>
                <a:gd name="connsiteX14" fmla="*/ 962499 w 1881147"/>
                <a:gd name="connsiteY14" fmla="*/ 358385 h 1694229"/>
                <a:gd name="connsiteX15" fmla="*/ 838674 w 1881147"/>
                <a:gd name="connsiteY15" fmla="*/ 358385 h 1694229"/>
                <a:gd name="connsiteX16" fmla="*/ 781524 w 1881147"/>
                <a:gd name="connsiteY16" fmla="*/ 429823 h 1694229"/>
                <a:gd name="connsiteX17" fmla="*/ 781524 w 1881147"/>
                <a:gd name="connsiteY17" fmla="*/ 463160 h 1694229"/>
                <a:gd name="connsiteX18" fmla="*/ 743424 w 1881147"/>
                <a:gd name="connsiteY18" fmla="*/ 486973 h 1694229"/>
                <a:gd name="connsiteX19" fmla="*/ 671986 w 1881147"/>
                <a:gd name="connsiteY19" fmla="*/ 420298 h 1694229"/>
                <a:gd name="connsiteX20" fmla="*/ 519586 w 1881147"/>
                <a:gd name="connsiteY20" fmla="*/ 415535 h 1694229"/>
                <a:gd name="connsiteX21" fmla="*/ 457674 w 1881147"/>
                <a:gd name="connsiteY21" fmla="*/ 434585 h 1694229"/>
                <a:gd name="connsiteX22" fmla="*/ 419574 w 1881147"/>
                <a:gd name="connsiteY22" fmla="*/ 420298 h 1694229"/>
                <a:gd name="connsiteX23" fmla="*/ 400524 w 1881147"/>
                <a:gd name="connsiteY23" fmla="*/ 358385 h 1694229"/>
                <a:gd name="connsiteX24" fmla="*/ 333849 w 1881147"/>
                <a:gd name="connsiteY24" fmla="*/ 305998 h 1694229"/>
                <a:gd name="connsiteX25" fmla="*/ 286224 w 1881147"/>
                <a:gd name="connsiteY25" fmla="*/ 239323 h 1694229"/>
                <a:gd name="connsiteX26" fmla="*/ 143349 w 1881147"/>
                <a:gd name="connsiteY26" fmla="*/ 258373 h 1694229"/>
                <a:gd name="connsiteX27" fmla="*/ 124299 w 1881147"/>
                <a:gd name="connsiteY27" fmla="*/ 334573 h 1694229"/>
                <a:gd name="connsiteX28" fmla="*/ 110011 w 1881147"/>
                <a:gd name="connsiteY28" fmla="*/ 367910 h 1694229"/>
                <a:gd name="connsiteX29" fmla="*/ 133824 w 1881147"/>
                <a:gd name="connsiteY29" fmla="*/ 415535 h 1694229"/>
                <a:gd name="connsiteX30" fmla="*/ 81436 w 1881147"/>
                <a:gd name="connsiteY30" fmla="*/ 453635 h 1694229"/>
                <a:gd name="connsiteX31" fmla="*/ 33811 w 1881147"/>
                <a:gd name="connsiteY31" fmla="*/ 448873 h 1694229"/>
                <a:gd name="connsiteX32" fmla="*/ 33811 w 1881147"/>
                <a:gd name="connsiteY32" fmla="*/ 520310 h 1694229"/>
                <a:gd name="connsiteX33" fmla="*/ 474 w 1881147"/>
                <a:gd name="connsiteY33" fmla="*/ 625085 h 1694229"/>
                <a:gd name="connsiteX34" fmla="*/ 62386 w 1881147"/>
                <a:gd name="connsiteY34" fmla="*/ 701285 h 1694229"/>
                <a:gd name="connsiteX35" fmla="*/ 111977 w 1881147"/>
                <a:gd name="connsiteY35" fmla="*/ 681547 h 1694229"/>
                <a:gd name="connsiteX36" fmla="*/ 112334 w 1881147"/>
                <a:gd name="connsiteY36" fmla="*/ 751806 h 1694229"/>
                <a:gd name="connsiteX37" fmla="*/ 167161 w 1881147"/>
                <a:gd name="connsiteY37" fmla="*/ 782248 h 1694229"/>
                <a:gd name="connsiteX38" fmla="*/ 236159 w 1881147"/>
                <a:gd name="connsiteY38" fmla="*/ 792460 h 1694229"/>
                <a:gd name="connsiteX39" fmla="*/ 271462 w 1881147"/>
                <a:gd name="connsiteY39" fmla="*/ 848431 h 1694229"/>
                <a:gd name="connsiteX40" fmla="*/ 270869 w 1881147"/>
                <a:gd name="connsiteY40" fmla="*/ 893503 h 1694229"/>
                <a:gd name="connsiteX41" fmla="*/ 295393 w 1881147"/>
                <a:gd name="connsiteY41" fmla="*/ 932978 h 1694229"/>
                <a:gd name="connsiteX42" fmla="*/ 341051 w 1881147"/>
                <a:gd name="connsiteY42" fmla="*/ 971570 h 1694229"/>
                <a:gd name="connsiteX43" fmla="*/ 426184 w 1881147"/>
                <a:gd name="connsiteY43" fmla="*/ 1025822 h 1694229"/>
                <a:gd name="connsiteX44" fmla="*/ 461961 w 1881147"/>
                <a:gd name="connsiteY44" fmla="*/ 1096915 h 1694229"/>
                <a:gd name="connsiteX45" fmla="*/ 441064 w 1881147"/>
                <a:gd name="connsiteY45" fmla="*/ 1166488 h 1694229"/>
                <a:gd name="connsiteX46" fmla="*/ 519111 w 1881147"/>
                <a:gd name="connsiteY46" fmla="*/ 1222951 h 1694229"/>
                <a:gd name="connsiteX47" fmla="*/ 591143 w 1881147"/>
                <a:gd name="connsiteY47" fmla="*/ 1255945 h 1694229"/>
                <a:gd name="connsiteX48" fmla="*/ 571974 w 1881147"/>
                <a:gd name="connsiteY48" fmla="*/ 1315648 h 1694229"/>
                <a:gd name="connsiteX49" fmla="*/ 662461 w 1881147"/>
                <a:gd name="connsiteY49" fmla="*/ 1468048 h 1694229"/>
                <a:gd name="connsiteX50" fmla="*/ 755271 w 1881147"/>
                <a:gd name="connsiteY50" fmla="*/ 1541202 h 1694229"/>
                <a:gd name="connsiteX51" fmla="*/ 805336 w 1881147"/>
                <a:gd name="connsiteY51" fmla="*/ 1491860 h 1694229"/>
                <a:gd name="connsiteX52" fmla="*/ 869926 w 1881147"/>
                <a:gd name="connsiteY52" fmla="*/ 1519257 h 1694229"/>
                <a:gd name="connsiteX53" fmla="*/ 924399 w 1881147"/>
                <a:gd name="connsiteY53" fmla="*/ 1487098 h 1694229"/>
                <a:gd name="connsiteX54" fmla="*/ 941246 w 1881147"/>
                <a:gd name="connsiteY54" fmla="*/ 1444922 h 1694229"/>
                <a:gd name="connsiteX55" fmla="*/ 1005123 w 1881147"/>
                <a:gd name="connsiteY55" fmla="*/ 1531334 h 1694229"/>
                <a:gd name="connsiteX56" fmla="*/ 1050190 w 1881147"/>
                <a:gd name="connsiteY56" fmla="*/ 1602428 h 1694229"/>
                <a:gd name="connsiteX57" fmla="*/ 1120136 w 1881147"/>
                <a:gd name="connsiteY57" fmla="*/ 1693947 h 1694229"/>
                <a:gd name="connsiteX58" fmla="*/ 1151034 w 1881147"/>
                <a:gd name="connsiteY58" fmla="*/ 1630856 h 1694229"/>
                <a:gd name="connsiteX59" fmla="*/ 1181693 w 1881147"/>
                <a:gd name="connsiteY59" fmla="*/ 1624376 h 1694229"/>
                <a:gd name="connsiteX60" fmla="*/ 1224792 w 1881147"/>
                <a:gd name="connsiteY60" fmla="*/ 1653639 h 1694229"/>
                <a:gd name="connsiteX61" fmla="*/ 1258367 w 1881147"/>
                <a:gd name="connsiteY61" fmla="*/ 1612985 h 1694229"/>
                <a:gd name="connsiteX62" fmla="*/ 1277188 w 1881147"/>
                <a:gd name="connsiteY62" fmla="*/ 1617602 h 1694229"/>
                <a:gd name="connsiteX63" fmla="*/ 1311230 w 1881147"/>
                <a:gd name="connsiteY63" fmla="*/ 1684079 h 1694229"/>
                <a:gd name="connsiteX64" fmla="*/ 1367786 w 1881147"/>
                <a:gd name="connsiteY64" fmla="*/ 1660610 h 1694229"/>
                <a:gd name="connsiteX65" fmla="*/ 1419818 w 1881147"/>
                <a:gd name="connsiteY65" fmla="*/ 1604489 h 1694229"/>
                <a:gd name="connsiteX66" fmla="*/ 1470595 w 1881147"/>
                <a:gd name="connsiteY66" fmla="*/ 1587946 h 1694229"/>
                <a:gd name="connsiteX67" fmla="*/ 1488274 w 1881147"/>
                <a:gd name="connsiteY67" fmla="*/ 1643768 h 1694229"/>
                <a:gd name="connsiteX68" fmla="*/ 1558169 w 1881147"/>
                <a:gd name="connsiteY68" fmla="*/ 1618090 h 1694229"/>
                <a:gd name="connsiteX69" fmla="*/ 1588947 w 1881147"/>
                <a:gd name="connsiteY69" fmla="*/ 1531334 h 1694229"/>
                <a:gd name="connsiteX70" fmla="*/ 1670383 w 1881147"/>
                <a:gd name="connsiteY70" fmla="*/ 1441192 h 1694229"/>
                <a:gd name="connsiteX71" fmla="*/ 1714974 w 1881147"/>
                <a:gd name="connsiteY71" fmla="*/ 1410062 h 1694229"/>
                <a:gd name="connsiteX72" fmla="*/ 1743343 w 1881147"/>
                <a:gd name="connsiteY72" fmla="*/ 1413357 h 1694229"/>
                <a:gd name="connsiteX73" fmla="*/ 1820935 w 1881147"/>
                <a:gd name="connsiteY73" fmla="*/ 1402749 h 1694229"/>
                <a:gd name="connsiteX74" fmla="*/ 1816054 w 1881147"/>
                <a:gd name="connsiteY74" fmla="*/ 1456313 h 1694229"/>
                <a:gd name="connsiteX75" fmla="*/ 1874221 w 1881147"/>
                <a:gd name="connsiteY75" fmla="*/ 1479634 h 1694229"/>
                <a:gd name="connsiteX76" fmla="*/ 1875829 w 1881147"/>
                <a:gd name="connsiteY76" fmla="*/ 1457000 h 1694229"/>
                <a:gd name="connsiteX77" fmla="*/ 1875051 w 1881147"/>
                <a:gd name="connsiteY77" fmla="*/ 1396266 h 1694229"/>
                <a:gd name="connsiteX78" fmla="*/ 1853086 w 1881147"/>
                <a:gd name="connsiteY78" fmla="*/ 1306123 h 1694229"/>
                <a:gd name="connsiteX79" fmla="*/ 1853086 w 1881147"/>
                <a:gd name="connsiteY79" fmla="*/ 1248973 h 1694229"/>
                <a:gd name="connsiteX80" fmla="*/ 1810224 w 1881147"/>
                <a:gd name="connsiteY80" fmla="*/ 1239448 h 1694229"/>
                <a:gd name="connsiteX81" fmla="*/ 1734024 w 1881147"/>
                <a:gd name="connsiteY81" fmla="*/ 1158485 h 1694229"/>
                <a:gd name="connsiteX82" fmla="*/ 1695924 w 1881147"/>
                <a:gd name="connsiteY82" fmla="*/ 977510 h 1694229"/>
                <a:gd name="connsiteX83" fmla="*/ 1643536 w 1881147"/>
                <a:gd name="connsiteY83" fmla="*/ 944173 h 1694229"/>
                <a:gd name="connsiteX84" fmla="*/ 1605436 w 1881147"/>
                <a:gd name="connsiteY84" fmla="*/ 887023 h 1694229"/>
                <a:gd name="connsiteX85" fmla="*/ 1557811 w 1881147"/>
                <a:gd name="connsiteY85" fmla="*/ 839398 h 1694229"/>
                <a:gd name="connsiteX86" fmla="*/ 1505424 w 1881147"/>
                <a:gd name="connsiteY86" fmla="*/ 820348 h 1694229"/>
                <a:gd name="connsiteX87" fmla="*/ 1453036 w 1881147"/>
                <a:gd name="connsiteY87" fmla="*/ 815585 h 1694229"/>
                <a:gd name="connsiteX88" fmla="*/ 1510186 w 1881147"/>
                <a:gd name="connsiteY88" fmla="*/ 782248 h 1694229"/>
                <a:gd name="connsiteX89" fmla="*/ 1476849 w 1881147"/>
                <a:gd name="connsiteY89" fmla="*/ 748910 h 1694229"/>
                <a:gd name="connsiteX90" fmla="*/ 1481611 w 1881147"/>
                <a:gd name="connsiteY90" fmla="*/ 725098 h 1694229"/>
                <a:gd name="connsiteX91" fmla="*/ 1572099 w 1881147"/>
                <a:gd name="connsiteY91" fmla="*/ 763198 h 1694229"/>
                <a:gd name="connsiteX92" fmla="*/ 1624486 w 1881147"/>
                <a:gd name="connsiteY92" fmla="*/ 696523 h 1694229"/>
                <a:gd name="connsiteX93" fmla="*/ 1622283 w 1881147"/>
                <a:gd name="connsiteY93" fmla="*/ 553648 h 1694229"/>
                <a:gd name="connsiteX94" fmla="*/ 1639486 w 1881147"/>
                <a:gd name="connsiteY94"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74371 w 1881147"/>
                <a:gd name="connsiteY11" fmla="*/ 291563 h 1694229"/>
                <a:gd name="connsiteX12" fmla="*/ 1114899 w 1881147"/>
                <a:gd name="connsiteY12" fmla="*/ 301235 h 1694229"/>
                <a:gd name="connsiteX13" fmla="*/ 1005361 w 1881147"/>
                <a:gd name="connsiteY13" fmla="*/ 315523 h 1694229"/>
                <a:gd name="connsiteX14" fmla="*/ 962499 w 1881147"/>
                <a:gd name="connsiteY14" fmla="*/ 358385 h 1694229"/>
                <a:gd name="connsiteX15" fmla="*/ 838674 w 1881147"/>
                <a:gd name="connsiteY15" fmla="*/ 358385 h 1694229"/>
                <a:gd name="connsiteX16" fmla="*/ 781524 w 1881147"/>
                <a:gd name="connsiteY16" fmla="*/ 429823 h 1694229"/>
                <a:gd name="connsiteX17" fmla="*/ 781524 w 1881147"/>
                <a:gd name="connsiteY17" fmla="*/ 463160 h 1694229"/>
                <a:gd name="connsiteX18" fmla="*/ 743424 w 1881147"/>
                <a:gd name="connsiteY18" fmla="*/ 486973 h 1694229"/>
                <a:gd name="connsiteX19" fmla="*/ 671986 w 1881147"/>
                <a:gd name="connsiteY19" fmla="*/ 420298 h 1694229"/>
                <a:gd name="connsiteX20" fmla="*/ 519586 w 1881147"/>
                <a:gd name="connsiteY20" fmla="*/ 415535 h 1694229"/>
                <a:gd name="connsiteX21" fmla="*/ 457674 w 1881147"/>
                <a:gd name="connsiteY21" fmla="*/ 434585 h 1694229"/>
                <a:gd name="connsiteX22" fmla="*/ 419574 w 1881147"/>
                <a:gd name="connsiteY22" fmla="*/ 420298 h 1694229"/>
                <a:gd name="connsiteX23" fmla="*/ 400524 w 1881147"/>
                <a:gd name="connsiteY23" fmla="*/ 358385 h 1694229"/>
                <a:gd name="connsiteX24" fmla="*/ 333849 w 1881147"/>
                <a:gd name="connsiteY24" fmla="*/ 305998 h 1694229"/>
                <a:gd name="connsiteX25" fmla="*/ 286224 w 1881147"/>
                <a:gd name="connsiteY25" fmla="*/ 239323 h 1694229"/>
                <a:gd name="connsiteX26" fmla="*/ 143349 w 1881147"/>
                <a:gd name="connsiteY26" fmla="*/ 258373 h 1694229"/>
                <a:gd name="connsiteX27" fmla="*/ 124299 w 1881147"/>
                <a:gd name="connsiteY27" fmla="*/ 334573 h 1694229"/>
                <a:gd name="connsiteX28" fmla="*/ 110011 w 1881147"/>
                <a:gd name="connsiteY28" fmla="*/ 367910 h 1694229"/>
                <a:gd name="connsiteX29" fmla="*/ 133824 w 1881147"/>
                <a:gd name="connsiteY29" fmla="*/ 415535 h 1694229"/>
                <a:gd name="connsiteX30" fmla="*/ 81436 w 1881147"/>
                <a:gd name="connsiteY30" fmla="*/ 453635 h 1694229"/>
                <a:gd name="connsiteX31" fmla="*/ 33811 w 1881147"/>
                <a:gd name="connsiteY31" fmla="*/ 448873 h 1694229"/>
                <a:gd name="connsiteX32" fmla="*/ 33811 w 1881147"/>
                <a:gd name="connsiteY32" fmla="*/ 520310 h 1694229"/>
                <a:gd name="connsiteX33" fmla="*/ 474 w 1881147"/>
                <a:gd name="connsiteY33" fmla="*/ 625085 h 1694229"/>
                <a:gd name="connsiteX34" fmla="*/ 62386 w 1881147"/>
                <a:gd name="connsiteY34" fmla="*/ 701285 h 1694229"/>
                <a:gd name="connsiteX35" fmla="*/ 111977 w 1881147"/>
                <a:gd name="connsiteY35" fmla="*/ 681547 h 1694229"/>
                <a:gd name="connsiteX36" fmla="*/ 112334 w 1881147"/>
                <a:gd name="connsiteY36" fmla="*/ 751806 h 1694229"/>
                <a:gd name="connsiteX37" fmla="*/ 167161 w 1881147"/>
                <a:gd name="connsiteY37" fmla="*/ 782248 h 1694229"/>
                <a:gd name="connsiteX38" fmla="*/ 236159 w 1881147"/>
                <a:gd name="connsiteY38" fmla="*/ 792460 h 1694229"/>
                <a:gd name="connsiteX39" fmla="*/ 271462 w 1881147"/>
                <a:gd name="connsiteY39" fmla="*/ 848431 h 1694229"/>
                <a:gd name="connsiteX40" fmla="*/ 270869 w 1881147"/>
                <a:gd name="connsiteY40" fmla="*/ 893503 h 1694229"/>
                <a:gd name="connsiteX41" fmla="*/ 295393 w 1881147"/>
                <a:gd name="connsiteY41" fmla="*/ 932978 h 1694229"/>
                <a:gd name="connsiteX42" fmla="*/ 341051 w 1881147"/>
                <a:gd name="connsiteY42" fmla="*/ 971570 h 1694229"/>
                <a:gd name="connsiteX43" fmla="*/ 426184 w 1881147"/>
                <a:gd name="connsiteY43" fmla="*/ 1025822 h 1694229"/>
                <a:gd name="connsiteX44" fmla="*/ 461961 w 1881147"/>
                <a:gd name="connsiteY44" fmla="*/ 1096915 h 1694229"/>
                <a:gd name="connsiteX45" fmla="*/ 441064 w 1881147"/>
                <a:gd name="connsiteY45" fmla="*/ 1166488 h 1694229"/>
                <a:gd name="connsiteX46" fmla="*/ 519111 w 1881147"/>
                <a:gd name="connsiteY46" fmla="*/ 1222951 h 1694229"/>
                <a:gd name="connsiteX47" fmla="*/ 591143 w 1881147"/>
                <a:gd name="connsiteY47" fmla="*/ 1255945 h 1694229"/>
                <a:gd name="connsiteX48" fmla="*/ 571974 w 1881147"/>
                <a:gd name="connsiteY48" fmla="*/ 1315648 h 1694229"/>
                <a:gd name="connsiteX49" fmla="*/ 662461 w 1881147"/>
                <a:gd name="connsiteY49" fmla="*/ 1468048 h 1694229"/>
                <a:gd name="connsiteX50" fmla="*/ 755271 w 1881147"/>
                <a:gd name="connsiteY50" fmla="*/ 1541202 h 1694229"/>
                <a:gd name="connsiteX51" fmla="*/ 805336 w 1881147"/>
                <a:gd name="connsiteY51" fmla="*/ 1491860 h 1694229"/>
                <a:gd name="connsiteX52" fmla="*/ 869926 w 1881147"/>
                <a:gd name="connsiteY52" fmla="*/ 1519257 h 1694229"/>
                <a:gd name="connsiteX53" fmla="*/ 924399 w 1881147"/>
                <a:gd name="connsiteY53" fmla="*/ 1487098 h 1694229"/>
                <a:gd name="connsiteX54" fmla="*/ 941246 w 1881147"/>
                <a:gd name="connsiteY54" fmla="*/ 1444922 h 1694229"/>
                <a:gd name="connsiteX55" fmla="*/ 1005123 w 1881147"/>
                <a:gd name="connsiteY55" fmla="*/ 1531334 h 1694229"/>
                <a:gd name="connsiteX56" fmla="*/ 1050190 w 1881147"/>
                <a:gd name="connsiteY56" fmla="*/ 1602428 h 1694229"/>
                <a:gd name="connsiteX57" fmla="*/ 1120136 w 1881147"/>
                <a:gd name="connsiteY57" fmla="*/ 1693947 h 1694229"/>
                <a:gd name="connsiteX58" fmla="*/ 1151034 w 1881147"/>
                <a:gd name="connsiteY58" fmla="*/ 1630856 h 1694229"/>
                <a:gd name="connsiteX59" fmla="*/ 1181693 w 1881147"/>
                <a:gd name="connsiteY59" fmla="*/ 1624376 h 1694229"/>
                <a:gd name="connsiteX60" fmla="*/ 1224792 w 1881147"/>
                <a:gd name="connsiteY60" fmla="*/ 1653639 h 1694229"/>
                <a:gd name="connsiteX61" fmla="*/ 1258367 w 1881147"/>
                <a:gd name="connsiteY61" fmla="*/ 1612985 h 1694229"/>
                <a:gd name="connsiteX62" fmla="*/ 1277188 w 1881147"/>
                <a:gd name="connsiteY62" fmla="*/ 1617602 h 1694229"/>
                <a:gd name="connsiteX63" fmla="*/ 1311230 w 1881147"/>
                <a:gd name="connsiteY63" fmla="*/ 1684079 h 1694229"/>
                <a:gd name="connsiteX64" fmla="*/ 1367786 w 1881147"/>
                <a:gd name="connsiteY64" fmla="*/ 1660610 h 1694229"/>
                <a:gd name="connsiteX65" fmla="*/ 1419818 w 1881147"/>
                <a:gd name="connsiteY65" fmla="*/ 1604489 h 1694229"/>
                <a:gd name="connsiteX66" fmla="*/ 1470595 w 1881147"/>
                <a:gd name="connsiteY66" fmla="*/ 1587946 h 1694229"/>
                <a:gd name="connsiteX67" fmla="*/ 1488274 w 1881147"/>
                <a:gd name="connsiteY67" fmla="*/ 1643768 h 1694229"/>
                <a:gd name="connsiteX68" fmla="*/ 1558169 w 1881147"/>
                <a:gd name="connsiteY68" fmla="*/ 1618090 h 1694229"/>
                <a:gd name="connsiteX69" fmla="*/ 1588947 w 1881147"/>
                <a:gd name="connsiteY69" fmla="*/ 1531334 h 1694229"/>
                <a:gd name="connsiteX70" fmla="*/ 1670383 w 1881147"/>
                <a:gd name="connsiteY70" fmla="*/ 1441192 h 1694229"/>
                <a:gd name="connsiteX71" fmla="*/ 1714974 w 1881147"/>
                <a:gd name="connsiteY71" fmla="*/ 1410062 h 1694229"/>
                <a:gd name="connsiteX72" fmla="*/ 1743343 w 1881147"/>
                <a:gd name="connsiteY72" fmla="*/ 1413357 h 1694229"/>
                <a:gd name="connsiteX73" fmla="*/ 1820935 w 1881147"/>
                <a:gd name="connsiteY73" fmla="*/ 1402749 h 1694229"/>
                <a:gd name="connsiteX74" fmla="*/ 1816054 w 1881147"/>
                <a:gd name="connsiteY74" fmla="*/ 1456313 h 1694229"/>
                <a:gd name="connsiteX75" fmla="*/ 1874221 w 1881147"/>
                <a:gd name="connsiteY75" fmla="*/ 1479634 h 1694229"/>
                <a:gd name="connsiteX76" fmla="*/ 1875829 w 1881147"/>
                <a:gd name="connsiteY76" fmla="*/ 1457000 h 1694229"/>
                <a:gd name="connsiteX77" fmla="*/ 1875051 w 1881147"/>
                <a:gd name="connsiteY77" fmla="*/ 1396266 h 1694229"/>
                <a:gd name="connsiteX78" fmla="*/ 1853086 w 1881147"/>
                <a:gd name="connsiteY78" fmla="*/ 1306123 h 1694229"/>
                <a:gd name="connsiteX79" fmla="*/ 1853086 w 1881147"/>
                <a:gd name="connsiteY79" fmla="*/ 1248973 h 1694229"/>
                <a:gd name="connsiteX80" fmla="*/ 1810224 w 1881147"/>
                <a:gd name="connsiteY80" fmla="*/ 1239448 h 1694229"/>
                <a:gd name="connsiteX81" fmla="*/ 1734024 w 1881147"/>
                <a:gd name="connsiteY81" fmla="*/ 1158485 h 1694229"/>
                <a:gd name="connsiteX82" fmla="*/ 1695924 w 1881147"/>
                <a:gd name="connsiteY82" fmla="*/ 977510 h 1694229"/>
                <a:gd name="connsiteX83" fmla="*/ 1643536 w 1881147"/>
                <a:gd name="connsiteY83" fmla="*/ 944173 h 1694229"/>
                <a:gd name="connsiteX84" fmla="*/ 1605436 w 1881147"/>
                <a:gd name="connsiteY84" fmla="*/ 887023 h 1694229"/>
                <a:gd name="connsiteX85" fmla="*/ 1557811 w 1881147"/>
                <a:gd name="connsiteY85" fmla="*/ 839398 h 1694229"/>
                <a:gd name="connsiteX86" fmla="*/ 1505424 w 1881147"/>
                <a:gd name="connsiteY86" fmla="*/ 820348 h 1694229"/>
                <a:gd name="connsiteX87" fmla="*/ 1453036 w 1881147"/>
                <a:gd name="connsiteY87" fmla="*/ 815585 h 1694229"/>
                <a:gd name="connsiteX88" fmla="*/ 1510186 w 1881147"/>
                <a:gd name="connsiteY88" fmla="*/ 782248 h 1694229"/>
                <a:gd name="connsiteX89" fmla="*/ 1476849 w 1881147"/>
                <a:gd name="connsiteY89" fmla="*/ 748910 h 1694229"/>
                <a:gd name="connsiteX90" fmla="*/ 1481611 w 1881147"/>
                <a:gd name="connsiteY90" fmla="*/ 725098 h 1694229"/>
                <a:gd name="connsiteX91" fmla="*/ 1572099 w 1881147"/>
                <a:gd name="connsiteY91" fmla="*/ 763198 h 1694229"/>
                <a:gd name="connsiteX92" fmla="*/ 1624486 w 1881147"/>
                <a:gd name="connsiteY92" fmla="*/ 696523 h 1694229"/>
                <a:gd name="connsiteX93" fmla="*/ 1622283 w 1881147"/>
                <a:gd name="connsiteY93" fmla="*/ 553648 h 1694229"/>
                <a:gd name="connsiteX94" fmla="*/ 1639486 w 1881147"/>
                <a:gd name="connsiteY94"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74371 w 1881147"/>
                <a:gd name="connsiteY11" fmla="*/ 291563 h 1694229"/>
                <a:gd name="connsiteX12" fmla="*/ 1117339 w 1881147"/>
                <a:gd name="connsiteY12" fmla="*/ 285917 h 1694229"/>
                <a:gd name="connsiteX13" fmla="*/ 1005361 w 1881147"/>
                <a:gd name="connsiteY13" fmla="*/ 315523 h 1694229"/>
                <a:gd name="connsiteX14" fmla="*/ 962499 w 1881147"/>
                <a:gd name="connsiteY14" fmla="*/ 358385 h 1694229"/>
                <a:gd name="connsiteX15" fmla="*/ 838674 w 1881147"/>
                <a:gd name="connsiteY15" fmla="*/ 358385 h 1694229"/>
                <a:gd name="connsiteX16" fmla="*/ 781524 w 1881147"/>
                <a:gd name="connsiteY16" fmla="*/ 429823 h 1694229"/>
                <a:gd name="connsiteX17" fmla="*/ 781524 w 1881147"/>
                <a:gd name="connsiteY17" fmla="*/ 463160 h 1694229"/>
                <a:gd name="connsiteX18" fmla="*/ 743424 w 1881147"/>
                <a:gd name="connsiteY18" fmla="*/ 486973 h 1694229"/>
                <a:gd name="connsiteX19" fmla="*/ 671986 w 1881147"/>
                <a:gd name="connsiteY19" fmla="*/ 420298 h 1694229"/>
                <a:gd name="connsiteX20" fmla="*/ 519586 w 1881147"/>
                <a:gd name="connsiteY20" fmla="*/ 415535 h 1694229"/>
                <a:gd name="connsiteX21" fmla="*/ 457674 w 1881147"/>
                <a:gd name="connsiteY21" fmla="*/ 434585 h 1694229"/>
                <a:gd name="connsiteX22" fmla="*/ 419574 w 1881147"/>
                <a:gd name="connsiteY22" fmla="*/ 420298 h 1694229"/>
                <a:gd name="connsiteX23" fmla="*/ 400524 w 1881147"/>
                <a:gd name="connsiteY23" fmla="*/ 358385 h 1694229"/>
                <a:gd name="connsiteX24" fmla="*/ 333849 w 1881147"/>
                <a:gd name="connsiteY24" fmla="*/ 305998 h 1694229"/>
                <a:gd name="connsiteX25" fmla="*/ 286224 w 1881147"/>
                <a:gd name="connsiteY25" fmla="*/ 239323 h 1694229"/>
                <a:gd name="connsiteX26" fmla="*/ 143349 w 1881147"/>
                <a:gd name="connsiteY26" fmla="*/ 258373 h 1694229"/>
                <a:gd name="connsiteX27" fmla="*/ 124299 w 1881147"/>
                <a:gd name="connsiteY27" fmla="*/ 334573 h 1694229"/>
                <a:gd name="connsiteX28" fmla="*/ 110011 w 1881147"/>
                <a:gd name="connsiteY28" fmla="*/ 367910 h 1694229"/>
                <a:gd name="connsiteX29" fmla="*/ 133824 w 1881147"/>
                <a:gd name="connsiteY29" fmla="*/ 415535 h 1694229"/>
                <a:gd name="connsiteX30" fmla="*/ 81436 w 1881147"/>
                <a:gd name="connsiteY30" fmla="*/ 453635 h 1694229"/>
                <a:gd name="connsiteX31" fmla="*/ 33811 w 1881147"/>
                <a:gd name="connsiteY31" fmla="*/ 448873 h 1694229"/>
                <a:gd name="connsiteX32" fmla="*/ 33811 w 1881147"/>
                <a:gd name="connsiteY32" fmla="*/ 520310 h 1694229"/>
                <a:gd name="connsiteX33" fmla="*/ 474 w 1881147"/>
                <a:gd name="connsiteY33" fmla="*/ 625085 h 1694229"/>
                <a:gd name="connsiteX34" fmla="*/ 62386 w 1881147"/>
                <a:gd name="connsiteY34" fmla="*/ 701285 h 1694229"/>
                <a:gd name="connsiteX35" fmla="*/ 111977 w 1881147"/>
                <a:gd name="connsiteY35" fmla="*/ 681547 h 1694229"/>
                <a:gd name="connsiteX36" fmla="*/ 112334 w 1881147"/>
                <a:gd name="connsiteY36" fmla="*/ 751806 h 1694229"/>
                <a:gd name="connsiteX37" fmla="*/ 167161 w 1881147"/>
                <a:gd name="connsiteY37" fmla="*/ 782248 h 1694229"/>
                <a:gd name="connsiteX38" fmla="*/ 236159 w 1881147"/>
                <a:gd name="connsiteY38" fmla="*/ 792460 h 1694229"/>
                <a:gd name="connsiteX39" fmla="*/ 271462 w 1881147"/>
                <a:gd name="connsiteY39" fmla="*/ 848431 h 1694229"/>
                <a:gd name="connsiteX40" fmla="*/ 270869 w 1881147"/>
                <a:gd name="connsiteY40" fmla="*/ 893503 h 1694229"/>
                <a:gd name="connsiteX41" fmla="*/ 295393 w 1881147"/>
                <a:gd name="connsiteY41" fmla="*/ 932978 h 1694229"/>
                <a:gd name="connsiteX42" fmla="*/ 341051 w 1881147"/>
                <a:gd name="connsiteY42" fmla="*/ 971570 h 1694229"/>
                <a:gd name="connsiteX43" fmla="*/ 426184 w 1881147"/>
                <a:gd name="connsiteY43" fmla="*/ 1025822 h 1694229"/>
                <a:gd name="connsiteX44" fmla="*/ 461961 w 1881147"/>
                <a:gd name="connsiteY44" fmla="*/ 1096915 h 1694229"/>
                <a:gd name="connsiteX45" fmla="*/ 441064 w 1881147"/>
                <a:gd name="connsiteY45" fmla="*/ 1166488 h 1694229"/>
                <a:gd name="connsiteX46" fmla="*/ 519111 w 1881147"/>
                <a:gd name="connsiteY46" fmla="*/ 1222951 h 1694229"/>
                <a:gd name="connsiteX47" fmla="*/ 591143 w 1881147"/>
                <a:gd name="connsiteY47" fmla="*/ 1255945 h 1694229"/>
                <a:gd name="connsiteX48" fmla="*/ 571974 w 1881147"/>
                <a:gd name="connsiteY48" fmla="*/ 1315648 h 1694229"/>
                <a:gd name="connsiteX49" fmla="*/ 662461 w 1881147"/>
                <a:gd name="connsiteY49" fmla="*/ 1468048 h 1694229"/>
                <a:gd name="connsiteX50" fmla="*/ 755271 w 1881147"/>
                <a:gd name="connsiteY50" fmla="*/ 1541202 h 1694229"/>
                <a:gd name="connsiteX51" fmla="*/ 805336 w 1881147"/>
                <a:gd name="connsiteY51" fmla="*/ 1491860 h 1694229"/>
                <a:gd name="connsiteX52" fmla="*/ 869926 w 1881147"/>
                <a:gd name="connsiteY52" fmla="*/ 1519257 h 1694229"/>
                <a:gd name="connsiteX53" fmla="*/ 924399 w 1881147"/>
                <a:gd name="connsiteY53" fmla="*/ 1487098 h 1694229"/>
                <a:gd name="connsiteX54" fmla="*/ 941246 w 1881147"/>
                <a:gd name="connsiteY54" fmla="*/ 1444922 h 1694229"/>
                <a:gd name="connsiteX55" fmla="*/ 1005123 w 1881147"/>
                <a:gd name="connsiteY55" fmla="*/ 1531334 h 1694229"/>
                <a:gd name="connsiteX56" fmla="*/ 1050190 w 1881147"/>
                <a:gd name="connsiteY56" fmla="*/ 1602428 h 1694229"/>
                <a:gd name="connsiteX57" fmla="*/ 1120136 w 1881147"/>
                <a:gd name="connsiteY57" fmla="*/ 1693947 h 1694229"/>
                <a:gd name="connsiteX58" fmla="*/ 1151034 w 1881147"/>
                <a:gd name="connsiteY58" fmla="*/ 1630856 h 1694229"/>
                <a:gd name="connsiteX59" fmla="*/ 1181693 w 1881147"/>
                <a:gd name="connsiteY59" fmla="*/ 1624376 h 1694229"/>
                <a:gd name="connsiteX60" fmla="*/ 1224792 w 1881147"/>
                <a:gd name="connsiteY60" fmla="*/ 1653639 h 1694229"/>
                <a:gd name="connsiteX61" fmla="*/ 1258367 w 1881147"/>
                <a:gd name="connsiteY61" fmla="*/ 1612985 h 1694229"/>
                <a:gd name="connsiteX62" fmla="*/ 1277188 w 1881147"/>
                <a:gd name="connsiteY62" fmla="*/ 1617602 h 1694229"/>
                <a:gd name="connsiteX63" fmla="*/ 1311230 w 1881147"/>
                <a:gd name="connsiteY63" fmla="*/ 1684079 h 1694229"/>
                <a:gd name="connsiteX64" fmla="*/ 1367786 w 1881147"/>
                <a:gd name="connsiteY64" fmla="*/ 1660610 h 1694229"/>
                <a:gd name="connsiteX65" fmla="*/ 1419818 w 1881147"/>
                <a:gd name="connsiteY65" fmla="*/ 1604489 h 1694229"/>
                <a:gd name="connsiteX66" fmla="*/ 1470595 w 1881147"/>
                <a:gd name="connsiteY66" fmla="*/ 1587946 h 1694229"/>
                <a:gd name="connsiteX67" fmla="*/ 1488274 w 1881147"/>
                <a:gd name="connsiteY67" fmla="*/ 1643768 h 1694229"/>
                <a:gd name="connsiteX68" fmla="*/ 1558169 w 1881147"/>
                <a:gd name="connsiteY68" fmla="*/ 1618090 h 1694229"/>
                <a:gd name="connsiteX69" fmla="*/ 1588947 w 1881147"/>
                <a:gd name="connsiteY69" fmla="*/ 1531334 h 1694229"/>
                <a:gd name="connsiteX70" fmla="*/ 1670383 w 1881147"/>
                <a:gd name="connsiteY70" fmla="*/ 1441192 h 1694229"/>
                <a:gd name="connsiteX71" fmla="*/ 1714974 w 1881147"/>
                <a:gd name="connsiteY71" fmla="*/ 1410062 h 1694229"/>
                <a:gd name="connsiteX72" fmla="*/ 1743343 w 1881147"/>
                <a:gd name="connsiteY72" fmla="*/ 1413357 h 1694229"/>
                <a:gd name="connsiteX73" fmla="*/ 1820935 w 1881147"/>
                <a:gd name="connsiteY73" fmla="*/ 1402749 h 1694229"/>
                <a:gd name="connsiteX74" fmla="*/ 1816054 w 1881147"/>
                <a:gd name="connsiteY74" fmla="*/ 1456313 h 1694229"/>
                <a:gd name="connsiteX75" fmla="*/ 1874221 w 1881147"/>
                <a:gd name="connsiteY75" fmla="*/ 1479634 h 1694229"/>
                <a:gd name="connsiteX76" fmla="*/ 1875829 w 1881147"/>
                <a:gd name="connsiteY76" fmla="*/ 1457000 h 1694229"/>
                <a:gd name="connsiteX77" fmla="*/ 1875051 w 1881147"/>
                <a:gd name="connsiteY77" fmla="*/ 1396266 h 1694229"/>
                <a:gd name="connsiteX78" fmla="*/ 1853086 w 1881147"/>
                <a:gd name="connsiteY78" fmla="*/ 1306123 h 1694229"/>
                <a:gd name="connsiteX79" fmla="*/ 1853086 w 1881147"/>
                <a:gd name="connsiteY79" fmla="*/ 1248973 h 1694229"/>
                <a:gd name="connsiteX80" fmla="*/ 1810224 w 1881147"/>
                <a:gd name="connsiteY80" fmla="*/ 1239448 h 1694229"/>
                <a:gd name="connsiteX81" fmla="*/ 1734024 w 1881147"/>
                <a:gd name="connsiteY81" fmla="*/ 1158485 h 1694229"/>
                <a:gd name="connsiteX82" fmla="*/ 1695924 w 1881147"/>
                <a:gd name="connsiteY82" fmla="*/ 977510 h 1694229"/>
                <a:gd name="connsiteX83" fmla="*/ 1643536 w 1881147"/>
                <a:gd name="connsiteY83" fmla="*/ 944173 h 1694229"/>
                <a:gd name="connsiteX84" fmla="*/ 1605436 w 1881147"/>
                <a:gd name="connsiteY84" fmla="*/ 887023 h 1694229"/>
                <a:gd name="connsiteX85" fmla="*/ 1557811 w 1881147"/>
                <a:gd name="connsiteY85" fmla="*/ 839398 h 1694229"/>
                <a:gd name="connsiteX86" fmla="*/ 1505424 w 1881147"/>
                <a:gd name="connsiteY86" fmla="*/ 820348 h 1694229"/>
                <a:gd name="connsiteX87" fmla="*/ 1453036 w 1881147"/>
                <a:gd name="connsiteY87" fmla="*/ 815585 h 1694229"/>
                <a:gd name="connsiteX88" fmla="*/ 1510186 w 1881147"/>
                <a:gd name="connsiteY88" fmla="*/ 782248 h 1694229"/>
                <a:gd name="connsiteX89" fmla="*/ 1476849 w 1881147"/>
                <a:gd name="connsiteY89" fmla="*/ 748910 h 1694229"/>
                <a:gd name="connsiteX90" fmla="*/ 1481611 w 1881147"/>
                <a:gd name="connsiteY90" fmla="*/ 725098 h 1694229"/>
                <a:gd name="connsiteX91" fmla="*/ 1572099 w 1881147"/>
                <a:gd name="connsiteY91" fmla="*/ 763198 h 1694229"/>
                <a:gd name="connsiteX92" fmla="*/ 1624486 w 1881147"/>
                <a:gd name="connsiteY92" fmla="*/ 696523 h 1694229"/>
                <a:gd name="connsiteX93" fmla="*/ 1622283 w 1881147"/>
                <a:gd name="connsiteY93" fmla="*/ 553648 h 1694229"/>
                <a:gd name="connsiteX94" fmla="*/ 1639486 w 1881147"/>
                <a:gd name="connsiteY94"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05361 w 1881147"/>
                <a:gd name="connsiteY13" fmla="*/ 315523 h 1694229"/>
                <a:gd name="connsiteX14" fmla="*/ 962499 w 1881147"/>
                <a:gd name="connsiteY14" fmla="*/ 358385 h 1694229"/>
                <a:gd name="connsiteX15" fmla="*/ 838674 w 1881147"/>
                <a:gd name="connsiteY15" fmla="*/ 358385 h 1694229"/>
                <a:gd name="connsiteX16" fmla="*/ 781524 w 1881147"/>
                <a:gd name="connsiteY16" fmla="*/ 429823 h 1694229"/>
                <a:gd name="connsiteX17" fmla="*/ 781524 w 1881147"/>
                <a:gd name="connsiteY17" fmla="*/ 463160 h 1694229"/>
                <a:gd name="connsiteX18" fmla="*/ 743424 w 1881147"/>
                <a:gd name="connsiteY18" fmla="*/ 486973 h 1694229"/>
                <a:gd name="connsiteX19" fmla="*/ 671986 w 1881147"/>
                <a:gd name="connsiteY19" fmla="*/ 420298 h 1694229"/>
                <a:gd name="connsiteX20" fmla="*/ 519586 w 1881147"/>
                <a:gd name="connsiteY20" fmla="*/ 415535 h 1694229"/>
                <a:gd name="connsiteX21" fmla="*/ 457674 w 1881147"/>
                <a:gd name="connsiteY21" fmla="*/ 434585 h 1694229"/>
                <a:gd name="connsiteX22" fmla="*/ 419574 w 1881147"/>
                <a:gd name="connsiteY22" fmla="*/ 420298 h 1694229"/>
                <a:gd name="connsiteX23" fmla="*/ 400524 w 1881147"/>
                <a:gd name="connsiteY23" fmla="*/ 358385 h 1694229"/>
                <a:gd name="connsiteX24" fmla="*/ 333849 w 1881147"/>
                <a:gd name="connsiteY24" fmla="*/ 305998 h 1694229"/>
                <a:gd name="connsiteX25" fmla="*/ 286224 w 1881147"/>
                <a:gd name="connsiteY25" fmla="*/ 239323 h 1694229"/>
                <a:gd name="connsiteX26" fmla="*/ 143349 w 1881147"/>
                <a:gd name="connsiteY26" fmla="*/ 258373 h 1694229"/>
                <a:gd name="connsiteX27" fmla="*/ 124299 w 1881147"/>
                <a:gd name="connsiteY27" fmla="*/ 334573 h 1694229"/>
                <a:gd name="connsiteX28" fmla="*/ 110011 w 1881147"/>
                <a:gd name="connsiteY28" fmla="*/ 367910 h 1694229"/>
                <a:gd name="connsiteX29" fmla="*/ 133824 w 1881147"/>
                <a:gd name="connsiteY29" fmla="*/ 415535 h 1694229"/>
                <a:gd name="connsiteX30" fmla="*/ 81436 w 1881147"/>
                <a:gd name="connsiteY30" fmla="*/ 453635 h 1694229"/>
                <a:gd name="connsiteX31" fmla="*/ 33811 w 1881147"/>
                <a:gd name="connsiteY31" fmla="*/ 448873 h 1694229"/>
                <a:gd name="connsiteX32" fmla="*/ 33811 w 1881147"/>
                <a:gd name="connsiteY32" fmla="*/ 520310 h 1694229"/>
                <a:gd name="connsiteX33" fmla="*/ 474 w 1881147"/>
                <a:gd name="connsiteY33" fmla="*/ 625085 h 1694229"/>
                <a:gd name="connsiteX34" fmla="*/ 62386 w 1881147"/>
                <a:gd name="connsiteY34" fmla="*/ 701285 h 1694229"/>
                <a:gd name="connsiteX35" fmla="*/ 111977 w 1881147"/>
                <a:gd name="connsiteY35" fmla="*/ 681547 h 1694229"/>
                <a:gd name="connsiteX36" fmla="*/ 112334 w 1881147"/>
                <a:gd name="connsiteY36" fmla="*/ 751806 h 1694229"/>
                <a:gd name="connsiteX37" fmla="*/ 167161 w 1881147"/>
                <a:gd name="connsiteY37" fmla="*/ 782248 h 1694229"/>
                <a:gd name="connsiteX38" fmla="*/ 236159 w 1881147"/>
                <a:gd name="connsiteY38" fmla="*/ 792460 h 1694229"/>
                <a:gd name="connsiteX39" fmla="*/ 271462 w 1881147"/>
                <a:gd name="connsiteY39" fmla="*/ 848431 h 1694229"/>
                <a:gd name="connsiteX40" fmla="*/ 270869 w 1881147"/>
                <a:gd name="connsiteY40" fmla="*/ 893503 h 1694229"/>
                <a:gd name="connsiteX41" fmla="*/ 295393 w 1881147"/>
                <a:gd name="connsiteY41" fmla="*/ 932978 h 1694229"/>
                <a:gd name="connsiteX42" fmla="*/ 341051 w 1881147"/>
                <a:gd name="connsiteY42" fmla="*/ 971570 h 1694229"/>
                <a:gd name="connsiteX43" fmla="*/ 426184 w 1881147"/>
                <a:gd name="connsiteY43" fmla="*/ 1025822 h 1694229"/>
                <a:gd name="connsiteX44" fmla="*/ 461961 w 1881147"/>
                <a:gd name="connsiteY44" fmla="*/ 1096915 h 1694229"/>
                <a:gd name="connsiteX45" fmla="*/ 441064 w 1881147"/>
                <a:gd name="connsiteY45" fmla="*/ 1166488 h 1694229"/>
                <a:gd name="connsiteX46" fmla="*/ 519111 w 1881147"/>
                <a:gd name="connsiteY46" fmla="*/ 1222951 h 1694229"/>
                <a:gd name="connsiteX47" fmla="*/ 591143 w 1881147"/>
                <a:gd name="connsiteY47" fmla="*/ 1255945 h 1694229"/>
                <a:gd name="connsiteX48" fmla="*/ 571974 w 1881147"/>
                <a:gd name="connsiteY48" fmla="*/ 1315648 h 1694229"/>
                <a:gd name="connsiteX49" fmla="*/ 662461 w 1881147"/>
                <a:gd name="connsiteY49" fmla="*/ 1468048 h 1694229"/>
                <a:gd name="connsiteX50" fmla="*/ 755271 w 1881147"/>
                <a:gd name="connsiteY50" fmla="*/ 1541202 h 1694229"/>
                <a:gd name="connsiteX51" fmla="*/ 805336 w 1881147"/>
                <a:gd name="connsiteY51" fmla="*/ 1491860 h 1694229"/>
                <a:gd name="connsiteX52" fmla="*/ 869926 w 1881147"/>
                <a:gd name="connsiteY52" fmla="*/ 1519257 h 1694229"/>
                <a:gd name="connsiteX53" fmla="*/ 924399 w 1881147"/>
                <a:gd name="connsiteY53" fmla="*/ 1487098 h 1694229"/>
                <a:gd name="connsiteX54" fmla="*/ 941246 w 1881147"/>
                <a:gd name="connsiteY54" fmla="*/ 1444922 h 1694229"/>
                <a:gd name="connsiteX55" fmla="*/ 1005123 w 1881147"/>
                <a:gd name="connsiteY55" fmla="*/ 1531334 h 1694229"/>
                <a:gd name="connsiteX56" fmla="*/ 1050190 w 1881147"/>
                <a:gd name="connsiteY56" fmla="*/ 1602428 h 1694229"/>
                <a:gd name="connsiteX57" fmla="*/ 1120136 w 1881147"/>
                <a:gd name="connsiteY57" fmla="*/ 1693947 h 1694229"/>
                <a:gd name="connsiteX58" fmla="*/ 1151034 w 1881147"/>
                <a:gd name="connsiteY58" fmla="*/ 1630856 h 1694229"/>
                <a:gd name="connsiteX59" fmla="*/ 1181693 w 1881147"/>
                <a:gd name="connsiteY59" fmla="*/ 1624376 h 1694229"/>
                <a:gd name="connsiteX60" fmla="*/ 1224792 w 1881147"/>
                <a:gd name="connsiteY60" fmla="*/ 1653639 h 1694229"/>
                <a:gd name="connsiteX61" fmla="*/ 1258367 w 1881147"/>
                <a:gd name="connsiteY61" fmla="*/ 1612985 h 1694229"/>
                <a:gd name="connsiteX62" fmla="*/ 1277188 w 1881147"/>
                <a:gd name="connsiteY62" fmla="*/ 1617602 h 1694229"/>
                <a:gd name="connsiteX63" fmla="*/ 1311230 w 1881147"/>
                <a:gd name="connsiteY63" fmla="*/ 1684079 h 1694229"/>
                <a:gd name="connsiteX64" fmla="*/ 1367786 w 1881147"/>
                <a:gd name="connsiteY64" fmla="*/ 1660610 h 1694229"/>
                <a:gd name="connsiteX65" fmla="*/ 1419818 w 1881147"/>
                <a:gd name="connsiteY65" fmla="*/ 1604489 h 1694229"/>
                <a:gd name="connsiteX66" fmla="*/ 1470595 w 1881147"/>
                <a:gd name="connsiteY66" fmla="*/ 1587946 h 1694229"/>
                <a:gd name="connsiteX67" fmla="*/ 1488274 w 1881147"/>
                <a:gd name="connsiteY67" fmla="*/ 1643768 h 1694229"/>
                <a:gd name="connsiteX68" fmla="*/ 1558169 w 1881147"/>
                <a:gd name="connsiteY68" fmla="*/ 1618090 h 1694229"/>
                <a:gd name="connsiteX69" fmla="*/ 1588947 w 1881147"/>
                <a:gd name="connsiteY69" fmla="*/ 1531334 h 1694229"/>
                <a:gd name="connsiteX70" fmla="*/ 1670383 w 1881147"/>
                <a:gd name="connsiteY70" fmla="*/ 1441192 h 1694229"/>
                <a:gd name="connsiteX71" fmla="*/ 1714974 w 1881147"/>
                <a:gd name="connsiteY71" fmla="*/ 1410062 h 1694229"/>
                <a:gd name="connsiteX72" fmla="*/ 1743343 w 1881147"/>
                <a:gd name="connsiteY72" fmla="*/ 1413357 h 1694229"/>
                <a:gd name="connsiteX73" fmla="*/ 1820935 w 1881147"/>
                <a:gd name="connsiteY73" fmla="*/ 1402749 h 1694229"/>
                <a:gd name="connsiteX74" fmla="*/ 1816054 w 1881147"/>
                <a:gd name="connsiteY74" fmla="*/ 1456313 h 1694229"/>
                <a:gd name="connsiteX75" fmla="*/ 1874221 w 1881147"/>
                <a:gd name="connsiteY75" fmla="*/ 1479634 h 1694229"/>
                <a:gd name="connsiteX76" fmla="*/ 1875829 w 1881147"/>
                <a:gd name="connsiteY76" fmla="*/ 1457000 h 1694229"/>
                <a:gd name="connsiteX77" fmla="*/ 1875051 w 1881147"/>
                <a:gd name="connsiteY77" fmla="*/ 1396266 h 1694229"/>
                <a:gd name="connsiteX78" fmla="*/ 1853086 w 1881147"/>
                <a:gd name="connsiteY78" fmla="*/ 1306123 h 1694229"/>
                <a:gd name="connsiteX79" fmla="*/ 1853086 w 1881147"/>
                <a:gd name="connsiteY79" fmla="*/ 1248973 h 1694229"/>
                <a:gd name="connsiteX80" fmla="*/ 1810224 w 1881147"/>
                <a:gd name="connsiteY80" fmla="*/ 1239448 h 1694229"/>
                <a:gd name="connsiteX81" fmla="*/ 1734024 w 1881147"/>
                <a:gd name="connsiteY81" fmla="*/ 1158485 h 1694229"/>
                <a:gd name="connsiteX82" fmla="*/ 1695924 w 1881147"/>
                <a:gd name="connsiteY82" fmla="*/ 977510 h 1694229"/>
                <a:gd name="connsiteX83" fmla="*/ 1643536 w 1881147"/>
                <a:gd name="connsiteY83" fmla="*/ 944173 h 1694229"/>
                <a:gd name="connsiteX84" fmla="*/ 1605436 w 1881147"/>
                <a:gd name="connsiteY84" fmla="*/ 887023 h 1694229"/>
                <a:gd name="connsiteX85" fmla="*/ 1557811 w 1881147"/>
                <a:gd name="connsiteY85" fmla="*/ 839398 h 1694229"/>
                <a:gd name="connsiteX86" fmla="*/ 1505424 w 1881147"/>
                <a:gd name="connsiteY86" fmla="*/ 820348 h 1694229"/>
                <a:gd name="connsiteX87" fmla="*/ 1453036 w 1881147"/>
                <a:gd name="connsiteY87" fmla="*/ 815585 h 1694229"/>
                <a:gd name="connsiteX88" fmla="*/ 1510186 w 1881147"/>
                <a:gd name="connsiteY88" fmla="*/ 782248 h 1694229"/>
                <a:gd name="connsiteX89" fmla="*/ 1476849 w 1881147"/>
                <a:gd name="connsiteY89" fmla="*/ 748910 h 1694229"/>
                <a:gd name="connsiteX90" fmla="*/ 1481611 w 1881147"/>
                <a:gd name="connsiteY90" fmla="*/ 725098 h 1694229"/>
                <a:gd name="connsiteX91" fmla="*/ 1572099 w 1881147"/>
                <a:gd name="connsiteY91" fmla="*/ 763198 h 1694229"/>
                <a:gd name="connsiteX92" fmla="*/ 1624486 w 1881147"/>
                <a:gd name="connsiteY92" fmla="*/ 696523 h 1694229"/>
                <a:gd name="connsiteX93" fmla="*/ 1622283 w 1881147"/>
                <a:gd name="connsiteY93" fmla="*/ 553648 h 1694229"/>
                <a:gd name="connsiteX94" fmla="*/ 1639486 w 1881147"/>
                <a:gd name="connsiteY94"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05361 w 1881147"/>
                <a:gd name="connsiteY13" fmla="*/ 315523 h 1694229"/>
                <a:gd name="connsiteX14" fmla="*/ 962499 w 1881147"/>
                <a:gd name="connsiteY14" fmla="*/ 358385 h 1694229"/>
                <a:gd name="connsiteX15" fmla="*/ 838674 w 1881147"/>
                <a:gd name="connsiteY15" fmla="*/ 358385 h 1694229"/>
                <a:gd name="connsiteX16" fmla="*/ 781524 w 1881147"/>
                <a:gd name="connsiteY16" fmla="*/ 429823 h 1694229"/>
                <a:gd name="connsiteX17" fmla="*/ 781524 w 1881147"/>
                <a:gd name="connsiteY17" fmla="*/ 463160 h 1694229"/>
                <a:gd name="connsiteX18" fmla="*/ 743424 w 1881147"/>
                <a:gd name="connsiteY18" fmla="*/ 486973 h 1694229"/>
                <a:gd name="connsiteX19" fmla="*/ 671986 w 1881147"/>
                <a:gd name="connsiteY19" fmla="*/ 420298 h 1694229"/>
                <a:gd name="connsiteX20" fmla="*/ 519586 w 1881147"/>
                <a:gd name="connsiteY20" fmla="*/ 415535 h 1694229"/>
                <a:gd name="connsiteX21" fmla="*/ 457674 w 1881147"/>
                <a:gd name="connsiteY21" fmla="*/ 434585 h 1694229"/>
                <a:gd name="connsiteX22" fmla="*/ 419574 w 1881147"/>
                <a:gd name="connsiteY22" fmla="*/ 420298 h 1694229"/>
                <a:gd name="connsiteX23" fmla="*/ 400524 w 1881147"/>
                <a:gd name="connsiteY23" fmla="*/ 358385 h 1694229"/>
                <a:gd name="connsiteX24" fmla="*/ 333849 w 1881147"/>
                <a:gd name="connsiteY24" fmla="*/ 305998 h 1694229"/>
                <a:gd name="connsiteX25" fmla="*/ 286224 w 1881147"/>
                <a:gd name="connsiteY25" fmla="*/ 239323 h 1694229"/>
                <a:gd name="connsiteX26" fmla="*/ 143349 w 1881147"/>
                <a:gd name="connsiteY26" fmla="*/ 258373 h 1694229"/>
                <a:gd name="connsiteX27" fmla="*/ 124299 w 1881147"/>
                <a:gd name="connsiteY27" fmla="*/ 334573 h 1694229"/>
                <a:gd name="connsiteX28" fmla="*/ 110011 w 1881147"/>
                <a:gd name="connsiteY28" fmla="*/ 367910 h 1694229"/>
                <a:gd name="connsiteX29" fmla="*/ 133824 w 1881147"/>
                <a:gd name="connsiteY29" fmla="*/ 415535 h 1694229"/>
                <a:gd name="connsiteX30" fmla="*/ 81436 w 1881147"/>
                <a:gd name="connsiteY30" fmla="*/ 453635 h 1694229"/>
                <a:gd name="connsiteX31" fmla="*/ 33811 w 1881147"/>
                <a:gd name="connsiteY31" fmla="*/ 448873 h 1694229"/>
                <a:gd name="connsiteX32" fmla="*/ 33811 w 1881147"/>
                <a:gd name="connsiteY32" fmla="*/ 520310 h 1694229"/>
                <a:gd name="connsiteX33" fmla="*/ 474 w 1881147"/>
                <a:gd name="connsiteY33" fmla="*/ 625085 h 1694229"/>
                <a:gd name="connsiteX34" fmla="*/ 62386 w 1881147"/>
                <a:gd name="connsiteY34" fmla="*/ 701285 h 1694229"/>
                <a:gd name="connsiteX35" fmla="*/ 111977 w 1881147"/>
                <a:gd name="connsiteY35" fmla="*/ 681547 h 1694229"/>
                <a:gd name="connsiteX36" fmla="*/ 112334 w 1881147"/>
                <a:gd name="connsiteY36" fmla="*/ 751806 h 1694229"/>
                <a:gd name="connsiteX37" fmla="*/ 167161 w 1881147"/>
                <a:gd name="connsiteY37" fmla="*/ 782248 h 1694229"/>
                <a:gd name="connsiteX38" fmla="*/ 236159 w 1881147"/>
                <a:gd name="connsiteY38" fmla="*/ 792460 h 1694229"/>
                <a:gd name="connsiteX39" fmla="*/ 271462 w 1881147"/>
                <a:gd name="connsiteY39" fmla="*/ 848431 h 1694229"/>
                <a:gd name="connsiteX40" fmla="*/ 270869 w 1881147"/>
                <a:gd name="connsiteY40" fmla="*/ 893503 h 1694229"/>
                <a:gd name="connsiteX41" fmla="*/ 295393 w 1881147"/>
                <a:gd name="connsiteY41" fmla="*/ 932978 h 1694229"/>
                <a:gd name="connsiteX42" fmla="*/ 341051 w 1881147"/>
                <a:gd name="connsiteY42" fmla="*/ 971570 h 1694229"/>
                <a:gd name="connsiteX43" fmla="*/ 426184 w 1881147"/>
                <a:gd name="connsiteY43" fmla="*/ 1025822 h 1694229"/>
                <a:gd name="connsiteX44" fmla="*/ 461961 w 1881147"/>
                <a:gd name="connsiteY44" fmla="*/ 1096915 h 1694229"/>
                <a:gd name="connsiteX45" fmla="*/ 441064 w 1881147"/>
                <a:gd name="connsiteY45" fmla="*/ 1166488 h 1694229"/>
                <a:gd name="connsiteX46" fmla="*/ 519111 w 1881147"/>
                <a:gd name="connsiteY46" fmla="*/ 1222951 h 1694229"/>
                <a:gd name="connsiteX47" fmla="*/ 591143 w 1881147"/>
                <a:gd name="connsiteY47" fmla="*/ 1255945 h 1694229"/>
                <a:gd name="connsiteX48" fmla="*/ 571974 w 1881147"/>
                <a:gd name="connsiteY48" fmla="*/ 1315648 h 1694229"/>
                <a:gd name="connsiteX49" fmla="*/ 662461 w 1881147"/>
                <a:gd name="connsiteY49" fmla="*/ 1468048 h 1694229"/>
                <a:gd name="connsiteX50" fmla="*/ 755271 w 1881147"/>
                <a:gd name="connsiteY50" fmla="*/ 1541202 h 1694229"/>
                <a:gd name="connsiteX51" fmla="*/ 805336 w 1881147"/>
                <a:gd name="connsiteY51" fmla="*/ 1491860 h 1694229"/>
                <a:gd name="connsiteX52" fmla="*/ 869926 w 1881147"/>
                <a:gd name="connsiteY52" fmla="*/ 1519257 h 1694229"/>
                <a:gd name="connsiteX53" fmla="*/ 924399 w 1881147"/>
                <a:gd name="connsiteY53" fmla="*/ 1487098 h 1694229"/>
                <a:gd name="connsiteX54" fmla="*/ 941246 w 1881147"/>
                <a:gd name="connsiteY54" fmla="*/ 1444922 h 1694229"/>
                <a:gd name="connsiteX55" fmla="*/ 1005123 w 1881147"/>
                <a:gd name="connsiteY55" fmla="*/ 1531334 h 1694229"/>
                <a:gd name="connsiteX56" fmla="*/ 1050190 w 1881147"/>
                <a:gd name="connsiteY56" fmla="*/ 1602428 h 1694229"/>
                <a:gd name="connsiteX57" fmla="*/ 1120136 w 1881147"/>
                <a:gd name="connsiteY57" fmla="*/ 1693947 h 1694229"/>
                <a:gd name="connsiteX58" fmla="*/ 1151034 w 1881147"/>
                <a:gd name="connsiteY58" fmla="*/ 1630856 h 1694229"/>
                <a:gd name="connsiteX59" fmla="*/ 1181693 w 1881147"/>
                <a:gd name="connsiteY59" fmla="*/ 1624376 h 1694229"/>
                <a:gd name="connsiteX60" fmla="*/ 1224792 w 1881147"/>
                <a:gd name="connsiteY60" fmla="*/ 1653639 h 1694229"/>
                <a:gd name="connsiteX61" fmla="*/ 1258367 w 1881147"/>
                <a:gd name="connsiteY61" fmla="*/ 1612985 h 1694229"/>
                <a:gd name="connsiteX62" fmla="*/ 1277188 w 1881147"/>
                <a:gd name="connsiteY62" fmla="*/ 1617602 h 1694229"/>
                <a:gd name="connsiteX63" fmla="*/ 1311230 w 1881147"/>
                <a:gd name="connsiteY63" fmla="*/ 1684079 h 1694229"/>
                <a:gd name="connsiteX64" fmla="*/ 1367786 w 1881147"/>
                <a:gd name="connsiteY64" fmla="*/ 1660610 h 1694229"/>
                <a:gd name="connsiteX65" fmla="*/ 1419818 w 1881147"/>
                <a:gd name="connsiteY65" fmla="*/ 1604489 h 1694229"/>
                <a:gd name="connsiteX66" fmla="*/ 1470595 w 1881147"/>
                <a:gd name="connsiteY66" fmla="*/ 1587946 h 1694229"/>
                <a:gd name="connsiteX67" fmla="*/ 1488274 w 1881147"/>
                <a:gd name="connsiteY67" fmla="*/ 1643768 h 1694229"/>
                <a:gd name="connsiteX68" fmla="*/ 1558169 w 1881147"/>
                <a:gd name="connsiteY68" fmla="*/ 1618090 h 1694229"/>
                <a:gd name="connsiteX69" fmla="*/ 1588947 w 1881147"/>
                <a:gd name="connsiteY69" fmla="*/ 1531334 h 1694229"/>
                <a:gd name="connsiteX70" fmla="*/ 1670383 w 1881147"/>
                <a:gd name="connsiteY70" fmla="*/ 1441192 h 1694229"/>
                <a:gd name="connsiteX71" fmla="*/ 1714974 w 1881147"/>
                <a:gd name="connsiteY71" fmla="*/ 1410062 h 1694229"/>
                <a:gd name="connsiteX72" fmla="*/ 1743343 w 1881147"/>
                <a:gd name="connsiteY72" fmla="*/ 1413357 h 1694229"/>
                <a:gd name="connsiteX73" fmla="*/ 1820935 w 1881147"/>
                <a:gd name="connsiteY73" fmla="*/ 1402749 h 1694229"/>
                <a:gd name="connsiteX74" fmla="*/ 1816054 w 1881147"/>
                <a:gd name="connsiteY74" fmla="*/ 1456313 h 1694229"/>
                <a:gd name="connsiteX75" fmla="*/ 1874221 w 1881147"/>
                <a:gd name="connsiteY75" fmla="*/ 1479634 h 1694229"/>
                <a:gd name="connsiteX76" fmla="*/ 1875829 w 1881147"/>
                <a:gd name="connsiteY76" fmla="*/ 1457000 h 1694229"/>
                <a:gd name="connsiteX77" fmla="*/ 1875051 w 1881147"/>
                <a:gd name="connsiteY77" fmla="*/ 1396266 h 1694229"/>
                <a:gd name="connsiteX78" fmla="*/ 1853086 w 1881147"/>
                <a:gd name="connsiteY78" fmla="*/ 1306123 h 1694229"/>
                <a:gd name="connsiteX79" fmla="*/ 1853086 w 1881147"/>
                <a:gd name="connsiteY79" fmla="*/ 1248973 h 1694229"/>
                <a:gd name="connsiteX80" fmla="*/ 1810224 w 1881147"/>
                <a:gd name="connsiteY80" fmla="*/ 1239448 h 1694229"/>
                <a:gd name="connsiteX81" fmla="*/ 1734024 w 1881147"/>
                <a:gd name="connsiteY81" fmla="*/ 1158485 h 1694229"/>
                <a:gd name="connsiteX82" fmla="*/ 1695924 w 1881147"/>
                <a:gd name="connsiteY82" fmla="*/ 977510 h 1694229"/>
                <a:gd name="connsiteX83" fmla="*/ 1643536 w 1881147"/>
                <a:gd name="connsiteY83" fmla="*/ 944173 h 1694229"/>
                <a:gd name="connsiteX84" fmla="*/ 1605436 w 1881147"/>
                <a:gd name="connsiteY84" fmla="*/ 887023 h 1694229"/>
                <a:gd name="connsiteX85" fmla="*/ 1557811 w 1881147"/>
                <a:gd name="connsiteY85" fmla="*/ 839398 h 1694229"/>
                <a:gd name="connsiteX86" fmla="*/ 1505424 w 1881147"/>
                <a:gd name="connsiteY86" fmla="*/ 820348 h 1694229"/>
                <a:gd name="connsiteX87" fmla="*/ 1453036 w 1881147"/>
                <a:gd name="connsiteY87" fmla="*/ 815585 h 1694229"/>
                <a:gd name="connsiteX88" fmla="*/ 1510186 w 1881147"/>
                <a:gd name="connsiteY88" fmla="*/ 782248 h 1694229"/>
                <a:gd name="connsiteX89" fmla="*/ 1476849 w 1881147"/>
                <a:gd name="connsiteY89" fmla="*/ 748910 h 1694229"/>
                <a:gd name="connsiteX90" fmla="*/ 1481611 w 1881147"/>
                <a:gd name="connsiteY90" fmla="*/ 725098 h 1694229"/>
                <a:gd name="connsiteX91" fmla="*/ 1572099 w 1881147"/>
                <a:gd name="connsiteY91" fmla="*/ 763198 h 1694229"/>
                <a:gd name="connsiteX92" fmla="*/ 1624486 w 1881147"/>
                <a:gd name="connsiteY92" fmla="*/ 696523 h 1694229"/>
                <a:gd name="connsiteX93" fmla="*/ 1622283 w 1881147"/>
                <a:gd name="connsiteY93" fmla="*/ 553648 h 1694229"/>
                <a:gd name="connsiteX94" fmla="*/ 1639486 w 1881147"/>
                <a:gd name="connsiteY94"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4856 w 1881147"/>
                <a:gd name="connsiteY13" fmla="*/ 323206 h 1694229"/>
                <a:gd name="connsiteX14" fmla="*/ 1005361 w 1881147"/>
                <a:gd name="connsiteY14" fmla="*/ 315523 h 1694229"/>
                <a:gd name="connsiteX15" fmla="*/ 962499 w 1881147"/>
                <a:gd name="connsiteY15" fmla="*/ 358385 h 1694229"/>
                <a:gd name="connsiteX16" fmla="*/ 838674 w 1881147"/>
                <a:gd name="connsiteY16" fmla="*/ 358385 h 1694229"/>
                <a:gd name="connsiteX17" fmla="*/ 781524 w 1881147"/>
                <a:gd name="connsiteY17" fmla="*/ 429823 h 1694229"/>
                <a:gd name="connsiteX18" fmla="*/ 781524 w 1881147"/>
                <a:gd name="connsiteY18" fmla="*/ 463160 h 1694229"/>
                <a:gd name="connsiteX19" fmla="*/ 743424 w 1881147"/>
                <a:gd name="connsiteY19" fmla="*/ 486973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4856 w 1881147"/>
                <a:gd name="connsiteY13" fmla="*/ 323206 h 1694229"/>
                <a:gd name="connsiteX14" fmla="*/ 1005361 w 1881147"/>
                <a:gd name="connsiteY14" fmla="*/ 315523 h 1694229"/>
                <a:gd name="connsiteX15" fmla="*/ 962499 w 1881147"/>
                <a:gd name="connsiteY15" fmla="*/ 358385 h 1694229"/>
                <a:gd name="connsiteX16" fmla="*/ 838674 w 1881147"/>
                <a:gd name="connsiteY16" fmla="*/ 358385 h 1694229"/>
                <a:gd name="connsiteX17" fmla="*/ 781524 w 1881147"/>
                <a:gd name="connsiteY17" fmla="*/ 429823 h 1694229"/>
                <a:gd name="connsiteX18" fmla="*/ 781524 w 1881147"/>
                <a:gd name="connsiteY18" fmla="*/ 463160 h 1694229"/>
                <a:gd name="connsiteX19" fmla="*/ 743424 w 1881147"/>
                <a:gd name="connsiteY19" fmla="*/ 486973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4856 w 1881147"/>
                <a:gd name="connsiteY13" fmla="*/ 323206 h 1694229"/>
                <a:gd name="connsiteX14" fmla="*/ 1015123 w 1881147"/>
                <a:gd name="connsiteY14" fmla="*/ 371690 h 1694229"/>
                <a:gd name="connsiteX15" fmla="*/ 962499 w 1881147"/>
                <a:gd name="connsiteY15" fmla="*/ 358385 h 1694229"/>
                <a:gd name="connsiteX16" fmla="*/ 838674 w 1881147"/>
                <a:gd name="connsiteY16" fmla="*/ 358385 h 1694229"/>
                <a:gd name="connsiteX17" fmla="*/ 781524 w 1881147"/>
                <a:gd name="connsiteY17" fmla="*/ 429823 h 1694229"/>
                <a:gd name="connsiteX18" fmla="*/ 781524 w 1881147"/>
                <a:gd name="connsiteY18" fmla="*/ 463160 h 1694229"/>
                <a:gd name="connsiteX19" fmla="*/ 743424 w 1881147"/>
                <a:gd name="connsiteY19" fmla="*/ 486973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38674 w 1881147"/>
                <a:gd name="connsiteY16" fmla="*/ 358385 h 1694229"/>
                <a:gd name="connsiteX17" fmla="*/ 781524 w 1881147"/>
                <a:gd name="connsiteY17" fmla="*/ 429823 h 1694229"/>
                <a:gd name="connsiteX18" fmla="*/ 781524 w 1881147"/>
                <a:gd name="connsiteY18" fmla="*/ 463160 h 1694229"/>
                <a:gd name="connsiteX19" fmla="*/ 743424 w 1881147"/>
                <a:gd name="connsiteY19" fmla="*/ 486973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781524 w 1881147"/>
                <a:gd name="connsiteY17" fmla="*/ 429823 h 1694229"/>
                <a:gd name="connsiteX18" fmla="*/ 781524 w 1881147"/>
                <a:gd name="connsiteY18" fmla="*/ 463160 h 1694229"/>
                <a:gd name="connsiteX19" fmla="*/ 743424 w 1881147"/>
                <a:gd name="connsiteY19" fmla="*/ 486973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781524 w 1881147"/>
                <a:gd name="connsiteY17" fmla="*/ 429823 h 1694229"/>
                <a:gd name="connsiteX18" fmla="*/ 781524 w 1881147"/>
                <a:gd name="connsiteY18" fmla="*/ 463160 h 1694229"/>
                <a:gd name="connsiteX19" fmla="*/ 743424 w 1881147"/>
                <a:gd name="connsiteY19" fmla="*/ 486973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781524 w 1881147"/>
                <a:gd name="connsiteY17" fmla="*/ 429823 h 1694229"/>
                <a:gd name="connsiteX18" fmla="*/ 781524 w 1881147"/>
                <a:gd name="connsiteY18" fmla="*/ 463160 h 1694229"/>
                <a:gd name="connsiteX19" fmla="*/ 743424 w 1881147"/>
                <a:gd name="connsiteY19" fmla="*/ 486973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781524 w 1881147"/>
                <a:gd name="connsiteY18" fmla="*/ 463160 h 1694229"/>
                <a:gd name="connsiteX19" fmla="*/ 743424 w 1881147"/>
                <a:gd name="connsiteY19" fmla="*/ 486973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43424 w 1881147"/>
                <a:gd name="connsiteY19" fmla="*/ 486973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671986 w 1881147"/>
                <a:gd name="connsiteY20" fmla="*/ 420298 h 1694229"/>
                <a:gd name="connsiteX21" fmla="*/ 519586 w 1881147"/>
                <a:gd name="connsiteY21" fmla="*/ 415535 h 1694229"/>
                <a:gd name="connsiteX22" fmla="*/ 457674 w 1881147"/>
                <a:gd name="connsiteY22" fmla="*/ 434585 h 1694229"/>
                <a:gd name="connsiteX23" fmla="*/ 419574 w 1881147"/>
                <a:gd name="connsiteY23" fmla="*/ 420298 h 1694229"/>
                <a:gd name="connsiteX24" fmla="*/ 400524 w 1881147"/>
                <a:gd name="connsiteY24" fmla="*/ 358385 h 1694229"/>
                <a:gd name="connsiteX25" fmla="*/ 333849 w 1881147"/>
                <a:gd name="connsiteY25" fmla="*/ 305998 h 1694229"/>
                <a:gd name="connsiteX26" fmla="*/ 286224 w 1881147"/>
                <a:gd name="connsiteY26" fmla="*/ 239323 h 1694229"/>
                <a:gd name="connsiteX27" fmla="*/ 143349 w 1881147"/>
                <a:gd name="connsiteY27" fmla="*/ 258373 h 1694229"/>
                <a:gd name="connsiteX28" fmla="*/ 124299 w 1881147"/>
                <a:gd name="connsiteY28" fmla="*/ 334573 h 1694229"/>
                <a:gd name="connsiteX29" fmla="*/ 110011 w 1881147"/>
                <a:gd name="connsiteY29" fmla="*/ 367910 h 1694229"/>
                <a:gd name="connsiteX30" fmla="*/ 133824 w 1881147"/>
                <a:gd name="connsiteY30" fmla="*/ 415535 h 1694229"/>
                <a:gd name="connsiteX31" fmla="*/ 81436 w 1881147"/>
                <a:gd name="connsiteY31" fmla="*/ 453635 h 1694229"/>
                <a:gd name="connsiteX32" fmla="*/ 33811 w 1881147"/>
                <a:gd name="connsiteY32" fmla="*/ 448873 h 1694229"/>
                <a:gd name="connsiteX33" fmla="*/ 33811 w 1881147"/>
                <a:gd name="connsiteY33" fmla="*/ 520310 h 1694229"/>
                <a:gd name="connsiteX34" fmla="*/ 474 w 1881147"/>
                <a:gd name="connsiteY34" fmla="*/ 625085 h 1694229"/>
                <a:gd name="connsiteX35" fmla="*/ 62386 w 1881147"/>
                <a:gd name="connsiteY35" fmla="*/ 701285 h 1694229"/>
                <a:gd name="connsiteX36" fmla="*/ 111977 w 1881147"/>
                <a:gd name="connsiteY36" fmla="*/ 681547 h 1694229"/>
                <a:gd name="connsiteX37" fmla="*/ 112334 w 1881147"/>
                <a:gd name="connsiteY37" fmla="*/ 751806 h 1694229"/>
                <a:gd name="connsiteX38" fmla="*/ 167161 w 1881147"/>
                <a:gd name="connsiteY38" fmla="*/ 782248 h 1694229"/>
                <a:gd name="connsiteX39" fmla="*/ 236159 w 1881147"/>
                <a:gd name="connsiteY39" fmla="*/ 792460 h 1694229"/>
                <a:gd name="connsiteX40" fmla="*/ 271462 w 1881147"/>
                <a:gd name="connsiteY40" fmla="*/ 848431 h 1694229"/>
                <a:gd name="connsiteX41" fmla="*/ 270869 w 1881147"/>
                <a:gd name="connsiteY41" fmla="*/ 893503 h 1694229"/>
                <a:gd name="connsiteX42" fmla="*/ 295393 w 1881147"/>
                <a:gd name="connsiteY42" fmla="*/ 932978 h 1694229"/>
                <a:gd name="connsiteX43" fmla="*/ 341051 w 1881147"/>
                <a:gd name="connsiteY43" fmla="*/ 971570 h 1694229"/>
                <a:gd name="connsiteX44" fmla="*/ 426184 w 1881147"/>
                <a:gd name="connsiteY44" fmla="*/ 1025822 h 1694229"/>
                <a:gd name="connsiteX45" fmla="*/ 461961 w 1881147"/>
                <a:gd name="connsiteY45" fmla="*/ 1096915 h 1694229"/>
                <a:gd name="connsiteX46" fmla="*/ 441064 w 1881147"/>
                <a:gd name="connsiteY46" fmla="*/ 1166488 h 1694229"/>
                <a:gd name="connsiteX47" fmla="*/ 519111 w 1881147"/>
                <a:gd name="connsiteY47" fmla="*/ 1222951 h 1694229"/>
                <a:gd name="connsiteX48" fmla="*/ 591143 w 1881147"/>
                <a:gd name="connsiteY48" fmla="*/ 1255945 h 1694229"/>
                <a:gd name="connsiteX49" fmla="*/ 571974 w 1881147"/>
                <a:gd name="connsiteY49" fmla="*/ 1315648 h 1694229"/>
                <a:gd name="connsiteX50" fmla="*/ 662461 w 1881147"/>
                <a:gd name="connsiteY50" fmla="*/ 1468048 h 1694229"/>
                <a:gd name="connsiteX51" fmla="*/ 755271 w 1881147"/>
                <a:gd name="connsiteY51" fmla="*/ 1541202 h 1694229"/>
                <a:gd name="connsiteX52" fmla="*/ 805336 w 1881147"/>
                <a:gd name="connsiteY52" fmla="*/ 1491860 h 1694229"/>
                <a:gd name="connsiteX53" fmla="*/ 869926 w 1881147"/>
                <a:gd name="connsiteY53" fmla="*/ 1519257 h 1694229"/>
                <a:gd name="connsiteX54" fmla="*/ 924399 w 1881147"/>
                <a:gd name="connsiteY54" fmla="*/ 1487098 h 1694229"/>
                <a:gd name="connsiteX55" fmla="*/ 941246 w 1881147"/>
                <a:gd name="connsiteY55" fmla="*/ 1444922 h 1694229"/>
                <a:gd name="connsiteX56" fmla="*/ 1005123 w 1881147"/>
                <a:gd name="connsiteY56" fmla="*/ 1531334 h 1694229"/>
                <a:gd name="connsiteX57" fmla="*/ 1050190 w 1881147"/>
                <a:gd name="connsiteY57" fmla="*/ 1602428 h 1694229"/>
                <a:gd name="connsiteX58" fmla="*/ 1120136 w 1881147"/>
                <a:gd name="connsiteY58" fmla="*/ 1693947 h 1694229"/>
                <a:gd name="connsiteX59" fmla="*/ 1151034 w 1881147"/>
                <a:gd name="connsiteY59" fmla="*/ 1630856 h 1694229"/>
                <a:gd name="connsiteX60" fmla="*/ 1181693 w 1881147"/>
                <a:gd name="connsiteY60" fmla="*/ 1624376 h 1694229"/>
                <a:gd name="connsiteX61" fmla="*/ 1224792 w 1881147"/>
                <a:gd name="connsiteY61" fmla="*/ 1653639 h 1694229"/>
                <a:gd name="connsiteX62" fmla="*/ 1258367 w 1881147"/>
                <a:gd name="connsiteY62" fmla="*/ 1612985 h 1694229"/>
                <a:gd name="connsiteX63" fmla="*/ 1277188 w 1881147"/>
                <a:gd name="connsiteY63" fmla="*/ 1617602 h 1694229"/>
                <a:gd name="connsiteX64" fmla="*/ 1311230 w 1881147"/>
                <a:gd name="connsiteY64" fmla="*/ 1684079 h 1694229"/>
                <a:gd name="connsiteX65" fmla="*/ 1367786 w 1881147"/>
                <a:gd name="connsiteY65" fmla="*/ 1660610 h 1694229"/>
                <a:gd name="connsiteX66" fmla="*/ 1419818 w 1881147"/>
                <a:gd name="connsiteY66" fmla="*/ 1604489 h 1694229"/>
                <a:gd name="connsiteX67" fmla="*/ 1470595 w 1881147"/>
                <a:gd name="connsiteY67" fmla="*/ 1587946 h 1694229"/>
                <a:gd name="connsiteX68" fmla="*/ 1488274 w 1881147"/>
                <a:gd name="connsiteY68" fmla="*/ 1643768 h 1694229"/>
                <a:gd name="connsiteX69" fmla="*/ 1558169 w 1881147"/>
                <a:gd name="connsiteY69" fmla="*/ 1618090 h 1694229"/>
                <a:gd name="connsiteX70" fmla="*/ 1588947 w 1881147"/>
                <a:gd name="connsiteY70" fmla="*/ 1531334 h 1694229"/>
                <a:gd name="connsiteX71" fmla="*/ 1670383 w 1881147"/>
                <a:gd name="connsiteY71" fmla="*/ 1441192 h 1694229"/>
                <a:gd name="connsiteX72" fmla="*/ 1714974 w 1881147"/>
                <a:gd name="connsiteY72" fmla="*/ 1410062 h 1694229"/>
                <a:gd name="connsiteX73" fmla="*/ 1743343 w 1881147"/>
                <a:gd name="connsiteY73" fmla="*/ 1413357 h 1694229"/>
                <a:gd name="connsiteX74" fmla="*/ 1820935 w 1881147"/>
                <a:gd name="connsiteY74" fmla="*/ 1402749 h 1694229"/>
                <a:gd name="connsiteX75" fmla="*/ 1816054 w 1881147"/>
                <a:gd name="connsiteY75" fmla="*/ 1456313 h 1694229"/>
                <a:gd name="connsiteX76" fmla="*/ 1874221 w 1881147"/>
                <a:gd name="connsiteY76" fmla="*/ 1479634 h 1694229"/>
                <a:gd name="connsiteX77" fmla="*/ 1875829 w 1881147"/>
                <a:gd name="connsiteY77" fmla="*/ 1457000 h 1694229"/>
                <a:gd name="connsiteX78" fmla="*/ 1875051 w 1881147"/>
                <a:gd name="connsiteY78" fmla="*/ 1396266 h 1694229"/>
                <a:gd name="connsiteX79" fmla="*/ 1853086 w 1881147"/>
                <a:gd name="connsiteY79" fmla="*/ 1306123 h 1694229"/>
                <a:gd name="connsiteX80" fmla="*/ 1853086 w 1881147"/>
                <a:gd name="connsiteY80" fmla="*/ 1248973 h 1694229"/>
                <a:gd name="connsiteX81" fmla="*/ 1810224 w 1881147"/>
                <a:gd name="connsiteY81" fmla="*/ 1239448 h 1694229"/>
                <a:gd name="connsiteX82" fmla="*/ 1734024 w 1881147"/>
                <a:gd name="connsiteY82" fmla="*/ 1158485 h 1694229"/>
                <a:gd name="connsiteX83" fmla="*/ 1695924 w 1881147"/>
                <a:gd name="connsiteY83" fmla="*/ 977510 h 1694229"/>
                <a:gd name="connsiteX84" fmla="*/ 1643536 w 1881147"/>
                <a:gd name="connsiteY84" fmla="*/ 944173 h 1694229"/>
                <a:gd name="connsiteX85" fmla="*/ 1605436 w 1881147"/>
                <a:gd name="connsiteY85" fmla="*/ 887023 h 1694229"/>
                <a:gd name="connsiteX86" fmla="*/ 1557811 w 1881147"/>
                <a:gd name="connsiteY86" fmla="*/ 839398 h 1694229"/>
                <a:gd name="connsiteX87" fmla="*/ 1505424 w 1881147"/>
                <a:gd name="connsiteY87" fmla="*/ 820348 h 1694229"/>
                <a:gd name="connsiteX88" fmla="*/ 1453036 w 1881147"/>
                <a:gd name="connsiteY88" fmla="*/ 815585 h 1694229"/>
                <a:gd name="connsiteX89" fmla="*/ 1510186 w 1881147"/>
                <a:gd name="connsiteY89" fmla="*/ 782248 h 1694229"/>
                <a:gd name="connsiteX90" fmla="*/ 1476849 w 1881147"/>
                <a:gd name="connsiteY90" fmla="*/ 748910 h 1694229"/>
                <a:gd name="connsiteX91" fmla="*/ 1481611 w 1881147"/>
                <a:gd name="connsiteY91" fmla="*/ 725098 h 1694229"/>
                <a:gd name="connsiteX92" fmla="*/ 1572099 w 1881147"/>
                <a:gd name="connsiteY92" fmla="*/ 763198 h 1694229"/>
                <a:gd name="connsiteX93" fmla="*/ 1624486 w 1881147"/>
                <a:gd name="connsiteY93" fmla="*/ 696523 h 1694229"/>
                <a:gd name="connsiteX94" fmla="*/ 1622283 w 1881147"/>
                <a:gd name="connsiteY94" fmla="*/ 553648 h 1694229"/>
                <a:gd name="connsiteX95" fmla="*/ 1639486 w 1881147"/>
                <a:gd name="connsiteY95"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19586 w 1881147"/>
                <a:gd name="connsiteY22" fmla="*/ 415535 h 1694229"/>
                <a:gd name="connsiteX23" fmla="*/ 457674 w 1881147"/>
                <a:gd name="connsiteY23" fmla="*/ 434585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6224 w 1881147"/>
                <a:gd name="connsiteY27" fmla="*/ 239323 h 1694229"/>
                <a:gd name="connsiteX28" fmla="*/ 143349 w 1881147"/>
                <a:gd name="connsiteY28" fmla="*/ 258373 h 1694229"/>
                <a:gd name="connsiteX29" fmla="*/ 124299 w 1881147"/>
                <a:gd name="connsiteY29" fmla="*/ 334573 h 1694229"/>
                <a:gd name="connsiteX30" fmla="*/ 110011 w 1881147"/>
                <a:gd name="connsiteY30" fmla="*/ 367910 h 1694229"/>
                <a:gd name="connsiteX31" fmla="*/ 133824 w 1881147"/>
                <a:gd name="connsiteY31" fmla="*/ 415535 h 1694229"/>
                <a:gd name="connsiteX32" fmla="*/ 81436 w 1881147"/>
                <a:gd name="connsiteY32" fmla="*/ 453635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36670 w 1881147"/>
                <a:gd name="connsiteY22" fmla="*/ 420641 h 1694229"/>
                <a:gd name="connsiteX23" fmla="*/ 457674 w 1881147"/>
                <a:gd name="connsiteY23" fmla="*/ 434585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6224 w 1881147"/>
                <a:gd name="connsiteY27" fmla="*/ 239323 h 1694229"/>
                <a:gd name="connsiteX28" fmla="*/ 143349 w 1881147"/>
                <a:gd name="connsiteY28" fmla="*/ 258373 h 1694229"/>
                <a:gd name="connsiteX29" fmla="*/ 124299 w 1881147"/>
                <a:gd name="connsiteY29" fmla="*/ 334573 h 1694229"/>
                <a:gd name="connsiteX30" fmla="*/ 110011 w 1881147"/>
                <a:gd name="connsiteY30" fmla="*/ 367910 h 1694229"/>
                <a:gd name="connsiteX31" fmla="*/ 133824 w 1881147"/>
                <a:gd name="connsiteY31" fmla="*/ 415535 h 1694229"/>
                <a:gd name="connsiteX32" fmla="*/ 81436 w 1881147"/>
                <a:gd name="connsiteY32" fmla="*/ 453635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36670 w 1881147"/>
                <a:gd name="connsiteY22" fmla="*/ 420641 h 1694229"/>
                <a:gd name="connsiteX23" fmla="*/ 452793 w 1881147"/>
                <a:gd name="connsiteY23" fmla="*/ 447350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6224 w 1881147"/>
                <a:gd name="connsiteY27" fmla="*/ 239323 h 1694229"/>
                <a:gd name="connsiteX28" fmla="*/ 143349 w 1881147"/>
                <a:gd name="connsiteY28" fmla="*/ 258373 h 1694229"/>
                <a:gd name="connsiteX29" fmla="*/ 124299 w 1881147"/>
                <a:gd name="connsiteY29" fmla="*/ 334573 h 1694229"/>
                <a:gd name="connsiteX30" fmla="*/ 110011 w 1881147"/>
                <a:gd name="connsiteY30" fmla="*/ 367910 h 1694229"/>
                <a:gd name="connsiteX31" fmla="*/ 133824 w 1881147"/>
                <a:gd name="connsiteY31" fmla="*/ 415535 h 1694229"/>
                <a:gd name="connsiteX32" fmla="*/ 81436 w 1881147"/>
                <a:gd name="connsiteY32" fmla="*/ 453635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36670 w 1881147"/>
                <a:gd name="connsiteY22" fmla="*/ 420641 h 1694229"/>
                <a:gd name="connsiteX23" fmla="*/ 452793 w 1881147"/>
                <a:gd name="connsiteY23" fmla="*/ 447350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6224 w 1881147"/>
                <a:gd name="connsiteY27" fmla="*/ 239323 h 1694229"/>
                <a:gd name="connsiteX28" fmla="*/ 165314 w 1881147"/>
                <a:gd name="connsiteY28" fmla="*/ 258373 h 1694229"/>
                <a:gd name="connsiteX29" fmla="*/ 124299 w 1881147"/>
                <a:gd name="connsiteY29" fmla="*/ 334573 h 1694229"/>
                <a:gd name="connsiteX30" fmla="*/ 110011 w 1881147"/>
                <a:gd name="connsiteY30" fmla="*/ 367910 h 1694229"/>
                <a:gd name="connsiteX31" fmla="*/ 133824 w 1881147"/>
                <a:gd name="connsiteY31" fmla="*/ 415535 h 1694229"/>
                <a:gd name="connsiteX32" fmla="*/ 81436 w 1881147"/>
                <a:gd name="connsiteY32" fmla="*/ 453635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36670 w 1881147"/>
                <a:gd name="connsiteY22" fmla="*/ 420641 h 1694229"/>
                <a:gd name="connsiteX23" fmla="*/ 452793 w 1881147"/>
                <a:gd name="connsiteY23" fmla="*/ 447350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8664 w 1881147"/>
                <a:gd name="connsiteY27" fmla="*/ 229110 h 1694229"/>
                <a:gd name="connsiteX28" fmla="*/ 165314 w 1881147"/>
                <a:gd name="connsiteY28" fmla="*/ 258373 h 1694229"/>
                <a:gd name="connsiteX29" fmla="*/ 124299 w 1881147"/>
                <a:gd name="connsiteY29" fmla="*/ 334573 h 1694229"/>
                <a:gd name="connsiteX30" fmla="*/ 110011 w 1881147"/>
                <a:gd name="connsiteY30" fmla="*/ 367910 h 1694229"/>
                <a:gd name="connsiteX31" fmla="*/ 133824 w 1881147"/>
                <a:gd name="connsiteY31" fmla="*/ 415535 h 1694229"/>
                <a:gd name="connsiteX32" fmla="*/ 81436 w 1881147"/>
                <a:gd name="connsiteY32" fmla="*/ 453635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36670 w 1881147"/>
                <a:gd name="connsiteY22" fmla="*/ 420641 h 1694229"/>
                <a:gd name="connsiteX23" fmla="*/ 452793 w 1881147"/>
                <a:gd name="connsiteY23" fmla="*/ 447350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8664 w 1881147"/>
                <a:gd name="connsiteY27" fmla="*/ 229110 h 1694229"/>
                <a:gd name="connsiteX28" fmla="*/ 165314 w 1881147"/>
                <a:gd name="connsiteY28" fmla="*/ 258373 h 1694229"/>
                <a:gd name="connsiteX29" fmla="*/ 146264 w 1881147"/>
                <a:gd name="connsiteY29" fmla="*/ 344785 h 1694229"/>
                <a:gd name="connsiteX30" fmla="*/ 110011 w 1881147"/>
                <a:gd name="connsiteY30" fmla="*/ 367910 h 1694229"/>
                <a:gd name="connsiteX31" fmla="*/ 133824 w 1881147"/>
                <a:gd name="connsiteY31" fmla="*/ 415535 h 1694229"/>
                <a:gd name="connsiteX32" fmla="*/ 81436 w 1881147"/>
                <a:gd name="connsiteY32" fmla="*/ 453635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36670 w 1881147"/>
                <a:gd name="connsiteY22" fmla="*/ 420641 h 1694229"/>
                <a:gd name="connsiteX23" fmla="*/ 452793 w 1881147"/>
                <a:gd name="connsiteY23" fmla="*/ 447350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8664 w 1881147"/>
                <a:gd name="connsiteY27" fmla="*/ 229110 h 1694229"/>
                <a:gd name="connsiteX28" fmla="*/ 165314 w 1881147"/>
                <a:gd name="connsiteY28" fmla="*/ 258373 h 1694229"/>
                <a:gd name="connsiteX29" fmla="*/ 146264 w 1881147"/>
                <a:gd name="connsiteY29" fmla="*/ 344785 h 1694229"/>
                <a:gd name="connsiteX30" fmla="*/ 146620 w 1881147"/>
                <a:gd name="connsiteY30" fmla="*/ 390888 h 1694229"/>
                <a:gd name="connsiteX31" fmla="*/ 133824 w 1881147"/>
                <a:gd name="connsiteY31" fmla="*/ 415535 h 1694229"/>
                <a:gd name="connsiteX32" fmla="*/ 81436 w 1881147"/>
                <a:gd name="connsiteY32" fmla="*/ 453635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36670 w 1881147"/>
                <a:gd name="connsiteY22" fmla="*/ 420641 h 1694229"/>
                <a:gd name="connsiteX23" fmla="*/ 452793 w 1881147"/>
                <a:gd name="connsiteY23" fmla="*/ 447350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8664 w 1881147"/>
                <a:gd name="connsiteY27" fmla="*/ 229110 h 1694229"/>
                <a:gd name="connsiteX28" fmla="*/ 165314 w 1881147"/>
                <a:gd name="connsiteY28" fmla="*/ 258373 h 1694229"/>
                <a:gd name="connsiteX29" fmla="*/ 146264 w 1881147"/>
                <a:gd name="connsiteY29" fmla="*/ 344785 h 1694229"/>
                <a:gd name="connsiteX30" fmla="*/ 163704 w 1881147"/>
                <a:gd name="connsiteY30" fmla="*/ 411312 h 1694229"/>
                <a:gd name="connsiteX31" fmla="*/ 133824 w 1881147"/>
                <a:gd name="connsiteY31" fmla="*/ 415535 h 1694229"/>
                <a:gd name="connsiteX32" fmla="*/ 81436 w 1881147"/>
                <a:gd name="connsiteY32" fmla="*/ 453635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36670 w 1881147"/>
                <a:gd name="connsiteY22" fmla="*/ 420641 h 1694229"/>
                <a:gd name="connsiteX23" fmla="*/ 452793 w 1881147"/>
                <a:gd name="connsiteY23" fmla="*/ 447350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8664 w 1881147"/>
                <a:gd name="connsiteY27" fmla="*/ 229110 h 1694229"/>
                <a:gd name="connsiteX28" fmla="*/ 165314 w 1881147"/>
                <a:gd name="connsiteY28" fmla="*/ 258373 h 1694229"/>
                <a:gd name="connsiteX29" fmla="*/ 146264 w 1881147"/>
                <a:gd name="connsiteY29" fmla="*/ 344785 h 1694229"/>
                <a:gd name="connsiteX30" fmla="*/ 163704 w 1881147"/>
                <a:gd name="connsiteY30" fmla="*/ 411312 h 1694229"/>
                <a:gd name="connsiteX31" fmla="*/ 136265 w 1881147"/>
                <a:gd name="connsiteY31" fmla="*/ 446172 h 1694229"/>
                <a:gd name="connsiteX32" fmla="*/ 81436 w 1881147"/>
                <a:gd name="connsiteY32" fmla="*/ 453635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486 w 1881147"/>
                <a:gd name="connsiteY0" fmla="*/ 405322 h 1694229"/>
                <a:gd name="connsiteX1" fmla="*/ 1567336 w 1881147"/>
                <a:gd name="connsiteY1" fmla="*/ 372673 h 1694229"/>
                <a:gd name="connsiteX2" fmla="*/ 1477087 w 1881147"/>
                <a:gd name="connsiteY2" fmla="*/ 348860 h 1694229"/>
                <a:gd name="connsiteX3" fmla="*/ 1423767 w 1881147"/>
                <a:gd name="connsiteY3" fmla="*/ 271776 h 1694229"/>
                <a:gd name="connsiteX4" fmla="*/ 1400666 w 1881147"/>
                <a:gd name="connsiteY4" fmla="*/ 169931 h 1694229"/>
                <a:gd name="connsiteX5" fmla="*/ 1364769 w 1881147"/>
                <a:gd name="connsiteY5" fmla="*/ 1869 h 1694229"/>
                <a:gd name="connsiteX6" fmla="*/ 1297400 w 1881147"/>
                <a:gd name="connsiteY6" fmla="*/ 43567 h 1694229"/>
                <a:gd name="connsiteX7" fmla="*/ 1291832 w 1881147"/>
                <a:gd name="connsiteY7" fmla="*/ 101090 h 1694229"/>
                <a:gd name="connsiteX8" fmla="*/ 1275927 w 1881147"/>
                <a:gd name="connsiteY8" fmla="*/ 152303 h 1694229"/>
                <a:gd name="connsiteX9" fmla="*/ 1256402 w 1881147"/>
                <a:gd name="connsiteY9" fmla="*/ 204316 h 1694229"/>
                <a:gd name="connsiteX10" fmla="*/ 1254673 w 1881147"/>
                <a:gd name="connsiteY10" fmla="*/ 273739 h 1694229"/>
                <a:gd name="connsiteX11" fmla="*/ 1181692 w 1881147"/>
                <a:gd name="connsiteY11" fmla="*/ 283903 h 1694229"/>
                <a:gd name="connsiteX12" fmla="*/ 1117339 w 1881147"/>
                <a:gd name="connsiteY12" fmla="*/ 285917 h 1694229"/>
                <a:gd name="connsiteX13" fmla="*/ 1069738 w 1881147"/>
                <a:gd name="connsiteY13" fmla="*/ 346183 h 1694229"/>
                <a:gd name="connsiteX14" fmla="*/ 1015123 w 1881147"/>
                <a:gd name="connsiteY14" fmla="*/ 371690 h 1694229"/>
                <a:gd name="connsiteX15" fmla="*/ 962499 w 1881147"/>
                <a:gd name="connsiteY15" fmla="*/ 358385 h 1694229"/>
                <a:gd name="connsiteX16" fmla="*/ 855759 w 1881147"/>
                <a:gd name="connsiteY16" fmla="*/ 376257 h 1694229"/>
                <a:gd name="connsiteX17" fmla="*/ 832776 w 1881147"/>
                <a:gd name="connsiteY17" fmla="*/ 440035 h 1694229"/>
                <a:gd name="connsiteX18" fmla="*/ 815693 w 1881147"/>
                <a:gd name="connsiteY18" fmla="*/ 475926 h 1694229"/>
                <a:gd name="connsiteX19" fmla="*/ 733662 w 1881147"/>
                <a:gd name="connsiteY19" fmla="*/ 494632 h 1694229"/>
                <a:gd name="connsiteX20" fmla="*/ 715850 w 1881147"/>
                <a:gd name="connsiteY20" fmla="*/ 440647 h 1694229"/>
                <a:gd name="connsiteX21" fmla="*/ 671986 w 1881147"/>
                <a:gd name="connsiteY21" fmla="*/ 420298 h 1694229"/>
                <a:gd name="connsiteX22" fmla="*/ 536670 w 1881147"/>
                <a:gd name="connsiteY22" fmla="*/ 420641 h 1694229"/>
                <a:gd name="connsiteX23" fmla="*/ 452793 w 1881147"/>
                <a:gd name="connsiteY23" fmla="*/ 447350 h 1694229"/>
                <a:gd name="connsiteX24" fmla="*/ 419574 w 1881147"/>
                <a:gd name="connsiteY24" fmla="*/ 420298 h 1694229"/>
                <a:gd name="connsiteX25" fmla="*/ 400524 w 1881147"/>
                <a:gd name="connsiteY25" fmla="*/ 358385 h 1694229"/>
                <a:gd name="connsiteX26" fmla="*/ 333849 w 1881147"/>
                <a:gd name="connsiteY26" fmla="*/ 305998 h 1694229"/>
                <a:gd name="connsiteX27" fmla="*/ 288664 w 1881147"/>
                <a:gd name="connsiteY27" fmla="*/ 229110 h 1694229"/>
                <a:gd name="connsiteX28" fmla="*/ 165314 w 1881147"/>
                <a:gd name="connsiteY28" fmla="*/ 258373 h 1694229"/>
                <a:gd name="connsiteX29" fmla="*/ 146264 w 1881147"/>
                <a:gd name="connsiteY29" fmla="*/ 344785 h 1694229"/>
                <a:gd name="connsiteX30" fmla="*/ 163704 w 1881147"/>
                <a:gd name="connsiteY30" fmla="*/ 411312 h 1694229"/>
                <a:gd name="connsiteX31" fmla="*/ 136265 w 1881147"/>
                <a:gd name="connsiteY31" fmla="*/ 446172 h 1694229"/>
                <a:gd name="connsiteX32" fmla="*/ 83877 w 1881147"/>
                <a:gd name="connsiteY32" fmla="*/ 474059 h 1694229"/>
                <a:gd name="connsiteX33" fmla="*/ 33811 w 1881147"/>
                <a:gd name="connsiteY33" fmla="*/ 448873 h 1694229"/>
                <a:gd name="connsiteX34" fmla="*/ 33811 w 1881147"/>
                <a:gd name="connsiteY34" fmla="*/ 520310 h 1694229"/>
                <a:gd name="connsiteX35" fmla="*/ 474 w 1881147"/>
                <a:gd name="connsiteY35" fmla="*/ 625085 h 1694229"/>
                <a:gd name="connsiteX36" fmla="*/ 62386 w 1881147"/>
                <a:gd name="connsiteY36" fmla="*/ 701285 h 1694229"/>
                <a:gd name="connsiteX37" fmla="*/ 111977 w 1881147"/>
                <a:gd name="connsiteY37" fmla="*/ 681547 h 1694229"/>
                <a:gd name="connsiteX38" fmla="*/ 112334 w 1881147"/>
                <a:gd name="connsiteY38" fmla="*/ 751806 h 1694229"/>
                <a:gd name="connsiteX39" fmla="*/ 167161 w 1881147"/>
                <a:gd name="connsiteY39" fmla="*/ 782248 h 1694229"/>
                <a:gd name="connsiteX40" fmla="*/ 236159 w 1881147"/>
                <a:gd name="connsiteY40" fmla="*/ 792460 h 1694229"/>
                <a:gd name="connsiteX41" fmla="*/ 271462 w 1881147"/>
                <a:gd name="connsiteY41" fmla="*/ 848431 h 1694229"/>
                <a:gd name="connsiteX42" fmla="*/ 270869 w 1881147"/>
                <a:gd name="connsiteY42" fmla="*/ 893503 h 1694229"/>
                <a:gd name="connsiteX43" fmla="*/ 295393 w 1881147"/>
                <a:gd name="connsiteY43" fmla="*/ 932978 h 1694229"/>
                <a:gd name="connsiteX44" fmla="*/ 341051 w 1881147"/>
                <a:gd name="connsiteY44" fmla="*/ 971570 h 1694229"/>
                <a:gd name="connsiteX45" fmla="*/ 426184 w 1881147"/>
                <a:gd name="connsiteY45" fmla="*/ 1025822 h 1694229"/>
                <a:gd name="connsiteX46" fmla="*/ 461961 w 1881147"/>
                <a:gd name="connsiteY46" fmla="*/ 1096915 h 1694229"/>
                <a:gd name="connsiteX47" fmla="*/ 441064 w 1881147"/>
                <a:gd name="connsiteY47" fmla="*/ 1166488 h 1694229"/>
                <a:gd name="connsiteX48" fmla="*/ 519111 w 1881147"/>
                <a:gd name="connsiteY48" fmla="*/ 1222951 h 1694229"/>
                <a:gd name="connsiteX49" fmla="*/ 591143 w 1881147"/>
                <a:gd name="connsiteY49" fmla="*/ 1255945 h 1694229"/>
                <a:gd name="connsiteX50" fmla="*/ 571974 w 1881147"/>
                <a:gd name="connsiteY50" fmla="*/ 1315648 h 1694229"/>
                <a:gd name="connsiteX51" fmla="*/ 662461 w 1881147"/>
                <a:gd name="connsiteY51" fmla="*/ 1468048 h 1694229"/>
                <a:gd name="connsiteX52" fmla="*/ 755271 w 1881147"/>
                <a:gd name="connsiteY52" fmla="*/ 1541202 h 1694229"/>
                <a:gd name="connsiteX53" fmla="*/ 805336 w 1881147"/>
                <a:gd name="connsiteY53" fmla="*/ 1491860 h 1694229"/>
                <a:gd name="connsiteX54" fmla="*/ 869926 w 1881147"/>
                <a:gd name="connsiteY54" fmla="*/ 1519257 h 1694229"/>
                <a:gd name="connsiteX55" fmla="*/ 924399 w 1881147"/>
                <a:gd name="connsiteY55" fmla="*/ 1487098 h 1694229"/>
                <a:gd name="connsiteX56" fmla="*/ 941246 w 1881147"/>
                <a:gd name="connsiteY56" fmla="*/ 1444922 h 1694229"/>
                <a:gd name="connsiteX57" fmla="*/ 1005123 w 1881147"/>
                <a:gd name="connsiteY57" fmla="*/ 1531334 h 1694229"/>
                <a:gd name="connsiteX58" fmla="*/ 1050190 w 1881147"/>
                <a:gd name="connsiteY58" fmla="*/ 1602428 h 1694229"/>
                <a:gd name="connsiteX59" fmla="*/ 1120136 w 1881147"/>
                <a:gd name="connsiteY59" fmla="*/ 1693947 h 1694229"/>
                <a:gd name="connsiteX60" fmla="*/ 1151034 w 1881147"/>
                <a:gd name="connsiteY60" fmla="*/ 1630856 h 1694229"/>
                <a:gd name="connsiteX61" fmla="*/ 1181693 w 1881147"/>
                <a:gd name="connsiteY61" fmla="*/ 1624376 h 1694229"/>
                <a:gd name="connsiteX62" fmla="*/ 1224792 w 1881147"/>
                <a:gd name="connsiteY62" fmla="*/ 1653639 h 1694229"/>
                <a:gd name="connsiteX63" fmla="*/ 1258367 w 1881147"/>
                <a:gd name="connsiteY63" fmla="*/ 1612985 h 1694229"/>
                <a:gd name="connsiteX64" fmla="*/ 1277188 w 1881147"/>
                <a:gd name="connsiteY64" fmla="*/ 1617602 h 1694229"/>
                <a:gd name="connsiteX65" fmla="*/ 1311230 w 1881147"/>
                <a:gd name="connsiteY65" fmla="*/ 1684079 h 1694229"/>
                <a:gd name="connsiteX66" fmla="*/ 1367786 w 1881147"/>
                <a:gd name="connsiteY66" fmla="*/ 1660610 h 1694229"/>
                <a:gd name="connsiteX67" fmla="*/ 1419818 w 1881147"/>
                <a:gd name="connsiteY67" fmla="*/ 1604489 h 1694229"/>
                <a:gd name="connsiteX68" fmla="*/ 1470595 w 1881147"/>
                <a:gd name="connsiteY68" fmla="*/ 1587946 h 1694229"/>
                <a:gd name="connsiteX69" fmla="*/ 1488274 w 1881147"/>
                <a:gd name="connsiteY69" fmla="*/ 1643768 h 1694229"/>
                <a:gd name="connsiteX70" fmla="*/ 1558169 w 1881147"/>
                <a:gd name="connsiteY70" fmla="*/ 1618090 h 1694229"/>
                <a:gd name="connsiteX71" fmla="*/ 1588947 w 1881147"/>
                <a:gd name="connsiteY71" fmla="*/ 1531334 h 1694229"/>
                <a:gd name="connsiteX72" fmla="*/ 1670383 w 1881147"/>
                <a:gd name="connsiteY72" fmla="*/ 1441192 h 1694229"/>
                <a:gd name="connsiteX73" fmla="*/ 1714974 w 1881147"/>
                <a:gd name="connsiteY73" fmla="*/ 1410062 h 1694229"/>
                <a:gd name="connsiteX74" fmla="*/ 1743343 w 1881147"/>
                <a:gd name="connsiteY74" fmla="*/ 1413357 h 1694229"/>
                <a:gd name="connsiteX75" fmla="*/ 1820935 w 1881147"/>
                <a:gd name="connsiteY75" fmla="*/ 1402749 h 1694229"/>
                <a:gd name="connsiteX76" fmla="*/ 1816054 w 1881147"/>
                <a:gd name="connsiteY76" fmla="*/ 1456313 h 1694229"/>
                <a:gd name="connsiteX77" fmla="*/ 1874221 w 1881147"/>
                <a:gd name="connsiteY77" fmla="*/ 1479634 h 1694229"/>
                <a:gd name="connsiteX78" fmla="*/ 1875829 w 1881147"/>
                <a:gd name="connsiteY78" fmla="*/ 1457000 h 1694229"/>
                <a:gd name="connsiteX79" fmla="*/ 1875051 w 1881147"/>
                <a:gd name="connsiteY79" fmla="*/ 1396266 h 1694229"/>
                <a:gd name="connsiteX80" fmla="*/ 1853086 w 1881147"/>
                <a:gd name="connsiteY80" fmla="*/ 1306123 h 1694229"/>
                <a:gd name="connsiteX81" fmla="*/ 1853086 w 1881147"/>
                <a:gd name="connsiteY81" fmla="*/ 1248973 h 1694229"/>
                <a:gd name="connsiteX82" fmla="*/ 1810224 w 1881147"/>
                <a:gd name="connsiteY82" fmla="*/ 1239448 h 1694229"/>
                <a:gd name="connsiteX83" fmla="*/ 1734024 w 1881147"/>
                <a:gd name="connsiteY83" fmla="*/ 1158485 h 1694229"/>
                <a:gd name="connsiteX84" fmla="*/ 1695924 w 1881147"/>
                <a:gd name="connsiteY84" fmla="*/ 977510 h 1694229"/>
                <a:gd name="connsiteX85" fmla="*/ 1643536 w 1881147"/>
                <a:gd name="connsiteY85" fmla="*/ 944173 h 1694229"/>
                <a:gd name="connsiteX86" fmla="*/ 1605436 w 1881147"/>
                <a:gd name="connsiteY86" fmla="*/ 887023 h 1694229"/>
                <a:gd name="connsiteX87" fmla="*/ 1557811 w 1881147"/>
                <a:gd name="connsiteY87" fmla="*/ 839398 h 1694229"/>
                <a:gd name="connsiteX88" fmla="*/ 1505424 w 1881147"/>
                <a:gd name="connsiteY88" fmla="*/ 820348 h 1694229"/>
                <a:gd name="connsiteX89" fmla="*/ 1453036 w 1881147"/>
                <a:gd name="connsiteY89" fmla="*/ 815585 h 1694229"/>
                <a:gd name="connsiteX90" fmla="*/ 1510186 w 1881147"/>
                <a:gd name="connsiteY90" fmla="*/ 782248 h 1694229"/>
                <a:gd name="connsiteX91" fmla="*/ 1476849 w 1881147"/>
                <a:gd name="connsiteY91" fmla="*/ 748910 h 1694229"/>
                <a:gd name="connsiteX92" fmla="*/ 1481611 w 1881147"/>
                <a:gd name="connsiteY92" fmla="*/ 725098 h 1694229"/>
                <a:gd name="connsiteX93" fmla="*/ 1572099 w 1881147"/>
                <a:gd name="connsiteY93" fmla="*/ 763198 h 1694229"/>
                <a:gd name="connsiteX94" fmla="*/ 1624486 w 1881147"/>
                <a:gd name="connsiteY94" fmla="*/ 696523 h 1694229"/>
                <a:gd name="connsiteX95" fmla="*/ 1622283 w 1881147"/>
                <a:gd name="connsiteY95" fmla="*/ 553648 h 1694229"/>
                <a:gd name="connsiteX96" fmla="*/ 1639486 w 1881147"/>
                <a:gd name="connsiteY96" fmla="*/ 405322 h 1694229"/>
                <a:gd name="connsiteX0" fmla="*/ 1639538 w 1881199"/>
                <a:gd name="connsiteY0" fmla="*/ 405322 h 1694229"/>
                <a:gd name="connsiteX1" fmla="*/ 1567388 w 1881199"/>
                <a:gd name="connsiteY1" fmla="*/ 372673 h 1694229"/>
                <a:gd name="connsiteX2" fmla="*/ 1477139 w 1881199"/>
                <a:gd name="connsiteY2" fmla="*/ 348860 h 1694229"/>
                <a:gd name="connsiteX3" fmla="*/ 1423819 w 1881199"/>
                <a:gd name="connsiteY3" fmla="*/ 271776 h 1694229"/>
                <a:gd name="connsiteX4" fmla="*/ 1400718 w 1881199"/>
                <a:gd name="connsiteY4" fmla="*/ 169931 h 1694229"/>
                <a:gd name="connsiteX5" fmla="*/ 1364821 w 1881199"/>
                <a:gd name="connsiteY5" fmla="*/ 1869 h 1694229"/>
                <a:gd name="connsiteX6" fmla="*/ 1297452 w 1881199"/>
                <a:gd name="connsiteY6" fmla="*/ 43567 h 1694229"/>
                <a:gd name="connsiteX7" fmla="*/ 1291884 w 1881199"/>
                <a:gd name="connsiteY7" fmla="*/ 101090 h 1694229"/>
                <a:gd name="connsiteX8" fmla="*/ 1275979 w 1881199"/>
                <a:gd name="connsiteY8" fmla="*/ 152303 h 1694229"/>
                <a:gd name="connsiteX9" fmla="*/ 1256454 w 1881199"/>
                <a:gd name="connsiteY9" fmla="*/ 204316 h 1694229"/>
                <a:gd name="connsiteX10" fmla="*/ 1254725 w 1881199"/>
                <a:gd name="connsiteY10" fmla="*/ 273739 h 1694229"/>
                <a:gd name="connsiteX11" fmla="*/ 1181744 w 1881199"/>
                <a:gd name="connsiteY11" fmla="*/ 283903 h 1694229"/>
                <a:gd name="connsiteX12" fmla="*/ 1117391 w 1881199"/>
                <a:gd name="connsiteY12" fmla="*/ 285917 h 1694229"/>
                <a:gd name="connsiteX13" fmla="*/ 1069790 w 1881199"/>
                <a:gd name="connsiteY13" fmla="*/ 346183 h 1694229"/>
                <a:gd name="connsiteX14" fmla="*/ 1015175 w 1881199"/>
                <a:gd name="connsiteY14" fmla="*/ 371690 h 1694229"/>
                <a:gd name="connsiteX15" fmla="*/ 962551 w 1881199"/>
                <a:gd name="connsiteY15" fmla="*/ 358385 h 1694229"/>
                <a:gd name="connsiteX16" fmla="*/ 855811 w 1881199"/>
                <a:gd name="connsiteY16" fmla="*/ 376257 h 1694229"/>
                <a:gd name="connsiteX17" fmla="*/ 832828 w 1881199"/>
                <a:gd name="connsiteY17" fmla="*/ 440035 h 1694229"/>
                <a:gd name="connsiteX18" fmla="*/ 815745 w 1881199"/>
                <a:gd name="connsiteY18" fmla="*/ 475926 h 1694229"/>
                <a:gd name="connsiteX19" fmla="*/ 733714 w 1881199"/>
                <a:gd name="connsiteY19" fmla="*/ 494632 h 1694229"/>
                <a:gd name="connsiteX20" fmla="*/ 715902 w 1881199"/>
                <a:gd name="connsiteY20" fmla="*/ 440647 h 1694229"/>
                <a:gd name="connsiteX21" fmla="*/ 672038 w 1881199"/>
                <a:gd name="connsiteY21" fmla="*/ 420298 h 1694229"/>
                <a:gd name="connsiteX22" fmla="*/ 536722 w 1881199"/>
                <a:gd name="connsiteY22" fmla="*/ 420641 h 1694229"/>
                <a:gd name="connsiteX23" fmla="*/ 452845 w 1881199"/>
                <a:gd name="connsiteY23" fmla="*/ 447350 h 1694229"/>
                <a:gd name="connsiteX24" fmla="*/ 419626 w 1881199"/>
                <a:gd name="connsiteY24" fmla="*/ 420298 h 1694229"/>
                <a:gd name="connsiteX25" fmla="*/ 400576 w 1881199"/>
                <a:gd name="connsiteY25" fmla="*/ 358385 h 1694229"/>
                <a:gd name="connsiteX26" fmla="*/ 333901 w 1881199"/>
                <a:gd name="connsiteY26" fmla="*/ 305998 h 1694229"/>
                <a:gd name="connsiteX27" fmla="*/ 288716 w 1881199"/>
                <a:gd name="connsiteY27" fmla="*/ 229110 h 1694229"/>
                <a:gd name="connsiteX28" fmla="*/ 165366 w 1881199"/>
                <a:gd name="connsiteY28" fmla="*/ 258373 h 1694229"/>
                <a:gd name="connsiteX29" fmla="*/ 146316 w 1881199"/>
                <a:gd name="connsiteY29" fmla="*/ 344785 h 1694229"/>
                <a:gd name="connsiteX30" fmla="*/ 163756 w 1881199"/>
                <a:gd name="connsiteY30" fmla="*/ 411312 h 1694229"/>
                <a:gd name="connsiteX31" fmla="*/ 136317 w 1881199"/>
                <a:gd name="connsiteY31" fmla="*/ 446172 h 1694229"/>
                <a:gd name="connsiteX32" fmla="*/ 83929 w 1881199"/>
                <a:gd name="connsiteY32" fmla="*/ 474059 h 1694229"/>
                <a:gd name="connsiteX33" fmla="*/ 55828 w 1881199"/>
                <a:gd name="connsiteY33" fmla="*/ 482063 h 1694229"/>
                <a:gd name="connsiteX34" fmla="*/ 33863 w 1881199"/>
                <a:gd name="connsiteY34" fmla="*/ 520310 h 1694229"/>
                <a:gd name="connsiteX35" fmla="*/ 526 w 1881199"/>
                <a:gd name="connsiteY35" fmla="*/ 625085 h 1694229"/>
                <a:gd name="connsiteX36" fmla="*/ 62438 w 1881199"/>
                <a:gd name="connsiteY36" fmla="*/ 701285 h 1694229"/>
                <a:gd name="connsiteX37" fmla="*/ 112029 w 1881199"/>
                <a:gd name="connsiteY37" fmla="*/ 681547 h 1694229"/>
                <a:gd name="connsiteX38" fmla="*/ 112386 w 1881199"/>
                <a:gd name="connsiteY38" fmla="*/ 751806 h 1694229"/>
                <a:gd name="connsiteX39" fmla="*/ 167213 w 1881199"/>
                <a:gd name="connsiteY39" fmla="*/ 782248 h 1694229"/>
                <a:gd name="connsiteX40" fmla="*/ 236211 w 1881199"/>
                <a:gd name="connsiteY40" fmla="*/ 792460 h 1694229"/>
                <a:gd name="connsiteX41" fmla="*/ 271514 w 1881199"/>
                <a:gd name="connsiteY41" fmla="*/ 848431 h 1694229"/>
                <a:gd name="connsiteX42" fmla="*/ 270921 w 1881199"/>
                <a:gd name="connsiteY42" fmla="*/ 893503 h 1694229"/>
                <a:gd name="connsiteX43" fmla="*/ 295445 w 1881199"/>
                <a:gd name="connsiteY43" fmla="*/ 932978 h 1694229"/>
                <a:gd name="connsiteX44" fmla="*/ 341103 w 1881199"/>
                <a:gd name="connsiteY44" fmla="*/ 971570 h 1694229"/>
                <a:gd name="connsiteX45" fmla="*/ 426236 w 1881199"/>
                <a:gd name="connsiteY45" fmla="*/ 1025822 h 1694229"/>
                <a:gd name="connsiteX46" fmla="*/ 462013 w 1881199"/>
                <a:gd name="connsiteY46" fmla="*/ 1096915 h 1694229"/>
                <a:gd name="connsiteX47" fmla="*/ 441116 w 1881199"/>
                <a:gd name="connsiteY47" fmla="*/ 1166488 h 1694229"/>
                <a:gd name="connsiteX48" fmla="*/ 519163 w 1881199"/>
                <a:gd name="connsiteY48" fmla="*/ 1222951 h 1694229"/>
                <a:gd name="connsiteX49" fmla="*/ 591195 w 1881199"/>
                <a:gd name="connsiteY49" fmla="*/ 1255945 h 1694229"/>
                <a:gd name="connsiteX50" fmla="*/ 572026 w 1881199"/>
                <a:gd name="connsiteY50" fmla="*/ 1315648 h 1694229"/>
                <a:gd name="connsiteX51" fmla="*/ 662513 w 1881199"/>
                <a:gd name="connsiteY51" fmla="*/ 1468048 h 1694229"/>
                <a:gd name="connsiteX52" fmla="*/ 755323 w 1881199"/>
                <a:gd name="connsiteY52" fmla="*/ 1541202 h 1694229"/>
                <a:gd name="connsiteX53" fmla="*/ 805388 w 1881199"/>
                <a:gd name="connsiteY53" fmla="*/ 1491860 h 1694229"/>
                <a:gd name="connsiteX54" fmla="*/ 869978 w 1881199"/>
                <a:gd name="connsiteY54" fmla="*/ 1519257 h 1694229"/>
                <a:gd name="connsiteX55" fmla="*/ 924451 w 1881199"/>
                <a:gd name="connsiteY55" fmla="*/ 1487098 h 1694229"/>
                <a:gd name="connsiteX56" fmla="*/ 941298 w 1881199"/>
                <a:gd name="connsiteY56" fmla="*/ 1444922 h 1694229"/>
                <a:gd name="connsiteX57" fmla="*/ 1005175 w 1881199"/>
                <a:gd name="connsiteY57" fmla="*/ 1531334 h 1694229"/>
                <a:gd name="connsiteX58" fmla="*/ 1050242 w 1881199"/>
                <a:gd name="connsiteY58" fmla="*/ 1602428 h 1694229"/>
                <a:gd name="connsiteX59" fmla="*/ 1120188 w 1881199"/>
                <a:gd name="connsiteY59" fmla="*/ 1693947 h 1694229"/>
                <a:gd name="connsiteX60" fmla="*/ 1151086 w 1881199"/>
                <a:gd name="connsiteY60" fmla="*/ 1630856 h 1694229"/>
                <a:gd name="connsiteX61" fmla="*/ 1181745 w 1881199"/>
                <a:gd name="connsiteY61" fmla="*/ 1624376 h 1694229"/>
                <a:gd name="connsiteX62" fmla="*/ 1224844 w 1881199"/>
                <a:gd name="connsiteY62" fmla="*/ 1653639 h 1694229"/>
                <a:gd name="connsiteX63" fmla="*/ 1258419 w 1881199"/>
                <a:gd name="connsiteY63" fmla="*/ 1612985 h 1694229"/>
                <a:gd name="connsiteX64" fmla="*/ 1277240 w 1881199"/>
                <a:gd name="connsiteY64" fmla="*/ 1617602 h 1694229"/>
                <a:gd name="connsiteX65" fmla="*/ 1311282 w 1881199"/>
                <a:gd name="connsiteY65" fmla="*/ 1684079 h 1694229"/>
                <a:gd name="connsiteX66" fmla="*/ 1367838 w 1881199"/>
                <a:gd name="connsiteY66" fmla="*/ 1660610 h 1694229"/>
                <a:gd name="connsiteX67" fmla="*/ 1419870 w 1881199"/>
                <a:gd name="connsiteY67" fmla="*/ 1604489 h 1694229"/>
                <a:gd name="connsiteX68" fmla="*/ 1470647 w 1881199"/>
                <a:gd name="connsiteY68" fmla="*/ 1587946 h 1694229"/>
                <a:gd name="connsiteX69" fmla="*/ 1488326 w 1881199"/>
                <a:gd name="connsiteY69" fmla="*/ 1643768 h 1694229"/>
                <a:gd name="connsiteX70" fmla="*/ 1558221 w 1881199"/>
                <a:gd name="connsiteY70" fmla="*/ 1618090 h 1694229"/>
                <a:gd name="connsiteX71" fmla="*/ 1588999 w 1881199"/>
                <a:gd name="connsiteY71" fmla="*/ 1531334 h 1694229"/>
                <a:gd name="connsiteX72" fmla="*/ 1670435 w 1881199"/>
                <a:gd name="connsiteY72" fmla="*/ 1441192 h 1694229"/>
                <a:gd name="connsiteX73" fmla="*/ 1715026 w 1881199"/>
                <a:gd name="connsiteY73" fmla="*/ 1410062 h 1694229"/>
                <a:gd name="connsiteX74" fmla="*/ 1743395 w 1881199"/>
                <a:gd name="connsiteY74" fmla="*/ 1413357 h 1694229"/>
                <a:gd name="connsiteX75" fmla="*/ 1820987 w 1881199"/>
                <a:gd name="connsiteY75" fmla="*/ 1402749 h 1694229"/>
                <a:gd name="connsiteX76" fmla="*/ 1816106 w 1881199"/>
                <a:gd name="connsiteY76" fmla="*/ 1456313 h 1694229"/>
                <a:gd name="connsiteX77" fmla="*/ 1874273 w 1881199"/>
                <a:gd name="connsiteY77" fmla="*/ 1479634 h 1694229"/>
                <a:gd name="connsiteX78" fmla="*/ 1875881 w 1881199"/>
                <a:gd name="connsiteY78" fmla="*/ 1457000 h 1694229"/>
                <a:gd name="connsiteX79" fmla="*/ 1875103 w 1881199"/>
                <a:gd name="connsiteY79" fmla="*/ 1396266 h 1694229"/>
                <a:gd name="connsiteX80" fmla="*/ 1853138 w 1881199"/>
                <a:gd name="connsiteY80" fmla="*/ 1306123 h 1694229"/>
                <a:gd name="connsiteX81" fmla="*/ 1853138 w 1881199"/>
                <a:gd name="connsiteY81" fmla="*/ 1248973 h 1694229"/>
                <a:gd name="connsiteX82" fmla="*/ 1810276 w 1881199"/>
                <a:gd name="connsiteY82" fmla="*/ 1239448 h 1694229"/>
                <a:gd name="connsiteX83" fmla="*/ 1734076 w 1881199"/>
                <a:gd name="connsiteY83" fmla="*/ 1158485 h 1694229"/>
                <a:gd name="connsiteX84" fmla="*/ 1695976 w 1881199"/>
                <a:gd name="connsiteY84" fmla="*/ 977510 h 1694229"/>
                <a:gd name="connsiteX85" fmla="*/ 1643588 w 1881199"/>
                <a:gd name="connsiteY85" fmla="*/ 944173 h 1694229"/>
                <a:gd name="connsiteX86" fmla="*/ 1605488 w 1881199"/>
                <a:gd name="connsiteY86" fmla="*/ 887023 h 1694229"/>
                <a:gd name="connsiteX87" fmla="*/ 1557863 w 1881199"/>
                <a:gd name="connsiteY87" fmla="*/ 839398 h 1694229"/>
                <a:gd name="connsiteX88" fmla="*/ 1505476 w 1881199"/>
                <a:gd name="connsiteY88" fmla="*/ 820348 h 1694229"/>
                <a:gd name="connsiteX89" fmla="*/ 1453088 w 1881199"/>
                <a:gd name="connsiteY89" fmla="*/ 815585 h 1694229"/>
                <a:gd name="connsiteX90" fmla="*/ 1510238 w 1881199"/>
                <a:gd name="connsiteY90" fmla="*/ 782248 h 1694229"/>
                <a:gd name="connsiteX91" fmla="*/ 1476901 w 1881199"/>
                <a:gd name="connsiteY91" fmla="*/ 748910 h 1694229"/>
                <a:gd name="connsiteX92" fmla="*/ 1481663 w 1881199"/>
                <a:gd name="connsiteY92" fmla="*/ 725098 h 1694229"/>
                <a:gd name="connsiteX93" fmla="*/ 1572151 w 1881199"/>
                <a:gd name="connsiteY93" fmla="*/ 763198 h 1694229"/>
                <a:gd name="connsiteX94" fmla="*/ 1624538 w 1881199"/>
                <a:gd name="connsiteY94" fmla="*/ 696523 h 1694229"/>
                <a:gd name="connsiteX95" fmla="*/ 1622335 w 1881199"/>
                <a:gd name="connsiteY95" fmla="*/ 553648 h 1694229"/>
                <a:gd name="connsiteX96" fmla="*/ 1639538 w 1881199"/>
                <a:gd name="connsiteY96" fmla="*/ 405322 h 1694229"/>
                <a:gd name="connsiteX0" fmla="*/ 1620540 w 1862201"/>
                <a:gd name="connsiteY0" fmla="*/ 405322 h 1694229"/>
                <a:gd name="connsiteX1" fmla="*/ 1548390 w 1862201"/>
                <a:gd name="connsiteY1" fmla="*/ 372673 h 1694229"/>
                <a:gd name="connsiteX2" fmla="*/ 1458141 w 1862201"/>
                <a:gd name="connsiteY2" fmla="*/ 348860 h 1694229"/>
                <a:gd name="connsiteX3" fmla="*/ 1404821 w 1862201"/>
                <a:gd name="connsiteY3" fmla="*/ 271776 h 1694229"/>
                <a:gd name="connsiteX4" fmla="*/ 1381720 w 1862201"/>
                <a:gd name="connsiteY4" fmla="*/ 169931 h 1694229"/>
                <a:gd name="connsiteX5" fmla="*/ 1345823 w 1862201"/>
                <a:gd name="connsiteY5" fmla="*/ 1869 h 1694229"/>
                <a:gd name="connsiteX6" fmla="*/ 1278454 w 1862201"/>
                <a:gd name="connsiteY6" fmla="*/ 43567 h 1694229"/>
                <a:gd name="connsiteX7" fmla="*/ 1272886 w 1862201"/>
                <a:gd name="connsiteY7" fmla="*/ 101090 h 1694229"/>
                <a:gd name="connsiteX8" fmla="*/ 1256981 w 1862201"/>
                <a:gd name="connsiteY8" fmla="*/ 152303 h 1694229"/>
                <a:gd name="connsiteX9" fmla="*/ 1237456 w 1862201"/>
                <a:gd name="connsiteY9" fmla="*/ 204316 h 1694229"/>
                <a:gd name="connsiteX10" fmla="*/ 1235727 w 1862201"/>
                <a:gd name="connsiteY10" fmla="*/ 273739 h 1694229"/>
                <a:gd name="connsiteX11" fmla="*/ 1162746 w 1862201"/>
                <a:gd name="connsiteY11" fmla="*/ 283903 h 1694229"/>
                <a:gd name="connsiteX12" fmla="*/ 1098393 w 1862201"/>
                <a:gd name="connsiteY12" fmla="*/ 285917 h 1694229"/>
                <a:gd name="connsiteX13" fmla="*/ 1050792 w 1862201"/>
                <a:gd name="connsiteY13" fmla="*/ 346183 h 1694229"/>
                <a:gd name="connsiteX14" fmla="*/ 996177 w 1862201"/>
                <a:gd name="connsiteY14" fmla="*/ 371690 h 1694229"/>
                <a:gd name="connsiteX15" fmla="*/ 943553 w 1862201"/>
                <a:gd name="connsiteY15" fmla="*/ 358385 h 1694229"/>
                <a:gd name="connsiteX16" fmla="*/ 836813 w 1862201"/>
                <a:gd name="connsiteY16" fmla="*/ 376257 h 1694229"/>
                <a:gd name="connsiteX17" fmla="*/ 813830 w 1862201"/>
                <a:gd name="connsiteY17" fmla="*/ 440035 h 1694229"/>
                <a:gd name="connsiteX18" fmla="*/ 796747 w 1862201"/>
                <a:gd name="connsiteY18" fmla="*/ 475926 h 1694229"/>
                <a:gd name="connsiteX19" fmla="*/ 714716 w 1862201"/>
                <a:gd name="connsiteY19" fmla="*/ 494632 h 1694229"/>
                <a:gd name="connsiteX20" fmla="*/ 696904 w 1862201"/>
                <a:gd name="connsiteY20" fmla="*/ 440647 h 1694229"/>
                <a:gd name="connsiteX21" fmla="*/ 653040 w 1862201"/>
                <a:gd name="connsiteY21" fmla="*/ 420298 h 1694229"/>
                <a:gd name="connsiteX22" fmla="*/ 517724 w 1862201"/>
                <a:gd name="connsiteY22" fmla="*/ 420641 h 1694229"/>
                <a:gd name="connsiteX23" fmla="*/ 433847 w 1862201"/>
                <a:gd name="connsiteY23" fmla="*/ 447350 h 1694229"/>
                <a:gd name="connsiteX24" fmla="*/ 400628 w 1862201"/>
                <a:gd name="connsiteY24" fmla="*/ 420298 h 1694229"/>
                <a:gd name="connsiteX25" fmla="*/ 381578 w 1862201"/>
                <a:gd name="connsiteY25" fmla="*/ 358385 h 1694229"/>
                <a:gd name="connsiteX26" fmla="*/ 314903 w 1862201"/>
                <a:gd name="connsiteY26" fmla="*/ 305998 h 1694229"/>
                <a:gd name="connsiteX27" fmla="*/ 269718 w 1862201"/>
                <a:gd name="connsiteY27" fmla="*/ 229110 h 1694229"/>
                <a:gd name="connsiteX28" fmla="*/ 146368 w 1862201"/>
                <a:gd name="connsiteY28" fmla="*/ 258373 h 1694229"/>
                <a:gd name="connsiteX29" fmla="*/ 127318 w 1862201"/>
                <a:gd name="connsiteY29" fmla="*/ 344785 h 1694229"/>
                <a:gd name="connsiteX30" fmla="*/ 144758 w 1862201"/>
                <a:gd name="connsiteY30" fmla="*/ 411312 h 1694229"/>
                <a:gd name="connsiteX31" fmla="*/ 117319 w 1862201"/>
                <a:gd name="connsiteY31" fmla="*/ 446172 h 1694229"/>
                <a:gd name="connsiteX32" fmla="*/ 64931 w 1862201"/>
                <a:gd name="connsiteY32" fmla="*/ 474059 h 1694229"/>
                <a:gd name="connsiteX33" fmla="*/ 36830 w 1862201"/>
                <a:gd name="connsiteY33" fmla="*/ 482063 h 1694229"/>
                <a:gd name="connsiteX34" fmla="*/ 14865 w 1862201"/>
                <a:gd name="connsiteY34" fmla="*/ 520310 h 1694229"/>
                <a:gd name="connsiteX35" fmla="*/ 1053 w 1862201"/>
                <a:gd name="connsiteY35" fmla="*/ 632745 h 1694229"/>
                <a:gd name="connsiteX36" fmla="*/ 43440 w 1862201"/>
                <a:gd name="connsiteY36" fmla="*/ 701285 h 1694229"/>
                <a:gd name="connsiteX37" fmla="*/ 93031 w 1862201"/>
                <a:gd name="connsiteY37" fmla="*/ 681547 h 1694229"/>
                <a:gd name="connsiteX38" fmla="*/ 93388 w 1862201"/>
                <a:gd name="connsiteY38" fmla="*/ 751806 h 1694229"/>
                <a:gd name="connsiteX39" fmla="*/ 148215 w 1862201"/>
                <a:gd name="connsiteY39" fmla="*/ 782248 h 1694229"/>
                <a:gd name="connsiteX40" fmla="*/ 217213 w 1862201"/>
                <a:gd name="connsiteY40" fmla="*/ 792460 h 1694229"/>
                <a:gd name="connsiteX41" fmla="*/ 252516 w 1862201"/>
                <a:gd name="connsiteY41" fmla="*/ 848431 h 1694229"/>
                <a:gd name="connsiteX42" fmla="*/ 251923 w 1862201"/>
                <a:gd name="connsiteY42" fmla="*/ 893503 h 1694229"/>
                <a:gd name="connsiteX43" fmla="*/ 276447 w 1862201"/>
                <a:gd name="connsiteY43" fmla="*/ 932978 h 1694229"/>
                <a:gd name="connsiteX44" fmla="*/ 322105 w 1862201"/>
                <a:gd name="connsiteY44" fmla="*/ 971570 h 1694229"/>
                <a:gd name="connsiteX45" fmla="*/ 407238 w 1862201"/>
                <a:gd name="connsiteY45" fmla="*/ 1025822 h 1694229"/>
                <a:gd name="connsiteX46" fmla="*/ 443015 w 1862201"/>
                <a:gd name="connsiteY46" fmla="*/ 1096915 h 1694229"/>
                <a:gd name="connsiteX47" fmla="*/ 422118 w 1862201"/>
                <a:gd name="connsiteY47" fmla="*/ 1166488 h 1694229"/>
                <a:gd name="connsiteX48" fmla="*/ 500165 w 1862201"/>
                <a:gd name="connsiteY48" fmla="*/ 1222951 h 1694229"/>
                <a:gd name="connsiteX49" fmla="*/ 572197 w 1862201"/>
                <a:gd name="connsiteY49" fmla="*/ 1255945 h 1694229"/>
                <a:gd name="connsiteX50" fmla="*/ 553028 w 1862201"/>
                <a:gd name="connsiteY50" fmla="*/ 1315648 h 1694229"/>
                <a:gd name="connsiteX51" fmla="*/ 643515 w 1862201"/>
                <a:gd name="connsiteY51" fmla="*/ 1468048 h 1694229"/>
                <a:gd name="connsiteX52" fmla="*/ 736325 w 1862201"/>
                <a:gd name="connsiteY52" fmla="*/ 1541202 h 1694229"/>
                <a:gd name="connsiteX53" fmla="*/ 786390 w 1862201"/>
                <a:gd name="connsiteY53" fmla="*/ 1491860 h 1694229"/>
                <a:gd name="connsiteX54" fmla="*/ 850980 w 1862201"/>
                <a:gd name="connsiteY54" fmla="*/ 1519257 h 1694229"/>
                <a:gd name="connsiteX55" fmla="*/ 905453 w 1862201"/>
                <a:gd name="connsiteY55" fmla="*/ 1487098 h 1694229"/>
                <a:gd name="connsiteX56" fmla="*/ 922300 w 1862201"/>
                <a:gd name="connsiteY56" fmla="*/ 1444922 h 1694229"/>
                <a:gd name="connsiteX57" fmla="*/ 986177 w 1862201"/>
                <a:gd name="connsiteY57" fmla="*/ 1531334 h 1694229"/>
                <a:gd name="connsiteX58" fmla="*/ 1031244 w 1862201"/>
                <a:gd name="connsiteY58" fmla="*/ 1602428 h 1694229"/>
                <a:gd name="connsiteX59" fmla="*/ 1101190 w 1862201"/>
                <a:gd name="connsiteY59" fmla="*/ 1693947 h 1694229"/>
                <a:gd name="connsiteX60" fmla="*/ 1132088 w 1862201"/>
                <a:gd name="connsiteY60" fmla="*/ 1630856 h 1694229"/>
                <a:gd name="connsiteX61" fmla="*/ 1162747 w 1862201"/>
                <a:gd name="connsiteY61" fmla="*/ 1624376 h 1694229"/>
                <a:gd name="connsiteX62" fmla="*/ 1205846 w 1862201"/>
                <a:gd name="connsiteY62" fmla="*/ 1653639 h 1694229"/>
                <a:gd name="connsiteX63" fmla="*/ 1239421 w 1862201"/>
                <a:gd name="connsiteY63" fmla="*/ 1612985 h 1694229"/>
                <a:gd name="connsiteX64" fmla="*/ 1258242 w 1862201"/>
                <a:gd name="connsiteY64" fmla="*/ 1617602 h 1694229"/>
                <a:gd name="connsiteX65" fmla="*/ 1292284 w 1862201"/>
                <a:gd name="connsiteY65" fmla="*/ 1684079 h 1694229"/>
                <a:gd name="connsiteX66" fmla="*/ 1348840 w 1862201"/>
                <a:gd name="connsiteY66" fmla="*/ 1660610 h 1694229"/>
                <a:gd name="connsiteX67" fmla="*/ 1400872 w 1862201"/>
                <a:gd name="connsiteY67" fmla="*/ 1604489 h 1694229"/>
                <a:gd name="connsiteX68" fmla="*/ 1451649 w 1862201"/>
                <a:gd name="connsiteY68" fmla="*/ 1587946 h 1694229"/>
                <a:gd name="connsiteX69" fmla="*/ 1469328 w 1862201"/>
                <a:gd name="connsiteY69" fmla="*/ 1643768 h 1694229"/>
                <a:gd name="connsiteX70" fmla="*/ 1539223 w 1862201"/>
                <a:gd name="connsiteY70" fmla="*/ 1618090 h 1694229"/>
                <a:gd name="connsiteX71" fmla="*/ 1570001 w 1862201"/>
                <a:gd name="connsiteY71" fmla="*/ 1531334 h 1694229"/>
                <a:gd name="connsiteX72" fmla="*/ 1651437 w 1862201"/>
                <a:gd name="connsiteY72" fmla="*/ 1441192 h 1694229"/>
                <a:gd name="connsiteX73" fmla="*/ 1696028 w 1862201"/>
                <a:gd name="connsiteY73" fmla="*/ 1410062 h 1694229"/>
                <a:gd name="connsiteX74" fmla="*/ 1724397 w 1862201"/>
                <a:gd name="connsiteY74" fmla="*/ 1413357 h 1694229"/>
                <a:gd name="connsiteX75" fmla="*/ 1801989 w 1862201"/>
                <a:gd name="connsiteY75" fmla="*/ 1402749 h 1694229"/>
                <a:gd name="connsiteX76" fmla="*/ 1797108 w 1862201"/>
                <a:gd name="connsiteY76" fmla="*/ 1456313 h 1694229"/>
                <a:gd name="connsiteX77" fmla="*/ 1855275 w 1862201"/>
                <a:gd name="connsiteY77" fmla="*/ 1479634 h 1694229"/>
                <a:gd name="connsiteX78" fmla="*/ 1856883 w 1862201"/>
                <a:gd name="connsiteY78" fmla="*/ 1457000 h 1694229"/>
                <a:gd name="connsiteX79" fmla="*/ 1856105 w 1862201"/>
                <a:gd name="connsiteY79" fmla="*/ 1396266 h 1694229"/>
                <a:gd name="connsiteX80" fmla="*/ 1834140 w 1862201"/>
                <a:gd name="connsiteY80" fmla="*/ 1306123 h 1694229"/>
                <a:gd name="connsiteX81" fmla="*/ 1834140 w 1862201"/>
                <a:gd name="connsiteY81" fmla="*/ 1248973 h 1694229"/>
                <a:gd name="connsiteX82" fmla="*/ 1791278 w 1862201"/>
                <a:gd name="connsiteY82" fmla="*/ 1239448 h 1694229"/>
                <a:gd name="connsiteX83" fmla="*/ 1715078 w 1862201"/>
                <a:gd name="connsiteY83" fmla="*/ 1158485 h 1694229"/>
                <a:gd name="connsiteX84" fmla="*/ 1676978 w 1862201"/>
                <a:gd name="connsiteY84" fmla="*/ 977510 h 1694229"/>
                <a:gd name="connsiteX85" fmla="*/ 1624590 w 1862201"/>
                <a:gd name="connsiteY85" fmla="*/ 944173 h 1694229"/>
                <a:gd name="connsiteX86" fmla="*/ 1586490 w 1862201"/>
                <a:gd name="connsiteY86" fmla="*/ 887023 h 1694229"/>
                <a:gd name="connsiteX87" fmla="*/ 1538865 w 1862201"/>
                <a:gd name="connsiteY87" fmla="*/ 839398 h 1694229"/>
                <a:gd name="connsiteX88" fmla="*/ 1486478 w 1862201"/>
                <a:gd name="connsiteY88" fmla="*/ 820348 h 1694229"/>
                <a:gd name="connsiteX89" fmla="*/ 1434090 w 1862201"/>
                <a:gd name="connsiteY89" fmla="*/ 815585 h 1694229"/>
                <a:gd name="connsiteX90" fmla="*/ 1491240 w 1862201"/>
                <a:gd name="connsiteY90" fmla="*/ 782248 h 1694229"/>
                <a:gd name="connsiteX91" fmla="*/ 1457903 w 1862201"/>
                <a:gd name="connsiteY91" fmla="*/ 748910 h 1694229"/>
                <a:gd name="connsiteX92" fmla="*/ 1462665 w 1862201"/>
                <a:gd name="connsiteY92" fmla="*/ 725098 h 1694229"/>
                <a:gd name="connsiteX93" fmla="*/ 1553153 w 1862201"/>
                <a:gd name="connsiteY93" fmla="*/ 763198 h 1694229"/>
                <a:gd name="connsiteX94" fmla="*/ 1605540 w 1862201"/>
                <a:gd name="connsiteY94" fmla="*/ 696523 h 1694229"/>
                <a:gd name="connsiteX95" fmla="*/ 1603337 w 1862201"/>
                <a:gd name="connsiteY95" fmla="*/ 553648 h 1694229"/>
                <a:gd name="connsiteX96" fmla="*/ 1620540 w 1862201"/>
                <a:gd name="connsiteY96"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93447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86906 w 1862617"/>
                <a:gd name="connsiteY86" fmla="*/ 887023 h 1694229"/>
                <a:gd name="connsiteX87" fmla="*/ 1539281 w 1862617"/>
                <a:gd name="connsiteY87" fmla="*/ 839398 h 1694229"/>
                <a:gd name="connsiteX88" fmla="*/ 1486894 w 1862617"/>
                <a:gd name="connsiteY88" fmla="*/ 820348 h 1694229"/>
                <a:gd name="connsiteX89" fmla="*/ 1434506 w 1862617"/>
                <a:gd name="connsiteY89" fmla="*/ 815585 h 1694229"/>
                <a:gd name="connsiteX90" fmla="*/ 1491656 w 1862617"/>
                <a:gd name="connsiteY90" fmla="*/ 782248 h 1694229"/>
                <a:gd name="connsiteX91" fmla="*/ 1458319 w 1862617"/>
                <a:gd name="connsiteY91" fmla="*/ 748910 h 1694229"/>
                <a:gd name="connsiteX92" fmla="*/ 1463081 w 1862617"/>
                <a:gd name="connsiteY92" fmla="*/ 725098 h 1694229"/>
                <a:gd name="connsiteX93" fmla="*/ 1553569 w 1862617"/>
                <a:gd name="connsiteY93" fmla="*/ 763198 h 1694229"/>
                <a:gd name="connsiteX94" fmla="*/ 1605956 w 1862617"/>
                <a:gd name="connsiteY94" fmla="*/ 696523 h 1694229"/>
                <a:gd name="connsiteX95" fmla="*/ 1603753 w 1862617"/>
                <a:gd name="connsiteY95" fmla="*/ 553648 h 1694229"/>
                <a:gd name="connsiteX96" fmla="*/ 1620956 w 1862617"/>
                <a:gd name="connsiteY96"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86906 w 1862617"/>
                <a:gd name="connsiteY86" fmla="*/ 887023 h 1694229"/>
                <a:gd name="connsiteX87" fmla="*/ 1539281 w 1862617"/>
                <a:gd name="connsiteY87" fmla="*/ 839398 h 1694229"/>
                <a:gd name="connsiteX88" fmla="*/ 1486894 w 1862617"/>
                <a:gd name="connsiteY88" fmla="*/ 820348 h 1694229"/>
                <a:gd name="connsiteX89" fmla="*/ 1434506 w 1862617"/>
                <a:gd name="connsiteY89" fmla="*/ 815585 h 1694229"/>
                <a:gd name="connsiteX90" fmla="*/ 1491656 w 1862617"/>
                <a:gd name="connsiteY90" fmla="*/ 782248 h 1694229"/>
                <a:gd name="connsiteX91" fmla="*/ 1458319 w 1862617"/>
                <a:gd name="connsiteY91" fmla="*/ 748910 h 1694229"/>
                <a:gd name="connsiteX92" fmla="*/ 1463081 w 1862617"/>
                <a:gd name="connsiteY92" fmla="*/ 725098 h 1694229"/>
                <a:gd name="connsiteX93" fmla="*/ 1553569 w 1862617"/>
                <a:gd name="connsiteY93" fmla="*/ 763198 h 1694229"/>
                <a:gd name="connsiteX94" fmla="*/ 1605956 w 1862617"/>
                <a:gd name="connsiteY94" fmla="*/ 696523 h 1694229"/>
                <a:gd name="connsiteX95" fmla="*/ 1603753 w 1862617"/>
                <a:gd name="connsiteY95" fmla="*/ 553648 h 1694229"/>
                <a:gd name="connsiteX96" fmla="*/ 1620956 w 1862617"/>
                <a:gd name="connsiteY96"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86906 w 1862617"/>
                <a:gd name="connsiteY86" fmla="*/ 887023 h 1694229"/>
                <a:gd name="connsiteX87" fmla="*/ 1539281 w 1862617"/>
                <a:gd name="connsiteY87" fmla="*/ 839398 h 1694229"/>
                <a:gd name="connsiteX88" fmla="*/ 1472251 w 1862617"/>
                <a:gd name="connsiteY88" fmla="*/ 845878 h 1694229"/>
                <a:gd name="connsiteX89" fmla="*/ 1434506 w 1862617"/>
                <a:gd name="connsiteY89" fmla="*/ 815585 h 1694229"/>
                <a:gd name="connsiteX90" fmla="*/ 1491656 w 1862617"/>
                <a:gd name="connsiteY90" fmla="*/ 782248 h 1694229"/>
                <a:gd name="connsiteX91" fmla="*/ 1458319 w 1862617"/>
                <a:gd name="connsiteY91" fmla="*/ 748910 h 1694229"/>
                <a:gd name="connsiteX92" fmla="*/ 1463081 w 1862617"/>
                <a:gd name="connsiteY92" fmla="*/ 725098 h 1694229"/>
                <a:gd name="connsiteX93" fmla="*/ 1553569 w 1862617"/>
                <a:gd name="connsiteY93" fmla="*/ 763198 h 1694229"/>
                <a:gd name="connsiteX94" fmla="*/ 1605956 w 1862617"/>
                <a:gd name="connsiteY94" fmla="*/ 696523 h 1694229"/>
                <a:gd name="connsiteX95" fmla="*/ 1603753 w 1862617"/>
                <a:gd name="connsiteY95" fmla="*/ 553648 h 1694229"/>
                <a:gd name="connsiteX96" fmla="*/ 1620956 w 1862617"/>
                <a:gd name="connsiteY96"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86906 w 1862617"/>
                <a:gd name="connsiteY86" fmla="*/ 887023 h 1694229"/>
                <a:gd name="connsiteX87" fmla="*/ 1539281 w 1862617"/>
                <a:gd name="connsiteY87" fmla="*/ 839398 h 1694229"/>
                <a:gd name="connsiteX88" fmla="*/ 1472251 w 1862617"/>
                <a:gd name="connsiteY88" fmla="*/ 845878 h 1694229"/>
                <a:gd name="connsiteX89" fmla="*/ 1434506 w 1862617"/>
                <a:gd name="connsiteY89" fmla="*/ 815585 h 1694229"/>
                <a:gd name="connsiteX90" fmla="*/ 1491656 w 1862617"/>
                <a:gd name="connsiteY90" fmla="*/ 782248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53569 w 1862617"/>
                <a:gd name="connsiteY94" fmla="*/ 763198 h 1694229"/>
                <a:gd name="connsiteX95" fmla="*/ 1605956 w 1862617"/>
                <a:gd name="connsiteY95" fmla="*/ 696523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86906 w 1862617"/>
                <a:gd name="connsiteY86" fmla="*/ 887023 h 1694229"/>
                <a:gd name="connsiteX87" fmla="*/ 1539281 w 1862617"/>
                <a:gd name="connsiteY87" fmla="*/ 839398 h 1694229"/>
                <a:gd name="connsiteX88" fmla="*/ 1472251 w 1862617"/>
                <a:gd name="connsiteY88" fmla="*/ 845878 h 1694229"/>
                <a:gd name="connsiteX89" fmla="*/ 1434506 w 1862617"/>
                <a:gd name="connsiteY89" fmla="*/ 815585 h 1694229"/>
                <a:gd name="connsiteX90" fmla="*/ 1491656 w 1862617"/>
                <a:gd name="connsiteY90" fmla="*/ 782248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05956 w 1862617"/>
                <a:gd name="connsiteY95" fmla="*/ 696523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86906 w 1862617"/>
                <a:gd name="connsiteY86" fmla="*/ 887023 h 1694229"/>
                <a:gd name="connsiteX87" fmla="*/ 1539281 w 1862617"/>
                <a:gd name="connsiteY87" fmla="*/ 839398 h 1694229"/>
                <a:gd name="connsiteX88" fmla="*/ 1472251 w 1862617"/>
                <a:gd name="connsiteY88" fmla="*/ 845878 h 1694229"/>
                <a:gd name="connsiteX89" fmla="*/ 1434506 w 1862617"/>
                <a:gd name="connsiteY89" fmla="*/ 815585 h 1694229"/>
                <a:gd name="connsiteX90" fmla="*/ 1491656 w 1862617"/>
                <a:gd name="connsiteY90" fmla="*/ 782248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15719 w 1862617"/>
                <a:gd name="connsiteY95" fmla="*/ 683758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86906 w 1862617"/>
                <a:gd name="connsiteY86" fmla="*/ 887023 h 1694229"/>
                <a:gd name="connsiteX87" fmla="*/ 1539281 w 1862617"/>
                <a:gd name="connsiteY87" fmla="*/ 839398 h 1694229"/>
                <a:gd name="connsiteX88" fmla="*/ 1472251 w 1862617"/>
                <a:gd name="connsiteY88" fmla="*/ 845878 h 1694229"/>
                <a:gd name="connsiteX89" fmla="*/ 1434506 w 1862617"/>
                <a:gd name="connsiteY89" fmla="*/ 815585 h 1694229"/>
                <a:gd name="connsiteX90" fmla="*/ 1477013 w 1862617"/>
                <a:gd name="connsiteY90" fmla="*/ 784801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15719 w 1862617"/>
                <a:gd name="connsiteY95" fmla="*/ 683758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86906 w 1862617"/>
                <a:gd name="connsiteY86" fmla="*/ 887023 h 1694229"/>
                <a:gd name="connsiteX87" fmla="*/ 1539281 w 1862617"/>
                <a:gd name="connsiteY87" fmla="*/ 839398 h 1694229"/>
                <a:gd name="connsiteX88" fmla="*/ 1472251 w 1862617"/>
                <a:gd name="connsiteY88" fmla="*/ 845878 h 1694229"/>
                <a:gd name="connsiteX89" fmla="*/ 1449150 w 1862617"/>
                <a:gd name="connsiteY89" fmla="*/ 823245 h 1694229"/>
                <a:gd name="connsiteX90" fmla="*/ 1477013 w 1862617"/>
                <a:gd name="connsiteY90" fmla="*/ 784801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15719 w 1862617"/>
                <a:gd name="connsiteY95" fmla="*/ 683758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86906 w 1862617"/>
                <a:gd name="connsiteY86" fmla="*/ 887023 h 1694229"/>
                <a:gd name="connsiteX87" fmla="*/ 1544162 w 1862617"/>
                <a:gd name="connsiteY87" fmla="*/ 872587 h 1694229"/>
                <a:gd name="connsiteX88" fmla="*/ 1472251 w 1862617"/>
                <a:gd name="connsiteY88" fmla="*/ 845878 h 1694229"/>
                <a:gd name="connsiteX89" fmla="*/ 1449150 w 1862617"/>
                <a:gd name="connsiteY89" fmla="*/ 823245 h 1694229"/>
                <a:gd name="connsiteX90" fmla="*/ 1477013 w 1862617"/>
                <a:gd name="connsiteY90" fmla="*/ 784801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15719 w 1862617"/>
                <a:gd name="connsiteY95" fmla="*/ 683758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5006 w 1862617"/>
                <a:gd name="connsiteY85" fmla="*/ 944173 h 1694229"/>
                <a:gd name="connsiteX86" fmla="*/ 1594228 w 1862617"/>
                <a:gd name="connsiteY86" fmla="*/ 917660 h 1694229"/>
                <a:gd name="connsiteX87" fmla="*/ 1544162 w 1862617"/>
                <a:gd name="connsiteY87" fmla="*/ 872587 h 1694229"/>
                <a:gd name="connsiteX88" fmla="*/ 1472251 w 1862617"/>
                <a:gd name="connsiteY88" fmla="*/ 845878 h 1694229"/>
                <a:gd name="connsiteX89" fmla="*/ 1449150 w 1862617"/>
                <a:gd name="connsiteY89" fmla="*/ 823245 h 1694229"/>
                <a:gd name="connsiteX90" fmla="*/ 1477013 w 1862617"/>
                <a:gd name="connsiteY90" fmla="*/ 784801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15719 w 1862617"/>
                <a:gd name="connsiteY95" fmla="*/ 683758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677394 w 1862617"/>
                <a:gd name="connsiteY84" fmla="*/ 977510 h 1694229"/>
                <a:gd name="connsiteX85" fmla="*/ 1627446 w 1862617"/>
                <a:gd name="connsiteY85" fmla="*/ 972257 h 1694229"/>
                <a:gd name="connsiteX86" fmla="*/ 1594228 w 1862617"/>
                <a:gd name="connsiteY86" fmla="*/ 917660 h 1694229"/>
                <a:gd name="connsiteX87" fmla="*/ 1544162 w 1862617"/>
                <a:gd name="connsiteY87" fmla="*/ 872587 h 1694229"/>
                <a:gd name="connsiteX88" fmla="*/ 1472251 w 1862617"/>
                <a:gd name="connsiteY88" fmla="*/ 845878 h 1694229"/>
                <a:gd name="connsiteX89" fmla="*/ 1449150 w 1862617"/>
                <a:gd name="connsiteY89" fmla="*/ 823245 h 1694229"/>
                <a:gd name="connsiteX90" fmla="*/ 1477013 w 1862617"/>
                <a:gd name="connsiteY90" fmla="*/ 784801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15719 w 1862617"/>
                <a:gd name="connsiteY95" fmla="*/ 683758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15494 w 1862617"/>
                <a:gd name="connsiteY83" fmla="*/ 1158485 h 1694229"/>
                <a:gd name="connsiteX84" fmla="*/ 1704241 w 1862617"/>
                <a:gd name="connsiteY84" fmla="*/ 1038783 h 1694229"/>
                <a:gd name="connsiteX85" fmla="*/ 1627446 w 1862617"/>
                <a:gd name="connsiteY85" fmla="*/ 972257 h 1694229"/>
                <a:gd name="connsiteX86" fmla="*/ 1594228 w 1862617"/>
                <a:gd name="connsiteY86" fmla="*/ 917660 h 1694229"/>
                <a:gd name="connsiteX87" fmla="*/ 1544162 w 1862617"/>
                <a:gd name="connsiteY87" fmla="*/ 872587 h 1694229"/>
                <a:gd name="connsiteX88" fmla="*/ 1472251 w 1862617"/>
                <a:gd name="connsiteY88" fmla="*/ 845878 h 1694229"/>
                <a:gd name="connsiteX89" fmla="*/ 1449150 w 1862617"/>
                <a:gd name="connsiteY89" fmla="*/ 823245 h 1694229"/>
                <a:gd name="connsiteX90" fmla="*/ 1477013 w 1862617"/>
                <a:gd name="connsiteY90" fmla="*/ 784801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15719 w 1862617"/>
                <a:gd name="connsiteY95" fmla="*/ 683758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91694 w 1862617"/>
                <a:gd name="connsiteY82" fmla="*/ 1239448 h 1694229"/>
                <a:gd name="connsiteX83" fmla="*/ 1737459 w 1862617"/>
                <a:gd name="connsiteY83" fmla="*/ 1176356 h 1694229"/>
                <a:gd name="connsiteX84" fmla="*/ 1704241 w 1862617"/>
                <a:gd name="connsiteY84" fmla="*/ 1038783 h 1694229"/>
                <a:gd name="connsiteX85" fmla="*/ 1627446 w 1862617"/>
                <a:gd name="connsiteY85" fmla="*/ 972257 h 1694229"/>
                <a:gd name="connsiteX86" fmla="*/ 1594228 w 1862617"/>
                <a:gd name="connsiteY86" fmla="*/ 917660 h 1694229"/>
                <a:gd name="connsiteX87" fmla="*/ 1544162 w 1862617"/>
                <a:gd name="connsiteY87" fmla="*/ 872587 h 1694229"/>
                <a:gd name="connsiteX88" fmla="*/ 1472251 w 1862617"/>
                <a:gd name="connsiteY88" fmla="*/ 845878 h 1694229"/>
                <a:gd name="connsiteX89" fmla="*/ 1449150 w 1862617"/>
                <a:gd name="connsiteY89" fmla="*/ 823245 h 1694229"/>
                <a:gd name="connsiteX90" fmla="*/ 1477013 w 1862617"/>
                <a:gd name="connsiteY90" fmla="*/ 784801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15719 w 1862617"/>
                <a:gd name="connsiteY95" fmla="*/ 683758 h 1694229"/>
                <a:gd name="connsiteX96" fmla="*/ 1603753 w 1862617"/>
                <a:gd name="connsiteY96" fmla="*/ 553648 h 1694229"/>
                <a:gd name="connsiteX97" fmla="*/ 1620956 w 1862617"/>
                <a:gd name="connsiteY97" fmla="*/ 405322 h 1694229"/>
                <a:gd name="connsiteX0" fmla="*/ 1620956 w 1862617"/>
                <a:gd name="connsiteY0" fmla="*/ 405322 h 1694229"/>
                <a:gd name="connsiteX1" fmla="*/ 1548806 w 1862617"/>
                <a:gd name="connsiteY1" fmla="*/ 372673 h 1694229"/>
                <a:gd name="connsiteX2" fmla="*/ 1458557 w 1862617"/>
                <a:gd name="connsiteY2" fmla="*/ 348860 h 1694229"/>
                <a:gd name="connsiteX3" fmla="*/ 1405237 w 1862617"/>
                <a:gd name="connsiteY3" fmla="*/ 271776 h 1694229"/>
                <a:gd name="connsiteX4" fmla="*/ 1382136 w 1862617"/>
                <a:gd name="connsiteY4" fmla="*/ 169931 h 1694229"/>
                <a:gd name="connsiteX5" fmla="*/ 1346239 w 1862617"/>
                <a:gd name="connsiteY5" fmla="*/ 1869 h 1694229"/>
                <a:gd name="connsiteX6" fmla="*/ 1278870 w 1862617"/>
                <a:gd name="connsiteY6" fmla="*/ 43567 h 1694229"/>
                <a:gd name="connsiteX7" fmla="*/ 1273302 w 1862617"/>
                <a:gd name="connsiteY7" fmla="*/ 101090 h 1694229"/>
                <a:gd name="connsiteX8" fmla="*/ 1257397 w 1862617"/>
                <a:gd name="connsiteY8" fmla="*/ 152303 h 1694229"/>
                <a:gd name="connsiteX9" fmla="*/ 1237872 w 1862617"/>
                <a:gd name="connsiteY9" fmla="*/ 204316 h 1694229"/>
                <a:gd name="connsiteX10" fmla="*/ 1236143 w 1862617"/>
                <a:gd name="connsiteY10" fmla="*/ 273739 h 1694229"/>
                <a:gd name="connsiteX11" fmla="*/ 1163162 w 1862617"/>
                <a:gd name="connsiteY11" fmla="*/ 283903 h 1694229"/>
                <a:gd name="connsiteX12" fmla="*/ 1098809 w 1862617"/>
                <a:gd name="connsiteY12" fmla="*/ 285917 h 1694229"/>
                <a:gd name="connsiteX13" fmla="*/ 1051208 w 1862617"/>
                <a:gd name="connsiteY13" fmla="*/ 346183 h 1694229"/>
                <a:gd name="connsiteX14" fmla="*/ 996593 w 1862617"/>
                <a:gd name="connsiteY14" fmla="*/ 371690 h 1694229"/>
                <a:gd name="connsiteX15" fmla="*/ 943969 w 1862617"/>
                <a:gd name="connsiteY15" fmla="*/ 358385 h 1694229"/>
                <a:gd name="connsiteX16" fmla="*/ 837229 w 1862617"/>
                <a:gd name="connsiteY16" fmla="*/ 376257 h 1694229"/>
                <a:gd name="connsiteX17" fmla="*/ 814246 w 1862617"/>
                <a:gd name="connsiteY17" fmla="*/ 440035 h 1694229"/>
                <a:gd name="connsiteX18" fmla="*/ 797163 w 1862617"/>
                <a:gd name="connsiteY18" fmla="*/ 475926 h 1694229"/>
                <a:gd name="connsiteX19" fmla="*/ 715132 w 1862617"/>
                <a:gd name="connsiteY19" fmla="*/ 494632 h 1694229"/>
                <a:gd name="connsiteX20" fmla="*/ 697320 w 1862617"/>
                <a:gd name="connsiteY20" fmla="*/ 440647 h 1694229"/>
                <a:gd name="connsiteX21" fmla="*/ 653456 w 1862617"/>
                <a:gd name="connsiteY21" fmla="*/ 420298 h 1694229"/>
                <a:gd name="connsiteX22" fmla="*/ 518140 w 1862617"/>
                <a:gd name="connsiteY22" fmla="*/ 420641 h 1694229"/>
                <a:gd name="connsiteX23" fmla="*/ 434263 w 1862617"/>
                <a:gd name="connsiteY23" fmla="*/ 447350 h 1694229"/>
                <a:gd name="connsiteX24" fmla="*/ 401044 w 1862617"/>
                <a:gd name="connsiteY24" fmla="*/ 420298 h 1694229"/>
                <a:gd name="connsiteX25" fmla="*/ 381994 w 1862617"/>
                <a:gd name="connsiteY25" fmla="*/ 358385 h 1694229"/>
                <a:gd name="connsiteX26" fmla="*/ 315319 w 1862617"/>
                <a:gd name="connsiteY26" fmla="*/ 305998 h 1694229"/>
                <a:gd name="connsiteX27" fmla="*/ 270134 w 1862617"/>
                <a:gd name="connsiteY27" fmla="*/ 229110 h 1694229"/>
                <a:gd name="connsiteX28" fmla="*/ 146784 w 1862617"/>
                <a:gd name="connsiteY28" fmla="*/ 258373 h 1694229"/>
                <a:gd name="connsiteX29" fmla="*/ 127734 w 1862617"/>
                <a:gd name="connsiteY29" fmla="*/ 344785 h 1694229"/>
                <a:gd name="connsiteX30" fmla="*/ 145174 w 1862617"/>
                <a:gd name="connsiteY30" fmla="*/ 411312 h 1694229"/>
                <a:gd name="connsiteX31" fmla="*/ 117735 w 1862617"/>
                <a:gd name="connsiteY31" fmla="*/ 446172 h 1694229"/>
                <a:gd name="connsiteX32" fmla="*/ 65347 w 1862617"/>
                <a:gd name="connsiteY32" fmla="*/ 474059 h 1694229"/>
                <a:gd name="connsiteX33" fmla="*/ 37246 w 1862617"/>
                <a:gd name="connsiteY33" fmla="*/ 482063 h 1694229"/>
                <a:gd name="connsiteX34" fmla="*/ 15281 w 1862617"/>
                <a:gd name="connsiteY34" fmla="*/ 520310 h 1694229"/>
                <a:gd name="connsiteX35" fmla="*/ 1469 w 1862617"/>
                <a:gd name="connsiteY35" fmla="*/ 632745 h 1694229"/>
                <a:gd name="connsiteX36" fmla="*/ 51178 w 1862617"/>
                <a:gd name="connsiteY36" fmla="*/ 685967 h 1694229"/>
                <a:gd name="connsiteX37" fmla="*/ 108092 w 1862617"/>
                <a:gd name="connsiteY37" fmla="*/ 681547 h 1694229"/>
                <a:gd name="connsiteX38" fmla="*/ 93804 w 1862617"/>
                <a:gd name="connsiteY38" fmla="*/ 751806 h 1694229"/>
                <a:gd name="connsiteX39" fmla="*/ 148631 w 1862617"/>
                <a:gd name="connsiteY39" fmla="*/ 782248 h 1694229"/>
                <a:gd name="connsiteX40" fmla="*/ 217629 w 1862617"/>
                <a:gd name="connsiteY40" fmla="*/ 792460 h 1694229"/>
                <a:gd name="connsiteX41" fmla="*/ 252932 w 1862617"/>
                <a:gd name="connsiteY41" fmla="*/ 848431 h 1694229"/>
                <a:gd name="connsiteX42" fmla="*/ 252339 w 1862617"/>
                <a:gd name="connsiteY42" fmla="*/ 893503 h 1694229"/>
                <a:gd name="connsiteX43" fmla="*/ 276863 w 1862617"/>
                <a:gd name="connsiteY43" fmla="*/ 932978 h 1694229"/>
                <a:gd name="connsiteX44" fmla="*/ 322521 w 1862617"/>
                <a:gd name="connsiteY44" fmla="*/ 971570 h 1694229"/>
                <a:gd name="connsiteX45" fmla="*/ 407654 w 1862617"/>
                <a:gd name="connsiteY45" fmla="*/ 1025822 h 1694229"/>
                <a:gd name="connsiteX46" fmla="*/ 443431 w 1862617"/>
                <a:gd name="connsiteY46" fmla="*/ 1096915 h 1694229"/>
                <a:gd name="connsiteX47" fmla="*/ 422534 w 1862617"/>
                <a:gd name="connsiteY47" fmla="*/ 1166488 h 1694229"/>
                <a:gd name="connsiteX48" fmla="*/ 500581 w 1862617"/>
                <a:gd name="connsiteY48" fmla="*/ 1222951 h 1694229"/>
                <a:gd name="connsiteX49" fmla="*/ 572613 w 1862617"/>
                <a:gd name="connsiteY49" fmla="*/ 1255945 h 1694229"/>
                <a:gd name="connsiteX50" fmla="*/ 553444 w 1862617"/>
                <a:gd name="connsiteY50" fmla="*/ 1315648 h 1694229"/>
                <a:gd name="connsiteX51" fmla="*/ 643931 w 1862617"/>
                <a:gd name="connsiteY51" fmla="*/ 1468048 h 1694229"/>
                <a:gd name="connsiteX52" fmla="*/ 736741 w 1862617"/>
                <a:gd name="connsiteY52" fmla="*/ 1541202 h 1694229"/>
                <a:gd name="connsiteX53" fmla="*/ 786806 w 1862617"/>
                <a:gd name="connsiteY53" fmla="*/ 1491860 h 1694229"/>
                <a:gd name="connsiteX54" fmla="*/ 851396 w 1862617"/>
                <a:gd name="connsiteY54" fmla="*/ 1519257 h 1694229"/>
                <a:gd name="connsiteX55" fmla="*/ 905869 w 1862617"/>
                <a:gd name="connsiteY55" fmla="*/ 1487098 h 1694229"/>
                <a:gd name="connsiteX56" fmla="*/ 922716 w 1862617"/>
                <a:gd name="connsiteY56" fmla="*/ 1444922 h 1694229"/>
                <a:gd name="connsiteX57" fmla="*/ 986593 w 1862617"/>
                <a:gd name="connsiteY57" fmla="*/ 1531334 h 1694229"/>
                <a:gd name="connsiteX58" fmla="*/ 1031660 w 1862617"/>
                <a:gd name="connsiteY58" fmla="*/ 1602428 h 1694229"/>
                <a:gd name="connsiteX59" fmla="*/ 1101606 w 1862617"/>
                <a:gd name="connsiteY59" fmla="*/ 1693947 h 1694229"/>
                <a:gd name="connsiteX60" fmla="*/ 1132504 w 1862617"/>
                <a:gd name="connsiteY60" fmla="*/ 1630856 h 1694229"/>
                <a:gd name="connsiteX61" fmla="*/ 1163163 w 1862617"/>
                <a:gd name="connsiteY61" fmla="*/ 1624376 h 1694229"/>
                <a:gd name="connsiteX62" fmla="*/ 1206262 w 1862617"/>
                <a:gd name="connsiteY62" fmla="*/ 1653639 h 1694229"/>
                <a:gd name="connsiteX63" fmla="*/ 1239837 w 1862617"/>
                <a:gd name="connsiteY63" fmla="*/ 1612985 h 1694229"/>
                <a:gd name="connsiteX64" fmla="*/ 1258658 w 1862617"/>
                <a:gd name="connsiteY64" fmla="*/ 1617602 h 1694229"/>
                <a:gd name="connsiteX65" fmla="*/ 1292700 w 1862617"/>
                <a:gd name="connsiteY65" fmla="*/ 1684079 h 1694229"/>
                <a:gd name="connsiteX66" fmla="*/ 1349256 w 1862617"/>
                <a:gd name="connsiteY66" fmla="*/ 1660610 h 1694229"/>
                <a:gd name="connsiteX67" fmla="*/ 1401288 w 1862617"/>
                <a:gd name="connsiteY67" fmla="*/ 1604489 h 1694229"/>
                <a:gd name="connsiteX68" fmla="*/ 1452065 w 1862617"/>
                <a:gd name="connsiteY68" fmla="*/ 1587946 h 1694229"/>
                <a:gd name="connsiteX69" fmla="*/ 1469744 w 1862617"/>
                <a:gd name="connsiteY69" fmla="*/ 1643768 h 1694229"/>
                <a:gd name="connsiteX70" fmla="*/ 1539639 w 1862617"/>
                <a:gd name="connsiteY70" fmla="*/ 1618090 h 1694229"/>
                <a:gd name="connsiteX71" fmla="*/ 1570417 w 1862617"/>
                <a:gd name="connsiteY71" fmla="*/ 1531334 h 1694229"/>
                <a:gd name="connsiteX72" fmla="*/ 1651853 w 1862617"/>
                <a:gd name="connsiteY72" fmla="*/ 1441192 h 1694229"/>
                <a:gd name="connsiteX73" fmla="*/ 1696444 w 1862617"/>
                <a:gd name="connsiteY73" fmla="*/ 1410062 h 1694229"/>
                <a:gd name="connsiteX74" fmla="*/ 1724813 w 1862617"/>
                <a:gd name="connsiteY74" fmla="*/ 1413357 h 1694229"/>
                <a:gd name="connsiteX75" fmla="*/ 1802405 w 1862617"/>
                <a:gd name="connsiteY75" fmla="*/ 1402749 h 1694229"/>
                <a:gd name="connsiteX76" fmla="*/ 1797524 w 1862617"/>
                <a:gd name="connsiteY76" fmla="*/ 1456313 h 1694229"/>
                <a:gd name="connsiteX77" fmla="*/ 1855691 w 1862617"/>
                <a:gd name="connsiteY77" fmla="*/ 1479634 h 1694229"/>
                <a:gd name="connsiteX78" fmla="*/ 1857299 w 1862617"/>
                <a:gd name="connsiteY78" fmla="*/ 1457000 h 1694229"/>
                <a:gd name="connsiteX79" fmla="*/ 1856521 w 1862617"/>
                <a:gd name="connsiteY79" fmla="*/ 1396266 h 1694229"/>
                <a:gd name="connsiteX80" fmla="*/ 1834556 w 1862617"/>
                <a:gd name="connsiteY80" fmla="*/ 1306123 h 1694229"/>
                <a:gd name="connsiteX81" fmla="*/ 1834556 w 1862617"/>
                <a:gd name="connsiteY81" fmla="*/ 1248973 h 1694229"/>
                <a:gd name="connsiteX82" fmla="*/ 1747763 w 1862617"/>
                <a:gd name="connsiteY82" fmla="*/ 1264979 h 1694229"/>
                <a:gd name="connsiteX83" fmla="*/ 1737459 w 1862617"/>
                <a:gd name="connsiteY83" fmla="*/ 1176356 h 1694229"/>
                <a:gd name="connsiteX84" fmla="*/ 1704241 w 1862617"/>
                <a:gd name="connsiteY84" fmla="*/ 1038783 h 1694229"/>
                <a:gd name="connsiteX85" fmla="*/ 1627446 w 1862617"/>
                <a:gd name="connsiteY85" fmla="*/ 972257 h 1694229"/>
                <a:gd name="connsiteX86" fmla="*/ 1594228 w 1862617"/>
                <a:gd name="connsiteY86" fmla="*/ 917660 h 1694229"/>
                <a:gd name="connsiteX87" fmla="*/ 1544162 w 1862617"/>
                <a:gd name="connsiteY87" fmla="*/ 872587 h 1694229"/>
                <a:gd name="connsiteX88" fmla="*/ 1472251 w 1862617"/>
                <a:gd name="connsiteY88" fmla="*/ 845878 h 1694229"/>
                <a:gd name="connsiteX89" fmla="*/ 1449150 w 1862617"/>
                <a:gd name="connsiteY89" fmla="*/ 823245 h 1694229"/>
                <a:gd name="connsiteX90" fmla="*/ 1477013 w 1862617"/>
                <a:gd name="connsiteY90" fmla="*/ 784801 h 1694229"/>
                <a:gd name="connsiteX91" fmla="*/ 1458319 w 1862617"/>
                <a:gd name="connsiteY91" fmla="*/ 748910 h 1694229"/>
                <a:gd name="connsiteX92" fmla="*/ 1463081 w 1862617"/>
                <a:gd name="connsiteY92" fmla="*/ 725098 h 1694229"/>
                <a:gd name="connsiteX93" fmla="*/ 1488076 w 1862617"/>
                <a:gd name="connsiteY93" fmla="*/ 724035 h 1694229"/>
                <a:gd name="connsiteX94" fmla="*/ 1580416 w 1862617"/>
                <a:gd name="connsiteY94" fmla="*/ 740220 h 1694229"/>
                <a:gd name="connsiteX95" fmla="*/ 1615719 w 1862617"/>
                <a:gd name="connsiteY95" fmla="*/ 683758 h 1694229"/>
                <a:gd name="connsiteX96" fmla="*/ 1603753 w 1862617"/>
                <a:gd name="connsiteY96" fmla="*/ 553648 h 1694229"/>
                <a:gd name="connsiteX97" fmla="*/ 1620956 w 1862617"/>
                <a:gd name="connsiteY97" fmla="*/ 405322 h 1694229"/>
                <a:gd name="connsiteX0" fmla="*/ 1620956 w 1878075"/>
                <a:gd name="connsiteY0" fmla="*/ 405322 h 1694229"/>
                <a:gd name="connsiteX1" fmla="*/ 1548806 w 1878075"/>
                <a:gd name="connsiteY1" fmla="*/ 372673 h 1694229"/>
                <a:gd name="connsiteX2" fmla="*/ 1458557 w 1878075"/>
                <a:gd name="connsiteY2" fmla="*/ 348860 h 1694229"/>
                <a:gd name="connsiteX3" fmla="*/ 1405237 w 1878075"/>
                <a:gd name="connsiteY3" fmla="*/ 271776 h 1694229"/>
                <a:gd name="connsiteX4" fmla="*/ 1382136 w 1878075"/>
                <a:gd name="connsiteY4" fmla="*/ 169931 h 1694229"/>
                <a:gd name="connsiteX5" fmla="*/ 1346239 w 1878075"/>
                <a:gd name="connsiteY5" fmla="*/ 1869 h 1694229"/>
                <a:gd name="connsiteX6" fmla="*/ 1278870 w 1878075"/>
                <a:gd name="connsiteY6" fmla="*/ 43567 h 1694229"/>
                <a:gd name="connsiteX7" fmla="*/ 1273302 w 1878075"/>
                <a:gd name="connsiteY7" fmla="*/ 101090 h 1694229"/>
                <a:gd name="connsiteX8" fmla="*/ 1257397 w 1878075"/>
                <a:gd name="connsiteY8" fmla="*/ 152303 h 1694229"/>
                <a:gd name="connsiteX9" fmla="*/ 1237872 w 1878075"/>
                <a:gd name="connsiteY9" fmla="*/ 204316 h 1694229"/>
                <a:gd name="connsiteX10" fmla="*/ 1236143 w 1878075"/>
                <a:gd name="connsiteY10" fmla="*/ 273739 h 1694229"/>
                <a:gd name="connsiteX11" fmla="*/ 1163162 w 1878075"/>
                <a:gd name="connsiteY11" fmla="*/ 283903 h 1694229"/>
                <a:gd name="connsiteX12" fmla="*/ 1098809 w 1878075"/>
                <a:gd name="connsiteY12" fmla="*/ 285917 h 1694229"/>
                <a:gd name="connsiteX13" fmla="*/ 1051208 w 1878075"/>
                <a:gd name="connsiteY13" fmla="*/ 346183 h 1694229"/>
                <a:gd name="connsiteX14" fmla="*/ 996593 w 1878075"/>
                <a:gd name="connsiteY14" fmla="*/ 371690 h 1694229"/>
                <a:gd name="connsiteX15" fmla="*/ 943969 w 1878075"/>
                <a:gd name="connsiteY15" fmla="*/ 358385 h 1694229"/>
                <a:gd name="connsiteX16" fmla="*/ 837229 w 1878075"/>
                <a:gd name="connsiteY16" fmla="*/ 376257 h 1694229"/>
                <a:gd name="connsiteX17" fmla="*/ 814246 w 1878075"/>
                <a:gd name="connsiteY17" fmla="*/ 440035 h 1694229"/>
                <a:gd name="connsiteX18" fmla="*/ 797163 w 1878075"/>
                <a:gd name="connsiteY18" fmla="*/ 475926 h 1694229"/>
                <a:gd name="connsiteX19" fmla="*/ 715132 w 1878075"/>
                <a:gd name="connsiteY19" fmla="*/ 494632 h 1694229"/>
                <a:gd name="connsiteX20" fmla="*/ 697320 w 1878075"/>
                <a:gd name="connsiteY20" fmla="*/ 440647 h 1694229"/>
                <a:gd name="connsiteX21" fmla="*/ 653456 w 1878075"/>
                <a:gd name="connsiteY21" fmla="*/ 420298 h 1694229"/>
                <a:gd name="connsiteX22" fmla="*/ 518140 w 1878075"/>
                <a:gd name="connsiteY22" fmla="*/ 420641 h 1694229"/>
                <a:gd name="connsiteX23" fmla="*/ 434263 w 1878075"/>
                <a:gd name="connsiteY23" fmla="*/ 447350 h 1694229"/>
                <a:gd name="connsiteX24" fmla="*/ 401044 w 1878075"/>
                <a:gd name="connsiteY24" fmla="*/ 420298 h 1694229"/>
                <a:gd name="connsiteX25" fmla="*/ 381994 w 1878075"/>
                <a:gd name="connsiteY25" fmla="*/ 358385 h 1694229"/>
                <a:gd name="connsiteX26" fmla="*/ 315319 w 1878075"/>
                <a:gd name="connsiteY26" fmla="*/ 305998 h 1694229"/>
                <a:gd name="connsiteX27" fmla="*/ 270134 w 1878075"/>
                <a:gd name="connsiteY27" fmla="*/ 229110 h 1694229"/>
                <a:gd name="connsiteX28" fmla="*/ 146784 w 1878075"/>
                <a:gd name="connsiteY28" fmla="*/ 258373 h 1694229"/>
                <a:gd name="connsiteX29" fmla="*/ 127734 w 1878075"/>
                <a:gd name="connsiteY29" fmla="*/ 344785 h 1694229"/>
                <a:gd name="connsiteX30" fmla="*/ 145174 w 1878075"/>
                <a:gd name="connsiteY30" fmla="*/ 411312 h 1694229"/>
                <a:gd name="connsiteX31" fmla="*/ 117735 w 1878075"/>
                <a:gd name="connsiteY31" fmla="*/ 446172 h 1694229"/>
                <a:gd name="connsiteX32" fmla="*/ 65347 w 1878075"/>
                <a:gd name="connsiteY32" fmla="*/ 474059 h 1694229"/>
                <a:gd name="connsiteX33" fmla="*/ 37246 w 1878075"/>
                <a:gd name="connsiteY33" fmla="*/ 482063 h 1694229"/>
                <a:gd name="connsiteX34" fmla="*/ 15281 w 1878075"/>
                <a:gd name="connsiteY34" fmla="*/ 520310 h 1694229"/>
                <a:gd name="connsiteX35" fmla="*/ 1469 w 1878075"/>
                <a:gd name="connsiteY35" fmla="*/ 632745 h 1694229"/>
                <a:gd name="connsiteX36" fmla="*/ 51178 w 1878075"/>
                <a:gd name="connsiteY36" fmla="*/ 685967 h 1694229"/>
                <a:gd name="connsiteX37" fmla="*/ 108092 w 1878075"/>
                <a:gd name="connsiteY37" fmla="*/ 681547 h 1694229"/>
                <a:gd name="connsiteX38" fmla="*/ 93804 w 1878075"/>
                <a:gd name="connsiteY38" fmla="*/ 751806 h 1694229"/>
                <a:gd name="connsiteX39" fmla="*/ 148631 w 1878075"/>
                <a:gd name="connsiteY39" fmla="*/ 782248 h 1694229"/>
                <a:gd name="connsiteX40" fmla="*/ 217629 w 1878075"/>
                <a:gd name="connsiteY40" fmla="*/ 792460 h 1694229"/>
                <a:gd name="connsiteX41" fmla="*/ 252932 w 1878075"/>
                <a:gd name="connsiteY41" fmla="*/ 848431 h 1694229"/>
                <a:gd name="connsiteX42" fmla="*/ 252339 w 1878075"/>
                <a:gd name="connsiteY42" fmla="*/ 893503 h 1694229"/>
                <a:gd name="connsiteX43" fmla="*/ 276863 w 1878075"/>
                <a:gd name="connsiteY43" fmla="*/ 932978 h 1694229"/>
                <a:gd name="connsiteX44" fmla="*/ 322521 w 1878075"/>
                <a:gd name="connsiteY44" fmla="*/ 971570 h 1694229"/>
                <a:gd name="connsiteX45" fmla="*/ 407654 w 1878075"/>
                <a:gd name="connsiteY45" fmla="*/ 1025822 h 1694229"/>
                <a:gd name="connsiteX46" fmla="*/ 443431 w 1878075"/>
                <a:gd name="connsiteY46" fmla="*/ 1096915 h 1694229"/>
                <a:gd name="connsiteX47" fmla="*/ 422534 w 1878075"/>
                <a:gd name="connsiteY47" fmla="*/ 1166488 h 1694229"/>
                <a:gd name="connsiteX48" fmla="*/ 500581 w 1878075"/>
                <a:gd name="connsiteY48" fmla="*/ 1222951 h 1694229"/>
                <a:gd name="connsiteX49" fmla="*/ 572613 w 1878075"/>
                <a:gd name="connsiteY49" fmla="*/ 1255945 h 1694229"/>
                <a:gd name="connsiteX50" fmla="*/ 553444 w 1878075"/>
                <a:gd name="connsiteY50" fmla="*/ 1315648 h 1694229"/>
                <a:gd name="connsiteX51" fmla="*/ 643931 w 1878075"/>
                <a:gd name="connsiteY51" fmla="*/ 1468048 h 1694229"/>
                <a:gd name="connsiteX52" fmla="*/ 736741 w 1878075"/>
                <a:gd name="connsiteY52" fmla="*/ 1541202 h 1694229"/>
                <a:gd name="connsiteX53" fmla="*/ 786806 w 1878075"/>
                <a:gd name="connsiteY53" fmla="*/ 1491860 h 1694229"/>
                <a:gd name="connsiteX54" fmla="*/ 851396 w 1878075"/>
                <a:gd name="connsiteY54" fmla="*/ 1519257 h 1694229"/>
                <a:gd name="connsiteX55" fmla="*/ 905869 w 1878075"/>
                <a:gd name="connsiteY55" fmla="*/ 1487098 h 1694229"/>
                <a:gd name="connsiteX56" fmla="*/ 922716 w 1878075"/>
                <a:gd name="connsiteY56" fmla="*/ 1444922 h 1694229"/>
                <a:gd name="connsiteX57" fmla="*/ 986593 w 1878075"/>
                <a:gd name="connsiteY57" fmla="*/ 1531334 h 1694229"/>
                <a:gd name="connsiteX58" fmla="*/ 1031660 w 1878075"/>
                <a:gd name="connsiteY58" fmla="*/ 1602428 h 1694229"/>
                <a:gd name="connsiteX59" fmla="*/ 1101606 w 1878075"/>
                <a:gd name="connsiteY59" fmla="*/ 1693947 h 1694229"/>
                <a:gd name="connsiteX60" fmla="*/ 1132504 w 1878075"/>
                <a:gd name="connsiteY60" fmla="*/ 1630856 h 1694229"/>
                <a:gd name="connsiteX61" fmla="*/ 1163163 w 1878075"/>
                <a:gd name="connsiteY61" fmla="*/ 1624376 h 1694229"/>
                <a:gd name="connsiteX62" fmla="*/ 1206262 w 1878075"/>
                <a:gd name="connsiteY62" fmla="*/ 1653639 h 1694229"/>
                <a:gd name="connsiteX63" fmla="*/ 1239837 w 1878075"/>
                <a:gd name="connsiteY63" fmla="*/ 1612985 h 1694229"/>
                <a:gd name="connsiteX64" fmla="*/ 1258658 w 1878075"/>
                <a:gd name="connsiteY64" fmla="*/ 1617602 h 1694229"/>
                <a:gd name="connsiteX65" fmla="*/ 1292700 w 1878075"/>
                <a:gd name="connsiteY65" fmla="*/ 1684079 h 1694229"/>
                <a:gd name="connsiteX66" fmla="*/ 1349256 w 1878075"/>
                <a:gd name="connsiteY66" fmla="*/ 1660610 h 1694229"/>
                <a:gd name="connsiteX67" fmla="*/ 1401288 w 1878075"/>
                <a:gd name="connsiteY67" fmla="*/ 1604489 h 1694229"/>
                <a:gd name="connsiteX68" fmla="*/ 1452065 w 1878075"/>
                <a:gd name="connsiteY68" fmla="*/ 1587946 h 1694229"/>
                <a:gd name="connsiteX69" fmla="*/ 1469744 w 1878075"/>
                <a:gd name="connsiteY69" fmla="*/ 1643768 h 1694229"/>
                <a:gd name="connsiteX70" fmla="*/ 1539639 w 1878075"/>
                <a:gd name="connsiteY70" fmla="*/ 1618090 h 1694229"/>
                <a:gd name="connsiteX71" fmla="*/ 1570417 w 1878075"/>
                <a:gd name="connsiteY71" fmla="*/ 1531334 h 1694229"/>
                <a:gd name="connsiteX72" fmla="*/ 1651853 w 1878075"/>
                <a:gd name="connsiteY72" fmla="*/ 1441192 h 1694229"/>
                <a:gd name="connsiteX73" fmla="*/ 1696444 w 1878075"/>
                <a:gd name="connsiteY73" fmla="*/ 1410062 h 1694229"/>
                <a:gd name="connsiteX74" fmla="*/ 1724813 w 1878075"/>
                <a:gd name="connsiteY74" fmla="*/ 1413357 h 1694229"/>
                <a:gd name="connsiteX75" fmla="*/ 1802405 w 1878075"/>
                <a:gd name="connsiteY75" fmla="*/ 1402749 h 1694229"/>
                <a:gd name="connsiteX76" fmla="*/ 1797524 w 1878075"/>
                <a:gd name="connsiteY76" fmla="*/ 1456313 h 1694229"/>
                <a:gd name="connsiteX77" fmla="*/ 1855691 w 1878075"/>
                <a:gd name="connsiteY77" fmla="*/ 1479634 h 1694229"/>
                <a:gd name="connsiteX78" fmla="*/ 1857299 w 1878075"/>
                <a:gd name="connsiteY78" fmla="*/ 1457000 h 1694229"/>
                <a:gd name="connsiteX79" fmla="*/ 1856521 w 1878075"/>
                <a:gd name="connsiteY79" fmla="*/ 1396266 h 1694229"/>
                <a:gd name="connsiteX80" fmla="*/ 1863843 w 1878075"/>
                <a:gd name="connsiteY80" fmla="*/ 1323993 h 1694229"/>
                <a:gd name="connsiteX81" fmla="*/ 1834556 w 1878075"/>
                <a:gd name="connsiteY81" fmla="*/ 1248973 h 1694229"/>
                <a:gd name="connsiteX82" fmla="*/ 1747763 w 1878075"/>
                <a:gd name="connsiteY82" fmla="*/ 1264979 h 1694229"/>
                <a:gd name="connsiteX83" fmla="*/ 1737459 w 1878075"/>
                <a:gd name="connsiteY83" fmla="*/ 1176356 h 1694229"/>
                <a:gd name="connsiteX84" fmla="*/ 1704241 w 1878075"/>
                <a:gd name="connsiteY84" fmla="*/ 1038783 h 1694229"/>
                <a:gd name="connsiteX85" fmla="*/ 1627446 w 1878075"/>
                <a:gd name="connsiteY85" fmla="*/ 972257 h 1694229"/>
                <a:gd name="connsiteX86" fmla="*/ 1594228 w 1878075"/>
                <a:gd name="connsiteY86" fmla="*/ 917660 h 1694229"/>
                <a:gd name="connsiteX87" fmla="*/ 1544162 w 1878075"/>
                <a:gd name="connsiteY87" fmla="*/ 872587 h 1694229"/>
                <a:gd name="connsiteX88" fmla="*/ 1472251 w 1878075"/>
                <a:gd name="connsiteY88" fmla="*/ 845878 h 1694229"/>
                <a:gd name="connsiteX89" fmla="*/ 1449150 w 1878075"/>
                <a:gd name="connsiteY89" fmla="*/ 823245 h 1694229"/>
                <a:gd name="connsiteX90" fmla="*/ 1477013 w 1878075"/>
                <a:gd name="connsiteY90" fmla="*/ 784801 h 1694229"/>
                <a:gd name="connsiteX91" fmla="*/ 1458319 w 1878075"/>
                <a:gd name="connsiteY91" fmla="*/ 748910 h 1694229"/>
                <a:gd name="connsiteX92" fmla="*/ 1463081 w 1878075"/>
                <a:gd name="connsiteY92" fmla="*/ 725098 h 1694229"/>
                <a:gd name="connsiteX93" fmla="*/ 1488076 w 1878075"/>
                <a:gd name="connsiteY93" fmla="*/ 724035 h 1694229"/>
                <a:gd name="connsiteX94" fmla="*/ 1580416 w 1878075"/>
                <a:gd name="connsiteY94" fmla="*/ 740220 h 1694229"/>
                <a:gd name="connsiteX95" fmla="*/ 1615719 w 1878075"/>
                <a:gd name="connsiteY95" fmla="*/ 683758 h 1694229"/>
                <a:gd name="connsiteX96" fmla="*/ 1603753 w 1878075"/>
                <a:gd name="connsiteY96" fmla="*/ 553648 h 1694229"/>
                <a:gd name="connsiteX97" fmla="*/ 1620956 w 1878075"/>
                <a:gd name="connsiteY97" fmla="*/ 405322 h 1694229"/>
                <a:gd name="connsiteX0" fmla="*/ 1620956 w 1866986"/>
                <a:gd name="connsiteY0" fmla="*/ 405322 h 1694229"/>
                <a:gd name="connsiteX1" fmla="*/ 1548806 w 1866986"/>
                <a:gd name="connsiteY1" fmla="*/ 372673 h 1694229"/>
                <a:gd name="connsiteX2" fmla="*/ 1458557 w 1866986"/>
                <a:gd name="connsiteY2" fmla="*/ 348860 h 1694229"/>
                <a:gd name="connsiteX3" fmla="*/ 1405237 w 1866986"/>
                <a:gd name="connsiteY3" fmla="*/ 271776 h 1694229"/>
                <a:gd name="connsiteX4" fmla="*/ 1382136 w 1866986"/>
                <a:gd name="connsiteY4" fmla="*/ 169931 h 1694229"/>
                <a:gd name="connsiteX5" fmla="*/ 1346239 w 1866986"/>
                <a:gd name="connsiteY5" fmla="*/ 1869 h 1694229"/>
                <a:gd name="connsiteX6" fmla="*/ 1278870 w 1866986"/>
                <a:gd name="connsiteY6" fmla="*/ 43567 h 1694229"/>
                <a:gd name="connsiteX7" fmla="*/ 1273302 w 1866986"/>
                <a:gd name="connsiteY7" fmla="*/ 101090 h 1694229"/>
                <a:gd name="connsiteX8" fmla="*/ 1257397 w 1866986"/>
                <a:gd name="connsiteY8" fmla="*/ 152303 h 1694229"/>
                <a:gd name="connsiteX9" fmla="*/ 1237872 w 1866986"/>
                <a:gd name="connsiteY9" fmla="*/ 204316 h 1694229"/>
                <a:gd name="connsiteX10" fmla="*/ 1236143 w 1866986"/>
                <a:gd name="connsiteY10" fmla="*/ 273739 h 1694229"/>
                <a:gd name="connsiteX11" fmla="*/ 1163162 w 1866986"/>
                <a:gd name="connsiteY11" fmla="*/ 283903 h 1694229"/>
                <a:gd name="connsiteX12" fmla="*/ 1098809 w 1866986"/>
                <a:gd name="connsiteY12" fmla="*/ 285917 h 1694229"/>
                <a:gd name="connsiteX13" fmla="*/ 1051208 w 1866986"/>
                <a:gd name="connsiteY13" fmla="*/ 346183 h 1694229"/>
                <a:gd name="connsiteX14" fmla="*/ 996593 w 1866986"/>
                <a:gd name="connsiteY14" fmla="*/ 371690 h 1694229"/>
                <a:gd name="connsiteX15" fmla="*/ 943969 w 1866986"/>
                <a:gd name="connsiteY15" fmla="*/ 358385 h 1694229"/>
                <a:gd name="connsiteX16" fmla="*/ 837229 w 1866986"/>
                <a:gd name="connsiteY16" fmla="*/ 376257 h 1694229"/>
                <a:gd name="connsiteX17" fmla="*/ 814246 w 1866986"/>
                <a:gd name="connsiteY17" fmla="*/ 440035 h 1694229"/>
                <a:gd name="connsiteX18" fmla="*/ 797163 w 1866986"/>
                <a:gd name="connsiteY18" fmla="*/ 475926 h 1694229"/>
                <a:gd name="connsiteX19" fmla="*/ 715132 w 1866986"/>
                <a:gd name="connsiteY19" fmla="*/ 494632 h 1694229"/>
                <a:gd name="connsiteX20" fmla="*/ 697320 w 1866986"/>
                <a:gd name="connsiteY20" fmla="*/ 440647 h 1694229"/>
                <a:gd name="connsiteX21" fmla="*/ 653456 w 1866986"/>
                <a:gd name="connsiteY21" fmla="*/ 420298 h 1694229"/>
                <a:gd name="connsiteX22" fmla="*/ 518140 w 1866986"/>
                <a:gd name="connsiteY22" fmla="*/ 420641 h 1694229"/>
                <a:gd name="connsiteX23" fmla="*/ 434263 w 1866986"/>
                <a:gd name="connsiteY23" fmla="*/ 447350 h 1694229"/>
                <a:gd name="connsiteX24" fmla="*/ 401044 w 1866986"/>
                <a:gd name="connsiteY24" fmla="*/ 420298 h 1694229"/>
                <a:gd name="connsiteX25" fmla="*/ 381994 w 1866986"/>
                <a:gd name="connsiteY25" fmla="*/ 358385 h 1694229"/>
                <a:gd name="connsiteX26" fmla="*/ 315319 w 1866986"/>
                <a:gd name="connsiteY26" fmla="*/ 305998 h 1694229"/>
                <a:gd name="connsiteX27" fmla="*/ 270134 w 1866986"/>
                <a:gd name="connsiteY27" fmla="*/ 229110 h 1694229"/>
                <a:gd name="connsiteX28" fmla="*/ 146784 w 1866986"/>
                <a:gd name="connsiteY28" fmla="*/ 258373 h 1694229"/>
                <a:gd name="connsiteX29" fmla="*/ 127734 w 1866986"/>
                <a:gd name="connsiteY29" fmla="*/ 344785 h 1694229"/>
                <a:gd name="connsiteX30" fmla="*/ 145174 w 1866986"/>
                <a:gd name="connsiteY30" fmla="*/ 411312 h 1694229"/>
                <a:gd name="connsiteX31" fmla="*/ 117735 w 1866986"/>
                <a:gd name="connsiteY31" fmla="*/ 446172 h 1694229"/>
                <a:gd name="connsiteX32" fmla="*/ 65347 w 1866986"/>
                <a:gd name="connsiteY32" fmla="*/ 474059 h 1694229"/>
                <a:gd name="connsiteX33" fmla="*/ 37246 w 1866986"/>
                <a:gd name="connsiteY33" fmla="*/ 482063 h 1694229"/>
                <a:gd name="connsiteX34" fmla="*/ 15281 w 1866986"/>
                <a:gd name="connsiteY34" fmla="*/ 520310 h 1694229"/>
                <a:gd name="connsiteX35" fmla="*/ 1469 w 1866986"/>
                <a:gd name="connsiteY35" fmla="*/ 632745 h 1694229"/>
                <a:gd name="connsiteX36" fmla="*/ 51178 w 1866986"/>
                <a:gd name="connsiteY36" fmla="*/ 685967 h 1694229"/>
                <a:gd name="connsiteX37" fmla="*/ 108092 w 1866986"/>
                <a:gd name="connsiteY37" fmla="*/ 681547 h 1694229"/>
                <a:gd name="connsiteX38" fmla="*/ 93804 w 1866986"/>
                <a:gd name="connsiteY38" fmla="*/ 751806 h 1694229"/>
                <a:gd name="connsiteX39" fmla="*/ 148631 w 1866986"/>
                <a:gd name="connsiteY39" fmla="*/ 782248 h 1694229"/>
                <a:gd name="connsiteX40" fmla="*/ 217629 w 1866986"/>
                <a:gd name="connsiteY40" fmla="*/ 792460 h 1694229"/>
                <a:gd name="connsiteX41" fmla="*/ 252932 w 1866986"/>
                <a:gd name="connsiteY41" fmla="*/ 848431 h 1694229"/>
                <a:gd name="connsiteX42" fmla="*/ 252339 w 1866986"/>
                <a:gd name="connsiteY42" fmla="*/ 893503 h 1694229"/>
                <a:gd name="connsiteX43" fmla="*/ 276863 w 1866986"/>
                <a:gd name="connsiteY43" fmla="*/ 932978 h 1694229"/>
                <a:gd name="connsiteX44" fmla="*/ 322521 w 1866986"/>
                <a:gd name="connsiteY44" fmla="*/ 971570 h 1694229"/>
                <a:gd name="connsiteX45" fmla="*/ 407654 w 1866986"/>
                <a:gd name="connsiteY45" fmla="*/ 1025822 h 1694229"/>
                <a:gd name="connsiteX46" fmla="*/ 443431 w 1866986"/>
                <a:gd name="connsiteY46" fmla="*/ 1096915 h 1694229"/>
                <a:gd name="connsiteX47" fmla="*/ 422534 w 1866986"/>
                <a:gd name="connsiteY47" fmla="*/ 1166488 h 1694229"/>
                <a:gd name="connsiteX48" fmla="*/ 500581 w 1866986"/>
                <a:gd name="connsiteY48" fmla="*/ 1222951 h 1694229"/>
                <a:gd name="connsiteX49" fmla="*/ 572613 w 1866986"/>
                <a:gd name="connsiteY49" fmla="*/ 1255945 h 1694229"/>
                <a:gd name="connsiteX50" fmla="*/ 553444 w 1866986"/>
                <a:gd name="connsiteY50" fmla="*/ 1315648 h 1694229"/>
                <a:gd name="connsiteX51" fmla="*/ 643931 w 1866986"/>
                <a:gd name="connsiteY51" fmla="*/ 1468048 h 1694229"/>
                <a:gd name="connsiteX52" fmla="*/ 736741 w 1866986"/>
                <a:gd name="connsiteY52" fmla="*/ 1541202 h 1694229"/>
                <a:gd name="connsiteX53" fmla="*/ 786806 w 1866986"/>
                <a:gd name="connsiteY53" fmla="*/ 1491860 h 1694229"/>
                <a:gd name="connsiteX54" fmla="*/ 851396 w 1866986"/>
                <a:gd name="connsiteY54" fmla="*/ 1519257 h 1694229"/>
                <a:gd name="connsiteX55" fmla="*/ 905869 w 1866986"/>
                <a:gd name="connsiteY55" fmla="*/ 1487098 h 1694229"/>
                <a:gd name="connsiteX56" fmla="*/ 922716 w 1866986"/>
                <a:gd name="connsiteY56" fmla="*/ 1444922 h 1694229"/>
                <a:gd name="connsiteX57" fmla="*/ 986593 w 1866986"/>
                <a:gd name="connsiteY57" fmla="*/ 1531334 h 1694229"/>
                <a:gd name="connsiteX58" fmla="*/ 1031660 w 1866986"/>
                <a:gd name="connsiteY58" fmla="*/ 1602428 h 1694229"/>
                <a:gd name="connsiteX59" fmla="*/ 1101606 w 1866986"/>
                <a:gd name="connsiteY59" fmla="*/ 1693947 h 1694229"/>
                <a:gd name="connsiteX60" fmla="*/ 1132504 w 1866986"/>
                <a:gd name="connsiteY60" fmla="*/ 1630856 h 1694229"/>
                <a:gd name="connsiteX61" fmla="*/ 1163163 w 1866986"/>
                <a:gd name="connsiteY61" fmla="*/ 1624376 h 1694229"/>
                <a:gd name="connsiteX62" fmla="*/ 1206262 w 1866986"/>
                <a:gd name="connsiteY62" fmla="*/ 1653639 h 1694229"/>
                <a:gd name="connsiteX63" fmla="*/ 1239837 w 1866986"/>
                <a:gd name="connsiteY63" fmla="*/ 1612985 h 1694229"/>
                <a:gd name="connsiteX64" fmla="*/ 1258658 w 1866986"/>
                <a:gd name="connsiteY64" fmla="*/ 1617602 h 1694229"/>
                <a:gd name="connsiteX65" fmla="*/ 1292700 w 1866986"/>
                <a:gd name="connsiteY65" fmla="*/ 1684079 h 1694229"/>
                <a:gd name="connsiteX66" fmla="*/ 1349256 w 1866986"/>
                <a:gd name="connsiteY66" fmla="*/ 1660610 h 1694229"/>
                <a:gd name="connsiteX67" fmla="*/ 1401288 w 1866986"/>
                <a:gd name="connsiteY67" fmla="*/ 1604489 h 1694229"/>
                <a:gd name="connsiteX68" fmla="*/ 1452065 w 1866986"/>
                <a:gd name="connsiteY68" fmla="*/ 1587946 h 1694229"/>
                <a:gd name="connsiteX69" fmla="*/ 1469744 w 1866986"/>
                <a:gd name="connsiteY69" fmla="*/ 1643768 h 1694229"/>
                <a:gd name="connsiteX70" fmla="*/ 1539639 w 1866986"/>
                <a:gd name="connsiteY70" fmla="*/ 1618090 h 1694229"/>
                <a:gd name="connsiteX71" fmla="*/ 1570417 w 1866986"/>
                <a:gd name="connsiteY71" fmla="*/ 1531334 h 1694229"/>
                <a:gd name="connsiteX72" fmla="*/ 1651853 w 1866986"/>
                <a:gd name="connsiteY72" fmla="*/ 1441192 h 1694229"/>
                <a:gd name="connsiteX73" fmla="*/ 1696444 w 1866986"/>
                <a:gd name="connsiteY73" fmla="*/ 1410062 h 1694229"/>
                <a:gd name="connsiteX74" fmla="*/ 1724813 w 1866986"/>
                <a:gd name="connsiteY74" fmla="*/ 1413357 h 1694229"/>
                <a:gd name="connsiteX75" fmla="*/ 1802405 w 1866986"/>
                <a:gd name="connsiteY75" fmla="*/ 1402749 h 1694229"/>
                <a:gd name="connsiteX76" fmla="*/ 1797524 w 1866986"/>
                <a:gd name="connsiteY76" fmla="*/ 1456313 h 1694229"/>
                <a:gd name="connsiteX77" fmla="*/ 1855691 w 1866986"/>
                <a:gd name="connsiteY77" fmla="*/ 1479634 h 1694229"/>
                <a:gd name="connsiteX78" fmla="*/ 1857299 w 1866986"/>
                <a:gd name="connsiteY78" fmla="*/ 1457000 h 1694229"/>
                <a:gd name="connsiteX79" fmla="*/ 1856521 w 1866986"/>
                <a:gd name="connsiteY79" fmla="*/ 1396266 h 1694229"/>
                <a:gd name="connsiteX80" fmla="*/ 1863843 w 1866986"/>
                <a:gd name="connsiteY80" fmla="*/ 1323993 h 1694229"/>
                <a:gd name="connsiteX81" fmla="*/ 1797946 w 1866986"/>
                <a:gd name="connsiteY81" fmla="*/ 1305140 h 1694229"/>
                <a:gd name="connsiteX82" fmla="*/ 1747763 w 1866986"/>
                <a:gd name="connsiteY82" fmla="*/ 1264979 h 1694229"/>
                <a:gd name="connsiteX83" fmla="*/ 1737459 w 1866986"/>
                <a:gd name="connsiteY83" fmla="*/ 1176356 h 1694229"/>
                <a:gd name="connsiteX84" fmla="*/ 1704241 w 1866986"/>
                <a:gd name="connsiteY84" fmla="*/ 1038783 h 1694229"/>
                <a:gd name="connsiteX85" fmla="*/ 1627446 w 1866986"/>
                <a:gd name="connsiteY85" fmla="*/ 972257 h 1694229"/>
                <a:gd name="connsiteX86" fmla="*/ 1594228 w 1866986"/>
                <a:gd name="connsiteY86" fmla="*/ 917660 h 1694229"/>
                <a:gd name="connsiteX87" fmla="*/ 1544162 w 1866986"/>
                <a:gd name="connsiteY87" fmla="*/ 872587 h 1694229"/>
                <a:gd name="connsiteX88" fmla="*/ 1472251 w 1866986"/>
                <a:gd name="connsiteY88" fmla="*/ 845878 h 1694229"/>
                <a:gd name="connsiteX89" fmla="*/ 1449150 w 1866986"/>
                <a:gd name="connsiteY89" fmla="*/ 823245 h 1694229"/>
                <a:gd name="connsiteX90" fmla="*/ 1477013 w 1866986"/>
                <a:gd name="connsiteY90" fmla="*/ 784801 h 1694229"/>
                <a:gd name="connsiteX91" fmla="*/ 1458319 w 1866986"/>
                <a:gd name="connsiteY91" fmla="*/ 748910 h 1694229"/>
                <a:gd name="connsiteX92" fmla="*/ 1463081 w 1866986"/>
                <a:gd name="connsiteY92" fmla="*/ 725098 h 1694229"/>
                <a:gd name="connsiteX93" fmla="*/ 1488076 w 1866986"/>
                <a:gd name="connsiteY93" fmla="*/ 724035 h 1694229"/>
                <a:gd name="connsiteX94" fmla="*/ 1580416 w 1866986"/>
                <a:gd name="connsiteY94" fmla="*/ 740220 h 1694229"/>
                <a:gd name="connsiteX95" fmla="*/ 1615719 w 1866986"/>
                <a:gd name="connsiteY95" fmla="*/ 683758 h 1694229"/>
                <a:gd name="connsiteX96" fmla="*/ 1603753 w 1866986"/>
                <a:gd name="connsiteY96" fmla="*/ 553648 h 1694229"/>
                <a:gd name="connsiteX97" fmla="*/ 1620956 w 1866986"/>
                <a:gd name="connsiteY97" fmla="*/ 405322 h 1694229"/>
                <a:gd name="connsiteX0" fmla="*/ 1620956 w 1880530"/>
                <a:gd name="connsiteY0" fmla="*/ 405322 h 1694229"/>
                <a:gd name="connsiteX1" fmla="*/ 1548806 w 1880530"/>
                <a:gd name="connsiteY1" fmla="*/ 372673 h 1694229"/>
                <a:gd name="connsiteX2" fmla="*/ 1458557 w 1880530"/>
                <a:gd name="connsiteY2" fmla="*/ 348860 h 1694229"/>
                <a:gd name="connsiteX3" fmla="*/ 1405237 w 1880530"/>
                <a:gd name="connsiteY3" fmla="*/ 271776 h 1694229"/>
                <a:gd name="connsiteX4" fmla="*/ 1382136 w 1880530"/>
                <a:gd name="connsiteY4" fmla="*/ 169931 h 1694229"/>
                <a:gd name="connsiteX5" fmla="*/ 1346239 w 1880530"/>
                <a:gd name="connsiteY5" fmla="*/ 1869 h 1694229"/>
                <a:gd name="connsiteX6" fmla="*/ 1278870 w 1880530"/>
                <a:gd name="connsiteY6" fmla="*/ 43567 h 1694229"/>
                <a:gd name="connsiteX7" fmla="*/ 1273302 w 1880530"/>
                <a:gd name="connsiteY7" fmla="*/ 101090 h 1694229"/>
                <a:gd name="connsiteX8" fmla="*/ 1257397 w 1880530"/>
                <a:gd name="connsiteY8" fmla="*/ 152303 h 1694229"/>
                <a:gd name="connsiteX9" fmla="*/ 1237872 w 1880530"/>
                <a:gd name="connsiteY9" fmla="*/ 204316 h 1694229"/>
                <a:gd name="connsiteX10" fmla="*/ 1236143 w 1880530"/>
                <a:gd name="connsiteY10" fmla="*/ 273739 h 1694229"/>
                <a:gd name="connsiteX11" fmla="*/ 1163162 w 1880530"/>
                <a:gd name="connsiteY11" fmla="*/ 283903 h 1694229"/>
                <a:gd name="connsiteX12" fmla="*/ 1098809 w 1880530"/>
                <a:gd name="connsiteY12" fmla="*/ 285917 h 1694229"/>
                <a:gd name="connsiteX13" fmla="*/ 1051208 w 1880530"/>
                <a:gd name="connsiteY13" fmla="*/ 346183 h 1694229"/>
                <a:gd name="connsiteX14" fmla="*/ 996593 w 1880530"/>
                <a:gd name="connsiteY14" fmla="*/ 371690 h 1694229"/>
                <a:gd name="connsiteX15" fmla="*/ 943969 w 1880530"/>
                <a:gd name="connsiteY15" fmla="*/ 358385 h 1694229"/>
                <a:gd name="connsiteX16" fmla="*/ 837229 w 1880530"/>
                <a:gd name="connsiteY16" fmla="*/ 376257 h 1694229"/>
                <a:gd name="connsiteX17" fmla="*/ 814246 w 1880530"/>
                <a:gd name="connsiteY17" fmla="*/ 440035 h 1694229"/>
                <a:gd name="connsiteX18" fmla="*/ 797163 w 1880530"/>
                <a:gd name="connsiteY18" fmla="*/ 475926 h 1694229"/>
                <a:gd name="connsiteX19" fmla="*/ 715132 w 1880530"/>
                <a:gd name="connsiteY19" fmla="*/ 494632 h 1694229"/>
                <a:gd name="connsiteX20" fmla="*/ 697320 w 1880530"/>
                <a:gd name="connsiteY20" fmla="*/ 440647 h 1694229"/>
                <a:gd name="connsiteX21" fmla="*/ 653456 w 1880530"/>
                <a:gd name="connsiteY21" fmla="*/ 420298 h 1694229"/>
                <a:gd name="connsiteX22" fmla="*/ 518140 w 1880530"/>
                <a:gd name="connsiteY22" fmla="*/ 420641 h 1694229"/>
                <a:gd name="connsiteX23" fmla="*/ 434263 w 1880530"/>
                <a:gd name="connsiteY23" fmla="*/ 447350 h 1694229"/>
                <a:gd name="connsiteX24" fmla="*/ 401044 w 1880530"/>
                <a:gd name="connsiteY24" fmla="*/ 420298 h 1694229"/>
                <a:gd name="connsiteX25" fmla="*/ 381994 w 1880530"/>
                <a:gd name="connsiteY25" fmla="*/ 358385 h 1694229"/>
                <a:gd name="connsiteX26" fmla="*/ 315319 w 1880530"/>
                <a:gd name="connsiteY26" fmla="*/ 305998 h 1694229"/>
                <a:gd name="connsiteX27" fmla="*/ 270134 w 1880530"/>
                <a:gd name="connsiteY27" fmla="*/ 229110 h 1694229"/>
                <a:gd name="connsiteX28" fmla="*/ 146784 w 1880530"/>
                <a:gd name="connsiteY28" fmla="*/ 258373 h 1694229"/>
                <a:gd name="connsiteX29" fmla="*/ 127734 w 1880530"/>
                <a:gd name="connsiteY29" fmla="*/ 344785 h 1694229"/>
                <a:gd name="connsiteX30" fmla="*/ 145174 w 1880530"/>
                <a:gd name="connsiteY30" fmla="*/ 411312 h 1694229"/>
                <a:gd name="connsiteX31" fmla="*/ 117735 w 1880530"/>
                <a:gd name="connsiteY31" fmla="*/ 446172 h 1694229"/>
                <a:gd name="connsiteX32" fmla="*/ 65347 w 1880530"/>
                <a:gd name="connsiteY32" fmla="*/ 474059 h 1694229"/>
                <a:gd name="connsiteX33" fmla="*/ 37246 w 1880530"/>
                <a:gd name="connsiteY33" fmla="*/ 482063 h 1694229"/>
                <a:gd name="connsiteX34" fmla="*/ 15281 w 1880530"/>
                <a:gd name="connsiteY34" fmla="*/ 520310 h 1694229"/>
                <a:gd name="connsiteX35" fmla="*/ 1469 w 1880530"/>
                <a:gd name="connsiteY35" fmla="*/ 632745 h 1694229"/>
                <a:gd name="connsiteX36" fmla="*/ 51178 w 1880530"/>
                <a:gd name="connsiteY36" fmla="*/ 685967 h 1694229"/>
                <a:gd name="connsiteX37" fmla="*/ 108092 w 1880530"/>
                <a:gd name="connsiteY37" fmla="*/ 681547 h 1694229"/>
                <a:gd name="connsiteX38" fmla="*/ 93804 w 1880530"/>
                <a:gd name="connsiteY38" fmla="*/ 751806 h 1694229"/>
                <a:gd name="connsiteX39" fmla="*/ 148631 w 1880530"/>
                <a:gd name="connsiteY39" fmla="*/ 782248 h 1694229"/>
                <a:gd name="connsiteX40" fmla="*/ 217629 w 1880530"/>
                <a:gd name="connsiteY40" fmla="*/ 792460 h 1694229"/>
                <a:gd name="connsiteX41" fmla="*/ 252932 w 1880530"/>
                <a:gd name="connsiteY41" fmla="*/ 848431 h 1694229"/>
                <a:gd name="connsiteX42" fmla="*/ 252339 w 1880530"/>
                <a:gd name="connsiteY42" fmla="*/ 893503 h 1694229"/>
                <a:gd name="connsiteX43" fmla="*/ 276863 w 1880530"/>
                <a:gd name="connsiteY43" fmla="*/ 932978 h 1694229"/>
                <a:gd name="connsiteX44" fmla="*/ 322521 w 1880530"/>
                <a:gd name="connsiteY44" fmla="*/ 971570 h 1694229"/>
                <a:gd name="connsiteX45" fmla="*/ 407654 w 1880530"/>
                <a:gd name="connsiteY45" fmla="*/ 1025822 h 1694229"/>
                <a:gd name="connsiteX46" fmla="*/ 443431 w 1880530"/>
                <a:gd name="connsiteY46" fmla="*/ 1096915 h 1694229"/>
                <a:gd name="connsiteX47" fmla="*/ 422534 w 1880530"/>
                <a:gd name="connsiteY47" fmla="*/ 1166488 h 1694229"/>
                <a:gd name="connsiteX48" fmla="*/ 500581 w 1880530"/>
                <a:gd name="connsiteY48" fmla="*/ 1222951 h 1694229"/>
                <a:gd name="connsiteX49" fmla="*/ 572613 w 1880530"/>
                <a:gd name="connsiteY49" fmla="*/ 1255945 h 1694229"/>
                <a:gd name="connsiteX50" fmla="*/ 553444 w 1880530"/>
                <a:gd name="connsiteY50" fmla="*/ 1315648 h 1694229"/>
                <a:gd name="connsiteX51" fmla="*/ 643931 w 1880530"/>
                <a:gd name="connsiteY51" fmla="*/ 1468048 h 1694229"/>
                <a:gd name="connsiteX52" fmla="*/ 736741 w 1880530"/>
                <a:gd name="connsiteY52" fmla="*/ 1541202 h 1694229"/>
                <a:gd name="connsiteX53" fmla="*/ 786806 w 1880530"/>
                <a:gd name="connsiteY53" fmla="*/ 1491860 h 1694229"/>
                <a:gd name="connsiteX54" fmla="*/ 851396 w 1880530"/>
                <a:gd name="connsiteY54" fmla="*/ 1519257 h 1694229"/>
                <a:gd name="connsiteX55" fmla="*/ 905869 w 1880530"/>
                <a:gd name="connsiteY55" fmla="*/ 1487098 h 1694229"/>
                <a:gd name="connsiteX56" fmla="*/ 922716 w 1880530"/>
                <a:gd name="connsiteY56" fmla="*/ 1444922 h 1694229"/>
                <a:gd name="connsiteX57" fmla="*/ 986593 w 1880530"/>
                <a:gd name="connsiteY57" fmla="*/ 1531334 h 1694229"/>
                <a:gd name="connsiteX58" fmla="*/ 1031660 w 1880530"/>
                <a:gd name="connsiteY58" fmla="*/ 1602428 h 1694229"/>
                <a:gd name="connsiteX59" fmla="*/ 1101606 w 1880530"/>
                <a:gd name="connsiteY59" fmla="*/ 1693947 h 1694229"/>
                <a:gd name="connsiteX60" fmla="*/ 1132504 w 1880530"/>
                <a:gd name="connsiteY60" fmla="*/ 1630856 h 1694229"/>
                <a:gd name="connsiteX61" fmla="*/ 1163163 w 1880530"/>
                <a:gd name="connsiteY61" fmla="*/ 1624376 h 1694229"/>
                <a:gd name="connsiteX62" fmla="*/ 1206262 w 1880530"/>
                <a:gd name="connsiteY62" fmla="*/ 1653639 h 1694229"/>
                <a:gd name="connsiteX63" fmla="*/ 1239837 w 1880530"/>
                <a:gd name="connsiteY63" fmla="*/ 1612985 h 1694229"/>
                <a:gd name="connsiteX64" fmla="*/ 1258658 w 1880530"/>
                <a:gd name="connsiteY64" fmla="*/ 1617602 h 1694229"/>
                <a:gd name="connsiteX65" fmla="*/ 1292700 w 1880530"/>
                <a:gd name="connsiteY65" fmla="*/ 1684079 h 1694229"/>
                <a:gd name="connsiteX66" fmla="*/ 1349256 w 1880530"/>
                <a:gd name="connsiteY66" fmla="*/ 1660610 h 1694229"/>
                <a:gd name="connsiteX67" fmla="*/ 1401288 w 1880530"/>
                <a:gd name="connsiteY67" fmla="*/ 1604489 h 1694229"/>
                <a:gd name="connsiteX68" fmla="*/ 1452065 w 1880530"/>
                <a:gd name="connsiteY68" fmla="*/ 1587946 h 1694229"/>
                <a:gd name="connsiteX69" fmla="*/ 1469744 w 1880530"/>
                <a:gd name="connsiteY69" fmla="*/ 1643768 h 1694229"/>
                <a:gd name="connsiteX70" fmla="*/ 1539639 w 1880530"/>
                <a:gd name="connsiteY70" fmla="*/ 1618090 h 1694229"/>
                <a:gd name="connsiteX71" fmla="*/ 1570417 w 1880530"/>
                <a:gd name="connsiteY71" fmla="*/ 1531334 h 1694229"/>
                <a:gd name="connsiteX72" fmla="*/ 1651853 w 1880530"/>
                <a:gd name="connsiteY72" fmla="*/ 1441192 h 1694229"/>
                <a:gd name="connsiteX73" fmla="*/ 1696444 w 1880530"/>
                <a:gd name="connsiteY73" fmla="*/ 1410062 h 1694229"/>
                <a:gd name="connsiteX74" fmla="*/ 1724813 w 1880530"/>
                <a:gd name="connsiteY74" fmla="*/ 1413357 h 1694229"/>
                <a:gd name="connsiteX75" fmla="*/ 1802405 w 1880530"/>
                <a:gd name="connsiteY75" fmla="*/ 1402749 h 1694229"/>
                <a:gd name="connsiteX76" fmla="*/ 1797524 w 1880530"/>
                <a:gd name="connsiteY76" fmla="*/ 1456313 h 1694229"/>
                <a:gd name="connsiteX77" fmla="*/ 1855691 w 1880530"/>
                <a:gd name="connsiteY77" fmla="*/ 1479634 h 1694229"/>
                <a:gd name="connsiteX78" fmla="*/ 1857299 w 1880530"/>
                <a:gd name="connsiteY78" fmla="*/ 1457000 h 1694229"/>
                <a:gd name="connsiteX79" fmla="*/ 1856521 w 1880530"/>
                <a:gd name="connsiteY79" fmla="*/ 1396266 h 1694229"/>
                <a:gd name="connsiteX80" fmla="*/ 1878487 w 1880530"/>
                <a:gd name="connsiteY80" fmla="*/ 1326546 h 1694229"/>
                <a:gd name="connsiteX81" fmla="*/ 1797946 w 1880530"/>
                <a:gd name="connsiteY81" fmla="*/ 1305140 h 1694229"/>
                <a:gd name="connsiteX82" fmla="*/ 1747763 w 1880530"/>
                <a:gd name="connsiteY82" fmla="*/ 1264979 h 1694229"/>
                <a:gd name="connsiteX83" fmla="*/ 1737459 w 1880530"/>
                <a:gd name="connsiteY83" fmla="*/ 1176356 h 1694229"/>
                <a:gd name="connsiteX84" fmla="*/ 1704241 w 1880530"/>
                <a:gd name="connsiteY84" fmla="*/ 1038783 h 1694229"/>
                <a:gd name="connsiteX85" fmla="*/ 1627446 w 1880530"/>
                <a:gd name="connsiteY85" fmla="*/ 972257 h 1694229"/>
                <a:gd name="connsiteX86" fmla="*/ 1594228 w 1880530"/>
                <a:gd name="connsiteY86" fmla="*/ 917660 h 1694229"/>
                <a:gd name="connsiteX87" fmla="*/ 1544162 w 1880530"/>
                <a:gd name="connsiteY87" fmla="*/ 872587 h 1694229"/>
                <a:gd name="connsiteX88" fmla="*/ 1472251 w 1880530"/>
                <a:gd name="connsiteY88" fmla="*/ 845878 h 1694229"/>
                <a:gd name="connsiteX89" fmla="*/ 1449150 w 1880530"/>
                <a:gd name="connsiteY89" fmla="*/ 823245 h 1694229"/>
                <a:gd name="connsiteX90" fmla="*/ 1477013 w 1880530"/>
                <a:gd name="connsiteY90" fmla="*/ 784801 h 1694229"/>
                <a:gd name="connsiteX91" fmla="*/ 1458319 w 1880530"/>
                <a:gd name="connsiteY91" fmla="*/ 748910 h 1694229"/>
                <a:gd name="connsiteX92" fmla="*/ 1463081 w 1880530"/>
                <a:gd name="connsiteY92" fmla="*/ 725098 h 1694229"/>
                <a:gd name="connsiteX93" fmla="*/ 1488076 w 1880530"/>
                <a:gd name="connsiteY93" fmla="*/ 724035 h 1694229"/>
                <a:gd name="connsiteX94" fmla="*/ 1580416 w 1880530"/>
                <a:gd name="connsiteY94" fmla="*/ 740220 h 1694229"/>
                <a:gd name="connsiteX95" fmla="*/ 1615719 w 1880530"/>
                <a:gd name="connsiteY95" fmla="*/ 683758 h 1694229"/>
                <a:gd name="connsiteX96" fmla="*/ 1603753 w 1880530"/>
                <a:gd name="connsiteY96" fmla="*/ 553648 h 1694229"/>
                <a:gd name="connsiteX97" fmla="*/ 1620956 w 1880530"/>
                <a:gd name="connsiteY97" fmla="*/ 405322 h 1694229"/>
                <a:gd name="connsiteX0" fmla="*/ 1620956 w 1881147"/>
                <a:gd name="connsiteY0" fmla="*/ 405322 h 1694229"/>
                <a:gd name="connsiteX1" fmla="*/ 1548806 w 1881147"/>
                <a:gd name="connsiteY1" fmla="*/ 372673 h 1694229"/>
                <a:gd name="connsiteX2" fmla="*/ 1458557 w 1881147"/>
                <a:gd name="connsiteY2" fmla="*/ 348860 h 1694229"/>
                <a:gd name="connsiteX3" fmla="*/ 1405237 w 1881147"/>
                <a:gd name="connsiteY3" fmla="*/ 271776 h 1694229"/>
                <a:gd name="connsiteX4" fmla="*/ 1382136 w 1881147"/>
                <a:gd name="connsiteY4" fmla="*/ 169931 h 1694229"/>
                <a:gd name="connsiteX5" fmla="*/ 1346239 w 1881147"/>
                <a:gd name="connsiteY5" fmla="*/ 1869 h 1694229"/>
                <a:gd name="connsiteX6" fmla="*/ 1278870 w 1881147"/>
                <a:gd name="connsiteY6" fmla="*/ 43567 h 1694229"/>
                <a:gd name="connsiteX7" fmla="*/ 1273302 w 1881147"/>
                <a:gd name="connsiteY7" fmla="*/ 101090 h 1694229"/>
                <a:gd name="connsiteX8" fmla="*/ 1257397 w 1881147"/>
                <a:gd name="connsiteY8" fmla="*/ 152303 h 1694229"/>
                <a:gd name="connsiteX9" fmla="*/ 1237872 w 1881147"/>
                <a:gd name="connsiteY9" fmla="*/ 204316 h 1694229"/>
                <a:gd name="connsiteX10" fmla="*/ 1236143 w 1881147"/>
                <a:gd name="connsiteY10" fmla="*/ 273739 h 1694229"/>
                <a:gd name="connsiteX11" fmla="*/ 1163162 w 1881147"/>
                <a:gd name="connsiteY11" fmla="*/ 283903 h 1694229"/>
                <a:gd name="connsiteX12" fmla="*/ 1098809 w 1881147"/>
                <a:gd name="connsiteY12" fmla="*/ 285917 h 1694229"/>
                <a:gd name="connsiteX13" fmla="*/ 1051208 w 1881147"/>
                <a:gd name="connsiteY13" fmla="*/ 346183 h 1694229"/>
                <a:gd name="connsiteX14" fmla="*/ 996593 w 1881147"/>
                <a:gd name="connsiteY14" fmla="*/ 371690 h 1694229"/>
                <a:gd name="connsiteX15" fmla="*/ 943969 w 1881147"/>
                <a:gd name="connsiteY15" fmla="*/ 358385 h 1694229"/>
                <a:gd name="connsiteX16" fmla="*/ 837229 w 1881147"/>
                <a:gd name="connsiteY16" fmla="*/ 376257 h 1694229"/>
                <a:gd name="connsiteX17" fmla="*/ 814246 w 1881147"/>
                <a:gd name="connsiteY17" fmla="*/ 440035 h 1694229"/>
                <a:gd name="connsiteX18" fmla="*/ 797163 w 1881147"/>
                <a:gd name="connsiteY18" fmla="*/ 475926 h 1694229"/>
                <a:gd name="connsiteX19" fmla="*/ 715132 w 1881147"/>
                <a:gd name="connsiteY19" fmla="*/ 494632 h 1694229"/>
                <a:gd name="connsiteX20" fmla="*/ 697320 w 1881147"/>
                <a:gd name="connsiteY20" fmla="*/ 440647 h 1694229"/>
                <a:gd name="connsiteX21" fmla="*/ 653456 w 1881147"/>
                <a:gd name="connsiteY21" fmla="*/ 420298 h 1694229"/>
                <a:gd name="connsiteX22" fmla="*/ 518140 w 1881147"/>
                <a:gd name="connsiteY22" fmla="*/ 420641 h 1694229"/>
                <a:gd name="connsiteX23" fmla="*/ 434263 w 1881147"/>
                <a:gd name="connsiteY23" fmla="*/ 447350 h 1694229"/>
                <a:gd name="connsiteX24" fmla="*/ 401044 w 1881147"/>
                <a:gd name="connsiteY24" fmla="*/ 420298 h 1694229"/>
                <a:gd name="connsiteX25" fmla="*/ 381994 w 1881147"/>
                <a:gd name="connsiteY25" fmla="*/ 358385 h 1694229"/>
                <a:gd name="connsiteX26" fmla="*/ 315319 w 1881147"/>
                <a:gd name="connsiteY26" fmla="*/ 305998 h 1694229"/>
                <a:gd name="connsiteX27" fmla="*/ 270134 w 1881147"/>
                <a:gd name="connsiteY27" fmla="*/ 229110 h 1694229"/>
                <a:gd name="connsiteX28" fmla="*/ 146784 w 1881147"/>
                <a:gd name="connsiteY28" fmla="*/ 258373 h 1694229"/>
                <a:gd name="connsiteX29" fmla="*/ 127734 w 1881147"/>
                <a:gd name="connsiteY29" fmla="*/ 344785 h 1694229"/>
                <a:gd name="connsiteX30" fmla="*/ 145174 w 1881147"/>
                <a:gd name="connsiteY30" fmla="*/ 411312 h 1694229"/>
                <a:gd name="connsiteX31" fmla="*/ 117735 w 1881147"/>
                <a:gd name="connsiteY31" fmla="*/ 446172 h 1694229"/>
                <a:gd name="connsiteX32" fmla="*/ 65347 w 1881147"/>
                <a:gd name="connsiteY32" fmla="*/ 474059 h 1694229"/>
                <a:gd name="connsiteX33" fmla="*/ 37246 w 1881147"/>
                <a:gd name="connsiteY33" fmla="*/ 482063 h 1694229"/>
                <a:gd name="connsiteX34" fmla="*/ 15281 w 1881147"/>
                <a:gd name="connsiteY34" fmla="*/ 520310 h 1694229"/>
                <a:gd name="connsiteX35" fmla="*/ 1469 w 1881147"/>
                <a:gd name="connsiteY35" fmla="*/ 632745 h 1694229"/>
                <a:gd name="connsiteX36" fmla="*/ 51178 w 1881147"/>
                <a:gd name="connsiteY36" fmla="*/ 685967 h 1694229"/>
                <a:gd name="connsiteX37" fmla="*/ 108092 w 1881147"/>
                <a:gd name="connsiteY37" fmla="*/ 681547 h 1694229"/>
                <a:gd name="connsiteX38" fmla="*/ 93804 w 1881147"/>
                <a:gd name="connsiteY38" fmla="*/ 751806 h 1694229"/>
                <a:gd name="connsiteX39" fmla="*/ 148631 w 1881147"/>
                <a:gd name="connsiteY39" fmla="*/ 782248 h 1694229"/>
                <a:gd name="connsiteX40" fmla="*/ 217629 w 1881147"/>
                <a:gd name="connsiteY40" fmla="*/ 792460 h 1694229"/>
                <a:gd name="connsiteX41" fmla="*/ 252932 w 1881147"/>
                <a:gd name="connsiteY41" fmla="*/ 848431 h 1694229"/>
                <a:gd name="connsiteX42" fmla="*/ 252339 w 1881147"/>
                <a:gd name="connsiteY42" fmla="*/ 893503 h 1694229"/>
                <a:gd name="connsiteX43" fmla="*/ 276863 w 1881147"/>
                <a:gd name="connsiteY43" fmla="*/ 932978 h 1694229"/>
                <a:gd name="connsiteX44" fmla="*/ 322521 w 1881147"/>
                <a:gd name="connsiteY44" fmla="*/ 971570 h 1694229"/>
                <a:gd name="connsiteX45" fmla="*/ 407654 w 1881147"/>
                <a:gd name="connsiteY45" fmla="*/ 1025822 h 1694229"/>
                <a:gd name="connsiteX46" fmla="*/ 443431 w 1881147"/>
                <a:gd name="connsiteY46" fmla="*/ 1096915 h 1694229"/>
                <a:gd name="connsiteX47" fmla="*/ 422534 w 1881147"/>
                <a:gd name="connsiteY47" fmla="*/ 1166488 h 1694229"/>
                <a:gd name="connsiteX48" fmla="*/ 500581 w 1881147"/>
                <a:gd name="connsiteY48" fmla="*/ 1222951 h 1694229"/>
                <a:gd name="connsiteX49" fmla="*/ 572613 w 1881147"/>
                <a:gd name="connsiteY49" fmla="*/ 1255945 h 1694229"/>
                <a:gd name="connsiteX50" fmla="*/ 553444 w 1881147"/>
                <a:gd name="connsiteY50" fmla="*/ 1315648 h 1694229"/>
                <a:gd name="connsiteX51" fmla="*/ 643931 w 1881147"/>
                <a:gd name="connsiteY51" fmla="*/ 1468048 h 1694229"/>
                <a:gd name="connsiteX52" fmla="*/ 736741 w 1881147"/>
                <a:gd name="connsiteY52" fmla="*/ 1541202 h 1694229"/>
                <a:gd name="connsiteX53" fmla="*/ 786806 w 1881147"/>
                <a:gd name="connsiteY53" fmla="*/ 1491860 h 1694229"/>
                <a:gd name="connsiteX54" fmla="*/ 851396 w 1881147"/>
                <a:gd name="connsiteY54" fmla="*/ 1519257 h 1694229"/>
                <a:gd name="connsiteX55" fmla="*/ 905869 w 1881147"/>
                <a:gd name="connsiteY55" fmla="*/ 1487098 h 1694229"/>
                <a:gd name="connsiteX56" fmla="*/ 922716 w 1881147"/>
                <a:gd name="connsiteY56" fmla="*/ 1444922 h 1694229"/>
                <a:gd name="connsiteX57" fmla="*/ 986593 w 1881147"/>
                <a:gd name="connsiteY57" fmla="*/ 1531334 h 1694229"/>
                <a:gd name="connsiteX58" fmla="*/ 1031660 w 1881147"/>
                <a:gd name="connsiteY58" fmla="*/ 1602428 h 1694229"/>
                <a:gd name="connsiteX59" fmla="*/ 1101606 w 1881147"/>
                <a:gd name="connsiteY59" fmla="*/ 1693947 h 1694229"/>
                <a:gd name="connsiteX60" fmla="*/ 1132504 w 1881147"/>
                <a:gd name="connsiteY60" fmla="*/ 1630856 h 1694229"/>
                <a:gd name="connsiteX61" fmla="*/ 1163163 w 1881147"/>
                <a:gd name="connsiteY61" fmla="*/ 1624376 h 1694229"/>
                <a:gd name="connsiteX62" fmla="*/ 1206262 w 1881147"/>
                <a:gd name="connsiteY62" fmla="*/ 1653639 h 1694229"/>
                <a:gd name="connsiteX63" fmla="*/ 1239837 w 1881147"/>
                <a:gd name="connsiteY63" fmla="*/ 1612985 h 1694229"/>
                <a:gd name="connsiteX64" fmla="*/ 1258658 w 1881147"/>
                <a:gd name="connsiteY64" fmla="*/ 1617602 h 1694229"/>
                <a:gd name="connsiteX65" fmla="*/ 1292700 w 1881147"/>
                <a:gd name="connsiteY65" fmla="*/ 1684079 h 1694229"/>
                <a:gd name="connsiteX66" fmla="*/ 1349256 w 1881147"/>
                <a:gd name="connsiteY66" fmla="*/ 1660610 h 1694229"/>
                <a:gd name="connsiteX67" fmla="*/ 1401288 w 1881147"/>
                <a:gd name="connsiteY67" fmla="*/ 1604489 h 1694229"/>
                <a:gd name="connsiteX68" fmla="*/ 1452065 w 1881147"/>
                <a:gd name="connsiteY68" fmla="*/ 1587946 h 1694229"/>
                <a:gd name="connsiteX69" fmla="*/ 1469744 w 1881147"/>
                <a:gd name="connsiteY69" fmla="*/ 1643768 h 1694229"/>
                <a:gd name="connsiteX70" fmla="*/ 1539639 w 1881147"/>
                <a:gd name="connsiteY70" fmla="*/ 1618090 h 1694229"/>
                <a:gd name="connsiteX71" fmla="*/ 1570417 w 1881147"/>
                <a:gd name="connsiteY71" fmla="*/ 1531334 h 1694229"/>
                <a:gd name="connsiteX72" fmla="*/ 1651853 w 1881147"/>
                <a:gd name="connsiteY72" fmla="*/ 1441192 h 1694229"/>
                <a:gd name="connsiteX73" fmla="*/ 1696444 w 1881147"/>
                <a:gd name="connsiteY73" fmla="*/ 1410062 h 1694229"/>
                <a:gd name="connsiteX74" fmla="*/ 1724813 w 1881147"/>
                <a:gd name="connsiteY74" fmla="*/ 1413357 h 1694229"/>
                <a:gd name="connsiteX75" fmla="*/ 1802405 w 1881147"/>
                <a:gd name="connsiteY75" fmla="*/ 1402749 h 1694229"/>
                <a:gd name="connsiteX76" fmla="*/ 1797524 w 1881147"/>
                <a:gd name="connsiteY76" fmla="*/ 1456313 h 1694229"/>
                <a:gd name="connsiteX77" fmla="*/ 1855691 w 1881147"/>
                <a:gd name="connsiteY77" fmla="*/ 1479634 h 1694229"/>
                <a:gd name="connsiteX78" fmla="*/ 1857299 w 1881147"/>
                <a:gd name="connsiteY78" fmla="*/ 1457000 h 1694229"/>
                <a:gd name="connsiteX79" fmla="*/ 1861403 w 1881147"/>
                <a:gd name="connsiteY79" fmla="*/ 1401373 h 1694229"/>
                <a:gd name="connsiteX80" fmla="*/ 1878487 w 1881147"/>
                <a:gd name="connsiteY80" fmla="*/ 1326546 h 1694229"/>
                <a:gd name="connsiteX81" fmla="*/ 1797946 w 1881147"/>
                <a:gd name="connsiteY81" fmla="*/ 1305140 h 1694229"/>
                <a:gd name="connsiteX82" fmla="*/ 1747763 w 1881147"/>
                <a:gd name="connsiteY82" fmla="*/ 1264979 h 1694229"/>
                <a:gd name="connsiteX83" fmla="*/ 1737459 w 1881147"/>
                <a:gd name="connsiteY83" fmla="*/ 1176356 h 1694229"/>
                <a:gd name="connsiteX84" fmla="*/ 1704241 w 1881147"/>
                <a:gd name="connsiteY84" fmla="*/ 1038783 h 1694229"/>
                <a:gd name="connsiteX85" fmla="*/ 1627446 w 1881147"/>
                <a:gd name="connsiteY85" fmla="*/ 972257 h 1694229"/>
                <a:gd name="connsiteX86" fmla="*/ 1594228 w 1881147"/>
                <a:gd name="connsiteY86" fmla="*/ 917660 h 1694229"/>
                <a:gd name="connsiteX87" fmla="*/ 1544162 w 1881147"/>
                <a:gd name="connsiteY87" fmla="*/ 872587 h 1694229"/>
                <a:gd name="connsiteX88" fmla="*/ 1472251 w 1881147"/>
                <a:gd name="connsiteY88" fmla="*/ 845878 h 1694229"/>
                <a:gd name="connsiteX89" fmla="*/ 1449150 w 1881147"/>
                <a:gd name="connsiteY89" fmla="*/ 823245 h 1694229"/>
                <a:gd name="connsiteX90" fmla="*/ 1477013 w 1881147"/>
                <a:gd name="connsiteY90" fmla="*/ 784801 h 1694229"/>
                <a:gd name="connsiteX91" fmla="*/ 1458319 w 1881147"/>
                <a:gd name="connsiteY91" fmla="*/ 748910 h 1694229"/>
                <a:gd name="connsiteX92" fmla="*/ 1463081 w 1881147"/>
                <a:gd name="connsiteY92" fmla="*/ 725098 h 1694229"/>
                <a:gd name="connsiteX93" fmla="*/ 1488076 w 1881147"/>
                <a:gd name="connsiteY93" fmla="*/ 724035 h 1694229"/>
                <a:gd name="connsiteX94" fmla="*/ 1580416 w 1881147"/>
                <a:gd name="connsiteY94" fmla="*/ 740220 h 1694229"/>
                <a:gd name="connsiteX95" fmla="*/ 1615719 w 1881147"/>
                <a:gd name="connsiteY95" fmla="*/ 683758 h 1694229"/>
                <a:gd name="connsiteX96" fmla="*/ 1603753 w 1881147"/>
                <a:gd name="connsiteY96" fmla="*/ 553648 h 1694229"/>
                <a:gd name="connsiteX97" fmla="*/ 1620956 w 1881147"/>
                <a:gd name="connsiteY97" fmla="*/ 405322 h 1694229"/>
                <a:gd name="connsiteX0" fmla="*/ 1620956 w 1868187"/>
                <a:gd name="connsiteY0" fmla="*/ 405322 h 1694229"/>
                <a:gd name="connsiteX1" fmla="*/ 1548806 w 1868187"/>
                <a:gd name="connsiteY1" fmla="*/ 372673 h 1694229"/>
                <a:gd name="connsiteX2" fmla="*/ 1458557 w 1868187"/>
                <a:gd name="connsiteY2" fmla="*/ 348860 h 1694229"/>
                <a:gd name="connsiteX3" fmla="*/ 1405237 w 1868187"/>
                <a:gd name="connsiteY3" fmla="*/ 271776 h 1694229"/>
                <a:gd name="connsiteX4" fmla="*/ 1382136 w 1868187"/>
                <a:gd name="connsiteY4" fmla="*/ 169931 h 1694229"/>
                <a:gd name="connsiteX5" fmla="*/ 1346239 w 1868187"/>
                <a:gd name="connsiteY5" fmla="*/ 1869 h 1694229"/>
                <a:gd name="connsiteX6" fmla="*/ 1278870 w 1868187"/>
                <a:gd name="connsiteY6" fmla="*/ 43567 h 1694229"/>
                <a:gd name="connsiteX7" fmla="*/ 1273302 w 1868187"/>
                <a:gd name="connsiteY7" fmla="*/ 101090 h 1694229"/>
                <a:gd name="connsiteX8" fmla="*/ 1257397 w 1868187"/>
                <a:gd name="connsiteY8" fmla="*/ 152303 h 1694229"/>
                <a:gd name="connsiteX9" fmla="*/ 1237872 w 1868187"/>
                <a:gd name="connsiteY9" fmla="*/ 204316 h 1694229"/>
                <a:gd name="connsiteX10" fmla="*/ 1236143 w 1868187"/>
                <a:gd name="connsiteY10" fmla="*/ 273739 h 1694229"/>
                <a:gd name="connsiteX11" fmla="*/ 1163162 w 1868187"/>
                <a:gd name="connsiteY11" fmla="*/ 283903 h 1694229"/>
                <a:gd name="connsiteX12" fmla="*/ 1098809 w 1868187"/>
                <a:gd name="connsiteY12" fmla="*/ 285917 h 1694229"/>
                <a:gd name="connsiteX13" fmla="*/ 1051208 w 1868187"/>
                <a:gd name="connsiteY13" fmla="*/ 346183 h 1694229"/>
                <a:gd name="connsiteX14" fmla="*/ 996593 w 1868187"/>
                <a:gd name="connsiteY14" fmla="*/ 371690 h 1694229"/>
                <a:gd name="connsiteX15" fmla="*/ 943969 w 1868187"/>
                <a:gd name="connsiteY15" fmla="*/ 358385 h 1694229"/>
                <a:gd name="connsiteX16" fmla="*/ 837229 w 1868187"/>
                <a:gd name="connsiteY16" fmla="*/ 376257 h 1694229"/>
                <a:gd name="connsiteX17" fmla="*/ 814246 w 1868187"/>
                <a:gd name="connsiteY17" fmla="*/ 440035 h 1694229"/>
                <a:gd name="connsiteX18" fmla="*/ 797163 w 1868187"/>
                <a:gd name="connsiteY18" fmla="*/ 475926 h 1694229"/>
                <a:gd name="connsiteX19" fmla="*/ 715132 w 1868187"/>
                <a:gd name="connsiteY19" fmla="*/ 494632 h 1694229"/>
                <a:gd name="connsiteX20" fmla="*/ 697320 w 1868187"/>
                <a:gd name="connsiteY20" fmla="*/ 440647 h 1694229"/>
                <a:gd name="connsiteX21" fmla="*/ 653456 w 1868187"/>
                <a:gd name="connsiteY21" fmla="*/ 420298 h 1694229"/>
                <a:gd name="connsiteX22" fmla="*/ 518140 w 1868187"/>
                <a:gd name="connsiteY22" fmla="*/ 420641 h 1694229"/>
                <a:gd name="connsiteX23" fmla="*/ 434263 w 1868187"/>
                <a:gd name="connsiteY23" fmla="*/ 447350 h 1694229"/>
                <a:gd name="connsiteX24" fmla="*/ 401044 w 1868187"/>
                <a:gd name="connsiteY24" fmla="*/ 420298 h 1694229"/>
                <a:gd name="connsiteX25" fmla="*/ 381994 w 1868187"/>
                <a:gd name="connsiteY25" fmla="*/ 358385 h 1694229"/>
                <a:gd name="connsiteX26" fmla="*/ 315319 w 1868187"/>
                <a:gd name="connsiteY26" fmla="*/ 305998 h 1694229"/>
                <a:gd name="connsiteX27" fmla="*/ 270134 w 1868187"/>
                <a:gd name="connsiteY27" fmla="*/ 229110 h 1694229"/>
                <a:gd name="connsiteX28" fmla="*/ 146784 w 1868187"/>
                <a:gd name="connsiteY28" fmla="*/ 258373 h 1694229"/>
                <a:gd name="connsiteX29" fmla="*/ 127734 w 1868187"/>
                <a:gd name="connsiteY29" fmla="*/ 344785 h 1694229"/>
                <a:gd name="connsiteX30" fmla="*/ 145174 w 1868187"/>
                <a:gd name="connsiteY30" fmla="*/ 411312 h 1694229"/>
                <a:gd name="connsiteX31" fmla="*/ 117735 w 1868187"/>
                <a:gd name="connsiteY31" fmla="*/ 446172 h 1694229"/>
                <a:gd name="connsiteX32" fmla="*/ 65347 w 1868187"/>
                <a:gd name="connsiteY32" fmla="*/ 474059 h 1694229"/>
                <a:gd name="connsiteX33" fmla="*/ 37246 w 1868187"/>
                <a:gd name="connsiteY33" fmla="*/ 482063 h 1694229"/>
                <a:gd name="connsiteX34" fmla="*/ 15281 w 1868187"/>
                <a:gd name="connsiteY34" fmla="*/ 520310 h 1694229"/>
                <a:gd name="connsiteX35" fmla="*/ 1469 w 1868187"/>
                <a:gd name="connsiteY35" fmla="*/ 632745 h 1694229"/>
                <a:gd name="connsiteX36" fmla="*/ 51178 w 1868187"/>
                <a:gd name="connsiteY36" fmla="*/ 685967 h 1694229"/>
                <a:gd name="connsiteX37" fmla="*/ 108092 w 1868187"/>
                <a:gd name="connsiteY37" fmla="*/ 681547 h 1694229"/>
                <a:gd name="connsiteX38" fmla="*/ 93804 w 1868187"/>
                <a:gd name="connsiteY38" fmla="*/ 751806 h 1694229"/>
                <a:gd name="connsiteX39" fmla="*/ 148631 w 1868187"/>
                <a:gd name="connsiteY39" fmla="*/ 782248 h 1694229"/>
                <a:gd name="connsiteX40" fmla="*/ 217629 w 1868187"/>
                <a:gd name="connsiteY40" fmla="*/ 792460 h 1694229"/>
                <a:gd name="connsiteX41" fmla="*/ 252932 w 1868187"/>
                <a:gd name="connsiteY41" fmla="*/ 848431 h 1694229"/>
                <a:gd name="connsiteX42" fmla="*/ 252339 w 1868187"/>
                <a:gd name="connsiteY42" fmla="*/ 893503 h 1694229"/>
                <a:gd name="connsiteX43" fmla="*/ 276863 w 1868187"/>
                <a:gd name="connsiteY43" fmla="*/ 932978 h 1694229"/>
                <a:gd name="connsiteX44" fmla="*/ 322521 w 1868187"/>
                <a:gd name="connsiteY44" fmla="*/ 971570 h 1694229"/>
                <a:gd name="connsiteX45" fmla="*/ 407654 w 1868187"/>
                <a:gd name="connsiteY45" fmla="*/ 1025822 h 1694229"/>
                <a:gd name="connsiteX46" fmla="*/ 443431 w 1868187"/>
                <a:gd name="connsiteY46" fmla="*/ 1096915 h 1694229"/>
                <a:gd name="connsiteX47" fmla="*/ 422534 w 1868187"/>
                <a:gd name="connsiteY47" fmla="*/ 1166488 h 1694229"/>
                <a:gd name="connsiteX48" fmla="*/ 500581 w 1868187"/>
                <a:gd name="connsiteY48" fmla="*/ 1222951 h 1694229"/>
                <a:gd name="connsiteX49" fmla="*/ 572613 w 1868187"/>
                <a:gd name="connsiteY49" fmla="*/ 1255945 h 1694229"/>
                <a:gd name="connsiteX50" fmla="*/ 553444 w 1868187"/>
                <a:gd name="connsiteY50" fmla="*/ 1315648 h 1694229"/>
                <a:gd name="connsiteX51" fmla="*/ 643931 w 1868187"/>
                <a:gd name="connsiteY51" fmla="*/ 1468048 h 1694229"/>
                <a:gd name="connsiteX52" fmla="*/ 736741 w 1868187"/>
                <a:gd name="connsiteY52" fmla="*/ 1541202 h 1694229"/>
                <a:gd name="connsiteX53" fmla="*/ 786806 w 1868187"/>
                <a:gd name="connsiteY53" fmla="*/ 1491860 h 1694229"/>
                <a:gd name="connsiteX54" fmla="*/ 851396 w 1868187"/>
                <a:gd name="connsiteY54" fmla="*/ 1519257 h 1694229"/>
                <a:gd name="connsiteX55" fmla="*/ 905869 w 1868187"/>
                <a:gd name="connsiteY55" fmla="*/ 1487098 h 1694229"/>
                <a:gd name="connsiteX56" fmla="*/ 922716 w 1868187"/>
                <a:gd name="connsiteY56" fmla="*/ 1444922 h 1694229"/>
                <a:gd name="connsiteX57" fmla="*/ 986593 w 1868187"/>
                <a:gd name="connsiteY57" fmla="*/ 1531334 h 1694229"/>
                <a:gd name="connsiteX58" fmla="*/ 1031660 w 1868187"/>
                <a:gd name="connsiteY58" fmla="*/ 1602428 h 1694229"/>
                <a:gd name="connsiteX59" fmla="*/ 1101606 w 1868187"/>
                <a:gd name="connsiteY59" fmla="*/ 1693947 h 1694229"/>
                <a:gd name="connsiteX60" fmla="*/ 1132504 w 1868187"/>
                <a:gd name="connsiteY60" fmla="*/ 1630856 h 1694229"/>
                <a:gd name="connsiteX61" fmla="*/ 1163163 w 1868187"/>
                <a:gd name="connsiteY61" fmla="*/ 1624376 h 1694229"/>
                <a:gd name="connsiteX62" fmla="*/ 1206262 w 1868187"/>
                <a:gd name="connsiteY62" fmla="*/ 1653639 h 1694229"/>
                <a:gd name="connsiteX63" fmla="*/ 1239837 w 1868187"/>
                <a:gd name="connsiteY63" fmla="*/ 1612985 h 1694229"/>
                <a:gd name="connsiteX64" fmla="*/ 1258658 w 1868187"/>
                <a:gd name="connsiteY64" fmla="*/ 1617602 h 1694229"/>
                <a:gd name="connsiteX65" fmla="*/ 1292700 w 1868187"/>
                <a:gd name="connsiteY65" fmla="*/ 1684079 h 1694229"/>
                <a:gd name="connsiteX66" fmla="*/ 1349256 w 1868187"/>
                <a:gd name="connsiteY66" fmla="*/ 1660610 h 1694229"/>
                <a:gd name="connsiteX67" fmla="*/ 1401288 w 1868187"/>
                <a:gd name="connsiteY67" fmla="*/ 1604489 h 1694229"/>
                <a:gd name="connsiteX68" fmla="*/ 1452065 w 1868187"/>
                <a:gd name="connsiteY68" fmla="*/ 1587946 h 1694229"/>
                <a:gd name="connsiteX69" fmla="*/ 1469744 w 1868187"/>
                <a:gd name="connsiteY69" fmla="*/ 1643768 h 1694229"/>
                <a:gd name="connsiteX70" fmla="*/ 1539639 w 1868187"/>
                <a:gd name="connsiteY70" fmla="*/ 1618090 h 1694229"/>
                <a:gd name="connsiteX71" fmla="*/ 1570417 w 1868187"/>
                <a:gd name="connsiteY71" fmla="*/ 1531334 h 1694229"/>
                <a:gd name="connsiteX72" fmla="*/ 1651853 w 1868187"/>
                <a:gd name="connsiteY72" fmla="*/ 1441192 h 1694229"/>
                <a:gd name="connsiteX73" fmla="*/ 1696444 w 1868187"/>
                <a:gd name="connsiteY73" fmla="*/ 1410062 h 1694229"/>
                <a:gd name="connsiteX74" fmla="*/ 1724813 w 1868187"/>
                <a:gd name="connsiteY74" fmla="*/ 1413357 h 1694229"/>
                <a:gd name="connsiteX75" fmla="*/ 1802405 w 1868187"/>
                <a:gd name="connsiteY75" fmla="*/ 1402749 h 1694229"/>
                <a:gd name="connsiteX76" fmla="*/ 1797524 w 1868187"/>
                <a:gd name="connsiteY76" fmla="*/ 1456313 h 1694229"/>
                <a:gd name="connsiteX77" fmla="*/ 1855691 w 1868187"/>
                <a:gd name="connsiteY77" fmla="*/ 1479634 h 1694229"/>
                <a:gd name="connsiteX78" fmla="*/ 1857299 w 1868187"/>
                <a:gd name="connsiteY78" fmla="*/ 1457000 h 1694229"/>
                <a:gd name="connsiteX79" fmla="*/ 1861403 w 1868187"/>
                <a:gd name="connsiteY79" fmla="*/ 1401373 h 1694229"/>
                <a:gd name="connsiteX80" fmla="*/ 1863844 w 1868187"/>
                <a:gd name="connsiteY80" fmla="*/ 1326546 h 1694229"/>
                <a:gd name="connsiteX81" fmla="*/ 1797946 w 1868187"/>
                <a:gd name="connsiteY81" fmla="*/ 1305140 h 1694229"/>
                <a:gd name="connsiteX82" fmla="*/ 1747763 w 1868187"/>
                <a:gd name="connsiteY82" fmla="*/ 1264979 h 1694229"/>
                <a:gd name="connsiteX83" fmla="*/ 1737459 w 1868187"/>
                <a:gd name="connsiteY83" fmla="*/ 1176356 h 1694229"/>
                <a:gd name="connsiteX84" fmla="*/ 1704241 w 1868187"/>
                <a:gd name="connsiteY84" fmla="*/ 1038783 h 1694229"/>
                <a:gd name="connsiteX85" fmla="*/ 1627446 w 1868187"/>
                <a:gd name="connsiteY85" fmla="*/ 972257 h 1694229"/>
                <a:gd name="connsiteX86" fmla="*/ 1594228 w 1868187"/>
                <a:gd name="connsiteY86" fmla="*/ 917660 h 1694229"/>
                <a:gd name="connsiteX87" fmla="*/ 1544162 w 1868187"/>
                <a:gd name="connsiteY87" fmla="*/ 872587 h 1694229"/>
                <a:gd name="connsiteX88" fmla="*/ 1472251 w 1868187"/>
                <a:gd name="connsiteY88" fmla="*/ 845878 h 1694229"/>
                <a:gd name="connsiteX89" fmla="*/ 1449150 w 1868187"/>
                <a:gd name="connsiteY89" fmla="*/ 823245 h 1694229"/>
                <a:gd name="connsiteX90" fmla="*/ 1477013 w 1868187"/>
                <a:gd name="connsiteY90" fmla="*/ 784801 h 1694229"/>
                <a:gd name="connsiteX91" fmla="*/ 1458319 w 1868187"/>
                <a:gd name="connsiteY91" fmla="*/ 748910 h 1694229"/>
                <a:gd name="connsiteX92" fmla="*/ 1463081 w 1868187"/>
                <a:gd name="connsiteY92" fmla="*/ 725098 h 1694229"/>
                <a:gd name="connsiteX93" fmla="*/ 1488076 w 1868187"/>
                <a:gd name="connsiteY93" fmla="*/ 724035 h 1694229"/>
                <a:gd name="connsiteX94" fmla="*/ 1580416 w 1868187"/>
                <a:gd name="connsiteY94" fmla="*/ 740220 h 1694229"/>
                <a:gd name="connsiteX95" fmla="*/ 1615719 w 1868187"/>
                <a:gd name="connsiteY95" fmla="*/ 683758 h 1694229"/>
                <a:gd name="connsiteX96" fmla="*/ 1603753 w 1868187"/>
                <a:gd name="connsiteY96" fmla="*/ 553648 h 1694229"/>
                <a:gd name="connsiteX97" fmla="*/ 1620956 w 1868187"/>
                <a:gd name="connsiteY97" fmla="*/ 405322 h 1694229"/>
                <a:gd name="connsiteX0" fmla="*/ 1620956 w 1872005"/>
                <a:gd name="connsiteY0" fmla="*/ 405322 h 1694229"/>
                <a:gd name="connsiteX1" fmla="*/ 1548806 w 1872005"/>
                <a:gd name="connsiteY1" fmla="*/ 372673 h 1694229"/>
                <a:gd name="connsiteX2" fmla="*/ 1458557 w 1872005"/>
                <a:gd name="connsiteY2" fmla="*/ 348860 h 1694229"/>
                <a:gd name="connsiteX3" fmla="*/ 1405237 w 1872005"/>
                <a:gd name="connsiteY3" fmla="*/ 271776 h 1694229"/>
                <a:gd name="connsiteX4" fmla="*/ 1382136 w 1872005"/>
                <a:gd name="connsiteY4" fmla="*/ 169931 h 1694229"/>
                <a:gd name="connsiteX5" fmla="*/ 1346239 w 1872005"/>
                <a:gd name="connsiteY5" fmla="*/ 1869 h 1694229"/>
                <a:gd name="connsiteX6" fmla="*/ 1278870 w 1872005"/>
                <a:gd name="connsiteY6" fmla="*/ 43567 h 1694229"/>
                <a:gd name="connsiteX7" fmla="*/ 1273302 w 1872005"/>
                <a:gd name="connsiteY7" fmla="*/ 101090 h 1694229"/>
                <a:gd name="connsiteX8" fmla="*/ 1257397 w 1872005"/>
                <a:gd name="connsiteY8" fmla="*/ 152303 h 1694229"/>
                <a:gd name="connsiteX9" fmla="*/ 1237872 w 1872005"/>
                <a:gd name="connsiteY9" fmla="*/ 204316 h 1694229"/>
                <a:gd name="connsiteX10" fmla="*/ 1236143 w 1872005"/>
                <a:gd name="connsiteY10" fmla="*/ 273739 h 1694229"/>
                <a:gd name="connsiteX11" fmla="*/ 1163162 w 1872005"/>
                <a:gd name="connsiteY11" fmla="*/ 283903 h 1694229"/>
                <a:gd name="connsiteX12" fmla="*/ 1098809 w 1872005"/>
                <a:gd name="connsiteY12" fmla="*/ 285917 h 1694229"/>
                <a:gd name="connsiteX13" fmla="*/ 1051208 w 1872005"/>
                <a:gd name="connsiteY13" fmla="*/ 346183 h 1694229"/>
                <a:gd name="connsiteX14" fmla="*/ 996593 w 1872005"/>
                <a:gd name="connsiteY14" fmla="*/ 371690 h 1694229"/>
                <a:gd name="connsiteX15" fmla="*/ 943969 w 1872005"/>
                <a:gd name="connsiteY15" fmla="*/ 358385 h 1694229"/>
                <a:gd name="connsiteX16" fmla="*/ 837229 w 1872005"/>
                <a:gd name="connsiteY16" fmla="*/ 376257 h 1694229"/>
                <a:gd name="connsiteX17" fmla="*/ 814246 w 1872005"/>
                <a:gd name="connsiteY17" fmla="*/ 440035 h 1694229"/>
                <a:gd name="connsiteX18" fmla="*/ 797163 w 1872005"/>
                <a:gd name="connsiteY18" fmla="*/ 475926 h 1694229"/>
                <a:gd name="connsiteX19" fmla="*/ 715132 w 1872005"/>
                <a:gd name="connsiteY19" fmla="*/ 494632 h 1694229"/>
                <a:gd name="connsiteX20" fmla="*/ 697320 w 1872005"/>
                <a:gd name="connsiteY20" fmla="*/ 440647 h 1694229"/>
                <a:gd name="connsiteX21" fmla="*/ 653456 w 1872005"/>
                <a:gd name="connsiteY21" fmla="*/ 420298 h 1694229"/>
                <a:gd name="connsiteX22" fmla="*/ 518140 w 1872005"/>
                <a:gd name="connsiteY22" fmla="*/ 420641 h 1694229"/>
                <a:gd name="connsiteX23" fmla="*/ 434263 w 1872005"/>
                <a:gd name="connsiteY23" fmla="*/ 447350 h 1694229"/>
                <a:gd name="connsiteX24" fmla="*/ 401044 w 1872005"/>
                <a:gd name="connsiteY24" fmla="*/ 420298 h 1694229"/>
                <a:gd name="connsiteX25" fmla="*/ 381994 w 1872005"/>
                <a:gd name="connsiteY25" fmla="*/ 358385 h 1694229"/>
                <a:gd name="connsiteX26" fmla="*/ 315319 w 1872005"/>
                <a:gd name="connsiteY26" fmla="*/ 305998 h 1694229"/>
                <a:gd name="connsiteX27" fmla="*/ 270134 w 1872005"/>
                <a:gd name="connsiteY27" fmla="*/ 229110 h 1694229"/>
                <a:gd name="connsiteX28" fmla="*/ 146784 w 1872005"/>
                <a:gd name="connsiteY28" fmla="*/ 258373 h 1694229"/>
                <a:gd name="connsiteX29" fmla="*/ 127734 w 1872005"/>
                <a:gd name="connsiteY29" fmla="*/ 344785 h 1694229"/>
                <a:gd name="connsiteX30" fmla="*/ 145174 w 1872005"/>
                <a:gd name="connsiteY30" fmla="*/ 411312 h 1694229"/>
                <a:gd name="connsiteX31" fmla="*/ 117735 w 1872005"/>
                <a:gd name="connsiteY31" fmla="*/ 446172 h 1694229"/>
                <a:gd name="connsiteX32" fmla="*/ 65347 w 1872005"/>
                <a:gd name="connsiteY32" fmla="*/ 474059 h 1694229"/>
                <a:gd name="connsiteX33" fmla="*/ 37246 w 1872005"/>
                <a:gd name="connsiteY33" fmla="*/ 482063 h 1694229"/>
                <a:gd name="connsiteX34" fmla="*/ 15281 w 1872005"/>
                <a:gd name="connsiteY34" fmla="*/ 520310 h 1694229"/>
                <a:gd name="connsiteX35" fmla="*/ 1469 w 1872005"/>
                <a:gd name="connsiteY35" fmla="*/ 632745 h 1694229"/>
                <a:gd name="connsiteX36" fmla="*/ 51178 w 1872005"/>
                <a:gd name="connsiteY36" fmla="*/ 685967 h 1694229"/>
                <a:gd name="connsiteX37" fmla="*/ 108092 w 1872005"/>
                <a:gd name="connsiteY37" fmla="*/ 681547 h 1694229"/>
                <a:gd name="connsiteX38" fmla="*/ 93804 w 1872005"/>
                <a:gd name="connsiteY38" fmla="*/ 751806 h 1694229"/>
                <a:gd name="connsiteX39" fmla="*/ 148631 w 1872005"/>
                <a:gd name="connsiteY39" fmla="*/ 782248 h 1694229"/>
                <a:gd name="connsiteX40" fmla="*/ 217629 w 1872005"/>
                <a:gd name="connsiteY40" fmla="*/ 792460 h 1694229"/>
                <a:gd name="connsiteX41" fmla="*/ 252932 w 1872005"/>
                <a:gd name="connsiteY41" fmla="*/ 848431 h 1694229"/>
                <a:gd name="connsiteX42" fmla="*/ 252339 w 1872005"/>
                <a:gd name="connsiteY42" fmla="*/ 893503 h 1694229"/>
                <a:gd name="connsiteX43" fmla="*/ 276863 w 1872005"/>
                <a:gd name="connsiteY43" fmla="*/ 932978 h 1694229"/>
                <a:gd name="connsiteX44" fmla="*/ 322521 w 1872005"/>
                <a:gd name="connsiteY44" fmla="*/ 971570 h 1694229"/>
                <a:gd name="connsiteX45" fmla="*/ 407654 w 1872005"/>
                <a:gd name="connsiteY45" fmla="*/ 1025822 h 1694229"/>
                <a:gd name="connsiteX46" fmla="*/ 443431 w 1872005"/>
                <a:gd name="connsiteY46" fmla="*/ 1096915 h 1694229"/>
                <a:gd name="connsiteX47" fmla="*/ 422534 w 1872005"/>
                <a:gd name="connsiteY47" fmla="*/ 1166488 h 1694229"/>
                <a:gd name="connsiteX48" fmla="*/ 500581 w 1872005"/>
                <a:gd name="connsiteY48" fmla="*/ 1222951 h 1694229"/>
                <a:gd name="connsiteX49" fmla="*/ 572613 w 1872005"/>
                <a:gd name="connsiteY49" fmla="*/ 1255945 h 1694229"/>
                <a:gd name="connsiteX50" fmla="*/ 553444 w 1872005"/>
                <a:gd name="connsiteY50" fmla="*/ 1315648 h 1694229"/>
                <a:gd name="connsiteX51" fmla="*/ 643931 w 1872005"/>
                <a:gd name="connsiteY51" fmla="*/ 1468048 h 1694229"/>
                <a:gd name="connsiteX52" fmla="*/ 736741 w 1872005"/>
                <a:gd name="connsiteY52" fmla="*/ 1541202 h 1694229"/>
                <a:gd name="connsiteX53" fmla="*/ 786806 w 1872005"/>
                <a:gd name="connsiteY53" fmla="*/ 1491860 h 1694229"/>
                <a:gd name="connsiteX54" fmla="*/ 851396 w 1872005"/>
                <a:gd name="connsiteY54" fmla="*/ 1519257 h 1694229"/>
                <a:gd name="connsiteX55" fmla="*/ 905869 w 1872005"/>
                <a:gd name="connsiteY55" fmla="*/ 1487098 h 1694229"/>
                <a:gd name="connsiteX56" fmla="*/ 922716 w 1872005"/>
                <a:gd name="connsiteY56" fmla="*/ 1444922 h 1694229"/>
                <a:gd name="connsiteX57" fmla="*/ 986593 w 1872005"/>
                <a:gd name="connsiteY57" fmla="*/ 1531334 h 1694229"/>
                <a:gd name="connsiteX58" fmla="*/ 1031660 w 1872005"/>
                <a:gd name="connsiteY58" fmla="*/ 1602428 h 1694229"/>
                <a:gd name="connsiteX59" fmla="*/ 1101606 w 1872005"/>
                <a:gd name="connsiteY59" fmla="*/ 1693947 h 1694229"/>
                <a:gd name="connsiteX60" fmla="*/ 1132504 w 1872005"/>
                <a:gd name="connsiteY60" fmla="*/ 1630856 h 1694229"/>
                <a:gd name="connsiteX61" fmla="*/ 1163163 w 1872005"/>
                <a:gd name="connsiteY61" fmla="*/ 1624376 h 1694229"/>
                <a:gd name="connsiteX62" fmla="*/ 1206262 w 1872005"/>
                <a:gd name="connsiteY62" fmla="*/ 1653639 h 1694229"/>
                <a:gd name="connsiteX63" fmla="*/ 1239837 w 1872005"/>
                <a:gd name="connsiteY63" fmla="*/ 1612985 h 1694229"/>
                <a:gd name="connsiteX64" fmla="*/ 1258658 w 1872005"/>
                <a:gd name="connsiteY64" fmla="*/ 1617602 h 1694229"/>
                <a:gd name="connsiteX65" fmla="*/ 1292700 w 1872005"/>
                <a:gd name="connsiteY65" fmla="*/ 1684079 h 1694229"/>
                <a:gd name="connsiteX66" fmla="*/ 1349256 w 1872005"/>
                <a:gd name="connsiteY66" fmla="*/ 1660610 h 1694229"/>
                <a:gd name="connsiteX67" fmla="*/ 1401288 w 1872005"/>
                <a:gd name="connsiteY67" fmla="*/ 1604489 h 1694229"/>
                <a:gd name="connsiteX68" fmla="*/ 1452065 w 1872005"/>
                <a:gd name="connsiteY68" fmla="*/ 1587946 h 1694229"/>
                <a:gd name="connsiteX69" fmla="*/ 1469744 w 1872005"/>
                <a:gd name="connsiteY69" fmla="*/ 1643768 h 1694229"/>
                <a:gd name="connsiteX70" fmla="*/ 1539639 w 1872005"/>
                <a:gd name="connsiteY70" fmla="*/ 1618090 h 1694229"/>
                <a:gd name="connsiteX71" fmla="*/ 1570417 w 1872005"/>
                <a:gd name="connsiteY71" fmla="*/ 1531334 h 1694229"/>
                <a:gd name="connsiteX72" fmla="*/ 1651853 w 1872005"/>
                <a:gd name="connsiteY72" fmla="*/ 1441192 h 1694229"/>
                <a:gd name="connsiteX73" fmla="*/ 1696444 w 1872005"/>
                <a:gd name="connsiteY73" fmla="*/ 1410062 h 1694229"/>
                <a:gd name="connsiteX74" fmla="*/ 1724813 w 1872005"/>
                <a:gd name="connsiteY74" fmla="*/ 1413357 h 1694229"/>
                <a:gd name="connsiteX75" fmla="*/ 1802405 w 1872005"/>
                <a:gd name="connsiteY75" fmla="*/ 1402749 h 1694229"/>
                <a:gd name="connsiteX76" fmla="*/ 1797524 w 1872005"/>
                <a:gd name="connsiteY76" fmla="*/ 1456313 h 1694229"/>
                <a:gd name="connsiteX77" fmla="*/ 1855691 w 1872005"/>
                <a:gd name="connsiteY77" fmla="*/ 1479634 h 1694229"/>
                <a:gd name="connsiteX78" fmla="*/ 1871943 w 1872005"/>
                <a:gd name="connsiteY78" fmla="*/ 1454448 h 1694229"/>
                <a:gd name="connsiteX79" fmla="*/ 1861403 w 1872005"/>
                <a:gd name="connsiteY79" fmla="*/ 1401373 h 1694229"/>
                <a:gd name="connsiteX80" fmla="*/ 1863844 w 1872005"/>
                <a:gd name="connsiteY80" fmla="*/ 1326546 h 1694229"/>
                <a:gd name="connsiteX81" fmla="*/ 1797946 w 1872005"/>
                <a:gd name="connsiteY81" fmla="*/ 1305140 h 1694229"/>
                <a:gd name="connsiteX82" fmla="*/ 1747763 w 1872005"/>
                <a:gd name="connsiteY82" fmla="*/ 1264979 h 1694229"/>
                <a:gd name="connsiteX83" fmla="*/ 1737459 w 1872005"/>
                <a:gd name="connsiteY83" fmla="*/ 1176356 h 1694229"/>
                <a:gd name="connsiteX84" fmla="*/ 1704241 w 1872005"/>
                <a:gd name="connsiteY84" fmla="*/ 1038783 h 1694229"/>
                <a:gd name="connsiteX85" fmla="*/ 1627446 w 1872005"/>
                <a:gd name="connsiteY85" fmla="*/ 972257 h 1694229"/>
                <a:gd name="connsiteX86" fmla="*/ 1594228 w 1872005"/>
                <a:gd name="connsiteY86" fmla="*/ 917660 h 1694229"/>
                <a:gd name="connsiteX87" fmla="*/ 1544162 w 1872005"/>
                <a:gd name="connsiteY87" fmla="*/ 872587 h 1694229"/>
                <a:gd name="connsiteX88" fmla="*/ 1472251 w 1872005"/>
                <a:gd name="connsiteY88" fmla="*/ 845878 h 1694229"/>
                <a:gd name="connsiteX89" fmla="*/ 1449150 w 1872005"/>
                <a:gd name="connsiteY89" fmla="*/ 823245 h 1694229"/>
                <a:gd name="connsiteX90" fmla="*/ 1477013 w 1872005"/>
                <a:gd name="connsiteY90" fmla="*/ 784801 h 1694229"/>
                <a:gd name="connsiteX91" fmla="*/ 1458319 w 1872005"/>
                <a:gd name="connsiteY91" fmla="*/ 748910 h 1694229"/>
                <a:gd name="connsiteX92" fmla="*/ 1463081 w 1872005"/>
                <a:gd name="connsiteY92" fmla="*/ 725098 h 1694229"/>
                <a:gd name="connsiteX93" fmla="*/ 1488076 w 1872005"/>
                <a:gd name="connsiteY93" fmla="*/ 724035 h 1694229"/>
                <a:gd name="connsiteX94" fmla="*/ 1580416 w 1872005"/>
                <a:gd name="connsiteY94" fmla="*/ 740220 h 1694229"/>
                <a:gd name="connsiteX95" fmla="*/ 1615719 w 1872005"/>
                <a:gd name="connsiteY95" fmla="*/ 683758 h 1694229"/>
                <a:gd name="connsiteX96" fmla="*/ 1603753 w 1872005"/>
                <a:gd name="connsiteY96" fmla="*/ 553648 h 1694229"/>
                <a:gd name="connsiteX97" fmla="*/ 1620956 w 1872005"/>
                <a:gd name="connsiteY97" fmla="*/ 405322 h 1694229"/>
                <a:gd name="connsiteX0" fmla="*/ 1620956 w 1888788"/>
                <a:gd name="connsiteY0" fmla="*/ 405322 h 1694229"/>
                <a:gd name="connsiteX1" fmla="*/ 1548806 w 1888788"/>
                <a:gd name="connsiteY1" fmla="*/ 372673 h 1694229"/>
                <a:gd name="connsiteX2" fmla="*/ 1458557 w 1888788"/>
                <a:gd name="connsiteY2" fmla="*/ 348860 h 1694229"/>
                <a:gd name="connsiteX3" fmla="*/ 1405237 w 1888788"/>
                <a:gd name="connsiteY3" fmla="*/ 271776 h 1694229"/>
                <a:gd name="connsiteX4" fmla="*/ 1382136 w 1888788"/>
                <a:gd name="connsiteY4" fmla="*/ 169931 h 1694229"/>
                <a:gd name="connsiteX5" fmla="*/ 1346239 w 1888788"/>
                <a:gd name="connsiteY5" fmla="*/ 1869 h 1694229"/>
                <a:gd name="connsiteX6" fmla="*/ 1278870 w 1888788"/>
                <a:gd name="connsiteY6" fmla="*/ 43567 h 1694229"/>
                <a:gd name="connsiteX7" fmla="*/ 1273302 w 1888788"/>
                <a:gd name="connsiteY7" fmla="*/ 101090 h 1694229"/>
                <a:gd name="connsiteX8" fmla="*/ 1257397 w 1888788"/>
                <a:gd name="connsiteY8" fmla="*/ 152303 h 1694229"/>
                <a:gd name="connsiteX9" fmla="*/ 1237872 w 1888788"/>
                <a:gd name="connsiteY9" fmla="*/ 204316 h 1694229"/>
                <a:gd name="connsiteX10" fmla="*/ 1236143 w 1888788"/>
                <a:gd name="connsiteY10" fmla="*/ 273739 h 1694229"/>
                <a:gd name="connsiteX11" fmla="*/ 1163162 w 1888788"/>
                <a:gd name="connsiteY11" fmla="*/ 283903 h 1694229"/>
                <a:gd name="connsiteX12" fmla="*/ 1098809 w 1888788"/>
                <a:gd name="connsiteY12" fmla="*/ 285917 h 1694229"/>
                <a:gd name="connsiteX13" fmla="*/ 1051208 w 1888788"/>
                <a:gd name="connsiteY13" fmla="*/ 346183 h 1694229"/>
                <a:gd name="connsiteX14" fmla="*/ 996593 w 1888788"/>
                <a:gd name="connsiteY14" fmla="*/ 371690 h 1694229"/>
                <a:gd name="connsiteX15" fmla="*/ 943969 w 1888788"/>
                <a:gd name="connsiteY15" fmla="*/ 358385 h 1694229"/>
                <a:gd name="connsiteX16" fmla="*/ 837229 w 1888788"/>
                <a:gd name="connsiteY16" fmla="*/ 376257 h 1694229"/>
                <a:gd name="connsiteX17" fmla="*/ 814246 w 1888788"/>
                <a:gd name="connsiteY17" fmla="*/ 440035 h 1694229"/>
                <a:gd name="connsiteX18" fmla="*/ 797163 w 1888788"/>
                <a:gd name="connsiteY18" fmla="*/ 475926 h 1694229"/>
                <a:gd name="connsiteX19" fmla="*/ 715132 w 1888788"/>
                <a:gd name="connsiteY19" fmla="*/ 494632 h 1694229"/>
                <a:gd name="connsiteX20" fmla="*/ 697320 w 1888788"/>
                <a:gd name="connsiteY20" fmla="*/ 440647 h 1694229"/>
                <a:gd name="connsiteX21" fmla="*/ 653456 w 1888788"/>
                <a:gd name="connsiteY21" fmla="*/ 420298 h 1694229"/>
                <a:gd name="connsiteX22" fmla="*/ 518140 w 1888788"/>
                <a:gd name="connsiteY22" fmla="*/ 420641 h 1694229"/>
                <a:gd name="connsiteX23" fmla="*/ 434263 w 1888788"/>
                <a:gd name="connsiteY23" fmla="*/ 447350 h 1694229"/>
                <a:gd name="connsiteX24" fmla="*/ 401044 w 1888788"/>
                <a:gd name="connsiteY24" fmla="*/ 420298 h 1694229"/>
                <a:gd name="connsiteX25" fmla="*/ 381994 w 1888788"/>
                <a:gd name="connsiteY25" fmla="*/ 358385 h 1694229"/>
                <a:gd name="connsiteX26" fmla="*/ 315319 w 1888788"/>
                <a:gd name="connsiteY26" fmla="*/ 305998 h 1694229"/>
                <a:gd name="connsiteX27" fmla="*/ 270134 w 1888788"/>
                <a:gd name="connsiteY27" fmla="*/ 229110 h 1694229"/>
                <a:gd name="connsiteX28" fmla="*/ 146784 w 1888788"/>
                <a:gd name="connsiteY28" fmla="*/ 258373 h 1694229"/>
                <a:gd name="connsiteX29" fmla="*/ 127734 w 1888788"/>
                <a:gd name="connsiteY29" fmla="*/ 344785 h 1694229"/>
                <a:gd name="connsiteX30" fmla="*/ 145174 w 1888788"/>
                <a:gd name="connsiteY30" fmla="*/ 411312 h 1694229"/>
                <a:gd name="connsiteX31" fmla="*/ 117735 w 1888788"/>
                <a:gd name="connsiteY31" fmla="*/ 446172 h 1694229"/>
                <a:gd name="connsiteX32" fmla="*/ 65347 w 1888788"/>
                <a:gd name="connsiteY32" fmla="*/ 474059 h 1694229"/>
                <a:gd name="connsiteX33" fmla="*/ 37246 w 1888788"/>
                <a:gd name="connsiteY33" fmla="*/ 482063 h 1694229"/>
                <a:gd name="connsiteX34" fmla="*/ 15281 w 1888788"/>
                <a:gd name="connsiteY34" fmla="*/ 520310 h 1694229"/>
                <a:gd name="connsiteX35" fmla="*/ 1469 w 1888788"/>
                <a:gd name="connsiteY35" fmla="*/ 632745 h 1694229"/>
                <a:gd name="connsiteX36" fmla="*/ 51178 w 1888788"/>
                <a:gd name="connsiteY36" fmla="*/ 685967 h 1694229"/>
                <a:gd name="connsiteX37" fmla="*/ 108092 w 1888788"/>
                <a:gd name="connsiteY37" fmla="*/ 681547 h 1694229"/>
                <a:gd name="connsiteX38" fmla="*/ 93804 w 1888788"/>
                <a:gd name="connsiteY38" fmla="*/ 751806 h 1694229"/>
                <a:gd name="connsiteX39" fmla="*/ 148631 w 1888788"/>
                <a:gd name="connsiteY39" fmla="*/ 782248 h 1694229"/>
                <a:gd name="connsiteX40" fmla="*/ 217629 w 1888788"/>
                <a:gd name="connsiteY40" fmla="*/ 792460 h 1694229"/>
                <a:gd name="connsiteX41" fmla="*/ 252932 w 1888788"/>
                <a:gd name="connsiteY41" fmla="*/ 848431 h 1694229"/>
                <a:gd name="connsiteX42" fmla="*/ 252339 w 1888788"/>
                <a:gd name="connsiteY42" fmla="*/ 893503 h 1694229"/>
                <a:gd name="connsiteX43" fmla="*/ 276863 w 1888788"/>
                <a:gd name="connsiteY43" fmla="*/ 932978 h 1694229"/>
                <a:gd name="connsiteX44" fmla="*/ 322521 w 1888788"/>
                <a:gd name="connsiteY44" fmla="*/ 971570 h 1694229"/>
                <a:gd name="connsiteX45" fmla="*/ 407654 w 1888788"/>
                <a:gd name="connsiteY45" fmla="*/ 1025822 h 1694229"/>
                <a:gd name="connsiteX46" fmla="*/ 443431 w 1888788"/>
                <a:gd name="connsiteY46" fmla="*/ 1096915 h 1694229"/>
                <a:gd name="connsiteX47" fmla="*/ 422534 w 1888788"/>
                <a:gd name="connsiteY47" fmla="*/ 1166488 h 1694229"/>
                <a:gd name="connsiteX48" fmla="*/ 500581 w 1888788"/>
                <a:gd name="connsiteY48" fmla="*/ 1222951 h 1694229"/>
                <a:gd name="connsiteX49" fmla="*/ 572613 w 1888788"/>
                <a:gd name="connsiteY49" fmla="*/ 1255945 h 1694229"/>
                <a:gd name="connsiteX50" fmla="*/ 553444 w 1888788"/>
                <a:gd name="connsiteY50" fmla="*/ 1315648 h 1694229"/>
                <a:gd name="connsiteX51" fmla="*/ 643931 w 1888788"/>
                <a:gd name="connsiteY51" fmla="*/ 1468048 h 1694229"/>
                <a:gd name="connsiteX52" fmla="*/ 736741 w 1888788"/>
                <a:gd name="connsiteY52" fmla="*/ 1541202 h 1694229"/>
                <a:gd name="connsiteX53" fmla="*/ 786806 w 1888788"/>
                <a:gd name="connsiteY53" fmla="*/ 1491860 h 1694229"/>
                <a:gd name="connsiteX54" fmla="*/ 851396 w 1888788"/>
                <a:gd name="connsiteY54" fmla="*/ 1519257 h 1694229"/>
                <a:gd name="connsiteX55" fmla="*/ 905869 w 1888788"/>
                <a:gd name="connsiteY55" fmla="*/ 1487098 h 1694229"/>
                <a:gd name="connsiteX56" fmla="*/ 922716 w 1888788"/>
                <a:gd name="connsiteY56" fmla="*/ 1444922 h 1694229"/>
                <a:gd name="connsiteX57" fmla="*/ 986593 w 1888788"/>
                <a:gd name="connsiteY57" fmla="*/ 1531334 h 1694229"/>
                <a:gd name="connsiteX58" fmla="*/ 1031660 w 1888788"/>
                <a:gd name="connsiteY58" fmla="*/ 1602428 h 1694229"/>
                <a:gd name="connsiteX59" fmla="*/ 1101606 w 1888788"/>
                <a:gd name="connsiteY59" fmla="*/ 1693947 h 1694229"/>
                <a:gd name="connsiteX60" fmla="*/ 1132504 w 1888788"/>
                <a:gd name="connsiteY60" fmla="*/ 1630856 h 1694229"/>
                <a:gd name="connsiteX61" fmla="*/ 1163163 w 1888788"/>
                <a:gd name="connsiteY61" fmla="*/ 1624376 h 1694229"/>
                <a:gd name="connsiteX62" fmla="*/ 1206262 w 1888788"/>
                <a:gd name="connsiteY62" fmla="*/ 1653639 h 1694229"/>
                <a:gd name="connsiteX63" fmla="*/ 1239837 w 1888788"/>
                <a:gd name="connsiteY63" fmla="*/ 1612985 h 1694229"/>
                <a:gd name="connsiteX64" fmla="*/ 1258658 w 1888788"/>
                <a:gd name="connsiteY64" fmla="*/ 1617602 h 1694229"/>
                <a:gd name="connsiteX65" fmla="*/ 1292700 w 1888788"/>
                <a:gd name="connsiteY65" fmla="*/ 1684079 h 1694229"/>
                <a:gd name="connsiteX66" fmla="*/ 1349256 w 1888788"/>
                <a:gd name="connsiteY66" fmla="*/ 1660610 h 1694229"/>
                <a:gd name="connsiteX67" fmla="*/ 1401288 w 1888788"/>
                <a:gd name="connsiteY67" fmla="*/ 1604489 h 1694229"/>
                <a:gd name="connsiteX68" fmla="*/ 1452065 w 1888788"/>
                <a:gd name="connsiteY68" fmla="*/ 1587946 h 1694229"/>
                <a:gd name="connsiteX69" fmla="*/ 1469744 w 1888788"/>
                <a:gd name="connsiteY69" fmla="*/ 1643768 h 1694229"/>
                <a:gd name="connsiteX70" fmla="*/ 1539639 w 1888788"/>
                <a:gd name="connsiteY70" fmla="*/ 1618090 h 1694229"/>
                <a:gd name="connsiteX71" fmla="*/ 1570417 w 1888788"/>
                <a:gd name="connsiteY71" fmla="*/ 1531334 h 1694229"/>
                <a:gd name="connsiteX72" fmla="*/ 1651853 w 1888788"/>
                <a:gd name="connsiteY72" fmla="*/ 1441192 h 1694229"/>
                <a:gd name="connsiteX73" fmla="*/ 1696444 w 1888788"/>
                <a:gd name="connsiteY73" fmla="*/ 1410062 h 1694229"/>
                <a:gd name="connsiteX74" fmla="*/ 1724813 w 1888788"/>
                <a:gd name="connsiteY74" fmla="*/ 1413357 h 1694229"/>
                <a:gd name="connsiteX75" fmla="*/ 1802405 w 1888788"/>
                <a:gd name="connsiteY75" fmla="*/ 1402749 h 1694229"/>
                <a:gd name="connsiteX76" fmla="*/ 1797524 w 1888788"/>
                <a:gd name="connsiteY76" fmla="*/ 1456313 h 1694229"/>
                <a:gd name="connsiteX77" fmla="*/ 1884978 w 1888788"/>
                <a:gd name="connsiteY77" fmla="*/ 1492399 h 1694229"/>
                <a:gd name="connsiteX78" fmla="*/ 1871943 w 1888788"/>
                <a:gd name="connsiteY78" fmla="*/ 1454448 h 1694229"/>
                <a:gd name="connsiteX79" fmla="*/ 1861403 w 1888788"/>
                <a:gd name="connsiteY79" fmla="*/ 1401373 h 1694229"/>
                <a:gd name="connsiteX80" fmla="*/ 1863844 w 1888788"/>
                <a:gd name="connsiteY80" fmla="*/ 1326546 h 1694229"/>
                <a:gd name="connsiteX81" fmla="*/ 1797946 w 1888788"/>
                <a:gd name="connsiteY81" fmla="*/ 1305140 h 1694229"/>
                <a:gd name="connsiteX82" fmla="*/ 1747763 w 1888788"/>
                <a:gd name="connsiteY82" fmla="*/ 1264979 h 1694229"/>
                <a:gd name="connsiteX83" fmla="*/ 1737459 w 1888788"/>
                <a:gd name="connsiteY83" fmla="*/ 1176356 h 1694229"/>
                <a:gd name="connsiteX84" fmla="*/ 1704241 w 1888788"/>
                <a:gd name="connsiteY84" fmla="*/ 1038783 h 1694229"/>
                <a:gd name="connsiteX85" fmla="*/ 1627446 w 1888788"/>
                <a:gd name="connsiteY85" fmla="*/ 972257 h 1694229"/>
                <a:gd name="connsiteX86" fmla="*/ 1594228 w 1888788"/>
                <a:gd name="connsiteY86" fmla="*/ 917660 h 1694229"/>
                <a:gd name="connsiteX87" fmla="*/ 1544162 w 1888788"/>
                <a:gd name="connsiteY87" fmla="*/ 872587 h 1694229"/>
                <a:gd name="connsiteX88" fmla="*/ 1472251 w 1888788"/>
                <a:gd name="connsiteY88" fmla="*/ 845878 h 1694229"/>
                <a:gd name="connsiteX89" fmla="*/ 1449150 w 1888788"/>
                <a:gd name="connsiteY89" fmla="*/ 823245 h 1694229"/>
                <a:gd name="connsiteX90" fmla="*/ 1477013 w 1888788"/>
                <a:gd name="connsiteY90" fmla="*/ 784801 h 1694229"/>
                <a:gd name="connsiteX91" fmla="*/ 1458319 w 1888788"/>
                <a:gd name="connsiteY91" fmla="*/ 748910 h 1694229"/>
                <a:gd name="connsiteX92" fmla="*/ 1463081 w 1888788"/>
                <a:gd name="connsiteY92" fmla="*/ 725098 h 1694229"/>
                <a:gd name="connsiteX93" fmla="*/ 1488076 w 1888788"/>
                <a:gd name="connsiteY93" fmla="*/ 724035 h 1694229"/>
                <a:gd name="connsiteX94" fmla="*/ 1580416 w 1888788"/>
                <a:gd name="connsiteY94" fmla="*/ 740220 h 1694229"/>
                <a:gd name="connsiteX95" fmla="*/ 1615719 w 1888788"/>
                <a:gd name="connsiteY95" fmla="*/ 683758 h 1694229"/>
                <a:gd name="connsiteX96" fmla="*/ 1603753 w 1888788"/>
                <a:gd name="connsiteY96" fmla="*/ 553648 h 1694229"/>
                <a:gd name="connsiteX97" fmla="*/ 1620956 w 1888788"/>
                <a:gd name="connsiteY97" fmla="*/ 405322 h 1694229"/>
                <a:gd name="connsiteX0" fmla="*/ 1620956 w 1888788"/>
                <a:gd name="connsiteY0" fmla="*/ 405322 h 1694229"/>
                <a:gd name="connsiteX1" fmla="*/ 1548806 w 1888788"/>
                <a:gd name="connsiteY1" fmla="*/ 372673 h 1694229"/>
                <a:gd name="connsiteX2" fmla="*/ 1458557 w 1888788"/>
                <a:gd name="connsiteY2" fmla="*/ 348860 h 1694229"/>
                <a:gd name="connsiteX3" fmla="*/ 1405237 w 1888788"/>
                <a:gd name="connsiteY3" fmla="*/ 271776 h 1694229"/>
                <a:gd name="connsiteX4" fmla="*/ 1382136 w 1888788"/>
                <a:gd name="connsiteY4" fmla="*/ 169931 h 1694229"/>
                <a:gd name="connsiteX5" fmla="*/ 1346239 w 1888788"/>
                <a:gd name="connsiteY5" fmla="*/ 1869 h 1694229"/>
                <a:gd name="connsiteX6" fmla="*/ 1278870 w 1888788"/>
                <a:gd name="connsiteY6" fmla="*/ 43567 h 1694229"/>
                <a:gd name="connsiteX7" fmla="*/ 1273302 w 1888788"/>
                <a:gd name="connsiteY7" fmla="*/ 101090 h 1694229"/>
                <a:gd name="connsiteX8" fmla="*/ 1257397 w 1888788"/>
                <a:gd name="connsiteY8" fmla="*/ 152303 h 1694229"/>
                <a:gd name="connsiteX9" fmla="*/ 1237872 w 1888788"/>
                <a:gd name="connsiteY9" fmla="*/ 204316 h 1694229"/>
                <a:gd name="connsiteX10" fmla="*/ 1236143 w 1888788"/>
                <a:gd name="connsiteY10" fmla="*/ 273739 h 1694229"/>
                <a:gd name="connsiteX11" fmla="*/ 1163162 w 1888788"/>
                <a:gd name="connsiteY11" fmla="*/ 283903 h 1694229"/>
                <a:gd name="connsiteX12" fmla="*/ 1098809 w 1888788"/>
                <a:gd name="connsiteY12" fmla="*/ 285917 h 1694229"/>
                <a:gd name="connsiteX13" fmla="*/ 1051208 w 1888788"/>
                <a:gd name="connsiteY13" fmla="*/ 346183 h 1694229"/>
                <a:gd name="connsiteX14" fmla="*/ 996593 w 1888788"/>
                <a:gd name="connsiteY14" fmla="*/ 371690 h 1694229"/>
                <a:gd name="connsiteX15" fmla="*/ 943969 w 1888788"/>
                <a:gd name="connsiteY15" fmla="*/ 358385 h 1694229"/>
                <a:gd name="connsiteX16" fmla="*/ 837229 w 1888788"/>
                <a:gd name="connsiteY16" fmla="*/ 376257 h 1694229"/>
                <a:gd name="connsiteX17" fmla="*/ 814246 w 1888788"/>
                <a:gd name="connsiteY17" fmla="*/ 440035 h 1694229"/>
                <a:gd name="connsiteX18" fmla="*/ 797163 w 1888788"/>
                <a:gd name="connsiteY18" fmla="*/ 475926 h 1694229"/>
                <a:gd name="connsiteX19" fmla="*/ 715132 w 1888788"/>
                <a:gd name="connsiteY19" fmla="*/ 494632 h 1694229"/>
                <a:gd name="connsiteX20" fmla="*/ 697320 w 1888788"/>
                <a:gd name="connsiteY20" fmla="*/ 440647 h 1694229"/>
                <a:gd name="connsiteX21" fmla="*/ 653456 w 1888788"/>
                <a:gd name="connsiteY21" fmla="*/ 420298 h 1694229"/>
                <a:gd name="connsiteX22" fmla="*/ 518140 w 1888788"/>
                <a:gd name="connsiteY22" fmla="*/ 420641 h 1694229"/>
                <a:gd name="connsiteX23" fmla="*/ 434263 w 1888788"/>
                <a:gd name="connsiteY23" fmla="*/ 447350 h 1694229"/>
                <a:gd name="connsiteX24" fmla="*/ 401044 w 1888788"/>
                <a:gd name="connsiteY24" fmla="*/ 420298 h 1694229"/>
                <a:gd name="connsiteX25" fmla="*/ 381994 w 1888788"/>
                <a:gd name="connsiteY25" fmla="*/ 358385 h 1694229"/>
                <a:gd name="connsiteX26" fmla="*/ 315319 w 1888788"/>
                <a:gd name="connsiteY26" fmla="*/ 305998 h 1694229"/>
                <a:gd name="connsiteX27" fmla="*/ 270134 w 1888788"/>
                <a:gd name="connsiteY27" fmla="*/ 229110 h 1694229"/>
                <a:gd name="connsiteX28" fmla="*/ 146784 w 1888788"/>
                <a:gd name="connsiteY28" fmla="*/ 258373 h 1694229"/>
                <a:gd name="connsiteX29" fmla="*/ 127734 w 1888788"/>
                <a:gd name="connsiteY29" fmla="*/ 344785 h 1694229"/>
                <a:gd name="connsiteX30" fmla="*/ 145174 w 1888788"/>
                <a:gd name="connsiteY30" fmla="*/ 411312 h 1694229"/>
                <a:gd name="connsiteX31" fmla="*/ 117735 w 1888788"/>
                <a:gd name="connsiteY31" fmla="*/ 446172 h 1694229"/>
                <a:gd name="connsiteX32" fmla="*/ 65347 w 1888788"/>
                <a:gd name="connsiteY32" fmla="*/ 474059 h 1694229"/>
                <a:gd name="connsiteX33" fmla="*/ 37246 w 1888788"/>
                <a:gd name="connsiteY33" fmla="*/ 482063 h 1694229"/>
                <a:gd name="connsiteX34" fmla="*/ 15281 w 1888788"/>
                <a:gd name="connsiteY34" fmla="*/ 520310 h 1694229"/>
                <a:gd name="connsiteX35" fmla="*/ 1469 w 1888788"/>
                <a:gd name="connsiteY35" fmla="*/ 632745 h 1694229"/>
                <a:gd name="connsiteX36" fmla="*/ 51178 w 1888788"/>
                <a:gd name="connsiteY36" fmla="*/ 685967 h 1694229"/>
                <a:gd name="connsiteX37" fmla="*/ 108092 w 1888788"/>
                <a:gd name="connsiteY37" fmla="*/ 681547 h 1694229"/>
                <a:gd name="connsiteX38" fmla="*/ 93804 w 1888788"/>
                <a:gd name="connsiteY38" fmla="*/ 751806 h 1694229"/>
                <a:gd name="connsiteX39" fmla="*/ 148631 w 1888788"/>
                <a:gd name="connsiteY39" fmla="*/ 782248 h 1694229"/>
                <a:gd name="connsiteX40" fmla="*/ 217629 w 1888788"/>
                <a:gd name="connsiteY40" fmla="*/ 792460 h 1694229"/>
                <a:gd name="connsiteX41" fmla="*/ 252932 w 1888788"/>
                <a:gd name="connsiteY41" fmla="*/ 848431 h 1694229"/>
                <a:gd name="connsiteX42" fmla="*/ 252339 w 1888788"/>
                <a:gd name="connsiteY42" fmla="*/ 893503 h 1694229"/>
                <a:gd name="connsiteX43" fmla="*/ 276863 w 1888788"/>
                <a:gd name="connsiteY43" fmla="*/ 932978 h 1694229"/>
                <a:gd name="connsiteX44" fmla="*/ 322521 w 1888788"/>
                <a:gd name="connsiteY44" fmla="*/ 971570 h 1694229"/>
                <a:gd name="connsiteX45" fmla="*/ 407654 w 1888788"/>
                <a:gd name="connsiteY45" fmla="*/ 1025822 h 1694229"/>
                <a:gd name="connsiteX46" fmla="*/ 443431 w 1888788"/>
                <a:gd name="connsiteY46" fmla="*/ 1096915 h 1694229"/>
                <a:gd name="connsiteX47" fmla="*/ 422534 w 1888788"/>
                <a:gd name="connsiteY47" fmla="*/ 1166488 h 1694229"/>
                <a:gd name="connsiteX48" fmla="*/ 500581 w 1888788"/>
                <a:gd name="connsiteY48" fmla="*/ 1222951 h 1694229"/>
                <a:gd name="connsiteX49" fmla="*/ 572613 w 1888788"/>
                <a:gd name="connsiteY49" fmla="*/ 1255945 h 1694229"/>
                <a:gd name="connsiteX50" fmla="*/ 553444 w 1888788"/>
                <a:gd name="connsiteY50" fmla="*/ 1315648 h 1694229"/>
                <a:gd name="connsiteX51" fmla="*/ 643931 w 1888788"/>
                <a:gd name="connsiteY51" fmla="*/ 1468048 h 1694229"/>
                <a:gd name="connsiteX52" fmla="*/ 736741 w 1888788"/>
                <a:gd name="connsiteY52" fmla="*/ 1541202 h 1694229"/>
                <a:gd name="connsiteX53" fmla="*/ 786806 w 1888788"/>
                <a:gd name="connsiteY53" fmla="*/ 1491860 h 1694229"/>
                <a:gd name="connsiteX54" fmla="*/ 851396 w 1888788"/>
                <a:gd name="connsiteY54" fmla="*/ 1519257 h 1694229"/>
                <a:gd name="connsiteX55" fmla="*/ 905869 w 1888788"/>
                <a:gd name="connsiteY55" fmla="*/ 1487098 h 1694229"/>
                <a:gd name="connsiteX56" fmla="*/ 922716 w 1888788"/>
                <a:gd name="connsiteY56" fmla="*/ 1444922 h 1694229"/>
                <a:gd name="connsiteX57" fmla="*/ 986593 w 1888788"/>
                <a:gd name="connsiteY57" fmla="*/ 1531334 h 1694229"/>
                <a:gd name="connsiteX58" fmla="*/ 1031660 w 1888788"/>
                <a:gd name="connsiteY58" fmla="*/ 1602428 h 1694229"/>
                <a:gd name="connsiteX59" fmla="*/ 1101606 w 1888788"/>
                <a:gd name="connsiteY59" fmla="*/ 1693947 h 1694229"/>
                <a:gd name="connsiteX60" fmla="*/ 1132504 w 1888788"/>
                <a:gd name="connsiteY60" fmla="*/ 1630856 h 1694229"/>
                <a:gd name="connsiteX61" fmla="*/ 1163163 w 1888788"/>
                <a:gd name="connsiteY61" fmla="*/ 1624376 h 1694229"/>
                <a:gd name="connsiteX62" fmla="*/ 1206262 w 1888788"/>
                <a:gd name="connsiteY62" fmla="*/ 1653639 h 1694229"/>
                <a:gd name="connsiteX63" fmla="*/ 1239837 w 1888788"/>
                <a:gd name="connsiteY63" fmla="*/ 1612985 h 1694229"/>
                <a:gd name="connsiteX64" fmla="*/ 1258658 w 1888788"/>
                <a:gd name="connsiteY64" fmla="*/ 1617602 h 1694229"/>
                <a:gd name="connsiteX65" fmla="*/ 1292700 w 1888788"/>
                <a:gd name="connsiteY65" fmla="*/ 1684079 h 1694229"/>
                <a:gd name="connsiteX66" fmla="*/ 1349256 w 1888788"/>
                <a:gd name="connsiteY66" fmla="*/ 1660610 h 1694229"/>
                <a:gd name="connsiteX67" fmla="*/ 1401288 w 1888788"/>
                <a:gd name="connsiteY67" fmla="*/ 1604489 h 1694229"/>
                <a:gd name="connsiteX68" fmla="*/ 1452065 w 1888788"/>
                <a:gd name="connsiteY68" fmla="*/ 1587946 h 1694229"/>
                <a:gd name="connsiteX69" fmla="*/ 1469744 w 1888788"/>
                <a:gd name="connsiteY69" fmla="*/ 1643768 h 1694229"/>
                <a:gd name="connsiteX70" fmla="*/ 1539639 w 1888788"/>
                <a:gd name="connsiteY70" fmla="*/ 1618090 h 1694229"/>
                <a:gd name="connsiteX71" fmla="*/ 1570417 w 1888788"/>
                <a:gd name="connsiteY71" fmla="*/ 1531334 h 1694229"/>
                <a:gd name="connsiteX72" fmla="*/ 1651853 w 1888788"/>
                <a:gd name="connsiteY72" fmla="*/ 1441192 h 1694229"/>
                <a:gd name="connsiteX73" fmla="*/ 1696444 w 1888788"/>
                <a:gd name="connsiteY73" fmla="*/ 1410062 h 1694229"/>
                <a:gd name="connsiteX74" fmla="*/ 1724813 w 1888788"/>
                <a:gd name="connsiteY74" fmla="*/ 1413357 h 1694229"/>
                <a:gd name="connsiteX75" fmla="*/ 1814608 w 1888788"/>
                <a:gd name="connsiteY75" fmla="*/ 1402749 h 1694229"/>
                <a:gd name="connsiteX76" fmla="*/ 1797524 w 1888788"/>
                <a:gd name="connsiteY76" fmla="*/ 1456313 h 1694229"/>
                <a:gd name="connsiteX77" fmla="*/ 1884978 w 1888788"/>
                <a:gd name="connsiteY77" fmla="*/ 1492399 h 1694229"/>
                <a:gd name="connsiteX78" fmla="*/ 1871943 w 1888788"/>
                <a:gd name="connsiteY78" fmla="*/ 1454448 h 1694229"/>
                <a:gd name="connsiteX79" fmla="*/ 1861403 w 1888788"/>
                <a:gd name="connsiteY79" fmla="*/ 1401373 h 1694229"/>
                <a:gd name="connsiteX80" fmla="*/ 1863844 w 1888788"/>
                <a:gd name="connsiteY80" fmla="*/ 1326546 h 1694229"/>
                <a:gd name="connsiteX81" fmla="*/ 1797946 w 1888788"/>
                <a:gd name="connsiteY81" fmla="*/ 1305140 h 1694229"/>
                <a:gd name="connsiteX82" fmla="*/ 1747763 w 1888788"/>
                <a:gd name="connsiteY82" fmla="*/ 1264979 h 1694229"/>
                <a:gd name="connsiteX83" fmla="*/ 1737459 w 1888788"/>
                <a:gd name="connsiteY83" fmla="*/ 1176356 h 1694229"/>
                <a:gd name="connsiteX84" fmla="*/ 1704241 w 1888788"/>
                <a:gd name="connsiteY84" fmla="*/ 1038783 h 1694229"/>
                <a:gd name="connsiteX85" fmla="*/ 1627446 w 1888788"/>
                <a:gd name="connsiteY85" fmla="*/ 972257 h 1694229"/>
                <a:gd name="connsiteX86" fmla="*/ 1594228 w 1888788"/>
                <a:gd name="connsiteY86" fmla="*/ 917660 h 1694229"/>
                <a:gd name="connsiteX87" fmla="*/ 1544162 w 1888788"/>
                <a:gd name="connsiteY87" fmla="*/ 872587 h 1694229"/>
                <a:gd name="connsiteX88" fmla="*/ 1472251 w 1888788"/>
                <a:gd name="connsiteY88" fmla="*/ 845878 h 1694229"/>
                <a:gd name="connsiteX89" fmla="*/ 1449150 w 1888788"/>
                <a:gd name="connsiteY89" fmla="*/ 823245 h 1694229"/>
                <a:gd name="connsiteX90" fmla="*/ 1477013 w 1888788"/>
                <a:gd name="connsiteY90" fmla="*/ 784801 h 1694229"/>
                <a:gd name="connsiteX91" fmla="*/ 1458319 w 1888788"/>
                <a:gd name="connsiteY91" fmla="*/ 748910 h 1694229"/>
                <a:gd name="connsiteX92" fmla="*/ 1463081 w 1888788"/>
                <a:gd name="connsiteY92" fmla="*/ 725098 h 1694229"/>
                <a:gd name="connsiteX93" fmla="*/ 1488076 w 1888788"/>
                <a:gd name="connsiteY93" fmla="*/ 724035 h 1694229"/>
                <a:gd name="connsiteX94" fmla="*/ 1580416 w 1888788"/>
                <a:gd name="connsiteY94" fmla="*/ 740220 h 1694229"/>
                <a:gd name="connsiteX95" fmla="*/ 1615719 w 1888788"/>
                <a:gd name="connsiteY95" fmla="*/ 683758 h 1694229"/>
                <a:gd name="connsiteX96" fmla="*/ 1603753 w 1888788"/>
                <a:gd name="connsiteY96" fmla="*/ 553648 h 1694229"/>
                <a:gd name="connsiteX97" fmla="*/ 1620956 w 1888788"/>
                <a:gd name="connsiteY97" fmla="*/ 405322 h 1694229"/>
                <a:gd name="connsiteX0" fmla="*/ 1620956 w 1887825"/>
                <a:gd name="connsiteY0" fmla="*/ 405322 h 1694229"/>
                <a:gd name="connsiteX1" fmla="*/ 1548806 w 1887825"/>
                <a:gd name="connsiteY1" fmla="*/ 372673 h 1694229"/>
                <a:gd name="connsiteX2" fmla="*/ 1458557 w 1887825"/>
                <a:gd name="connsiteY2" fmla="*/ 348860 h 1694229"/>
                <a:gd name="connsiteX3" fmla="*/ 1405237 w 1887825"/>
                <a:gd name="connsiteY3" fmla="*/ 271776 h 1694229"/>
                <a:gd name="connsiteX4" fmla="*/ 1382136 w 1887825"/>
                <a:gd name="connsiteY4" fmla="*/ 169931 h 1694229"/>
                <a:gd name="connsiteX5" fmla="*/ 1346239 w 1887825"/>
                <a:gd name="connsiteY5" fmla="*/ 1869 h 1694229"/>
                <a:gd name="connsiteX6" fmla="*/ 1278870 w 1887825"/>
                <a:gd name="connsiteY6" fmla="*/ 43567 h 1694229"/>
                <a:gd name="connsiteX7" fmla="*/ 1273302 w 1887825"/>
                <a:gd name="connsiteY7" fmla="*/ 101090 h 1694229"/>
                <a:gd name="connsiteX8" fmla="*/ 1257397 w 1887825"/>
                <a:gd name="connsiteY8" fmla="*/ 152303 h 1694229"/>
                <a:gd name="connsiteX9" fmla="*/ 1237872 w 1887825"/>
                <a:gd name="connsiteY9" fmla="*/ 204316 h 1694229"/>
                <a:gd name="connsiteX10" fmla="*/ 1236143 w 1887825"/>
                <a:gd name="connsiteY10" fmla="*/ 273739 h 1694229"/>
                <a:gd name="connsiteX11" fmla="*/ 1163162 w 1887825"/>
                <a:gd name="connsiteY11" fmla="*/ 283903 h 1694229"/>
                <a:gd name="connsiteX12" fmla="*/ 1098809 w 1887825"/>
                <a:gd name="connsiteY12" fmla="*/ 285917 h 1694229"/>
                <a:gd name="connsiteX13" fmla="*/ 1051208 w 1887825"/>
                <a:gd name="connsiteY13" fmla="*/ 346183 h 1694229"/>
                <a:gd name="connsiteX14" fmla="*/ 996593 w 1887825"/>
                <a:gd name="connsiteY14" fmla="*/ 371690 h 1694229"/>
                <a:gd name="connsiteX15" fmla="*/ 943969 w 1887825"/>
                <a:gd name="connsiteY15" fmla="*/ 358385 h 1694229"/>
                <a:gd name="connsiteX16" fmla="*/ 837229 w 1887825"/>
                <a:gd name="connsiteY16" fmla="*/ 376257 h 1694229"/>
                <a:gd name="connsiteX17" fmla="*/ 814246 w 1887825"/>
                <a:gd name="connsiteY17" fmla="*/ 440035 h 1694229"/>
                <a:gd name="connsiteX18" fmla="*/ 797163 w 1887825"/>
                <a:gd name="connsiteY18" fmla="*/ 475926 h 1694229"/>
                <a:gd name="connsiteX19" fmla="*/ 715132 w 1887825"/>
                <a:gd name="connsiteY19" fmla="*/ 494632 h 1694229"/>
                <a:gd name="connsiteX20" fmla="*/ 697320 w 1887825"/>
                <a:gd name="connsiteY20" fmla="*/ 440647 h 1694229"/>
                <a:gd name="connsiteX21" fmla="*/ 653456 w 1887825"/>
                <a:gd name="connsiteY21" fmla="*/ 420298 h 1694229"/>
                <a:gd name="connsiteX22" fmla="*/ 518140 w 1887825"/>
                <a:gd name="connsiteY22" fmla="*/ 420641 h 1694229"/>
                <a:gd name="connsiteX23" fmla="*/ 434263 w 1887825"/>
                <a:gd name="connsiteY23" fmla="*/ 447350 h 1694229"/>
                <a:gd name="connsiteX24" fmla="*/ 401044 w 1887825"/>
                <a:gd name="connsiteY24" fmla="*/ 420298 h 1694229"/>
                <a:gd name="connsiteX25" fmla="*/ 381994 w 1887825"/>
                <a:gd name="connsiteY25" fmla="*/ 358385 h 1694229"/>
                <a:gd name="connsiteX26" fmla="*/ 315319 w 1887825"/>
                <a:gd name="connsiteY26" fmla="*/ 305998 h 1694229"/>
                <a:gd name="connsiteX27" fmla="*/ 270134 w 1887825"/>
                <a:gd name="connsiteY27" fmla="*/ 229110 h 1694229"/>
                <a:gd name="connsiteX28" fmla="*/ 146784 w 1887825"/>
                <a:gd name="connsiteY28" fmla="*/ 258373 h 1694229"/>
                <a:gd name="connsiteX29" fmla="*/ 127734 w 1887825"/>
                <a:gd name="connsiteY29" fmla="*/ 344785 h 1694229"/>
                <a:gd name="connsiteX30" fmla="*/ 145174 w 1887825"/>
                <a:gd name="connsiteY30" fmla="*/ 411312 h 1694229"/>
                <a:gd name="connsiteX31" fmla="*/ 117735 w 1887825"/>
                <a:gd name="connsiteY31" fmla="*/ 446172 h 1694229"/>
                <a:gd name="connsiteX32" fmla="*/ 65347 w 1887825"/>
                <a:gd name="connsiteY32" fmla="*/ 474059 h 1694229"/>
                <a:gd name="connsiteX33" fmla="*/ 37246 w 1887825"/>
                <a:gd name="connsiteY33" fmla="*/ 482063 h 1694229"/>
                <a:gd name="connsiteX34" fmla="*/ 15281 w 1887825"/>
                <a:gd name="connsiteY34" fmla="*/ 520310 h 1694229"/>
                <a:gd name="connsiteX35" fmla="*/ 1469 w 1887825"/>
                <a:gd name="connsiteY35" fmla="*/ 632745 h 1694229"/>
                <a:gd name="connsiteX36" fmla="*/ 51178 w 1887825"/>
                <a:gd name="connsiteY36" fmla="*/ 685967 h 1694229"/>
                <a:gd name="connsiteX37" fmla="*/ 108092 w 1887825"/>
                <a:gd name="connsiteY37" fmla="*/ 681547 h 1694229"/>
                <a:gd name="connsiteX38" fmla="*/ 93804 w 1887825"/>
                <a:gd name="connsiteY38" fmla="*/ 751806 h 1694229"/>
                <a:gd name="connsiteX39" fmla="*/ 148631 w 1887825"/>
                <a:gd name="connsiteY39" fmla="*/ 782248 h 1694229"/>
                <a:gd name="connsiteX40" fmla="*/ 217629 w 1887825"/>
                <a:gd name="connsiteY40" fmla="*/ 792460 h 1694229"/>
                <a:gd name="connsiteX41" fmla="*/ 252932 w 1887825"/>
                <a:gd name="connsiteY41" fmla="*/ 848431 h 1694229"/>
                <a:gd name="connsiteX42" fmla="*/ 252339 w 1887825"/>
                <a:gd name="connsiteY42" fmla="*/ 893503 h 1694229"/>
                <a:gd name="connsiteX43" fmla="*/ 276863 w 1887825"/>
                <a:gd name="connsiteY43" fmla="*/ 932978 h 1694229"/>
                <a:gd name="connsiteX44" fmla="*/ 322521 w 1887825"/>
                <a:gd name="connsiteY44" fmla="*/ 971570 h 1694229"/>
                <a:gd name="connsiteX45" fmla="*/ 407654 w 1887825"/>
                <a:gd name="connsiteY45" fmla="*/ 1025822 h 1694229"/>
                <a:gd name="connsiteX46" fmla="*/ 443431 w 1887825"/>
                <a:gd name="connsiteY46" fmla="*/ 1096915 h 1694229"/>
                <a:gd name="connsiteX47" fmla="*/ 422534 w 1887825"/>
                <a:gd name="connsiteY47" fmla="*/ 1166488 h 1694229"/>
                <a:gd name="connsiteX48" fmla="*/ 500581 w 1887825"/>
                <a:gd name="connsiteY48" fmla="*/ 1222951 h 1694229"/>
                <a:gd name="connsiteX49" fmla="*/ 572613 w 1887825"/>
                <a:gd name="connsiteY49" fmla="*/ 1255945 h 1694229"/>
                <a:gd name="connsiteX50" fmla="*/ 553444 w 1887825"/>
                <a:gd name="connsiteY50" fmla="*/ 1315648 h 1694229"/>
                <a:gd name="connsiteX51" fmla="*/ 643931 w 1887825"/>
                <a:gd name="connsiteY51" fmla="*/ 1468048 h 1694229"/>
                <a:gd name="connsiteX52" fmla="*/ 736741 w 1887825"/>
                <a:gd name="connsiteY52" fmla="*/ 1541202 h 1694229"/>
                <a:gd name="connsiteX53" fmla="*/ 786806 w 1887825"/>
                <a:gd name="connsiteY53" fmla="*/ 1491860 h 1694229"/>
                <a:gd name="connsiteX54" fmla="*/ 851396 w 1887825"/>
                <a:gd name="connsiteY54" fmla="*/ 1519257 h 1694229"/>
                <a:gd name="connsiteX55" fmla="*/ 905869 w 1887825"/>
                <a:gd name="connsiteY55" fmla="*/ 1487098 h 1694229"/>
                <a:gd name="connsiteX56" fmla="*/ 922716 w 1887825"/>
                <a:gd name="connsiteY56" fmla="*/ 1444922 h 1694229"/>
                <a:gd name="connsiteX57" fmla="*/ 986593 w 1887825"/>
                <a:gd name="connsiteY57" fmla="*/ 1531334 h 1694229"/>
                <a:gd name="connsiteX58" fmla="*/ 1031660 w 1887825"/>
                <a:gd name="connsiteY58" fmla="*/ 1602428 h 1694229"/>
                <a:gd name="connsiteX59" fmla="*/ 1101606 w 1887825"/>
                <a:gd name="connsiteY59" fmla="*/ 1693947 h 1694229"/>
                <a:gd name="connsiteX60" fmla="*/ 1132504 w 1887825"/>
                <a:gd name="connsiteY60" fmla="*/ 1630856 h 1694229"/>
                <a:gd name="connsiteX61" fmla="*/ 1163163 w 1887825"/>
                <a:gd name="connsiteY61" fmla="*/ 1624376 h 1694229"/>
                <a:gd name="connsiteX62" fmla="*/ 1206262 w 1887825"/>
                <a:gd name="connsiteY62" fmla="*/ 1653639 h 1694229"/>
                <a:gd name="connsiteX63" fmla="*/ 1239837 w 1887825"/>
                <a:gd name="connsiteY63" fmla="*/ 1612985 h 1694229"/>
                <a:gd name="connsiteX64" fmla="*/ 1258658 w 1887825"/>
                <a:gd name="connsiteY64" fmla="*/ 1617602 h 1694229"/>
                <a:gd name="connsiteX65" fmla="*/ 1292700 w 1887825"/>
                <a:gd name="connsiteY65" fmla="*/ 1684079 h 1694229"/>
                <a:gd name="connsiteX66" fmla="*/ 1349256 w 1887825"/>
                <a:gd name="connsiteY66" fmla="*/ 1660610 h 1694229"/>
                <a:gd name="connsiteX67" fmla="*/ 1401288 w 1887825"/>
                <a:gd name="connsiteY67" fmla="*/ 1604489 h 1694229"/>
                <a:gd name="connsiteX68" fmla="*/ 1452065 w 1887825"/>
                <a:gd name="connsiteY68" fmla="*/ 1587946 h 1694229"/>
                <a:gd name="connsiteX69" fmla="*/ 1469744 w 1887825"/>
                <a:gd name="connsiteY69" fmla="*/ 1643768 h 1694229"/>
                <a:gd name="connsiteX70" fmla="*/ 1539639 w 1887825"/>
                <a:gd name="connsiteY70" fmla="*/ 1618090 h 1694229"/>
                <a:gd name="connsiteX71" fmla="*/ 1570417 w 1887825"/>
                <a:gd name="connsiteY71" fmla="*/ 1531334 h 1694229"/>
                <a:gd name="connsiteX72" fmla="*/ 1651853 w 1887825"/>
                <a:gd name="connsiteY72" fmla="*/ 1441192 h 1694229"/>
                <a:gd name="connsiteX73" fmla="*/ 1696444 w 1887825"/>
                <a:gd name="connsiteY73" fmla="*/ 1410062 h 1694229"/>
                <a:gd name="connsiteX74" fmla="*/ 1724813 w 1887825"/>
                <a:gd name="connsiteY74" fmla="*/ 1413357 h 1694229"/>
                <a:gd name="connsiteX75" fmla="*/ 1814608 w 1887825"/>
                <a:gd name="connsiteY75" fmla="*/ 1402749 h 1694229"/>
                <a:gd name="connsiteX76" fmla="*/ 1812167 w 1887825"/>
                <a:gd name="connsiteY76" fmla="*/ 1466525 h 1694229"/>
                <a:gd name="connsiteX77" fmla="*/ 1884978 w 1887825"/>
                <a:gd name="connsiteY77" fmla="*/ 1492399 h 1694229"/>
                <a:gd name="connsiteX78" fmla="*/ 1871943 w 1887825"/>
                <a:gd name="connsiteY78" fmla="*/ 1454448 h 1694229"/>
                <a:gd name="connsiteX79" fmla="*/ 1861403 w 1887825"/>
                <a:gd name="connsiteY79" fmla="*/ 1401373 h 1694229"/>
                <a:gd name="connsiteX80" fmla="*/ 1863844 w 1887825"/>
                <a:gd name="connsiteY80" fmla="*/ 1326546 h 1694229"/>
                <a:gd name="connsiteX81" fmla="*/ 1797946 w 1887825"/>
                <a:gd name="connsiteY81" fmla="*/ 1305140 h 1694229"/>
                <a:gd name="connsiteX82" fmla="*/ 1747763 w 1887825"/>
                <a:gd name="connsiteY82" fmla="*/ 1264979 h 1694229"/>
                <a:gd name="connsiteX83" fmla="*/ 1737459 w 1887825"/>
                <a:gd name="connsiteY83" fmla="*/ 1176356 h 1694229"/>
                <a:gd name="connsiteX84" fmla="*/ 1704241 w 1887825"/>
                <a:gd name="connsiteY84" fmla="*/ 1038783 h 1694229"/>
                <a:gd name="connsiteX85" fmla="*/ 1627446 w 1887825"/>
                <a:gd name="connsiteY85" fmla="*/ 972257 h 1694229"/>
                <a:gd name="connsiteX86" fmla="*/ 1594228 w 1887825"/>
                <a:gd name="connsiteY86" fmla="*/ 917660 h 1694229"/>
                <a:gd name="connsiteX87" fmla="*/ 1544162 w 1887825"/>
                <a:gd name="connsiteY87" fmla="*/ 872587 h 1694229"/>
                <a:gd name="connsiteX88" fmla="*/ 1472251 w 1887825"/>
                <a:gd name="connsiteY88" fmla="*/ 845878 h 1694229"/>
                <a:gd name="connsiteX89" fmla="*/ 1449150 w 1887825"/>
                <a:gd name="connsiteY89" fmla="*/ 823245 h 1694229"/>
                <a:gd name="connsiteX90" fmla="*/ 1477013 w 1887825"/>
                <a:gd name="connsiteY90" fmla="*/ 784801 h 1694229"/>
                <a:gd name="connsiteX91" fmla="*/ 1458319 w 1887825"/>
                <a:gd name="connsiteY91" fmla="*/ 748910 h 1694229"/>
                <a:gd name="connsiteX92" fmla="*/ 1463081 w 1887825"/>
                <a:gd name="connsiteY92" fmla="*/ 725098 h 1694229"/>
                <a:gd name="connsiteX93" fmla="*/ 1488076 w 1887825"/>
                <a:gd name="connsiteY93" fmla="*/ 724035 h 1694229"/>
                <a:gd name="connsiteX94" fmla="*/ 1580416 w 1887825"/>
                <a:gd name="connsiteY94" fmla="*/ 740220 h 1694229"/>
                <a:gd name="connsiteX95" fmla="*/ 1615719 w 1887825"/>
                <a:gd name="connsiteY95" fmla="*/ 683758 h 1694229"/>
                <a:gd name="connsiteX96" fmla="*/ 1603753 w 1887825"/>
                <a:gd name="connsiteY96" fmla="*/ 553648 h 1694229"/>
                <a:gd name="connsiteX97" fmla="*/ 1620956 w 1887825"/>
                <a:gd name="connsiteY97" fmla="*/ 405322 h 1694229"/>
                <a:gd name="connsiteX0" fmla="*/ 1620956 w 1887825"/>
                <a:gd name="connsiteY0" fmla="*/ 405322 h 1694229"/>
                <a:gd name="connsiteX1" fmla="*/ 1548806 w 1887825"/>
                <a:gd name="connsiteY1" fmla="*/ 372673 h 1694229"/>
                <a:gd name="connsiteX2" fmla="*/ 1458557 w 1887825"/>
                <a:gd name="connsiteY2" fmla="*/ 348860 h 1694229"/>
                <a:gd name="connsiteX3" fmla="*/ 1405237 w 1887825"/>
                <a:gd name="connsiteY3" fmla="*/ 271776 h 1694229"/>
                <a:gd name="connsiteX4" fmla="*/ 1382136 w 1887825"/>
                <a:gd name="connsiteY4" fmla="*/ 169931 h 1694229"/>
                <a:gd name="connsiteX5" fmla="*/ 1346239 w 1887825"/>
                <a:gd name="connsiteY5" fmla="*/ 1869 h 1694229"/>
                <a:gd name="connsiteX6" fmla="*/ 1278870 w 1887825"/>
                <a:gd name="connsiteY6" fmla="*/ 43567 h 1694229"/>
                <a:gd name="connsiteX7" fmla="*/ 1273302 w 1887825"/>
                <a:gd name="connsiteY7" fmla="*/ 101090 h 1694229"/>
                <a:gd name="connsiteX8" fmla="*/ 1257397 w 1887825"/>
                <a:gd name="connsiteY8" fmla="*/ 152303 h 1694229"/>
                <a:gd name="connsiteX9" fmla="*/ 1237872 w 1887825"/>
                <a:gd name="connsiteY9" fmla="*/ 204316 h 1694229"/>
                <a:gd name="connsiteX10" fmla="*/ 1236143 w 1887825"/>
                <a:gd name="connsiteY10" fmla="*/ 273739 h 1694229"/>
                <a:gd name="connsiteX11" fmla="*/ 1163162 w 1887825"/>
                <a:gd name="connsiteY11" fmla="*/ 283903 h 1694229"/>
                <a:gd name="connsiteX12" fmla="*/ 1098809 w 1887825"/>
                <a:gd name="connsiteY12" fmla="*/ 285917 h 1694229"/>
                <a:gd name="connsiteX13" fmla="*/ 1051208 w 1887825"/>
                <a:gd name="connsiteY13" fmla="*/ 346183 h 1694229"/>
                <a:gd name="connsiteX14" fmla="*/ 996593 w 1887825"/>
                <a:gd name="connsiteY14" fmla="*/ 371690 h 1694229"/>
                <a:gd name="connsiteX15" fmla="*/ 943969 w 1887825"/>
                <a:gd name="connsiteY15" fmla="*/ 358385 h 1694229"/>
                <a:gd name="connsiteX16" fmla="*/ 837229 w 1887825"/>
                <a:gd name="connsiteY16" fmla="*/ 376257 h 1694229"/>
                <a:gd name="connsiteX17" fmla="*/ 814246 w 1887825"/>
                <a:gd name="connsiteY17" fmla="*/ 440035 h 1694229"/>
                <a:gd name="connsiteX18" fmla="*/ 797163 w 1887825"/>
                <a:gd name="connsiteY18" fmla="*/ 475926 h 1694229"/>
                <a:gd name="connsiteX19" fmla="*/ 715132 w 1887825"/>
                <a:gd name="connsiteY19" fmla="*/ 494632 h 1694229"/>
                <a:gd name="connsiteX20" fmla="*/ 697320 w 1887825"/>
                <a:gd name="connsiteY20" fmla="*/ 440647 h 1694229"/>
                <a:gd name="connsiteX21" fmla="*/ 653456 w 1887825"/>
                <a:gd name="connsiteY21" fmla="*/ 420298 h 1694229"/>
                <a:gd name="connsiteX22" fmla="*/ 518140 w 1887825"/>
                <a:gd name="connsiteY22" fmla="*/ 420641 h 1694229"/>
                <a:gd name="connsiteX23" fmla="*/ 434263 w 1887825"/>
                <a:gd name="connsiteY23" fmla="*/ 447350 h 1694229"/>
                <a:gd name="connsiteX24" fmla="*/ 401044 w 1887825"/>
                <a:gd name="connsiteY24" fmla="*/ 420298 h 1694229"/>
                <a:gd name="connsiteX25" fmla="*/ 381994 w 1887825"/>
                <a:gd name="connsiteY25" fmla="*/ 358385 h 1694229"/>
                <a:gd name="connsiteX26" fmla="*/ 315319 w 1887825"/>
                <a:gd name="connsiteY26" fmla="*/ 305998 h 1694229"/>
                <a:gd name="connsiteX27" fmla="*/ 270134 w 1887825"/>
                <a:gd name="connsiteY27" fmla="*/ 229110 h 1694229"/>
                <a:gd name="connsiteX28" fmla="*/ 146784 w 1887825"/>
                <a:gd name="connsiteY28" fmla="*/ 258373 h 1694229"/>
                <a:gd name="connsiteX29" fmla="*/ 127734 w 1887825"/>
                <a:gd name="connsiteY29" fmla="*/ 344785 h 1694229"/>
                <a:gd name="connsiteX30" fmla="*/ 145174 w 1887825"/>
                <a:gd name="connsiteY30" fmla="*/ 411312 h 1694229"/>
                <a:gd name="connsiteX31" fmla="*/ 117735 w 1887825"/>
                <a:gd name="connsiteY31" fmla="*/ 446172 h 1694229"/>
                <a:gd name="connsiteX32" fmla="*/ 65347 w 1887825"/>
                <a:gd name="connsiteY32" fmla="*/ 474059 h 1694229"/>
                <a:gd name="connsiteX33" fmla="*/ 37246 w 1887825"/>
                <a:gd name="connsiteY33" fmla="*/ 482063 h 1694229"/>
                <a:gd name="connsiteX34" fmla="*/ 15281 w 1887825"/>
                <a:gd name="connsiteY34" fmla="*/ 520310 h 1694229"/>
                <a:gd name="connsiteX35" fmla="*/ 1469 w 1887825"/>
                <a:gd name="connsiteY35" fmla="*/ 632745 h 1694229"/>
                <a:gd name="connsiteX36" fmla="*/ 51178 w 1887825"/>
                <a:gd name="connsiteY36" fmla="*/ 685967 h 1694229"/>
                <a:gd name="connsiteX37" fmla="*/ 108092 w 1887825"/>
                <a:gd name="connsiteY37" fmla="*/ 681547 h 1694229"/>
                <a:gd name="connsiteX38" fmla="*/ 93804 w 1887825"/>
                <a:gd name="connsiteY38" fmla="*/ 751806 h 1694229"/>
                <a:gd name="connsiteX39" fmla="*/ 148631 w 1887825"/>
                <a:gd name="connsiteY39" fmla="*/ 782248 h 1694229"/>
                <a:gd name="connsiteX40" fmla="*/ 217629 w 1887825"/>
                <a:gd name="connsiteY40" fmla="*/ 792460 h 1694229"/>
                <a:gd name="connsiteX41" fmla="*/ 252932 w 1887825"/>
                <a:gd name="connsiteY41" fmla="*/ 848431 h 1694229"/>
                <a:gd name="connsiteX42" fmla="*/ 252339 w 1887825"/>
                <a:gd name="connsiteY42" fmla="*/ 893503 h 1694229"/>
                <a:gd name="connsiteX43" fmla="*/ 276863 w 1887825"/>
                <a:gd name="connsiteY43" fmla="*/ 932978 h 1694229"/>
                <a:gd name="connsiteX44" fmla="*/ 322521 w 1887825"/>
                <a:gd name="connsiteY44" fmla="*/ 971570 h 1694229"/>
                <a:gd name="connsiteX45" fmla="*/ 407654 w 1887825"/>
                <a:gd name="connsiteY45" fmla="*/ 1025822 h 1694229"/>
                <a:gd name="connsiteX46" fmla="*/ 443431 w 1887825"/>
                <a:gd name="connsiteY46" fmla="*/ 1096915 h 1694229"/>
                <a:gd name="connsiteX47" fmla="*/ 422534 w 1887825"/>
                <a:gd name="connsiteY47" fmla="*/ 1166488 h 1694229"/>
                <a:gd name="connsiteX48" fmla="*/ 500581 w 1887825"/>
                <a:gd name="connsiteY48" fmla="*/ 1222951 h 1694229"/>
                <a:gd name="connsiteX49" fmla="*/ 572613 w 1887825"/>
                <a:gd name="connsiteY49" fmla="*/ 1255945 h 1694229"/>
                <a:gd name="connsiteX50" fmla="*/ 582731 w 1887825"/>
                <a:gd name="connsiteY50" fmla="*/ 1330966 h 1694229"/>
                <a:gd name="connsiteX51" fmla="*/ 643931 w 1887825"/>
                <a:gd name="connsiteY51" fmla="*/ 1468048 h 1694229"/>
                <a:gd name="connsiteX52" fmla="*/ 736741 w 1887825"/>
                <a:gd name="connsiteY52" fmla="*/ 1541202 h 1694229"/>
                <a:gd name="connsiteX53" fmla="*/ 786806 w 1887825"/>
                <a:gd name="connsiteY53" fmla="*/ 1491860 h 1694229"/>
                <a:gd name="connsiteX54" fmla="*/ 851396 w 1887825"/>
                <a:gd name="connsiteY54" fmla="*/ 1519257 h 1694229"/>
                <a:gd name="connsiteX55" fmla="*/ 905869 w 1887825"/>
                <a:gd name="connsiteY55" fmla="*/ 1487098 h 1694229"/>
                <a:gd name="connsiteX56" fmla="*/ 922716 w 1887825"/>
                <a:gd name="connsiteY56" fmla="*/ 1444922 h 1694229"/>
                <a:gd name="connsiteX57" fmla="*/ 986593 w 1887825"/>
                <a:gd name="connsiteY57" fmla="*/ 1531334 h 1694229"/>
                <a:gd name="connsiteX58" fmla="*/ 1031660 w 1887825"/>
                <a:gd name="connsiteY58" fmla="*/ 1602428 h 1694229"/>
                <a:gd name="connsiteX59" fmla="*/ 1101606 w 1887825"/>
                <a:gd name="connsiteY59" fmla="*/ 1693947 h 1694229"/>
                <a:gd name="connsiteX60" fmla="*/ 1132504 w 1887825"/>
                <a:gd name="connsiteY60" fmla="*/ 1630856 h 1694229"/>
                <a:gd name="connsiteX61" fmla="*/ 1163163 w 1887825"/>
                <a:gd name="connsiteY61" fmla="*/ 1624376 h 1694229"/>
                <a:gd name="connsiteX62" fmla="*/ 1206262 w 1887825"/>
                <a:gd name="connsiteY62" fmla="*/ 1653639 h 1694229"/>
                <a:gd name="connsiteX63" fmla="*/ 1239837 w 1887825"/>
                <a:gd name="connsiteY63" fmla="*/ 1612985 h 1694229"/>
                <a:gd name="connsiteX64" fmla="*/ 1258658 w 1887825"/>
                <a:gd name="connsiteY64" fmla="*/ 1617602 h 1694229"/>
                <a:gd name="connsiteX65" fmla="*/ 1292700 w 1887825"/>
                <a:gd name="connsiteY65" fmla="*/ 1684079 h 1694229"/>
                <a:gd name="connsiteX66" fmla="*/ 1349256 w 1887825"/>
                <a:gd name="connsiteY66" fmla="*/ 1660610 h 1694229"/>
                <a:gd name="connsiteX67" fmla="*/ 1401288 w 1887825"/>
                <a:gd name="connsiteY67" fmla="*/ 1604489 h 1694229"/>
                <a:gd name="connsiteX68" fmla="*/ 1452065 w 1887825"/>
                <a:gd name="connsiteY68" fmla="*/ 1587946 h 1694229"/>
                <a:gd name="connsiteX69" fmla="*/ 1469744 w 1887825"/>
                <a:gd name="connsiteY69" fmla="*/ 1643768 h 1694229"/>
                <a:gd name="connsiteX70" fmla="*/ 1539639 w 1887825"/>
                <a:gd name="connsiteY70" fmla="*/ 1618090 h 1694229"/>
                <a:gd name="connsiteX71" fmla="*/ 1570417 w 1887825"/>
                <a:gd name="connsiteY71" fmla="*/ 1531334 h 1694229"/>
                <a:gd name="connsiteX72" fmla="*/ 1651853 w 1887825"/>
                <a:gd name="connsiteY72" fmla="*/ 1441192 h 1694229"/>
                <a:gd name="connsiteX73" fmla="*/ 1696444 w 1887825"/>
                <a:gd name="connsiteY73" fmla="*/ 1410062 h 1694229"/>
                <a:gd name="connsiteX74" fmla="*/ 1724813 w 1887825"/>
                <a:gd name="connsiteY74" fmla="*/ 1413357 h 1694229"/>
                <a:gd name="connsiteX75" fmla="*/ 1814608 w 1887825"/>
                <a:gd name="connsiteY75" fmla="*/ 1402749 h 1694229"/>
                <a:gd name="connsiteX76" fmla="*/ 1812167 w 1887825"/>
                <a:gd name="connsiteY76" fmla="*/ 1466525 h 1694229"/>
                <a:gd name="connsiteX77" fmla="*/ 1884978 w 1887825"/>
                <a:gd name="connsiteY77" fmla="*/ 1492399 h 1694229"/>
                <a:gd name="connsiteX78" fmla="*/ 1871943 w 1887825"/>
                <a:gd name="connsiteY78" fmla="*/ 1454448 h 1694229"/>
                <a:gd name="connsiteX79" fmla="*/ 1861403 w 1887825"/>
                <a:gd name="connsiteY79" fmla="*/ 1401373 h 1694229"/>
                <a:gd name="connsiteX80" fmla="*/ 1863844 w 1887825"/>
                <a:gd name="connsiteY80" fmla="*/ 1326546 h 1694229"/>
                <a:gd name="connsiteX81" fmla="*/ 1797946 w 1887825"/>
                <a:gd name="connsiteY81" fmla="*/ 1305140 h 1694229"/>
                <a:gd name="connsiteX82" fmla="*/ 1747763 w 1887825"/>
                <a:gd name="connsiteY82" fmla="*/ 1264979 h 1694229"/>
                <a:gd name="connsiteX83" fmla="*/ 1737459 w 1887825"/>
                <a:gd name="connsiteY83" fmla="*/ 1176356 h 1694229"/>
                <a:gd name="connsiteX84" fmla="*/ 1704241 w 1887825"/>
                <a:gd name="connsiteY84" fmla="*/ 1038783 h 1694229"/>
                <a:gd name="connsiteX85" fmla="*/ 1627446 w 1887825"/>
                <a:gd name="connsiteY85" fmla="*/ 972257 h 1694229"/>
                <a:gd name="connsiteX86" fmla="*/ 1594228 w 1887825"/>
                <a:gd name="connsiteY86" fmla="*/ 917660 h 1694229"/>
                <a:gd name="connsiteX87" fmla="*/ 1544162 w 1887825"/>
                <a:gd name="connsiteY87" fmla="*/ 872587 h 1694229"/>
                <a:gd name="connsiteX88" fmla="*/ 1472251 w 1887825"/>
                <a:gd name="connsiteY88" fmla="*/ 845878 h 1694229"/>
                <a:gd name="connsiteX89" fmla="*/ 1449150 w 1887825"/>
                <a:gd name="connsiteY89" fmla="*/ 823245 h 1694229"/>
                <a:gd name="connsiteX90" fmla="*/ 1477013 w 1887825"/>
                <a:gd name="connsiteY90" fmla="*/ 784801 h 1694229"/>
                <a:gd name="connsiteX91" fmla="*/ 1458319 w 1887825"/>
                <a:gd name="connsiteY91" fmla="*/ 748910 h 1694229"/>
                <a:gd name="connsiteX92" fmla="*/ 1463081 w 1887825"/>
                <a:gd name="connsiteY92" fmla="*/ 725098 h 1694229"/>
                <a:gd name="connsiteX93" fmla="*/ 1488076 w 1887825"/>
                <a:gd name="connsiteY93" fmla="*/ 724035 h 1694229"/>
                <a:gd name="connsiteX94" fmla="*/ 1580416 w 1887825"/>
                <a:gd name="connsiteY94" fmla="*/ 740220 h 1694229"/>
                <a:gd name="connsiteX95" fmla="*/ 1615719 w 1887825"/>
                <a:gd name="connsiteY95" fmla="*/ 683758 h 1694229"/>
                <a:gd name="connsiteX96" fmla="*/ 1603753 w 1887825"/>
                <a:gd name="connsiteY96" fmla="*/ 553648 h 1694229"/>
                <a:gd name="connsiteX97" fmla="*/ 1620956 w 1887825"/>
                <a:gd name="connsiteY97" fmla="*/ 405322 h 1694229"/>
                <a:gd name="connsiteX0" fmla="*/ 1620956 w 1887825"/>
                <a:gd name="connsiteY0" fmla="*/ 405322 h 1694229"/>
                <a:gd name="connsiteX1" fmla="*/ 1548806 w 1887825"/>
                <a:gd name="connsiteY1" fmla="*/ 372673 h 1694229"/>
                <a:gd name="connsiteX2" fmla="*/ 1458557 w 1887825"/>
                <a:gd name="connsiteY2" fmla="*/ 348860 h 1694229"/>
                <a:gd name="connsiteX3" fmla="*/ 1405237 w 1887825"/>
                <a:gd name="connsiteY3" fmla="*/ 271776 h 1694229"/>
                <a:gd name="connsiteX4" fmla="*/ 1382136 w 1887825"/>
                <a:gd name="connsiteY4" fmla="*/ 169931 h 1694229"/>
                <a:gd name="connsiteX5" fmla="*/ 1346239 w 1887825"/>
                <a:gd name="connsiteY5" fmla="*/ 1869 h 1694229"/>
                <a:gd name="connsiteX6" fmla="*/ 1278870 w 1887825"/>
                <a:gd name="connsiteY6" fmla="*/ 43567 h 1694229"/>
                <a:gd name="connsiteX7" fmla="*/ 1273302 w 1887825"/>
                <a:gd name="connsiteY7" fmla="*/ 101090 h 1694229"/>
                <a:gd name="connsiteX8" fmla="*/ 1257397 w 1887825"/>
                <a:gd name="connsiteY8" fmla="*/ 152303 h 1694229"/>
                <a:gd name="connsiteX9" fmla="*/ 1237872 w 1887825"/>
                <a:gd name="connsiteY9" fmla="*/ 204316 h 1694229"/>
                <a:gd name="connsiteX10" fmla="*/ 1236143 w 1887825"/>
                <a:gd name="connsiteY10" fmla="*/ 273739 h 1694229"/>
                <a:gd name="connsiteX11" fmla="*/ 1163162 w 1887825"/>
                <a:gd name="connsiteY11" fmla="*/ 283903 h 1694229"/>
                <a:gd name="connsiteX12" fmla="*/ 1098809 w 1887825"/>
                <a:gd name="connsiteY12" fmla="*/ 285917 h 1694229"/>
                <a:gd name="connsiteX13" fmla="*/ 1051208 w 1887825"/>
                <a:gd name="connsiteY13" fmla="*/ 346183 h 1694229"/>
                <a:gd name="connsiteX14" fmla="*/ 996593 w 1887825"/>
                <a:gd name="connsiteY14" fmla="*/ 371690 h 1694229"/>
                <a:gd name="connsiteX15" fmla="*/ 943969 w 1887825"/>
                <a:gd name="connsiteY15" fmla="*/ 358385 h 1694229"/>
                <a:gd name="connsiteX16" fmla="*/ 837229 w 1887825"/>
                <a:gd name="connsiteY16" fmla="*/ 376257 h 1694229"/>
                <a:gd name="connsiteX17" fmla="*/ 814246 w 1887825"/>
                <a:gd name="connsiteY17" fmla="*/ 440035 h 1694229"/>
                <a:gd name="connsiteX18" fmla="*/ 797163 w 1887825"/>
                <a:gd name="connsiteY18" fmla="*/ 475926 h 1694229"/>
                <a:gd name="connsiteX19" fmla="*/ 715132 w 1887825"/>
                <a:gd name="connsiteY19" fmla="*/ 494632 h 1694229"/>
                <a:gd name="connsiteX20" fmla="*/ 697320 w 1887825"/>
                <a:gd name="connsiteY20" fmla="*/ 440647 h 1694229"/>
                <a:gd name="connsiteX21" fmla="*/ 653456 w 1887825"/>
                <a:gd name="connsiteY21" fmla="*/ 420298 h 1694229"/>
                <a:gd name="connsiteX22" fmla="*/ 518140 w 1887825"/>
                <a:gd name="connsiteY22" fmla="*/ 420641 h 1694229"/>
                <a:gd name="connsiteX23" fmla="*/ 434263 w 1887825"/>
                <a:gd name="connsiteY23" fmla="*/ 447350 h 1694229"/>
                <a:gd name="connsiteX24" fmla="*/ 401044 w 1887825"/>
                <a:gd name="connsiteY24" fmla="*/ 420298 h 1694229"/>
                <a:gd name="connsiteX25" fmla="*/ 381994 w 1887825"/>
                <a:gd name="connsiteY25" fmla="*/ 358385 h 1694229"/>
                <a:gd name="connsiteX26" fmla="*/ 315319 w 1887825"/>
                <a:gd name="connsiteY26" fmla="*/ 305998 h 1694229"/>
                <a:gd name="connsiteX27" fmla="*/ 270134 w 1887825"/>
                <a:gd name="connsiteY27" fmla="*/ 229110 h 1694229"/>
                <a:gd name="connsiteX28" fmla="*/ 146784 w 1887825"/>
                <a:gd name="connsiteY28" fmla="*/ 258373 h 1694229"/>
                <a:gd name="connsiteX29" fmla="*/ 127734 w 1887825"/>
                <a:gd name="connsiteY29" fmla="*/ 344785 h 1694229"/>
                <a:gd name="connsiteX30" fmla="*/ 145174 w 1887825"/>
                <a:gd name="connsiteY30" fmla="*/ 411312 h 1694229"/>
                <a:gd name="connsiteX31" fmla="*/ 117735 w 1887825"/>
                <a:gd name="connsiteY31" fmla="*/ 446172 h 1694229"/>
                <a:gd name="connsiteX32" fmla="*/ 65347 w 1887825"/>
                <a:gd name="connsiteY32" fmla="*/ 474059 h 1694229"/>
                <a:gd name="connsiteX33" fmla="*/ 37246 w 1887825"/>
                <a:gd name="connsiteY33" fmla="*/ 482063 h 1694229"/>
                <a:gd name="connsiteX34" fmla="*/ 15281 w 1887825"/>
                <a:gd name="connsiteY34" fmla="*/ 520310 h 1694229"/>
                <a:gd name="connsiteX35" fmla="*/ 1469 w 1887825"/>
                <a:gd name="connsiteY35" fmla="*/ 632745 h 1694229"/>
                <a:gd name="connsiteX36" fmla="*/ 51178 w 1887825"/>
                <a:gd name="connsiteY36" fmla="*/ 685967 h 1694229"/>
                <a:gd name="connsiteX37" fmla="*/ 108092 w 1887825"/>
                <a:gd name="connsiteY37" fmla="*/ 681547 h 1694229"/>
                <a:gd name="connsiteX38" fmla="*/ 93804 w 1887825"/>
                <a:gd name="connsiteY38" fmla="*/ 751806 h 1694229"/>
                <a:gd name="connsiteX39" fmla="*/ 148631 w 1887825"/>
                <a:gd name="connsiteY39" fmla="*/ 782248 h 1694229"/>
                <a:gd name="connsiteX40" fmla="*/ 217629 w 1887825"/>
                <a:gd name="connsiteY40" fmla="*/ 792460 h 1694229"/>
                <a:gd name="connsiteX41" fmla="*/ 252932 w 1887825"/>
                <a:gd name="connsiteY41" fmla="*/ 848431 h 1694229"/>
                <a:gd name="connsiteX42" fmla="*/ 252339 w 1887825"/>
                <a:gd name="connsiteY42" fmla="*/ 893503 h 1694229"/>
                <a:gd name="connsiteX43" fmla="*/ 276863 w 1887825"/>
                <a:gd name="connsiteY43" fmla="*/ 932978 h 1694229"/>
                <a:gd name="connsiteX44" fmla="*/ 322521 w 1887825"/>
                <a:gd name="connsiteY44" fmla="*/ 971570 h 1694229"/>
                <a:gd name="connsiteX45" fmla="*/ 407654 w 1887825"/>
                <a:gd name="connsiteY45" fmla="*/ 1025822 h 1694229"/>
                <a:gd name="connsiteX46" fmla="*/ 443431 w 1887825"/>
                <a:gd name="connsiteY46" fmla="*/ 1096915 h 1694229"/>
                <a:gd name="connsiteX47" fmla="*/ 422534 w 1887825"/>
                <a:gd name="connsiteY47" fmla="*/ 1166488 h 1694229"/>
                <a:gd name="connsiteX48" fmla="*/ 500581 w 1887825"/>
                <a:gd name="connsiteY48" fmla="*/ 1222951 h 1694229"/>
                <a:gd name="connsiteX49" fmla="*/ 572613 w 1887825"/>
                <a:gd name="connsiteY49" fmla="*/ 1255945 h 1694229"/>
                <a:gd name="connsiteX50" fmla="*/ 582731 w 1887825"/>
                <a:gd name="connsiteY50" fmla="*/ 1330966 h 1694229"/>
                <a:gd name="connsiteX51" fmla="*/ 643931 w 1887825"/>
                <a:gd name="connsiteY51" fmla="*/ 1468048 h 1694229"/>
                <a:gd name="connsiteX52" fmla="*/ 736741 w 1887825"/>
                <a:gd name="connsiteY52" fmla="*/ 1541202 h 1694229"/>
                <a:gd name="connsiteX53" fmla="*/ 786806 w 1887825"/>
                <a:gd name="connsiteY53" fmla="*/ 1491860 h 1694229"/>
                <a:gd name="connsiteX54" fmla="*/ 851396 w 1887825"/>
                <a:gd name="connsiteY54" fmla="*/ 1519257 h 1694229"/>
                <a:gd name="connsiteX55" fmla="*/ 905869 w 1887825"/>
                <a:gd name="connsiteY55" fmla="*/ 1487098 h 1694229"/>
                <a:gd name="connsiteX56" fmla="*/ 922716 w 1887825"/>
                <a:gd name="connsiteY56" fmla="*/ 1444922 h 1694229"/>
                <a:gd name="connsiteX57" fmla="*/ 986593 w 1887825"/>
                <a:gd name="connsiteY57" fmla="*/ 1531334 h 1694229"/>
                <a:gd name="connsiteX58" fmla="*/ 1031660 w 1887825"/>
                <a:gd name="connsiteY58" fmla="*/ 1602428 h 1694229"/>
                <a:gd name="connsiteX59" fmla="*/ 1101606 w 1887825"/>
                <a:gd name="connsiteY59" fmla="*/ 1693947 h 1694229"/>
                <a:gd name="connsiteX60" fmla="*/ 1132504 w 1887825"/>
                <a:gd name="connsiteY60" fmla="*/ 1630856 h 1694229"/>
                <a:gd name="connsiteX61" fmla="*/ 1163163 w 1887825"/>
                <a:gd name="connsiteY61" fmla="*/ 1624376 h 1694229"/>
                <a:gd name="connsiteX62" fmla="*/ 1206262 w 1887825"/>
                <a:gd name="connsiteY62" fmla="*/ 1653639 h 1694229"/>
                <a:gd name="connsiteX63" fmla="*/ 1239837 w 1887825"/>
                <a:gd name="connsiteY63" fmla="*/ 1612985 h 1694229"/>
                <a:gd name="connsiteX64" fmla="*/ 1258658 w 1887825"/>
                <a:gd name="connsiteY64" fmla="*/ 1617602 h 1694229"/>
                <a:gd name="connsiteX65" fmla="*/ 1292700 w 1887825"/>
                <a:gd name="connsiteY65" fmla="*/ 1684079 h 1694229"/>
                <a:gd name="connsiteX66" fmla="*/ 1349256 w 1887825"/>
                <a:gd name="connsiteY66" fmla="*/ 1660610 h 1694229"/>
                <a:gd name="connsiteX67" fmla="*/ 1401288 w 1887825"/>
                <a:gd name="connsiteY67" fmla="*/ 1604489 h 1694229"/>
                <a:gd name="connsiteX68" fmla="*/ 1452065 w 1887825"/>
                <a:gd name="connsiteY68" fmla="*/ 1587946 h 1694229"/>
                <a:gd name="connsiteX69" fmla="*/ 1469744 w 1887825"/>
                <a:gd name="connsiteY69" fmla="*/ 1643768 h 1694229"/>
                <a:gd name="connsiteX70" fmla="*/ 1539639 w 1887825"/>
                <a:gd name="connsiteY70" fmla="*/ 1618090 h 1694229"/>
                <a:gd name="connsiteX71" fmla="*/ 1570417 w 1887825"/>
                <a:gd name="connsiteY71" fmla="*/ 1531334 h 1694229"/>
                <a:gd name="connsiteX72" fmla="*/ 1651853 w 1887825"/>
                <a:gd name="connsiteY72" fmla="*/ 1441192 h 1694229"/>
                <a:gd name="connsiteX73" fmla="*/ 1696444 w 1887825"/>
                <a:gd name="connsiteY73" fmla="*/ 1410062 h 1694229"/>
                <a:gd name="connsiteX74" fmla="*/ 1724813 w 1887825"/>
                <a:gd name="connsiteY74" fmla="*/ 1413357 h 1694229"/>
                <a:gd name="connsiteX75" fmla="*/ 1814608 w 1887825"/>
                <a:gd name="connsiteY75" fmla="*/ 1402749 h 1694229"/>
                <a:gd name="connsiteX76" fmla="*/ 1812167 w 1887825"/>
                <a:gd name="connsiteY76" fmla="*/ 1466525 h 1694229"/>
                <a:gd name="connsiteX77" fmla="*/ 1884978 w 1887825"/>
                <a:gd name="connsiteY77" fmla="*/ 1492399 h 1694229"/>
                <a:gd name="connsiteX78" fmla="*/ 1871943 w 1887825"/>
                <a:gd name="connsiteY78" fmla="*/ 1454448 h 1694229"/>
                <a:gd name="connsiteX79" fmla="*/ 1861403 w 1887825"/>
                <a:gd name="connsiteY79" fmla="*/ 1401373 h 1694229"/>
                <a:gd name="connsiteX80" fmla="*/ 1863844 w 1887825"/>
                <a:gd name="connsiteY80" fmla="*/ 1326546 h 1694229"/>
                <a:gd name="connsiteX81" fmla="*/ 1797946 w 1887825"/>
                <a:gd name="connsiteY81" fmla="*/ 1305140 h 1694229"/>
                <a:gd name="connsiteX82" fmla="*/ 1747763 w 1887825"/>
                <a:gd name="connsiteY82" fmla="*/ 1264979 h 1694229"/>
                <a:gd name="connsiteX83" fmla="*/ 1737459 w 1887825"/>
                <a:gd name="connsiteY83" fmla="*/ 1176356 h 1694229"/>
                <a:gd name="connsiteX84" fmla="*/ 1704241 w 1887825"/>
                <a:gd name="connsiteY84" fmla="*/ 1038783 h 1694229"/>
                <a:gd name="connsiteX85" fmla="*/ 1627446 w 1887825"/>
                <a:gd name="connsiteY85" fmla="*/ 972257 h 1694229"/>
                <a:gd name="connsiteX86" fmla="*/ 1594228 w 1887825"/>
                <a:gd name="connsiteY86" fmla="*/ 917660 h 1694229"/>
                <a:gd name="connsiteX87" fmla="*/ 1544162 w 1887825"/>
                <a:gd name="connsiteY87" fmla="*/ 872587 h 1694229"/>
                <a:gd name="connsiteX88" fmla="*/ 1472251 w 1887825"/>
                <a:gd name="connsiteY88" fmla="*/ 845878 h 1694229"/>
                <a:gd name="connsiteX89" fmla="*/ 1449150 w 1887825"/>
                <a:gd name="connsiteY89" fmla="*/ 823245 h 1694229"/>
                <a:gd name="connsiteX90" fmla="*/ 1477013 w 1887825"/>
                <a:gd name="connsiteY90" fmla="*/ 784801 h 1694229"/>
                <a:gd name="connsiteX91" fmla="*/ 1458319 w 1887825"/>
                <a:gd name="connsiteY91" fmla="*/ 748910 h 1694229"/>
                <a:gd name="connsiteX92" fmla="*/ 1463081 w 1887825"/>
                <a:gd name="connsiteY92" fmla="*/ 725098 h 1694229"/>
                <a:gd name="connsiteX93" fmla="*/ 1488076 w 1887825"/>
                <a:gd name="connsiteY93" fmla="*/ 724035 h 1694229"/>
                <a:gd name="connsiteX94" fmla="*/ 1580416 w 1887825"/>
                <a:gd name="connsiteY94" fmla="*/ 740220 h 1694229"/>
                <a:gd name="connsiteX95" fmla="*/ 1615719 w 1887825"/>
                <a:gd name="connsiteY95" fmla="*/ 683758 h 1694229"/>
                <a:gd name="connsiteX96" fmla="*/ 1603753 w 1887825"/>
                <a:gd name="connsiteY96" fmla="*/ 553648 h 1694229"/>
                <a:gd name="connsiteX97" fmla="*/ 1620956 w 1887825"/>
                <a:gd name="connsiteY97" fmla="*/ 405322 h 1694229"/>
                <a:gd name="connsiteX0" fmla="*/ 1620956 w 1887825"/>
                <a:gd name="connsiteY0" fmla="*/ 405322 h 1694229"/>
                <a:gd name="connsiteX1" fmla="*/ 1548806 w 1887825"/>
                <a:gd name="connsiteY1" fmla="*/ 372673 h 1694229"/>
                <a:gd name="connsiteX2" fmla="*/ 1458557 w 1887825"/>
                <a:gd name="connsiteY2" fmla="*/ 348860 h 1694229"/>
                <a:gd name="connsiteX3" fmla="*/ 1405237 w 1887825"/>
                <a:gd name="connsiteY3" fmla="*/ 271776 h 1694229"/>
                <a:gd name="connsiteX4" fmla="*/ 1382136 w 1887825"/>
                <a:gd name="connsiteY4" fmla="*/ 169931 h 1694229"/>
                <a:gd name="connsiteX5" fmla="*/ 1346239 w 1887825"/>
                <a:gd name="connsiteY5" fmla="*/ 1869 h 1694229"/>
                <a:gd name="connsiteX6" fmla="*/ 1278870 w 1887825"/>
                <a:gd name="connsiteY6" fmla="*/ 43567 h 1694229"/>
                <a:gd name="connsiteX7" fmla="*/ 1273302 w 1887825"/>
                <a:gd name="connsiteY7" fmla="*/ 101090 h 1694229"/>
                <a:gd name="connsiteX8" fmla="*/ 1257397 w 1887825"/>
                <a:gd name="connsiteY8" fmla="*/ 152303 h 1694229"/>
                <a:gd name="connsiteX9" fmla="*/ 1237872 w 1887825"/>
                <a:gd name="connsiteY9" fmla="*/ 204316 h 1694229"/>
                <a:gd name="connsiteX10" fmla="*/ 1236143 w 1887825"/>
                <a:gd name="connsiteY10" fmla="*/ 273739 h 1694229"/>
                <a:gd name="connsiteX11" fmla="*/ 1163162 w 1887825"/>
                <a:gd name="connsiteY11" fmla="*/ 283903 h 1694229"/>
                <a:gd name="connsiteX12" fmla="*/ 1098809 w 1887825"/>
                <a:gd name="connsiteY12" fmla="*/ 285917 h 1694229"/>
                <a:gd name="connsiteX13" fmla="*/ 1051208 w 1887825"/>
                <a:gd name="connsiteY13" fmla="*/ 346183 h 1694229"/>
                <a:gd name="connsiteX14" fmla="*/ 996593 w 1887825"/>
                <a:gd name="connsiteY14" fmla="*/ 371690 h 1694229"/>
                <a:gd name="connsiteX15" fmla="*/ 943969 w 1887825"/>
                <a:gd name="connsiteY15" fmla="*/ 358385 h 1694229"/>
                <a:gd name="connsiteX16" fmla="*/ 837229 w 1887825"/>
                <a:gd name="connsiteY16" fmla="*/ 376257 h 1694229"/>
                <a:gd name="connsiteX17" fmla="*/ 814246 w 1887825"/>
                <a:gd name="connsiteY17" fmla="*/ 440035 h 1694229"/>
                <a:gd name="connsiteX18" fmla="*/ 797163 w 1887825"/>
                <a:gd name="connsiteY18" fmla="*/ 475926 h 1694229"/>
                <a:gd name="connsiteX19" fmla="*/ 715132 w 1887825"/>
                <a:gd name="connsiteY19" fmla="*/ 494632 h 1694229"/>
                <a:gd name="connsiteX20" fmla="*/ 697320 w 1887825"/>
                <a:gd name="connsiteY20" fmla="*/ 440647 h 1694229"/>
                <a:gd name="connsiteX21" fmla="*/ 653456 w 1887825"/>
                <a:gd name="connsiteY21" fmla="*/ 420298 h 1694229"/>
                <a:gd name="connsiteX22" fmla="*/ 518140 w 1887825"/>
                <a:gd name="connsiteY22" fmla="*/ 420641 h 1694229"/>
                <a:gd name="connsiteX23" fmla="*/ 434263 w 1887825"/>
                <a:gd name="connsiteY23" fmla="*/ 447350 h 1694229"/>
                <a:gd name="connsiteX24" fmla="*/ 401044 w 1887825"/>
                <a:gd name="connsiteY24" fmla="*/ 420298 h 1694229"/>
                <a:gd name="connsiteX25" fmla="*/ 381994 w 1887825"/>
                <a:gd name="connsiteY25" fmla="*/ 358385 h 1694229"/>
                <a:gd name="connsiteX26" fmla="*/ 315319 w 1887825"/>
                <a:gd name="connsiteY26" fmla="*/ 305998 h 1694229"/>
                <a:gd name="connsiteX27" fmla="*/ 270134 w 1887825"/>
                <a:gd name="connsiteY27" fmla="*/ 229110 h 1694229"/>
                <a:gd name="connsiteX28" fmla="*/ 146784 w 1887825"/>
                <a:gd name="connsiteY28" fmla="*/ 258373 h 1694229"/>
                <a:gd name="connsiteX29" fmla="*/ 127734 w 1887825"/>
                <a:gd name="connsiteY29" fmla="*/ 344785 h 1694229"/>
                <a:gd name="connsiteX30" fmla="*/ 145174 w 1887825"/>
                <a:gd name="connsiteY30" fmla="*/ 411312 h 1694229"/>
                <a:gd name="connsiteX31" fmla="*/ 117735 w 1887825"/>
                <a:gd name="connsiteY31" fmla="*/ 446172 h 1694229"/>
                <a:gd name="connsiteX32" fmla="*/ 65347 w 1887825"/>
                <a:gd name="connsiteY32" fmla="*/ 474059 h 1694229"/>
                <a:gd name="connsiteX33" fmla="*/ 37246 w 1887825"/>
                <a:gd name="connsiteY33" fmla="*/ 482063 h 1694229"/>
                <a:gd name="connsiteX34" fmla="*/ 15281 w 1887825"/>
                <a:gd name="connsiteY34" fmla="*/ 520310 h 1694229"/>
                <a:gd name="connsiteX35" fmla="*/ 1469 w 1887825"/>
                <a:gd name="connsiteY35" fmla="*/ 632745 h 1694229"/>
                <a:gd name="connsiteX36" fmla="*/ 51178 w 1887825"/>
                <a:gd name="connsiteY36" fmla="*/ 685967 h 1694229"/>
                <a:gd name="connsiteX37" fmla="*/ 108092 w 1887825"/>
                <a:gd name="connsiteY37" fmla="*/ 681547 h 1694229"/>
                <a:gd name="connsiteX38" fmla="*/ 93804 w 1887825"/>
                <a:gd name="connsiteY38" fmla="*/ 751806 h 1694229"/>
                <a:gd name="connsiteX39" fmla="*/ 148631 w 1887825"/>
                <a:gd name="connsiteY39" fmla="*/ 782248 h 1694229"/>
                <a:gd name="connsiteX40" fmla="*/ 217629 w 1887825"/>
                <a:gd name="connsiteY40" fmla="*/ 792460 h 1694229"/>
                <a:gd name="connsiteX41" fmla="*/ 252932 w 1887825"/>
                <a:gd name="connsiteY41" fmla="*/ 848431 h 1694229"/>
                <a:gd name="connsiteX42" fmla="*/ 252339 w 1887825"/>
                <a:gd name="connsiteY42" fmla="*/ 893503 h 1694229"/>
                <a:gd name="connsiteX43" fmla="*/ 276863 w 1887825"/>
                <a:gd name="connsiteY43" fmla="*/ 932978 h 1694229"/>
                <a:gd name="connsiteX44" fmla="*/ 322521 w 1887825"/>
                <a:gd name="connsiteY44" fmla="*/ 971570 h 1694229"/>
                <a:gd name="connsiteX45" fmla="*/ 407654 w 1887825"/>
                <a:gd name="connsiteY45" fmla="*/ 1025822 h 1694229"/>
                <a:gd name="connsiteX46" fmla="*/ 443431 w 1887825"/>
                <a:gd name="connsiteY46" fmla="*/ 1096915 h 1694229"/>
                <a:gd name="connsiteX47" fmla="*/ 422534 w 1887825"/>
                <a:gd name="connsiteY47" fmla="*/ 1166488 h 1694229"/>
                <a:gd name="connsiteX48" fmla="*/ 500581 w 1887825"/>
                <a:gd name="connsiteY48" fmla="*/ 1222951 h 1694229"/>
                <a:gd name="connsiteX49" fmla="*/ 572613 w 1887825"/>
                <a:gd name="connsiteY49" fmla="*/ 1255945 h 1694229"/>
                <a:gd name="connsiteX50" fmla="*/ 582731 w 1887825"/>
                <a:gd name="connsiteY50" fmla="*/ 1330966 h 1694229"/>
                <a:gd name="connsiteX51" fmla="*/ 651253 w 1887825"/>
                <a:gd name="connsiteY51" fmla="*/ 1450176 h 1694229"/>
                <a:gd name="connsiteX52" fmla="*/ 736741 w 1887825"/>
                <a:gd name="connsiteY52" fmla="*/ 1541202 h 1694229"/>
                <a:gd name="connsiteX53" fmla="*/ 786806 w 1887825"/>
                <a:gd name="connsiteY53" fmla="*/ 1491860 h 1694229"/>
                <a:gd name="connsiteX54" fmla="*/ 851396 w 1887825"/>
                <a:gd name="connsiteY54" fmla="*/ 1519257 h 1694229"/>
                <a:gd name="connsiteX55" fmla="*/ 905869 w 1887825"/>
                <a:gd name="connsiteY55" fmla="*/ 1487098 h 1694229"/>
                <a:gd name="connsiteX56" fmla="*/ 922716 w 1887825"/>
                <a:gd name="connsiteY56" fmla="*/ 1444922 h 1694229"/>
                <a:gd name="connsiteX57" fmla="*/ 986593 w 1887825"/>
                <a:gd name="connsiteY57" fmla="*/ 1531334 h 1694229"/>
                <a:gd name="connsiteX58" fmla="*/ 1031660 w 1887825"/>
                <a:gd name="connsiteY58" fmla="*/ 1602428 h 1694229"/>
                <a:gd name="connsiteX59" fmla="*/ 1101606 w 1887825"/>
                <a:gd name="connsiteY59" fmla="*/ 1693947 h 1694229"/>
                <a:gd name="connsiteX60" fmla="*/ 1132504 w 1887825"/>
                <a:gd name="connsiteY60" fmla="*/ 1630856 h 1694229"/>
                <a:gd name="connsiteX61" fmla="*/ 1163163 w 1887825"/>
                <a:gd name="connsiteY61" fmla="*/ 1624376 h 1694229"/>
                <a:gd name="connsiteX62" fmla="*/ 1206262 w 1887825"/>
                <a:gd name="connsiteY62" fmla="*/ 1653639 h 1694229"/>
                <a:gd name="connsiteX63" fmla="*/ 1239837 w 1887825"/>
                <a:gd name="connsiteY63" fmla="*/ 1612985 h 1694229"/>
                <a:gd name="connsiteX64" fmla="*/ 1258658 w 1887825"/>
                <a:gd name="connsiteY64" fmla="*/ 1617602 h 1694229"/>
                <a:gd name="connsiteX65" fmla="*/ 1292700 w 1887825"/>
                <a:gd name="connsiteY65" fmla="*/ 1684079 h 1694229"/>
                <a:gd name="connsiteX66" fmla="*/ 1349256 w 1887825"/>
                <a:gd name="connsiteY66" fmla="*/ 1660610 h 1694229"/>
                <a:gd name="connsiteX67" fmla="*/ 1401288 w 1887825"/>
                <a:gd name="connsiteY67" fmla="*/ 1604489 h 1694229"/>
                <a:gd name="connsiteX68" fmla="*/ 1452065 w 1887825"/>
                <a:gd name="connsiteY68" fmla="*/ 1587946 h 1694229"/>
                <a:gd name="connsiteX69" fmla="*/ 1469744 w 1887825"/>
                <a:gd name="connsiteY69" fmla="*/ 1643768 h 1694229"/>
                <a:gd name="connsiteX70" fmla="*/ 1539639 w 1887825"/>
                <a:gd name="connsiteY70" fmla="*/ 1618090 h 1694229"/>
                <a:gd name="connsiteX71" fmla="*/ 1570417 w 1887825"/>
                <a:gd name="connsiteY71" fmla="*/ 1531334 h 1694229"/>
                <a:gd name="connsiteX72" fmla="*/ 1651853 w 1887825"/>
                <a:gd name="connsiteY72" fmla="*/ 1441192 h 1694229"/>
                <a:gd name="connsiteX73" fmla="*/ 1696444 w 1887825"/>
                <a:gd name="connsiteY73" fmla="*/ 1410062 h 1694229"/>
                <a:gd name="connsiteX74" fmla="*/ 1724813 w 1887825"/>
                <a:gd name="connsiteY74" fmla="*/ 1413357 h 1694229"/>
                <a:gd name="connsiteX75" fmla="*/ 1814608 w 1887825"/>
                <a:gd name="connsiteY75" fmla="*/ 1402749 h 1694229"/>
                <a:gd name="connsiteX76" fmla="*/ 1812167 w 1887825"/>
                <a:gd name="connsiteY76" fmla="*/ 1466525 h 1694229"/>
                <a:gd name="connsiteX77" fmla="*/ 1884978 w 1887825"/>
                <a:gd name="connsiteY77" fmla="*/ 1492399 h 1694229"/>
                <a:gd name="connsiteX78" fmla="*/ 1871943 w 1887825"/>
                <a:gd name="connsiteY78" fmla="*/ 1454448 h 1694229"/>
                <a:gd name="connsiteX79" fmla="*/ 1861403 w 1887825"/>
                <a:gd name="connsiteY79" fmla="*/ 1401373 h 1694229"/>
                <a:gd name="connsiteX80" fmla="*/ 1863844 w 1887825"/>
                <a:gd name="connsiteY80" fmla="*/ 1326546 h 1694229"/>
                <a:gd name="connsiteX81" fmla="*/ 1797946 w 1887825"/>
                <a:gd name="connsiteY81" fmla="*/ 1305140 h 1694229"/>
                <a:gd name="connsiteX82" fmla="*/ 1747763 w 1887825"/>
                <a:gd name="connsiteY82" fmla="*/ 1264979 h 1694229"/>
                <a:gd name="connsiteX83" fmla="*/ 1737459 w 1887825"/>
                <a:gd name="connsiteY83" fmla="*/ 1176356 h 1694229"/>
                <a:gd name="connsiteX84" fmla="*/ 1704241 w 1887825"/>
                <a:gd name="connsiteY84" fmla="*/ 1038783 h 1694229"/>
                <a:gd name="connsiteX85" fmla="*/ 1627446 w 1887825"/>
                <a:gd name="connsiteY85" fmla="*/ 972257 h 1694229"/>
                <a:gd name="connsiteX86" fmla="*/ 1594228 w 1887825"/>
                <a:gd name="connsiteY86" fmla="*/ 917660 h 1694229"/>
                <a:gd name="connsiteX87" fmla="*/ 1544162 w 1887825"/>
                <a:gd name="connsiteY87" fmla="*/ 872587 h 1694229"/>
                <a:gd name="connsiteX88" fmla="*/ 1472251 w 1887825"/>
                <a:gd name="connsiteY88" fmla="*/ 845878 h 1694229"/>
                <a:gd name="connsiteX89" fmla="*/ 1449150 w 1887825"/>
                <a:gd name="connsiteY89" fmla="*/ 823245 h 1694229"/>
                <a:gd name="connsiteX90" fmla="*/ 1477013 w 1887825"/>
                <a:gd name="connsiteY90" fmla="*/ 784801 h 1694229"/>
                <a:gd name="connsiteX91" fmla="*/ 1458319 w 1887825"/>
                <a:gd name="connsiteY91" fmla="*/ 748910 h 1694229"/>
                <a:gd name="connsiteX92" fmla="*/ 1463081 w 1887825"/>
                <a:gd name="connsiteY92" fmla="*/ 725098 h 1694229"/>
                <a:gd name="connsiteX93" fmla="*/ 1488076 w 1887825"/>
                <a:gd name="connsiteY93" fmla="*/ 724035 h 1694229"/>
                <a:gd name="connsiteX94" fmla="*/ 1580416 w 1887825"/>
                <a:gd name="connsiteY94" fmla="*/ 740220 h 1694229"/>
                <a:gd name="connsiteX95" fmla="*/ 1615719 w 1887825"/>
                <a:gd name="connsiteY95" fmla="*/ 683758 h 1694229"/>
                <a:gd name="connsiteX96" fmla="*/ 1603753 w 1887825"/>
                <a:gd name="connsiteY96" fmla="*/ 553648 h 1694229"/>
                <a:gd name="connsiteX97" fmla="*/ 1620956 w 1887825"/>
                <a:gd name="connsiteY97" fmla="*/ 405322 h 1694229"/>
                <a:gd name="connsiteX0" fmla="*/ 1620956 w 1887825"/>
                <a:gd name="connsiteY0" fmla="*/ 405322 h 1694229"/>
                <a:gd name="connsiteX1" fmla="*/ 1548806 w 1887825"/>
                <a:gd name="connsiteY1" fmla="*/ 372673 h 1694229"/>
                <a:gd name="connsiteX2" fmla="*/ 1458557 w 1887825"/>
                <a:gd name="connsiteY2" fmla="*/ 348860 h 1694229"/>
                <a:gd name="connsiteX3" fmla="*/ 1405237 w 1887825"/>
                <a:gd name="connsiteY3" fmla="*/ 271776 h 1694229"/>
                <a:gd name="connsiteX4" fmla="*/ 1382136 w 1887825"/>
                <a:gd name="connsiteY4" fmla="*/ 169931 h 1694229"/>
                <a:gd name="connsiteX5" fmla="*/ 1346239 w 1887825"/>
                <a:gd name="connsiteY5" fmla="*/ 1869 h 1694229"/>
                <a:gd name="connsiteX6" fmla="*/ 1278870 w 1887825"/>
                <a:gd name="connsiteY6" fmla="*/ 43567 h 1694229"/>
                <a:gd name="connsiteX7" fmla="*/ 1273302 w 1887825"/>
                <a:gd name="connsiteY7" fmla="*/ 101090 h 1694229"/>
                <a:gd name="connsiteX8" fmla="*/ 1257397 w 1887825"/>
                <a:gd name="connsiteY8" fmla="*/ 152303 h 1694229"/>
                <a:gd name="connsiteX9" fmla="*/ 1237872 w 1887825"/>
                <a:gd name="connsiteY9" fmla="*/ 204316 h 1694229"/>
                <a:gd name="connsiteX10" fmla="*/ 1236143 w 1887825"/>
                <a:gd name="connsiteY10" fmla="*/ 273739 h 1694229"/>
                <a:gd name="connsiteX11" fmla="*/ 1163162 w 1887825"/>
                <a:gd name="connsiteY11" fmla="*/ 283903 h 1694229"/>
                <a:gd name="connsiteX12" fmla="*/ 1098809 w 1887825"/>
                <a:gd name="connsiteY12" fmla="*/ 285917 h 1694229"/>
                <a:gd name="connsiteX13" fmla="*/ 1051208 w 1887825"/>
                <a:gd name="connsiteY13" fmla="*/ 346183 h 1694229"/>
                <a:gd name="connsiteX14" fmla="*/ 996593 w 1887825"/>
                <a:gd name="connsiteY14" fmla="*/ 371690 h 1694229"/>
                <a:gd name="connsiteX15" fmla="*/ 943969 w 1887825"/>
                <a:gd name="connsiteY15" fmla="*/ 358385 h 1694229"/>
                <a:gd name="connsiteX16" fmla="*/ 837229 w 1887825"/>
                <a:gd name="connsiteY16" fmla="*/ 376257 h 1694229"/>
                <a:gd name="connsiteX17" fmla="*/ 814246 w 1887825"/>
                <a:gd name="connsiteY17" fmla="*/ 440035 h 1694229"/>
                <a:gd name="connsiteX18" fmla="*/ 797163 w 1887825"/>
                <a:gd name="connsiteY18" fmla="*/ 475926 h 1694229"/>
                <a:gd name="connsiteX19" fmla="*/ 715132 w 1887825"/>
                <a:gd name="connsiteY19" fmla="*/ 494632 h 1694229"/>
                <a:gd name="connsiteX20" fmla="*/ 697320 w 1887825"/>
                <a:gd name="connsiteY20" fmla="*/ 440647 h 1694229"/>
                <a:gd name="connsiteX21" fmla="*/ 653456 w 1887825"/>
                <a:gd name="connsiteY21" fmla="*/ 420298 h 1694229"/>
                <a:gd name="connsiteX22" fmla="*/ 518140 w 1887825"/>
                <a:gd name="connsiteY22" fmla="*/ 420641 h 1694229"/>
                <a:gd name="connsiteX23" fmla="*/ 434263 w 1887825"/>
                <a:gd name="connsiteY23" fmla="*/ 447350 h 1694229"/>
                <a:gd name="connsiteX24" fmla="*/ 401044 w 1887825"/>
                <a:gd name="connsiteY24" fmla="*/ 420298 h 1694229"/>
                <a:gd name="connsiteX25" fmla="*/ 381994 w 1887825"/>
                <a:gd name="connsiteY25" fmla="*/ 358385 h 1694229"/>
                <a:gd name="connsiteX26" fmla="*/ 315319 w 1887825"/>
                <a:gd name="connsiteY26" fmla="*/ 305998 h 1694229"/>
                <a:gd name="connsiteX27" fmla="*/ 270134 w 1887825"/>
                <a:gd name="connsiteY27" fmla="*/ 229110 h 1694229"/>
                <a:gd name="connsiteX28" fmla="*/ 146784 w 1887825"/>
                <a:gd name="connsiteY28" fmla="*/ 258373 h 1694229"/>
                <a:gd name="connsiteX29" fmla="*/ 127734 w 1887825"/>
                <a:gd name="connsiteY29" fmla="*/ 344785 h 1694229"/>
                <a:gd name="connsiteX30" fmla="*/ 145174 w 1887825"/>
                <a:gd name="connsiteY30" fmla="*/ 411312 h 1694229"/>
                <a:gd name="connsiteX31" fmla="*/ 117735 w 1887825"/>
                <a:gd name="connsiteY31" fmla="*/ 446172 h 1694229"/>
                <a:gd name="connsiteX32" fmla="*/ 65347 w 1887825"/>
                <a:gd name="connsiteY32" fmla="*/ 474059 h 1694229"/>
                <a:gd name="connsiteX33" fmla="*/ 37246 w 1887825"/>
                <a:gd name="connsiteY33" fmla="*/ 482063 h 1694229"/>
                <a:gd name="connsiteX34" fmla="*/ 15281 w 1887825"/>
                <a:gd name="connsiteY34" fmla="*/ 520310 h 1694229"/>
                <a:gd name="connsiteX35" fmla="*/ 1469 w 1887825"/>
                <a:gd name="connsiteY35" fmla="*/ 632745 h 1694229"/>
                <a:gd name="connsiteX36" fmla="*/ 51178 w 1887825"/>
                <a:gd name="connsiteY36" fmla="*/ 685967 h 1694229"/>
                <a:gd name="connsiteX37" fmla="*/ 108092 w 1887825"/>
                <a:gd name="connsiteY37" fmla="*/ 681547 h 1694229"/>
                <a:gd name="connsiteX38" fmla="*/ 93804 w 1887825"/>
                <a:gd name="connsiteY38" fmla="*/ 751806 h 1694229"/>
                <a:gd name="connsiteX39" fmla="*/ 148631 w 1887825"/>
                <a:gd name="connsiteY39" fmla="*/ 782248 h 1694229"/>
                <a:gd name="connsiteX40" fmla="*/ 217629 w 1887825"/>
                <a:gd name="connsiteY40" fmla="*/ 792460 h 1694229"/>
                <a:gd name="connsiteX41" fmla="*/ 252932 w 1887825"/>
                <a:gd name="connsiteY41" fmla="*/ 848431 h 1694229"/>
                <a:gd name="connsiteX42" fmla="*/ 252339 w 1887825"/>
                <a:gd name="connsiteY42" fmla="*/ 893503 h 1694229"/>
                <a:gd name="connsiteX43" fmla="*/ 276863 w 1887825"/>
                <a:gd name="connsiteY43" fmla="*/ 932978 h 1694229"/>
                <a:gd name="connsiteX44" fmla="*/ 322521 w 1887825"/>
                <a:gd name="connsiteY44" fmla="*/ 971570 h 1694229"/>
                <a:gd name="connsiteX45" fmla="*/ 407654 w 1887825"/>
                <a:gd name="connsiteY45" fmla="*/ 1025822 h 1694229"/>
                <a:gd name="connsiteX46" fmla="*/ 443431 w 1887825"/>
                <a:gd name="connsiteY46" fmla="*/ 1096915 h 1694229"/>
                <a:gd name="connsiteX47" fmla="*/ 422534 w 1887825"/>
                <a:gd name="connsiteY47" fmla="*/ 1166488 h 1694229"/>
                <a:gd name="connsiteX48" fmla="*/ 500581 w 1887825"/>
                <a:gd name="connsiteY48" fmla="*/ 1222951 h 1694229"/>
                <a:gd name="connsiteX49" fmla="*/ 572613 w 1887825"/>
                <a:gd name="connsiteY49" fmla="*/ 1255945 h 1694229"/>
                <a:gd name="connsiteX50" fmla="*/ 582731 w 1887825"/>
                <a:gd name="connsiteY50" fmla="*/ 1330966 h 1694229"/>
                <a:gd name="connsiteX51" fmla="*/ 651253 w 1887825"/>
                <a:gd name="connsiteY51" fmla="*/ 1450176 h 1694229"/>
                <a:gd name="connsiteX52" fmla="*/ 736741 w 1887825"/>
                <a:gd name="connsiteY52" fmla="*/ 1541202 h 1694229"/>
                <a:gd name="connsiteX53" fmla="*/ 786806 w 1887825"/>
                <a:gd name="connsiteY53" fmla="*/ 1491860 h 1694229"/>
                <a:gd name="connsiteX54" fmla="*/ 851396 w 1887825"/>
                <a:gd name="connsiteY54" fmla="*/ 1519257 h 1694229"/>
                <a:gd name="connsiteX55" fmla="*/ 905869 w 1887825"/>
                <a:gd name="connsiteY55" fmla="*/ 1487098 h 1694229"/>
                <a:gd name="connsiteX56" fmla="*/ 922716 w 1887825"/>
                <a:gd name="connsiteY56" fmla="*/ 1444922 h 1694229"/>
                <a:gd name="connsiteX57" fmla="*/ 986593 w 1887825"/>
                <a:gd name="connsiteY57" fmla="*/ 1531334 h 1694229"/>
                <a:gd name="connsiteX58" fmla="*/ 1031660 w 1887825"/>
                <a:gd name="connsiteY58" fmla="*/ 1602428 h 1694229"/>
                <a:gd name="connsiteX59" fmla="*/ 1101606 w 1887825"/>
                <a:gd name="connsiteY59" fmla="*/ 1693947 h 1694229"/>
                <a:gd name="connsiteX60" fmla="*/ 1132504 w 1887825"/>
                <a:gd name="connsiteY60" fmla="*/ 1630856 h 1694229"/>
                <a:gd name="connsiteX61" fmla="*/ 1163163 w 1887825"/>
                <a:gd name="connsiteY61" fmla="*/ 1624376 h 1694229"/>
                <a:gd name="connsiteX62" fmla="*/ 1206262 w 1887825"/>
                <a:gd name="connsiteY62" fmla="*/ 1653639 h 1694229"/>
                <a:gd name="connsiteX63" fmla="*/ 1239837 w 1887825"/>
                <a:gd name="connsiteY63" fmla="*/ 1612985 h 1694229"/>
                <a:gd name="connsiteX64" fmla="*/ 1258658 w 1887825"/>
                <a:gd name="connsiteY64" fmla="*/ 1617602 h 1694229"/>
                <a:gd name="connsiteX65" fmla="*/ 1292700 w 1887825"/>
                <a:gd name="connsiteY65" fmla="*/ 1684079 h 1694229"/>
                <a:gd name="connsiteX66" fmla="*/ 1349256 w 1887825"/>
                <a:gd name="connsiteY66" fmla="*/ 1660610 h 1694229"/>
                <a:gd name="connsiteX67" fmla="*/ 1401288 w 1887825"/>
                <a:gd name="connsiteY67" fmla="*/ 1604489 h 1694229"/>
                <a:gd name="connsiteX68" fmla="*/ 1452065 w 1887825"/>
                <a:gd name="connsiteY68" fmla="*/ 1587946 h 1694229"/>
                <a:gd name="connsiteX69" fmla="*/ 1469744 w 1887825"/>
                <a:gd name="connsiteY69" fmla="*/ 1643768 h 1694229"/>
                <a:gd name="connsiteX70" fmla="*/ 1539639 w 1887825"/>
                <a:gd name="connsiteY70" fmla="*/ 1618090 h 1694229"/>
                <a:gd name="connsiteX71" fmla="*/ 1570417 w 1887825"/>
                <a:gd name="connsiteY71" fmla="*/ 1531334 h 1694229"/>
                <a:gd name="connsiteX72" fmla="*/ 1651853 w 1887825"/>
                <a:gd name="connsiteY72" fmla="*/ 1441192 h 1694229"/>
                <a:gd name="connsiteX73" fmla="*/ 1696444 w 1887825"/>
                <a:gd name="connsiteY73" fmla="*/ 1410062 h 1694229"/>
                <a:gd name="connsiteX74" fmla="*/ 1724813 w 1887825"/>
                <a:gd name="connsiteY74" fmla="*/ 1413357 h 1694229"/>
                <a:gd name="connsiteX75" fmla="*/ 1814608 w 1887825"/>
                <a:gd name="connsiteY75" fmla="*/ 1402749 h 1694229"/>
                <a:gd name="connsiteX76" fmla="*/ 1812167 w 1887825"/>
                <a:gd name="connsiteY76" fmla="*/ 1466525 h 1694229"/>
                <a:gd name="connsiteX77" fmla="*/ 1884978 w 1887825"/>
                <a:gd name="connsiteY77" fmla="*/ 1492399 h 1694229"/>
                <a:gd name="connsiteX78" fmla="*/ 1871943 w 1887825"/>
                <a:gd name="connsiteY78" fmla="*/ 1454448 h 1694229"/>
                <a:gd name="connsiteX79" fmla="*/ 1861403 w 1887825"/>
                <a:gd name="connsiteY79" fmla="*/ 1401373 h 1694229"/>
                <a:gd name="connsiteX80" fmla="*/ 1863844 w 1887825"/>
                <a:gd name="connsiteY80" fmla="*/ 1326546 h 1694229"/>
                <a:gd name="connsiteX81" fmla="*/ 1797946 w 1887825"/>
                <a:gd name="connsiteY81" fmla="*/ 1305140 h 1694229"/>
                <a:gd name="connsiteX82" fmla="*/ 1747763 w 1887825"/>
                <a:gd name="connsiteY82" fmla="*/ 1264979 h 1694229"/>
                <a:gd name="connsiteX83" fmla="*/ 1737459 w 1887825"/>
                <a:gd name="connsiteY83" fmla="*/ 1176356 h 1694229"/>
                <a:gd name="connsiteX84" fmla="*/ 1704241 w 1887825"/>
                <a:gd name="connsiteY84" fmla="*/ 1038783 h 1694229"/>
                <a:gd name="connsiteX85" fmla="*/ 1627446 w 1887825"/>
                <a:gd name="connsiteY85" fmla="*/ 972257 h 1694229"/>
                <a:gd name="connsiteX86" fmla="*/ 1594228 w 1887825"/>
                <a:gd name="connsiteY86" fmla="*/ 917660 h 1694229"/>
                <a:gd name="connsiteX87" fmla="*/ 1544162 w 1887825"/>
                <a:gd name="connsiteY87" fmla="*/ 872587 h 1694229"/>
                <a:gd name="connsiteX88" fmla="*/ 1472251 w 1887825"/>
                <a:gd name="connsiteY88" fmla="*/ 845878 h 1694229"/>
                <a:gd name="connsiteX89" fmla="*/ 1449150 w 1887825"/>
                <a:gd name="connsiteY89" fmla="*/ 823245 h 1694229"/>
                <a:gd name="connsiteX90" fmla="*/ 1477013 w 1887825"/>
                <a:gd name="connsiteY90" fmla="*/ 784801 h 1694229"/>
                <a:gd name="connsiteX91" fmla="*/ 1458319 w 1887825"/>
                <a:gd name="connsiteY91" fmla="*/ 748910 h 1694229"/>
                <a:gd name="connsiteX92" fmla="*/ 1463081 w 1887825"/>
                <a:gd name="connsiteY92" fmla="*/ 725098 h 1694229"/>
                <a:gd name="connsiteX93" fmla="*/ 1488076 w 1887825"/>
                <a:gd name="connsiteY93" fmla="*/ 724035 h 1694229"/>
                <a:gd name="connsiteX94" fmla="*/ 1580416 w 1887825"/>
                <a:gd name="connsiteY94" fmla="*/ 740220 h 1694229"/>
                <a:gd name="connsiteX95" fmla="*/ 1615719 w 1887825"/>
                <a:gd name="connsiteY95" fmla="*/ 683758 h 1694229"/>
                <a:gd name="connsiteX96" fmla="*/ 1603753 w 1887825"/>
                <a:gd name="connsiteY96" fmla="*/ 553648 h 1694229"/>
                <a:gd name="connsiteX97" fmla="*/ 1620956 w 1887825"/>
                <a:gd name="connsiteY97" fmla="*/ 405322 h 169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887825" h="1694229">
                  <a:moveTo>
                    <a:pt x="1620956" y="405322"/>
                  </a:moveTo>
                  <a:cubicBezTo>
                    <a:pt x="1611798" y="375160"/>
                    <a:pt x="1575873" y="382083"/>
                    <a:pt x="1548806" y="372673"/>
                  </a:cubicBezTo>
                  <a:cubicBezTo>
                    <a:pt x="1521740" y="363263"/>
                    <a:pt x="1482485" y="365676"/>
                    <a:pt x="1458557" y="348860"/>
                  </a:cubicBezTo>
                  <a:cubicBezTo>
                    <a:pt x="1434629" y="332044"/>
                    <a:pt x="1417974" y="301598"/>
                    <a:pt x="1405237" y="271776"/>
                  </a:cubicBezTo>
                  <a:cubicBezTo>
                    <a:pt x="1392500" y="241954"/>
                    <a:pt x="1391969" y="214915"/>
                    <a:pt x="1382136" y="169931"/>
                  </a:cubicBezTo>
                  <a:cubicBezTo>
                    <a:pt x="1372303" y="124947"/>
                    <a:pt x="1353688" y="-17918"/>
                    <a:pt x="1346239" y="1869"/>
                  </a:cubicBezTo>
                  <a:cubicBezTo>
                    <a:pt x="1338790" y="21656"/>
                    <a:pt x="1288585" y="9160"/>
                    <a:pt x="1278870" y="43567"/>
                  </a:cubicBezTo>
                  <a:cubicBezTo>
                    <a:pt x="1269155" y="77974"/>
                    <a:pt x="1274440" y="66798"/>
                    <a:pt x="1273302" y="101090"/>
                  </a:cubicBezTo>
                  <a:cubicBezTo>
                    <a:pt x="1272164" y="120063"/>
                    <a:pt x="1263302" y="135099"/>
                    <a:pt x="1257397" y="152303"/>
                  </a:cubicBezTo>
                  <a:cubicBezTo>
                    <a:pt x="1251492" y="169507"/>
                    <a:pt x="1241414" y="184077"/>
                    <a:pt x="1237872" y="204316"/>
                  </a:cubicBezTo>
                  <a:cubicBezTo>
                    <a:pt x="1234330" y="224555"/>
                    <a:pt x="1248595" y="260475"/>
                    <a:pt x="1236143" y="273739"/>
                  </a:cubicBezTo>
                  <a:cubicBezTo>
                    <a:pt x="1223691" y="287004"/>
                    <a:pt x="1198254" y="286979"/>
                    <a:pt x="1163162" y="283903"/>
                  </a:cubicBezTo>
                  <a:cubicBezTo>
                    <a:pt x="1128070" y="280827"/>
                    <a:pt x="1117468" y="275537"/>
                    <a:pt x="1098809" y="285917"/>
                  </a:cubicBezTo>
                  <a:cubicBezTo>
                    <a:pt x="1080150" y="296297"/>
                    <a:pt x="1069871" y="341249"/>
                    <a:pt x="1051208" y="346183"/>
                  </a:cubicBezTo>
                  <a:cubicBezTo>
                    <a:pt x="1037427" y="374095"/>
                    <a:pt x="1014466" y="369656"/>
                    <a:pt x="996593" y="371690"/>
                  </a:cubicBezTo>
                  <a:cubicBezTo>
                    <a:pt x="978720" y="373724"/>
                    <a:pt x="975412" y="370390"/>
                    <a:pt x="943969" y="358385"/>
                  </a:cubicBezTo>
                  <a:cubicBezTo>
                    <a:pt x="912526" y="346380"/>
                    <a:pt x="858849" y="362649"/>
                    <a:pt x="837229" y="376257"/>
                  </a:cubicBezTo>
                  <a:cubicBezTo>
                    <a:pt x="815609" y="389865"/>
                    <a:pt x="820924" y="423424"/>
                    <a:pt x="814246" y="440035"/>
                  </a:cubicBezTo>
                  <a:cubicBezTo>
                    <a:pt x="807568" y="456646"/>
                    <a:pt x="813682" y="466827"/>
                    <a:pt x="797163" y="475926"/>
                  </a:cubicBezTo>
                  <a:cubicBezTo>
                    <a:pt x="780644" y="485025"/>
                    <a:pt x="731772" y="500512"/>
                    <a:pt x="715132" y="494632"/>
                  </a:cubicBezTo>
                  <a:cubicBezTo>
                    <a:pt x="698492" y="488752"/>
                    <a:pt x="707599" y="453036"/>
                    <a:pt x="697320" y="440647"/>
                  </a:cubicBezTo>
                  <a:cubicBezTo>
                    <a:pt x="687041" y="428258"/>
                    <a:pt x="683319" y="423632"/>
                    <a:pt x="653456" y="420298"/>
                  </a:cubicBezTo>
                  <a:cubicBezTo>
                    <a:pt x="623593" y="416964"/>
                    <a:pt x="554672" y="416132"/>
                    <a:pt x="518140" y="420641"/>
                  </a:cubicBezTo>
                  <a:cubicBezTo>
                    <a:pt x="481608" y="425150"/>
                    <a:pt x="453779" y="447407"/>
                    <a:pt x="434263" y="447350"/>
                  </a:cubicBezTo>
                  <a:cubicBezTo>
                    <a:pt x="414747" y="447293"/>
                    <a:pt x="409756" y="435126"/>
                    <a:pt x="401044" y="420298"/>
                  </a:cubicBezTo>
                  <a:cubicBezTo>
                    <a:pt x="392332" y="405470"/>
                    <a:pt x="396281" y="377435"/>
                    <a:pt x="381994" y="358385"/>
                  </a:cubicBezTo>
                  <a:cubicBezTo>
                    <a:pt x="367706" y="339335"/>
                    <a:pt x="333962" y="327544"/>
                    <a:pt x="315319" y="305998"/>
                  </a:cubicBezTo>
                  <a:cubicBezTo>
                    <a:pt x="296676" y="284452"/>
                    <a:pt x="298223" y="237047"/>
                    <a:pt x="270134" y="229110"/>
                  </a:cubicBezTo>
                  <a:cubicBezTo>
                    <a:pt x="242045" y="221173"/>
                    <a:pt x="170517" y="239094"/>
                    <a:pt x="146784" y="258373"/>
                  </a:cubicBezTo>
                  <a:cubicBezTo>
                    <a:pt x="123051" y="277652"/>
                    <a:pt x="128002" y="319295"/>
                    <a:pt x="127734" y="344785"/>
                  </a:cubicBezTo>
                  <a:cubicBezTo>
                    <a:pt x="127466" y="370275"/>
                    <a:pt x="146840" y="394414"/>
                    <a:pt x="145174" y="411312"/>
                  </a:cubicBezTo>
                  <a:cubicBezTo>
                    <a:pt x="143508" y="428210"/>
                    <a:pt x="131040" y="435714"/>
                    <a:pt x="117735" y="446172"/>
                  </a:cubicBezTo>
                  <a:cubicBezTo>
                    <a:pt x="104431" y="456630"/>
                    <a:pt x="78762" y="468077"/>
                    <a:pt x="65347" y="474059"/>
                  </a:cubicBezTo>
                  <a:cubicBezTo>
                    <a:pt x="51932" y="480041"/>
                    <a:pt x="45590" y="474355"/>
                    <a:pt x="37246" y="482063"/>
                  </a:cubicBezTo>
                  <a:cubicBezTo>
                    <a:pt x="28902" y="489771"/>
                    <a:pt x="21244" y="495196"/>
                    <a:pt x="15281" y="520310"/>
                  </a:cubicBezTo>
                  <a:cubicBezTo>
                    <a:pt x="9318" y="545424"/>
                    <a:pt x="-4514" y="605136"/>
                    <a:pt x="1469" y="632745"/>
                  </a:cubicBezTo>
                  <a:cubicBezTo>
                    <a:pt x="7452" y="660354"/>
                    <a:pt x="33408" y="677833"/>
                    <a:pt x="51178" y="685967"/>
                  </a:cubicBezTo>
                  <a:cubicBezTo>
                    <a:pt x="68948" y="694101"/>
                    <a:pt x="100988" y="670574"/>
                    <a:pt x="108092" y="681547"/>
                  </a:cubicBezTo>
                  <a:cubicBezTo>
                    <a:pt x="115196" y="692520"/>
                    <a:pt x="87047" y="735022"/>
                    <a:pt x="93804" y="751806"/>
                  </a:cubicBezTo>
                  <a:cubicBezTo>
                    <a:pt x="100561" y="768590"/>
                    <a:pt x="127994" y="775472"/>
                    <a:pt x="148631" y="782248"/>
                  </a:cubicBezTo>
                  <a:cubicBezTo>
                    <a:pt x="169268" y="789024"/>
                    <a:pt x="200246" y="781430"/>
                    <a:pt x="217629" y="792460"/>
                  </a:cubicBezTo>
                  <a:cubicBezTo>
                    <a:pt x="235013" y="803491"/>
                    <a:pt x="247147" y="831591"/>
                    <a:pt x="252932" y="848431"/>
                  </a:cubicBezTo>
                  <a:cubicBezTo>
                    <a:pt x="258717" y="865271"/>
                    <a:pt x="248351" y="879412"/>
                    <a:pt x="252339" y="893503"/>
                  </a:cubicBezTo>
                  <a:cubicBezTo>
                    <a:pt x="256327" y="907594"/>
                    <a:pt x="265166" y="919967"/>
                    <a:pt x="276863" y="932978"/>
                  </a:cubicBezTo>
                  <a:cubicBezTo>
                    <a:pt x="288560" y="945989"/>
                    <a:pt x="300723" y="956096"/>
                    <a:pt x="322521" y="971570"/>
                  </a:cubicBezTo>
                  <a:cubicBezTo>
                    <a:pt x="344320" y="987044"/>
                    <a:pt x="387502" y="1004931"/>
                    <a:pt x="407654" y="1025822"/>
                  </a:cubicBezTo>
                  <a:cubicBezTo>
                    <a:pt x="427806" y="1046713"/>
                    <a:pt x="440951" y="1073471"/>
                    <a:pt x="443431" y="1096915"/>
                  </a:cubicBezTo>
                  <a:cubicBezTo>
                    <a:pt x="445911" y="1120359"/>
                    <a:pt x="413009" y="1145482"/>
                    <a:pt x="422534" y="1166488"/>
                  </a:cubicBezTo>
                  <a:cubicBezTo>
                    <a:pt x="432059" y="1187494"/>
                    <a:pt x="475568" y="1208042"/>
                    <a:pt x="500581" y="1222951"/>
                  </a:cubicBezTo>
                  <a:cubicBezTo>
                    <a:pt x="525594" y="1237860"/>
                    <a:pt x="558921" y="1237943"/>
                    <a:pt x="572613" y="1255945"/>
                  </a:cubicBezTo>
                  <a:cubicBezTo>
                    <a:pt x="586305" y="1273947"/>
                    <a:pt x="579387" y="1290935"/>
                    <a:pt x="582731" y="1330966"/>
                  </a:cubicBezTo>
                  <a:cubicBezTo>
                    <a:pt x="586075" y="1370997"/>
                    <a:pt x="625585" y="1415137"/>
                    <a:pt x="651253" y="1450176"/>
                  </a:cubicBezTo>
                  <a:cubicBezTo>
                    <a:pt x="676921" y="1485215"/>
                    <a:pt x="714149" y="1534255"/>
                    <a:pt x="736741" y="1541202"/>
                  </a:cubicBezTo>
                  <a:cubicBezTo>
                    <a:pt x="759333" y="1548149"/>
                    <a:pt x="767697" y="1495518"/>
                    <a:pt x="786806" y="1491860"/>
                  </a:cubicBezTo>
                  <a:cubicBezTo>
                    <a:pt x="805915" y="1488203"/>
                    <a:pt x="831552" y="1520051"/>
                    <a:pt x="851396" y="1519257"/>
                  </a:cubicBezTo>
                  <a:cubicBezTo>
                    <a:pt x="871240" y="1518463"/>
                    <a:pt x="893982" y="1499487"/>
                    <a:pt x="905869" y="1487098"/>
                  </a:cubicBezTo>
                  <a:cubicBezTo>
                    <a:pt x="917756" y="1474709"/>
                    <a:pt x="877533" y="1437549"/>
                    <a:pt x="922716" y="1444922"/>
                  </a:cubicBezTo>
                  <a:cubicBezTo>
                    <a:pt x="967899" y="1452295"/>
                    <a:pt x="978199" y="1487211"/>
                    <a:pt x="986593" y="1531334"/>
                  </a:cubicBezTo>
                  <a:cubicBezTo>
                    <a:pt x="994987" y="1575457"/>
                    <a:pt x="997847" y="1588092"/>
                    <a:pt x="1031660" y="1602428"/>
                  </a:cubicBezTo>
                  <a:cubicBezTo>
                    <a:pt x="1065473" y="1616764"/>
                    <a:pt x="1084799" y="1689209"/>
                    <a:pt x="1101606" y="1693947"/>
                  </a:cubicBezTo>
                  <a:cubicBezTo>
                    <a:pt x="1118413" y="1698685"/>
                    <a:pt x="1122245" y="1642451"/>
                    <a:pt x="1132504" y="1630856"/>
                  </a:cubicBezTo>
                  <a:cubicBezTo>
                    <a:pt x="1142764" y="1619261"/>
                    <a:pt x="1150870" y="1620579"/>
                    <a:pt x="1163163" y="1624376"/>
                  </a:cubicBezTo>
                  <a:cubicBezTo>
                    <a:pt x="1175456" y="1628173"/>
                    <a:pt x="1193483" y="1655537"/>
                    <a:pt x="1206262" y="1653639"/>
                  </a:cubicBezTo>
                  <a:cubicBezTo>
                    <a:pt x="1219041" y="1651741"/>
                    <a:pt x="1231104" y="1618991"/>
                    <a:pt x="1239837" y="1612985"/>
                  </a:cubicBezTo>
                  <a:cubicBezTo>
                    <a:pt x="1248570" y="1606979"/>
                    <a:pt x="1249848" y="1605753"/>
                    <a:pt x="1258658" y="1617602"/>
                  </a:cubicBezTo>
                  <a:cubicBezTo>
                    <a:pt x="1267468" y="1629451"/>
                    <a:pt x="1277600" y="1676911"/>
                    <a:pt x="1292700" y="1684079"/>
                  </a:cubicBezTo>
                  <a:cubicBezTo>
                    <a:pt x="1307800" y="1691247"/>
                    <a:pt x="1331158" y="1673875"/>
                    <a:pt x="1349256" y="1660610"/>
                  </a:cubicBezTo>
                  <a:cubicBezTo>
                    <a:pt x="1367354" y="1647345"/>
                    <a:pt x="1384153" y="1616600"/>
                    <a:pt x="1401288" y="1604489"/>
                  </a:cubicBezTo>
                  <a:cubicBezTo>
                    <a:pt x="1418423" y="1592378"/>
                    <a:pt x="1440656" y="1581400"/>
                    <a:pt x="1452065" y="1587946"/>
                  </a:cubicBezTo>
                  <a:cubicBezTo>
                    <a:pt x="1463474" y="1594493"/>
                    <a:pt x="1455148" y="1638744"/>
                    <a:pt x="1469744" y="1643768"/>
                  </a:cubicBezTo>
                  <a:cubicBezTo>
                    <a:pt x="1484340" y="1648792"/>
                    <a:pt x="1522860" y="1636829"/>
                    <a:pt x="1539639" y="1618090"/>
                  </a:cubicBezTo>
                  <a:cubicBezTo>
                    <a:pt x="1556418" y="1599351"/>
                    <a:pt x="1551715" y="1560817"/>
                    <a:pt x="1570417" y="1531334"/>
                  </a:cubicBezTo>
                  <a:cubicBezTo>
                    <a:pt x="1589119" y="1501851"/>
                    <a:pt x="1630849" y="1461404"/>
                    <a:pt x="1651853" y="1441192"/>
                  </a:cubicBezTo>
                  <a:cubicBezTo>
                    <a:pt x="1672857" y="1420980"/>
                    <a:pt x="1684284" y="1414701"/>
                    <a:pt x="1696444" y="1410062"/>
                  </a:cubicBezTo>
                  <a:cubicBezTo>
                    <a:pt x="1708604" y="1405423"/>
                    <a:pt x="1715288" y="1414151"/>
                    <a:pt x="1724813" y="1413357"/>
                  </a:cubicBezTo>
                  <a:cubicBezTo>
                    <a:pt x="1734338" y="1412563"/>
                    <a:pt x="1800049" y="1393888"/>
                    <a:pt x="1814608" y="1402749"/>
                  </a:cubicBezTo>
                  <a:cubicBezTo>
                    <a:pt x="1829167" y="1411610"/>
                    <a:pt x="1800439" y="1451583"/>
                    <a:pt x="1812167" y="1466525"/>
                  </a:cubicBezTo>
                  <a:cubicBezTo>
                    <a:pt x="1823895" y="1481467"/>
                    <a:pt x="1875015" y="1494412"/>
                    <a:pt x="1884978" y="1492399"/>
                  </a:cubicBezTo>
                  <a:cubicBezTo>
                    <a:pt x="1894941" y="1490386"/>
                    <a:pt x="1875872" y="1469619"/>
                    <a:pt x="1871943" y="1454448"/>
                  </a:cubicBezTo>
                  <a:cubicBezTo>
                    <a:pt x="1868014" y="1439277"/>
                    <a:pt x="1862753" y="1422690"/>
                    <a:pt x="1861403" y="1401373"/>
                  </a:cubicBezTo>
                  <a:cubicBezTo>
                    <a:pt x="1860053" y="1380056"/>
                    <a:pt x="1874420" y="1342585"/>
                    <a:pt x="1863844" y="1326546"/>
                  </a:cubicBezTo>
                  <a:cubicBezTo>
                    <a:pt x="1853268" y="1310507"/>
                    <a:pt x="1817293" y="1315401"/>
                    <a:pt x="1797946" y="1305140"/>
                  </a:cubicBezTo>
                  <a:cubicBezTo>
                    <a:pt x="1778599" y="1294879"/>
                    <a:pt x="1757844" y="1286443"/>
                    <a:pt x="1747763" y="1264979"/>
                  </a:cubicBezTo>
                  <a:cubicBezTo>
                    <a:pt x="1737682" y="1243515"/>
                    <a:pt x="1744713" y="1214055"/>
                    <a:pt x="1737459" y="1176356"/>
                  </a:cubicBezTo>
                  <a:cubicBezTo>
                    <a:pt x="1730205" y="1138657"/>
                    <a:pt x="1722576" y="1072799"/>
                    <a:pt x="1704241" y="1038783"/>
                  </a:cubicBezTo>
                  <a:cubicBezTo>
                    <a:pt x="1685906" y="1004767"/>
                    <a:pt x="1645781" y="992444"/>
                    <a:pt x="1627446" y="972257"/>
                  </a:cubicBezTo>
                  <a:cubicBezTo>
                    <a:pt x="1609111" y="952070"/>
                    <a:pt x="1608109" y="934272"/>
                    <a:pt x="1594228" y="917660"/>
                  </a:cubicBezTo>
                  <a:cubicBezTo>
                    <a:pt x="1580347" y="901048"/>
                    <a:pt x="1564491" y="884551"/>
                    <a:pt x="1544162" y="872587"/>
                  </a:cubicBezTo>
                  <a:cubicBezTo>
                    <a:pt x="1523833" y="860623"/>
                    <a:pt x="1488086" y="854102"/>
                    <a:pt x="1472251" y="845878"/>
                  </a:cubicBezTo>
                  <a:cubicBezTo>
                    <a:pt x="1456416" y="837654"/>
                    <a:pt x="1448356" y="833425"/>
                    <a:pt x="1449150" y="823245"/>
                  </a:cubicBezTo>
                  <a:cubicBezTo>
                    <a:pt x="1449944" y="813066"/>
                    <a:pt x="1475485" y="797190"/>
                    <a:pt x="1477013" y="784801"/>
                  </a:cubicBezTo>
                  <a:cubicBezTo>
                    <a:pt x="1478541" y="772412"/>
                    <a:pt x="1460641" y="758860"/>
                    <a:pt x="1458319" y="748910"/>
                  </a:cubicBezTo>
                  <a:cubicBezTo>
                    <a:pt x="1455997" y="738960"/>
                    <a:pt x="1458122" y="729244"/>
                    <a:pt x="1463081" y="725098"/>
                  </a:cubicBezTo>
                  <a:cubicBezTo>
                    <a:pt x="1468040" y="720952"/>
                    <a:pt x="1472995" y="717685"/>
                    <a:pt x="1488076" y="724035"/>
                  </a:cubicBezTo>
                  <a:cubicBezTo>
                    <a:pt x="1503157" y="730385"/>
                    <a:pt x="1559142" y="746933"/>
                    <a:pt x="1580416" y="740220"/>
                  </a:cubicBezTo>
                  <a:cubicBezTo>
                    <a:pt x="1601690" y="733507"/>
                    <a:pt x="1608575" y="718683"/>
                    <a:pt x="1615719" y="683758"/>
                  </a:cubicBezTo>
                  <a:cubicBezTo>
                    <a:pt x="1622863" y="648833"/>
                    <a:pt x="1602880" y="600054"/>
                    <a:pt x="1603753" y="553648"/>
                  </a:cubicBezTo>
                  <a:cubicBezTo>
                    <a:pt x="1604626" y="507242"/>
                    <a:pt x="1630114" y="435484"/>
                    <a:pt x="1620956" y="405322"/>
                  </a:cubicBezTo>
                  <a:close/>
                </a:path>
              </a:pathLst>
            </a:custGeom>
            <a:grp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24073" rtl="0" eaLnBrk="1" fontAlgn="auto" latinLnBrk="0" hangingPunct="1">
                <a:lnSpc>
                  <a:spcPct val="100000"/>
                </a:lnSpc>
                <a:spcBef>
                  <a:spcPts val="0"/>
                </a:spcBef>
                <a:spcAft>
                  <a:spcPts val="0"/>
                </a:spcAft>
                <a:buClrTx/>
                <a:buSzTx/>
                <a:buFontTx/>
                <a:buNone/>
                <a:tabLst/>
                <a:defRPr/>
              </a:pPr>
              <a:endParaRPr kumimoji="0" lang="en-US" sz="1814" b="0" i="0" u="none" strike="noStrike" kern="1200" cap="none" spc="0" normalizeH="0" baseline="0" noProof="0" dirty="0" err="1">
                <a:ln>
                  <a:noFill/>
                </a:ln>
                <a:solidFill>
                  <a:srgbClr val="FFFFFF"/>
                </a:solidFill>
                <a:effectLst/>
                <a:uLnTx/>
                <a:uFillTx/>
                <a:cs typeface="+mn-ea"/>
                <a:sym typeface="+mn-lt"/>
              </a:endParaRPr>
            </a:p>
          </p:txBody>
        </p:sp>
        <p:sp>
          <p:nvSpPr>
            <p:cNvPr id="312" name="Freeform 83">
              <a:extLst>
                <a:ext uri="{FF2B5EF4-FFF2-40B4-BE49-F238E27FC236}">
                  <a16:creationId xmlns:a16="http://schemas.microsoft.com/office/drawing/2014/main" id="{769F3B84-03FE-5BF3-B039-CAE28EE6EDEC}"/>
                </a:ext>
              </a:extLst>
            </p:cNvPr>
            <p:cNvSpPr>
              <a:spLocks/>
            </p:cNvSpPr>
            <p:nvPr/>
          </p:nvSpPr>
          <p:spPr bwMode="auto">
            <a:xfrm>
              <a:off x="2299617" y="3889062"/>
              <a:ext cx="407380" cy="419003"/>
            </a:xfrm>
            <a:custGeom>
              <a:avLst/>
              <a:gdLst>
                <a:gd name="connsiteX0" fmla="*/ 3440 w 9933"/>
                <a:gd name="connsiteY0" fmla="*/ 9133 h 9898"/>
                <a:gd name="connsiteX1" fmla="*/ 4037 w 9933"/>
                <a:gd name="connsiteY1" fmla="*/ 9439 h 9898"/>
                <a:gd name="connsiteX2" fmla="*/ 4485 w 9933"/>
                <a:gd name="connsiteY2" fmla="*/ 9337 h 9898"/>
                <a:gd name="connsiteX3" fmla="*/ 5381 w 9933"/>
                <a:gd name="connsiteY3" fmla="*/ 9898 h 9898"/>
                <a:gd name="connsiteX4" fmla="*/ 5829 w 9933"/>
                <a:gd name="connsiteY4" fmla="*/ 9745 h 9898"/>
                <a:gd name="connsiteX5" fmla="*/ 6052 w 9933"/>
                <a:gd name="connsiteY5" fmla="*/ 9847 h 9898"/>
                <a:gd name="connsiteX6" fmla="*/ 6724 w 9933"/>
                <a:gd name="connsiteY6" fmla="*/ 9643 h 9898"/>
                <a:gd name="connsiteX7" fmla="*/ 6873 w 9933"/>
                <a:gd name="connsiteY7" fmla="*/ 9745 h 9898"/>
                <a:gd name="connsiteX8" fmla="*/ 7172 w 9933"/>
                <a:gd name="connsiteY8" fmla="*/ 9490 h 9898"/>
                <a:gd name="connsiteX9" fmla="*/ 7620 w 9933"/>
                <a:gd name="connsiteY9" fmla="*/ 9184 h 9898"/>
                <a:gd name="connsiteX10" fmla="*/ 8142 w 9933"/>
                <a:gd name="connsiteY10" fmla="*/ 9184 h 9898"/>
                <a:gd name="connsiteX11" fmla="*/ 8366 w 9933"/>
                <a:gd name="connsiteY11" fmla="*/ 9337 h 9898"/>
                <a:gd name="connsiteX12" fmla="*/ 8217 w 9933"/>
                <a:gd name="connsiteY12" fmla="*/ 8929 h 9898"/>
                <a:gd name="connsiteX13" fmla="*/ 7769 w 9933"/>
                <a:gd name="connsiteY13" fmla="*/ 8469 h 9898"/>
                <a:gd name="connsiteX14" fmla="*/ 7321 w 9933"/>
                <a:gd name="connsiteY14" fmla="*/ 8010 h 9898"/>
                <a:gd name="connsiteX15" fmla="*/ 6724 w 9933"/>
                <a:gd name="connsiteY15" fmla="*/ 7602 h 9898"/>
                <a:gd name="connsiteX16" fmla="*/ 7097 w 9933"/>
                <a:gd name="connsiteY16" fmla="*/ 7449 h 9898"/>
                <a:gd name="connsiteX17" fmla="*/ 7396 w 9933"/>
                <a:gd name="connsiteY17" fmla="*/ 6633 h 9898"/>
                <a:gd name="connsiteX18" fmla="*/ 7396 w 9933"/>
                <a:gd name="connsiteY18" fmla="*/ 6276 h 9898"/>
                <a:gd name="connsiteX19" fmla="*/ 7769 w 9933"/>
                <a:gd name="connsiteY19" fmla="*/ 6276 h 9898"/>
                <a:gd name="connsiteX20" fmla="*/ 7993 w 9933"/>
                <a:gd name="connsiteY20" fmla="*/ 5612 h 9898"/>
                <a:gd name="connsiteX21" fmla="*/ 8590 w 9933"/>
                <a:gd name="connsiteY21" fmla="*/ 5204 h 9898"/>
                <a:gd name="connsiteX22" fmla="*/ 8814 w 9933"/>
                <a:gd name="connsiteY22" fmla="*/ 4439 h 9898"/>
                <a:gd name="connsiteX23" fmla="*/ 8664 w 9933"/>
                <a:gd name="connsiteY23" fmla="*/ 4031 h 9898"/>
                <a:gd name="connsiteX24" fmla="*/ 9037 w 9933"/>
                <a:gd name="connsiteY24" fmla="*/ 3163 h 9898"/>
                <a:gd name="connsiteX25" fmla="*/ 9336 w 9933"/>
                <a:gd name="connsiteY25" fmla="*/ 2908 h 9898"/>
                <a:gd name="connsiteX26" fmla="*/ 9933 w 9933"/>
                <a:gd name="connsiteY26" fmla="*/ 2500 h 9898"/>
                <a:gd name="connsiteX27" fmla="*/ 9709 w 9933"/>
                <a:gd name="connsiteY27" fmla="*/ 2449 h 9898"/>
                <a:gd name="connsiteX28" fmla="*/ 9336 w 9933"/>
                <a:gd name="connsiteY28" fmla="*/ 2194 h 9898"/>
                <a:gd name="connsiteX29" fmla="*/ 9112 w 9933"/>
                <a:gd name="connsiteY29" fmla="*/ 1429 h 9898"/>
                <a:gd name="connsiteX30" fmla="*/ 9112 w 9933"/>
                <a:gd name="connsiteY30" fmla="*/ 1020 h 9898"/>
                <a:gd name="connsiteX31" fmla="*/ 9037 w 9933"/>
                <a:gd name="connsiteY31" fmla="*/ 510 h 9898"/>
                <a:gd name="connsiteX32" fmla="*/ 8814 w 9933"/>
                <a:gd name="connsiteY32" fmla="*/ 357 h 9898"/>
                <a:gd name="connsiteX33" fmla="*/ 8440 w 9933"/>
                <a:gd name="connsiteY33" fmla="*/ 153 h 9898"/>
                <a:gd name="connsiteX34" fmla="*/ 8217 w 9933"/>
                <a:gd name="connsiteY34" fmla="*/ 0 h 9898"/>
                <a:gd name="connsiteX35" fmla="*/ 7769 w 9933"/>
                <a:gd name="connsiteY35" fmla="*/ 204 h 9898"/>
                <a:gd name="connsiteX36" fmla="*/ 7321 w 9933"/>
                <a:gd name="connsiteY36" fmla="*/ 510 h 9898"/>
                <a:gd name="connsiteX37" fmla="*/ 6724 w 9933"/>
                <a:gd name="connsiteY37" fmla="*/ 510 h 9898"/>
                <a:gd name="connsiteX38" fmla="*/ 5679 w 9933"/>
                <a:gd name="connsiteY38" fmla="*/ 510 h 9898"/>
                <a:gd name="connsiteX39" fmla="*/ 5679 w 9933"/>
                <a:gd name="connsiteY39" fmla="*/ 459 h 9898"/>
                <a:gd name="connsiteX40" fmla="*/ 5605 w 9933"/>
                <a:gd name="connsiteY40" fmla="*/ 510 h 9898"/>
                <a:gd name="connsiteX41" fmla="*/ 1948 w 9933"/>
                <a:gd name="connsiteY41" fmla="*/ 510 h 9898"/>
                <a:gd name="connsiteX42" fmla="*/ 1948 w 9933"/>
                <a:gd name="connsiteY42" fmla="*/ 1582 h 9898"/>
                <a:gd name="connsiteX43" fmla="*/ 1276 w 9933"/>
                <a:gd name="connsiteY43" fmla="*/ 1582 h 9898"/>
                <a:gd name="connsiteX44" fmla="*/ 1276 w 9933"/>
                <a:gd name="connsiteY44" fmla="*/ 1786 h 9898"/>
                <a:gd name="connsiteX45" fmla="*/ 1276 w 9933"/>
                <a:gd name="connsiteY45" fmla="*/ 3622 h 9898"/>
                <a:gd name="connsiteX46" fmla="*/ 1127 w 9933"/>
                <a:gd name="connsiteY46" fmla="*/ 3724 h 9898"/>
                <a:gd name="connsiteX47" fmla="*/ 679 w 9933"/>
                <a:gd name="connsiteY47" fmla="*/ 3929 h 9898"/>
                <a:gd name="connsiteX48" fmla="*/ 605 w 9933"/>
                <a:gd name="connsiteY48" fmla="*/ 4184 h 9898"/>
                <a:gd name="connsiteX49" fmla="*/ 381 w 9933"/>
                <a:gd name="connsiteY49" fmla="*/ 4439 h 9898"/>
                <a:gd name="connsiteX50" fmla="*/ 232 w 9933"/>
                <a:gd name="connsiteY50" fmla="*/ 4847 h 9898"/>
                <a:gd name="connsiteX51" fmla="*/ 8 w 9933"/>
                <a:gd name="connsiteY51" fmla="*/ 5306 h 9898"/>
                <a:gd name="connsiteX52" fmla="*/ 381 w 9933"/>
                <a:gd name="connsiteY52" fmla="*/ 5357 h 9898"/>
                <a:gd name="connsiteX53" fmla="*/ 455 w 9933"/>
                <a:gd name="connsiteY53" fmla="*/ 5765 h 9898"/>
                <a:gd name="connsiteX54" fmla="*/ 679 w 9933"/>
                <a:gd name="connsiteY54" fmla="*/ 6173 h 9898"/>
                <a:gd name="connsiteX55" fmla="*/ 1052 w 9933"/>
                <a:gd name="connsiteY55" fmla="*/ 6990 h 9898"/>
                <a:gd name="connsiteX56" fmla="*/ 1351 w 9933"/>
                <a:gd name="connsiteY56" fmla="*/ 7347 h 9898"/>
                <a:gd name="connsiteX57" fmla="*/ 1948 w 9933"/>
                <a:gd name="connsiteY57" fmla="*/ 7602 h 9898"/>
                <a:gd name="connsiteX58" fmla="*/ 2321 w 9933"/>
                <a:gd name="connsiteY58" fmla="*/ 8010 h 9898"/>
                <a:gd name="connsiteX59" fmla="*/ 2769 w 9933"/>
                <a:gd name="connsiteY59" fmla="*/ 8418 h 9898"/>
                <a:gd name="connsiteX60" fmla="*/ 3067 w 9933"/>
                <a:gd name="connsiteY60" fmla="*/ 8724 h 9898"/>
                <a:gd name="connsiteX61" fmla="*/ 3440 w 9933"/>
                <a:gd name="connsiteY61" fmla="*/ 9133 h 9898"/>
                <a:gd name="connsiteX0" fmla="*/ 3463 w 10000"/>
                <a:gd name="connsiteY0" fmla="*/ 9227 h 10000"/>
                <a:gd name="connsiteX1" fmla="*/ 4064 w 10000"/>
                <a:gd name="connsiteY1" fmla="*/ 9536 h 10000"/>
                <a:gd name="connsiteX2" fmla="*/ 4515 w 10000"/>
                <a:gd name="connsiteY2" fmla="*/ 9433 h 10000"/>
                <a:gd name="connsiteX3" fmla="*/ 5417 w 10000"/>
                <a:gd name="connsiteY3" fmla="*/ 10000 h 10000"/>
                <a:gd name="connsiteX4" fmla="*/ 5868 w 10000"/>
                <a:gd name="connsiteY4" fmla="*/ 9845 h 10000"/>
                <a:gd name="connsiteX5" fmla="*/ 6093 w 10000"/>
                <a:gd name="connsiteY5" fmla="*/ 9948 h 10000"/>
                <a:gd name="connsiteX6" fmla="*/ 6769 w 10000"/>
                <a:gd name="connsiteY6" fmla="*/ 9742 h 10000"/>
                <a:gd name="connsiteX7" fmla="*/ 6919 w 10000"/>
                <a:gd name="connsiteY7" fmla="*/ 9845 h 10000"/>
                <a:gd name="connsiteX8" fmla="*/ 7220 w 10000"/>
                <a:gd name="connsiteY8" fmla="*/ 9588 h 10000"/>
                <a:gd name="connsiteX9" fmla="*/ 7671 w 10000"/>
                <a:gd name="connsiteY9" fmla="*/ 9279 h 10000"/>
                <a:gd name="connsiteX10" fmla="*/ 8197 w 10000"/>
                <a:gd name="connsiteY10" fmla="*/ 9279 h 10000"/>
                <a:gd name="connsiteX11" fmla="*/ 8422 w 10000"/>
                <a:gd name="connsiteY11" fmla="*/ 9433 h 10000"/>
                <a:gd name="connsiteX12" fmla="*/ 8272 w 10000"/>
                <a:gd name="connsiteY12" fmla="*/ 9021 h 10000"/>
                <a:gd name="connsiteX13" fmla="*/ 7821 w 10000"/>
                <a:gd name="connsiteY13" fmla="*/ 8556 h 10000"/>
                <a:gd name="connsiteX14" fmla="*/ 7370 w 10000"/>
                <a:gd name="connsiteY14" fmla="*/ 8093 h 10000"/>
                <a:gd name="connsiteX15" fmla="*/ 6769 w 10000"/>
                <a:gd name="connsiteY15" fmla="*/ 7680 h 10000"/>
                <a:gd name="connsiteX16" fmla="*/ 7145 w 10000"/>
                <a:gd name="connsiteY16" fmla="*/ 7526 h 10000"/>
                <a:gd name="connsiteX17" fmla="*/ 7446 w 10000"/>
                <a:gd name="connsiteY17" fmla="*/ 6701 h 10000"/>
                <a:gd name="connsiteX18" fmla="*/ 7446 w 10000"/>
                <a:gd name="connsiteY18" fmla="*/ 6341 h 10000"/>
                <a:gd name="connsiteX19" fmla="*/ 7821 w 10000"/>
                <a:gd name="connsiteY19" fmla="*/ 6341 h 10000"/>
                <a:gd name="connsiteX20" fmla="*/ 8047 w 10000"/>
                <a:gd name="connsiteY20" fmla="*/ 5670 h 10000"/>
                <a:gd name="connsiteX21" fmla="*/ 8648 w 10000"/>
                <a:gd name="connsiteY21" fmla="*/ 5258 h 10000"/>
                <a:gd name="connsiteX22" fmla="*/ 8873 w 10000"/>
                <a:gd name="connsiteY22" fmla="*/ 4485 h 10000"/>
                <a:gd name="connsiteX23" fmla="*/ 8722 w 10000"/>
                <a:gd name="connsiteY23" fmla="*/ 4073 h 10000"/>
                <a:gd name="connsiteX24" fmla="*/ 9098 w 10000"/>
                <a:gd name="connsiteY24" fmla="*/ 3196 h 10000"/>
                <a:gd name="connsiteX25" fmla="*/ 9399 w 10000"/>
                <a:gd name="connsiteY25" fmla="*/ 2938 h 10000"/>
                <a:gd name="connsiteX26" fmla="*/ 10000 w 10000"/>
                <a:gd name="connsiteY26" fmla="*/ 2526 h 10000"/>
                <a:gd name="connsiteX27" fmla="*/ 9774 w 10000"/>
                <a:gd name="connsiteY27" fmla="*/ 2474 h 10000"/>
                <a:gd name="connsiteX28" fmla="*/ 9399 w 10000"/>
                <a:gd name="connsiteY28" fmla="*/ 2217 h 10000"/>
                <a:gd name="connsiteX29" fmla="*/ 9173 w 10000"/>
                <a:gd name="connsiteY29" fmla="*/ 1444 h 10000"/>
                <a:gd name="connsiteX30" fmla="*/ 9173 w 10000"/>
                <a:gd name="connsiteY30" fmla="*/ 1031 h 10000"/>
                <a:gd name="connsiteX31" fmla="*/ 9098 w 10000"/>
                <a:gd name="connsiteY31" fmla="*/ 515 h 10000"/>
                <a:gd name="connsiteX32" fmla="*/ 8873 w 10000"/>
                <a:gd name="connsiteY32" fmla="*/ 361 h 10000"/>
                <a:gd name="connsiteX33" fmla="*/ 8497 w 10000"/>
                <a:gd name="connsiteY33" fmla="*/ 155 h 10000"/>
                <a:gd name="connsiteX34" fmla="*/ 8272 w 10000"/>
                <a:gd name="connsiteY34" fmla="*/ 0 h 10000"/>
                <a:gd name="connsiteX35" fmla="*/ 7821 w 10000"/>
                <a:gd name="connsiteY35" fmla="*/ 206 h 10000"/>
                <a:gd name="connsiteX36" fmla="*/ 7370 w 10000"/>
                <a:gd name="connsiteY36" fmla="*/ 515 h 10000"/>
                <a:gd name="connsiteX37" fmla="*/ 6769 w 10000"/>
                <a:gd name="connsiteY37" fmla="*/ 515 h 10000"/>
                <a:gd name="connsiteX38" fmla="*/ 5717 w 10000"/>
                <a:gd name="connsiteY38" fmla="*/ 515 h 10000"/>
                <a:gd name="connsiteX39" fmla="*/ 5717 w 10000"/>
                <a:gd name="connsiteY39" fmla="*/ 464 h 10000"/>
                <a:gd name="connsiteX40" fmla="*/ 5643 w 10000"/>
                <a:gd name="connsiteY40" fmla="*/ 515 h 10000"/>
                <a:gd name="connsiteX41" fmla="*/ 1961 w 10000"/>
                <a:gd name="connsiteY41" fmla="*/ 515 h 10000"/>
                <a:gd name="connsiteX42" fmla="*/ 1961 w 10000"/>
                <a:gd name="connsiteY42" fmla="*/ 1598 h 10000"/>
                <a:gd name="connsiteX43" fmla="*/ 1285 w 10000"/>
                <a:gd name="connsiteY43" fmla="*/ 1598 h 10000"/>
                <a:gd name="connsiteX44" fmla="*/ 1285 w 10000"/>
                <a:gd name="connsiteY44" fmla="*/ 1804 h 10000"/>
                <a:gd name="connsiteX45" fmla="*/ 1285 w 10000"/>
                <a:gd name="connsiteY45" fmla="*/ 3659 h 10000"/>
                <a:gd name="connsiteX46" fmla="*/ 1135 w 10000"/>
                <a:gd name="connsiteY46" fmla="*/ 3762 h 10000"/>
                <a:gd name="connsiteX47" fmla="*/ 684 w 10000"/>
                <a:gd name="connsiteY47" fmla="*/ 3969 h 10000"/>
                <a:gd name="connsiteX48" fmla="*/ 609 w 10000"/>
                <a:gd name="connsiteY48" fmla="*/ 4227 h 10000"/>
                <a:gd name="connsiteX49" fmla="*/ 384 w 10000"/>
                <a:gd name="connsiteY49" fmla="*/ 4485 h 10000"/>
                <a:gd name="connsiteX50" fmla="*/ 234 w 10000"/>
                <a:gd name="connsiteY50" fmla="*/ 4897 h 10000"/>
                <a:gd name="connsiteX51" fmla="*/ 8 w 10000"/>
                <a:gd name="connsiteY51" fmla="*/ 5361 h 10000"/>
                <a:gd name="connsiteX52" fmla="*/ 384 w 10000"/>
                <a:gd name="connsiteY52" fmla="*/ 5412 h 10000"/>
                <a:gd name="connsiteX53" fmla="*/ 458 w 10000"/>
                <a:gd name="connsiteY53" fmla="*/ 5824 h 10000"/>
                <a:gd name="connsiteX54" fmla="*/ 684 w 10000"/>
                <a:gd name="connsiteY54" fmla="*/ 6237 h 10000"/>
                <a:gd name="connsiteX55" fmla="*/ 1059 w 10000"/>
                <a:gd name="connsiteY55" fmla="*/ 7062 h 10000"/>
                <a:gd name="connsiteX56" fmla="*/ 1961 w 10000"/>
                <a:gd name="connsiteY56" fmla="*/ 7680 h 10000"/>
                <a:gd name="connsiteX57" fmla="*/ 2337 w 10000"/>
                <a:gd name="connsiteY57" fmla="*/ 8093 h 10000"/>
                <a:gd name="connsiteX58" fmla="*/ 2788 w 10000"/>
                <a:gd name="connsiteY58" fmla="*/ 8505 h 10000"/>
                <a:gd name="connsiteX59" fmla="*/ 3088 w 10000"/>
                <a:gd name="connsiteY59" fmla="*/ 8814 h 10000"/>
                <a:gd name="connsiteX60" fmla="*/ 3463 w 10000"/>
                <a:gd name="connsiteY60" fmla="*/ 9227 h 10000"/>
                <a:gd name="connsiteX0" fmla="*/ 3463 w 10000"/>
                <a:gd name="connsiteY0" fmla="*/ 9227 h 10000"/>
                <a:gd name="connsiteX1" fmla="*/ 4064 w 10000"/>
                <a:gd name="connsiteY1" fmla="*/ 9536 h 10000"/>
                <a:gd name="connsiteX2" fmla="*/ 4515 w 10000"/>
                <a:gd name="connsiteY2" fmla="*/ 9433 h 10000"/>
                <a:gd name="connsiteX3" fmla="*/ 5417 w 10000"/>
                <a:gd name="connsiteY3" fmla="*/ 10000 h 10000"/>
                <a:gd name="connsiteX4" fmla="*/ 5868 w 10000"/>
                <a:gd name="connsiteY4" fmla="*/ 9845 h 10000"/>
                <a:gd name="connsiteX5" fmla="*/ 6093 w 10000"/>
                <a:gd name="connsiteY5" fmla="*/ 9948 h 10000"/>
                <a:gd name="connsiteX6" fmla="*/ 6769 w 10000"/>
                <a:gd name="connsiteY6" fmla="*/ 9742 h 10000"/>
                <a:gd name="connsiteX7" fmla="*/ 6919 w 10000"/>
                <a:gd name="connsiteY7" fmla="*/ 9845 h 10000"/>
                <a:gd name="connsiteX8" fmla="*/ 7220 w 10000"/>
                <a:gd name="connsiteY8" fmla="*/ 9588 h 10000"/>
                <a:gd name="connsiteX9" fmla="*/ 7671 w 10000"/>
                <a:gd name="connsiteY9" fmla="*/ 9279 h 10000"/>
                <a:gd name="connsiteX10" fmla="*/ 8197 w 10000"/>
                <a:gd name="connsiteY10" fmla="*/ 9279 h 10000"/>
                <a:gd name="connsiteX11" fmla="*/ 8422 w 10000"/>
                <a:gd name="connsiteY11" fmla="*/ 9433 h 10000"/>
                <a:gd name="connsiteX12" fmla="*/ 8272 w 10000"/>
                <a:gd name="connsiteY12" fmla="*/ 9021 h 10000"/>
                <a:gd name="connsiteX13" fmla="*/ 7821 w 10000"/>
                <a:gd name="connsiteY13" fmla="*/ 8556 h 10000"/>
                <a:gd name="connsiteX14" fmla="*/ 7370 w 10000"/>
                <a:gd name="connsiteY14" fmla="*/ 8093 h 10000"/>
                <a:gd name="connsiteX15" fmla="*/ 6769 w 10000"/>
                <a:gd name="connsiteY15" fmla="*/ 7680 h 10000"/>
                <a:gd name="connsiteX16" fmla="*/ 7145 w 10000"/>
                <a:gd name="connsiteY16" fmla="*/ 7526 h 10000"/>
                <a:gd name="connsiteX17" fmla="*/ 7446 w 10000"/>
                <a:gd name="connsiteY17" fmla="*/ 6701 h 10000"/>
                <a:gd name="connsiteX18" fmla="*/ 7446 w 10000"/>
                <a:gd name="connsiteY18" fmla="*/ 6341 h 10000"/>
                <a:gd name="connsiteX19" fmla="*/ 7821 w 10000"/>
                <a:gd name="connsiteY19" fmla="*/ 6341 h 10000"/>
                <a:gd name="connsiteX20" fmla="*/ 8047 w 10000"/>
                <a:gd name="connsiteY20" fmla="*/ 5670 h 10000"/>
                <a:gd name="connsiteX21" fmla="*/ 8648 w 10000"/>
                <a:gd name="connsiteY21" fmla="*/ 5258 h 10000"/>
                <a:gd name="connsiteX22" fmla="*/ 8873 w 10000"/>
                <a:gd name="connsiteY22" fmla="*/ 4485 h 10000"/>
                <a:gd name="connsiteX23" fmla="*/ 8722 w 10000"/>
                <a:gd name="connsiteY23" fmla="*/ 4073 h 10000"/>
                <a:gd name="connsiteX24" fmla="*/ 9098 w 10000"/>
                <a:gd name="connsiteY24" fmla="*/ 3196 h 10000"/>
                <a:gd name="connsiteX25" fmla="*/ 9399 w 10000"/>
                <a:gd name="connsiteY25" fmla="*/ 2938 h 10000"/>
                <a:gd name="connsiteX26" fmla="*/ 10000 w 10000"/>
                <a:gd name="connsiteY26" fmla="*/ 2526 h 10000"/>
                <a:gd name="connsiteX27" fmla="*/ 9774 w 10000"/>
                <a:gd name="connsiteY27" fmla="*/ 2474 h 10000"/>
                <a:gd name="connsiteX28" fmla="*/ 9399 w 10000"/>
                <a:gd name="connsiteY28" fmla="*/ 2217 h 10000"/>
                <a:gd name="connsiteX29" fmla="*/ 9173 w 10000"/>
                <a:gd name="connsiteY29" fmla="*/ 1444 h 10000"/>
                <a:gd name="connsiteX30" fmla="*/ 9173 w 10000"/>
                <a:gd name="connsiteY30" fmla="*/ 1031 h 10000"/>
                <a:gd name="connsiteX31" fmla="*/ 9098 w 10000"/>
                <a:gd name="connsiteY31" fmla="*/ 515 h 10000"/>
                <a:gd name="connsiteX32" fmla="*/ 8873 w 10000"/>
                <a:gd name="connsiteY32" fmla="*/ 361 h 10000"/>
                <a:gd name="connsiteX33" fmla="*/ 8497 w 10000"/>
                <a:gd name="connsiteY33" fmla="*/ 155 h 10000"/>
                <a:gd name="connsiteX34" fmla="*/ 8272 w 10000"/>
                <a:gd name="connsiteY34" fmla="*/ 0 h 10000"/>
                <a:gd name="connsiteX35" fmla="*/ 7821 w 10000"/>
                <a:gd name="connsiteY35" fmla="*/ 206 h 10000"/>
                <a:gd name="connsiteX36" fmla="*/ 7370 w 10000"/>
                <a:gd name="connsiteY36" fmla="*/ 515 h 10000"/>
                <a:gd name="connsiteX37" fmla="*/ 6769 w 10000"/>
                <a:gd name="connsiteY37" fmla="*/ 515 h 10000"/>
                <a:gd name="connsiteX38" fmla="*/ 5717 w 10000"/>
                <a:gd name="connsiteY38" fmla="*/ 515 h 10000"/>
                <a:gd name="connsiteX39" fmla="*/ 5717 w 10000"/>
                <a:gd name="connsiteY39" fmla="*/ 464 h 10000"/>
                <a:gd name="connsiteX40" fmla="*/ 5643 w 10000"/>
                <a:gd name="connsiteY40" fmla="*/ 515 h 10000"/>
                <a:gd name="connsiteX41" fmla="*/ 1961 w 10000"/>
                <a:gd name="connsiteY41" fmla="*/ 515 h 10000"/>
                <a:gd name="connsiteX42" fmla="*/ 1961 w 10000"/>
                <a:gd name="connsiteY42" fmla="*/ 1598 h 10000"/>
                <a:gd name="connsiteX43" fmla="*/ 1285 w 10000"/>
                <a:gd name="connsiteY43" fmla="*/ 1598 h 10000"/>
                <a:gd name="connsiteX44" fmla="*/ 1285 w 10000"/>
                <a:gd name="connsiteY44" fmla="*/ 1804 h 10000"/>
                <a:gd name="connsiteX45" fmla="*/ 1285 w 10000"/>
                <a:gd name="connsiteY45" fmla="*/ 3659 h 10000"/>
                <a:gd name="connsiteX46" fmla="*/ 1135 w 10000"/>
                <a:gd name="connsiteY46" fmla="*/ 3762 h 10000"/>
                <a:gd name="connsiteX47" fmla="*/ 684 w 10000"/>
                <a:gd name="connsiteY47" fmla="*/ 3969 h 10000"/>
                <a:gd name="connsiteX48" fmla="*/ 609 w 10000"/>
                <a:gd name="connsiteY48" fmla="*/ 4227 h 10000"/>
                <a:gd name="connsiteX49" fmla="*/ 384 w 10000"/>
                <a:gd name="connsiteY49" fmla="*/ 4485 h 10000"/>
                <a:gd name="connsiteX50" fmla="*/ 234 w 10000"/>
                <a:gd name="connsiteY50" fmla="*/ 4897 h 10000"/>
                <a:gd name="connsiteX51" fmla="*/ 8 w 10000"/>
                <a:gd name="connsiteY51" fmla="*/ 5361 h 10000"/>
                <a:gd name="connsiteX52" fmla="*/ 384 w 10000"/>
                <a:gd name="connsiteY52" fmla="*/ 5412 h 10000"/>
                <a:gd name="connsiteX53" fmla="*/ 458 w 10000"/>
                <a:gd name="connsiteY53" fmla="*/ 5824 h 10000"/>
                <a:gd name="connsiteX54" fmla="*/ 684 w 10000"/>
                <a:gd name="connsiteY54" fmla="*/ 6237 h 10000"/>
                <a:gd name="connsiteX55" fmla="*/ 1059 w 10000"/>
                <a:gd name="connsiteY55" fmla="*/ 7062 h 10000"/>
                <a:gd name="connsiteX56" fmla="*/ 2337 w 10000"/>
                <a:gd name="connsiteY56" fmla="*/ 8093 h 10000"/>
                <a:gd name="connsiteX57" fmla="*/ 2788 w 10000"/>
                <a:gd name="connsiteY57" fmla="*/ 8505 h 10000"/>
                <a:gd name="connsiteX58" fmla="*/ 3088 w 10000"/>
                <a:gd name="connsiteY58" fmla="*/ 8814 h 10000"/>
                <a:gd name="connsiteX59" fmla="*/ 3463 w 10000"/>
                <a:gd name="connsiteY59" fmla="*/ 9227 h 10000"/>
                <a:gd name="connsiteX0" fmla="*/ 3463 w 10000"/>
                <a:gd name="connsiteY0" fmla="*/ 9227 h 10000"/>
                <a:gd name="connsiteX1" fmla="*/ 4064 w 10000"/>
                <a:gd name="connsiteY1" fmla="*/ 9536 h 10000"/>
                <a:gd name="connsiteX2" fmla="*/ 4515 w 10000"/>
                <a:gd name="connsiteY2" fmla="*/ 9433 h 10000"/>
                <a:gd name="connsiteX3" fmla="*/ 5417 w 10000"/>
                <a:gd name="connsiteY3" fmla="*/ 10000 h 10000"/>
                <a:gd name="connsiteX4" fmla="*/ 5868 w 10000"/>
                <a:gd name="connsiteY4" fmla="*/ 9845 h 10000"/>
                <a:gd name="connsiteX5" fmla="*/ 6093 w 10000"/>
                <a:gd name="connsiteY5" fmla="*/ 9948 h 10000"/>
                <a:gd name="connsiteX6" fmla="*/ 6769 w 10000"/>
                <a:gd name="connsiteY6" fmla="*/ 9742 h 10000"/>
                <a:gd name="connsiteX7" fmla="*/ 6919 w 10000"/>
                <a:gd name="connsiteY7" fmla="*/ 9845 h 10000"/>
                <a:gd name="connsiteX8" fmla="*/ 7220 w 10000"/>
                <a:gd name="connsiteY8" fmla="*/ 9588 h 10000"/>
                <a:gd name="connsiteX9" fmla="*/ 7671 w 10000"/>
                <a:gd name="connsiteY9" fmla="*/ 9279 h 10000"/>
                <a:gd name="connsiteX10" fmla="*/ 8197 w 10000"/>
                <a:gd name="connsiteY10" fmla="*/ 9279 h 10000"/>
                <a:gd name="connsiteX11" fmla="*/ 8422 w 10000"/>
                <a:gd name="connsiteY11" fmla="*/ 9433 h 10000"/>
                <a:gd name="connsiteX12" fmla="*/ 8272 w 10000"/>
                <a:gd name="connsiteY12" fmla="*/ 9021 h 10000"/>
                <a:gd name="connsiteX13" fmla="*/ 7821 w 10000"/>
                <a:gd name="connsiteY13" fmla="*/ 8556 h 10000"/>
                <a:gd name="connsiteX14" fmla="*/ 7370 w 10000"/>
                <a:gd name="connsiteY14" fmla="*/ 8093 h 10000"/>
                <a:gd name="connsiteX15" fmla="*/ 6769 w 10000"/>
                <a:gd name="connsiteY15" fmla="*/ 7680 h 10000"/>
                <a:gd name="connsiteX16" fmla="*/ 7145 w 10000"/>
                <a:gd name="connsiteY16" fmla="*/ 7526 h 10000"/>
                <a:gd name="connsiteX17" fmla="*/ 7446 w 10000"/>
                <a:gd name="connsiteY17" fmla="*/ 6701 h 10000"/>
                <a:gd name="connsiteX18" fmla="*/ 7446 w 10000"/>
                <a:gd name="connsiteY18" fmla="*/ 6341 h 10000"/>
                <a:gd name="connsiteX19" fmla="*/ 7821 w 10000"/>
                <a:gd name="connsiteY19" fmla="*/ 6341 h 10000"/>
                <a:gd name="connsiteX20" fmla="*/ 8047 w 10000"/>
                <a:gd name="connsiteY20" fmla="*/ 5670 h 10000"/>
                <a:gd name="connsiteX21" fmla="*/ 8648 w 10000"/>
                <a:gd name="connsiteY21" fmla="*/ 5258 h 10000"/>
                <a:gd name="connsiteX22" fmla="*/ 8873 w 10000"/>
                <a:gd name="connsiteY22" fmla="*/ 4485 h 10000"/>
                <a:gd name="connsiteX23" fmla="*/ 8722 w 10000"/>
                <a:gd name="connsiteY23" fmla="*/ 4073 h 10000"/>
                <a:gd name="connsiteX24" fmla="*/ 9098 w 10000"/>
                <a:gd name="connsiteY24" fmla="*/ 3196 h 10000"/>
                <a:gd name="connsiteX25" fmla="*/ 9399 w 10000"/>
                <a:gd name="connsiteY25" fmla="*/ 2938 h 10000"/>
                <a:gd name="connsiteX26" fmla="*/ 10000 w 10000"/>
                <a:gd name="connsiteY26" fmla="*/ 2526 h 10000"/>
                <a:gd name="connsiteX27" fmla="*/ 9774 w 10000"/>
                <a:gd name="connsiteY27" fmla="*/ 2474 h 10000"/>
                <a:gd name="connsiteX28" fmla="*/ 9399 w 10000"/>
                <a:gd name="connsiteY28" fmla="*/ 2217 h 10000"/>
                <a:gd name="connsiteX29" fmla="*/ 9173 w 10000"/>
                <a:gd name="connsiteY29" fmla="*/ 1444 h 10000"/>
                <a:gd name="connsiteX30" fmla="*/ 9173 w 10000"/>
                <a:gd name="connsiteY30" fmla="*/ 1031 h 10000"/>
                <a:gd name="connsiteX31" fmla="*/ 9098 w 10000"/>
                <a:gd name="connsiteY31" fmla="*/ 515 h 10000"/>
                <a:gd name="connsiteX32" fmla="*/ 8873 w 10000"/>
                <a:gd name="connsiteY32" fmla="*/ 361 h 10000"/>
                <a:gd name="connsiteX33" fmla="*/ 8497 w 10000"/>
                <a:gd name="connsiteY33" fmla="*/ 155 h 10000"/>
                <a:gd name="connsiteX34" fmla="*/ 8272 w 10000"/>
                <a:gd name="connsiteY34" fmla="*/ 0 h 10000"/>
                <a:gd name="connsiteX35" fmla="*/ 7821 w 10000"/>
                <a:gd name="connsiteY35" fmla="*/ 206 h 10000"/>
                <a:gd name="connsiteX36" fmla="*/ 7370 w 10000"/>
                <a:gd name="connsiteY36" fmla="*/ 515 h 10000"/>
                <a:gd name="connsiteX37" fmla="*/ 6769 w 10000"/>
                <a:gd name="connsiteY37" fmla="*/ 515 h 10000"/>
                <a:gd name="connsiteX38" fmla="*/ 5717 w 10000"/>
                <a:gd name="connsiteY38" fmla="*/ 515 h 10000"/>
                <a:gd name="connsiteX39" fmla="*/ 5717 w 10000"/>
                <a:gd name="connsiteY39" fmla="*/ 464 h 10000"/>
                <a:gd name="connsiteX40" fmla="*/ 5643 w 10000"/>
                <a:gd name="connsiteY40" fmla="*/ 515 h 10000"/>
                <a:gd name="connsiteX41" fmla="*/ 1961 w 10000"/>
                <a:gd name="connsiteY41" fmla="*/ 515 h 10000"/>
                <a:gd name="connsiteX42" fmla="*/ 1961 w 10000"/>
                <a:gd name="connsiteY42" fmla="*/ 1598 h 10000"/>
                <a:gd name="connsiteX43" fmla="*/ 1285 w 10000"/>
                <a:gd name="connsiteY43" fmla="*/ 1598 h 10000"/>
                <a:gd name="connsiteX44" fmla="*/ 1285 w 10000"/>
                <a:gd name="connsiteY44" fmla="*/ 1804 h 10000"/>
                <a:gd name="connsiteX45" fmla="*/ 1285 w 10000"/>
                <a:gd name="connsiteY45" fmla="*/ 3659 h 10000"/>
                <a:gd name="connsiteX46" fmla="*/ 1135 w 10000"/>
                <a:gd name="connsiteY46" fmla="*/ 3762 h 10000"/>
                <a:gd name="connsiteX47" fmla="*/ 684 w 10000"/>
                <a:gd name="connsiteY47" fmla="*/ 3969 h 10000"/>
                <a:gd name="connsiteX48" fmla="*/ 609 w 10000"/>
                <a:gd name="connsiteY48" fmla="*/ 4227 h 10000"/>
                <a:gd name="connsiteX49" fmla="*/ 384 w 10000"/>
                <a:gd name="connsiteY49" fmla="*/ 4485 h 10000"/>
                <a:gd name="connsiteX50" fmla="*/ 234 w 10000"/>
                <a:gd name="connsiteY50" fmla="*/ 4897 h 10000"/>
                <a:gd name="connsiteX51" fmla="*/ 8 w 10000"/>
                <a:gd name="connsiteY51" fmla="*/ 5361 h 10000"/>
                <a:gd name="connsiteX52" fmla="*/ 384 w 10000"/>
                <a:gd name="connsiteY52" fmla="*/ 5412 h 10000"/>
                <a:gd name="connsiteX53" fmla="*/ 458 w 10000"/>
                <a:gd name="connsiteY53" fmla="*/ 5824 h 10000"/>
                <a:gd name="connsiteX54" fmla="*/ 684 w 10000"/>
                <a:gd name="connsiteY54" fmla="*/ 6237 h 10000"/>
                <a:gd name="connsiteX55" fmla="*/ 1059 w 10000"/>
                <a:gd name="connsiteY55" fmla="*/ 7062 h 10000"/>
                <a:gd name="connsiteX56" fmla="*/ 2337 w 10000"/>
                <a:gd name="connsiteY56" fmla="*/ 8093 h 10000"/>
                <a:gd name="connsiteX57" fmla="*/ 3088 w 10000"/>
                <a:gd name="connsiteY57" fmla="*/ 8814 h 10000"/>
                <a:gd name="connsiteX58" fmla="*/ 3463 w 10000"/>
                <a:gd name="connsiteY58" fmla="*/ 9227 h 10000"/>
                <a:gd name="connsiteX0" fmla="*/ 3463 w 10000"/>
                <a:gd name="connsiteY0" fmla="*/ 9227 h 10000"/>
                <a:gd name="connsiteX1" fmla="*/ 4064 w 10000"/>
                <a:gd name="connsiteY1" fmla="*/ 9536 h 10000"/>
                <a:gd name="connsiteX2" fmla="*/ 4515 w 10000"/>
                <a:gd name="connsiteY2" fmla="*/ 9433 h 10000"/>
                <a:gd name="connsiteX3" fmla="*/ 5417 w 10000"/>
                <a:gd name="connsiteY3" fmla="*/ 10000 h 10000"/>
                <a:gd name="connsiteX4" fmla="*/ 5868 w 10000"/>
                <a:gd name="connsiteY4" fmla="*/ 9845 h 10000"/>
                <a:gd name="connsiteX5" fmla="*/ 6093 w 10000"/>
                <a:gd name="connsiteY5" fmla="*/ 9948 h 10000"/>
                <a:gd name="connsiteX6" fmla="*/ 6769 w 10000"/>
                <a:gd name="connsiteY6" fmla="*/ 9742 h 10000"/>
                <a:gd name="connsiteX7" fmla="*/ 6919 w 10000"/>
                <a:gd name="connsiteY7" fmla="*/ 9845 h 10000"/>
                <a:gd name="connsiteX8" fmla="*/ 7220 w 10000"/>
                <a:gd name="connsiteY8" fmla="*/ 9588 h 10000"/>
                <a:gd name="connsiteX9" fmla="*/ 7671 w 10000"/>
                <a:gd name="connsiteY9" fmla="*/ 9279 h 10000"/>
                <a:gd name="connsiteX10" fmla="*/ 8197 w 10000"/>
                <a:gd name="connsiteY10" fmla="*/ 9279 h 10000"/>
                <a:gd name="connsiteX11" fmla="*/ 8422 w 10000"/>
                <a:gd name="connsiteY11" fmla="*/ 9433 h 10000"/>
                <a:gd name="connsiteX12" fmla="*/ 8272 w 10000"/>
                <a:gd name="connsiteY12" fmla="*/ 9021 h 10000"/>
                <a:gd name="connsiteX13" fmla="*/ 7821 w 10000"/>
                <a:gd name="connsiteY13" fmla="*/ 8556 h 10000"/>
                <a:gd name="connsiteX14" fmla="*/ 7370 w 10000"/>
                <a:gd name="connsiteY14" fmla="*/ 8093 h 10000"/>
                <a:gd name="connsiteX15" fmla="*/ 6769 w 10000"/>
                <a:gd name="connsiteY15" fmla="*/ 7680 h 10000"/>
                <a:gd name="connsiteX16" fmla="*/ 7145 w 10000"/>
                <a:gd name="connsiteY16" fmla="*/ 7526 h 10000"/>
                <a:gd name="connsiteX17" fmla="*/ 7446 w 10000"/>
                <a:gd name="connsiteY17" fmla="*/ 6701 h 10000"/>
                <a:gd name="connsiteX18" fmla="*/ 7446 w 10000"/>
                <a:gd name="connsiteY18" fmla="*/ 6341 h 10000"/>
                <a:gd name="connsiteX19" fmla="*/ 7821 w 10000"/>
                <a:gd name="connsiteY19" fmla="*/ 6341 h 10000"/>
                <a:gd name="connsiteX20" fmla="*/ 8047 w 10000"/>
                <a:gd name="connsiteY20" fmla="*/ 5670 h 10000"/>
                <a:gd name="connsiteX21" fmla="*/ 8648 w 10000"/>
                <a:gd name="connsiteY21" fmla="*/ 5258 h 10000"/>
                <a:gd name="connsiteX22" fmla="*/ 8873 w 10000"/>
                <a:gd name="connsiteY22" fmla="*/ 4485 h 10000"/>
                <a:gd name="connsiteX23" fmla="*/ 8722 w 10000"/>
                <a:gd name="connsiteY23" fmla="*/ 4073 h 10000"/>
                <a:gd name="connsiteX24" fmla="*/ 9098 w 10000"/>
                <a:gd name="connsiteY24" fmla="*/ 3196 h 10000"/>
                <a:gd name="connsiteX25" fmla="*/ 9399 w 10000"/>
                <a:gd name="connsiteY25" fmla="*/ 2938 h 10000"/>
                <a:gd name="connsiteX26" fmla="*/ 10000 w 10000"/>
                <a:gd name="connsiteY26" fmla="*/ 2526 h 10000"/>
                <a:gd name="connsiteX27" fmla="*/ 9774 w 10000"/>
                <a:gd name="connsiteY27" fmla="*/ 2474 h 10000"/>
                <a:gd name="connsiteX28" fmla="*/ 9399 w 10000"/>
                <a:gd name="connsiteY28" fmla="*/ 2217 h 10000"/>
                <a:gd name="connsiteX29" fmla="*/ 9173 w 10000"/>
                <a:gd name="connsiteY29" fmla="*/ 1444 h 10000"/>
                <a:gd name="connsiteX30" fmla="*/ 9173 w 10000"/>
                <a:gd name="connsiteY30" fmla="*/ 1031 h 10000"/>
                <a:gd name="connsiteX31" fmla="*/ 9098 w 10000"/>
                <a:gd name="connsiteY31" fmla="*/ 515 h 10000"/>
                <a:gd name="connsiteX32" fmla="*/ 8873 w 10000"/>
                <a:gd name="connsiteY32" fmla="*/ 361 h 10000"/>
                <a:gd name="connsiteX33" fmla="*/ 8497 w 10000"/>
                <a:gd name="connsiteY33" fmla="*/ 155 h 10000"/>
                <a:gd name="connsiteX34" fmla="*/ 8272 w 10000"/>
                <a:gd name="connsiteY34" fmla="*/ 0 h 10000"/>
                <a:gd name="connsiteX35" fmla="*/ 7821 w 10000"/>
                <a:gd name="connsiteY35" fmla="*/ 206 h 10000"/>
                <a:gd name="connsiteX36" fmla="*/ 7370 w 10000"/>
                <a:gd name="connsiteY36" fmla="*/ 515 h 10000"/>
                <a:gd name="connsiteX37" fmla="*/ 6769 w 10000"/>
                <a:gd name="connsiteY37" fmla="*/ 515 h 10000"/>
                <a:gd name="connsiteX38" fmla="*/ 5717 w 10000"/>
                <a:gd name="connsiteY38" fmla="*/ 515 h 10000"/>
                <a:gd name="connsiteX39" fmla="*/ 5717 w 10000"/>
                <a:gd name="connsiteY39" fmla="*/ 464 h 10000"/>
                <a:gd name="connsiteX40" fmla="*/ 5643 w 10000"/>
                <a:gd name="connsiteY40" fmla="*/ 515 h 10000"/>
                <a:gd name="connsiteX41" fmla="*/ 1961 w 10000"/>
                <a:gd name="connsiteY41" fmla="*/ 515 h 10000"/>
                <a:gd name="connsiteX42" fmla="*/ 1961 w 10000"/>
                <a:gd name="connsiteY42" fmla="*/ 1598 h 10000"/>
                <a:gd name="connsiteX43" fmla="*/ 1285 w 10000"/>
                <a:gd name="connsiteY43" fmla="*/ 1598 h 10000"/>
                <a:gd name="connsiteX44" fmla="*/ 1285 w 10000"/>
                <a:gd name="connsiteY44" fmla="*/ 1804 h 10000"/>
                <a:gd name="connsiteX45" fmla="*/ 1285 w 10000"/>
                <a:gd name="connsiteY45" fmla="*/ 3659 h 10000"/>
                <a:gd name="connsiteX46" fmla="*/ 1135 w 10000"/>
                <a:gd name="connsiteY46" fmla="*/ 3762 h 10000"/>
                <a:gd name="connsiteX47" fmla="*/ 684 w 10000"/>
                <a:gd name="connsiteY47" fmla="*/ 3969 h 10000"/>
                <a:gd name="connsiteX48" fmla="*/ 609 w 10000"/>
                <a:gd name="connsiteY48" fmla="*/ 4227 h 10000"/>
                <a:gd name="connsiteX49" fmla="*/ 384 w 10000"/>
                <a:gd name="connsiteY49" fmla="*/ 4485 h 10000"/>
                <a:gd name="connsiteX50" fmla="*/ 234 w 10000"/>
                <a:gd name="connsiteY50" fmla="*/ 4897 h 10000"/>
                <a:gd name="connsiteX51" fmla="*/ 8 w 10000"/>
                <a:gd name="connsiteY51" fmla="*/ 5361 h 10000"/>
                <a:gd name="connsiteX52" fmla="*/ 384 w 10000"/>
                <a:gd name="connsiteY52" fmla="*/ 5412 h 10000"/>
                <a:gd name="connsiteX53" fmla="*/ 458 w 10000"/>
                <a:gd name="connsiteY53" fmla="*/ 5824 h 10000"/>
                <a:gd name="connsiteX54" fmla="*/ 684 w 10000"/>
                <a:gd name="connsiteY54" fmla="*/ 6237 h 10000"/>
                <a:gd name="connsiteX55" fmla="*/ 1059 w 10000"/>
                <a:gd name="connsiteY55" fmla="*/ 7062 h 10000"/>
                <a:gd name="connsiteX56" fmla="*/ 3088 w 10000"/>
                <a:gd name="connsiteY56" fmla="*/ 8814 h 10000"/>
                <a:gd name="connsiteX57" fmla="*/ 3463 w 10000"/>
                <a:gd name="connsiteY57" fmla="*/ 9227 h 10000"/>
                <a:gd name="connsiteX0" fmla="*/ 3463 w 10000"/>
                <a:gd name="connsiteY0" fmla="*/ 9227 h 10000"/>
                <a:gd name="connsiteX1" fmla="*/ 4064 w 10000"/>
                <a:gd name="connsiteY1" fmla="*/ 9536 h 10000"/>
                <a:gd name="connsiteX2" fmla="*/ 4515 w 10000"/>
                <a:gd name="connsiteY2" fmla="*/ 9433 h 10000"/>
                <a:gd name="connsiteX3" fmla="*/ 5417 w 10000"/>
                <a:gd name="connsiteY3" fmla="*/ 10000 h 10000"/>
                <a:gd name="connsiteX4" fmla="*/ 5868 w 10000"/>
                <a:gd name="connsiteY4" fmla="*/ 9845 h 10000"/>
                <a:gd name="connsiteX5" fmla="*/ 6093 w 10000"/>
                <a:gd name="connsiteY5" fmla="*/ 9948 h 10000"/>
                <a:gd name="connsiteX6" fmla="*/ 6769 w 10000"/>
                <a:gd name="connsiteY6" fmla="*/ 9742 h 10000"/>
                <a:gd name="connsiteX7" fmla="*/ 6919 w 10000"/>
                <a:gd name="connsiteY7" fmla="*/ 9845 h 10000"/>
                <a:gd name="connsiteX8" fmla="*/ 7220 w 10000"/>
                <a:gd name="connsiteY8" fmla="*/ 9588 h 10000"/>
                <a:gd name="connsiteX9" fmla="*/ 7671 w 10000"/>
                <a:gd name="connsiteY9" fmla="*/ 9279 h 10000"/>
                <a:gd name="connsiteX10" fmla="*/ 8197 w 10000"/>
                <a:gd name="connsiteY10" fmla="*/ 9279 h 10000"/>
                <a:gd name="connsiteX11" fmla="*/ 8422 w 10000"/>
                <a:gd name="connsiteY11" fmla="*/ 9433 h 10000"/>
                <a:gd name="connsiteX12" fmla="*/ 8272 w 10000"/>
                <a:gd name="connsiteY12" fmla="*/ 9021 h 10000"/>
                <a:gd name="connsiteX13" fmla="*/ 7821 w 10000"/>
                <a:gd name="connsiteY13" fmla="*/ 8556 h 10000"/>
                <a:gd name="connsiteX14" fmla="*/ 7370 w 10000"/>
                <a:gd name="connsiteY14" fmla="*/ 8093 h 10000"/>
                <a:gd name="connsiteX15" fmla="*/ 6769 w 10000"/>
                <a:gd name="connsiteY15" fmla="*/ 7680 h 10000"/>
                <a:gd name="connsiteX16" fmla="*/ 7145 w 10000"/>
                <a:gd name="connsiteY16" fmla="*/ 7526 h 10000"/>
                <a:gd name="connsiteX17" fmla="*/ 7446 w 10000"/>
                <a:gd name="connsiteY17" fmla="*/ 6701 h 10000"/>
                <a:gd name="connsiteX18" fmla="*/ 7446 w 10000"/>
                <a:gd name="connsiteY18" fmla="*/ 6341 h 10000"/>
                <a:gd name="connsiteX19" fmla="*/ 7821 w 10000"/>
                <a:gd name="connsiteY19" fmla="*/ 6341 h 10000"/>
                <a:gd name="connsiteX20" fmla="*/ 8047 w 10000"/>
                <a:gd name="connsiteY20" fmla="*/ 5670 h 10000"/>
                <a:gd name="connsiteX21" fmla="*/ 8648 w 10000"/>
                <a:gd name="connsiteY21" fmla="*/ 5258 h 10000"/>
                <a:gd name="connsiteX22" fmla="*/ 8873 w 10000"/>
                <a:gd name="connsiteY22" fmla="*/ 4485 h 10000"/>
                <a:gd name="connsiteX23" fmla="*/ 8722 w 10000"/>
                <a:gd name="connsiteY23" fmla="*/ 4073 h 10000"/>
                <a:gd name="connsiteX24" fmla="*/ 9098 w 10000"/>
                <a:gd name="connsiteY24" fmla="*/ 3196 h 10000"/>
                <a:gd name="connsiteX25" fmla="*/ 9399 w 10000"/>
                <a:gd name="connsiteY25" fmla="*/ 2938 h 10000"/>
                <a:gd name="connsiteX26" fmla="*/ 10000 w 10000"/>
                <a:gd name="connsiteY26" fmla="*/ 2526 h 10000"/>
                <a:gd name="connsiteX27" fmla="*/ 9774 w 10000"/>
                <a:gd name="connsiteY27" fmla="*/ 2474 h 10000"/>
                <a:gd name="connsiteX28" fmla="*/ 9399 w 10000"/>
                <a:gd name="connsiteY28" fmla="*/ 2217 h 10000"/>
                <a:gd name="connsiteX29" fmla="*/ 9173 w 10000"/>
                <a:gd name="connsiteY29" fmla="*/ 1444 h 10000"/>
                <a:gd name="connsiteX30" fmla="*/ 9173 w 10000"/>
                <a:gd name="connsiteY30" fmla="*/ 1031 h 10000"/>
                <a:gd name="connsiteX31" fmla="*/ 9098 w 10000"/>
                <a:gd name="connsiteY31" fmla="*/ 515 h 10000"/>
                <a:gd name="connsiteX32" fmla="*/ 8873 w 10000"/>
                <a:gd name="connsiteY32" fmla="*/ 361 h 10000"/>
                <a:gd name="connsiteX33" fmla="*/ 8497 w 10000"/>
                <a:gd name="connsiteY33" fmla="*/ 155 h 10000"/>
                <a:gd name="connsiteX34" fmla="*/ 8272 w 10000"/>
                <a:gd name="connsiteY34" fmla="*/ 0 h 10000"/>
                <a:gd name="connsiteX35" fmla="*/ 7821 w 10000"/>
                <a:gd name="connsiteY35" fmla="*/ 206 h 10000"/>
                <a:gd name="connsiteX36" fmla="*/ 7370 w 10000"/>
                <a:gd name="connsiteY36" fmla="*/ 515 h 10000"/>
                <a:gd name="connsiteX37" fmla="*/ 6769 w 10000"/>
                <a:gd name="connsiteY37" fmla="*/ 515 h 10000"/>
                <a:gd name="connsiteX38" fmla="*/ 5717 w 10000"/>
                <a:gd name="connsiteY38" fmla="*/ 515 h 10000"/>
                <a:gd name="connsiteX39" fmla="*/ 5717 w 10000"/>
                <a:gd name="connsiteY39" fmla="*/ 464 h 10000"/>
                <a:gd name="connsiteX40" fmla="*/ 5643 w 10000"/>
                <a:gd name="connsiteY40" fmla="*/ 515 h 10000"/>
                <a:gd name="connsiteX41" fmla="*/ 1961 w 10000"/>
                <a:gd name="connsiteY41" fmla="*/ 515 h 10000"/>
                <a:gd name="connsiteX42" fmla="*/ 1961 w 10000"/>
                <a:gd name="connsiteY42" fmla="*/ 1598 h 10000"/>
                <a:gd name="connsiteX43" fmla="*/ 1285 w 10000"/>
                <a:gd name="connsiteY43" fmla="*/ 1598 h 10000"/>
                <a:gd name="connsiteX44" fmla="*/ 1285 w 10000"/>
                <a:gd name="connsiteY44" fmla="*/ 1804 h 10000"/>
                <a:gd name="connsiteX45" fmla="*/ 1285 w 10000"/>
                <a:gd name="connsiteY45" fmla="*/ 3659 h 10000"/>
                <a:gd name="connsiteX46" fmla="*/ 1135 w 10000"/>
                <a:gd name="connsiteY46" fmla="*/ 3762 h 10000"/>
                <a:gd name="connsiteX47" fmla="*/ 684 w 10000"/>
                <a:gd name="connsiteY47" fmla="*/ 3969 h 10000"/>
                <a:gd name="connsiteX48" fmla="*/ 609 w 10000"/>
                <a:gd name="connsiteY48" fmla="*/ 4227 h 10000"/>
                <a:gd name="connsiteX49" fmla="*/ 384 w 10000"/>
                <a:gd name="connsiteY49" fmla="*/ 4485 h 10000"/>
                <a:gd name="connsiteX50" fmla="*/ 234 w 10000"/>
                <a:gd name="connsiteY50" fmla="*/ 4897 h 10000"/>
                <a:gd name="connsiteX51" fmla="*/ 8 w 10000"/>
                <a:gd name="connsiteY51" fmla="*/ 5361 h 10000"/>
                <a:gd name="connsiteX52" fmla="*/ 384 w 10000"/>
                <a:gd name="connsiteY52" fmla="*/ 5412 h 10000"/>
                <a:gd name="connsiteX53" fmla="*/ 458 w 10000"/>
                <a:gd name="connsiteY53" fmla="*/ 5824 h 10000"/>
                <a:gd name="connsiteX54" fmla="*/ 684 w 10000"/>
                <a:gd name="connsiteY54" fmla="*/ 6237 h 10000"/>
                <a:gd name="connsiteX55" fmla="*/ 1059 w 10000"/>
                <a:gd name="connsiteY55" fmla="*/ 7062 h 10000"/>
                <a:gd name="connsiteX56" fmla="*/ 3463 w 10000"/>
                <a:gd name="connsiteY56" fmla="*/ 9227 h 10000"/>
                <a:gd name="connsiteX0" fmla="*/ 3463 w 10000"/>
                <a:gd name="connsiteY0" fmla="*/ 9227 h 10000"/>
                <a:gd name="connsiteX1" fmla="*/ 4064 w 10000"/>
                <a:gd name="connsiteY1" fmla="*/ 9536 h 10000"/>
                <a:gd name="connsiteX2" fmla="*/ 4515 w 10000"/>
                <a:gd name="connsiteY2" fmla="*/ 9433 h 10000"/>
                <a:gd name="connsiteX3" fmla="*/ 5417 w 10000"/>
                <a:gd name="connsiteY3" fmla="*/ 10000 h 10000"/>
                <a:gd name="connsiteX4" fmla="*/ 5868 w 10000"/>
                <a:gd name="connsiteY4" fmla="*/ 9845 h 10000"/>
                <a:gd name="connsiteX5" fmla="*/ 6093 w 10000"/>
                <a:gd name="connsiteY5" fmla="*/ 9948 h 10000"/>
                <a:gd name="connsiteX6" fmla="*/ 6769 w 10000"/>
                <a:gd name="connsiteY6" fmla="*/ 9742 h 10000"/>
                <a:gd name="connsiteX7" fmla="*/ 6919 w 10000"/>
                <a:gd name="connsiteY7" fmla="*/ 9845 h 10000"/>
                <a:gd name="connsiteX8" fmla="*/ 7220 w 10000"/>
                <a:gd name="connsiteY8" fmla="*/ 9588 h 10000"/>
                <a:gd name="connsiteX9" fmla="*/ 7671 w 10000"/>
                <a:gd name="connsiteY9" fmla="*/ 9279 h 10000"/>
                <a:gd name="connsiteX10" fmla="*/ 8197 w 10000"/>
                <a:gd name="connsiteY10" fmla="*/ 9279 h 10000"/>
                <a:gd name="connsiteX11" fmla="*/ 8422 w 10000"/>
                <a:gd name="connsiteY11" fmla="*/ 9433 h 10000"/>
                <a:gd name="connsiteX12" fmla="*/ 8272 w 10000"/>
                <a:gd name="connsiteY12" fmla="*/ 9021 h 10000"/>
                <a:gd name="connsiteX13" fmla="*/ 7821 w 10000"/>
                <a:gd name="connsiteY13" fmla="*/ 8556 h 10000"/>
                <a:gd name="connsiteX14" fmla="*/ 7370 w 10000"/>
                <a:gd name="connsiteY14" fmla="*/ 8093 h 10000"/>
                <a:gd name="connsiteX15" fmla="*/ 6769 w 10000"/>
                <a:gd name="connsiteY15" fmla="*/ 7680 h 10000"/>
                <a:gd name="connsiteX16" fmla="*/ 7145 w 10000"/>
                <a:gd name="connsiteY16" fmla="*/ 7526 h 10000"/>
                <a:gd name="connsiteX17" fmla="*/ 7446 w 10000"/>
                <a:gd name="connsiteY17" fmla="*/ 6701 h 10000"/>
                <a:gd name="connsiteX18" fmla="*/ 7446 w 10000"/>
                <a:gd name="connsiteY18" fmla="*/ 6341 h 10000"/>
                <a:gd name="connsiteX19" fmla="*/ 7821 w 10000"/>
                <a:gd name="connsiteY19" fmla="*/ 6341 h 10000"/>
                <a:gd name="connsiteX20" fmla="*/ 8047 w 10000"/>
                <a:gd name="connsiteY20" fmla="*/ 5670 h 10000"/>
                <a:gd name="connsiteX21" fmla="*/ 8648 w 10000"/>
                <a:gd name="connsiteY21" fmla="*/ 5258 h 10000"/>
                <a:gd name="connsiteX22" fmla="*/ 8873 w 10000"/>
                <a:gd name="connsiteY22" fmla="*/ 4485 h 10000"/>
                <a:gd name="connsiteX23" fmla="*/ 8722 w 10000"/>
                <a:gd name="connsiteY23" fmla="*/ 4073 h 10000"/>
                <a:gd name="connsiteX24" fmla="*/ 9098 w 10000"/>
                <a:gd name="connsiteY24" fmla="*/ 3196 h 10000"/>
                <a:gd name="connsiteX25" fmla="*/ 9399 w 10000"/>
                <a:gd name="connsiteY25" fmla="*/ 2938 h 10000"/>
                <a:gd name="connsiteX26" fmla="*/ 10000 w 10000"/>
                <a:gd name="connsiteY26" fmla="*/ 2526 h 10000"/>
                <a:gd name="connsiteX27" fmla="*/ 9774 w 10000"/>
                <a:gd name="connsiteY27" fmla="*/ 2474 h 10000"/>
                <a:gd name="connsiteX28" fmla="*/ 9399 w 10000"/>
                <a:gd name="connsiteY28" fmla="*/ 2217 h 10000"/>
                <a:gd name="connsiteX29" fmla="*/ 9173 w 10000"/>
                <a:gd name="connsiteY29" fmla="*/ 1444 h 10000"/>
                <a:gd name="connsiteX30" fmla="*/ 9173 w 10000"/>
                <a:gd name="connsiteY30" fmla="*/ 1031 h 10000"/>
                <a:gd name="connsiteX31" fmla="*/ 9098 w 10000"/>
                <a:gd name="connsiteY31" fmla="*/ 515 h 10000"/>
                <a:gd name="connsiteX32" fmla="*/ 8873 w 10000"/>
                <a:gd name="connsiteY32" fmla="*/ 361 h 10000"/>
                <a:gd name="connsiteX33" fmla="*/ 8497 w 10000"/>
                <a:gd name="connsiteY33" fmla="*/ 155 h 10000"/>
                <a:gd name="connsiteX34" fmla="*/ 8272 w 10000"/>
                <a:gd name="connsiteY34" fmla="*/ 0 h 10000"/>
                <a:gd name="connsiteX35" fmla="*/ 7821 w 10000"/>
                <a:gd name="connsiteY35" fmla="*/ 206 h 10000"/>
                <a:gd name="connsiteX36" fmla="*/ 7370 w 10000"/>
                <a:gd name="connsiteY36" fmla="*/ 515 h 10000"/>
                <a:gd name="connsiteX37" fmla="*/ 6769 w 10000"/>
                <a:gd name="connsiteY37" fmla="*/ 515 h 10000"/>
                <a:gd name="connsiteX38" fmla="*/ 5717 w 10000"/>
                <a:gd name="connsiteY38" fmla="*/ 515 h 10000"/>
                <a:gd name="connsiteX39" fmla="*/ 5717 w 10000"/>
                <a:gd name="connsiteY39" fmla="*/ 464 h 10000"/>
                <a:gd name="connsiteX40" fmla="*/ 5643 w 10000"/>
                <a:gd name="connsiteY40" fmla="*/ 515 h 10000"/>
                <a:gd name="connsiteX41" fmla="*/ 1961 w 10000"/>
                <a:gd name="connsiteY41" fmla="*/ 515 h 10000"/>
                <a:gd name="connsiteX42" fmla="*/ 1961 w 10000"/>
                <a:gd name="connsiteY42" fmla="*/ 1598 h 10000"/>
                <a:gd name="connsiteX43" fmla="*/ 1285 w 10000"/>
                <a:gd name="connsiteY43" fmla="*/ 1598 h 10000"/>
                <a:gd name="connsiteX44" fmla="*/ 1285 w 10000"/>
                <a:gd name="connsiteY44" fmla="*/ 1804 h 10000"/>
                <a:gd name="connsiteX45" fmla="*/ 1285 w 10000"/>
                <a:gd name="connsiteY45" fmla="*/ 3659 h 10000"/>
                <a:gd name="connsiteX46" fmla="*/ 1135 w 10000"/>
                <a:gd name="connsiteY46" fmla="*/ 3762 h 10000"/>
                <a:gd name="connsiteX47" fmla="*/ 684 w 10000"/>
                <a:gd name="connsiteY47" fmla="*/ 3969 h 10000"/>
                <a:gd name="connsiteX48" fmla="*/ 609 w 10000"/>
                <a:gd name="connsiteY48" fmla="*/ 4227 h 10000"/>
                <a:gd name="connsiteX49" fmla="*/ 384 w 10000"/>
                <a:gd name="connsiteY49" fmla="*/ 4485 h 10000"/>
                <a:gd name="connsiteX50" fmla="*/ 234 w 10000"/>
                <a:gd name="connsiteY50" fmla="*/ 4897 h 10000"/>
                <a:gd name="connsiteX51" fmla="*/ 8 w 10000"/>
                <a:gd name="connsiteY51" fmla="*/ 5361 h 10000"/>
                <a:gd name="connsiteX52" fmla="*/ 384 w 10000"/>
                <a:gd name="connsiteY52" fmla="*/ 5412 h 10000"/>
                <a:gd name="connsiteX53" fmla="*/ 458 w 10000"/>
                <a:gd name="connsiteY53" fmla="*/ 5824 h 10000"/>
                <a:gd name="connsiteX54" fmla="*/ 684 w 10000"/>
                <a:gd name="connsiteY54" fmla="*/ 6237 h 10000"/>
                <a:gd name="connsiteX55" fmla="*/ 1059 w 10000"/>
                <a:gd name="connsiteY55" fmla="*/ 7062 h 10000"/>
                <a:gd name="connsiteX0" fmla="*/ 4064 w 10000"/>
                <a:gd name="connsiteY0" fmla="*/ 9536 h 10000"/>
                <a:gd name="connsiteX1" fmla="*/ 4515 w 10000"/>
                <a:gd name="connsiteY1" fmla="*/ 9433 h 10000"/>
                <a:gd name="connsiteX2" fmla="*/ 5417 w 10000"/>
                <a:gd name="connsiteY2" fmla="*/ 10000 h 10000"/>
                <a:gd name="connsiteX3" fmla="*/ 5868 w 10000"/>
                <a:gd name="connsiteY3" fmla="*/ 9845 h 10000"/>
                <a:gd name="connsiteX4" fmla="*/ 6093 w 10000"/>
                <a:gd name="connsiteY4" fmla="*/ 9948 h 10000"/>
                <a:gd name="connsiteX5" fmla="*/ 6769 w 10000"/>
                <a:gd name="connsiteY5" fmla="*/ 9742 h 10000"/>
                <a:gd name="connsiteX6" fmla="*/ 6919 w 10000"/>
                <a:gd name="connsiteY6" fmla="*/ 9845 h 10000"/>
                <a:gd name="connsiteX7" fmla="*/ 7220 w 10000"/>
                <a:gd name="connsiteY7" fmla="*/ 9588 h 10000"/>
                <a:gd name="connsiteX8" fmla="*/ 7671 w 10000"/>
                <a:gd name="connsiteY8" fmla="*/ 9279 h 10000"/>
                <a:gd name="connsiteX9" fmla="*/ 8197 w 10000"/>
                <a:gd name="connsiteY9" fmla="*/ 9279 h 10000"/>
                <a:gd name="connsiteX10" fmla="*/ 8422 w 10000"/>
                <a:gd name="connsiteY10" fmla="*/ 9433 h 10000"/>
                <a:gd name="connsiteX11" fmla="*/ 8272 w 10000"/>
                <a:gd name="connsiteY11" fmla="*/ 9021 h 10000"/>
                <a:gd name="connsiteX12" fmla="*/ 7821 w 10000"/>
                <a:gd name="connsiteY12" fmla="*/ 8556 h 10000"/>
                <a:gd name="connsiteX13" fmla="*/ 7370 w 10000"/>
                <a:gd name="connsiteY13" fmla="*/ 8093 h 10000"/>
                <a:gd name="connsiteX14" fmla="*/ 6769 w 10000"/>
                <a:gd name="connsiteY14" fmla="*/ 7680 h 10000"/>
                <a:gd name="connsiteX15" fmla="*/ 7145 w 10000"/>
                <a:gd name="connsiteY15" fmla="*/ 7526 h 10000"/>
                <a:gd name="connsiteX16" fmla="*/ 7446 w 10000"/>
                <a:gd name="connsiteY16" fmla="*/ 6701 h 10000"/>
                <a:gd name="connsiteX17" fmla="*/ 7446 w 10000"/>
                <a:gd name="connsiteY17" fmla="*/ 6341 h 10000"/>
                <a:gd name="connsiteX18" fmla="*/ 7821 w 10000"/>
                <a:gd name="connsiteY18" fmla="*/ 6341 h 10000"/>
                <a:gd name="connsiteX19" fmla="*/ 8047 w 10000"/>
                <a:gd name="connsiteY19" fmla="*/ 5670 h 10000"/>
                <a:gd name="connsiteX20" fmla="*/ 8648 w 10000"/>
                <a:gd name="connsiteY20" fmla="*/ 5258 h 10000"/>
                <a:gd name="connsiteX21" fmla="*/ 8873 w 10000"/>
                <a:gd name="connsiteY21" fmla="*/ 4485 h 10000"/>
                <a:gd name="connsiteX22" fmla="*/ 8722 w 10000"/>
                <a:gd name="connsiteY22" fmla="*/ 4073 h 10000"/>
                <a:gd name="connsiteX23" fmla="*/ 9098 w 10000"/>
                <a:gd name="connsiteY23" fmla="*/ 3196 h 10000"/>
                <a:gd name="connsiteX24" fmla="*/ 9399 w 10000"/>
                <a:gd name="connsiteY24" fmla="*/ 2938 h 10000"/>
                <a:gd name="connsiteX25" fmla="*/ 10000 w 10000"/>
                <a:gd name="connsiteY25" fmla="*/ 2526 h 10000"/>
                <a:gd name="connsiteX26" fmla="*/ 9774 w 10000"/>
                <a:gd name="connsiteY26" fmla="*/ 2474 h 10000"/>
                <a:gd name="connsiteX27" fmla="*/ 9399 w 10000"/>
                <a:gd name="connsiteY27" fmla="*/ 2217 h 10000"/>
                <a:gd name="connsiteX28" fmla="*/ 9173 w 10000"/>
                <a:gd name="connsiteY28" fmla="*/ 1444 h 10000"/>
                <a:gd name="connsiteX29" fmla="*/ 9173 w 10000"/>
                <a:gd name="connsiteY29" fmla="*/ 1031 h 10000"/>
                <a:gd name="connsiteX30" fmla="*/ 9098 w 10000"/>
                <a:gd name="connsiteY30" fmla="*/ 515 h 10000"/>
                <a:gd name="connsiteX31" fmla="*/ 8873 w 10000"/>
                <a:gd name="connsiteY31" fmla="*/ 361 h 10000"/>
                <a:gd name="connsiteX32" fmla="*/ 8497 w 10000"/>
                <a:gd name="connsiteY32" fmla="*/ 155 h 10000"/>
                <a:gd name="connsiteX33" fmla="*/ 8272 w 10000"/>
                <a:gd name="connsiteY33" fmla="*/ 0 h 10000"/>
                <a:gd name="connsiteX34" fmla="*/ 7821 w 10000"/>
                <a:gd name="connsiteY34" fmla="*/ 206 h 10000"/>
                <a:gd name="connsiteX35" fmla="*/ 7370 w 10000"/>
                <a:gd name="connsiteY35" fmla="*/ 515 h 10000"/>
                <a:gd name="connsiteX36" fmla="*/ 6769 w 10000"/>
                <a:gd name="connsiteY36" fmla="*/ 515 h 10000"/>
                <a:gd name="connsiteX37" fmla="*/ 5717 w 10000"/>
                <a:gd name="connsiteY37" fmla="*/ 515 h 10000"/>
                <a:gd name="connsiteX38" fmla="*/ 5717 w 10000"/>
                <a:gd name="connsiteY38" fmla="*/ 464 h 10000"/>
                <a:gd name="connsiteX39" fmla="*/ 5643 w 10000"/>
                <a:gd name="connsiteY39" fmla="*/ 515 h 10000"/>
                <a:gd name="connsiteX40" fmla="*/ 1961 w 10000"/>
                <a:gd name="connsiteY40" fmla="*/ 515 h 10000"/>
                <a:gd name="connsiteX41" fmla="*/ 1961 w 10000"/>
                <a:gd name="connsiteY41" fmla="*/ 1598 h 10000"/>
                <a:gd name="connsiteX42" fmla="*/ 1285 w 10000"/>
                <a:gd name="connsiteY42" fmla="*/ 1598 h 10000"/>
                <a:gd name="connsiteX43" fmla="*/ 1285 w 10000"/>
                <a:gd name="connsiteY43" fmla="*/ 1804 h 10000"/>
                <a:gd name="connsiteX44" fmla="*/ 1285 w 10000"/>
                <a:gd name="connsiteY44" fmla="*/ 3659 h 10000"/>
                <a:gd name="connsiteX45" fmla="*/ 1135 w 10000"/>
                <a:gd name="connsiteY45" fmla="*/ 3762 h 10000"/>
                <a:gd name="connsiteX46" fmla="*/ 684 w 10000"/>
                <a:gd name="connsiteY46" fmla="*/ 3969 h 10000"/>
                <a:gd name="connsiteX47" fmla="*/ 609 w 10000"/>
                <a:gd name="connsiteY47" fmla="*/ 4227 h 10000"/>
                <a:gd name="connsiteX48" fmla="*/ 384 w 10000"/>
                <a:gd name="connsiteY48" fmla="*/ 4485 h 10000"/>
                <a:gd name="connsiteX49" fmla="*/ 234 w 10000"/>
                <a:gd name="connsiteY49" fmla="*/ 4897 h 10000"/>
                <a:gd name="connsiteX50" fmla="*/ 8 w 10000"/>
                <a:gd name="connsiteY50" fmla="*/ 5361 h 10000"/>
                <a:gd name="connsiteX51" fmla="*/ 384 w 10000"/>
                <a:gd name="connsiteY51" fmla="*/ 5412 h 10000"/>
                <a:gd name="connsiteX52" fmla="*/ 458 w 10000"/>
                <a:gd name="connsiteY52" fmla="*/ 5824 h 10000"/>
                <a:gd name="connsiteX53" fmla="*/ 684 w 10000"/>
                <a:gd name="connsiteY53" fmla="*/ 6237 h 10000"/>
                <a:gd name="connsiteX54" fmla="*/ 1059 w 10000"/>
                <a:gd name="connsiteY54" fmla="*/ 7062 h 10000"/>
                <a:gd name="connsiteX0" fmla="*/ 4515 w 10000"/>
                <a:gd name="connsiteY0" fmla="*/ 9433 h 10000"/>
                <a:gd name="connsiteX1" fmla="*/ 5417 w 10000"/>
                <a:gd name="connsiteY1" fmla="*/ 10000 h 10000"/>
                <a:gd name="connsiteX2" fmla="*/ 5868 w 10000"/>
                <a:gd name="connsiteY2" fmla="*/ 9845 h 10000"/>
                <a:gd name="connsiteX3" fmla="*/ 6093 w 10000"/>
                <a:gd name="connsiteY3" fmla="*/ 9948 h 10000"/>
                <a:gd name="connsiteX4" fmla="*/ 6769 w 10000"/>
                <a:gd name="connsiteY4" fmla="*/ 9742 h 10000"/>
                <a:gd name="connsiteX5" fmla="*/ 6919 w 10000"/>
                <a:gd name="connsiteY5" fmla="*/ 9845 h 10000"/>
                <a:gd name="connsiteX6" fmla="*/ 7220 w 10000"/>
                <a:gd name="connsiteY6" fmla="*/ 9588 h 10000"/>
                <a:gd name="connsiteX7" fmla="*/ 7671 w 10000"/>
                <a:gd name="connsiteY7" fmla="*/ 9279 h 10000"/>
                <a:gd name="connsiteX8" fmla="*/ 8197 w 10000"/>
                <a:gd name="connsiteY8" fmla="*/ 9279 h 10000"/>
                <a:gd name="connsiteX9" fmla="*/ 8422 w 10000"/>
                <a:gd name="connsiteY9" fmla="*/ 9433 h 10000"/>
                <a:gd name="connsiteX10" fmla="*/ 8272 w 10000"/>
                <a:gd name="connsiteY10" fmla="*/ 9021 h 10000"/>
                <a:gd name="connsiteX11" fmla="*/ 7821 w 10000"/>
                <a:gd name="connsiteY11" fmla="*/ 8556 h 10000"/>
                <a:gd name="connsiteX12" fmla="*/ 7370 w 10000"/>
                <a:gd name="connsiteY12" fmla="*/ 8093 h 10000"/>
                <a:gd name="connsiteX13" fmla="*/ 6769 w 10000"/>
                <a:gd name="connsiteY13" fmla="*/ 7680 h 10000"/>
                <a:gd name="connsiteX14" fmla="*/ 7145 w 10000"/>
                <a:gd name="connsiteY14" fmla="*/ 7526 h 10000"/>
                <a:gd name="connsiteX15" fmla="*/ 7446 w 10000"/>
                <a:gd name="connsiteY15" fmla="*/ 6701 h 10000"/>
                <a:gd name="connsiteX16" fmla="*/ 7446 w 10000"/>
                <a:gd name="connsiteY16" fmla="*/ 6341 h 10000"/>
                <a:gd name="connsiteX17" fmla="*/ 7821 w 10000"/>
                <a:gd name="connsiteY17" fmla="*/ 6341 h 10000"/>
                <a:gd name="connsiteX18" fmla="*/ 8047 w 10000"/>
                <a:gd name="connsiteY18" fmla="*/ 5670 h 10000"/>
                <a:gd name="connsiteX19" fmla="*/ 8648 w 10000"/>
                <a:gd name="connsiteY19" fmla="*/ 5258 h 10000"/>
                <a:gd name="connsiteX20" fmla="*/ 8873 w 10000"/>
                <a:gd name="connsiteY20" fmla="*/ 4485 h 10000"/>
                <a:gd name="connsiteX21" fmla="*/ 8722 w 10000"/>
                <a:gd name="connsiteY21" fmla="*/ 4073 h 10000"/>
                <a:gd name="connsiteX22" fmla="*/ 9098 w 10000"/>
                <a:gd name="connsiteY22" fmla="*/ 3196 h 10000"/>
                <a:gd name="connsiteX23" fmla="*/ 9399 w 10000"/>
                <a:gd name="connsiteY23" fmla="*/ 2938 h 10000"/>
                <a:gd name="connsiteX24" fmla="*/ 10000 w 10000"/>
                <a:gd name="connsiteY24" fmla="*/ 2526 h 10000"/>
                <a:gd name="connsiteX25" fmla="*/ 9774 w 10000"/>
                <a:gd name="connsiteY25" fmla="*/ 2474 h 10000"/>
                <a:gd name="connsiteX26" fmla="*/ 9399 w 10000"/>
                <a:gd name="connsiteY26" fmla="*/ 2217 h 10000"/>
                <a:gd name="connsiteX27" fmla="*/ 9173 w 10000"/>
                <a:gd name="connsiteY27" fmla="*/ 1444 h 10000"/>
                <a:gd name="connsiteX28" fmla="*/ 9173 w 10000"/>
                <a:gd name="connsiteY28" fmla="*/ 1031 h 10000"/>
                <a:gd name="connsiteX29" fmla="*/ 9098 w 10000"/>
                <a:gd name="connsiteY29" fmla="*/ 515 h 10000"/>
                <a:gd name="connsiteX30" fmla="*/ 8873 w 10000"/>
                <a:gd name="connsiteY30" fmla="*/ 361 h 10000"/>
                <a:gd name="connsiteX31" fmla="*/ 8497 w 10000"/>
                <a:gd name="connsiteY31" fmla="*/ 155 h 10000"/>
                <a:gd name="connsiteX32" fmla="*/ 8272 w 10000"/>
                <a:gd name="connsiteY32" fmla="*/ 0 h 10000"/>
                <a:gd name="connsiteX33" fmla="*/ 7821 w 10000"/>
                <a:gd name="connsiteY33" fmla="*/ 206 h 10000"/>
                <a:gd name="connsiteX34" fmla="*/ 7370 w 10000"/>
                <a:gd name="connsiteY34" fmla="*/ 515 h 10000"/>
                <a:gd name="connsiteX35" fmla="*/ 6769 w 10000"/>
                <a:gd name="connsiteY35" fmla="*/ 515 h 10000"/>
                <a:gd name="connsiteX36" fmla="*/ 5717 w 10000"/>
                <a:gd name="connsiteY36" fmla="*/ 515 h 10000"/>
                <a:gd name="connsiteX37" fmla="*/ 5717 w 10000"/>
                <a:gd name="connsiteY37" fmla="*/ 464 h 10000"/>
                <a:gd name="connsiteX38" fmla="*/ 5643 w 10000"/>
                <a:gd name="connsiteY38" fmla="*/ 515 h 10000"/>
                <a:gd name="connsiteX39" fmla="*/ 1961 w 10000"/>
                <a:gd name="connsiteY39" fmla="*/ 515 h 10000"/>
                <a:gd name="connsiteX40" fmla="*/ 1961 w 10000"/>
                <a:gd name="connsiteY40" fmla="*/ 1598 h 10000"/>
                <a:gd name="connsiteX41" fmla="*/ 1285 w 10000"/>
                <a:gd name="connsiteY41" fmla="*/ 1598 h 10000"/>
                <a:gd name="connsiteX42" fmla="*/ 1285 w 10000"/>
                <a:gd name="connsiteY42" fmla="*/ 1804 h 10000"/>
                <a:gd name="connsiteX43" fmla="*/ 1285 w 10000"/>
                <a:gd name="connsiteY43" fmla="*/ 3659 h 10000"/>
                <a:gd name="connsiteX44" fmla="*/ 1135 w 10000"/>
                <a:gd name="connsiteY44" fmla="*/ 3762 h 10000"/>
                <a:gd name="connsiteX45" fmla="*/ 684 w 10000"/>
                <a:gd name="connsiteY45" fmla="*/ 3969 h 10000"/>
                <a:gd name="connsiteX46" fmla="*/ 609 w 10000"/>
                <a:gd name="connsiteY46" fmla="*/ 4227 h 10000"/>
                <a:gd name="connsiteX47" fmla="*/ 384 w 10000"/>
                <a:gd name="connsiteY47" fmla="*/ 4485 h 10000"/>
                <a:gd name="connsiteX48" fmla="*/ 234 w 10000"/>
                <a:gd name="connsiteY48" fmla="*/ 4897 h 10000"/>
                <a:gd name="connsiteX49" fmla="*/ 8 w 10000"/>
                <a:gd name="connsiteY49" fmla="*/ 5361 h 10000"/>
                <a:gd name="connsiteX50" fmla="*/ 384 w 10000"/>
                <a:gd name="connsiteY50" fmla="*/ 5412 h 10000"/>
                <a:gd name="connsiteX51" fmla="*/ 458 w 10000"/>
                <a:gd name="connsiteY51" fmla="*/ 5824 h 10000"/>
                <a:gd name="connsiteX52" fmla="*/ 684 w 10000"/>
                <a:gd name="connsiteY52" fmla="*/ 6237 h 10000"/>
                <a:gd name="connsiteX53" fmla="*/ 1059 w 10000"/>
                <a:gd name="connsiteY53" fmla="*/ 7062 h 10000"/>
                <a:gd name="connsiteX0" fmla="*/ 5417 w 10000"/>
                <a:gd name="connsiteY0" fmla="*/ 10000 h 10000"/>
                <a:gd name="connsiteX1" fmla="*/ 5868 w 10000"/>
                <a:gd name="connsiteY1" fmla="*/ 9845 h 10000"/>
                <a:gd name="connsiteX2" fmla="*/ 6093 w 10000"/>
                <a:gd name="connsiteY2" fmla="*/ 9948 h 10000"/>
                <a:gd name="connsiteX3" fmla="*/ 6769 w 10000"/>
                <a:gd name="connsiteY3" fmla="*/ 9742 h 10000"/>
                <a:gd name="connsiteX4" fmla="*/ 6919 w 10000"/>
                <a:gd name="connsiteY4" fmla="*/ 9845 h 10000"/>
                <a:gd name="connsiteX5" fmla="*/ 7220 w 10000"/>
                <a:gd name="connsiteY5" fmla="*/ 9588 h 10000"/>
                <a:gd name="connsiteX6" fmla="*/ 7671 w 10000"/>
                <a:gd name="connsiteY6" fmla="*/ 9279 h 10000"/>
                <a:gd name="connsiteX7" fmla="*/ 8197 w 10000"/>
                <a:gd name="connsiteY7" fmla="*/ 9279 h 10000"/>
                <a:gd name="connsiteX8" fmla="*/ 8422 w 10000"/>
                <a:gd name="connsiteY8" fmla="*/ 9433 h 10000"/>
                <a:gd name="connsiteX9" fmla="*/ 8272 w 10000"/>
                <a:gd name="connsiteY9" fmla="*/ 9021 h 10000"/>
                <a:gd name="connsiteX10" fmla="*/ 7821 w 10000"/>
                <a:gd name="connsiteY10" fmla="*/ 8556 h 10000"/>
                <a:gd name="connsiteX11" fmla="*/ 7370 w 10000"/>
                <a:gd name="connsiteY11" fmla="*/ 8093 h 10000"/>
                <a:gd name="connsiteX12" fmla="*/ 6769 w 10000"/>
                <a:gd name="connsiteY12" fmla="*/ 7680 h 10000"/>
                <a:gd name="connsiteX13" fmla="*/ 7145 w 10000"/>
                <a:gd name="connsiteY13" fmla="*/ 7526 h 10000"/>
                <a:gd name="connsiteX14" fmla="*/ 7446 w 10000"/>
                <a:gd name="connsiteY14" fmla="*/ 6701 h 10000"/>
                <a:gd name="connsiteX15" fmla="*/ 7446 w 10000"/>
                <a:gd name="connsiteY15" fmla="*/ 6341 h 10000"/>
                <a:gd name="connsiteX16" fmla="*/ 7821 w 10000"/>
                <a:gd name="connsiteY16" fmla="*/ 6341 h 10000"/>
                <a:gd name="connsiteX17" fmla="*/ 8047 w 10000"/>
                <a:gd name="connsiteY17" fmla="*/ 5670 h 10000"/>
                <a:gd name="connsiteX18" fmla="*/ 8648 w 10000"/>
                <a:gd name="connsiteY18" fmla="*/ 5258 h 10000"/>
                <a:gd name="connsiteX19" fmla="*/ 8873 w 10000"/>
                <a:gd name="connsiteY19" fmla="*/ 4485 h 10000"/>
                <a:gd name="connsiteX20" fmla="*/ 8722 w 10000"/>
                <a:gd name="connsiteY20" fmla="*/ 4073 h 10000"/>
                <a:gd name="connsiteX21" fmla="*/ 9098 w 10000"/>
                <a:gd name="connsiteY21" fmla="*/ 3196 h 10000"/>
                <a:gd name="connsiteX22" fmla="*/ 9399 w 10000"/>
                <a:gd name="connsiteY22" fmla="*/ 2938 h 10000"/>
                <a:gd name="connsiteX23" fmla="*/ 10000 w 10000"/>
                <a:gd name="connsiteY23" fmla="*/ 2526 h 10000"/>
                <a:gd name="connsiteX24" fmla="*/ 9774 w 10000"/>
                <a:gd name="connsiteY24" fmla="*/ 2474 h 10000"/>
                <a:gd name="connsiteX25" fmla="*/ 9399 w 10000"/>
                <a:gd name="connsiteY25" fmla="*/ 2217 h 10000"/>
                <a:gd name="connsiteX26" fmla="*/ 9173 w 10000"/>
                <a:gd name="connsiteY26" fmla="*/ 1444 h 10000"/>
                <a:gd name="connsiteX27" fmla="*/ 9173 w 10000"/>
                <a:gd name="connsiteY27" fmla="*/ 1031 h 10000"/>
                <a:gd name="connsiteX28" fmla="*/ 9098 w 10000"/>
                <a:gd name="connsiteY28" fmla="*/ 515 h 10000"/>
                <a:gd name="connsiteX29" fmla="*/ 8873 w 10000"/>
                <a:gd name="connsiteY29" fmla="*/ 361 h 10000"/>
                <a:gd name="connsiteX30" fmla="*/ 8497 w 10000"/>
                <a:gd name="connsiteY30" fmla="*/ 155 h 10000"/>
                <a:gd name="connsiteX31" fmla="*/ 8272 w 10000"/>
                <a:gd name="connsiteY31" fmla="*/ 0 h 10000"/>
                <a:gd name="connsiteX32" fmla="*/ 7821 w 10000"/>
                <a:gd name="connsiteY32" fmla="*/ 206 h 10000"/>
                <a:gd name="connsiteX33" fmla="*/ 7370 w 10000"/>
                <a:gd name="connsiteY33" fmla="*/ 515 h 10000"/>
                <a:gd name="connsiteX34" fmla="*/ 6769 w 10000"/>
                <a:gd name="connsiteY34" fmla="*/ 515 h 10000"/>
                <a:gd name="connsiteX35" fmla="*/ 5717 w 10000"/>
                <a:gd name="connsiteY35" fmla="*/ 515 h 10000"/>
                <a:gd name="connsiteX36" fmla="*/ 5717 w 10000"/>
                <a:gd name="connsiteY36" fmla="*/ 464 h 10000"/>
                <a:gd name="connsiteX37" fmla="*/ 5643 w 10000"/>
                <a:gd name="connsiteY37" fmla="*/ 515 h 10000"/>
                <a:gd name="connsiteX38" fmla="*/ 1961 w 10000"/>
                <a:gd name="connsiteY38" fmla="*/ 515 h 10000"/>
                <a:gd name="connsiteX39" fmla="*/ 1961 w 10000"/>
                <a:gd name="connsiteY39" fmla="*/ 1598 h 10000"/>
                <a:gd name="connsiteX40" fmla="*/ 1285 w 10000"/>
                <a:gd name="connsiteY40" fmla="*/ 1598 h 10000"/>
                <a:gd name="connsiteX41" fmla="*/ 1285 w 10000"/>
                <a:gd name="connsiteY41" fmla="*/ 1804 h 10000"/>
                <a:gd name="connsiteX42" fmla="*/ 1285 w 10000"/>
                <a:gd name="connsiteY42" fmla="*/ 3659 h 10000"/>
                <a:gd name="connsiteX43" fmla="*/ 1135 w 10000"/>
                <a:gd name="connsiteY43" fmla="*/ 3762 h 10000"/>
                <a:gd name="connsiteX44" fmla="*/ 684 w 10000"/>
                <a:gd name="connsiteY44" fmla="*/ 3969 h 10000"/>
                <a:gd name="connsiteX45" fmla="*/ 609 w 10000"/>
                <a:gd name="connsiteY45" fmla="*/ 4227 h 10000"/>
                <a:gd name="connsiteX46" fmla="*/ 384 w 10000"/>
                <a:gd name="connsiteY46" fmla="*/ 4485 h 10000"/>
                <a:gd name="connsiteX47" fmla="*/ 234 w 10000"/>
                <a:gd name="connsiteY47" fmla="*/ 4897 h 10000"/>
                <a:gd name="connsiteX48" fmla="*/ 8 w 10000"/>
                <a:gd name="connsiteY48" fmla="*/ 5361 h 10000"/>
                <a:gd name="connsiteX49" fmla="*/ 384 w 10000"/>
                <a:gd name="connsiteY49" fmla="*/ 5412 h 10000"/>
                <a:gd name="connsiteX50" fmla="*/ 458 w 10000"/>
                <a:gd name="connsiteY50" fmla="*/ 5824 h 10000"/>
                <a:gd name="connsiteX51" fmla="*/ 684 w 10000"/>
                <a:gd name="connsiteY51" fmla="*/ 6237 h 10000"/>
                <a:gd name="connsiteX52" fmla="*/ 1059 w 10000"/>
                <a:gd name="connsiteY52" fmla="*/ 7062 h 10000"/>
                <a:gd name="connsiteX0" fmla="*/ 5868 w 10000"/>
                <a:gd name="connsiteY0" fmla="*/ 9845 h 9986"/>
                <a:gd name="connsiteX1" fmla="*/ 6093 w 10000"/>
                <a:gd name="connsiteY1" fmla="*/ 9948 h 9986"/>
                <a:gd name="connsiteX2" fmla="*/ 6769 w 10000"/>
                <a:gd name="connsiteY2" fmla="*/ 9742 h 9986"/>
                <a:gd name="connsiteX3" fmla="*/ 6919 w 10000"/>
                <a:gd name="connsiteY3" fmla="*/ 9845 h 9986"/>
                <a:gd name="connsiteX4" fmla="*/ 7220 w 10000"/>
                <a:gd name="connsiteY4" fmla="*/ 9588 h 9986"/>
                <a:gd name="connsiteX5" fmla="*/ 7671 w 10000"/>
                <a:gd name="connsiteY5" fmla="*/ 9279 h 9986"/>
                <a:gd name="connsiteX6" fmla="*/ 8197 w 10000"/>
                <a:gd name="connsiteY6" fmla="*/ 9279 h 9986"/>
                <a:gd name="connsiteX7" fmla="*/ 8422 w 10000"/>
                <a:gd name="connsiteY7" fmla="*/ 9433 h 9986"/>
                <a:gd name="connsiteX8" fmla="*/ 8272 w 10000"/>
                <a:gd name="connsiteY8" fmla="*/ 9021 h 9986"/>
                <a:gd name="connsiteX9" fmla="*/ 7821 w 10000"/>
                <a:gd name="connsiteY9" fmla="*/ 8556 h 9986"/>
                <a:gd name="connsiteX10" fmla="*/ 7370 w 10000"/>
                <a:gd name="connsiteY10" fmla="*/ 8093 h 9986"/>
                <a:gd name="connsiteX11" fmla="*/ 6769 w 10000"/>
                <a:gd name="connsiteY11" fmla="*/ 7680 h 9986"/>
                <a:gd name="connsiteX12" fmla="*/ 7145 w 10000"/>
                <a:gd name="connsiteY12" fmla="*/ 7526 h 9986"/>
                <a:gd name="connsiteX13" fmla="*/ 7446 w 10000"/>
                <a:gd name="connsiteY13" fmla="*/ 6701 h 9986"/>
                <a:gd name="connsiteX14" fmla="*/ 7446 w 10000"/>
                <a:gd name="connsiteY14" fmla="*/ 6341 h 9986"/>
                <a:gd name="connsiteX15" fmla="*/ 7821 w 10000"/>
                <a:gd name="connsiteY15" fmla="*/ 6341 h 9986"/>
                <a:gd name="connsiteX16" fmla="*/ 8047 w 10000"/>
                <a:gd name="connsiteY16" fmla="*/ 5670 h 9986"/>
                <a:gd name="connsiteX17" fmla="*/ 8648 w 10000"/>
                <a:gd name="connsiteY17" fmla="*/ 5258 h 9986"/>
                <a:gd name="connsiteX18" fmla="*/ 8873 w 10000"/>
                <a:gd name="connsiteY18" fmla="*/ 4485 h 9986"/>
                <a:gd name="connsiteX19" fmla="*/ 8722 w 10000"/>
                <a:gd name="connsiteY19" fmla="*/ 4073 h 9986"/>
                <a:gd name="connsiteX20" fmla="*/ 9098 w 10000"/>
                <a:gd name="connsiteY20" fmla="*/ 3196 h 9986"/>
                <a:gd name="connsiteX21" fmla="*/ 9399 w 10000"/>
                <a:gd name="connsiteY21" fmla="*/ 2938 h 9986"/>
                <a:gd name="connsiteX22" fmla="*/ 10000 w 10000"/>
                <a:gd name="connsiteY22" fmla="*/ 2526 h 9986"/>
                <a:gd name="connsiteX23" fmla="*/ 9774 w 10000"/>
                <a:gd name="connsiteY23" fmla="*/ 2474 h 9986"/>
                <a:gd name="connsiteX24" fmla="*/ 9399 w 10000"/>
                <a:gd name="connsiteY24" fmla="*/ 2217 h 9986"/>
                <a:gd name="connsiteX25" fmla="*/ 9173 w 10000"/>
                <a:gd name="connsiteY25" fmla="*/ 1444 h 9986"/>
                <a:gd name="connsiteX26" fmla="*/ 9173 w 10000"/>
                <a:gd name="connsiteY26" fmla="*/ 1031 h 9986"/>
                <a:gd name="connsiteX27" fmla="*/ 9098 w 10000"/>
                <a:gd name="connsiteY27" fmla="*/ 515 h 9986"/>
                <a:gd name="connsiteX28" fmla="*/ 8873 w 10000"/>
                <a:gd name="connsiteY28" fmla="*/ 361 h 9986"/>
                <a:gd name="connsiteX29" fmla="*/ 8497 w 10000"/>
                <a:gd name="connsiteY29" fmla="*/ 155 h 9986"/>
                <a:gd name="connsiteX30" fmla="*/ 8272 w 10000"/>
                <a:gd name="connsiteY30" fmla="*/ 0 h 9986"/>
                <a:gd name="connsiteX31" fmla="*/ 7821 w 10000"/>
                <a:gd name="connsiteY31" fmla="*/ 206 h 9986"/>
                <a:gd name="connsiteX32" fmla="*/ 7370 w 10000"/>
                <a:gd name="connsiteY32" fmla="*/ 515 h 9986"/>
                <a:gd name="connsiteX33" fmla="*/ 6769 w 10000"/>
                <a:gd name="connsiteY33" fmla="*/ 515 h 9986"/>
                <a:gd name="connsiteX34" fmla="*/ 5717 w 10000"/>
                <a:gd name="connsiteY34" fmla="*/ 515 h 9986"/>
                <a:gd name="connsiteX35" fmla="*/ 5717 w 10000"/>
                <a:gd name="connsiteY35" fmla="*/ 464 h 9986"/>
                <a:gd name="connsiteX36" fmla="*/ 5643 w 10000"/>
                <a:gd name="connsiteY36" fmla="*/ 515 h 9986"/>
                <a:gd name="connsiteX37" fmla="*/ 1961 w 10000"/>
                <a:gd name="connsiteY37" fmla="*/ 515 h 9986"/>
                <a:gd name="connsiteX38" fmla="*/ 1961 w 10000"/>
                <a:gd name="connsiteY38" fmla="*/ 1598 h 9986"/>
                <a:gd name="connsiteX39" fmla="*/ 1285 w 10000"/>
                <a:gd name="connsiteY39" fmla="*/ 1598 h 9986"/>
                <a:gd name="connsiteX40" fmla="*/ 1285 w 10000"/>
                <a:gd name="connsiteY40" fmla="*/ 1804 h 9986"/>
                <a:gd name="connsiteX41" fmla="*/ 1285 w 10000"/>
                <a:gd name="connsiteY41" fmla="*/ 3659 h 9986"/>
                <a:gd name="connsiteX42" fmla="*/ 1135 w 10000"/>
                <a:gd name="connsiteY42" fmla="*/ 3762 h 9986"/>
                <a:gd name="connsiteX43" fmla="*/ 684 w 10000"/>
                <a:gd name="connsiteY43" fmla="*/ 3969 h 9986"/>
                <a:gd name="connsiteX44" fmla="*/ 609 w 10000"/>
                <a:gd name="connsiteY44" fmla="*/ 4227 h 9986"/>
                <a:gd name="connsiteX45" fmla="*/ 384 w 10000"/>
                <a:gd name="connsiteY45" fmla="*/ 4485 h 9986"/>
                <a:gd name="connsiteX46" fmla="*/ 234 w 10000"/>
                <a:gd name="connsiteY46" fmla="*/ 4897 h 9986"/>
                <a:gd name="connsiteX47" fmla="*/ 8 w 10000"/>
                <a:gd name="connsiteY47" fmla="*/ 5361 h 9986"/>
                <a:gd name="connsiteX48" fmla="*/ 384 w 10000"/>
                <a:gd name="connsiteY48" fmla="*/ 5412 h 9986"/>
                <a:gd name="connsiteX49" fmla="*/ 458 w 10000"/>
                <a:gd name="connsiteY49" fmla="*/ 5824 h 9986"/>
                <a:gd name="connsiteX50" fmla="*/ 684 w 10000"/>
                <a:gd name="connsiteY50" fmla="*/ 6237 h 9986"/>
                <a:gd name="connsiteX51" fmla="*/ 1059 w 10000"/>
                <a:gd name="connsiteY51" fmla="*/ 7062 h 9986"/>
                <a:gd name="connsiteX0" fmla="*/ 6093 w 10000"/>
                <a:gd name="connsiteY0" fmla="*/ 9962 h 10000"/>
                <a:gd name="connsiteX1" fmla="*/ 6769 w 10000"/>
                <a:gd name="connsiteY1" fmla="*/ 9756 h 10000"/>
                <a:gd name="connsiteX2" fmla="*/ 6919 w 10000"/>
                <a:gd name="connsiteY2" fmla="*/ 9859 h 10000"/>
                <a:gd name="connsiteX3" fmla="*/ 7220 w 10000"/>
                <a:gd name="connsiteY3" fmla="*/ 9601 h 10000"/>
                <a:gd name="connsiteX4" fmla="*/ 7671 w 10000"/>
                <a:gd name="connsiteY4" fmla="*/ 9292 h 10000"/>
                <a:gd name="connsiteX5" fmla="*/ 8197 w 10000"/>
                <a:gd name="connsiteY5" fmla="*/ 9292 h 10000"/>
                <a:gd name="connsiteX6" fmla="*/ 8422 w 10000"/>
                <a:gd name="connsiteY6" fmla="*/ 9446 h 10000"/>
                <a:gd name="connsiteX7" fmla="*/ 8272 w 10000"/>
                <a:gd name="connsiteY7" fmla="*/ 9034 h 10000"/>
                <a:gd name="connsiteX8" fmla="*/ 7821 w 10000"/>
                <a:gd name="connsiteY8" fmla="*/ 8568 h 10000"/>
                <a:gd name="connsiteX9" fmla="*/ 7370 w 10000"/>
                <a:gd name="connsiteY9" fmla="*/ 8104 h 10000"/>
                <a:gd name="connsiteX10" fmla="*/ 6769 w 10000"/>
                <a:gd name="connsiteY10" fmla="*/ 7691 h 10000"/>
                <a:gd name="connsiteX11" fmla="*/ 7145 w 10000"/>
                <a:gd name="connsiteY11" fmla="*/ 7537 h 10000"/>
                <a:gd name="connsiteX12" fmla="*/ 7446 w 10000"/>
                <a:gd name="connsiteY12" fmla="*/ 6710 h 10000"/>
                <a:gd name="connsiteX13" fmla="*/ 7446 w 10000"/>
                <a:gd name="connsiteY13" fmla="*/ 6350 h 10000"/>
                <a:gd name="connsiteX14" fmla="*/ 7821 w 10000"/>
                <a:gd name="connsiteY14" fmla="*/ 6350 h 10000"/>
                <a:gd name="connsiteX15" fmla="*/ 8047 w 10000"/>
                <a:gd name="connsiteY15" fmla="*/ 5678 h 10000"/>
                <a:gd name="connsiteX16" fmla="*/ 8648 w 10000"/>
                <a:gd name="connsiteY16" fmla="*/ 5265 h 10000"/>
                <a:gd name="connsiteX17" fmla="*/ 8873 w 10000"/>
                <a:gd name="connsiteY17" fmla="*/ 4491 h 10000"/>
                <a:gd name="connsiteX18" fmla="*/ 8722 w 10000"/>
                <a:gd name="connsiteY18" fmla="*/ 4079 h 10000"/>
                <a:gd name="connsiteX19" fmla="*/ 9098 w 10000"/>
                <a:gd name="connsiteY19" fmla="*/ 3200 h 10000"/>
                <a:gd name="connsiteX20" fmla="*/ 9399 w 10000"/>
                <a:gd name="connsiteY20" fmla="*/ 2942 h 10000"/>
                <a:gd name="connsiteX21" fmla="*/ 10000 w 10000"/>
                <a:gd name="connsiteY21" fmla="*/ 2530 h 10000"/>
                <a:gd name="connsiteX22" fmla="*/ 9774 w 10000"/>
                <a:gd name="connsiteY22" fmla="*/ 2477 h 10000"/>
                <a:gd name="connsiteX23" fmla="*/ 9399 w 10000"/>
                <a:gd name="connsiteY23" fmla="*/ 2220 h 10000"/>
                <a:gd name="connsiteX24" fmla="*/ 9173 w 10000"/>
                <a:gd name="connsiteY24" fmla="*/ 1446 h 10000"/>
                <a:gd name="connsiteX25" fmla="*/ 9173 w 10000"/>
                <a:gd name="connsiteY25" fmla="*/ 1032 h 10000"/>
                <a:gd name="connsiteX26" fmla="*/ 9098 w 10000"/>
                <a:gd name="connsiteY26" fmla="*/ 516 h 10000"/>
                <a:gd name="connsiteX27" fmla="*/ 8873 w 10000"/>
                <a:gd name="connsiteY27" fmla="*/ 362 h 10000"/>
                <a:gd name="connsiteX28" fmla="*/ 8497 w 10000"/>
                <a:gd name="connsiteY28" fmla="*/ 155 h 10000"/>
                <a:gd name="connsiteX29" fmla="*/ 8272 w 10000"/>
                <a:gd name="connsiteY29" fmla="*/ 0 h 10000"/>
                <a:gd name="connsiteX30" fmla="*/ 7821 w 10000"/>
                <a:gd name="connsiteY30" fmla="*/ 206 h 10000"/>
                <a:gd name="connsiteX31" fmla="*/ 7370 w 10000"/>
                <a:gd name="connsiteY31" fmla="*/ 516 h 10000"/>
                <a:gd name="connsiteX32" fmla="*/ 6769 w 10000"/>
                <a:gd name="connsiteY32" fmla="*/ 516 h 10000"/>
                <a:gd name="connsiteX33" fmla="*/ 5717 w 10000"/>
                <a:gd name="connsiteY33" fmla="*/ 516 h 10000"/>
                <a:gd name="connsiteX34" fmla="*/ 5717 w 10000"/>
                <a:gd name="connsiteY34" fmla="*/ 465 h 10000"/>
                <a:gd name="connsiteX35" fmla="*/ 5643 w 10000"/>
                <a:gd name="connsiteY35" fmla="*/ 516 h 10000"/>
                <a:gd name="connsiteX36" fmla="*/ 1961 w 10000"/>
                <a:gd name="connsiteY36" fmla="*/ 516 h 10000"/>
                <a:gd name="connsiteX37" fmla="*/ 1961 w 10000"/>
                <a:gd name="connsiteY37" fmla="*/ 1600 h 10000"/>
                <a:gd name="connsiteX38" fmla="*/ 1285 w 10000"/>
                <a:gd name="connsiteY38" fmla="*/ 1600 h 10000"/>
                <a:gd name="connsiteX39" fmla="*/ 1285 w 10000"/>
                <a:gd name="connsiteY39" fmla="*/ 1807 h 10000"/>
                <a:gd name="connsiteX40" fmla="*/ 1285 w 10000"/>
                <a:gd name="connsiteY40" fmla="*/ 3664 h 10000"/>
                <a:gd name="connsiteX41" fmla="*/ 1135 w 10000"/>
                <a:gd name="connsiteY41" fmla="*/ 3767 h 10000"/>
                <a:gd name="connsiteX42" fmla="*/ 684 w 10000"/>
                <a:gd name="connsiteY42" fmla="*/ 3975 h 10000"/>
                <a:gd name="connsiteX43" fmla="*/ 609 w 10000"/>
                <a:gd name="connsiteY43" fmla="*/ 4233 h 10000"/>
                <a:gd name="connsiteX44" fmla="*/ 384 w 10000"/>
                <a:gd name="connsiteY44" fmla="*/ 4491 h 10000"/>
                <a:gd name="connsiteX45" fmla="*/ 234 w 10000"/>
                <a:gd name="connsiteY45" fmla="*/ 4904 h 10000"/>
                <a:gd name="connsiteX46" fmla="*/ 8 w 10000"/>
                <a:gd name="connsiteY46" fmla="*/ 5369 h 10000"/>
                <a:gd name="connsiteX47" fmla="*/ 384 w 10000"/>
                <a:gd name="connsiteY47" fmla="*/ 5420 h 10000"/>
                <a:gd name="connsiteX48" fmla="*/ 458 w 10000"/>
                <a:gd name="connsiteY48" fmla="*/ 5832 h 10000"/>
                <a:gd name="connsiteX49" fmla="*/ 684 w 10000"/>
                <a:gd name="connsiteY49" fmla="*/ 6246 h 10000"/>
                <a:gd name="connsiteX50" fmla="*/ 1059 w 10000"/>
                <a:gd name="connsiteY50" fmla="*/ 7072 h 10000"/>
                <a:gd name="connsiteX0" fmla="*/ 6769 w 10000"/>
                <a:gd name="connsiteY0" fmla="*/ 9756 h 9859"/>
                <a:gd name="connsiteX1" fmla="*/ 6919 w 10000"/>
                <a:gd name="connsiteY1" fmla="*/ 9859 h 9859"/>
                <a:gd name="connsiteX2" fmla="*/ 7220 w 10000"/>
                <a:gd name="connsiteY2" fmla="*/ 9601 h 9859"/>
                <a:gd name="connsiteX3" fmla="*/ 7671 w 10000"/>
                <a:gd name="connsiteY3" fmla="*/ 9292 h 9859"/>
                <a:gd name="connsiteX4" fmla="*/ 8197 w 10000"/>
                <a:gd name="connsiteY4" fmla="*/ 9292 h 9859"/>
                <a:gd name="connsiteX5" fmla="*/ 8422 w 10000"/>
                <a:gd name="connsiteY5" fmla="*/ 9446 h 9859"/>
                <a:gd name="connsiteX6" fmla="*/ 8272 w 10000"/>
                <a:gd name="connsiteY6" fmla="*/ 9034 h 9859"/>
                <a:gd name="connsiteX7" fmla="*/ 7821 w 10000"/>
                <a:gd name="connsiteY7" fmla="*/ 8568 h 9859"/>
                <a:gd name="connsiteX8" fmla="*/ 7370 w 10000"/>
                <a:gd name="connsiteY8" fmla="*/ 8104 h 9859"/>
                <a:gd name="connsiteX9" fmla="*/ 6769 w 10000"/>
                <a:gd name="connsiteY9" fmla="*/ 7691 h 9859"/>
                <a:gd name="connsiteX10" fmla="*/ 7145 w 10000"/>
                <a:gd name="connsiteY10" fmla="*/ 7537 h 9859"/>
                <a:gd name="connsiteX11" fmla="*/ 7446 w 10000"/>
                <a:gd name="connsiteY11" fmla="*/ 6710 h 9859"/>
                <a:gd name="connsiteX12" fmla="*/ 7446 w 10000"/>
                <a:gd name="connsiteY12" fmla="*/ 6350 h 9859"/>
                <a:gd name="connsiteX13" fmla="*/ 7821 w 10000"/>
                <a:gd name="connsiteY13" fmla="*/ 6350 h 9859"/>
                <a:gd name="connsiteX14" fmla="*/ 8047 w 10000"/>
                <a:gd name="connsiteY14" fmla="*/ 5678 h 9859"/>
                <a:gd name="connsiteX15" fmla="*/ 8648 w 10000"/>
                <a:gd name="connsiteY15" fmla="*/ 5265 h 9859"/>
                <a:gd name="connsiteX16" fmla="*/ 8873 w 10000"/>
                <a:gd name="connsiteY16" fmla="*/ 4491 h 9859"/>
                <a:gd name="connsiteX17" fmla="*/ 8722 w 10000"/>
                <a:gd name="connsiteY17" fmla="*/ 4079 h 9859"/>
                <a:gd name="connsiteX18" fmla="*/ 9098 w 10000"/>
                <a:gd name="connsiteY18" fmla="*/ 3200 h 9859"/>
                <a:gd name="connsiteX19" fmla="*/ 9399 w 10000"/>
                <a:gd name="connsiteY19" fmla="*/ 2942 h 9859"/>
                <a:gd name="connsiteX20" fmla="*/ 10000 w 10000"/>
                <a:gd name="connsiteY20" fmla="*/ 2530 h 9859"/>
                <a:gd name="connsiteX21" fmla="*/ 9774 w 10000"/>
                <a:gd name="connsiteY21" fmla="*/ 2477 h 9859"/>
                <a:gd name="connsiteX22" fmla="*/ 9399 w 10000"/>
                <a:gd name="connsiteY22" fmla="*/ 2220 h 9859"/>
                <a:gd name="connsiteX23" fmla="*/ 9173 w 10000"/>
                <a:gd name="connsiteY23" fmla="*/ 1446 h 9859"/>
                <a:gd name="connsiteX24" fmla="*/ 9173 w 10000"/>
                <a:gd name="connsiteY24" fmla="*/ 1032 h 9859"/>
                <a:gd name="connsiteX25" fmla="*/ 9098 w 10000"/>
                <a:gd name="connsiteY25" fmla="*/ 516 h 9859"/>
                <a:gd name="connsiteX26" fmla="*/ 8873 w 10000"/>
                <a:gd name="connsiteY26" fmla="*/ 362 h 9859"/>
                <a:gd name="connsiteX27" fmla="*/ 8497 w 10000"/>
                <a:gd name="connsiteY27" fmla="*/ 155 h 9859"/>
                <a:gd name="connsiteX28" fmla="*/ 8272 w 10000"/>
                <a:gd name="connsiteY28" fmla="*/ 0 h 9859"/>
                <a:gd name="connsiteX29" fmla="*/ 7821 w 10000"/>
                <a:gd name="connsiteY29" fmla="*/ 206 h 9859"/>
                <a:gd name="connsiteX30" fmla="*/ 7370 w 10000"/>
                <a:gd name="connsiteY30" fmla="*/ 516 h 9859"/>
                <a:gd name="connsiteX31" fmla="*/ 6769 w 10000"/>
                <a:gd name="connsiteY31" fmla="*/ 516 h 9859"/>
                <a:gd name="connsiteX32" fmla="*/ 5717 w 10000"/>
                <a:gd name="connsiteY32" fmla="*/ 516 h 9859"/>
                <a:gd name="connsiteX33" fmla="*/ 5717 w 10000"/>
                <a:gd name="connsiteY33" fmla="*/ 465 h 9859"/>
                <a:gd name="connsiteX34" fmla="*/ 5643 w 10000"/>
                <a:gd name="connsiteY34" fmla="*/ 516 h 9859"/>
                <a:gd name="connsiteX35" fmla="*/ 1961 w 10000"/>
                <a:gd name="connsiteY35" fmla="*/ 516 h 9859"/>
                <a:gd name="connsiteX36" fmla="*/ 1961 w 10000"/>
                <a:gd name="connsiteY36" fmla="*/ 1600 h 9859"/>
                <a:gd name="connsiteX37" fmla="*/ 1285 w 10000"/>
                <a:gd name="connsiteY37" fmla="*/ 1600 h 9859"/>
                <a:gd name="connsiteX38" fmla="*/ 1285 w 10000"/>
                <a:gd name="connsiteY38" fmla="*/ 1807 h 9859"/>
                <a:gd name="connsiteX39" fmla="*/ 1285 w 10000"/>
                <a:gd name="connsiteY39" fmla="*/ 3664 h 9859"/>
                <a:gd name="connsiteX40" fmla="*/ 1135 w 10000"/>
                <a:gd name="connsiteY40" fmla="*/ 3767 h 9859"/>
                <a:gd name="connsiteX41" fmla="*/ 684 w 10000"/>
                <a:gd name="connsiteY41" fmla="*/ 3975 h 9859"/>
                <a:gd name="connsiteX42" fmla="*/ 609 w 10000"/>
                <a:gd name="connsiteY42" fmla="*/ 4233 h 9859"/>
                <a:gd name="connsiteX43" fmla="*/ 384 w 10000"/>
                <a:gd name="connsiteY43" fmla="*/ 4491 h 9859"/>
                <a:gd name="connsiteX44" fmla="*/ 234 w 10000"/>
                <a:gd name="connsiteY44" fmla="*/ 4904 h 9859"/>
                <a:gd name="connsiteX45" fmla="*/ 8 w 10000"/>
                <a:gd name="connsiteY45" fmla="*/ 5369 h 9859"/>
                <a:gd name="connsiteX46" fmla="*/ 384 w 10000"/>
                <a:gd name="connsiteY46" fmla="*/ 5420 h 9859"/>
                <a:gd name="connsiteX47" fmla="*/ 458 w 10000"/>
                <a:gd name="connsiteY47" fmla="*/ 5832 h 9859"/>
                <a:gd name="connsiteX48" fmla="*/ 684 w 10000"/>
                <a:gd name="connsiteY48" fmla="*/ 6246 h 9859"/>
                <a:gd name="connsiteX49" fmla="*/ 1059 w 10000"/>
                <a:gd name="connsiteY49" fmla="*/ 7072 h 9859"/>
                <a:gd name="connsiteX0" fmla="*/ 6919 w 10000"/>
                <a:gd name="connsiteY0" fmla="*/ 10000 h 10000"/>
                <a:gd name="connsiteX1" fmla="*/ 7220 w 10000"/>
                <a:gd name="connsiteY1" fmla="*/ 9738 h 10000"/>
                <a:gd name="connsiteX2" fmla="*/ 7671 w 10000"/>
                <a:gd name="connsiteY2" fmla="*/ 9425 h 10000"/>
                <a:gd name="connsiteX3" fmla="*/ 8197 w 10000"/>
                <a:gd name="connsiteY3" fmla="*/ 9425 h 10000"/>
                <a:gd name="connsiteX4" fmla="*/ 8422 w 10000"/>
                <a:gd name="connsiteY4" fmla="*/ 9581 h 10000"/>
                <a:gd name="connsiteX5" fmla="*/ 8272 w 10000"/>
                <a:gd name="connsiteY5" fmla="*/ 9163 h 10000"/>
                <a:gd name="connsiteX6" fmla="*/ 7821 w 10000"/>
                <a:gd name="connsiteY6" fmla="*/ 8691 h 10000"/>
                <a:gd name="connsiteX7" fmla="*/ 7370 w 10000"/>
                <a:gd name="connsiteY7" fmla="*/ 8220 h 10000"/>
                <a:gd name="connsiteX8" fmla="*/ 6769 w 10000"/>
                <a:gd name="connsiteY8" fmla="*/ 7801 h 10000"/>
                <a:gd name="connsiteX9" fmla="*/ 7145 w 10000"/>
                <a:gd name="connsiteY9" fmla="*/ 7645 h 10000"/>
                <a:gd name="connsiteX10" fmla="*/ 7446 w 10000"/>
                <a:gd name="connsiteY10" fmla="*/ 6806 h 10000"/>
                <a:gd name="connsiteX11" fmla="*/ 7446 w 10000"/>
                <a:gd name="connsiteY11" fmla="*/ 6441 h 10000"/>
                <a:gd name="connsiteX12" fmla="*/ 7821 w 10000"/>
                <a:gd name="connsiteY12" fmla="*/ 6441 h 10000"/>
                <a:gd name="connsiteX13" fmla="*/ 8047 w 10000"/>
                <a:gd name="connsiteY13" fmla="*/ 5759 h 10000"/>
                <a:gd name="connsiteX14" fmla="*/ 8648 w 10000"/>
                <a:gd name="connsiteY14" fmla="*/ 5340 h 10000"/>
                <a:gd name="connsiteX15" fmla="*/ 8873 w 10000"/>
                <a:gd name="connsiteY15" fmla="*/ 4555 h 10000"/>
                <a:gd name="connsiteX16" fmla="*/ 8722 w 10000"/>
                <a:gd name="connsiteY16" fmla="*/ 4137 h 10000"/>
                <a:gd name="connsiteX17" fmla="*/ 9098 w 10000"/>
                <a:gd name="connsiteY17" fmla="*/ 3246 h 10000"/>
                <a:gd name="connsiteX18" fmla="*/ 9399 w 10000"/>
                <a:gd name="connsiteY18" fmla="*/ 2984 h 10000"/>
                <a:gd name="connsiteX19" fmla="*/ 10000 w 10000"/>
                <a:gd name="connsiteY19" fmla="*/ 2566 h 10000"/>
                <a:gd name="connsiteX20" fmla="*/ 9774 w 10000"/>
                <a:gd name="connsiteY20" fmla="*/ 2512 h 10000"/>
                <a:gd name="connsiteX21" fmla="*/ 9399 w 10000"/>
                <a:gd name="connsiteY21" fmla="*/ 2252 h 10000"/>
                <a:gd name="connsiteX22" fmla="*/ 9173 w 10000"/>
                <a:gd name="connsiteY22" fmla="*/ 1467 h 10000"/>
                <a:gd name="connsiteX23" fmla="*/ 9173 w 10000"/>
                <a:gd name="connsiteY23" fmla="*/ 1047 h 10000"/>
                <a:gd name="connsiteX24" fmla="*/ 9098 w 10000"/>
                <a:gd name="connsiteY24" fmla="*/ 523 h 10000"/>
                <a:gd name="connsiteX25" fmla="*/ 8873 w 10000"/>
                <a:gd name="connsiteY25" fmla="*/ 367 h 10000"/>
                <a:gd name="connsiteX26" fmla="*/ 8497 w 10000"/>
                <a:gd name="connsiteY26" fmla="*/ 157 h 10000"/>
                <a:gd name="connsiteX27" fmla="*/ 8272 w 10000"/>
                <a:gd name="connsiteY27" fmla="*/ 0 h 10000"/>
                <a:gd name="connsiteX28" fmla="*/ 7821 w 10000"/>
                <a:gd name="connsiteY28" fmla="*/ 209 h 10000"/>
                <a:gd name="connsiteX29" fmla="*/ 7370 w 10000"/>
                <a:gd name="connsiteY29" fmla="*/ 523 h 10000"/>
                <a:gd name="connsiteX30" fmla="*/ 6769 w 10000"/>
                <a:gd name="connsiteY30" fmla="*/ 523 h 10000"/>
                <a:gd name="connsiteX31" fmla="*/ 5717 w 10000"/>
                <a:gd name="connsiteY31" fmla="*/ 523 h 10000"/>
                <a:gd name="connsiteX32" fmla="*/ 5717 w 10000"/>
                <a:gd name="connsiteY32" fmla="*/ 472 h 10000"/>
                <a:gd name="connsiteX33" fmla="*/ 5643 w 10000"/>
                <a:gd name="connsiteY33" fmla="*/ 523 h 10000"/>
                <a:gd name="connsiteX34" fmla="*/ 1961 w 10000"/>
                <a:gd name="connsiteY34" fmla="*/ 523 h 10000"/>
                <a:gd name="connsiteX35" fmla="*/ 1961 w 10000"/>
                <a:gd name="connsiteY35" fmla="*/ 1623 h 10000"/>
                <a:gd name="connsiteX36" fmla="*/ 1285 w 10000"/>
                <a:gd name="connsiteY36" fmla="*/ 1623 h 10000"/>
                <a:gd name="connsiteX37" fmla="*/ 1285 w 10000"/>
                <a:gd name="connsiteY37" fmla="*/ 1833 h 10000"/>
                <a:gd name="connsiteX38" fmla="*/ 1285 w 10000"/>
                <a:gd name="connsiteY38" fmla="*/ 3716 h 10000"/>
                <a:gd name="connsiteX39" fmla="*/ 1135 w 10000"/>
                <a:gd name="connsiteY39" fmla="*/ 3821 h 10000"/>
                <a:gd name="connsiteX40" fmla="*/ 684 w 10000"/>
                <a:gd name="connsiteY40" fmla="*/ 4032 h 10000"/>
                <a:gd name="connsiteX41" fmla="*/ 609 w 10000"/>
                <a:gd name="connsiteY41" fmla="*/ 4294 h 10000"/>
                <a:gd name="connsiteX42" fmla="*/ 384 w 10000"/>
                <a:gd name="connsiteY42" fmla="*/ 4555 h 10000"/>
                <a:gd name="connsiteX43" fmla="*/ 234 w 10000"/>
                <a:gd name="connsiteY43" fmla="*/ 4974 h 10000"/>
                <a:gd name="connsiteX44" fmla="*/ 8 w 10000"/>
                <a:gd name="connsiteY44" fmla="*/ 5446 h 10000"/>
                <a:gd name="connsiteX45" fmla="*/ 384 w 10000"/>
                <a:gd name="connsiteY45" fmla="*/ 5498 h 10000"/>
                <a:gd name="connsiteX46" fmla="*/ 458 w 10000"/>
                <a:gd name="connsiteY46" fmla="*/ 5915 h 10000"/>
                <a:gd name="connsiteX47" fmla="*/ 684 w 10000"/>
                <a:gd name="connsiteY47" fmla="*/ 6335 h 10000"/>
                <a:gd name="connsiteX48" fmla="*/ 1059 w 10000"/>
                <a:gd name="connsiteY48" fmla="*/ 7173 h 10000"/>
                <a:gd name="connsiteX0" fmla="*/ 7220 w 10000"/>
                <a:gd name="connsiteY0" fmla="*/ 9738 h 9738"/>
                <a:gd name="connsiteX1" fmla="*/ 7671 w 10000"/>
                <a:gd name="connsiteY1" fmla="*/ 9425 h 9738"/>
                <a:gd name="connsiteX2" fmla="*/ 8197 w 10000"/>
                <a:gd name="connsiteY2" fmla="*/ 9425 h 9738"/>
                <a:gd name="connsiteX3" fmla="*/ 8422 w 10000"/>
                <a:gd name="connsiteY3" fmla="*/ 9581 h 9738"/>
                <a:gd name="connsiteX4" fmla="*/ 8272 w 10000"/>
                <a:gd name="connsiteY4" fmla="*/ 9163 h 9738"/>
                <a:gd name="connsiteX5" fmla="*/ 7821 w 10000"/>
                <a:gd name="connsiteY5" fmla="*/ 8691 h 9738"/>
                <a:gd name="connsiteX6" fmla="*/ 7370 w 10000"/>
                <a:gd name="connsiteY6" fmla="*/ 8220 h 9738"/>
                <a:gd name="connsiteX7" fmla="*/ 6769 w 10000"/>
                <a:gd name="connsiteY7" fmla="*/ 7801 h 9738"/>
                <a:gd name="connsiteX8" fmla="*/ 7145 w 10000"/>
                <a:gd name="connsiteY8" fmla="*/ 7645 h 9738"/>
                <a:gd name="connsiteX9" fmla="*/ 7446 w 10000"/>
                <a:gd name="connsiteY9" fmla="*/ 6806 h 9738"/>
                <a:gd name="connsiteX10" fmla="*/ 7446 w 10000"/>
                <a:gd name="connsiteY10" fmla="*/ 6441 h 9738"/>
                <a:gd name="connsiteX11" fmla="*/ 7821 w 10000"/>
                <a:gd name="connsiteY11" fmla="*/ 6441 h 9738"/>
                <a:gd name="connsiteX12" fmla="*/ 8047 w 10000"/>
                <a:gd name="connsiteY12" fmla="*/ 5759 h 9738"/>
                <a:gd name="connsiteX13" fmla="*/ 8648 w 10000"/>
                <a:gd name="connsiteY13" fmla="*/ 5340 h 9738"/>
                <a:gd name="connsiteX14" fmla="*/ 8873 w 10000"/>
                <a:gd name="connsiteY14" fmla="*/ 4555 h 9738"/>
                <a:gd name="connsiteX15" fmla="*/ 8722 w 10000"/>
                <a:gd name="connsiteY15" fmla="*/ 4137 h 9738"/>
                <a:gd name="connsiteX16" fmla="*/ 9098 w 10000"/>
                <a:gd name="connsiteY16" fmla="*/ 3246 h 9738"/>
                <a:gd name="connsiteX17" fmla="*/ 9399 w 10000"/>
                <a:gd name="connsiteY17" fmla="*/ 2984 h 9738"/>
                <a:gd name="connsiteX18" fmla="*/ 10000 w 10000"/>
                <a:gd name="connsiteY18" fmla="*/ 2566 h 9738"/>
                <a:gd name="connsiteX19" fmla="*/ 9774 w 10000"/>
                <a:gd name="connsiteY19" fmla="*/ 2512 h 9738"/>
                <a:gd name="connsiteX20" fmla="*/ 9399 w 10000"/>
                <a:gd name="connsiteY20" fmla="*/ 2252 h 9738"/>
                <a:gd name="connsiteX21" fmla="*/ 9173 w 10000"/>
                <a:gd name="connsiteY21" fmla="*/ 1467 h 9738"/>
                <a:gd name="connsiteX22" fmla="*/ 9173 w 10000"/>
                <a:gd name="connsiteY22" fmla="*/ 1047 h 9738"/>
                <a:gd name="connsiteX23" fmla="*/ 9098 w 10000"/>
                <a:gd name="connsiteY23" fmla="*/ 523 h 9738"/>
                <a:gd name="connsiteX24" fmla="*/ 8873 w 10000"/>
                <a:gd name="connsiteY24" fmla="*/ 367 h 9738"/>
                <a:gd name="connsiteX25" fmla="*/ 8497 w 10000"/>
                <a:gd name="connsiteY25" fmla="*/ 157 h 9738"/>
                <a:gd name="connsiteX26" fmla="*/ 8272 w 10000"/>
                <a:gd name="connsiteY26" fmla="*/ 0 h 9738"/>
                <a:gd name="connsiteX27" fmla="*/ 7821 w 10000"/>
                <a:gd name="connsiteY27" fmla="*/ 209 h 9738"/>
                <a:gd name="connsiteX28" fmla="*/ 7370 w 10000"/>
                <a:gd name="connsiteY28" fmla="*/ 523 h 9738"/>
                <a:gd name="connsiteX29" fmla="*/ 6769 w 10000"/>
                <a:gd name="connsiteY29" fmla="*/ 523 h 9738"/>
                <a:gd name="connsiteX30" fmla="*/ 5717 w 10000"/>
                <a:gd name="connsiteY30" fmla="*/ 523 h 9738"/>
                <a:gd name="connsiteX31" fmla="*/ 5717 w 10000"/>
                <a:gd name="connsiteY31" fmla="*/ 472 h 9738"/>
                <a:gd name="connsiteX32" fmla="*/ 5643 w 10000"/>
                <a:gd name="connsiteY32" fmla="*/ 523 h 9738"/>
                <a:gd name="connsiteX33" fmla="*/ 1961 w 10000"/>
                <a:gd name="connsiteY33" fmla="*/ 523 h 9738"/>
                <a:gd name="connsiteX34" fmla="*/ 1961 w 10000"/>
                <a:gd name="connsiteY34" fmla="*/ 1623 h 9738"/>
                <a:gd name="connsiteX35" fmla="*/ 1285 w 10000"/>
                <a:gd name="connsiteY35" fmla="*/ 1623 h 9738"/>
                <a:gd name="connsiteX36" fmla="*/ 1285 w 10000"/>
                <a:gd name="connsiteY36" fmla="*/ 1833 h 9738"/>
                <a:gd name="connsiteX37" fmla="*/ 1285 w 10000"/>
                <a:gd name="connsiteY37" fmla="*/ 3716 h 9738"/>
                <a:gd name="connsiteX38" fmla="*/ 1135 w 10000"/>
                <a:gd name="connsiteY38" fmla="*/ 3821 h 9738"/>
                <a:gd name="connsiteX39" fmla="*/ 684 w 10000"/>
                <a:gd name="connsiteY39" fmla="*/ 4032 h 9738"/>
                <a:gd name="connsiteX40" fmla="*/ 609 w 10000"/>
                <a:gd name="connsiteY40" fmla="*/ 4294 h 9738"/>
                <a:gd name="connsiteX41" fmla="*/ 384 w 10000"/>
                <a:gd name="connsiteY41" fmla="*/ 4555 h 9738"/>
                <a:gd name="connsiteX42" fmla="*/ 234 w 10000"/>
                <a:gd name="connsiteY42" fmla="*/ 4974 h 9738"/>
                <a:gd name="connsiteX43" fmla="*/ 8 w 10000"/>
                <a:gd name="connsiteY43" fmla="*/ 5446 h 9738"/>
                <a:gd name="connsiteX44" fmla="*/ 384 w 10000"/>
                <a:gd name="connsiteY44" fmla="*/ 5498 h 9738"/>
                <a:gd name="connsiteX45" fmla="*/ 458 w 10000"/>
                <a:gd name="connsiteY45" fmla="*/ 5915 h 9738"/>
                <a:gd name="connsiteX46" fmla="*/ 684 w 10000"/>
                <a:gd name="connsiteY46" fmla="*/ 6335 h 9738"/>
                <a:gd name="connsiteX47" fmla="*/ 1059 w 10000"/>
                <a:gd name="connsiteY47" fmla="*/ 7173 h 9738"/>
                <a:gd name="connsiteX0" fmla="*/ 7671 w 10000"/>
                <a:gd name="connsiteY0" fmla="*/ 9679 h 9839"/>
                <a:gd name="connsiteX1" fmla="*/ 8197 w 10000"/>
                <a:gd name="connsiteY1" fmla="*/ 9679 h 9839"/>
                <a:gd name="connsiteX2" fmla="*/ 8422 w 10000"/>
                <a:gd name="connsiteY2" fmla="*/ 9839 h 9839"/>
                <a:gd name="connsiteX3" fmla="*/ 8272 w 10000"/>
                <a:gd name="connsiteY3" fmla="*/ 9410 h 9839"/>
                <a:gd name="connsiteX4" fmla="*/ 7821 w 10000"/>
                <a:gd name="connsiteY4" fmla="*/ 8925 h 9839"/>
                <a:gd name="connsiteX5" fmla="*/ 7370 w 10000"/>
                <a:gd name="connsiteY5" fmla="*/ 8441 h 9839"/>
                <a:gd name="connsiteX6" fmla="*/ 6769 w 10000"/>
                <a:gd name="connsiteY6" fmla="*/ 8011 h 9839"/>
                <a:gd name="connsiteX7" fmla="*/ 7145 w 10000"/>
                <a:gd name="connsiteY7" fmla="*/ 7851 h 9839"/>
                <a:gd name="connsiteX8" fmla="*/ 7446 w 10000"/>
                <a:gd name="connsiteY8" fmla="*/ 6989 h 9839"/>
                <a:gd name="connsiteX9" fmla="*/ 7446 w 10000"/>
                <a:gd name="connsiteY9" fmla="*/ 6614 h 9839"/>
                <a:gd name="connsiteX10" fmla="*/ 7821 w 10000"/>
                <a:gd name="connsiteY10" fmla="*/ 6614 h 9839"/>
                <a:gd name="connsiteX11" fmla="*/ 8047 w 10000"/>
                <a:gd name="connsiteY11" fmla="*/ 5914 h 9839"/>
                <a:gd name="connsiteX12" fmla="*/ 8648 w 10000"/>
                <a:gd name="connsiteY12" fmla="*/ 5484 h 9839"/>
                <a:gd name="connsiteX13" fmla="*/ 8873 w 10000"/>
                <a:gd name="connsiteY13" fmla="*/ 4678 h 9839"/>
                <a:gd name="connsiteX14" fmla="*/ 8722 w 10000"/>
                <a:gd name="connsiteY14" fmla="*/ 4248 h 9839"/>
                <a:gd name="connsiteX15" fmla="*/ 9098 w 10000"/>
                <a:gd name="connsiteY15" fmla="*/ 3333 h 9839"/>
                <a:gd name="connsiteX16" fmla="*/ 9399 w 10000"/>
                <a:gd name="connsiteY16" fmla="*/ 3064 h 9839"/>
                <a:gd name="connsiteX17" fmla="*/ 10000 w 10000"/>
                <a:gd name="connsiteY17" fmla="*/ 2635 h 9839"/>
                <a:gd name="connsiteX18" fmla="*/ 9774 w 10000"/>
                <a:gd name="connsiteY18" fmla="*/ 2580 h 9839"/>
                <a:gd name="connsiteX19" fmla="*/ 9399 w 10000"/>
                <a:gd name="connsiteY19" fmla="*/ 2313 h 9839"/>
                <a:gd name="connsiteX20" fmla="*/ 9173 w 10000"/>
                <a:gd name="connsiteY20" fmla="*/ 1506 h 9839"/>
                <a:gd name="connsiteX21" fmla="*/ 9173 w 10000"/>
                <a:gd name="connsiteY21" fmla="*/ 1075 h 9839"/>
                <a:gd name="connsiteX22" fmla="*/ 9098 w 10000"/>
                <a:gd name="connsiteY22" fmla="*/ 537 h 9839"/>
                <a:gd name="connsiteX23" fmla="*/ 8873 w 10000"/>
                <a:gd name="connsiteY23" fmla="*/ 377 h 9839"/>
                <a:gd name="connsiteX24" fmla="*/ 8497 w 10000"/>
                <a:gd name="connsiteY24" fmla="*/ 161 h 9839"/>
                <a:gd name="connsiteX25" fmla="*/ 8272 w 10000"/>
                <a:gd name="connsiteY25" fmla="*/ 0 h 9839"/>
                <a:gd name="connsiteX26" fmla="*/ 7821 w 10000"/>
                <a:gd name="connsiteY26" fmla="*/ 215 h 9839"/>
                <a:gd name="connsiteX27" fmla="*/ 7370 w 10000"/>
                <a:gd name="connsiteY27" fmla="*/ 537 h 9839"/>
                <a:gd name="connsiteX28" fmla="*/ 6769 w 10000"/>
                <a:gd name="connsiteY28" fmla="*/ 537 h 9839"/>
                <a:gd name="connsiteX29" fmla="*/ 5717 w 10000"/>
                <a:gd name="connsiteY29" fmla="*/ 537 h 9839"/>
                <a:gd name="connsiteX30" fmla="*/ 5717 w 10000"/>
                <a:gd name="connsiteY30" fmla="*/ 485 h 9839"/>
                <a:gd name="connsiteX31" fmla="*/ 5643 w 10000"/>
                <a:gd name="connsiteY31" fmla="*/ 537 h 9839"/>
                <a:gd name="connsiteX32" fmla="*/ 1961 w 10000"/>
                <a:gd name="connsiteY32" fmla="*/ 537 h 9839"/>
                <a:gd name="connsiteX33" fmla="*/ 1961 w 10000"/>
                <a:gd name="connsiteY33" fmla="*/ 1667 h 9839"/>
                <a:gd name="connsiteX34" fmla="*/ 1285 w 10000"/>
                <a:gd name="connsiteY34" fmla="*/ 1667 h 9839"/>
                <a:gd name="connsiteX35" fmla="*/ 1285 w 10000"/>
                <a:gd name="connsiteY35" fmla="*/ 1882 h 9839"/>
                <a:gd name="connsiteX36" fmla="*/ 1285 w 10000"/>
                <a:gd name="connsiteY36" fmla="*/ 3816 h 9839"/>
                <a:gd name="connsiteX37" fmla="*/ 1135 w 10000"/>
                <a:gd name="connsiteY37" fmla="*/ 3924 h 9839"/>
                <a:gd name="connsiteX38" fmla="*/ 684 w 10000"/>
                <a:gd name="connsiteY38" fmla="*/ 4140 h 9839"/>
                <a:gd name="connsiteX39" fmla="*/ 609 w 10000"/>
                <a:gd name="connsiteY39" fmla="*/ 4410 h 9839"/>
                <a:gd name="connsiteX40" fmla="*/ 384 w 10000"/>
                <a:gd name="connsiteY40" fmla="*/ 4678 h 9839"/>
                <a:gd name="connsiteX41" fmla="*/ 234 w 10000"/>
                <a:gd name="connsiteY41" fmla="*/ 5108 h 9839"/>
                <a:gd name="connsiteX42" fmla="*/ 8 w 10000"/>
                <a:gd name="connsiteY42" fmla="*/ 5593 h 9839"/>
                <a:gd name="connsiteX43" fmla="*/ 384 w 10000"/>
                <a:gd name="connsiteY43" fmla="*/ 5646 h 9839"/>
                <a:gd name="connsiteX44" fmla="*/ 458 w 10000"/>
                <a:gd name="connsiteY44" fmla="*/ 6074 h 9839"/>
                <a:gd name="connsiteX45" fmla="*/ 684 w 10000"/>
                <a:gd name="connsiteY45" fmla="*/ 6505 h 9839"/>
                <a:gd name="connsiteX46" fmla="*/ 1059 w 10000"/>
                <a:gd name="connsiteY46" fmla="*/ 7366 h 9839"/>
                <a:gd name="connsiteX0" fmla="*/ 8197 w 10000"/>
                <a:gd name="connsiteY0" fmla="*/ 9837 h 10000"/>
                <a:gd name="connsiteX1" fmla="*/ 8422 w 10000"/>
                <a:gd name="connsiteY1" fmla="*/ 10000 h 10000"/>
                <a:gd name="connsiteX2" fmla="*/ 8272 w 10000"/>
                <a:gd name="connsiteY2" fmla="*/ 9564 h 10000"/>
                <a:gd name="connsiteX3" fmla="*/ 7821 w 10000"/>
                <a:gd name="connsiteY3" fmla="*/ 9071 h 10000"/>
                <a:gd name="connsiteX4" fmla="*/ 7370 w 10000"/>
                <a:gd name="connsiteY4" fmla="*/ 8579 h 10000"/>
                <a:gd name="connsiteX5" fmla="*/ 6769 w 10000"/>
                <a:gd name="connsiteY5" fmla="*/ 8142 h 10000"/>
                <a:gd name="connsiteX6" fmla="*/ 7145 w 10000"/>
                <a:gd name="connsiteY6" fmla="*/ 7979 h 10000"/>
                <a:gd name="connsiteX7" fmla="*/ 7446 w 10000"/>
                <a:gd name="connsiteY7" fmla="*/ 7103 h 10000"/>
                <a:gd name="connsiteX8" fmla="*/ 7446 w 10000"/>
                <a:gd name="connsiteY8" fmla="*/ 6722 h 10000"/>
                <a:gd name="connsiteX9" fmla="*/ 7821 w 10000"/>
                <a:gd name="connsiteY9" fmla="*/ 6722 h 10000"/>
                <a:gd name="connsiteX10" fmla="*/ 8047 w 10000"/>
                <a:gd name="connsiteY10" fmla="*/ 6011 h 10000"/>
                <a:gd name="connsiteX11" fmla="*/ 8648 w 10000"/>
                <a:gd name="connsiteY11" fmla="*/ 5574 h 10000"/>
                <a:gd name="connsiteX12" fmla="*/ 8873 w 10000"/>
                <a:gd name="connsiteY12" fmla="*/ 4755 h 10000"/>
                <a:gd name="connsiteX13" fmla="*/ 8722 w 10000"/>
                <a:gd name="connsiteY13" fmla="*/ 4318 h 10000"/>
                <a:gd name="connsiteX14" fmla="*/ 9098 w 10000"/>
                <a:gd name="connsiteY14" fmla="*/ 3388 h 10000"/>
                <a:gd name="connsiteX15" fmla="*/ 9399 w 10000"/>
                <a:gd name="connsiteY15" fmla="*/ 3114 h 10000"/>
                <a:gd name="connsiteX16" fmla="*/ 10000 w 10000"/>
                <a:gd name="connsiteY16" fmla="*/ 2678 h 10000"/>
                <a:gd name="connsiteX17" fmla="*/ 9774 w 10000"/>
                <a:gd name="connsiteY17" fmla="*/ 2622 h 10000"/>
                <a:gd name="connsiteX18" fmla="*/ 9399 w 10000"/>
                <a:gd name="connsiteY18" fmla="*/ 2351 h 10000"/>
                <a:gd name="connsiteX19" fmla="*/ 9173 w 10000"/>
                <a:gd name="connsiteY19" fmla="*/ 1531 h 10000"/>
                <a:gd name="connsiteX20" fmla="*/ 9173 w 10000"/>
                <a:gd name="connsiteY20" fmla="*/ 1093 h 10000"/>
                <a:gd name="connsiteX21" fmla="*/ 9098 w 10000"/>
                <a:gd name="connsiteY21" fmla="*/ 546 h 10000"/>
                <a:gd name="connsiteX22" fmla="*/ 8873 w 10000"/>
                <a:gd name="connsiteY22" fmla="*/ 383 h 10000"/>
                <a:gd name="connsiteX23" fmla="*/ 8497 w 10000"/>
                <a:gd name="connsiteY23" fmla="*/ 164 h 10000"/>
                <a:gd name="connsiteX24" fmla="*/ 8272 w 10000"/>
                <a:gd name="connsiteY24" fmla="*/ 0 h 10000"/>
                <a:gd name="connsiteX25" fmla="*/ 7821 w 10000"/>
                <a:gd name="connsiteY25" fmla="*/ 219 h 10000"/>
                <a:gd name="connsiteX26" fmla="*/ 7370 w 10000"/>
                <a:gd name="connsiteY26" fmla="*/ 546 h 10000"/>
                <a:gd name="connsiteX27" fmla="*/ 6769 w 10000"/>
                <a:gd name="connsiteY27" fmla="*/ 546 h 10000"/>
                <a:gd name="connsiteX28" fmla="*/ 5717 w 10000"/>
                <a:gd name="connsiteY28" fmla="*/ 546 h 10000"/>
                <a:gd name="connsiteX29" fmla="*/ 5717 w 10000"/>
                <a:gd name="connsiteY29" fmla="*/ 493 h 10000"/>
                <a:gd name="connsiteX30" fmla="*/ 5643 w 10000"/>
                <a:gd name="connsiteY30" fmla="*/ 546 h 10000"/>
                <a:gd name="connsiteX31" fmla="*/ 1961 w 10000"/>
                <a:gd name="connsiteY31" fmla="*/ 546 h 10000"/>
                <a:gd name="connsiteX32" fmla="*/ 1961 w 10000"/>
                <a:gd name="connsiteY32" fmla="*/ 1694 h 10000"/>
                <a:gd name="connsiteX33" fmla="*/ 1285 w 10000"/>
                <a:gd name="connsiteY33" fmla="*/ 1694 h 10000"/>
                <a:gd name="connsiteX34" fmla="*/ 1285 w 10000"/>
                <a:gd name="connsiteY34" fmla="*/ 1913 h 10000"/>
                <a:gd name="connsiteX35" fmla="*/ 1285 w 10000"/>
                <a:gd name="connsiteY35" fmla="*/ 3878 h 10000"/>
                <a:gd name="connsiteX36" fmla="*/ 1135 w 10000"/>
                <a:gd name="connsiteY36" fmla="*/ 3988 h 10000"/>
                <a:gd name="connsiteX37" fmla="*/ 684 w 10000"/>
                <a:gd name="connsiteY37" fmla="*/ 4208 h 10000"/>
                <a:gd name="connsiteX38" fmla="*/ 609 w 10000"/>
                <a:gd name="connsiteY38" fmla="*/ 4482 h 10000"/>
                <a:gd name="connsiteX39" fmla="*/ 384 w 10000"/>
                <a:gd name="connsiteY39" fmla="*/ 4755 h 10000"/>
                <a:gd name="connsiteX40" fmla="*/ 234 w 10000"/>
                <a:gd name="connsiteY40" fmla="*/ 5192 h 10000"/>
                <a:gd name="connsiteX41" fmla="*/ 8 w 10000"/>
                <a:gd name="connsiteY41" fmla="*/ 5685 h 10000"/>
                <a:gd name="connsiteX42" fmla="*/ 384 w 10000"/>
                <a:gd name="connsiteY42" fmla="*/ 5738 h 10000"/>
                <a:gd name="connsiteX43" fmla="*/ 458 w 10000"/>
                <a:gd name="connsiteY43" fmla="*/ 6173 h 10000"/>
                <a:gd name="connsiteX44" fmla="*/ 684 w 10000"/>
                <a:gd name="connsiteY44" fmla="*/ 6611 h 10000"/>
                <a:gd name="connsiteX45" fmla="*/ 1059 w 10000"/>
                <a:gd name="connsiteY45" fmla="*/ 7487 h 10000"/>
                <a:gd name="connsiteX0" fmla="*/ 8197 w 10000"/>
                <a:gd name="connsiteY0" fmla="*/ 9837 h 10000"/>
                <a:gd name="connsiteX1" fmla="*/ 8422 w 10000"/>
                <a:gd name="connsiteY1" fmla="*/ 10000 h 10000"/>
                <a:gd name="connsiteX2" fmla="*/ 8272 w 10000"/>
                <a:gd name="connsiteY2" fmla="*/ 9564 h 10000"/>
                <a:gd name="connsiteX3" fmla="*/ 7821 w 10000"/>
                <a:gd name="connsiteY3" fmla="*/ 9071 h 10000"/>
                <a:gd name="connsiteX4" fmla="*/ 7370 w 10000"/>
                <a:gd name="connsiteY4" fmla="*/ 8579 h 10000"/>
                <a:gd name="connsiteX5" fmla="*/ 6769 w 10000"/>
                <a:gd name="connsiteY5" fmla="*/ 8142 h 10000"/>
                <a:gd name="connsiteX6" fmla="*/ 7446 w 10000"/>
                <a:gd name="connsiteY6" fmla="*/ 7103 h 10000"/>
                <a:gd name="connsiteX7" fmla="*/ 7446 w 10000"/>
                <a:gd name="connsiteY7" fmla="*/ 6722 h 10000"/>
                <a:gd name="connsiteX8" fmla="*/ 7821 w 10000"/>
                <a:gd name="connsiteY8" fmla="*/ 6722 h 10000"/>
                <a:gd name="connsiteX9" fmla="*/ 8047 w 10000"/>
                <a:gd name="connsiteY9" fmla="*/ 6011 h 10000"/>
                <a:gd name="connsiteX10" fmla="*/ 8648 w 10000"/>
                <a:gd name="connsiteY10" fmla="*/ 5574 h 10000"/>
                <a:gd name="connsiteX11" fmla="*/ 8873 w 10000"/>
                <a:gd name="connsiteY11" fmla="*/ 4755 h 10000"/>
                <a:gd name="connsiteX12" fmla="*/ 8722 w 10000"/>
                <a:gd name="connsiteY12" fmla="*/ 4318 h 10000"/>
                <a:gd name="connsiteX13" fmla="*/ 9098 w 10000"/>
                <a:gd name="connsiteY13" fmla="*/ 3388 h 10000"/>
                <a:gd name="connsiteX14" fmla="*/ 9399 w 10000"/>
                <a:gd name="connsiteY14" fmla="*/ 3114 h 10000"/>
                <a:gd name="connsiteX15" fmla="*/ 10000 w 10000"/>
                <a:gd name="connsiteY15" fmla="*/ 2678 h 10000"/>
                <a:gd name="connsiteX16" fmla="*/ 9774 w 10000"/>
                <a:gd name="connsiteY16" fmla="*/ 2622 h 10000"/>
                <a:gd name="connsiteX17" fmla="*/ 9399 w 10000"/>
                <a:gd name="connsiteY17" fmla="*/ 2351 h 10000"/>
                <a:gd name="connsiteX18" fmla="*/ 9173 w 10000"/>
                <a:gd name="connsiteY18" fmla="*/ 1531 h 10000"/>
                <a:gd name="connsiteX19" fmla="*/ 9173 w 10000"/>
                <a:gd name="connsiteY19" fmla="*/ 1093 h 10000"/>
                <a:gd name="connsiteX20" fmla="*/ 9098 w 10000"/>
                <a:gd name="connsiteY20" fmla="*/ 546 h 10000"/>
                <a:gd name="connsiteX21" fmla="*/ 8873 w 10000"/>
                <a:gd name="connsiteY21" fmla="*/ 383 h 10000"/>
                <a:gd name="connsiteX22" fmla="*/ 8497 w 10000"/>
                <a:gd name="connsiteY22" fmla="*/ 164 h 10000"/>
                <a:gd name="connsiteX23" fmla="*/ 8272 w 10000"/>
                <a:gd name="connsiteY23" fmla="*/ 0 h 10000"/>
                <a:gd name="connsiteX24" fmla="*/ 7821 w 10000"/>
                <a:gd name="connsiteY24" fmla="*/ 219 h 10000"/>
                <a:gd name="connsiteX25" fmla="*/ 7370 w 10000"/>
                <a:gd name="connsiteY25" fmla="*/ 546 h 10000"/>
                <a:gd name="connsiteX26" fmla="*/ 6769 w 10000"/>
                <a:gd name="connsiteY26" fmla="*/ 546 h 10000"/>
                <a:gd name="connsiteX27" fmla="*/ 5717 w 10000"/>
                <a:gd name="connsiteY27" fmla="*/ 546 h 10000"/>
                <a:gd name="connsiteX28" fmla="*/ 5717 w 10000"/>
                <a:gd name="connsiteY28" fmla="*/ 493 h 10000"/>
                <a:gd name="connsiteX29" fmla="*/ 5643 w 10000"/>
                <a:gd name="connsiteY29" fmla="*/ 546 h 10000"/>
                <a:gd name="connsiteX30" fmla="*/ 1961 w 10000"/>
                <a:gd name="connsiteY30" fmla="*/ 546 h 10000"/>
                <a:gd name="connsiteX31" fmla="*/ 1961 w 10000"/>
                <a:gd name="connsiteY31" fmla="*/ 1694 h 10000"/>
                <a:gd name="connsiteX32" fmla="*/ 1285 w 10000"/>
                <a:gd name="connsiteY32" fmla="*/ 1694 h 10000"/>
                <a:gd name="connsiteX33" fmla="*/ 1285 w 10000"/>
                <a:gd name="connsiteY33" fmla="*/ 1913 h 10000"/>
                <a:gd name="connsiteX34" fmla="*/ 1285 w 10000"/>
                <a:gd name="connsiteY34" fmla="*/ 3878 h 10000"/>
                <a:gd name="connsiteX35" fmla="*/ 1135 w 10000"/>
                <a:gd name="connsiteY35" fmla="*/ 3988 h 10000"/>
                <a:gd name="connsiteX36" fmla="*/ 684 w 10000"/>
                <a:gd name="connsiteY36" fmla="*/ 4208 h 10000"/>
                <a:gd name="connsiteX37" fmla="*/ 609 w 10000"/>
                <a:gd name="connsiteY37" fmla="*/ 4482 h 10000"/>
                <a:gd name="connsiteX38" fmla="*/ 384 w 10000"/>
                <a:gd name="connsiteY38" fmla="*/ 4755 h 10000"/>
                <a:gd name="connsiteX39" fmla="*/ 234 w 10000"/>
                <a:gd name="connsiteY39" fmla="*/ 5192 h 10000"/>
                <a:gd name="connsiteX40" fmla="*/ 8 w 10000"/>
                <a:gd name="connsiteY40" fmla="*/ 5685 h 10000"/>
                <a:gd name="connsiteX41" fmla="*/ 384 w 10000"/>
                <a:gd name="connsiteY41" fmla="*/ 5738 h 10000"/>
                <a:gd name="connsiteX42" fmla="*/ 458 w 10000"/>
                <a:gd name="connsiteY42" fmla="*/ 6173 h 10000"/>
                <a:gd name="connsiteX43" fmla="*/ 684 w 10000"/>
                <a:gd name="connsiteY43" fmla="*/ 6611 h 10000"/>
                <a:gd name="connsiteX44" fmla="*/ 1059 w 10000"/>
                <a:gd name="connsiteY44" fmla="*/ 7487 h 10000"/>
                <a:gd name="connsiteX0" fmla="*/ 8197 w 10000"/>
                <a:gd name="connsiteY0" fmla="*/ 9837 h 10000"/>
                <a:gd name="connsiteX1" fmla="*/ 8422 w 10000"/>
                <a:gd name="connsiteY1" fmla="*/ 10000 h 10000"/>
                <a:gd name="connsiteX2" fmla="*/ 8272 w 10000"/>
                <a:gd name="connsiteY2" fmla="*/ 9564 h 10000"/>
                <a:gd name="connsiteX3" fmla="*/ 7821 w 10000"/>
                <a:gd name="connsiteY3" fmla="*/ 9071 h 10000"/>
                <a:gd name="connsiteX4" fmla="*/ 7370 w 10000"/>
                <a:gd name="connsiteY4" fmla="*/ 8579 h 10000"/>
                <a:gd name="connsiteX5" fmla="*/ 7446 w 10000"/>
                <a:gd name="connsiteY5" fmla="*/ 7103 h 10000"/>
                <a:gd name="connsiteX6" fmla="*/ 7446 w 10000"/>
                <a:gd name="connsiteY6" fmla="*/ 6722 h 10000"/>
                <a:gd name="connsiteX7" fmla="*/ 7821 w 10000"/>
                <a:gd name="connsiteY7" fmla="*/ 6722 h 10000"/>
                <a:gd name="connsiteX8" fmla="*/ 8047 w 10000"/>
                <a:gd name="connsiteY8" fmla="*/ 6011 h 10000"/>
                <a:gd name="connsiteX9" fmla="*/ 8648 w 10000"/>
                <a:gd name="connsiteY9" fmla="*/ 5574 h 10000"/>
                <a:gd name="connsiteX10" fmla="*/ 8873 w 10000"/>
                <a:gd name="connsiteY10" fmla="*/ 4755 h 10000"/>
                <a:gd name="connsiteX11" fmla="*/ 8722 w 10000"/>
                <a:gd name="connsiteY11" fmla="*/ 4318 h 10000"/>
                <a:gd name="connsiteX12" fmla="*/ 9098 w 10000"/>
                <a:gd name="connsiteY12" fmla="*/ 3388 h 10000"/>
                <a:gd name="connsiteX13" fmla="*/ 9399 w 10000"/>
                <a:gd name="connsiteY13" fmla="*/ 3114 h 10000"/>
                <a:gd name="connsiteX14" fmla="*/ 10000 w 10000"/>
                <a:gd name="connsiteY14" fmla="*/ 2678 h 10000"/>
                <a:gd name="connsiteX15" fmla="*/ 9774 w 10000"/>
                <a:gd name="connsiteY15" fmla="*/ 2622 h 10000"/>
                <a:gd name="connsiteX16" fmla="*/ 9399 w 10000"/>
                <a:gd name="connsiteY16" fmla="*/ 2351 h 10000"/>
                <a:gd name="connsiteX17" fmla="*/ 9173 w 10000"/>
                <a:gd name="connsiteY17" fmla="*/ 1531 h 10000"/>
                <a:gd name="connsiteX18" fmla="*/ 9173 w 10000"/>
                <a:gd name="connsiteY18" fmla="*/ 1093 h 10000"/>
                <a:gd name="connsiteX19" fmla="*/ 9098 w 10000"/>
                <a:gd name="connsiteY19" fmla="*/ 546 h 10000"/>
                <a:gd name="connsiteX20" fmla="*/ 8873 w 10000"/>
                <a:gd name="connsiteY20" fmla="*/ 383 h 10000"/>
                <a:gd name="connsiteX21" fmla="*/ 8497 w 10000"/>
                <a:gd name="connsiteY21" fmla="*/ 164 h 10000"/>
                <a:gd name="connsiteX22" fmla="*/ 8272 w 10000"/>
                <a:gd name="connsiteY22" fmla="*/ 0 h 10000"/>
                <a:gd name="connsiteX23" fmla="*/ 7821 w 10000"/>
                <a:gd name="connsiteY23" fmla="*/ 219 h 10000"/>
                <a:gd name="connsiteX24" fmla="*/ 7370 w 10000"/>
                <a:gd name="connsiteY24" fmla="*/ 546 h 10000"/>
                <a:gd name="connsiteX25" fmla="*/ 6769 w 10000"/>
                <a:gd name="connsiteY25" fmla="*/ 546 h 10000"/>
                <a:gd name="connsiteX26" fmla="*/ 5717 w 10000"/>
                <a:gd name="connsiteY26" fmla="*/ 546 h 10000"/>
                <a:gd name="connsiteX27" fmla="*/ 5717 w 10000"/>
                <a:gd name="connsiteY27" fmla="*/ 493 h 10000"/>
                <a:gd name="connsiteX28" fmla="*/ 5643 w 10000"/>
                <a:gd name="connsiteY28" fmla="*/ 546 h 10000"/>
                <a:gd name="connsiteX29" fmla="*/ 1961 w 10000"/>
                <a:gd name="connsiteY29" fmla="*/ 546 h 10000"/>
                <a:gd name="connsiteX30" fmla="*/ 1961 w 10000"/>
                <a:gd name="connsiteY30" fmla="*/ 1694 h 10000"/>
                <a:gd name="connsiteX31" fmla="*/ 1285 w 10000"/>
                <a:gd name="connsiteY31" fmla="*/ 1694 h 10000"/>
                <a:gd name="connsiteX32" fmla="*/ 1285 w 10000"/>
                <a:gd name="connsiteY32" fmla="*/ 1913 h 10000"/>
                <a:gd name="connsiteX33" fmla="*/ 1285 w 10000"/>
                <a:gd name="connsiteY33" fmla="*/ 3878 h 10000"/>
                <a:gd name="connsiteX34" fmla="*/ 1135 w 10000"/>
                <a:gd name="connsiteY34" fmla="*/ 3988 h 10000"/>
                <a:gd name="connsiteX35" fmla="*/ 684 w 10000"/>
                <a:gd name="connsiteY35" fmla="*/ 4208 h 10000"/>
                <a:gd name="connsiteX36" fmla="*/ 609 w 10000"/>
                <a:gd name="connsiteY36" fmla="*/ 4482 h 10000"/>
                <a:gd name="connsiteX37" fmla="*/ 384 w 10000"/>
                <a:gd name="connsiteY37" fmla="*/ 4755 h 10000"/>
                <a:gd name="connsiteX38" fmla="*/ 234 w 10000"/>
                <a:gd name="connsiteY38" fmla="*/ 5192 h 10000"/>
                <a:gd name="connsiteX39" fmla="*/ 8 w 10000"/>
                <a:gd name="connsiteY39" fmla="*/ 5685 h 10000"/>
                <a:gd name="connsiteX40" fmla="*/ 384 w 10000"/>
                <a:gd name="connsiteY40" fmla="*/ 5738 h 10000"/>
                <a:gd name="connsiteX41" fmla="*/ 458 w 10000"/>
                <a:gd name="connsiteY41" fmla="*/ 6173 h 10000"/>
                <a:gd name="connsiteX42" fmla="*/ 684 w 10000"/>
                <a:gd name="connsiteY42" fmla="*/ 6611 h 10000"/>
                <a:gd name="connsiteX43" fmla="*/ 1059 w 10000"/>
                <a:gd name="connsiteY43" fmla="*/ 7487 h 10000"/>
                <a:gd name="connsiteX0" fmla="*/ 8197 w 10000"/>
                <a:gd name="connsiteY0" fmla="*/ 9837 h 10000"/>
                <a:gd name="connsiteX1" fmla="*/ 8422 w 10000"/>
                <a:gd name="connsiteY1" fmla="*/ 10000 h 10000"/>
                <a:gd name="connsiteX2" fmla="*/ 8272 w 10000"/>
                <a:gd name="connsiteY2" fmla="*/ 9564 h 10000"/>
                <a:gd name="connsiteX3" fmla="*/ 7821 w 10000"/>
                <a:gd name="connsiteY3" fmla="*/ 9071 h 10000"/>
                <a:gd name="connsiteX4" fmla="*/ 7446 w 10000"/>
                <a:gd name="connsiteY4" fmla="*/ 7103 h 10000"/>
                <a:gd name="connsiteX5" fmla="*/ 7446 w 10000"/>
                <a:gd name="connsiteY5" fmla="*/ 6722 h 10000"/>
                <a:gd name="connsiteX6" fmla="*/ 7821 w 10000"/>
                <a:gd name="connsiteY6" fmla="*/ 6722 h 10000"/>
                <a:gd name="connsiteX7" fmla="*/ 8047 w 10000"/>
                <a:gd name="connsiteY7" fmla="*/ 6011 h 10000"/>
                <a:gd name="connsiteX8" fmla="*/ 8648 w 10000"/>
                <a:gd name="connsiteY8" fmla="*/ 5574 h 10000"/>
                <a:gd name="connsiteX9" fmla="*/ 8873 w 10000"/>
                <a:gd name="connsiteY9" fmla="*/ 4755 h 10000"/>
                <a:gd name="connsiteX10" fmla="*/ 8722 w 10000"/>
                <a:gd name="connsiteY10" fmla="*/ 4318 h 10000"/>
                <a:gd name="connsiteX11" fmla="*/ 9098 w 10000"/>
                <a:gd name="connsiteY11" fmla="*/ 3388 h 10000"/>
                <a:gd name="connsiteX12" fmla="*/ 9399 w 10000"/>
                <a:gd name="connsiteY12" fmla="*/ 3114 h 10000"/>
                <a:gd name="connsiteX13" fmla="*/ 10000 w 10000"/>
                <a:gd name="connsiteY13" fmla="*/ 2678 h 10000"/>
                <a:gd name="connsiteX14" fmla="*/ 9774 w 10000"/>
                <a:gd name="connsiteY14" fmla="*/ 2622 h 10000"/>
                <a:gd name="connsiteX15" fmla="*/ 9399 w 10000"/>
                <a:gd name="connsiteY15" fmla="*/ 2351 h 10000"/>
                <a:gd name="connsiteX16" fmla="*/ 9173 w 10000"/>
                <a:gd name="connsiteY16" fmla="*/ 1531 h 10000"/>
                <a:gd name="connsiteX17" fmla="*/ 9173 w 10000"/>
                <a:gd name="connsiteY17" fmla="*/ 1093 h 10000"/>
                <a:gd name="connsiteX18" fmla="*/ 9098 w 10000"/>
                <a:gd name="connsiteY18" fmla="*/ 546 h 10000"/>
                <a:gd name="connsiteX19" fmla="*/ 8873 w 10000"/>
                <a:gd name="connsiteY19" fmla="*/ 383 h 10000"/>
                <a:gd name="connsiteX20" fmla="*/ 8497 w 10000"/>
                <a:gd name="connsiteY20" fmla="*/ 164 h 10000"/>
                <a:gd name="connsiteX21" fmla="*/ 8272 w 10000"/>
                <a:gd name="connsiteY21" fmla="*/ 0 h 10000"/>
                <a:gd name="connsiteX22" fmla="*/ 7821 w 10000"/>
                <a:gd name="connsiteY22" fmla="*/ 219 h 10000"/>
                <a:gd name="connsiteX23" fmla="*/ 7370 w 10000"/>
                <a:gd name="connsiteY23" fmla="*/ 546 h 10000"/>
                <a:gd name="connsiteX24" fmla="*/ 6769 w 10000"/>
                <a:gd name="connsiteY24" fmla="*/ 546 h 10000"/>
                <a:gd name="connsiteX25" fmla="*/ 5717 w 10000"/>
                <a:gd name="connsiteY25" fmla="*/ 546 h 10000"/>
                <a:gd name="connsiteX26" fmla="*/ 5717 w 10000"/>
                <a:gd name="connsiteY26" fmla="*/ 493 h 10000"/>
                <a:gd name="connsiteX27" fmla="*/ 5643 w 10000"/>
                <a:gd name="connsiteY27" fmla="*/ 546 h 10000"/>
                <a:gd name="connsiteX28" fmla="*/ 1961 w 10000"/>
                <a:gd name="connsiteY28" fmla="*/ 546 h 10000"/>
                <a:gd name="connsiteX29" fmla="*/ 1961 w 10000"/>
                <a:gd name="connsiteY29" fmla="*/ 1694 h 10000"/>
                <a:gd name="connsiteX30" fmla="*/ 1285 w 10000"/>
                <a:gd name="connsiteY30" fmla="*/ 1694 h 10000"/>
                <a:gd name="connsiteX31" fmla="*/ 1285 w 10000"/>
                <a:gd name="connsiteY31" fmla="*/ 1913 h 10000"/>
                <a:gd name="connsiteX32" fmla="*/ 1285 w 10000"/>
                <a:gd name="connsiteY32" fmla="*/ 3878 h 10000"/>
                <a:gd name="connsiteX33" fmla="*/ 1135 w 10000"/>
                <a:gd name="connsiteY33" fmla="*/ 3988 h 10000"/>
                <a:gd name="connsiteX34" fmla="*/ 684 w 10000"/>
                <a:gd name="connsiteY34" fmla="*/ 4208 h 10000"/>
                <a:gd name="connsiteX35" fmla="*/ 609 w 10000"/>
                <a:gd name="connsiteY35" fmla="*/ 4482 h 10000"/>
                <a:gd name="connsiteX36" fmla="*/ 384 w 10000"/>
                <a:gd name="connsiteY36" fmla="*/ 4755 h 10000"/>
                <a:gd name="connsiteX37" fmla="*/ 234 w 10000"/>
                <a:gd name="connsiteY37" fmla="*/ 5192 h 10000"/>
                <a:gd name="connsiteX38" fmla="*/ 8 w 10000"/>
                <a:gd name="connsiteY38" fmla="*/ 5685 h 10000"/>
                <a:gd name="connsiteX39" fmla="*/ 384 w 10000"/>
                <a:gd name="connsiteY39" fmla="*/ 5738 h 10000"/>
                <a:gd name="connsiteX40" fmla="*/ 458 w 10000"/>
                <a:gd name="connsiteY40" fmla="*/ 6173 h 10000"/>
                <a:gd name="connsiteX41" fmla="*/ 684 w 10000"/>
                <a:gd name="connsiteY41" fmla="*/ 6611 h 10000"/>
                <a:gd name="connsiteX42" fmla="*/ 1059 w 10000"/>
                <a:gd name="connsiteY42" fmla="*/ 7487 h 10000"/>
                <a:gd name="connsiteX0" fmla="*/ 8197 w 10000"/>
                <a:gd name="connsiteY0" fmla="*/ 9837 h 10000"/>
                <a:gd name="connsiteX1" fmla="*/ 8422 w 10000"/>
                <a:gd name="connsiteY1" fmla="*/ 10000 h 10000"/>
                <a:gd name="connsiteX2" fmla="*/ 8272 w 10000"/>
                <a:gd name="connsiteY2" fmla="*/ 9564 h 10000"/>
                <a:gd name="connsiteX3" fmla="*/ 7446 w 10000"/>
                <a:gd name="connsiteY3" fmla="*/ 7103 h 10000"/>
                <a:gd name="connsiteX4" fmla="*/ 7446 w 10000"/>
                <a:gd name="connsiteY4" fmla="*/ 6722 h 10000"/>
                <a:gd name="connsiteX5" fmla="*/ 7821 w 10000"/>
                <a:gd name="connsiteY5" fmla="*/ 6722 h 10000"/>
                <a:gd name="connsiteX6" fmla="*/ 8047 w 10000"/>
                <a:gd name="connsiteY6" fmla="*/ 6011 h 10000"/>
                <a:gd name="connsiteX7" fmla="*/ 8648 w 10000"/>
                <a:gd name="connsiteY7" fmla="*/ 5574 h 10000"/>
                <a:gd name="connsiteX8" fmla="*/ 8873 w 10000"/>
                <a:gd name="connsiteY8" fmla="*/ 4755 h 10000"/>
                <a:gd name="connsiteX9" fmla="*/ 8722 w 10000"/>
                <a:gd name="connsiteY9" fmla="*/ 4318 h 10000"/>
                <a:gd name="connsiteX10" fmla="*/ 9098 w 10000"/>
                <a:gd name="connsiteY10" fmla="*/ 3388 h 10000"/>
                <a:gd name="connsiteX11" fmla="*/ 9399 w 10000"/>
                <a:gd name="connsiteY11" fmla="*/ 3114 h 10000"/>
                <a:gd name="connsiteX12" fmla="*/ 10000 w 10000"/>
                <a:gd name="connsiteY12" fmla="*/ 2678 h 10000"/>
                <a:gd name="connsiteX13" fmla="*/ 9774 w 10000"/>
                <a:gd name="connsiteY13" fmla="*/ 2622 h 10000"/>
                <a:gd name="connsiteX14" fmla="*/ 9399 w 10000"/>
                <a:gd name="connsiteY14" fmla="*/ 2351 h 10000"/>
                <a:gd name="connsiteX15" fmla="*/ 9173 w 10000"/>
                <a:gd name="connsiteY15" fmla="*/ 1531 h 10000"/>
                <a:gd name="connsiteX16" fmla="*/ 9173 w 10000"/>
                <a:gd name="connsiteY16" fmla="*/ 1093 h 10000"/>
                <a:gd name="connsiteX17" fmla="*/ 9098 w 10000"/>
                <a:gd name="connsiteY17" fmla="*/ 546 h 10000"/>
                <a:gd name="connsiteX18" fmla="*/ 8873 w 10000"/>
                <a:gd name="connsiteY18" fmla="*/ 383 h 10000"/>
                <a:gd name="connsiteX19" fmla="*/ 8497 w 10000"/>
                <a:gd name="connsiteY19" fmla="*/ 164 h 10000"/>
                <a:gd name="connsiteX20" fmla="*/ 8272 w 10000"/>
                <a:gd name="connsiteY20" fmla="*/ 0 h 10000"/>
                <a:gd name="connsiteX21" fmla="*/ 7821 w 10000"/>
                <a:gd name="connsiteY21" fmla="*/ 219 h 10000"/>
                <a:gd name="connsiteX22" fmla="*/ 7370 w 10000"/>
                <a:gd name="connsiteY22" fmla="*/ 546 h 10000"/>
                <a:gd name="connsiteX23" fmla="*/ 6769 w 10000"/>
                <a:gd name="connsiteY23" fmla="*/ 546 h 10000"/>
                <a:gd name="connsiteX24" fmla="*/ 5717 w 10000"/>
                <a:gd name="connsiteY24" fmla="*/ 546 h 10000"/>
                <a:gd name="connsiteX25" fmla="*/ 5717 w 10000"/>
                <a:gd name="connsiteY25" fmla="*/ 493 h 10000"/>
                <a:gd name="connsiteX26" fmla="*/ 5643 w 10000"/>
                <a:gd name="connsiteY26" fmla="*/ 546 h 10000"/>
                <a:gd name="connsiteX27" fmla="*/ 1961 w 10000"/>
                <a:gd name="connsiteY27" fmla="*/ 546 h 10000"/>
                <a:gd name="connsiteX28" fmla="*/ 1961 w 10000"/>
                <a:gd name="connsiteY28" fmla="*/ 1694 h 10000"/>
                <a:gd name="connsiteX29" fmla="*/ 1285 w 10000"/>
                <a:gd name="connsiteY29" fmla="*/ 1694 h 10000"/>
                <a:gd name="connsiteX30" fmla="*/ 1285 w 10000"/>
                <a:gd name="connsiteY30" fmla="*/ 1913 h 10000"/>
                <a:gd name="connsiteX31" fmla="*/ 1285 w 10000"/>
                <a:gd name="connsiteY31" fmla="*/ 3878 h 10000"/>
                <a:gd name="connsiteX32" fmla="*/ 1135 w 10000"/>
                <a:gd name="connsiteY32" fmla="*/ 3988 h 10000"/>
                <a:gd name="connsiteX33" fmla="*/ 684 w 10000"/>
                <a:gd name="connsiteY33" fmla="*/ 4208 h 10000"/>
                <a:gd name="connsiteX34" fmla="*/ 609 w 10000"/>
                <a:gd name="connsiteY34" fmla="*/ 4482 h 10000"/>
                <a:gd name="connsiteX35" fmla="*/ 384 w 10000"/>
                <a:gd name="connsiteY35" fmla="*/ 4755 h 10000"/>
                <a:gd name="connsiteX36" fmla="*/ 234 w 10000"/>
                <a:gd name="connsiteY36" fmla="*/ 5192 h 10000"/>
                <a:gd name="connsiteX37" fmla="*/ 8 w 10000"/>
                <a:gd name="connsiteY37" fmla="*/ 5685 h 10000"/>
                <a:gd name="connsiteX38" fmla="*/ 384 w 10000"/>
                <a:gd name="connsiteY38" fmla="*/ 5738 h 10000"/>
                <a:gd name="connsiteX39" fmla="*/ 458 w 10000"/>
                <a:gd name="connsiteY39" fmla="*/ 6173 h 10000"/>
                <a:gd name="connsiteX40" fmla="*/ 684 w 10000"/>
                <a:gd name="connsiteY40" fmla="*/ 6611 h 10000"/>
                <a:gd name="connsiteX41" fmla="*/ 1059 w 10000"/>
                <a:gd name="connsiteY41" fmla="*/ 7487 h 10000"/>
                <a:gd name="connsiteX0" fmla="*/ 8197 w 10000"/>
                <a:gd name="connsiteY0" fmla="*/ 9837 h 10000"/>
                <a:gd name="connsiteX1" fmla="*/ 8422 w 10000"/>
                <a:gd name="connsiteY1" fmla="*/ 10000 h 10000"/>
                <a:gd name="connsiteX2" fmla="*/ 7446 w 10000"/>
                <a:gd name="connsiteY2" fmla="*/ 7103 h 10000"/>
                <a:gd name="connsiteX3" fmla="*/ 7446 w 10000"/>
                <a:gd name="connsiteY3" fmla="*/ 6722 h 10000"/>
                <a:gd name="connsiteX4" fmla="*/ 7821 w 10000"/>
                <a:gd name="connsiteY4" fmla="*/ 6722 h 10000"/>
                <a:gd name="connsiteX5" fmla="*/ 8047 w 10000"/>
                <a:gd name="connsiteY5" fmla="*/ 6011 h 10000"/>
                <a:gd name="connsiteX6" fmla="*/ 8648 w 10000"/>
                <a:gd name="connsiteY6" fmla="*/ 5574 h 10000"/>
                <a:gd name="connsiteX7" fmla="*/ 8873 w 10000"/>
                <a:gd name="connsiteY7" fmla="*/ 4755 h 10000"/>
                <a:gd name="connsiteX8" fmla="*/ 8722 w 10000"/>
                <a:gd name="connsiteY8" fmla="*/ 4318 h 10000"/>
                <a:gd name="connsiteX9" fmla="*/ 9098 w 10000"/>
                <a:gd name="connsiteY9" fmla="*/ 3388 h 10000"/>
                <a:gd name="connsiteX10" fmla="*/ 9399 w 10000"/>
                <a:gd name="connsiteY10" fmla="*/ 3114 h 10000"/>
                <a:gd name="connsiteX11" fmla="*/ 10000 w 10000"/>
                <a:gd name="connsiteY11" fmla="*/ 2678 h 10000"/>
                <a:gd name="connsiteX12" fmla="*/ 9774 w 10000"/>
                <a:gd name="connsiteY12" fmla="*/ 2622 h 10000"/>
                <a:gd name="connsiteX13" fmla="*/ 9399 w 10000"/>
                <a:gd name="connsiteY13" fmla="*/ 2351 h 10000"/>
                <a:gd name="connsiteX14" fmla="*/ 9173 w 10000"/>
                <a:gd name="connsiteY14" fmla="*/ 1531 h 10000"/>
                <a:gd name="connsiteX15" fmla="*/ 9173 w 10000"/>
                <a:gd name="connsiteY15" fmla="*/ 1093 h 10000"/>
                <a:gd name="connsiteX16" fmla="*/ 9098 w 10000"/>
                <a:gd name="connsiteY16" fmla="*/ 546 h 10000"/>
                <a:gd name="connsiteX17" fmla="*/ 8873 w 10000"/>
                <a:gd name="connsiteY17" fmla="*/ 383 h 10000"/>
                <a:gd name="connsiteX18" fmla="*/ 8497 w 10000"/>
                <a:gd name="connsiteY18" fmla="*/ 164 h 10000"/>
                <a:gd name="connsiteX19" fmla="*/ 8272 w 10000"/>
                <a:gd name="connsiteY19" fmla="*/ 0 h 10000"/>
                <a:gd name="connsiteX20" fmla="*/ 7821 w 10000"/>
                <a:gd name="connsiteY20" fmla="*/ 219 h 10000"/>
                <a:gd name="connsiteX21" fmla="*/ 7370 w 10000"/>
                <a:gd name="connsiteY21" fmla="*/ 546 h 10000"/>
                <a:gd name="connsiteX22" fmla="*/ 6769 w 10000"/>
                <a:gd name="connsiteY22" fmla="*/ 546 h 10000"/>
                <a:gd name="connsiteX23" fmla="*/ 5717 w 10000"/>
                <a:gd name="connsiteY23" fmla="*/ 546 h 10000"/>
                <a:gd name="connsiteX24" fmla="*/ 5717 w 10000"/>
                <a:gd name="connsiteY24" fmla="*/ 493 h 10000"/>
                <a:gd name="connsiteX25" fmla="*/ 5643 w 10000"/>
                <a:gd name="connsiteY25" fmla="*/ 546 h 10000"/>
                <a:gd name="connsiteX26" fmla="*/ 1961 w 10000"/>
                <a:gd name="connsiteY26" fmla="*/ 546 h 10000"/>
                <a:gd name="connsiteX27" fmla="*/ 1961 w 10000"/>
                <a:gd name="connsiteY27" fmla="*/ 1694 h 10000"/>
                <a:gd name="connsiteX28" fmla="*/ 1285 w 10000"/>
                <a:gd name="connsiteY28" fmla="*/ 1694 h 10000"/>
                <a:gd name="connsiteX29" fmla="*/ 1285 w 10000"/>
                <a:gd name="connsiteY29" fmla="*/ 1913 h 10000"/>
                <a:gd name="connsiteX30" fmla="*/ 1285 w 10000"/>
                <a:gd name="connsiteY30" fmla="*/ 3878 h 10000"/>
                <a:gd name="connsiteX31" fmla="*/ 1135 w 10000"/>
                <a:gd name="connsiteY31" fmla="*/ 3988 h 10000"/>
                <a:gd name="connsiteX32" fmla="*/ 684 w 10000"/>
                <a:gd name="connsiteY32" fmla="*/ 4208 h 10000"/>
                <a:gd name="connsiteX33" fmla="*/ 609 w 10000"/>
                <a:gd name="connsiteY33" fmla="*/ 4482 h 10000"/>
                <a:gd name="connsiteX34" fmla="*/ 384 w 10000"/>
                <a:gd name="connsiteY34" fmla="*/ 4755 h 10000"/>
                <a:gd name="connsiteX35" fmla="*/ 234 w 10000"/>
                <a:gd name="connsiteY35" fmla="*/ 5192 h 10000"/>
                <a:gd name="connsiteX36" fmla="*/ 8 w 10000"/>
                <a:gd name="connsiteY36" fmla="*/ 5685 h 10000"/>
                <a:gd name="connsiteX37" fmla="*/ 384 w 10000"/>
                <a:gd name="connsiteY37" fmla="*/ 5738 h 10000"/>
                <a:gd name="connsiteX38" fmla="*/ 458 w 10000"/>
                <a:gd name="connsiteY38" fmla="*/ 6173 h 10000"/>
                <a:gd name="connsiteX39" fmla="*/ 684 w 10000"/>
                <a:gd name="connsiteY39" fmla="*/ 6611 h 10000"/>
                <a:gd name="connsiteX40" fmla="*/ 1059 w 10000"/>
                <a:gd name="connsiteY40" fmla="*/ 7487 h 10000"/>
                <a:gd name="connsiteX0" fmla="*/ 8197 w 10000"/>
                <a:gd name="connsiteY0" fmla="*/ 9837 h 9837"/>
                <a:gd name="connsiteX1" fmla="*/ 7446 w 10000"/>
                <a:gd name="connsiteY1" fmla="*/ 7103 h 9837"/>
                <a:gd name="connsiteX2" fmla="*/ 7446 w 10000"/>
                <a:gd name="connsiteY2" fmla="*/ 6722 h 9837"/>
                <a:gd name="connsiteX3" fmla="*/ 7821 w 10000"/>
                <a:gd name="connsiteY3" fmla="*/ 6722 h 9837"/>
                <a:gd name="connsiteX4" fmla="*/ 8047 w 10000"/>
                <a:gd name="connsiteY4" fmla="*/ 6011 h 9837"/>
                <a:gd name="connsiteX5" fmla="*/ 8648 w 10000"/>
                <a:gd name="connsiteY5" fmla="*/ 5574 h 9837"/>
                <a:gd name="connsiteX6" fmla="*/ 8873 w 10000"/>
                <a:gd name="connsiteY6" fmla="*/ 4755 h 9837"/>
                <a:gd name="connsiteX7" fmla="*/ 8722 w 10000"/>
                <a:gd name="connsiteY7" fmla="*/ 4318 h 9837"/>
                <a:gd name="connsiteX8" fmla="*/ 9098 w 10000"/>
                <a:gd name="connsiteY8" fmla="*/ 3388 h 9837"/>
                <a:gd name="connsiteX9" fmla="*/ 9399 w 10000"/>
                <a:gd name="connsiteY9" fmla="*/ 3114 h 9837"/>
                <a:gd name="connsiteX10" fmla="*/ 10000 w 10000"/>
                <a:gd name="connsiteY10" fmla="*/ 2678 h 9837"/>
                <a:gd name="connsiteX11" fmla="*/ 9774 w 10000"/>
                <a:gd name="connsiteY11" fmla="*/ 2622 h 9837"/>
                <a:gd name="connsiteX12" fmla="*/ 9399 w 10000"/>
                <a:gd name="connsiteY12" fmla="*/ 2351 h 9837"/>
                <a:gd name="connsiteX13" fmla="*/ 9173 w 10000"/>
                <a:gd name="connsiteY13" fmla="*/ 1531 h 9837"/>
                <a:gd name="connsiteX14" fmla="*/ 9173 w 10000"/>
                <a:gd name="connsiteY14" fmla="*/ 1093 h 9837"/>
                <a:gd name="connsiteX15" fmla="*/ 9098 w 10000"/>
                <a:gd name="connsiteY15" fmla="*/ 546 h 9837"/>
                <a:gd name="connsiteX16" fmla="*/ 8873 w 10000"/>
                <a:gd name="connsiteY16" fmla="*/ 383 h 9837"/>
                <a:gd name="connsiteX17" fmla="*/ 8497 w 10000"/>
                <a:gd name="connsiteY17" fmla="*/ 164 h 9837"/>
                <a:gd name="connsiteX18" fmla="*/ 8272 w 10000"/>
                <a:gd name="connsiteY18" fmla="*/ 0 h 9837"/>
                <a:gd name="connsiteX19" fmla="*/ 7821 w 10000"/>
                <a:gd name="connsiteY19" fmla="*/ 219 h 9837"/>
                <a:gd name="connsiteX20" fmla="*/ 7370 w 10000"/>
                <a:gd name="connsiteY20" fmla="*/ 546 h 9837"/>
                <a:gd name="connsiteX21" fmla="*/ 6769 w 10000"/>
                <a:gd name="connsiteY21" fmla="*/ 546 h 9837"/>
                <a:gd name="connsiteX22" fmla="*/ 5717 w 10000"/>
                <a:gd name="connsiteY22" fmla="*/ 546 h 9837"/>
                <a:gd name="connsiteX23" fmla="*/ 5717 w 10000"/>
                <a:gd name="connsiteY23" fmla="*/ 493 h 9837"/>
                <a:gd name="connsiteX24" fmla="*/ 5643 w 10000"/>
                <a:gd name="connsiteY24" fmla="*/ 546 h 9837"/>
                <a:gd name="connsiteX25" fmla="*/ 1961 w 10000"/>
                <a:gd name="connsiteY25" fmla="*/ 546 h 9837"/>
                <a:gd name="connsiteX26" fmla="*/ 1961 w 10000"/>
                <a:gd name="connsiteY26" fmla="*/ 1694 h 9837"/>
                <a:gd name="connsiteX27" fmla="*/ 1285 w 10000"/>
                <a:gd name="connsiteY27" fmla="*/ 1694 h 9837"/>
                <a:gd name="connsiteX28" fmla="*/ 1285 w 10000"/>
                <a:gd name="connsiteY28" fmla="*/ 1913 h 9837"/>
                <a:gd name="connsiteX29" fmla="*/ 1285 w 10000"/>
                <a:gd name="connsiteY29" fmla="*/ 3878 h 9837"/>
                <a:gd name="connsiteX30" fmla="*/ 1135 w 10000"/>
                <a:gd name="connsiteY30" fmla="*/ 3988 h 9837"/>
                <a:gd name="connsiteX31" fmla="*/ 684 w 10000"/>
                <a:gd name="connsiteY31" fmla="*/ 4208 h 9837"/>
                <a:gd name="connsiteX32" fmla="*/ 609 w 10000"/>
                <a:gd name="connsiteY32" fmla="*/ 4482 h 9837"/>
                <a:gd name="connsiteX33" fmla="*/ 384 w 10000"/>
                <a:gd name="connsiteY33" fmla="*/ 4755 h 9837"/>
                <a:gd name="connsiteX34" fmla="*/ 234 w 10000"/>
                <a:gd name="connsiteY34" fmla="*/ 5192 h 9837"/>
                <a:gd name="connsiteX35" fmla="*/ 8 w 10000"/>
                <a:gd name="connsiteY35" fmla="*/ 5685 h 9837"/>
                <a:gd name="connsiteX36" fmla="*/ 384 w 10000"/>
                <a:gd name="connsiteY36" fmla="*/ 5738 h 9837"/>
                <a:gd name="connsiteX37" fmla="*/ 458 w 10000"/>
                <a:gd name="connsiteY37" fmla="*/ 6173 h 9837"/>
                <a:gd name="connsiteX38" fmla="*/ 684 w 10000"/>
                <a:gd name="connsiteY38" fmla="*/ 6611 h 9837"/>
                <a:gd name="connsiteX39" fmla="*/ 1059 w 10000"/>
                <a:gd name="connsiteY39" fmla="*/ 7487 h 9837"/>
                <a:gd name="connsiteX0" fmla="*/ 7446 w 10000"/>
                <a:gd name="connsiteY0" fmla="*/ 7221 h 7611"/>
                <a:gd name="connsiteX1" fmla="*/ 7446 w 10000"/>
                <a:gd name="connsiteY1" fmla="*/ 6833 h 7611"/>
                <a:gd name="connsiteX2" fmla="*/ 7821 w 10000"/>
                <a:gd name="connsiteY2" fmla="*/ 6833 h 7611"/>
                <a:gd name="connsiteX3" fmla="*/ 8047 w 10000"/>
                <a:gd name="connsiteY3" fmla="*/ 6111 h 7611"/>
                <a:gd name="connsiteX4" fmla="*/ 8648 w 10000"/>
                <a:gd name="connsiteY4" fmla="*/ 5666 h 7611"/>
                <a:gd name="connsiteX5" fmla="*/ 8873 w 10000"/>
                <a:gd name="connsiteY5" fmla="*/ 4834 h 7611"/>
                <a:gd name="connsiteX6" fmla="*/ 8722 w 10000"/>
                <a:gd name="connsiteY6" fmla="*/ 4390 h 7611"/>
                <a:gd name="connsiteX7" fmla="*/ 9098 w 10000"/>
                <a:gd name="connsiteY7" fmla="*/ 3444 h 7611"/>
                <a:gd name="connsiteX8" fmla="*/ 9399 w 10000"/>
                <a:gd name="connsiteY8" fmla="*/ 3166 h 7611"/>
                <a:gd name="connsiteX9" fmla="*/ 10000 w 10000"/>
                <a:gd name="connsiteY9" fmla="*/ 2722 h 7611"/>
                <a:gd name="connsiteX10" fmla="*/ 9774 w 10000"/>
                <a:gd name="connsiteY10" fmla="*/ 2665 h 7611"/>
                <a:gd name="connsiteX11" fmla="*/ 9399 w 10000"/>
                <a:gd name="connsiteY11" fmla="*/ 2390 h 7611"/>
                <a:gd name="connsiteX12" fmla="*/ 9173 w 10000"/>
                <a:gd name="connsiteY12" fmla="*/ 1556 h 7611"/>
                <a:gd name="connsiteX13" fmla="*/ 9173 w 10000"/>
                <a:gd name="connsiteY13" fmla="*/ 1111 h 7611"/>
                <a:gd name="connsiteX14" fmla="*/ 9098 w 10000"/>
                <a:gd name="connsiteY14" fmla="*/ 555 h 7611"/>
                <a:gd name="connsiteX15" fmla="*/ 8873 w 10000"/>
                <a:gd name="connsiteY15" fmla="*/ 389 h 7611"/>
                <a:gd name="connsiteX16" fmla="*/ 8497 w 10000"/>
                <a:gd name="connsiteY16" fmla="*/ 167 h 7611"/>
                <a:gd name="connsiteX17" fmla="*/ 8272 w 10000"/>
                <a:gd name="connsiteY17" fmla="*/ 0 h 7611"/>
                <a:gd name="connsiteX18" fmla="*/ 7821 w 10000"/>
                <a:gd name="connsiteY18" fmla="*/ 223 h 7611"/>
                <a:gd name="connsiteX19" fmla="*/ 7370 w 10000"/>
                <a:gd name="connsiteY19" fmla="*/ 555 h 7611"/>
                <a:gd name="connsiteX20" fmla="*/ 6769 w 10000"/>
                <a:gd name="connsiteY20" fmla="*/ 555 h 7611"/>
                <a:gd name="connsiteX21" fmla="*/ 5717 w 10000"/>
                <a:gd name="connsiteY21" fmla="*/ 555 h 7611"/>
                <a:gd name="connsiteX22" fmla="*/ 5717 w 10000"/>
                <a:gd name="connsiteY22" fmla="*/ 501 h 7611"/>
                <a:gd name="connsiteX23" fmla="*/ 5643 w 10000"/>
                <a:gd name="connsiteY23" fmla="*/ 555 h 7611"/>
                <a:gd name="connsiteX24" fmla="*/ 1961 w 10000"/>
                <a:gd name="connsiteY24" fmla="*/ 555 h 7611"/>
                <a:gd name="connsiteX25" fmla="*/ 1961 w 10000"/>
                <a:gd name="connsiteY25" fmla="*/ 1722 h 7611"/>
                <a:gd name="connsiteX26" fmla="*/ 1285 w 10000"/>
                <a:gd name="connsiteY26" fmla="*/ 1722 h 7611"/>
                <a:gd name="connsiteX27" fmla="*/ 1285 w 10000"/>
                <a:gd name="connsiteY27" fmla="*/ 1945 h 7611"/>
                <a:gd name="connsiteX28" fmla="*/ 1285 w 10000"/>
                <a:gd name="connsiteY28" fmla="*/ 3942 h 7611"/>
                <a:gd name="connsiteX29" fmla="*/ 1135 w 10000"/>
                <a:gd name="connsiteY29" fmla="*/ 4054 h 7611"/>
                <a:gd name="connsiteX30" fmla="*/ 684 w 10000"/>
                <a:gd name="connsiteY30" fmla="*/ 4278 h 7611"/>
                <a:gd name="connsiteX31" fmla="*/ 609 w 10000"/>
                <a:gd name="connsiteY31" fmla="*/ 4556 h 7611"/>
                <a:gd name="connsiteX32" fmla="*/ 384 w 10000"/>
                <a:gd name="connsiteY32" fmla="*/ 4834 h 7611"/>
                <a:gd name="connsiteX33" fmla="*/ 234 w 10000"/>
                <a:gd name="connsiteY33" fmla="*/ 5278 h 7611"/>
                <a:gd name="connsiteX34" fmla="*/ 8 w 10000"/>
                <a:gd name="connsiteY34" fmla="*/ 5779 h 7611"/>
                <a:gd name="connsiteX35" fmla="*/ 384 w 10000"/>
                <a:gd name="connsiteY35" fmla="*/ 5833 h 7611"/>
                <a:gd name="connsiteX36" fmla="*/ 458 w 10000"/>
                <a:gd name="connsiteY36" fmla="*/ 6275 h 7611"/>
                <a:gd name="connsiteX37" fmla="*/ 684 w 10000"/>
                <a:gd name="connsiteY37" fmla="*/ 6721 h 7611"/>
                <a:gd name="connsiteX38" fmla="*/ 1059 w 10000"/>
                <a:gd name="connsiteY38" fmla="*/ 7611 h 7611"/>
                <a:gd name="connsiteX0" fmla="*/ 7446 w 10000"/>
                <a:gd name="connsiteY0" fmla="*/ 9488 h 10068"/>
                <a:gd name="connsiteX1" fmla="*/ 7446 w 10000"/>
                <a:gd name="connsiteY1" fmla="*/ 8978 h 10068"/>
                <a:gd name="connsiteX2" fmla="*/ 7821 w 10000"/>
                <a:gd name="connsiteY2" fmla="*/ 8978 h 10068"/>
                <a:gd name="connsiteX3" fmla="*/ 8047 w 10000"/>
                <a:gd name="connsiteY3" fmla="*/ 8029 h 10068"/>
                <a:gd name="connsiteX4" fmla="*/ 8648 w 10000"/>
                <a:gd name="connsiteY4" fmla="*/ 7444 h 10068"/>
                <a:gd name="connsiteX5" fmla="*/ 8873 w 10000"/>
                <a:gd name="connsiteY5" fmla="*/ 6351 h 10068"/>
                <a:gd name="connsiteX6" fmla="*/ 8722 w 10000"/>
                <a:gd name="connsiteY6" fmla="*/ 5768 h 10068"/>
                <a:gd name="connsiteX7" fmla="*/ 9098 w 10000"/>
                <a:gd name="connsiteY7" fmla="*/ 4525 h 10068"/>
                <a:gd name="connsiteX8" fmla="*/ 9399 w 10000"/>
                <a:gd name="connsiteY8" fmla="*/ 4160 h 10068"/>
                <a:gd name="connsiteX9" fmla="*/ 10000 w 10000"/>
                <a:gd name="connsiteY9" fmla="*/ 3576 h 10068"/>
                <a:gd name="connsiteX10" fmla="*/ 9774 w 10000"/>
                <a:gd name="connsiteY10" fmla="*/ 3502 h 10068"/>
                <a:gd name="connsiteX11" fmla="*/ 9399 w 10000"/>
                <a:gd name="connsiteY11" fmla="*/ 3140 h 10068"/>
                <a:gd name="connsiteX12" fmla="*/ 9173 w 10000"/>
                <a:gd name="connsiteY12" fmla="*/ 2044 h 10068"/>
                <a:gd name="connsiteX13" fmla="*/ 9173 w 10000"/>
                <a:gd name="connsiteY13" fmla="*/ 1460 h 10068"/>
                <a:gd name="connsiteX14" fmla="*/ 9098 w 10000"/>
                <a:gd name="connsiteY14" fmla="*/ 729 h 10068"/>
                <a:gd name="connsiteX15" fmla="*/ 8873 w 10000"/>
                <a:gd name="connsiteY15" fmla="*/ 511 h 10068"/>
                <a:gd name="connsiteX16" fmla="*/ 8497 w 10000"/>
                <a:gd name="connsiteY16" fmla="*/ 219 h 10068"/>
                <a:gd name="connsiteX17" fmla="*/ 8272 w 10000"/>
                <a:gd name="connsiteY17" fmla="*/ 0 h 10068"/>
                <a:gd name="connsiteX18" fmla="*/ 7821 w 10000"/>
                <a:gd name="connsiteY18" fmla="*/ 293 h 10068"/>
                <a:gd name="connsiteX19" fmla="*/ 7370 w 10000"/>
                <a:gd name="connsiteY19" fmla="*/ 729 h 10068"/>
                <a:gd name="connsiteX20" fmla="*/ 6769 w 10000"/>
                <a:gd name="connsiteY20" fmla="*/ 729 h 10068"/>
                <a:gd name="connsiteX21" fmla="*/ 5717 w 10000"/>
                <a:gd name="connsiteY21" fmla="*/ 729 h 10068"/>
                <a:gd name="connsiteX22" fmla="*/ 5717 w 10000"/>
                <a:gd name="connsiteY22" fmla="*/ 658 h 10068"/>
                <a:gd name="connsiteX23" fmla="*/ 5643 w 10000"/>
                <a:gd name="connsiteY23" fmla="*/ 729 h 10068"/>
                <a:gd name="connsiteX24" fmla="*/ 1961 w 10000"/>
                <a:gd name="connsiteY24" fmla="*/ 729 h 10068"/>
                <a:gd name="connsiteX25" fmla="*/ 1961 w 10000"/>
                <a:gd name="connsiteY25" fmla="*/ 2263 h 10068"/>
                <a:gd name="connsiteX26" fmla="*/ 1285 w 10000"/>
                <a:gd name="connsiteY26" fmla="*/ 2263 h 10068"/>
                <a:gd name="connsiteX27" fmla="*/ 1285 w 10000"/>
                <a:gd name="connsiteY27" fmla="*/ 2556 h 10068"/>
                <a:gd name="connsiteX28" fmla="*/ 1285 w 10000"/>
                <a:gd name="connsiteY28" fmla="*/ 5179 h 10068"/>
                <a:gd name="connsiteX29" fmla="*/ 1135 w 10000"/>
                <a:gd name="connsiteY29" fmla="*/ 5327 h 10068"/>
                <a:gd name="connsiteX30" fmla="*/ 684 w 10000"/>
                <a:gd name="connsiteY30" fmla="*/ 5621 h 10068"/>
                <a:gd name="connsiteX31" fmla="*/ 609 w 10000"/>
                <a:gd name="connsiteY31" fmla="*/ 5986 h 10068"/>
                <a:gd name="connsiteX32" fmla="*/ 384 w 10000"/>
                <a:gd name="connsiteY32" fmla="*/ 6351 h 10068"/>
                <a:gd name="connsiteX33" fmla="*/ 234 w 10000"/>
                <a:gd name="connsiteY33" fmla="*/ 6935 h 10068"/>
                <a:gd name="connsiteX34" fmla="*/ 8 w 10000"/>
                <a:gd name="connsiteY34" fmla="*/ 7593 h 10068"/>
                <a:gd name="connsiteX35" fmla="*/ 384 w 10000"/>
                <a:gd name="connsiteY35" fmla="*/ 7664 h 10068"/>
                <a:gd name="connsiteX36" fmla="*/ 458 w 10000"/>
                <a:gd name="connsiteY36" fmla="*/ 8245 h 10068"/>
                <a:gd name="connsiteX37" fmla="*/ 684 w 10000"/>
                <a:gd name="connsiteY37" fmla="*/ 8831 h 10068"/>
                <a:gd name="connsiteX38" fmla="*/ 1059 w 10000"/>
                <a:gd name="connsiteY38" fmla="*/ 10000 h 10068"/>
                <a:gd name="connsiteX39" fmla="*/ 1058 w 10000"/>
                <a:gd name="connsiteY39" fmla="*/ 9928 h 10068"/>
                <a:gd name="connsiteX0" fmla="*/ 7446 w 10000"/>
                <a:gd name="connsiteY0" fmla="*/ 9488 h 10035"/>
                <a:gd name="connsiteX1" fmla="*/ 7446 w 10000"/>
                <a:gd name="connsiteY1" fmla="*/ 8978 h 10035"/>
                <a:gd name="connsiteX2" fmla="*/ 7821 w 10000"/>
                <a:gd name="connsiteY2" fmla="*/ 8978 h 10035"/>
                <a:gd name="connsiteX3" fmla="*/ 8047 w 10000"/>
                <a:gd name="connsiteY3" fmla="*/ 8029 h 10035"/>
                <a:gd name="connsiteX4" fmla="*/ 8648 w 10000"/>
                <a:gd name="connsiteY4" fmla="*/ 7444 h 10035"/>
                <a:gd name="connsiteX5" fmla="*/ 8873 w 10000"/>
                <a:gd name="connsiteY5" fmla="*/ 6351 h 10035"/>
                <a:gd name="connsiteX6" fmla="*/ 8722 w 10000"/>
                <a:gd name="connsiteY6" fmla="*/ 5768 h 10035"/>
                <a:gd name="connsiteX7" fmla="*/ 9098 w 10000"/>
                <a:gd name="connsiteY7" fmla="*/ 4525 h 10035"/>
                <a:gd name="connsiteX8" fmla="*/ 9399 w 10000"/>
                <a:gd name="connsiteY8" fmla="*/ 4160 h 10035"/>
                <a:gd name="connsiteX9" fmla="*/ 10000 w 10000"/>
                <a:gd name="connsiteY9" fmla="*/ 3576 h 10035"/>
                <a:gd name="connsiteX10" fmla="*/ 9774 w 10000"/>
                <a:gd name="connsiteY10" fmla="*/ 3502 h 10035"/>
                <a:gd name="connsiteX11" fmla="*/ 9399 w 10000"/>
                <a:gd name="connsiteY11" fmla="*/ 3140 h 10035"/>
                <a:gd name="connsiteX12" fmla="*/ 9173 w 10000"/>
                <a:gd name="connsiteY12" fmla="*/ 2044 h 10035"/>
                <a:gd name="connsiteX13" fmla="*/ 9173 w 10000"/>
                <a:gd name="connsiteY13" fmla="*/ 1460 h 10035"/>
                <a:gd name="connsiteX14" fmla="*/ 9098 w 10000"/>
                <a:gd name="connsiteY14" fmla="*/ 729 h 10035"/>
                <a:gd name="connsiteX15" fmla="*/ 8873 w 10000"/>
                <a:gd name="connsiteY15" fmla="*/ 511 h 10035"/>
                <a:gd name="connsiteX16" fmla="*/ 8497 w 10000"/>
                <a:gd name="connsiteY16" fmla="*/ 219 h 10035"/>
                <a:gd name="connsiteX17" fmla="*/ 8272 w 10000"/>
                <a:gd name="connsiteY17" fmla="*/ 0 h 10035"/>
                <a:gd name="connsiteX18" fmla="*/ 7821 w 10000"/>
                <a:gd name="connsiteY18" fmla="*/ 293 h 10035"/>
                <a:gd name="connsiteX19" fmla="*/ 7370 w 10000"/>
                <a:gd name="connsiteY19" fmla="*/ 729 h 10035"/>
                <a:gd name="connsiteX20" fmla="*/ 6769 w 10000"/>
                <a:gd name="connsiteY20" fmla="*/ 729 h 10035"/>
                <a:gd name="connsiteX21" fmla="*/ 5717 w 10000"/>
                <a:gd name="connsiteY21" fmla="*/ 729 h 10035"/>
                <a:gd name="connsiteX22" fmla="*/ 5717 w 10000"/>
                <a:gd name="connsiteY22" fmla="*/ 658 h 10035"/>
                <a:gd name="connsiteX23" fmla="*/ 5643 w 10000"/>
                <a:gd name="connsiteY23" fmla="*/ 729 h 10035"/>
                <a:gd name="connsiteX24" fmla="*/ 1961 w 10000"/>
                <a:gd name="connsiteY24" fmla="*/ 729 h 10035"/>
                <a:gd name="connsiteX25" fmla="*/ 1961 w 10000"/>
                <a:gd name="connsiteY25" fmla="*/ 2263 h 10035"/>
                <a:gd name="connsiteX26" fmla="*/ 1285 w 10000"/>
                <a:gd name="connsiteY26" fmla="*/ 2263 h 10035"/>
                <a:gd name="connsiteX27" fmla="*/ 1285 w 10000"/>
                <a:gd name="connsiteY27" fmla="*/ 2556 h 10035"/>
                <a:gd name="connsiteX28" fmla="*/ 1285 w 10000"/>
                <a:gd name="connsiteY28" fmla="*/ 5179 h 10035"/>
                <a:gd name="connsiteX29" fmla="*/ 1135 w 10000"/>
                <a:gd name="connsiteY29" fmla="*/ 5327 h 10035"/>
                <a:gd name="connsiteX30" fmla="*/ 684 w 10000"/>
                <a:gd name="connsiteY30" fmla="*/ 5621 h 10035"/>
                <a:gd name="connsiteX31" fmla="*/ 609 w 10000"/>
                <a:gd name="connsiteY31" fmla="*/ 5986 h 10035"/>
                <a:gd name="connsiteX32" fmla="*/ 384 w 10000"/>
                <a:gd name="connsiteY32" fmla="*/ 6351 h 10035"/>
                <a:gd name="connsiteX33" fmla="*/ 234 w 10000"/>
                <a:gd name="connsiteY33" fmla="*/ 6935 h 10035"/>
                <a:gd name="connsiteX34" fmla="*/ 8 w 10000"/>
                <a:gd name="connsiteY34" fmla="*/ 7593 h 10035"/>
                <a:gd name="connsiteX35" fmla="*/ 384 w 10000"/>
                <a:gd name="connsiteY35" fmla="*/ 7664 h 10035"/>
                <a:gd name="connsiteX36" fmla="*/ 458 w 10000"/>
                <a:gd name="connsiteY36" fmla="*/ 8245 h 10035"/>
                <a:gd name="connsiteX37" fmla="*/ 684 w 10000"/>
                <a:gd name="connsiteY37" fmla="*/ 8831 h 10035"/>
                <a:gd name="connsiteX38" fmla="*/ 1059 w 10000"/>
                <a:gd name="connsiteY38" fmla="*/ 10000 h 10035"/>
                <a:gd name="connsiteX39" fmla="*/ 1750 w 10000"/>
                <a:gd name="connsiteY39" fmla="*/ 9592 h 10035"/>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0" fmla="*/ 7446 w 10000"/>
                <a:gd name="connsiteY0" fmla="*/ 9488 h 10127"/>
                <a:gd name="connsiteX1" fmla="*/ 7446 w 10000"/>
                <a:gd name="connsiteY1" fmla="*/ 8978 h 10127"/>
                <a:gd name="connsiteX2" fmla="*/ 7821 w 10000"/>
                <a:gd name="connsiteY2" fmla="*/ 8978 h 10127"/>
                <a:gd name="connsiteX3" fmla="*/ 8047 w 10000"/>
                <a:gd name="connsiteY3" fmla="*/ 8029 h 10127"/>
                <a:gd name="connsiteX4" fmla="*/ 8648 w 10000"/>
                <a:gd name="connsiteY4" fmla="*/ 7444 h 10127"/>
                <a:gd name="connsiteX5" fmla="*/ 8873 w 10000"/>
                <a:gd name="connsiteY5" fmla="*/ 6351 h 10127"/>
                <a:gd name="connsiteX6" fmla="*/ 8722 w 10000"/>
                <a:gd name="connsiteY6" fmla="*/ 5768 h 10127"/>
                <a:gd name="connsiteX7" fmla="*/ 9098 w 10000"/>
                <a:gd name="connsiteY7" fmla="*/ 4525 h 10127"/>
                <a:gd name="connsiteX8" fmla="*/ 9399 w 10000"/>
                <a:gd name="connsiteY8" fmla="*/ 4160 h 10127"/>
                <a:gd name="connsiteX9" fmla="*/ 10000 w 10000"/>
                <a:gd name="connsiteY9" fmla="*/ 3576 h 10127"/>
                <a:gd name="connsiteX10" fmla="*/ 9774 w 10000"/>
                <a:gd name="connsiteY10" fmla="*/ 3502 h 10127"/>
                <a:gd name="connsiteX11" fmla="*/ 9399 w 10000"/>
                <a:gd name="connsiteY11" fmla="*/ 3140 h 10127"/>
                <a:gd name="connsiteX12" fmla="*/ 9173 w 10000"/>
                <a:gd name="connsiteY12" fmla="*/ 2044 h 10127"/>
                <a:gd name="connsiteX13" fmla="*/ 9173 w 10000"/>
                <a:gd name="connsiteY13" fmla="*/ 1460 h 10127"/>
                <a:gd name="connsiteX14" fmla="*/ 9098 w 10000"/>
                <a:gd name="connsiteY14" fmla="*/ 729 h 10127"/>
                <a:gd name="connsiteX15" fmla="*/ 8873 w 10000"/>
                <a:gd name="connsiteY15" fmla="*/ 511 h 10127"/>
                <a:gd name="connsiteX16" fmla="*/ 8497 w 10000"/>
                <a:gd name="connsiteY16" fmla="*/ 219 h 10127"/>
                <a:gd name="connsiteX17" fmla="*/ 8272 w 10000"/>
                <a:gd name="connsiteY17" fmla="*/ 0 h 10127"/>
                <a:gd name="connsiteX18" fmla="*/ 7821 w 10000"/>
                <a:gd name="connsiteY18" fmla="*/ 293 h 10127"/>
                <a:gd name="connsiteX19" fmla="*/ 7370 w 10000"/>
                <a:gd name="connsiteY19" fmla="*/ 729 h 10127"/>
                <a:gd name="connsiteX20" fmla="*/ 6769 w 10000"/>
                <a:gd name="connsiteY20" fmla="*/ 729 h 10127"/>
                <a:gd name="connsiteX21" fmla="*/ 5717 w 10000"/>
                <a:gd name="connsiteY21" fmla="*/ 729 h 10127"/>
                <a:gd name="connsiteX22" fmla="*/ 5717 w 10000"/>
                <a:gd name="connsiteY22" fmla="*/ 658 h 10127"/>
                <a:gd name="connsiteX23" fmla="*/ 5643 w 10000"/>
                <a:gd name="connsiteY23" fmla="*/ 729 h 10127"/>
                <a:gd name="connsiteX24" fmla="*/ 1961 w 10000"/>
                <a:gd name="connsiteY24" fmla="*/ 729 h 10127"/>
                <a:gd name="connsiteX25" fmla="*/ 1961 w 10000"/>
                <a:gd name="connsiteY25" fmla="*/ 2263 h 10127"/>
                <a:gd name="connsiteX26" fmla="*/ 1285 w 10000"/>
                <a:gd name="connsiteY26" fmla="*/ 2263 h 10127"/>
                <a:gd name="connsiteX27" fmla="*/ 1285 w 10000"/>
                <a:gd name="connsiteY27" fmla="*/ 2556 h 10127"/>
                <a:gd name="connsiteX28" fmla="*/ 1285 w 10000"/>
                <a:gd name="connsiteY28" fmla="*/ 5179 h 10127"/>
                <a:gd name="connsiteX29" fmla="*/ 1135 w 10000"/>
                <a:gd name="connsiteY29" fmla="*/ 5327 h 10127"/>
                <a:gd name="connsiteX30" fmla="*/ 684 w 10000"/>
                <a:gd name="connsiteY30" fmla="*/ 5621 h 10127"/>
                <a:gd name="connsiteX31" fmla="*/ 609 w 10000"/>
                <a:gd name="connsiteY31" fmla="*/ 5986 h 10127"/>
                <a:gd name="connsiteX32" fmla="*/ 384 w 10000"/>
                <a:gd name="connsiteY32" fmla="*/ 6351 h 10127"/>
                <a:gd name="connsiteX33" fmla="*/ 234 w 10000"/>
                <a:gd name="connsiteY33" fmla="*/ 6935 h 10127"/>
                <a:gd name="connsiteX34" fmla="*/ 8 w 10000"/>
                <a:gd name="connsiteY34" fmla="*/ 7593 h 10127"/>
                <a:gd name="connsiteX35" fmla="*/ 384 w 10000"/>
                <a:gd name="connsiteY35" fmla="*/ 7664 h 10127"/>
                <a:gd name="connsiteX36" fmla="*/ 458 w 10000"/>
                <a:gd name="connsiteY36" fmla="*/ 8245 h 10127"/>
                <a:gd name="connsiteX37" fmla="*/ 684 w 10000"/>
                <a:gd name="connsiteY37" fmla="*/ 8831 h 10127"/>
                <a:gd name="connsiteX38" fmla="*/ 1059 w 10000"/>
                <a:gd name="connsiteY38" fmla="*/ 10000 h 10127"/>
                <a:gd name="connsiteX39" fmla="*/ 1840 w 10000"/>
                <a:gd name="connsiteY39" fmla="*/ 10103 h 10127"/>
                <a:gd name="connsiteX40" fmla="*/ 1827 w 10000"/>
                <a:gd name="connsiteY40" fmla="*/ 10127 h 10127"/>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2544 w 10000"/>
                <a:gd name="connsiteY40" fmla="*/ 10002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2544 w 10000"/>
                <a:gd name="connsiteY40" fmla="*/ 10002 h 10126"/>
                <a:gd name="connsiteX41" fmla="*/ 2518 w 10000"/>
                <a:gd name="connsiteY41" fmla="*/ 10002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2518 w 10000"/>
                <a:gd name="connsiteY41" fmla="*/ 10002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3453 w 10000"/>
                <a:gd name="connsiteY41" fmla="*/ 9915 h 10126"/>
                <a:gd name="connsiteX42" fmla="*/ 2518 w 10000"/>
                <a:gd name="connsiteY42" fmla="*/ 10002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4414 w 10000"/>
                <a:gd name="connsiteY43" fmla="*/ 9791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5541 w 10000"/>
                <a:gd name="connsiteY43" fmla="*/ 9679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5541 w 10000"/>
                <a:gd name="connsiteY43" fmla="*/ 9679 h 10126"/>
                <a:gd name="connsiteX44" fmla="*/ 5515 w 10000"/>
                <a:gd name="connsiteY44" fmla="*/ 9654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5541 w 10000"/>
                <a:gd name="connsiteY43" fmla="*/ 9679 h 10126"/>
                <a:gd name="connsiteX44" fmla="*/ 6411 w 10000"/>
                <a:gd name="connsiteY44" fmla="*/ 9517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5541 w 10000"/>
                <a:gd name="connsiteY43" fmla="*/ 9679 h 10126"/>
                <a:gd name="connsiteX44" fmla="*/ 5988 w 10000"/>
                <a:gd name="connsiteY44" fmla="*/ 921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5541 w 10000"/>
                <a:gd name="connsiteY43" fmla="*/ 9679 h 10126"/>
                <a:gd name="connsiteX44" fmla="*/ 6756 w 10000"/>
                <a:gd name="connsiteY44" fmla="*/ 9193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5541 w 10000"/>
                <a:gd name="connsiteY43" fmla="*/ 9679 h 10126"/>
                <a:gd name="connsiteX44" fmla="*/ 6756 w 10000"/>
                <a:gd name="connsiteY44" fmla="*/ 9193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5541 w 10000"/>
                <a:gd name="connsiteY43" fmla="*/ 9679 h 10126"/>
                <a:gd name="connsiteX44" fmla="*/ 6756 w 10000"/>
                <a:gd name="connsiteY44" fmla="*/ 9193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6444 w 10000"/>
                <a:gd name="connsiteY43" fmla="*/ 8493 h 10126"/>
                <a:gd name="connsiteX44" fmla="*/ 6756 w 10000"/>
                <a:gd name="connsiteY44" fmla="*/ 9193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6444 w 10000"/>
                <a:gd name="connsiteY43" fmla="*/ 8493 h 10126"/>
                <a:gd name="connsiteX44" fmla="*/ 6756 w 10000"/>
                <a:gd name="connsiteY44" fmla="*/ 9193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6444 w 10000"/>
                <a:gd name="connsiteY43" fmla="*/ 8493 h 10126"/>
                <a:gd name="connsiteX44" fmla="*/ 6881 w 10000"/>
                <a:gd name="connsiteY44" fmla="*/ 9296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6444 w 10000"/>
                <a:gd name="connsiteY43" fmla="*/ 8493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2518 w 10000"/>
                <a:gd name="connsiteY42" fmla="*/ 10002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6418 w 10000"/>
                <a:gd name="connsiteY42" fmla="*/ 8060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4529 w 10000"/>
                <a:gd name="connsiteY41" fmla="*/ 9803 h 10126"/>
                <a:gd name="connsiteX42" fmla="*/ 6418 w 10000"/>
                <a:gd name="connsiteY42" fmla="*/ 8060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469 w 10000"/>
                <a:gd name="connsiteY41" fmla="*/ 7898 h 10126"/>
                <a:gd name="connsiteX42" fmla="*/ 6418 w 10000"/>
                <a:gd name="connsiteY42" fmla="*/ 8060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440 w 10000"/>
                <a:gd name="connsiteY41" fmla="*/ 7935 h 10126"/>
                <a:gd name="connsiteX42" fmla="*/ 6418 w 10000"/>
                <a:gd name="connsiteY42" fmla="*/ 8060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440 w 10000"/>
                <a:gd name="connsiteY41" fmla="*/ 7935 h 10126"/>
                <a:gd name="connsiteX42" fmla="*/ 6418 w 10000"/>
                <a:gd name="connsiteY42" fmla="*/ 8060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315 w 10000"/>
                <a:gd name="connsiteY41" fmla="*/ 7898 h 10126"/>
                <a:gd name="connsiteX42" fmla="*/ 6418 w 10000"/>
                <a:gd name="connsiteY42" fmla="*/ 8060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315 w 10000"/>
                <a:gd name="connsiteY41" fmla="*/ 7898 h 10126"/>
                <a:gd name="connsiteX42" fmla="*/ 6418 w 10000"/>
                <a:gd name="connsiteY42" fmla="*/ 8060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401 w 10000"/>
                <a:gd name="connsiteY41" fmla="*/ 7898 h 10126"/>
                <a:gd name="connsiteX42" fmla="*/ 6418 w 10000"/>
                <a:gd name="connsiteY42" fmla="*/ 8060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401 w 10000"/>
                <a:gd name="connsiteY41" fmla="*/ 7898 h 10126"/>
                <a:gd name="connsiteX42" fmla="*/ 6524 w 10000"/>
                <a:gd name="connsiteY42" fmla="*/ 8107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401 w 10000"/>
                <a:gd name="connsiteY41" fmla="*/ 7898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324 w 10000"/>
                <a:gd name="connsiteY41" fmla="*/ 7954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3466 w 10000"/>
                <a:gd name="connsiteY40" fmla="*/ 9927 h 10126"/>
                <a:gd name="connsiteX41" fmla="*/ 6324 w 10000"/>
                <a:gd name="connsiteY41" fmla="*/ 7954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5521 w 10000"/>
                <a:gd name="connsiteY40" fmla="*/ 8508 h 10126"/>
                <a:gd name="connsiteX41" fmla="*/ 6324 w 10000"/>
                <a:gd name="connsiteY41" fmla="*/ 7954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5521 w 10000"/>
                <a:gd name="connsiteY40" fmla="*/ 8508 h 10126"/>
                <a:gd name="connsiteX41" fmla="*/ 6324 w 10000"/>
                <a:gd name="connsiteY41" fmla="*/ 7954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11 w 10000"/>
                <a:gd name="connsiteY40" fmla="*/ 8349 h 10126"/>
                <a:gd name="connsiteX41" fmla="*/ 6324 w 10000"/>
                <a:gd name="connsiteY41" fmla="*/ 7954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11 w 10000"/>
                <a:gd name="connsiteY40" fmla="*/ 8349 h 10126"/>
                <a:gd name="connsiteX41" fmla="*/ 6324 w 10000"/>
                <a:gd name="connsiteY41" fmla="*/ 7954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11 w 10000"/>
                <a:gd name="connsiteY40" fmla="*/ 8349 h 10126"/>
                <a:gd name="connsiteX41" fmla="*/ 6324 w 10000"/>
                <a:gd name="connsiteY41" fmla="*/ 7954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11 w 10000"/>
                <a:gd name="connsiteY40" fmla="*/ 8349 h 10126"/>
                <a:gd name="connsiteX41" fmla="*/ 6324 w 10000"/>
                <a:gd name="connsiteY41" fmla="*/ 7954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11 w 10000"/>
                <a:gd name="connsiteY40" fmla="*/ 8349 h 10126"/>
                <a:gd name="connsiteX41" fmla="*/ 6324 w 10000"/>
                <a:gd name="connsiteY41" fmla="*/ 7954 h 10126"/>
                <a:gd name="connsiteX42" fmla="*/ 6447 w 10000"/>
                <a:gd name="connsiteY42" fmla="*/ 8144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11 w 10000"/>
                <a:gd name="connsiteY40" fmla="*/ 8349 h 10126"/>
                <a:gd name="connsiteX41" fmla="*/ 6324 w 10000"/>
                <a:gd name="connsiteY41" fmla="*/ 7954 h 10126"/>
                <a:gd name="connsiteX42" fmla="*/ 6428 w 10000"/>
                <a:gd name="connsiteY42" fmla="*/ 8181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40 w 10000"/>
                <a:gd name="connsiteY40" fmla="*/ 8368 h 10126"/>
                <a:gd name="connsiteX41" fmla="*/ 6324 w 10000"/>
                <a:gd name="connsiteY41" fmla="*/ 7954 h 10126"/>
                <a:gd name="connsiteX42" fmla="*/ 6428 w 10000"/>
                <a:gd name="connsiteY42" fmla="*/ 8181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40 w 10000"/>
                <a:gd name="connsiteY40" fmla="*/ 8368 h 10126"/>
                <a:gd name="connsiteX41" fmla="*/ 6324 w 10000"/>
                <a:gd name="connsiteY41" fmla="*/ 7954 h 10126"/>
                <a:gd name="connsiteX42" fmla="*/ 6428 w 10000"/>
                <a:gd name="connsiteY42" fmla="*/ 8181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40 w 10000"/>
                <a:gd name="connsiteY40" fmla="*/ 8368 h 10126"/>
                <a:gd name="connsiteX41" fmla="*/ 6324 w 10000"/>
                <a:gd name="connsiteY41" fmla="*/ 7954 h 10126"/>
                <a:gd name="connsiteX42" fmla="*/ 6428 w 10000"/>
                <a:gd name="connsiteY42" fmla="*/ 8181 h 10126"/>
                <a:gd name="connsiteX43" fmla="*/ 6444 w 10000"/>
                <a:gd name="connsiteY43" fmla="*/ 8428 h 10126"/>
                <a:gd name="connsiteX44" fmla="*/ 6766 w 10000"/>
                <a:gd name="connsiteY44" fmla="*/ 9268 h 10126"/>
                <a:gd name="connsiteX0" fmla="*/ 7446 w 10000"/>
                <a:gd name="connsiteY0" fmla="*/ 9488 h 10126"/>
                <a:gd name="connsiteX1" fmla="*/ 7446 w 10000"/>
                <a:gd name="connsiteY1" fmla="*/ 8978 h 10126"/>
                <a:gd name="connsiteX2" fmla="*/ 7821 w 10000"/>
                <a:gd name="connsiteY2" fmla="*/ 8978 h 10126"/>
                <a:gd name="connsiteX3" fmla="*/ 8047 w 10000"/>
                <a:gd name="connsiteY3" fmla="*/ 8029 h 10126"/>
                <a:gd name="connsiteX4" fmla="*/ 8648 w 10000"/>
                <a:gd name="connsiteY4" fmla="*/ 7444 h 10126"/>
                <a:gd name="connsiteX5" fmla="*/ 8873 w 10000"/>
                <a:gd name="connsiteY5" fmla="*/ 6351 h 10126"/>
                <a:gd name="connsiteX6" fmla="*/ 8722 w 10000"/>
                <a:gd name="connsiteY6" fmla="*/ 5768 h 10126"/>
                <a:gd name="connsiteX7" fmla="*/ 9098 w 10000"/>
                <a:gd name="connsiteY7" fmla="*/ 4525 h 10126"/>
                <a:gd name="connsiteX8" fmla="*/ 9399 w 10000"/>
                <a:gd name="connsiteY8" fmla="*/ 4160 h 10126"/>
                <a:gd name="connsiteX9" fmla="*/ 10000 w 10000"/>
                <a:gd name="connsiteY9" fmla="*/ 3576 h 10126"/>
                <a:gd name="connsiteX10" fmla="*/ 9774 w 10000"/>
                <a:gd name="connsiteY10" fmla="*/ 3502 h 10126"/>
                <a:gd name="connsiteX11" fmla="*/ 9399 w 10000"/>
                <a:gd name="connsiteY11" fmla="*/ 3140 h 10126"/>
                <a:gd name="connsiteX12" fmla="*/ 9173 w 10000"/>
                <a:gd name="connsiteY12" fmla="*/ 2044 h 10126"/>
                <a:gd name="connsiteX13" fmla="*/ 9173 w 10000"/>
                <a:gd name="connsiteY13" fmla="*/ 1460 h 10126"/>
                <a:gd name="connsiteX14" fmla="*/ 9098 w 10000"/>
                <a:gd name="connsiteY14" fmla="*/ 729 h 10126"/>
                <a:gd name="connsiteX15" fmla="*/ 8873 w 10000"/>
                <a:gd name="connsiteY15" fmla="*/ 511 h 10126"/>
                <a:gd name="connsiteX16" fmla="*/ 8497 w 10000"/>
                <a:gd name="connsiteY16" fmla="*/ 219 h 10126"/>
                <a:gd name="connsiteX17" fmla="*/ 8272 w 10000"/>
                <a:gd name="connsiteY17" fmla="*/ 0 h 10126"/>
                <a:gd name="connsiteX18" fmla="*/ 7821 w 10000"/>
                <a:gd name="connsiteY18" fmla="*/ 293 h 10126"/>
                <a:gd name="connsiteX19" fmla="*/ 7370 w 10000"/>
                <a:gd name="connsiteY19" fmla="*/ 729 h 10126"/>
                <a:gd name="connsiteX20" fmla="*/ 6769 w 10000"/>
                <a:gd name="connsiteY20" fmla="*/ 729 h 10126"/>
                <a:gd name="connsiteX21" fmla="*/ 5717 w 10000"/>
                <a:gd name="connsiteY21" fmla="*/ 729 h 10126"/>
                <a:gd name="connsiteX22" fmla="*/ 5717 w 10000"/>
                <a:gd name="connsiteY22" fmla="*/ 658 h 10126"/>
                <a:gd name="connsiteX23" fmla="*/ 5643 w 10000"/>
                <a:gd name="connsiteY23" fmla="*/ 729 h 10126"/>
                <a:gd name="connsiteX24" fmla="*/ 1961 w 10000"/>
                <a:gd name="connsiteY24" fmla="*/ 729 h 10126"/>
                <a:gd name="connsiteX25" fmla="*/ 1961 w 10000"/>
                <a:gd name="connsiteY25" fmla="*/ 2263 h 10126"/>
                <a:gd name="connsiteX26" fmla="*/ 1285 w 10000"/>
                <a:gd name="connsiteY26" fmla="*/ 2263 h 10126"/>
                <a:gd name="connsiteX27" fmla="*/ 1285 w 10000"/>
                <a:gd name="connsiteY27" fmla="*/ 2556 h 10126"/>
                <a:gd name="connsiteX28" fmla="*/ 1285 w 10000"/>
                <a:gd name="connsiteY28" fmla="*/ 5179 h 10126"/>
                <a:gd name="connsiteX29" fmla="*/ 1135 w 10000"/>
                <a:gd name="connsiteY29" fmla="*/ 5327 h 10126"/>
                <a:gd name="connsiteX30" fmla="*/ 684 w 10000"/>
                <a:gd name="connsiteY30" fmla="*/ 5621 h 10126"/>
                <a:gd name="connsiteX31" fmla="*/ 609 w 10000"/>
                <a:gd name="connsiteY31" fmla="*/ 5986 h 10126"/>
                <a:gd name="connsiteX32" fmla="*/ 384 w 10000"/>
                <a:gd name="connsiteY32" fmla="*/ 6351 h 10126"/>
                <a:gd name="connsiteX33" fmla="*/ 234 w 10000"/>
                <a:gd name="connsiteY33" fmla="*/ 6935 h 10126"/>
                <a:gd name="connsiteX34" fmla="*/ 8 w 10000"/>
                <a:gd name="connsiteY34" fmla="*/ 7593 h 10126"/>
                <a:gd name="connsiteX35" fmla="*/ 384 w 10000"/>
                <a:gd name="connsiteY35" fmla="*/ 7664 h 10126"/>
                <a:gd name="connsiteX36" fmla="*/ 458 w 10000"/>
                <a:gd name="connsiteY36" fmla="*/ 8245 h 10126"/>
                <a:gd name="connsiteX37" fmla="*/ 684 w 10000"/>
                <a:gd name="connsiteY37" fmla="*/ 8831 h 10126"/>
                <a:gd name="connsiteX38" fmla="*/ 1059 w 10000"/>
                <a:gd name="connsiteY38" fmla="*/ 10000 h 10126"/>
                <a:gd name="connsiteX39" fmla="*/ 1840 w 10000"/>
                <a:gd name="connsiteY39" fmla="*/ 10103 h 10126"/>
                <a:gd name="connsiteX40" fmla="*/ 6040 w 10000"/>
                <a:gd name="connsiteY40" fmla="*/ 8368 h 10126"/>
                <a:gd name="connsiteX41" fmla="*/ 6382 w 10000"/>
                <a:gd name="connsiteY41" fmla="*/ 7982 h 10126"/>
                <a:gd name="connsiteX42" fmla="*/ 6428 w 10000"/>
                <a:gd name="connsiteY42" fmla="*/ 8181 h 10126"/>
                <a:gd name="connsiteX43" fmla="*/ 6444 w 10000"/>
                <a:gd name="connsiteY43" fmla="*/ 8428 h 10126"/>
                <a:gd name="connsiteX44" fmla="*/ 6766 w 10000"/>
                <a:gd name="connsiteY44" fmla="*/ 9268 h 10126"/>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5807 w 10000"/>
                <a:gd name="connsiteY39" fmla="*/ 8693 h 10015"/>
                <a:gd name="connsiteX40" fmla="*/ 6040 w 10000"/>
                <a:gd name="connsiteY40" fmla="*/ 8368 h 10015"/>
                <a:gd name="connsiteX41" fmla="*/ 6382 w 10000"/>
                <a:gd name="connsiteY41" fmla="*/ 7982 h 10015"/>
                <a:gd name="connsiteX42" fmla="*/ 6428 w 10000"/>
                <a:gd name="connsiteY42" fmla="*/ 8181 h 10015"/>
                <a:gd name="connsiteX43" fmla="*/ 6444 w 10000"/>
                <a:gd name="connsiteY43" fmla="*/ 8428 h 10015"/>
                <a:gd name="connsiteX44" fmla="*/ 6766 w 10000"/>
                <a:gd name="connsiteY44" fmla="*/ 9268 h 10015"/>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5807 w 10000"/>
                <a:gd name="connsiteY39" fmla="*/ 8693 h 10015"/>
                <a:gd name="connsiteX40" fmla="*/ 6040 w 10000"/>
                <a:gd name="connsiteY40" fmla="*/ 8368 h 10015"/>
                <a:gd name="connsiteX41" fmla="*/ 6382 w 10000"/>
                <a:gd name="connsiteY41" fmla="*/ 7982 h 10015"/>
                <a:gd name="connsiteX42" fmla="*/ 6428 w 10000"/>
                <a:gd name="connsiteY42" fmla="*/ 8181 h 10015"/>
                <a:gd name="connsiteX43" fmla="*/ 6444 w 10000"/>
                <a:gd name="connsiteY43" fmla="*/ 8428 h 10015"/>
                <a:gd name="connsiteX44" fmla="*/ 6766 w 10000"/>
                <a:gd name="connsiteY44" fmla="*/ 9268 h 10015"/>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5807 w 10000"/>
                <a:gd name="connsiteY39" fmla="*/ 8693 h 10018"/>
                <a:gd name="connsiteX40" fmla="*/ 6040 w 10000"/>
                <a:gd name="connsiteY40" fmla="*/ 8368 h 10018"/>
                <a:gd name="connsiteX41" fmla="*/ 6382 w 10000"/>
                <a:gd name="connsiteY41" fmla="*/ 7982 h 10018"/>
                <a:gd name="connsiteX42" fmla="*/ 6428 w 10000"/>
                <a:gd name="connsiteY42" fmla="*/ 8181 h 10018"/>
                <a:gd name="connsiteX43" fmla="*/ 6444 w 10000"/>
                <a:gd name="connsiteY43" fmla="*/ 8428 h 10018"/>
                <a:gd name="connsiteX44" fmla="*/ 6766 w 10000"/>
                <a:gd name="connsiteY44" fmla="*/ 9268 h 1001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5865 w 10000"/>
                <a:gd name="connsiteY39" fmla="*/ 8712 h 10018"/>
                <a:gd name="connsiteX40" fmla="*/ 6040 w 10000"/>
                <a:gd name="connsiteY40" fmla="*/ 8368 h 10018"/>
                <a:gd name="connsiteX41" fmla="*/ 6382 w 10000"/>
                <a:gd name="connsiteY41" fmla="*/ 7982 h 10018"/>
                <a:gd name="connsiteX42" fmla="*/ 6428 w 10000"/>
                <a:gd name="connsiteY42" fmla="*/ 8181 h 10018"/>
                <a:gd name="connsiteX43" fmla="*/ 6444 w 10000"/>
                <a:gd name="connsiteY43" fmla="*/ 8428 h 10018"/>
                <a:gd name="connsiteX44" fmla="*/ 6766 w 10000"/>
                <a:gd name="connsiteY44" fmla="*/ 9268 h 10018"/>
                <a:gd name="connsiteX0" fmla="*/ 7446 w 10000"/>
                <a:gd name="connsiteY0" fmla="*/ 9488 h 10160"/>
                <a:gd name="connsiteX1" fmla="*/ 7446 w 10000"/>
                <a:gd name="connsiteY1" fmla="*/ 8978 h 10160"/>
                <a:gd name="connsiteX2" fmla="*/ 7821 w 10000"/>
                <a:gd name="connsiteY2" fmla="*/ 8978 h 10160"/>
                <a:gd name="connsiteX3" fmla="*/ 8047 w 10000"/>
                <a:gd name="connsiteY3" fmla="*/ 8029 h 10160"/>
                <a:gd name="connsiteX4" fmla="*/ 8648 w 10000"/>
                <a:gd name="connsiteY4" fmla="*/ 7444 h 10160"/>
                <a:gd name="connsiteX5" fmla="*/ 8873 w 10000"/>
                <a:gd name="connsiteY5" fmla="*/ 6351 h 10160"/>
                <a:gd name="connsiteX6" fmla="*/ 8722 w 10000"/>
                <a:gd name="connsiteY6" fmla="*/ 5768 h 10160"/>
                <a:gd name="connsiteX7" fmla="*/ 9098 w 10000"/>
                <a:gd name="connsiteY7" fmla="*/ 4525 h 10160"/>
                <a:gd name="connsiteX8" fmla="*/ 9399 w 10000"/>
                <a:gd name="connsiteY8" fmla="*/ 4160 h 10160"/>
                <a:gd name="connsiteX9" fmla="*/ 10000 w 10000"/>
                <a:gd name="connsiteY9" fmla="*/ 3576 h 10160"/>
                <a:gd name="connsiteX10" fmla="*/ 9774 w 10000"/>
                <a:gd name="connsiteY10" fmla="*/ 3502 h 10160"/>
                <a:gd name="connsiteX11" fmla="*/ 9399 w 10000"/>
                <a:gd name="connsiteY11" fmla="*/ 3140 h 10160"/>
                <a:gd name="connsiteX12" fmla="*/ 9173 w 10000"/>
                <a:gd name="connsiteY12" fmla="*/ 2044 h 10160"/>
                <a:gd name="connsiteX13" fmla="*/ 9173 w 10000"/>
                <a:gd name="connsiteY13" fmla="*/ 1460 h 10160"/>
                <a:gd name="connsiteX14" fmla="*/ 9098 w 10000"/>
                <a:gd name="connsiteY14" fmla="*/ 729 h 10160"/>
                <a:gd name="connsiteX15" fmla="*/ 8873 w 10000"/>
                <a:gd name="connsiteY15" fmla="*/ 511 h 10160"/>
                <a:gd name="connsiteX16" fmla="*/ 8497 w 10000"/>
                <a:gd name="connsiteY16" fmla="*/ 219 h 10160"/>
                <a:gd name="connsiteX17" fmla="*/ 8272 w 10000"/>
                <a:gd name="connsiteY17" fmla="*/ 0 h 10160"/>
                <a:gd name="connsiteX18" fmla="*/ 7821 w 10000"/>
                <a:gd name="connsiteY18" fmla="*/ 293 h 10160"/>
                <a:gd name="connsiteX19" fmla="*/ 7370 w 10000"/>
                <a:gd name="connsiteY19" fmla="*/ 729 h 10160"/>
                <a:gd name="connsiteX20" fmla="*/ 6769 w 10000"/>
                <a:gd name="connsiteY20" fmla="*/ 729 h 10160"/>
                <a:gd name="connsiteX21" fmla="*/ 5717 w 10000"/>
                <a:gd name="connsiteY21" fmla="*/ 729 h 10160"/>
                <a:gd name="connsiteX22" fmla="*/ 5717 w 10000"/>
                <a:gd name="connsiteY22" fmla="*/ 658 h 10160"/>
                <a:gd name="connsiteX23" fmla="*/ 5643 w 10000"/>
                <a:gd name="connsiteY23" fmla="*/ 729 h 10160"/>
                <a:gd name="connsiteX24" fmla="*/ 1961 w 10000"/>
                <a:gd name="connsiteY24" fmla="*/ 729 h 10160"/>
                <a:gd name="connsiteX25" fmla="*/ 1961 w 10000"/>
                <a:gd name="connsiteY25" fmla="*/ 2263 h 10160"/>
                <a:gd name="connsiteX26" fmla="*/ 1285 w 10000"/>
                <a:gd name="connsiteY26" fmla="*/ 2263 h 10160"/>
                <a:gd name="connsiteX27" fmla="*/ 1285 w 10000"/>
                <a:gd name="connsiteY27" fmla="*/ 2556 h 10160"/>
                <a:gd name="connsiteX28" fmla="*/ 1285 w 10000"/>
                <a:gd name="connsiteY28" fmla="*/ 5179 h 10160"/>
                <a:gd name="connsiteX29" fmla="*/ 1135 w 10000"/>
                <a:gd name="connsiteY29" fmla="*/ 5327 h 10160"/>
                <a:gd name="connsiteX30" fmla="*/ 684 w 10000"/>
                <a:gd name="connsiteY30" fmla="*/ 5621 h 10160"/>
                <a:gd name="connsiteX31" fmla="*/ 609 w 10000"/>
                <a:gd name="connsiteY31" fmla="*/ 5986 h 10160"/>
                <a:gd name="connsiteX32" fmla="*/ 384 w 10000"/>
                <a:gd name="connsiteY32" fmla="*/ 6351 h 10160"/>
                <a:gd name="connsiteX33" fmla="*/ 234 w 10000"/>
                <a:gd name="connsiteY33" fmla="*/ 6935 h 10160"/>
                <a:gd name="connsiteX34" fmla="*/ 8 w 10000"/>
                <a:gd name="connsiteY34" fmla="*/ 7593 h 10160"/>
                <a:gd name="connsiteX35" fmla="*/ 384 w 10000"/>
                <a:gd name="connsiteY35" fmla="*/ 7664 h 10160"/>
                <a:gd name="connsiteX36" fmla="*/ 458 w 10000"/>
                <a:gd name="connsiteY36" fmla="*/ 8245 h 10160"/>
                <a:gd name="connsiteX37" fmla="*/ 684 w 10000"/>
                <a:gd name="connsiteY37" fmla="*/ 8831 h 10160"/>
                <a:gd name="connsiteX38" fmla="*/ 1059 w 10000"/>
                <a:gd name="connsiteY38" fmla="*/ 10000 h 10160"/>
                <a:gd name="connsiteX39" fmla="*/ 1058 w 10000"/>
                <a:gd name="connsiteY39" fmla="*/ 10012 h 10160"/>
                <a:gd name="connsiteX40" fmla="*/ 5865 w 10000"/>
                <a:gd name="connsiteY40" fmla="*/ 8712 h 10160"/>
                <a:gd name="connsiteX41" fmla="*/ 6040 w 10000"/>
                <a:gd name="connsiteY41" fmla="*/ 8368 h 10160"/>
                <a:gd name="connsiteX42" fmla="*/ 6382 w 10000"/>
                <a:gd name="connsiteY42" fmla="*/ 7982 h 10160"/>
                <a:gd name="connsiteX43" fmla="*/ 6428 w 10000"/>
                <a:gd name="connsiteY43" fmla="*/ 8181 h 10160"/>
                <a:gd name="connsiteX44" fmla="*/ 6444 w 10000"/>
                <a:gd name="connsiteY44" fmla="*/ 8428 h 10160"/>
                <a:gd name="connsiteX45" fmla="*/ 6766 w 10000"/>
                <a:gd name="connsiteY45" fmla="*/ 9268 h 10160"/>
                <a:gd name="connsiteX0" fmla="*/ 7446 w 10000"/>
                <a:gd name="connsiteY0" fmla="*/ 9488 h 10258"/>
                <a:gd name="connsiteX1" fmla="*/ 7446 w 10000"/>
                <a:gd name="connsiteY1" fmla="*/ 8978 h 10258"/>
                <a:gd name="connsiteX2" fmla="*/ 7821 w 10000"/>
                <a:gd name="connsiteY2" fmla="*/ 8978 h 10258"/>
                <a:gd name="connsiteX3" fmla="*/ 8047 w 10000"/>
                <a:gd name="connsiteY3" fmla="*/ 8029 h 10258"/>
                <a:gd name="connsiteX4" fmla="*/ 8648 w 10000"/>
                <a:gd name="connsiteY4" fmla="*/ 7444 h 10258"/>
                <a:gd name="connsiteX5" fmla="*/ 8873 w 10000"/>
                <a:gd name="connsiteY5" fmla="*/ 6351 h 10258"/>
                <a:gd name="connsiteX6" fmla="*/ 8722 w 10000"/>
                <a:gd name="connsiteY6" fmla="*/ 5768 h 10258"/>
                <a:gd name="connsiteX7" fmla="*/ 9098 w 10000"/>
                <a:gd name="connsiteY7" fmla="*/ 4525 h 10258"/>
                <a:gd name="connsiteX8" fmla="*/ 9399 w 10000"/>
                <a:gd name="connsiteY8" fmla="*/ 4160 h 10258"/>
                <a:gd name="connsiteX9" fmla="*/ 10000 w 10000"/>
                <a:gd name="connsiteY9" fmla="*/ 3576 h 10258"/>
                <a:gd name="connsiteX10" fmla="*/ 9774 w 10000"/>
                <a:gd name="connsiteY10" fmla="*/ 3502 h 10258"/>
                <a:gd name="connsiteX11" fmla="*/ 9399 w 10000"/>
                <a:gd name="connsiteY11" fmla="*/ 3140 h 10258"/>
                <a:gd name="connsiteX12" fmla="*/ 9173 w 10000"/>
                <a:gd name="connsiteY12" fmla="*/ 2044 h 10258"/>
                <a:gd name="connsiteX13" fmla="*/ 9173 w 10000"/>
                <a:gd name="connsiteY13" fmla="*/ 1460 h 10258"/>
                <a:gd name="connsiteX14" fmla="*/ 9098 w 10000"/>
                <a:gd name="connsiteY14" fmla="*/ 729 h 10258"/>
                <a:gd name="connsiteX15" fmla="*/ 8873 w 10000"/>
                <a:gd name="connsiteY15" fmla="*/ 511 h 10258"/>
                <a:gd name="connsiteX16" fmla="*/ 8497 w 10000"/>
                <a:gd name="connsiteY16" fmla="*/ 219 h 10258"/>
                <a:gd name="connsiteX17" fmla="*/ 8272 w 10000"/>
                <a:gd name="connsiteY17" fmla="*/ 0 h 10258"/>
                <a:gd name="connsiteX18" fmla="*/ 7821 w 10000"/>
                <a:gd name="connsiteY18" fmla="*/ 293 h 10258"/>
                <a:gd name="connsiteX19" fmla="*/ 7370 w 10000"/>
                <a:gd name="connsiteY19" fmla="*/ 729 h 10258"/>
                <a:gd name="connsiteX20" fmla="*/ 6769 w 10000"/>
                <a:gd name="connsiteY20" fmla="*/ 729 h 10258"/>
                <a:gd name="connsiteX21" fmla="*/ 5717 w 10000"/>
                <a:gd name="connsiteY21" fmla="*/ 729 h 10258"/>
                <a:gd name="connsiteX22" fmla="*/ 5717 w 10000"/>
                <a:gd name="connsiteY22" fmla="*/ 658 h 10258"/>
                <a:gd name="connsiteX23" fmla="*/ 5643 w 10000"/>
                <a:gd name="connsiteY23" fmla="*/ 729 h 10258"/>
                <a:gd name="connsiteX24" fmla="*/ 1961 w 10000"/>
                <a:gd name="connsiteY24" fmla="*/ 729 h 10258"/>
                <a:gd name="connsiteX25" fmla="*/ 1961 w 10000"/>
                <a:gd name="connsiteY25" fmla="*/ 2263 h 10258"/>
                <a:gd name="connsiteX26" fmla="*/ 1285 w 10000"/>
                <a:gd name="connsiteY26" fmla="*/ 2263 h 10258"/>
                <a:gd name="connsiteX27" fmla="*/ 1285 w 10000"/>
                <a:gd name="connsiteY27" fmla="*/ 2556 h 10258"/>
                <a:gd name="connsiteX28" fmla="*/ 1285 w 10000"/>
                <a:gd name="connsiteY28" fmla="*/ 5179 h 10258"/>
                <a:gd name="connsiteX29" fmla="*/ 1135 w 10000"/>
                <a:gd name="connsiteY29" fmla="*/ 5327 h 10258"/>
                <a:gd name="connsiteX30" fmla="*/ 684 w 10000"/>
                <a:gd name="connsiteY30" fmla="*/ 5621 h 10258"/>
                <a:gd name="connsiteX31" fmla="*/ 609 w 10000"/>
                <a:gd name="connsiteY31" fmla="*/ 5986 h 10258"/>
                <a:gd name="connsiteX32" fmla="*/ 384 w 10000"/>
                <a:gd name="connsiteY32" fmla="*/ 6351 h 10258"/>
                <a:gd name="connsiteX33" fmla="*/ 234 w 10000"/>
                <a:gd name="connsiteY33" fmla="*/ 6935 h 10258"/>
                <a:gd name="connsiteX34" fmla="*/ 8 w 10000"/>
                <a:gd name="connsiteY34" fmla="*/ 7593 h 10258"/>
                <a:gd name="connsiteX35" fmla="*/ 384 w 10000"/>
                <a:gd name="connsiteY35" fmla="*/ 7664 h 10258"/>
                <a:gd name="connsiteX36" fmla="*/ 458 w 10000"/>
                <a:gd name="connsiteY36" fmla="*/ 8245 h 10258"/>
                <a:gd name="connsiteX37" fmla="*/ 684 w 10000"/>
                <a:gd name="connsiteY37" fmla="*/ 8831 h 10258"/>
                <a:gd name="connsiteX38" fmla="*/ 1059 w 10000"/>
                <a:gd name="connsiteY38" fmla="*/ 10000 h 10258"/>
                <a:gd name="connsiteX39" fmla="*/ 1903 w 10000"/>
                <a:gd name="connsiteY39" fmla="*/ 10161 h 10258"/>
                <a:gd name="connsiteX40" fmla="*/ 5865 w 10000"/>
                <a:gd name="connsiteY40" fmla="*/ 8712 h 10258"/>
                <a:gd name="connsiteX41" fmla="*/ 6040 w 10000"/>
                <a:gd name="connsiteY41" fmla="*/ 8368 h 10258"/>
                <a:gd name="connsiteX42" fmla="*/ 6382 w 10000"/>
                <a:gd name="connsiteY42" fmla="*/ 7982 h 10258"/>
                <a:gd name="connsiteX43" fmla="*/ 6428 w 10000"/>
                <a:gd name="connsiteY43" fmla="*/ 8181 h 10258"/>
                <a:gd name="connsiteX44" fmla="*/ 6444 w 10000"/>
                <a:gd name="connsiteY44" fmla="*/ 8428 h 10258"/>
                <a:gd name="connsiteX45" fmla="*/ 6766 w 10000"/>
                <a:gd name="connsiteY45" fmla="*/ 9268 h 10258"/>
                <a:gd name="connsiteX0" fmla="*/ 7446 w 10000"/>
                <a:gd name="connsiteY0" fmla="*/ 9488 h 10056"/>
                <a:gd name="connsiteX1" fmla="*/ 7446 w 10000"/>
                <a:gd name="connsiteY1" fmla="*/ 8978 h 10056"/>
                <a:gd name="connsiteX2" fmla="*/ 7821 w 10000"/>
                <a:gd name="connsiteY2" fmla="*/ 8978 h 10056"/>
                <a:gd name="connsiteX3" fmla="*/ 8047 w 10000"/>
                <a:gd name="connsiteY3" fmla="*/ 8029 h 10056"/>
                <a:gd name="connsiteX4" fmla="*/ 8648 w 10000"/>
                <a:gd name="connsiteY4" fmla="*/ 7444 h 10056"/>
                <a:gd name="connsiteX5" fmla="*/ 8873 w 10000"/>
                <a:gd name="connsiteY5" fmla="*/ 6351 h 10056"/>
                <a:gd name="connsiteX6" fmla="*/ 8722 w 10000"/>
                <a:gd name="connsiteY6" fmla="*/ 5768 h 10056"/>
                <a:gd name="connsiteX7" fmla="*/ 9098 w 10000"/>
                <a:gd name="connsiteY7" fmla="*/ 4525 h 10056"/>
                <a:gd name="connsiteX8" fmla="*/ 9399 w 10000"/>
                <a:gd name="connsiteY8" fmla="*/ 4160 h 10056"/>
                <a:gd name="connsiteX9" fmla="*/ 10000 w 10000"/>
                <a:gd name="connsiteY9" fmla="*/ 3576 h 10056"/>
                <a:gd name="connsiteX10" fmla="*/ 9774 w 10000"/>
                <a:gd name="connsiteY10" fmla="*/ 3502 h 10056"/>
                <a:gd name="connsiteX11" fmla="*/ 9399 w 10000"/>
                <a:gd name="connsiteY11" fmla="*/ 3140 h 10056"/>
                <a:gd name="connsiteX12" fmla="*/ 9173 w 10000"/>
                <a:gd name="connsiteY12" fmla="*/ 2044 h 10056"/>
                <a:gd name="connsiteX13" fmla="*/ 9173 w 10000"/>
                <a:gd name="connsiteY13" fmla="*/ 1460 h 10056"/>
                <a:gd name="connsiteX14" fmla="*/ 9098 w 10000"/>
                <a:gd name="connsiteY14" fmla="*/ 729 h 10056"/>
                <a:gd name="connsiteX15" fmla="*/ 8873 w 10000"/>
                <a:gd name="connsiteY15" fmla="*/ 511 h 10056"/>
                <a:gd name="connsiteX16" fmla="*/ 8497 w 10000"/>
                <a:gd name="connsiteY16" fmla="*/ 219 h 10056"/>
                <a:gd name="connsiteX17" fmla="*/ 8272 w 10000"/>
                <a:gd name="connsiteY17" fmla="*/ 0 h 10056"/>
                <a:gd name="connsiteX18" fmla="*/ 7821 w 10000"/>
                <a:gd name="connsiteY18" fmla="*/ 293 h 10056"/>
                <a:gd name="connsiteX19" fmla="*/ 7370 w 10000"/>
                <a:gd name="connsiteY19" fmla="*/ 729 h 10056"/>
                <a:gd name="connsiteX20" fmla="*/ 6769 w 10000"/>
                <a:gd name="connsiteY20" fmla="*/ 729 h 10056"/>
                <a:gd name="connsiteX21" fmla="*/ 5717 w 10000"/>
                <a:gd name="connsiteY21" fmla="*/ 729 h 10056"/>
                <a:gd name="connsiteX22" fmla="*/ 5717 w 10000"/>
                <a:gd name="connsiteY22" fmla="*/ 658 h 10056"/>
                <a:gd name="connsiteX23" fmla="*/ 5643 w 10000"/>
                <a:gd name="connsiteY23" fmla="*/ 729 h 10056"/>
                <a:gd name="connsiteX24" fmla="*/ 1961 w 10000"/>
                <a:gd name="connsiteY24" fmla="*/ 729 h 10056"/>
                <a:gd name="connsiteX25" fmla="*/ 1961 w 10000"/>
                <a:gd name="connsiteY25" fmla="*/ 2263 h 10056"/>
                <a:gd name="connsiteX26" fmla="*/ 1285 w 10000"/>
                <a:gd name="connsiteY26" fmla="*/ 2263 h 10056"/>
                <a:gd name="connsiteX27" fmla="*/ 1285 w 10000"/>
                <a:gd name="connsiteY27" fmla="*/ 2556 h 10056"/>
                <a:gd name="connsiteX28" fmla="*/ 1285 w 10000"/>
                <a:gd name="connsiteY28" fmla="*/ 5179 h 10056"/>
                <a:gd name="connsiteX29" fmla="*/ 1135 w 10000"/>
                <a:gd name="connsiteY29" fmla="*/ 5327 h 10056"/>
                <a:gd name="connsiteX30" fmla="*/ 684 w 10000"/>
                <a:gd name="connsiteY30" fmla="*/ 5621 h 10056"/>
                <a:gd name="connsiteX31" fmla="*/ 609 w 10000"/>
                <a:gd name="connsiteY31" fmla="*/ 5986 h 10056"/>
                <a:gd name="connsiteX32" fmla="*/ 384 w 10000"/>
                <a:gd name="connsiteY32" fmla="*/ 6351 h 10056"/>
                <a:gd name="connsiteX33" fmla="*/ 234 w 10000"/>
                <a:gd name="connsiteY33" fmla="*/ 6935 h 10056"/>
                <a:gd name="connsiteX34" fmla="*/ 8 w 10000"/>
                <a:gd name="connsiteY34" fmla="*/ 7593 h 10056"/>
                <a:gd name="connsiteX35" fmla="*/ 384 w 10000"/>
                <a:gd name="connsiteY35" fmla="*/ 7664 h 10056"/>
                <a:gd name="connsiteX36" fmla="*/ 458 w 10000"/>
                <a:gd name="connsiteY36" fmla="*/ 8245 h 10056"/>
                <a:gd name="connsiteX37" fmla="*/ 684 w 10000"/>
                <a:gd name="connsiteY37" fmla="*/ 8831 h 10056"/>
                <a:gd name="connsiteX38" fmla="*/ 1059 w 10000"/>
                <a:gd name="connsiteY38" fmla="*/ 10000 h 10056"/>
                <a:gd name="connsiteX39" fmla="*/ 2335 w 10000"/>
                <a:gd name="connsiteY39" fmla="*/ 9619 h 10056"/>
                <a:gd name="connsiteX40" fmla="*/ 5865 w 10000"/>
                <a:gd name="connsiteY40" fmla="*/ 8712 h 10056"/>
                <a:gd name="connsiteX41" fmla="*/ 6040 w 10000"/>
                <a:gd name="connsiteY41" fmla="*/ 8368 h 10056"/>
                <a:gd name="connsiteX42" fmla="*/ 6382 w 10000"/>
                <a:gd name="connsiteY42" fmla="*/ 7982 h 10056"/>
                <a:gd name="connsiteX43" fmla="*/ 6428 w 10000"/>
                <a:gd name="connsiteY43" fmla="*/ 8181 h 10056"/>
                <a:gd name="connsiteX44" fmla="*/ 6444 w 10000"/>
                <a:gd name="connsiteY44" fmla="*/ 8428 h 10056"/>
                <a:gd name="connsiteX45" fmla="*/ 6766 w 10000"/>
                <a:gd name="connsiteY45" fmla="*/ 9268 h 10056"/>
                <a:gd name="connsiteX0" fmla="*/ 7446 w 10000"/>
                <a:gd name="connsiteY0" fmla="*/ 9488 h 10026"/>
                <a:gd name="connsiteX1" fmla="*/ 7446 w 10000"/>
                <a:gd name="connsiteY1" fmla="*/ 8978 h 10026"/>
                <a:gd name="connsiteX2" fmla="*/ 7821 w 10000"/>
                <a:gd name="connsiteY2" fmla="*/ 8978 h 10026"/>
                <a:gd name="connsiteX3" fmla="*/ 8047 w 10000"/>
                <a:gd name="connsiteY3" fmla="*/ 8029 h 10026"/>
                <a:gd name="connsiteX4" fmla="*/ 8648 w 10000"/>
                <a:gd name="connsiteY4" fmla="*/ 7444 h 10026"/>
                <a:gd name="connsiteX5" fmla="*/ 8873 w 10000"/>
                <a:gd name="connsiteY5" fmla="*/ 6351 h 10026"/>
                <a:gd name="connsiteX6" fmla="*/ 8722 w 10000"/>
                <a:gd name="connsiteY6" fmla="*/ 5768 h 10026"/>
                <a:gd name="connsiteX7" fmla="*/ 9098 w 10000"/>
                <a:gd name="connsiteY7" fmla="*/ 4525 h 10026"/>
                <a:gd name="connsiteX8" fmla="*/ 9399 w 10000"/>
                <a:gd name="connsiteY8" fmla="*/ 4160 h 10026"/>
                <a:gd name="connsiteX9" fmla="*/ 10000 w 10000"/>
                <a:gd name="connsiteY9" fmla="*/ 3576 h 10026"/>
                <a:gd name="connsiteX10" fmla="*/ 9774 w 10000"/>
                <a:gd name="connsiteY10" fmla="*/ 3502 h 10026"/>
                <a:gd name="connsiteX11" fmla="*/ 9399 w 10000"/>
                <a:gd name="connsiteY11" fmla="*/ 3140 h 10026"/>
                <a:gd name="connsiteX12" fmla="*/ 9173 w 10000"/>
                <a:gd name="connsiteY12" fmla="*/ 2044 h 10026"/>
                <a:gd name="connsiteX13" fmla="*/ 9173 w 10000"/>
                <a:gd name="connsiteY13" fmla="*/ 1460 h 10026"/>
                <a:gd name="connsiteX14" fmla="*/ 9098 w 10000"/>
                <a:gd name="connsiteY14" fmla="*/ 729 h 10026"/>
                <a:gd name="connsiteX15" fmla="*/ 8873 w 10000"/>
                <a:gd name="connsiteY15" fmla="*/ 511 h 10026"/>
                <a:gd name="connsiteX16" fmla="*/ 8497 w 10000"/>
                <a:gd name="connsiteY16" fmla="*/ 219 h 10026"/>
                <a:gd name="connsiteX17" fmla="*/ 8272 w 10000"/>
                <a:gd name="connsiteY17" fmla="*/ 0 h 10026"/>
                <a:gd name="connsiteX18" fmla="*/ 7821 w 10000"/>
                <a:gd name="connsiteY18" fmla="*/ 293 h 10026"/>
                <a:gd name="connsiteX19" fmla="*/ 7370 w 10000"/>
                <a:gd name="connsiteY19" fmla="*/ 729 h 10026"/>
                <a:gd name="connsiteX20" fmla="*/ 6769 w 10000"/>
                <a:gd name="connsiteY20" fmla="*/ 729 h 10026"/>
                <a:gd name="connsiteX21" fmla="*/ 5717 w 10000"/>
                <a:gd name="connsiteY21" fmla="*/ 729 h 10026"/>
                <a:gd name="connsiteX22" fmla="*/ 5717 w 10000"/>
                <a:gd name="connsiteY22" fmla="*/ 658 h 10026"/>
                <a:gd name="connsiteX23" fmla="*/ 5643 w 10000"/>
                <a:gd name="connsiteY23" fmla="*/ 729 h 10026"/>
                <a:gd name="connsiteX24" fmla="*/ 1961 w 10000"/>
                <a:gd name="connsiteY24" fmla="*/ 729 h 10026"/>
                <a:gd name="connsiteX25" fmla="*/ 1961 w 10000"/>
                <a:gd name="connsiteY25" fmla="*/ 2263 h 10026"/>
                <a:gd name="connsiteX26" fmla="*/ 1285 w 10000"/>
                <a:gd name="connsiteY26" fmla="*/ 2263 h 10026"/>
                <a:gd name="connsiteX27" fmla="*/ 1285 w 10000"/>
                <a:gd name="connsiteY27" fmla="*/ 2556 h 10026"/>
                <a:gd name="connsiteX28" fmla="*/ 1285 w 10000"/>
                <a:gd name="connsiteY28" fmla="*/ 5179 h 10026"/>
                <a:gd name="connsiteX29" fmla="*/ 1135 w 10000"/>
                <a:gd name="connsiteY29" fmla="*/ 5327 h 10026"/>
                <a:gd name="connsiteX30" fmla="*/ 684 w 10000"/>
                <a:gd name="connsiteY30" fmla="*/ 5621 h 10026"/>
                <a:gd name="connsiteX31" fmla="*/ 609 w 10000"/>
                <a:gd name="connsiteY31" fmla="*/ 5986 h 10026"/>
                <a:gd name="connsiteX32" fmla="*/ 384 w 10000"/>
                <a:gd name="connsiteY32" fmla="*/ 6351 h 10026"/>
                <a:gd name="connsiteX33" fmla="*/ 234 w 10000"/>
                <a:gd name="connsiteY33" fmla="*/ 6935 h 10026"/>
                <a:gd name="connsiteX34" fmla="*/ 8 w 10000"/>
                <a:gd name="connsiteY34" fmla="*/ 7593 h 10026"/>
                <a:gd name="connsiteX35" fmla="*/ 384 w 10000"/>
                <a:gd name="connsiteY35" fmla="*/ 7664 h 10026"/>
                <a:gd name="connsiteX36" fmla="*/ 458 w 10000"/>
                <a:gd name="connsiteY36" fmla="*/ 8245 h 10026"/>
                <a:gd name="connsiteX37" fmla="*/ 684 w 10000"/>
                <a:gd name="connsiteY37" fmla="*/ 8831 h 10026"/>
                <a:gd name="connsiteX38" fmla="*/ 1059 w 10000"/>
                <a:gd name="connsiteY38" fmla="*/ 10000 h 10026"/>
                <a:gd name="connsiteX39" fmla="*/ 5831 w 10000"/>
                <a:gd name="connsiteY39" fmla="*/ 9031 h 10026"/>
                <a:gd name="connsiteX40" fmla="*/ 5865 w 10000"/>
                <a:gd name="connsiteY40" fmla="*/ 8712 h 10026"/>
                <a:gd name="connsiteX41" fmla="*/ 6040 w 10000"/>
                <a:gd name="connsiteY41" fmla="*/ 8368 h 10026"/>
                <a:gd name="connsiteX42" fmla="*/ 6382 w 10000"/>
                <a:gd name="connsiteY42" fmla="*/ 7982 h 10026"/>
                <a:gd name="connsiteX43" fmla="*/ 6428 w 10000"/>
                <a:gd name="connsiteY43" fmla="*/ 8181 h 10026"/>
                <a:gd name="connsiteX44" fmla="*/ 6444 w 10000"/>
                <a:gd name="connsiteY44" fmla="*/ 8428 h 10026"/>
                <a:gd name="connsiteX45" fmla="*/ 6766 w 10000"/>
                <a:gd name="connsiteY45" fmla="*/ 9268 h 10026"/>
                <a:gd name="connsiteX0" fmla="*/ 7446 w 10000"/>
                <a:gd name="connsiteY0" fmla="*/ 9488 h 10026"/>
                <a:gd name="connsiteX1" fmla="*/ 7446 w 10000"/>
                <a:gd name="connsiteY1" fmla="*/ 8978 h 10026"/>
                <a:gd name="connsiteX2" fmla="*/ 7821 w 10000"/>
                <a:gd name="connsiteY2" fmla="*/ 8978 h 10026"/>
                <a:gd name="connsiteX3" fmla="*/ 8047 w 10000"/>
                <a:gd name="connsiteY3" fmla="*/ 8029 h 10026"/>
                <a:gd name="connsiteX4" fmla="*/ 8648 w 10000"/>
                <a:gd name="connsiteY4" fmla="*/ 7444 h 10026"/>
                <a:gd name="connsiteX5" fmla="*/ 8873 w 10000"/>
                <a:gd name="connsiteY5" fmla="*/ 6351 h 10026"/>
                <a:gd name="connsiteX6" fmla="*/ 8722 w 10000"/>
                <a:gd name="connsiteY6" fmla="*/ 5768 h 10026"/>
                <a:gd name="connsiteX7" fmla="*/ 9098 w 10000"/>
                <a:gd name="connsiteY7" fmla="*/ 4525 h 10026"/>
                <a:gd name="connsiteX8" fmla="*/ 9399 w 10000"/>
                <a:gd name="connsiteY8" fmla="*/ 4160 h 10026"/>
                <a:gd name="connsiteX9" fmla="*/ 10000 w 10000"/>
                <a:gd name="connsiteY9" fmla="*/ 3576 h 10026"/>
                <a:gd name="connsiteX10" fmla="*/ 9774 w 10000"/>
                <a:gd name="connsiteY10" fmla="*/ 3502 h 10026"/>
                <a:gd name="connsiteX11" fmla="*/ 9399 w 10000"/>
                <a:gd name="connsiteY11" fmla="*/ 3140 h 10026"/>
                <a:gd name="connsiteX12" fmla="*/ 9173 w 10000"/>
                <a:gd name="connsiteY12" fmla="*/ 2044 h 10026"/>
                <a:gd name="connsiteX13" fmla="*/ 9173 w 10000"/>
                <a:gd name="connsiteY13" fmla="*/ 1460 h 10026"/>
                <a:gd name="connsiteX14" fmla="*/ 9098 w 10000"/>
                <a:gd name="connsiteY14" fmla="*/ 729 h 10026"/>
                <a:gd name="connsiteX15" fmla="*/ 8873 w 10000"/>
                <a:gd name="connsiteY15" fmla="*/ 511 h 10026"/>
                <a:gd name="connsiteX16" fmla="*/ 8497 w 10000"/>
                <a:gd name="connsiteY16" fmla="*/ 219 h 10026"/>
                <a:gd name="connsiteX17" fmla="*/ 8272 w 10000"/>
                <a:gd name="connsiteY17" fmla="*/ 0 h 10026"/>
                <a:gd name="connsiteX18" fmla="*/ 7821 w 10000"/>
                <a:gd name="connsiteY18" fmla="*/ 293 h 10026"/>
                <a:gd name="connsiteX19" fmla="*/ 7370 w 10000"/>
                <a:gd name="connsiteY19" fmla="*/ 729 h 10026"/>
                <a:gd name="connsiteX20" fmla="*/ 6769 w 10000"/>
                <a:gd name="connsiteY20" fmla="*/ 729 h 10026"/>
                <a:gd name="connsiteX21" fmla="*/ 5717 w 10000"/>
                <a:gd name="connsiteY21" fmla="*/ 729 h 10026"/>
                <a:gd name="connsiteX22" fmla="*/ 5717 w 10000"/>
                <a:gd name="connsiteY22" fmla="*/ 658 h 10026"/>
                <a:gd name="connsiteX23" fmla="*/ 5643 w 10000"/>
                <a:gd name="connsiteY23" fmla="*/ 729 h 10026"/>
                <a:gd name="connsiteX24" fmla="*/ 1961 w 10000"/>
                <a:gd name="connsiteY24" fmla="*/ 729 h 10026"/>
                <a:gd name="connsiteX25" fmla="*/ 1961 w 10000"/>
                <a:gd name="connsiteY25" fmla="*/ 2263 h 10026"/>
                <a:gd name="connsiteX26" fmla="*/ 1285 w 10000"/>
                <a:gd name="connsiteY26" fmla="*/ 2263 h 10026"/>
                <a:gd name="connsiteX27" fmla="*/ 1285 w 10000"/>
                <a:gd name="connsiteY27" fmla="*/ 2556 h 10026"/>
                <a:gd name="connsiteX28" fmla="*/ 1285 w 10000"/>
                <a:gd name="connsiteY28" fmla="*/ 5179 h 10026"/>
                <a:gd name="connsiteX29" fmla="*/ 1135 w 10000"/>
                <a:gd name="connsiteY29" fmla="*/ 5327 h 10026"/>
                <a:gd name="connsiteX30" fmla="*/ 684 w 10000"/>
                <a:gd name="connsiteY30" fmla="*/ 5621 h 10026"/>
                <a:gd name="connsiteX31" fmla="*/ 609 w 10000"/>
                <a:gd name="connsiteY31" fmla="*/ 5986 h 10026"/>
                <a:gd name="connsiteX32" fmla="*/ 384 w 10000"/>
                <a:gd name="connsiteY32" fmla="*/ 6351 h 10026"/>
                <a:gd name="connsiteX33" fmla="*/ 234 w 10000"/>
                <a:gd name="connsiteY33" fmla="*/ 6935 h 10026"/>
                <a:gd name="connsiteX34" fmla="*/ 8 w 10000"/>
                <a:gd name="connsiteY34" fmla="*/ 7593 h 10026"/>
                <a:gd name="connsiteX35" fmla="*/ 384 w 10000"/>
                <a:gd name="connsiteY35" fmla="*/ 7664 h 10026"/>
                <a:gd name="connsiteX36" fmla="*/ 458 w 10000"/>
                <a:gd name="connsiteY36" fmla="*/ 8245 h 10026"/>
                <a:gd name="connsiteX37" fmla="*/ 684 w 10000"/>
                <a:gd name="connsiteY37" fmla="*/ 8831 h 10026"/>
                <a:gd name="connsiteX38" fmla="*/ 1059 w 10000"/>
                <a:gd name="connsiteY38" fmla="*/ 10000 h 10026"/>
                <a:gd name="connsiteX39" fmla="*/ 5831 w 10000"/>
                <a:gd name="connsiteY39" fmla="*/ 9031 h 10026"/>
                <a:gd name="connsiteX40" fmla="*/ 5865 w 10000"/>
                <a:gd name="connsiteY40" fmla="*/ 8712 h 10026"/>
                <a:gd name="connsiteX41" fmla="*/ 6040 w 10000"/>
                <a:gd name="connsiteY41" fmla="*/ 8368 h 10026"/>
                <a:gd name="connsiteX42" fmla="*/ 6382 w 10000"/>
                <a:gd name="connsiteY42" fmla="*/ 7982 h 10026"/>
                <a:gd name="connsiteX43" fmla="*/ 6428 w 10000"/>
                <a:gd name="connsiteY43" fmla="*/ 8181 h 10026"/>
                <a:gd name="connsiteX44" fmla="*/ 6444 w 10000"/>
                <a:gd name="connsiteY44" fmla="*/ 8428 h 10026"/>
                <a:gd name="connsiteX45" fmla="*/ 6766 w 10000"/>
                <a:gd name="connsiteY45" fmla="*/ 9268 h 10026"/>
                <a:gd name="connsiteX0" fmla="*/ 7446 w 10000"/>
                <a:gd name="connsiteY0" fmla="*/ 9488 h 10027"/>
                <a:gd name="connsiteX1" fmla="*/ 7446 w 10000"/>
                <a:gd name="connsiteY1" fmla="*/ 8978 h 10027"/>
                <a:gd name="connsiteX2" fmla="*/ 7821 w 10000"/>
                <a:gd name="connsiteY2" fmla="*/ 8978 h 10027"/>
                <a:gd name="connsiteX3" fmla="*/ 8047 w 10000"/>
                <a:gd name="connsiteY3" fmla="*/ 8029 h 10027"/>
                <a:gd name="connsiteX4" fmla="*/ 8648 w 10000"/>
                <a:gd name="connsiteY4" fmla="*/ 7444 h 10027"/>
                <a:gd name="connsiteX5" fmla="*/ 8873 w 10000"/>
                <a:gd name="connsiteY5" fmla="*/ 6351 h 10027"/>
                <a:gd name="connsiteX6" fmla="*/ 8722 w 10000"/>
                <a:gd name="connsiteY6" fmla="*/ 5768 h 10027"/>
                <a:gd name="connsiteX7" fmla="*/ 9098 w 10000"/>
                <a:gd name="connsiteY7" fmla="*/ 4525 h 10027"/>
                <a:gd name="connsiteX8" fmla="*/ 9399 w 10000"/>
                <a:gd name="connsiteY8" fmla="*/ 4160 h 10027"/>
                <a:gd name="connsiteX9" fmla="*/ 10000 w 10000"/>
                <a:gd name="connsiteY9" fmla="*/ 3576 h 10027"/>
                <a:gd name="connsiteX10" fmla="*/ 9774 w 10000"/>
                <a:gd name="connsiteY10" fmla="*/ 3502 h 10027"/>
                <a:gd name="connsiteX11" fmla="*/ 9399 w 10000"/>
                <a:gd name="connsiteY11" fmla="*/ 3140 h 10027"/>
                <a:gd name="connsiteX12" fmla="*/ 9173 w 10000"/>
                <a:gd name="connsiteY12" fmla="*/ 2044 h 10027"/>
                <a:gd name="connsiteX13" fmla="*/ 9173 w 10000"/>
                <a:gd name="connsiteY13" fmla="*/ 1460 h 10027"/>
                <a:gd name="connsiteX14" fmla="*/ 9098 w 10000"/>
                <a:gd name="connsiteY14" fmla="*/ 729 h 10027"/>
                <a:gd name="connsiteX15" fmla="*/ 8873 w 10000"/>
                <a:gd name="connsiteY15" fmla="*/ 511 h 10027"/>
                <a:gd name="connsiteX16" fmla="*/ 8497 w 10000"/>
                <a:gd name="connsiteY16" fmla="*/ 219 h 10027"/>
                <a:gd name="connsiteX17" fmla="*/ 8272 w 10000"/>
                <a:gd name="connsiteY17" fmla="*/ 0 h 10027"/>
                <a:gd name="connsiteX18" fmla="*/ 7821 w 10000"/>
                <a:gd name="connsiteY18" fmla="*/ 293 h 10027"/>
                <a:gd name="connsiteX19" fmla="*/ 7370 w 10000"/>
                <a:gd name="connsiteY19" fmla="*/ 729 h 10027"/>
                <a:gd name="connsiteX20" fmla="*/ 6769 w 10000"/>
                <a:gd name="connsiteY20" fmla="*/ 729 h 10027"/>
                <a:gd name="connsiteX21" fmla="*/ 5717 w 10000"/>
                <a:gd name="connsiteY21" fmla="*/ 729 h 10027"/>
                <a:gd name="connsiteX22" fmla="*/ 5717 w 10000"/>
                <a:gd name="connsiteY22" fmla="*/ 658 h 10027"/>
                <a:gd name="connsiteX23" fmla="*/ 5643 w 10000"/>
                <a:gd name="connsiteY23" fmla="*/ 729 h 10027"/>
                <a:gd name="connsiteX24" fmla="*/ 1961 w 10000"/>
                <a:gd name="connsiteY24" fmla="*/ 729 h 10027"/>
                <a:gd name="connsiteX25" fmla="*/ 1961 w 10000"/>
                <a:gd name="connsiteY25" fmla="*/ 2263 h 10027"/>
                <a:gd name="connsiteX26" fmla="*/ 1285 w 10000"/>
                <a:gd name="connsiteY26" fmla="*/ 2263 h 10027"/>
                <a:gd name="connsiteX27" fmla="*/ 1285 w 10000"/>
                <a:gd name="connsiteY27" fmla="*/ 2556 h 10027"/>
                <a:gd name="connsiteX28" fmla="*/ 1285 w 10000"/>
                <a:gd name="connsiteY28" fmla="*/ 5179 h 10027"/>
                <a:gd name="connsiteX29" fmla="*/ 1135 w 10000"/>
                <a:gd name="connsiteY29" fmla="*/ 5327 h 10027"/>
                <a:gd name="connsiteX30" fmla="*/ 684 w 10000"/>
                <a:gd name="connsiteY30" fmla="*/ 5621 h 10027"/>
                <a:gd name="connsiteX31" fmla="*/ 609 w 10000"/>
                <a:gd name="connsiteY31" fmla="*/ 5986 h 10027"/>
                <a:gd name="connsiteX32" fmla="*/ 384 w 10000"/>
                <a:gd name="connsiteY32" fmla="*/ 6351 h 10027"/>
                <a:gd name="connsiteX33" fmla="*/ 234 w 10000"/>
                <a:gd name="connsiteY33" fmla="*/ 6935 h 10027"/>
                <a:gd name="connsiteX34" fmla="*/ 8 w 10000"/>
                <a:gd name="connsiteY34" fmla="*/ 7593 h 10027"/>
                <a:gd name="connsiteX35" fmla="*/ 384 w 10000"/>
                <a:gd name="connsiteY35" fmla="*/ 7664 h 10027"/>
                <a:gd name="connsiteX36" fmla="*/ 458 w 10000"/>
                <a:gd name="connsiteY36" fmla="*/ 8245 h 10027"/>
                <a:gd name="connsiteX37" fmla="*/ 684 w 10000"/>
                <a:gd name="connsiteY37" fmla="*/ 8831 h 10027"/>
                <a:gd name="connsiteX38" fmla="*/ 1059 w 10000"/>
                <a:gd name="connsiteY38" fmla="*/ 10000 h 10027"/>
                <a:gd name="connsiteX39" fmla="*/ 5649 w 10000"/>
                <a:gd name="connsiteY39" fmla="*/ 9068 h 10027"/>
                <a:gd name="connsiteX40" fmla="*/ 5865 w 10000"/>
                <a:gd name="connsiteY40" fmla="*/ 8712 h 10027"/>
                <a:gd name="connsiteX41" fmla="*/ 6040 w 10000"/>
                <a:gd name="connsiteY41" fmla="*/ 8368 h 10027"/>
                <a:gd name="connsiteX42" fmla="*/ 6382 w 10000"/>
                <a:gd name="connsiteY42" fmla="*/ 7982 h 10027"/>
                <a:gd name="connsiteX43" fmla="*/ 6428 w 10000"/>
                <a:gd name="connsiteY43" fmla="*/ 8181 h 10027"/>
                <a:gd name="connsiteX44" fmla="*/ 6444 w 10000"/>
                <a:gd name="connsiteY44" fmla="*/ 8428 h 10027"/>
                <a:gd name="connsiteX45" fmla="*/ 6766 w 10000"/>
                <a:gd name="connsiteY45" fmla="*/ 9268 h 10027"/>
                <a:gd name="connsiteX0" fmla="*/ 7446 w 10000"/>
                <a:gd name="connsiteY0" fmla="*/ 9488 h 10027"/>
                <a:gd name="connsiteX1" fmla="*/ 7446 w 10000"/>
                <a:gd name="connsiteY1" fmla="*/ 8978 h 10027"/>
                <a:gd name="connsiteX2" fmla="*/ 7821 w 10000"/>
                <a:gd name="connsiteY2" fmla="*/ 8978 h 10027"/>
                <a:gd name="connsiteX3" fmla="*/ 8047 w 10000"/>
                <a:gd name="connsiteY3" fmla="*/ 8029 h 10027"/>
                <a:gd name="connsiteX4" fmla="*/ 8648 w 10000"/>
                <a:gd name="connsiteY4" fmla="*/ 7444 h 10027"/>
                <a:gd name="connsiteX5" fmla="*/ 8873 w 10000"/>
                <a:gd name="connsiteY5" fmla="*/ 6351 h 10027"/>
                <a:gd name="connsiteX6" fmla="*/ 8722 w 10000"/>
                <a:gd name="connsiteY6" fmla="*/ 5768 h 10027"/>
                <a:gd name="connsiteX7" fmla="*/ 9098 w 10000"/>
                <a:gd name="connsiteY7" fmla="*/ 4525 h 10027"/>
                <a:gd name="connsiteX8" fmla="*/ 9399 w 10000"/>
                <a:gd name="connsiteY8" fmla="*/ 4160 h 10027"/>
                <a:gd name="connsiteX9" fmla="*/ 10000 w 10000"/>
                <a:gd name="connsiteY9" fmla="*/ 3576 h 10027"/>
                <a:gd name="connsiteX10" fmla="*/ 9774 w 10000"/>
                <a:gd name="connsiteY10" fmla="*/ 3502 h 10027"/>
                <a:gd name="connsiteX11" fmla="*/ 9399 w 10000"/>
                <a:gd name="connsiteY11" fmla="*/ 3140 h 10027"/>
                <a:gd name="connsiteX12" fmla="*/ 9173 w 10000"/>
                <a:gd name="connsiteY12" fmla="*/ 2044 h 10027"/>
                <a:gd name="connsiteX13" fmla="*/ 9173 w 10000"/>
                <a:gd name="connsiteY13" fmla="*/ 1460 h 10027"/>
                <a:gd name="connsiteX14" fmla="*/ 9098 w 10000"/>
                <a:gd name="connsiteY14" fmla="*/ 729 h 10027"/>
                <a:gd name="connsiteX15" fmla="*/ 8873 w 10000"/>
                <a:gd name="connsiteY15" fmla="*/ 511 h 10027"/>
                <a:gd name="connsiteX16" fmla="*/ 8497 w 10000"/>
                <a:gd name="connsiteY16" fmla="*/ 219 h 10027"/>
                <a:gd name="connsiteX17" fmla="*/ 8272 w 10000"/>
                <a:gd name="connsiteY17" fmla="*/ 0 h 10027"/>
                <a:gd name="connsiteX18" fmla="*/ 7821 w 10000"/>
                <a:gd name="connsiteY18" fmla="*/ 293 h 10027"/>
                <a:gd name="connsiteX19" fmla="*/ 7370 w 10000"/>
                <a:gd name="connsiteY19" fmla="*/ 729 h 10027"/>
                <a:gd name="connsiteX20" fmla="*/ 6769 w 10000"/>
                <a:gd name="connsiteY20" fmla="*/ 729 h 10027"/>
                <a:gd name="connsiteX21" fmla="*/ 5717 w 10000"/>
                <a:gd name="connsiteY21" fmla="*/ 729 h 10027"/>
                <a:gd name="connsiteX22" fmla="*/ 5717 w 10000"/>
                <a:gd name="connsiteY22" fmla="*/ 658 h 10027"/>
                <a:gd name="connsiteX23" fmla="*/ 5643 w 10000"/>
                <a:gd name="connsiteY23" fmla="*/ 729 h 10027"/>
                <a:gd name="connsiteX24" fmla="*/ 1961 w 10000"/>
                <a:gd name="connsiteY24" fmla="*/ 729 h 10027"/>
                <a:gd name="connsiteX25" fmla="*/ 1961 w 10000"/>
                <a:gd name="connsiteY25" fmla="*/ 2263 h 10027"/>
                <a:gd name="connsiteX26" fmla="*/ 1285 w 10000"/>
                <a:gd name="connsiteY26" fmla="*/ 2263 h 10027"/>
                <a:gd name="connsiteX27" fmla="*/ 1285 w 10000"/>
                <a:gd name="connsiteY27" fmla="*/ 2556 h 10027"/>
                <a:gd name="connsiteX28" fmla="*/ 1285 w 10000"/>
                <a:gd name="connsiteY28" fmla="*/ 5179 h 10027"/>
                <a:gd name="connsiteX29" fmla="*/ 1135 w 10000"/>
                <a:gd name="connsiteY29" fmla="*/ 5327 h 10027"/>
                <a:gd name="connsiteX30" fmla="*/ 684 w 10000"/>
                <a:gd name="connsiteY30" fmla="*/ 5621 h 10027"/>
                <a:gd name="connsiteX31" fmla="*/ 609 w 10000"/>
                <a:gd name="connsiteY31" fmla="*/ 5986 h 10027"/>
                <a:gd name="connsiteX32" fmla="*/ 384 w 10000"/>
                <a:gd name="connsiteY32" fmla="*/ 6351 h 10027"/>
                <a:gd name="connsiteX33" fmla="*/ 234 w 10000"/>
                <a:gd name="connsiteY33" fmla="*/ 6935 h 10027"/>
                <a:gd name="connsiteX34" fmla="*/ 8 w 10000"/>
                <a:gd name="connsiteY34" fmla="*/ 7593 h 10027"/>
                <a:gd name="connsiteX35" fmla="*/ 384 w 10000"/>
                <a:gd name="connsiteY35" fmla="*/ 7664 h 10027"/>
                <a:gd name="connsiteX36" fmla="*/ 458 w 10000"/>
                <a:gd name="connsiteY36" fmla="*/ 8245 h 10027"/>
                <a:gd name="connsiteX37" fmla="*/ 684 w 10000"/>
                <a:gd name="connsiteY37" fmla="*/ 8831 h 10027"/>
                <a:gd name="connsiteX38" fmla="*/ 1059 w 10000"/>
                <a:gd name="connsiteY38" fmla="*/ 10000 h 10027"/>
                <a:gd name="connsiteX39" fmla="*/ 5649 w 10000"/>
                <a:gd name="connsiteY39" fmla="*/ 9068 h 10027"/>
                <a:gd name="connsiteX40" fmla="*/ 5865 w 10000"/>
                <a:gd name="connsiteY40" fmla="*/ 8712 h 10027"/>
                <a:gd name="connsiteX41" fmla="*/ 6040 w 10000"/>
                <a:gd name="connsiteY41" fmla="*/ 8368 h 10027"/>
                <a:gd name="connsiteX42" fmla="*/ 6382 w 10000"/>
                <a:gd name="connsiteY42" fmla="*/ 7982 h 10027"/>
                <a:gd name="connsiteX43" fmla="*/ 6428 w 10000"/>
                <a:gd name="connsiteY43" fmla="*/ 8181 h 10027"/>
                <a:gd name="connsiteX44" fmla="*/ 6444 w 10000"/>
                <a:gd name="connsiteY44" fmla="*/ 8428 h 10027"/>
                <a:gd name="connsiteX45" fmla="*/ 6766 w 10000"/>
                <a:gd name="connsiteY45" fmla="*/ 9268 h 10027"/>
                <a:gd name="connsiteX0" fmla="*/ 7446 w 10000"/>
                <a:gd name="connsiteY0" fmla="*/ 9488 h 10025"/>
                <a:gd name="connsiteX1" fmla="*/ 7446 w 10000"/>
                <a:gd name="connsiteY1" fmla="*/ 8978 h 10025"/>
                <a:gd name="connsiteX2" fmla="*/ 7821 w 10000"/>
                <a:gd name="connsiteY2" fmla="*/ 8978 h 10025"/>
                <a:gd name="connsiteX3" fmla="*/ 8047 w 10000"/>
                <a:gd name="connsiteY3" fmla="*/ 8029 h 10025"/>
                <a:gd name="connsiteX4" fmla="*/ 8648 w 10000"/>
                <a:gd name="connsiteY4" fmla="*/ 7444 h 10025"/>
                <a:gd name="connsiteX5" fmla="*/ 8873 w 10000"/>
                <a:gd name="connsiteY5" fmla="*/ 6351 h 10025"/>
                <a:gd name="connsiteX6" fmla="*/ 8722 w 10000"/>
                <a:gd name="connsiteY6" fmla="*/ 5768 h 10025"/>
                <a:gd name="connsiteX7" fmla="*/ 9098 w 10000"/>
                <a:gd name="connsiteY7" fmla="*/ 4525 h 10025"/>
                <a:gd name="connsiteX8" fmla="*/ 9399 w 10000"/>
                <a:gd name="connsiteY8" fmla="*/ 4160 h 10025"/>
                <a:gd name="connsiteX9" fmla="*/ 10000 w 10000"/>
                <a:gd name="connsiteY9" fmla="*/ 3576 h 10025"/>
                <a:gd name="connsiteX10" fmla="*/ 9774 w 10000"/>
                <a:gd name="connsiteY10" fmla="*/ 3502 h 10025"/>
                <a:gd name="connsiteX11" fmla="*/ 9399 w 10000"/>
                <a:gd name="connsiteY11" fmla="*/ 3140 h 10025"/>
                <a:gd name="connsiteX12" fmla="*/ 9173 w 10000"/>
                <a:gd name="connsiteY12" fmla="*/ 2044 h 10025"/>
                <a:gd name="connsiteX13" fmla="*/ 9173 w 10000"/>
                <a:gd name="connsiteY13" fmla="*/ 1460 h 10025"/>
                <a:gd name="connsiteX14" fmla="*/ 9098 w 10000"/>
                <a:gd name="connsiteY14" fmla="*/ 729 h 10025"/>
                <a:gd name="connsiteX15" fmla="*/ 8873 w 10000"/>
                <a:gd name="connsiteY15" fmla="*/ 511 h 10025"/>
                <a:gd name="connsiteX16" fmla="*/ 8497 w 10000"/>
                <a:gd name="connsiteY16" fmla="*/ 219 h 10025"/>
                <a:gd name="connsiteX17" fmla="*/ 8272 w 10000"/>
                <a:gd name="connsiteY17" fmla="*/ 0 h 10025"/>
                <a:gd name="connsiteX18" fmla="*/ 7821 w 10000"/>
                <a:gd name="connsiteY18" fmla="*/ 293 h 10025"/>
                <a:gd name="connsiteX19" fmla="*/ 7370 w 10000"/>
                <a:gd name="connsiteY19" fmla="*/ 729 h 10025"/>
                <a:gd name="connsiteX20" fmla="*/ 6769 w 10000"/>
                <a:gd name="connsiteY20" fmla="*/ 729 h 10025"/>
                <a:gd name="connsiteX21" fmla="*/ 5717 w 10000"/>
                <a:gd name="connsiteY21" fmla="*/ 729 h 10025"/>
                <a:gd name="connsiteX22" fmla="*/ 5717 w 10000"/>
                <a:gd name="connsiteY22" fmla="*/ 658 h 10025"/>
                <a:gd name="connsiteX23" fmla="*/ 5643 w 10000"/>
                <a:gd name="connsiteY23" fmla="*/ 729 h 10025"/>
                <a:gd name="connsiteX24" fmla="*/ 1961 w 10000"/>
                <a:gd name="connsiteY24" fmla="*/ 729 h 10025"/>
                <a:gd name="connsiteX25" fmla="*/ 1961 w 10000"/>
                <a:gd name="connsiteY25" fmla="*/ 2263 h 10025"/>
                <a:gd name="connsiteX26" fmla="*/ 1285 w 10000"/>
                <a:gd name="connsiteY26" fmla="*/ 2263 h 10025"/>
                <a:gd name="connsiteX27" fmla="*/ 1285 w 10000"/>
                <a:gd name="connsiteY27" fmla="*/ 2556 h 10025"/>
                <a:gd name="connsiteX28" fmla="*/ 1285 w 10000"/>
                <a:gd name="connsiteY28" fmla="*/ 5179 h 10025"/>
                <a:gd name="connsiteX29" fmla="*/ 1135 w 10000"/>
                <a:gd name="connsiteY29" fmla="*/ 5327 h 10025"/>
                <a:gd name="connsiteX30" fmla="*/ 684 w 10000"/>
                <a:gd name="connsiteY30" fmla="*/ 5621 h 10025"/>
                <a:gd name="connsiteX31" fmla="*/ 609 w 10000"/>
                <a:gd name="connsiteY31" fmla="*/ 5986 h 10025"/>
                <a:gd name="connsiteX32" fmla="*/ 384 w 10000"/>
                <a:gd name="connsiteY32" fmla="*/ 6351 h 10025"/>
                <a:gd name="connsiteX33" fmla="*/ 234 w 10000"/>
                <a:gd name="connsiteY33" fmla="*/ 6935 h 10025"/>
                <a:gd name="connsiteX34" fmla="*/ 8 w 10000"/>
                <a:gd name="connsiteY34" fmla="*/ 7593 h 10025"/>
                <a:gd name="connsiteX35" fmla="*/ 384 w 10000"/>
                <a:gd name="connsiteY35" fmla="*/ 7664 h 10025"/>
                <a:gd name="connsiteX36" fmla="*/ 458 w 10000"/>
                <a:gd name="connsiteY36" fmla="*/ 8245 h 10025"/>
                <a:gd name="connsiteX37" fmla="*/ 684 w 10000"/>
                <a:gd name="connsiteY37" fmla="*/ 8831 h 10025"/>
                <a:gd name="connsiteX38" fmla="*/ 1059 w 10000"/>
                <a:gd name="connsiteY38" fmla="*/ 10000 h 10025"/>
                <a:gd name="connsiteX39" fmla="*/ 5428 w 10000"/>
                <a:gd name="connsiteY39" fmla="*/ 8984 h 10025"/>
                <a:gd name="connsiteX40" fmla="*/ 5865 w 10000"/>
                <a:gd name="connsiteY40" fmla="*/ 8712 h 10025"/>
                <a:gd name="connsiteX41" fmla="*/ 6040 w 10000"/>
                <a:gd name="connsiteY41" fmla="*/ 8368 h 10025"/>
                <a:gd name="connsiteX42" fmla="*/ 6382 w 10000"/>
                <a:gd name="connsiteY42" fmla="*/ 7982 h 10025"/>
                <a:gd name="connsiteX43" fmla="*/ 6428 w 10000"/>
                <a:gd name="connsiteY43" fmla="*/ 8181 h 10025"/>
                <a:gd name="connsiteX44" fmla="*/ 6444 w 10000"/>
                <a:gd name="connsiteY44" fmla="*/ 8428 h 10025"/>
                <a:gd name="connsiteX45" fmla="*/ 6766 w 10000"/>
                <a:gd name="connsiteY45" fmla="*/ 9268 h 10025"/>
                <a:gd name="connsiteX0" fmla="*/ 7446 w 10000"/>
                <a:gd name="connsiteY0" fmla="*/ 9488 h 10025"/>
                <a:gd name="connsiteX1" fmla="*/ 7446 w 10000"/>
                <a:gd name="connsiteY1" fmla="*/ 8978 h 10025"/>
                <a:gd name="connsiteX2" fmla="*/ 7821 w 10000"/>
                <a:gd name="connsiteY2" fmla="*/ 8978 h 10025"/>
                <a:gd name="connsiteX3" fmla="*/ 8047 w 10000"/>
                <a:gd name="connsiteY3" fmla="*/ 8029 h 10025"/>
                <a:gd name="connsiteX4" fmla="*/ 8648 w 10000"/>
                <a:gd name="connsiteY4" fmla="*/ 7444 h 10025"/>
                <a:gd name="connsiteX5" fmla="*/ 8873 w 10000"/>
                <a:gd name="connsiteY5" fmla="*/ 6351 h 10025"/>
                <a:gd name="connsiteX6" fmla="*/ 8722 w 10000"/>
                <a:gd name="connsiteY6" fmla="*/ 5768 h 10025"/>
                <a:gd name="connsiteX7" fmla="*/ 9098 w 10000"/>
                <a:gd name="connsiteY7" fmla="*/ 4525 h 10025"/>
                <a:gd name="connsiteX8" fmla="*/ 9399 w 10000"/>
                <a:gd name="connsiteY8" fmla="*/ 4160 h 10025"/>
                <a:gd name="connsiteX9" fmla="*/ 10000 w 10000"/>
                <a:gd name="connsiteY9" fmla="*/ 3576 h 10025"/>
                <a:gd name="connsiteX10" fmla="*/ 9774 w 10000"/>
                <a:gd name="connsiteY10" fmla="*/ 3502 h 10025"/>
                <a:gd name="connsiteX11" fmla="*/ 9399 w 10000"/>
                <a:gd name="connsiteY11" fmla="*/ 3140 h 10025"/>
                <a:gd name="connsiteX12" fmla="*/ 9173 w 10000"/>
                <a:gd name="connsiteY12" fmla="*/ 2044 h 10025"/>
                <a:gd name="connsiteX13" fmla="*/ 9173 w 10000"/>
                <a:gd name="connsiteY13" fmla="*/ 1460 h 10025"/>
                <a:gd name="connsiteX14" fmla="*/ 9098 w 10000"/>
                <a:gd name="connsiteY14" fmla="*/ 729 h 10025"/>
                <a:gd name="connsiteX15" fmla="*/ 8873 w 10000"/>
                <a:gd name="connsiteY15" fmla="*/ 511 h 10025"/>
                <a:gd name="connsiteX16" fmla="*/ 8497 w 10000"/>
                <a:gd name="connsiteY16" fmla="*/ 219 h 10025"/>
                <a:gd name="connsiteX17" fmla="*/ 8272 w 10000"/>
                <a:gd name="connsiteY17" fmla="*/ 0 h 10025"/>
                <a:gd name="connsiteX18" fmla="*/ 7821 w 10000"/>
                <a:gd name="connsiteY18" fmla="*/ 293 h 10025"/>
                <a:gd name="connsiteX19" fmla="*/ 7370 w 10000"/>
                <a:gd name="connsiteY19" fmla="*/ 729 h 10025"/>
                <a:gd name="connsiteX20" fmla="*/ 6769 w 10000"/>
                <a:gd name="connsiteY20" fmla="*/ 729 h 10025"/>
                <a:gd name="connsiteX21" fmla="*/ 5717 w 10000"/>
                <a:gd name="connsiteY21" fmla="*/ 729 h 10025"/>
                <a:gd name="connsiteX22" fmla="*/ 5717 w 10000"/>
                <a:gd name="connsiteY22" fmla="*/ 658 h 10025"/>
                <a:gd name="connsiteX23" fmla="*/ 5643 w 10000"/>
                <a:gd name="connsiteY23" fmla="*/ 729 h 10025"/>
                <a:gd name="connsiteX24" fmla="*/ 1961 w 10000"/>
                <a:gd name="connsiteY24" fmla="*/ 729 h 10025"/>
                <a:gd name="connsiteX25" fmla="*/ 1961 w 10000"/>
                <a:gd name="connsiteY25" fmla="*/ 2263 h 10025"/>
                <a:gd name="connsiteX26" fmla="*/ 1285 w 10000"/>
                <a:gd name="connsiteY26" fmla="*/ 2263 h 10025"/>
                <a:gd name="connsiteX27" fmla="*/ 1285 w 10000"/>
                <a:gd name="connsiteY27" fmla="*/ 2556 h 10025"/>
                <a:gd name="connsiteX28" fmla="*/ 1285 w 10000"/>
                <a:gd name="connsiteY28" fmla="*/ 5179 h 10025"/>
                <a:gd name="connsiteX29" fmla="*/ 1135 w 10000"/>
                <a:gd name="connsiteY29" fmla="*/ 5327 h 10025"/>
                <a:gd name="connsiteX30" fmla="*/ 684 w 10000"/>
                <a:gd name="connsiteY30" fmla="*/ 5621 h 10025"/>
                <a:gd name="connsiteX31" fmla="*/ 609 w 10000"/>
                <a:gd name="connsiteY31" fmla="*/ 5986 h 10025"/>
                <a:gd name="connsiteX32" fmla="*/ 384 w 10000"/>
                <a:gd name="connsiteY32" fmla="*/ 6351 h 10025"/>
                <a:gd name="connsiteX33" fmla="*/ 234 w 10000"/>
                <a:gd name="connsiteY33" fmla="*/ 6935 h 10025"/>
                <a:gd name="connsiteX34" fmla="*/ 8 w 10000"/>
                <a:gd name="connsiteY34" fmla="*/ 7593 h 10025"/>
                <a:gd name="connsiteX35" fmla="*/ 384 w 10000"/>
                <a:gd name="connsiteY35" fmla="*/ 7664 h 10025"/>
                <a:gd name="connsiteX36" fmla="*/ 458 w 10000"/>
                <a:gd name="connsiteY36" fmla="*/ 8245 h 10025"/>
                <a:gd name="connsiteX37" fmla="*/ 684 w 10000"/>
                <a:gd name="connsiteY37" fmla="*/ 8831 h 10025"/>
                <a:gd name="connsiteX38" fmla="*/ 1059 w 10000"/>
                <a:gd name="connsiteY38" fmla="*/ 10000 h 10025"/>
                <a:gd name="connsiteX39" fmla="*/ 5428 w 10000"/>
                <a:gd name="connsiteY39" fmla="*/ 8984 h 10025"/>
                <a:gd name="connsiteX40" fmla="*/ 5865 w 10000"/>
                <a:gd name="connsiteY40" fmla="*/ 8712 h 10025"/>
                <a:gd name="connsiteX41" fmla="*/ 6040 w 10000"/>
                <a:gd name="connsiteY41" fmla="*/ 8368 h 10025"/>
                <a:gd name="connsiteX42" fmla="*/ 6382 w 10000"/>
                <a:gd name="connsiteY42" fmla="*/ 7982 h 10025"/>
                <a:gd name="connsiteX43" fmla="*/ 6428 w 10000"/>
                <a:gd name="connsiteY43" fmla="*/ 8181 h 10025"/>
                <a:gd name="connsiteX44" fmla="*/ 6444 w 10000"/>
                <a:gd name="connsiteY44" fmla="*/ 8428 h 10025"/>
                <a:gd name="connsiteX45" fmla="*/ 6766 w 10000"/>
                <a:gd name="connsiteY45" fmla="*/ 9268 h 10025"/>
                <a:gd name="connsiteX0" fmla="*/ 7446 w 10000"/>
                <a:gd name="connsiteY0" fmla="*/ 9488 h 10025"/>
                <a:gd name="connsiteX1" fmla="*/ 7446 w 10000"/>
                <a:gd name="connsiteY1" fmla="*/ 8978 h 10025"/>
                <a:gd name="connsiteX2" fmla="*/ 7821 w 10000"/>
                <a:gd name="connsiteY2" fmla="*/ 8978 h 10025"/>
                <a:gd name="connsiteX3" fmla="*/ 8047 w 10000"/>
                <a:gd name="connsiteY3" fmla="*/ 8029 h 10025"/>
                <a:gd name="connsiteX4" fmla="*/ 8648 w 10000"/>
                <a:gd name="connsiteY4" fmla="*/ 7444 h 10025"/>
                <a:gd name="connsiteX5" fmla="*/ 8873 w 10000"/>
                <a:gd name="connsiteY5" fmla="*/ 6351 h 10025"/>
                <a:gd name="connsiteX6" fmla="*/ 8722 w 10000"/>
                <a:gd name="connsiteY6" fmla="*/ 5768 h 10025"/>
                <a:gd name="connsiteX7" fmla="*/ 9098 w 10000"/>
                <a:gd name="connsiteY7" fmla="*/ 4525 h 10025"/>
                <a:gd name="connsiteX8" fmla="*/ 9399 w 10000"/>
                <a:gd name="connsiteY8" fmla="*/ 4160 h 10025"/>
                <a:gd name="connsiteX9" fmla="*/ 10000 w 10000"/>
                <a:gd name="connsiteY9" fmla="*/ 3576 h 10025"/>
                <a:gd name="connsiteX10" fmla="*/ 9774 w 10000"/>
                <a:gd name="connsiteY10" fmla="*/ 3502 h 10025"/>
                <a:gd name="connsiteX11" fmla="*/ 9399 w 10000"/>
                <a:gd name="connsiteY11" fmla="*/ 3140 h 10025"/>
                <a:gd name="connsiteX12" fmla="*/ 9173 w 10000"/>
                <a:gd name="connsiteY12" fmla="*/ 2044 h 10025"/>
                <a:gd name="connsiteX13" fmla="*/ 9173 w 10000"/>
                <a:gd name="connsiteY13" fmla="*/ 1460 h 10025"/>
                <a:gd name="connsiteX14" fmla="*/ 9098 w 10000"/>
                <a:gd name="connsiteY14" fmla="*/ 729 h 10025"/>
                <a:gd name="connsiteX15" fmla="*/ 8873 w 10000"/>
                <a:gd name="connsiteY15" fmla="*/ 511 h 10025"/>
                <a:gd name="connsiteX16" fmla="*/ 8497 w 10000"/>
                <a:gd name="connsiteY16" fmla="*/ 219 h 10025"/>
                <a:gd name="connsiteX17" fmla="*/ 8272 w 10000"/>
                <a:gd name="connsiteY17" fmla="*/ 0 h 10025"/>
                <a:gd name="connsiteX18" fmla="*/ 7821 w 10000"/>
                <a:gd name="connsiteY18" fmla="*/ 293 h 10025"/>
                <a:gd name="connsiteX19" fmla="*/ 7370 w 10000"/>
                <a:gd name="connsiteY19" fmla="*/ 729 h 10025"/>
                <a:gd name="connsiteX20" fmla="*/ 6769 w 10000"/>
                <a:gd name="connsiteY20" fmla="*/ 729 h 10025"/>
                <a:gd name="connsiteX21" fmla="*/ 5717 w 10000"/>
                <a:gd name="connsiteY21" fmla="*/ 729 h 10025"/>
                <a:gd name="connsiteX22" fmla="*/ 5717 w 10000"/>
                <a:gd name="connsiteY22" fmla="*/ 658 h 10025"/>
                <a:gd name="connsiteX23" fmla="*/ 5643 w 10000"/>
                <a:gd name="connsiteY23" fmla="*/ 729 h 10025"/>
                <a:gd name="connsiteX24" fmla="*/ 1961 w 10000"/>
                <a:gd name="connsiteY24" fmla="*/ 729 h 10025"/>
                <a:gd name="connsiteX25" fmla="*/ 1961 w 10000"/>
                <a:gd name="connsiteY25" fmla="*/ 2263 h 10025"/>
                <a:gd name="connsiteX26" fmla="*/ 1285 w 10000"/>
                <a:gd name="connsiteY26" fmla="*/ 2263 h 10025"/>
                <a:gd name="connsiteX27" fmla="*/ 1285 w 10000"/>
                <a:gd name="connsiteY27" fmla="*/ 2556 h 10025"/>
                <a:gd name="connsiteX28" fmla="*/ 1285 w 10000"/>
                <a:gd name="connsiteY28" fmla="*/ 5179 h 10025"/>
                <a:gd name="connsiteX29" fmla="*/ 1135 w 10000"/>
                <a:gd name="connsiteY29" fmla="*/ 5327 h 10025"/>
                <a:gd name="connsiteX30" fmla="*/ 684 w 10000"/>
                <a:gd name="connsiteY30" fmla="*/ 5621 h 10025"/>
                <a:gd name="connsiteX31" fmla="*/ 609 w 10000"/>
                <a:gd name="connsiteY31" fmla="*/ 5986 h 10025"/>
                <a:gd name="connsiteX32" fmla="*/ 384 w 10000"/>
                <a:gd name="connsiteY32" fmla="*/ 6351 h 10025"/>
                <a:gd name="connsiteX33" fmla="*/ 234 w 10000"/>
                <a:gd name="connsiteY33" fmla="*/ 6935 h 10025"/>
                <a:gd name="connsiteX34" fmla="*/ 8 w 10000"/>
                <a:gd name="connsiteY34" fmla="*/ 7593 h 10025"/>
                <a:gd name="connsiteX35" fmla="*/ 384 w 10000"/>
                <a:gd name="connsiteY35" fmla="*/ 7664 h 10025"/>
                <a:gd name="connsiteX36" fmla="*/ 458 w 10000"/>
                <a:gd name="connsiteY36" fmla="*/ 8245 h 10025"/>
                <a:gd name="connsiteX37" fmla="*/ 684 w 10000"/>
                <a:gd name="connsiteY37" fmla="*/ 8831 h 10025"/>
                <a:gd name="connsiteX38" fmla="*/ 1059 w 10000"/>
                <a:gd name="connsiteY38" fmla="*/ 10000 h 10025"/>
                <a:gd name="connsiteX39" fmla="*/ 5428 w 10000"/>
                <a:gd name="connsiteY39" fmla="*/ 8984 h 10025"/>
                <a:gd name="connsiteX40" fmla="*/ 5884 w 10000"/>
                <a:gd name="connsiteY40" fmla="*/ 8740 h 10025"/>
                <a:gd name="connsiteX41" fmla="*/ 6040 w 10000"/>
                <a:gd name="connsiteY41" fmla="*/ 8368 h 10025"/>
                <a:gd name="connsiteX42" fmla="*/ 6382 w 10000"/>
                <a:gd name="connsiteY42" fmla="*/ 7982 h 10025"/>
                <a:gd name="connsiteX43" fmla="*/ 6428 w 10000"/>
                <a:gd name="connsiteY43" fmla="*/ 8181 h 10025"/>
                <a:gd name="connsiteX44" fmla="*/ 6444 w 10000"/>
                <a:gd name="connsiteY44" fmla="*/ 8428 h 10025"/>
                <a:gd name="connsiteX45" fmla="*/ 6766 w 10000"/>
                <a:gd name="connsiteY45" fmla="*/ 9268 h 10025"/>
                <a:gd name="connsiteX0" fmla="*/ 7446 w 10000"/>
                <a:gd name="connsiteY0" fmla="*/ 9488 h 10025"/>
                <a:gd name="connsiteX1" fmla="*/ 7446 w 10000"/>
                <a:gd name="connsiteY1" fmla="*/ 8978 h 10025"/>
                <a:gd name="connsiteX2" fmla="*/ 7821 w 10000"/>
                <a:gd name="connsiteY2" fmla="*/ 8978 h 10025"/>
                <a:gd name="connsiteX3" fmla="*/ 8047 w 10000"/>
                <a:gd name="connsiteY3" fmla="*/ 8029 h 10025"/>
                <a:gd name="connsiteX4" fmla="*/ 8648 w 10000"/>
                <a:gd name="connsiteY4" fmla="*/ 7444 h 10025"/>
                <a:gd name="connsiteX5" fmla="*/ 8873 w 10000"/>
                <a:gd name="connsiteY5" fmla="*/ 6351 h 10025"/>
                <a:gd name="connsiteX6" fmla="*/ 8722 w 10000"/>
                <a:gd name="connsiteY6" fmla="*/ 5768 h 10025"/>
                <a:gd name="connsiteX7" fmla="*/ 9098 w 10000"/>
                <a:gd name="connsiteY7" fmla="*/ 4525 h 10025"/>
                <a:gd name="connsiteX8" fmla="*/ 9399 w 10000"/>
                <a:gd name="connsiteY8" fmla="*/ 4160 h 10025"/>
                <a:gd name="connsiteX9" fmla="*/ 10000 w 10000"/>
                <a:gd name="connsiteY9" fmla="*/ 3576 h 10025"/>
                <a:gd name="connsiteX10" fmla="*/ 9774 w 10000"/>
                <a:gd name="connsiteY10" fmla="*/ 3502 h 10025"/>
                <a:gd name="connsiteX11" fmla="*/ 9399 w 10000"/>
                <a:gd name="connsiteY11" fmla="*/ 3140 h 10025"/>
                <a:gd name="connsiteX12" fmla="*/ 9173 w 10000"/>
                <a:gd name="connsiteY12" fmla="*/ 2044 h 10025"/>
                <a:gd name="connsiteX13" fmla="*/ 9173 w 10000"/>
                <a:gd name="connsiteY13" fmla="*/ 1460 h 10025"/>
                <a:gd name="connsiteX14" fmla="*/ 9098 w 10000"/>
                <a:gd name="connsiteY14" fmla="*/ 729 h 10025"/>
                <a:gd name="connsiteX15" fmla="*/ 8873 w 10000"/>
                <a:gd name="connsiteY15" fmla="*/ 511 h 10025"/>
                <a:gd name="connsiteX16" fmla="*/ 8497 w 10000"/>
                <a:gd name="connsiteY16" fmla="*/ 219 h 10025"/>
                <a:gd name="connsiteX17" fmla="*/ 8272 w 10000"/>
                <a:gd name="connsiteY17" fmla="*/ 0 h 10025"/>
                <a:gd name="connsiteX18" fmla="*/ 7821 w 10000"/>
                <a:gd name="connsiteY18" fmla="*/ 293 h 10025"/>
                <a:gd name="connsiteX19" fmla="*/ 7370 w 10000"/>
                <a:gd name="connsiteY19" fmla="*/ 729 h 10025"/>
                <a:gd name="connsiteX20" fmla="*/ 6769 w 10000"/>
                <a:gd name="connsiteY20" fmla="*/ 729 h 10025"/>
                <a:gd name="connsiteX21" fmla="*/ 5717 w 10000"/>
                <a:gd name="connsiteY21" fmla="*/ 729 h 10025"/>
                <a:gd name="connsiteX22" fmla="*/ 5717 w 10000"/>
                <a:gd name="connsiteY22" fmla="*/ 658 h 10025"/>
                <a:gd name="connsiteX23" fmla="*/ 5643 w 10000"/>
                <a:gd name="connsiteY23" fmla="*/ 729 h 10025"/>
                <a:gd name="connsiteX24" fmla="*/ 1961 w 10000"/>
                <a:gd name="connsiteY24" fmla="*/ 729 h 10025"/>
                <a:gd name="connsiteX25" fmla="*/ 1961 w 10000"/>
                <a:gd name="connsiteY25" fmla="*/ 2263 h 10025"/>
                <a:gd name="connsiteX26" fmla="*/ 1285 w 10000"/>
                <a:gd name="connsiteY26" fmla="*/ 2263 h 10025"/>
                <a:gd name="connsiteX27" fmla="*/ 1285 w 10000"/>
                <a:gd name="connsiteY27" fmla="*/ 2556 h 10025"/>
                <a:gd name="connsiteX28" fmla="*/ 1285 w 10000"/>
                <a:gd name="connsiteY28" fmla="*/ 5179 h 10025"/>
                <a:gd name="connsiteX29" fmla="*/ 1135 w 10000"/>
                <a:gd name="connsiteY29" fmla="*/ 5327 h 10025"/>
                <a:gd name="connsiteX30" fmla="*/ 684 w 10000"/>
                <a:gd name="connsiteY30" fmla="*/ 5621 h 10025"/>
                <a:gd name="connsiteX31" fmla="*/ 609 w 10000"/>
                <a:gd name="connsiteY31" fmla="*/ 5986 h 10025"/>
                <a:gd name="connsiteX32" fmla="*/ 384 w 10000"/>
                <a:gd name="connsiteY32" fmla="*/ 6351 h 10025"/>
                <a:gd name="connsiteX33" fmla="*/ 234 w 10000"/>
                <a:gd name="connsiteY33" fmla="*/ 6935 h 10025"/>
                <a:gd name="connsiteX34" fmla="*/ 8 w 10000"/>
                <a:gd name="connsiteY34" fmla="*/ 7593 h 10025"/>
                <a:gd name="connsiteX35" fmla="*/ 384 w 10000"/>
                <a:gd name="connsiteY35" fmla="*/ 7664 h 10025"/>
                <a:gd name="connsiteX36" fmla="*/ 458 w 10000"/>
                <a:gd name="connsiteY36" fmla="*/ 8245 h 10025"/>
                <a:gd name="connsiteX37" fmla="*/ 684 w 10000"/>
                <a:gd name="connsiteY37" fmla="*/ 8831 h 10025"/>
                <a:gd name="connsiteX38" fmla="*/ 1059 w 10000"/>
                <a:gd name="connsiteY38" fmla="*/ 10000 h 10025"/>
                <a:gd name="connsiteX39" fmla="*/ 5428 w 10000"/>
                <a:gd name="connsiteY39" fmla="*/ 8984 h 10025"/>
                <a:gd name="connsiteX40" fmla="*/ 5884 w 10000"/>
                <a:gd name="connsiteY40" fmla="*/ 8740 h 10025"/>
                <a:gd name="connsiteX41" fmla="*/ 6040 w 10000"/>
                <a:gd name="connsiteY41" fmla="*/ 8368 h 10025"/>
                <a:gd name="connsiteX42" fmla="*/ 6382 w 10000"/>
                <a:gd name="connsiteY42" fmla="*/ 7982 h 10025"/>
                <a:gd name="connsiteX43" fmla="*/ 6428 w 10000"/>
                <a:gd name="connsiteY43" fmla="*/ 8181 h 10025"/>
                <a:gd name="connsiteX44" fmla="*/ 6444 w 10000"/>
                <a:gd name="connsiteY44" fmla="*/ 8428 h 10025"/>
                <a:gd name="connsiteX45" fmla="*/ 6766 w 10000"/>
                <a:gd name="connsiteY45" fmla="*/ 9268 h 10025"/>
                <a:gd name="connsiteX0" fmla="*/ 7446 w 10000"/>
                <a:gd name="connsiteY0" fmla="*/ 9488 h 10025"/>
                <a:gd name="connsiteX1" fmla="*/ 7446 w 10000"/>
                <a:gd name="connsiteY1" fmla="*/ 8978 h 10025"/>
                <a:gd name="connsiteX2" fmla="*/ 7821 w 10000"/>
                <a:gd name="connsiteY2" fmla="*/ 8978 h 10025"/>
                <a:gd name="connsiteX3" fmla="*/ 8047 w 10000"/>
                <a:gd name="connsiteY3" fmla="*/ 8029 h 10025"/>
                <a:gd name="connsiteX4" fmla="*/ 8648 w 10000"/>
                <a:gd name="connsiteY4" fmla="*/ 7444 h 10025"/>
                <a:gd name="connsiteX5" fmla="*/ 8873 w 10000"/>
                <a:gd name="connsiteY5" fmla="*/ 6351 h 10025"/>
                <a:gd name="connsiteX6" fmla="*/ 8722 w 10000"/>
                <a:gd name="connsiteY6" fmla="*/ 5768 h 10025"/>
                <a:gd name="connsiteX7" fmla="*/ 9098 w 10000"/>
                <a:gd name="connsiteY7" fmla="*/ 4525 h 10025"/>
                <a:gd name="connsiteX8" fmla="*/ 9399 w 10000"/>
                <a:gd name="connsiteY8" fmla="*/ 4160 h 10025"/>
                <a:gd name="connsiteX9" fmla="*/ 10000 w 10000"/>
                <a:gd name="connsiteY9" fmla="*/ 3576 h 10025"/>
                <a:gd name="connsiteX10" fmla="*/ 9774 w 10000"/>
                <a:gd name="connsiteY10" fmla="*/ 3502 h 10025"/>
                <a:gd name="connsiteX11" fmla="*/ 9399 w 10000"/>
                <a:gd name="connsiteY11" fmla="*/ 3140 h 10025"/>
                <a:gd name="connsiteX12" fmla="*/ 9173 w 10000"/>
                <a:gd name="connsiteY12" fmla="*/ 2044 h 10025"/>
                <a:gd name="connsiteX13" fmla="*/ 9173 w 10000"/>
                <a:gd name="connsiteY13" fmla="*/ 1460 h 10025"/>
                <a:gd name="connsiteX14" fmla="*/ 9098 w 10000"/>
                <a:gd name="connsiteY14" fmla="*/ 729 h 10025"/>
                <a:gd name="connsiteX15" fmla="*/ 8873 w 10000"/>
                <a:gd name="connsiteY15" fmla="*/ 511 h 10025"/>
                <a:gd name="connsiteX16" fmla="*/ 8497 w 10000"/>
                <a:gd name="connsiteY16" fmla="*/ 219 h 10025"/>
                <a:gd name="connsiteX17" fmla="*/ 8272 w 10000"/>
                <a:gd name="connsiteY17" fmla="*/ 0 h 10025"/>
                <a:gd name="connsiteX18" fmla="*/ 7821 w 10000"/>
                <a:gd name="connsiteY18" fmla="*/ 293 h 10025"/>
                <a:gd name="connsiteX19" fmla="*/ 7370 w 10000"/>
                <a:gd name="connsiteY19" fmla="*/ 729 h 10025"/>
                <a:gd name="connsiteX20" fmla="*/ 6769 w 10000"/>
                <a:gd name="connsiteY20" fmla="*/ 729 h 10025"/>
                <a:gd name="connsiteX21" fmla="*/ 5717 w 10000"/>
                <a:gd name="connsiteY21" fmla="*/ 729 h 10025"/>
                <a:gd name="connsiteX22" fmla="*/ 5717 w 10000"/>
                <a:gd name="connsiteY22" fmla="*/ 658 h 10025"/>
                <a:gd name="connsiteX23" fmla="*/ 5643 w 10000"/>
                <a:gd name="connsiteY23" fmla="*/ 729 h 10025"/>
                <a:gd name="connsiteX24" fmla="*/ 1961 w 10000"/>
                <a:gd name="connsiteY24" fmla="*/ 729 h 10025"/>
                <a:gd name="connsiteX25" fmla="*/ 1961 w 10000"/>
                <a:gd name="connsiteY25" fmla="*/ 2263 h 10025"/>
                <a:gd name="connsiteX26" fmla="*/ 1285 w 10000"/>
                <a:gd name="connsiteY26" fmla="*/ 2263 h 10025"/>
                <a:gd name="connsiteX27" fmla="*/ 1285 w 10000"/>
                <a:gd name="connsiteY27" fmla="*/ 2556 h 10025"/>
                <a:gd name="connsiteX28" fmla="*/ 1285 w 10000"/>
                <a:gd name="connsiteY28" fmla="*/ 5179 h 10025"/>
                <a:gd name="connsiteX29" fmla="*/ 1135 w 10000"/>
                <a:gd name="connsiteY29" fmla="*/ 5327 h 10025"/>
                <a:gd name="connsiteX30" fmla="*/ 684 w 10000"/>
                <a:gd name="connsiteY30" fmla="*/ 5621 h 10025"/>
                <a:gd name="connsiteX31" fmla="*/ 609 w 10000"/>
                <a:gd name="connsiteY31" fmla="*/ 5986 h 10025"/>
                <a:gd name="connsiteX32" fmla="*/ 384 w 10000"/>
                <a:gd name="connsiteY32" fmla="*/ 6351 h 10025"/>
                <a:gd name="connsiteX33" fmla="*/ 234 w 10000"/>
                <a:gd name="connsiteY33" fmla="*/ 6935 h 10025"/>
                <a:gd name="connsiteX34" fmla="*/ 8 w 10000"/>
                <a:gd name="connsiteY34" fmla="*/ 7593 h 10025"/>
                <a:gd name="connsiteX35" fmla="*/ 384 w 10000"/>
                <a:gd name="connsiteY35" fmla="*/ 7664 h 10025"/>
                <a:gd name="connsiteX36" fmla="*/ 458 w 10000"/>
                <a:gd name="connsiteY36" fmla="*/ 8245 h 10025"/>
                <a:gd name="connsiteX37" fmla="*/ 684 w 10000"/>
                <a:gd name="connsiteY37" fmla="*/ 8831 h 10025"/>
                <a:gd name="connsiteX38" fmla="*/ 1059 w 10000"/>
                <a:gd name="connsiteY38" fmla="*/ 10000 h 10025"/>
                <a:gd name="connsiteX39" fmla="*/ 5428 w 10000"/>
                <a:gd name="connsiteY39" fmla="*/ 8984 h 10025"/>
                <a:gd name="connsiteX40" fmla="*/ 5884 w 10000"/>
                <a:gd name="connsiteY40" fmla="*/ 8740 h 10025"/>
                <a:gd name="connsiteX41" fmla="*/ 6040 w 10000"/>
                <a:gd name="connsiteY41" fmla="*/ 8368 h 10025"/>
                <a:gd name="connsiteX42" fmla="*/ 6382 w 10000"/>
                <a:gd name="connsiteY42" fmla="*/ 7982 h 10025"/>
                <a:gd name="connsiteX43" fmla="*/ 6428 w 10000"/>
                <a:gd name="connsiteY43" fmla="*/ 8181 h 10025"/>
                <a:gd name="connsiteX44" fmla="*/ 6444 w 10000"/>
                <a:gd name="connsiteY44" fmla="*/ 8428 h 10025"/>
                <a:gd name="connsiteX45" fmla="*/ 6766 w 10000"/>
                <a:gd name="connsiteY45" fmla="*/ 9268 h 10025"/>
                <a:gd name="connsiteX0" fmla="*/ 7446 w 10000"/>
                <a:gd name="connsiteY0" fmla="*/ 9488 h 10143"/>
                <a:gd name="connsiteX1" fmla="*/ 7446 w 10000"/>
                <a:gd name="connsiteY1" fmla="*/ 8978 h 10143"/>
                <a:gd name="connsiteX2" fmla="*/ 7821 w 10000"/>
                <a:gd name="connsiteY2" fmla="*/ 8978 h 10143"/>
                <a:gd name="connsiteX3" fmla="*/ 8047 w 10000"/>
                <a:gd name="connsiteY3" fmla="*/ 8029 h 10143"/>
                <a:gd name="connsiteX4" fmla="*/ 8648 w 10000"/>
                <a:gd name="connsiteY4" fmla="*/ 7444 h 10143"/>
                <a:gd name="connsiteX5" fmla="*/ 8873 w 10000"/>
                <a:gd name="connsiteY5" fmla="*/ 6351 h 10143"/>
                <a:gd name="connsiteX6" fmla="*/ 8722 w 10000"/>
                <a:gd name="connsiteY6" fmla="*/ 5768 h 10143"/>
                <a:gd name="connsiteX7" fmla="*/ 9098 w 10000"/>
                <a:gd name="connsiteY7" fmla="*/ 4525 h 10143"/>
                <a:gd name="connsiteX8" fmla="*/ 9399 w 10000"/>
                <a:gd name="connsiteY8" fmla="*/ 4160 h 10143"/>
                <a:gd name="connsiteX9" fmla="*/ 10000 w 10000"/>
                <a:gd name="connsiteY9" fmla="*/ 3576 h 10143"/>
                <a:gd name="connsiteX10" fmla="*/ 9774 w 10000"/>
                <a:gd name="connsiteY10" fmla="*/ 3502 h 10143"/>
                <a:gd name="connsiteX11" fmla="*/ 9399 w 10000"/>
                <a:gd name="connsiteY11" fmla="*/ 3140 h 10143"/>
                <a:gd name="connsiteX12" fmla="*/ 9173 w 10000"/>
                <a:gd name="connsiteY12" fmla="*/ 2044 h 10143"/>
                <a:gd name="connsiteX13" fmla="*/ 9173 w 10000"/>
                <a:gd name="connsiteY13" fmla="*/ 1460 h 10143"/>
                <a:gd name="connsiteX14" fmla="*/ 9098 w 10000"/>
                <a:gd name="connsiteY14" fmla="*/ 729 h 10143"/>
                <a:gd name="connsiteX15" fmla="*/ 8873 w 10000"/>
                <a:gd name="connsiteY15" fmla="*/ 511 h 10143"/>
                <a:gd name="connsiteX16" fmla="*/ 8497 w 10000"/>
                <a:gd name="connsiteY16" fmla="*/ 219 h 10143"/>
                <a:gd name="connsiteX17" fmla="*/ 8272 w 10000"/>
                <a:gd name="connsiteY17" fmla="*/ 0 h 10143"/>
                <a:gd name="connsiteX18" fmla="*/ 7821 w 10000"/>
                <a:gd name="connsiteY18" fmla="*/ 293 h 10143"/>
                <a:gd name="connsiteX19" fmla="*/ 7370 w 10000"/>
                <a:gd name="connsiteY19" fmla="*/ 729 h 10143"/>
                <a:gd name="connsiteX20" fmla="*/ 6769 w 10000"/>
                <a:gd name="connsiteY20" fmla="*/ 729 h 10143"/>
                <a:gd name="connsiteX21" fmla="*/ 5717 w 10000"/>
                <a:gd name="connsiteY21" fmla="*/ 729 h 10143"/>
                <a:gd name="connsiteX22" fmla="*/ 5717 w 10000"/>
                <a:gd name="connsiteY22" fmla="*/ 658 h 10143"/>
                <a:gd name="connsiteX23" fmla="*/ 5643 w 10000"/>
                <a:gd name="connsiteY23" fmla="*/ 729 h 10143"/>
                <a:gd name="connsiteX24" fmla="*/ 1961 w 10000"/>
                <a:gd name="connsiteY24" fmla="*/ 729 h 10143"/>
                <a:gd name="connsiteX25" fmla="*/ 1961 w 10000"/>
                <a:gd name="connsiteY25" fmla="*/ 2263 h 10143"/>
                <a:gd name="connsiteX26" fmla="*/ 1285 w 10000"/>
                <a:gd name="connsiteY26" fmla="*/ 2263 h 10143"/>
                <a:gd name="connsiteX27" fmla="*/ 1285 w 10000"/>
                <a:gd name="connsiteY27" fmla="*/ 2556 h 10143"/>
                <a:gd name="connsiteX28" fmla="*/ 1285 w 10000"/>
                <a:gd name="connsiteY28" fmla="*/ 5179 h 10143"/>
                <a:gd name="connsiteX29" fmla="*/ 1135 w 10000"/>
                <a:gd name="connsiteY29" fmla="*/ 5327 h 10143"/>
                <a:gd name="connsiteX30" fmla="*/ 684 w 10000"/>
                <a:gd name="connsiteY30" fmla="*/ 5621 h 10143"/>
                <a:gd name="connsiteX31" fmla="*/ 609 w 10000"/>
                <a:gd name="connsiteY31" fmla="*/ 5986 h 10143"/>
                <a:gd name="connsiteX32" fmla="*/ 384 w 10000"/>
                <a:gd name="connsiteY32" fmla="*/ 6351 h 10143"/>
                <a:gd name="connsiteX33" fmla="*/ 234 w 10000"/>
                <a:gd name="connsiteY33" fmla="*/ 6935 h 10143"/>
                <a:gd name="connsiteX34" fmla="*/ 8 w 10000"/>
                <a:gd name="connsiteY34" fmla="*/ 7593 h 10143"/>
                <a:gd name="connsiteX35" fmla="*/ 384 w 10000"/>
                <a:gd name="connsiteY35" fmla="*/ 7664 h 10143"/>
                <a:gd name="connsiteX36" fmla="*/ 458 w 10000"/>
                <a:gd name="connsiteY36" fmla="*/ 8245 h 10143"/>
                <a:gd name="connsiteX37" fmla="*/ 684 w 10000"/>
                <a:gd name="connsiteY37" fmla="*/ 8831 h 10143"/>
                <a:gd name="connsiteX38" fmla="*/ 1059 w 10000"/>
                <a:gd name="connsiteY38" fmla="*/ 10000 h 10143"/>
                <a:gd name="connsiteX39" fmla="*/ 1068 w 10000"/>
                <a:gd name="connsiteY39" fmla="*/ 10012 h 10143"/>
                <a:gd name="connsiteX40" fmla="*/ 5428 w 10000"/>
                <a:gd name="connsiteY40" fmla="*/ 8984 h 10143"/>
                <a:gd name="connsiteX41" fmla="*/ 5884 w 10000"/>
                <a:gd name="connsiteY41" fmla="*/ 8740 h 10143"/>
                <a:gd name="connsiteX42" fmla="*/ 6040 w 10000"/>
                <a:gd name="connsiteY42" fmla="*/ 8368 h 10143"/>
                <a:gd name="connsiteX43" fmla="*/ 6382 w 10000"/>
                <a:gd name="connsiteY43" fmla="*/ 7982 h 10143"/>
                <a:gd name="connsiteX44" fmla="*/ 6428 w 10000"/>
                <a:gd name="connsiteY44" fmla="*/ 8181 h 10143"/>
                <a:gd name="connsiteX45" fmla="*/ 6444 w 10000"/>
                <a:gd name="connsiteY45" fmla="*/ 8428 h 10143"/>
                <a:gd name="connsiteX46" fmla="*/ 6766 w 10000"/>
                <a:gd name="connsiteY46" fmla="*/ 9268 h 10143"/>
                <a:gd name="connsiteX0" fmla="*/ 7446 w 10000"/>
                <a:gd name="connsiteY0" fmla="*/ 9488 h 10115"/>
                <a:gd name="connsiteX1" fmla="*/ 7446 w 10000"/>
                <a:gd name="connsiteY1" fmla="*/ 8978 h 10115"/>
                <a:gd name="connsiteX2" fmla="*/ 7821 w 10000"/>
                <a:gd name="connsiteY2" fmla="*/ 8978 h 10115"/>
                <a:gd name="connsiteX3" fmla="*/ 8047 w 10000"/>
                <a:gd name="connsiteY3" fmla="*/ 8029 h 10115"/>
                <a:gd name="connsiteX4" fmla="*/ 8648 w 10000"/>
                <a:gd name="connsiteY4" fmla="*/ 7444 h 10115"/>
                <a:gd name="connsiteX5" fmla="*/ 8873 w 10000"/>
                <a:gd name="connsiteY5" fmla="*/ 6351 h 10115"/>
                <a:gd name="connsiteX6" fmla="*/ 8722 w 10000"/>
                <a:gd name="connsiteY6" fmla="*/ 5768 h 10115"/>
                <a:gd name="connsiteX7" fmla="*/ 9098 w 10000"/>
                <a:gd name="connsiteY7" fmla="*/ 4525 h 10115"/>
                <a:gd name="connsiteX8" fmla="*/ 9399 w 10000"/>
                <a:gd name="connsiteY8" fmla="*/ 4160 h 10115"/>
                <a:gd name="connsiteX9" fmla="*/ 10000 w 10000"/>
                <a:gd name="connsiteY9" fmla="*/ 3576 h 10115"/>
                <a:gd name="connsiteX10" fmla="*/ 9774 w 10000"/>
                <a:gd name="connsiteY10" fmla="*/ 3502 h 10115"/>
                <a:gd name="connsiteX11" fmla="*/ 9399 w 10000"/>
                <a:gd name="connsiteY11" fmla="*/ 3140 h 10115"/>
                <a:gd name="connsiteX12" fmla="*/ 9173 w 10000"/>
                <a:gd name="connsiteY12" fmla="*/ 2044 h 10115"/>
                <a:gd name="connsiteX13" fmla="*/ 9173 w 10000"/>
                <a:gd name="connsiteY13" fmla="*/ 1460 h 10115"/>
                <a:gd name="connsiteX14" fmla="*/ 9098 w 10000"/>
                <a:gd name="connsiteY14" fmla="*/ 729 h 10115"/>
                <a:gd name="connsiteX15" fmla="*/ 8873 w 10000"/>
                <a:gd name="connsiteY15" fmla="*/ 511 h 10115"/>
                <a:gd name="connsiteX16" fmla="*/ 8497 w 10000"/>
                <a:gd name="connsiteY16" fmla="*/ 219 h 10115"/>
                <a:gd name="connsiteX17" fmla="*/ 8272 w 10000"/>
                <a:gd name="connsiteY17" fmla="*/ 0 h 10115"/>
                <a:gd name="connsiteX18" fmla="*/ 7821 w 10000"/>
                <a:gd name="connsiteY18" fmla="*/ 293 h 10115"/>
                <a:gd name="connsiteX19" fmla="*/ 7370 w 10000"/>
                <a:gd name="connsiteY19" fmla="*/ 729 h 10115"/>
                <a:gd name="connsiteX20" fmla="*/ 6769 w 10000"/>
                <a:gd name="connsiteY20" fmla="*/ 729 h 10115"/>
                <a:gd name="connsiteX21" fmla="*/ 5717 w 10000"/>
                <a:gd name="connsiteY21" fmla="*/ 729 h 10115"/>
                <a:gd name="connsiteX22" fmla="*/ 5717 w 10000"/>
                <a:gd name="connsiteY22" fmla="*/ 658 h 10115"/>
                <a:gd name="connsiteX23" fmla="*/ 5643 w 10000"/>
                <a:gd name="connsiteY23" fmla="*/ 729 h 10115"/>
                <a:gd name="connsiteX24" fmla="*/ 1961 w 10000"/>
                <a:gd name="connsiteY24" fmla="*/ 729 h 10115"/>
                <a:gd name="connsiteX25" fmla="*/ 1961 w 10000"/>
                <a:gd name="connsiteY25" fmla="*/ 2263 h 10115"/>
                <a:gd name="connsiteX26" fmla="*/ 1285 w 10000"/>
                <a:gd name="connsiteY26" fmla="*/ 2263 h 10115"/>
                <a:gd name="connsiteX27" fmla="*/ 1285 w 10000"/>
                <a:gd name="connsiteY27" fmla="*/ 2556 h 10115"/>
                <a:gd name="connsiteX28" fmla="*/ 1285 w 10000"/>
                <a:gd name="connsiteY28" fmla="*/ 5179 h 10115"/>
                <a:gd name="connsiteX29" fmla="*/ 1135 w 10000"/>
                <a:gd name="connsiteY29" fmla="*/ 5327 h 10115"/>
                <a:gd name="connsiteX30" fmla="*/ 684 w 10000"/>
                <a:gd name="connsiteY30" fmla="*/ 5621 h 10115"/>
                <a:gd name="connsiteX31" fmla="*/ 609 w 10000"/>
                <a:gd name="connsiteY31" fmla="*/ 5986 h 10115"/>
                <a:gd name="connsiteX32" fmla="*/ 384 w 10000"/>
                <a:gd name="connsiteY32" fmla="*/ 6351 h 10115"/>
                <a:gd name="connsiteX33" fmla="*/ 234 w 10000"/>
                <a:gd name="connsiteY33" fmla="*/ 6935 h 10115"/>
                <a:gd name="connsiteX34" fmla="*/ 8 w 10000"/>
                <a:gd name="connsiteY34" fmla="*/ 7593 h 10115"/>
                <a:gd name="connsiteX35" fmla="*/ 384 w 10000"/>
                <a:gd name="connsiteY35" fmla="*/ 7664 h 10115"/>
                <a:gd name="connsiteX36" fmla="*/ 458 w 10000"/>
                <a:gd name="connsiteY36" fmla="*/ 8245 h 10115"/>
                <a:gd name="connsiteX37" fmla="*/ 684 w 10000"/>
                <a:gd name="connsiteY37" fmla="*/ 8831 h 10115"/>
                <a:gd name="connsiteX38" fmla="*/ 1059 w 10000"/>
                <a:gd name="connsiteY38" fmla="*/ 10000 h 10115"/>
                <a:gd name="connsiteX39" fmla="*/ 3268 w 10000"/>
                <a:gd name="connsiteY39" fmla="*/ 9947 h 10115"/>
                <a:gd name="connsiteX40" fmla="*/ 5428 w 10000"/>
                <a:gd name="connsiteY40" fmla="*/ 8984 h 10115"/>
                <a:gd name="connsiteX41" fmla="*/ 5884 w 10000"/>
                <a:gd name="connsiteY41" fmla="*/ 8740 h 10115"/>
                <a:gd name="connsiteX42" fmla="*/ 6040 w 10000"/>
                <a:gd name="connsiteY42" fmla="*/ 8368 h 10115"/>
                <a:gd name="connsiteX43" fmla="*/ 6382 w 10000"/>
                <a:gd name="connsiteY43" fmla="*/ 7982 h 10115"/>
                <a:gd name="connsiteX44" fmla="*/ 6428 w 10000"/>
                <a:gd name="connsiteY44" fmla="*/ 8181 h 10115"/>
                <a:gd name="connsiteX45" fmla="*/ 6444 w 10000"/>
                <a:gd name="connsiteY45" fmla="*/ 8428 h 10115"/>
                <a:gd name="connsiteX46" fmla="*/ 6766 w 10000"/>
                <a:gd name="connsiteY46" fmla="*/ 9268 h 10115"/>
                <a:gd name="connsiteX0" fmla="*/ 7446 w 10000"/>
                <a:gd name="connsiteY0" fmla="*/ 9488 h 10115"/>
                <a:gd name="connsiteX1" fmla="*/ 7446 w 10000"/>
                <a:gd name="connsiteY1" fmla="*/ 8978 h 10115"/>
                <a:gd name="connsiteX2" fmla="*/ 7821 w 10000"/>
                <a:gd name="connsiteY2" fmla="*/ 8978 h 10115"/>
                <a:gd name="connsiteX3" fmla="*/ 8047 w 10000"/>
                <a:gd name="connsiteY3" fmla="*/ 8029 h 10115"/>
                <a:gd name="connsiteX4" fmla="*/ 8648 w 10000"/>
                <a:gd name="connsiteY4" fmla="*/ 7444 h 10115"/>
                <a:gd name="connsiteX5" fmla="*/ 8873 w 10000"/>
                <a:gd name="connsiteY5" fmla="*/ 6351 h 10115"/>
                <a:gd name="connsiteX6" fmla="*/ 8722 w 10000"/>
                <a:gd name="connsiteY6" fmla="*/ 5768 h 10115"/>
                <a:gd name="connsiteX7" fmla="*/ 9098 w 10000"/>
                <a:gd name="connsiteY7" fmla="*/ 4525 h 10115"/>
                <a:gd name="connsiteX8" fmla="*/ 9399 w 10000"/>
                <a:gd name="connsiteY8" fmla="*/ 4160 h 10115"/>
                <a:gd name="connsiteX9" fmla="*/ 10000 w 10000"/>
                <a:gd name="connsiteY9" fmla="*/ 3576 h 10115"/>
                <a:gd name="connsiteX10" fmla="*/ 9774 w 10000"/>
                <a:gd name="connsiteY10" fmla="*/ 3502 h 10115"/>
                <a:gd name="connsiteX11" fmla="*/ 9399 w 10000"/>
                <a:gd name="connsiteY11" fmla="*/ 3140 h 10115"/>
                <a:gd name="connsiteX12" fmla="*/ 9173 w 10000"/>
                <a:gd name="connsiteY12" fmla="*/ 2044 h 10115"/>
                <a:gd name="connsiteX13" fmla="*/ 9173 w 10000"/>
                <a:gd name="connsiteY13" fmla="*/ 1460 h 10115"/>
                <a:gd name="connsiteX14" fmla="*/ 9098 w 10000"/>
                <a:gd name="connsiteY14" fmla="*/ 729 h 10115"/>
                <a:gd name="connsiteX15" fmla="*/ 8873 w 10000"/>
                <a:gd name="connsiteY15" fmla="*/ 511 h 10115"/>
                <a:gd name="connsiteX16" fmla="*/ 8497 w 10000"/>
                <a:gd name="connsiteY16" fmla="*/ 219 h 10115"/>
                <a:gd name="connsiteX17" fmla="*/ 8272 w 10000"/>
                <a:gd name="connsiteY17" fmla="*/ 0 h 10115"/>
                <a:gd name="connsiteX18" fmla="*/ 7821 w 10000"/>
                <a:gd name="connsiteY18" fmla="*/ 293 h 10115"/>
                <a:gd name="connsiteX19" fmla="*/ 7370 w 10000"/>
                <a:gd name="connsiteY19" fmla="*/ 729 h 10115"/>
                <a:gd name="connsiteX20" fmla="*/ 6769 w 10000"/>
                <a:gd name="connsiteY20" fmla="*/ 729 h 10115"/>
                <a:gd name="connsiteX21" fmla="*/ 5717 w 10000"/>
                <a:gd name="connsiteY21" fmla="*/ 729 h 10115"/>
                <a:gd name="connsiteX22" fmla="*/ 5717 w 10000"/>
                <a:gd name="connsiteY22" fmla="*/ 658 h 10115"/>
                <a:gd name="connsiteX23" fmla="*/ 5643 w 10000"/>
                <a:gd name="connsiteY23" fmla="*/ 729 h 10115"/>
                <a:gd name="connsiteX24" fmla="*/ 1961 w 10000"/>
                <a:gd name="connsiteY24" fmla="*/ 729 h 10115"/>
                <a:gd name="connsiteX25" fmla="*/ 1961 w 10000"/>
                <a:gd name="connsiteY25" fmla="*/ 2263 h 10115"/>
                <a:gd name="connsiteX26" fmla="*/ 1285 w 10000"/>
                <a:gd name="connsiteY26" fmla="*/ 2263 h 10115"/>
                <a:gd name="connsiteX27" fmla="*/ 1285 w 10000"/>
                <a:gd name="connsiteY27" fmla="*/ 2556 h 10115"/>
                <a:gd name="connsiteX28" fmla="*/ 1285 w 10000"/>
                <a:gd name="connsiteY28" fmla="*/ 5179 h 10115"/>
                <a:gd name="connsiteX29" fmla="*/ 1135 w 10000"/>
                <a:gd name="connsiteY29" fmla="*/ 5327 h 10115"/>
                <a:gd name="connsiteX30" fmla="*/ 684 w 10000"/>
                <a:gd name="connsiteY30" fmla="*/ 5621 h 10115"/>
                <a:gd name="connsiteX31" fmla="*/ 609 w 10000"/>
                <a:gd name="connsiteY31" fmla="*/ 5986 h 10115"/>
                <a:gd name="connsiteX32" fmla="*/ 384 w 10000"/>
                <a:gd name="connsiteY32" fmla="*/ 6351 h 10115"/>
                <a:gd name="connsiteX33" fmla="*/ 234 w 10000"/>
                <a:gd name="connsiteY33" fmla="*/ 6935 h 10115"/>
                <a:gd name="connsiteX34" fmla="*/ 8 w 10000"/>
                <a:gd name="connsiteY34" fmla="*/ 7593 h 10115"/>
                <a:gd name="connsiteX35" fmla="*/ 384 w 10000"/>
                <a:gd name="connsiteY35" fmla="*/ 7664 h 10115"/>
                <a:gd name="connsiteX36" fmla="*/ 458 w 10000"/>
                <a:gd name="connsiteY36" fmla="*/ 8245 h 10115"/>
                <a:gd name="connsiteX37" fmla="*/ 684 w 10000"/>
                <a:gd name="connsiteY37" fmla="*/ 8831 h 10115"/>
                <a:gd name="connsiteX38" fmla="*/ 1059 w 10000"/>
                <a:gd name="connsiteY38" fmla="*/ 10000 h 10115"/>
                <a:gd name="connsiteX39" fmla="*/ 3268 w 10000"/>
                <a:gd name="connsiteY39" fmla="*/ 9947 h 10115"/>
                <a:gd name="connsiteX40" fmla="*/ 5428 w 10000"/>
                <a:gd name="connsiteY40" fmla="*/ 8984 h 10115"/>
                <a:gd name="connsiteX41" fmla="*/ 5884 w 10000"/>
                <a:gd name="connsiteY41" fmla="*/ 8740 h 10115"/>
                <a:gd name="connsiteX42" fmla="*/ 6040 w 10000"/>
                <a:gd name="connsiteY42" fmla="*/ 8368 h 10115"/>
                <a:gd name="connsiteX43" fmla="*/ 6382 w 10000"/>
                <a:gd name="connsiteY43" fmla="*/ 7982 h 10115"/>
                <a:gd name="connsiteX44" fmla="*/ 6428 w 10000"/>
                <a:gd name="connsiteY44" fmla="*/ 8181 h 10115"/>
                <a:gd name="connsiteX45" fmla="*/ 6444 w 10000"/>
                <a:gd name="connsiteY45" fmla="*/ 8428 h 10115"/>
                <a:gd name="connsiteX46" fmla="*/ 6766 w 10000"/>
                <a:gd name="connsiteY46" fmla="*/ 9268 h 10115"/>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428 w 10000"/>
                <a:gd name="connsiteY40" fmla="*/ 8984 h 10039"/>
                <a:gd name="connsiteX41" fmla="*/ 5884 w 10000"/>
                <a:gd name="connsiteY41" fmla="*/ 8740 h 10039"/>
                <a:gd name="connsiteX42" fmla="*/ 6040 w 10000"/>
                <a:gd name="connsiteY42" fmla="*/ 8368 h 10039"/>
                <a:gd name="connsiteX43" fmla="*/ 6382 w 10000"/>
                <a:gd name="connsiteY43" fmla="*/ 7982 h 10039"/>
                <a:gd name="connsiteX44" fmla="*/ 6428 w 10000"/>
                <a:gd name="connsiteY44" fmla="*/ 8181 h 10039"/>
                <a:gd name="connsiteX45" fmla="*/ 6444 w 10000"/>
                <a:gd name="connsiteY45" fmla="*/ 8428 h 10039"/>
                <a:gd name="connsiteX46" fmla="*/ 6766 w 10000"/>
                <a:gd name="connsiteY46"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428 w 10000"/>
                <a:gd name="connsiteY40" fmla="*/ 8984 h 10039"/>
                <a:gd name="connsiteX41" fmla="*/ 5884 w 10000"/>
                <a:gd name="connsiteY41" fmla="*/ 8740 h 10039"/>
                <a:gd name="connsiteX42" fmla="*/ 6040 w 10000"/>
                <a:gd name="connsiteY42" fmla="*/ 8368 h 10039"/>
                <a:gd name="connsiteX43" fmla="*/ 6382 w 10000"/>
                <a:gd name="connsiteY43" fmla="*/ 7982 h 10039"/>
                <a:gd name="connsiteX44" fmla="*/ 6428 w 10000"/>
                <a:gd name="connsiteY44" fmla="*/ 8181 h 10039"/>
                <a:gd name="connsiteX45" fmla="*/ 6444 w 10000"/>
                <a:gd name="connsiteY45" fmla="*/ 8428 h 10039"/>
                <a:gd name="connsiteX46" fmla="*/ 6766 w 10000"/>
                <a:gd name="connsiteY46"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409 w 10000"/>
                <a:gd name="connsiteY40" fmla="*/ 8947 h 10039"/>
                <a:gd name="connsiteX41" fmla="*/ 5884 w 10000"/>
                <a:gd name="connsiteY41" fmla="*/ 8740 h 10039"/>
                <a:gd name="connsiteX42" fmla="*/ 6040 w 10000"/>
                <a:gd name="connsiteY42" fmla="*/ 8368 h 10039"/>
                <a:gd name="connsiteX43" fmla="*/ 6382 w 10000"/>
                <a:gd name="connsiteY43" fmla="*/ 7982 h 10039"/>
                <a:gd name="connsiteX44" fmla="*/ 6428 w 10000"/>
                <a:gd name="connsiteY44" fmla="*/ 8181 h 10039"/>
                <a:gd name="connsiteX45" fmla="*/ 6444 w 10000"/>
                <a:gd name="connsiteY45" fmla="*/ 8428 h 10039"/>
                <a:gd name="connsiteX46" fmla="*/ 6766 w 10000"/>
                <a:gd name="connsiteY46"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409 w 10000"/>
                <a:gd name="connsiteY40" fmla="*/ 8947 h 10039"/>
                <a:gd name="connsiteX41" fmla="*/ 5884 w 10000"/>
                <a:gd name="connsiteY41" fmla="*/ 8740 h 10039"/>
                <a:gd name="connsiteX42" fmla="*/ 6040 w 10000"/>
                <a:gd name="connsiteY42" fmla="*/ 8368 h 10039"/>
                <a:gd name="connsiteX43" fmla="*/ 6382 w 10000"/>
                <a:gd name="connsiteY43" fmla="*/ 7982 h 10039"/>
                <a:gd name="connsiteX44" fmla="*/ 6428 w 10000"/>
                <a:gd name="connsiteY44" fmla="*/ 8181 h 10039"/>
                <a:gd name="connsiteX45" fmla="*/ 6444 w 10000"/>
                <a:gd name="connsiteY45" fmla="*/ 8428 h 10039"/>
                <a:gd name="connsiteX46" fmla="*/ 6766 w 10000"/>
                <a:gd name="connsiteY46"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409 w 10000"/>
                <a:gd name="connsiteY40" fmla="*/ 8947 h 10039"/>
                <a:gd name="connsiteX41" fmla="*/ 5884 w 10000"/>
                <a:gd name="connsiteY41" fmla="*/ 8740 h 10039"/>
                <a:gd name="connsiteX42" fmla="*/ 6040 w 10000"/>
                <a:gd name="connsiteY42" fmla="*/ 8368 h 10039"/>
                <a:gd name="connsiteX43" fmla="*/ 6382 w 10000"/>
                <a:gd name="connsiteY43" fmla="*/ 7982 h 10039"/>
                <a:gd name="connsiteX44" fmla="*/ 6428 w 10000"/>
                <a:gd name="connsiteY44" fmla="*/ 8181 h 10039"/>
                <a:gd name="connsiteX45" fmla="*/ 6444 w 10000"/>
                <a:gd name="connsiteY45" fmla="*/ 8428 h 10039"/>
                <a:gd name="connsiteX46" fmla="*/ 6766 w 10000"/>
                <a:gd name="connsiteY46"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409 w 10000"/>
                <a:gd name="connsiteY40" fmla="*/ 8947 h 10039"/>
                <a:gd name="connsiteX41" fmla="*/ 5884 w 10000"/>
                <a:gd name="connsiteY41" fmla="*/ 8740 h 10039"/>
                <a:gd name="connsiteX42" fmla="*/ 6040 w 10000"/>
                <a:gd name="connsiteY42" fmla="*/ 8368 h 10039"/>
                <a:gd name="connsiteX43" fmla="*/ 6382 w 10000"/>
                <a:gd name="connsiteY43" fmla="*/ 7982 h 10039"/>
                <a:gd name="connsiteX44" fmla="*/ 6428 w 10000"/>
                <a:gd name="connsiteY44" fmla="*/ 8181 h 10039"/>
                <a:gd name="connsiteX45" fmla="*/ 6444 w 10000"/>
                <a:gd name="connsiteY45" fmla="*/ 8428 h 10039"/>
                <a:gd name="connsiteX46" fmla="*/ 6766 w 10000"/>
                <a:gd name="connsiteY46"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409 w 10000"/>
                <a:gd name="connsiteY40" fmla="*/ 8947 h 10039"/>
                <a:gd name="connsiteX41" fmla="*/ 5884 w 10000"/>
                <a:gd name="connsiteY41" fmla="*/ 8740 h 10039"/>
                <a:gd name="connsiteX42" fmla="*/ 6040 w 10000"/>
                <a:gd name="connsiteY42" fmla="*/ 8368 h 10039"/>
                <a:gd name="connsiteX43" fmla="*/ 6382 w 10000"/>
                <a:gd name="connsiteY43" fmla="*/ 7982 h 10039"/>
                <a:gd name="connsiteX44" fmla="*/ 6428 w 10000"/>
                <a:gd name="connsiteY44" fmla="*/ 8181 h 10039"/>
                <a:gd name="connsiteX45" fmla="*/ 6444 w 10000"/>
                <a:gd name="connsiteY45" fmla="*/ 8428 h 10039"/>
                <a:gd name="connsiteX46" fmla="*/ 6766 w 10000"/>
                <a:gd name="connsiteY46"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409 w 10000"/>
                <a:gd name="connsiteY40" fmla="*/ 8947 h 10039"/>
                <a:gd name="connsiteX41" fmla="*/ 5884 w 10000"/>
                <a:gd name="connsiteY41" fmla="*/ 8740 h 10039"/>
                <a:gd name="connsiteX42" fmla="*/ 6040 w 10000"/>
                <a:gd name="connsiteY42" fmla="*/ 8368 h 10039"/>
                <a:gd name="connsiteX43" fmla="*/ 6382 w 10000"/>
                <a:gd name="connsiteY43" fmla="*/ 7982 h 10039"/>
                <a:gd name="connsiteX44" fmla="*/ 6428 w 10000"/>
                <a:gd name="connsiteY44" fmla="*/ 8181 h 10039"/>
                <a:gd name="connsiteX45" fmla="*/ 6444 w 10000"/>
                <a:gd name="connsiteY45" fmla="*/ 8428 h 10039"/>
                <a:gd name="connsiteX46" fmla="*/ 6766 w 10000"/>
                <a:gd name="connsiteY46"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016 w 10000"/>
                <a:gd name="connsiteY40" fmla="*/ 9302 h 10039"/>
                <a:gd name="connsiteX41" fmla="*/ 5409 w 10000"/>
                <a:gd name="connsiteY41" fmla="*/ 8947 h 10039"/>
                <a:gd name="connsiteX42" fmla="*/ 5884 w 10000"/>
                <a:gd name="connsiteY42" fmla="*/ 8740 h 10039"/>
                <a:gd name="connsiteX43" fmla="*/ 6040 w 10000"/>
                <a:gd name="connsiteY43" fmla="*/ 8368 h 10039"/>
                <a:gd name="connsiteX44" fmla="*/ 6382 w 10000"/>
                <a:gd name="connsiteY44" fmla="*/ 7982 h 10039"/>
                <a:gd name="connsiteX45" fmla="*/ 6428 w 10000"/>
                <a:gd name="connsiteY45" fmla="*/ 8181 h 10039"/>
                <a:gd name="connsiteX46" fmla="*/ 6444 w 10000"/>
                <a:gd name="connsiteY46" fmla="*/ 8428 h 10039"/>
                <a:gd name="connsiteX47" fmla="*/ 6766 w 10000"/>
                <a:gd name="connsiteY47"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016 w 10000"/>
                <a:gd name="connsiteY40" fmla="*/ 9302 h 10039"/>
                <a:gd name="connsiteX41" fmla="*/ 5409 w 10000"/>
                <a:gd name="connsiteY41" fmla="*/ 8947 h 10039"/>
                <a:gd name="connsiteX42" fmla="*/ 5884 w 10000"/>
                <a:gd name="connsiteY42" fmla="*/ 8740 h 10039"/>
                <a:gd name="connsiteX43" fmla="*/ 6040 w 10000"/>
                <a:gd name="connsiteY43" fmla="*/ 8368 h 10039"/>
                <a:gd name="connsiteX44" fmla="*/ 6382 w 10000"/>
                <a:gd name="connsiteY44" fmla="*/ 7982 h 10039"/>
                <a:gd name="connsiteX45" fmla="*/ 6428 w 10000"/>
                <a:gd name="connsiteY45" fmla="*/ 8181 h 10039"/>
                <a:gd name="connsiteX46" fmla="*/ 6444 w 10000"/>
                <a:gd name="connsiteY46" fmla="*/ 8428 h 10039"/>
                <a:gd name="connsiteX47" fmla="*/ 6766 w 10000"/>
                <a:gd name="connsiteY47"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5016 w 10000"/>
                <a:gd name="connsiteY40" fmla="*/ 9302 h 10039"/>
                <a:gd name="connsiteX41" fmla="*/ 5409 w 10000"/>
                <a:gd name="connsiteY41" fmla="*/ 8947 h 10039"/>
                <a:gd name="connsiteX42" fmla="*/ 5884 w 10000"/>
                <a:gd name="connsiteY42" fmla="*/ 8740 h 10039"/>
                <a:gd name="connsiteX43" fmla="*/ 6040 w 10000"/>
                <a:gd name="connsiteY43" fmla="*/ 8368 h 10039"/>
                <a:gd name="connsiteX44" fmla="*/ 6382 w 10000"/>
                <a:gd name="connsiteY44" fmla="*/ 7982 h 10039"/>
                <a:gd name="connsiteX45" fmla="*/ 6428 w 10000"/>
                <a:gd name="connsiteY45" fmla="*/ 8181 h 10039"/>
                <a:gd name="connsiteX46" fmla="*/ 6444 w 10000"/>
                <a:gd name="connsiteY46" fmla="*/ 8428 h 10039"/>
                <a:gd name="connsiteX47" fmla="*/ 6766 w 10000"/>
                <a:gd name="connsiteY47"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4958 w 10000"/>
                <a:gd name="connsiteY40" fmla="*/ 9255 h 10039"/>
                <a:gd name="connsiteX41" fmla="*/ 5409 w 10000"/>
                <a:gd name="connsiteY41" fmla="*/ 8947 h 10039"/>
                <a:gd name="connsiteX42" fmla="*/ 5884 w 10000"/>
                <a:gd name="connsiteY42" fmla="*/ 8740 h 10039"/>
                <a:gd name="connsiteX43" fmla="*/ 6040 w 10000"/>
                <a:gd name="connsiteY43" fmla="*/ 8368 h 10039"/>
                <a:gd name="connsiteX44" fmla="*/ 6382 w 10000"/>
                <a:gd name="connsiteY44" fmla="*/ 7982 h 10039"/>
                <a:gd name="connsiteX45" fmla="*/ 6428 w 10000"/>
                <a:gd name="connsiteY45" fmla="*/ 8181 h 10039"/>
                <a:gd name="connsiteX46" fmla="*/ 6444 w 10000"/>
                <a:gd name="connsiteY46" fmla="*/ 8428 h 10039"/>
                <a:gd name="connsiteX47" fmla="*/ 6766 w 10000"/>
                <a:gd name="connsiteY47" fmla="*/ 9268 h 10039"/>
                <a:gd name="connsiteX0" fmla="*/ 7446 w 10000"/>
                <a:gd name="connsiteY0" fmla="*/ 9488 h 10039"/>
                <a:gd name="connsiteX1" fmla="*/ 7446 w 10000"/>
                <a:gd name="connsiteY1" fmla="*/ 8978 h 10039"/>
                <a:gd name="connsiteX2" fmla="*/ 7821 w 10000"/>
                <a:gd name="connsiteY2" fmla="*/ 8978 h 10039"/>
                <a:gd name="connsiteX3" fmla="*/ 8047 w 10000"/>
                <a:gd name="connsiteY3" fmla="*/ 8029 h 10039"/>
                <a:gd name="connsiteX4" fmla="*/ 8648 w 10000"/>
                <a:gd name="connsiteY4" fmla="*/ 7444 h 10039"/>
                <a:gd name="connsiteX5" fmla="*/ 8873 w 10000"/>
                <a:gd name="connsiteY5" fmla="*/ 6351 h 10039"/>
                <a:gd name="connsiteX6" fmla="*/ 8722 w 10000"/>
                <a:gd name="connsiteY6" fmla="*/ 5768 h 10039"/>
                <a:gd name="connsiteX7" fmla="*/ 9098 w 10000"/>
                <a:gd name="connsiteY7" fmla="*/ 4525 h 10039"/>
                <a:gd name="connsiteX8" fmla="*/ 9399 w 10000"/>
                <a:gd name="connsiteY8" fmla="*/ 4160 h 10039"/>
                <a:gd name="connsiteX9" fmla="*/ 10000 w 10000"/>
                <a:gd name="connsiteY9" fmla="*/ 3576 h 10039"/>
                <a:gd name="connsiteX10" fmla="*/ 9774 w 10000"/>
                <a:gd name="connsiteY10" fmla="*/ 3502 h 10039"/>
                <a:gd name="connsiteX11" fmla="*/ 9399 w 10000"/>
                <a:gd name="connsiteY11" fmla="*/ 3140 h 10039"/>
                <a:gd name="connsiteX12" fmla="*/ 9173 w 10000"/>
                <a:gd name="connsiteY12" fmla="*/ 2044 h 10039"/>
                <a:gd name="connsiteX13" fmla="*/ 9173 w 10000"/>
                <a:gd name="connsiteY13" fmla="*/ 1460 h 10039"/>
                <a:gd name="connsiteX14" fmla="*/ 9098 w 10000"/>
                <a:gd name="connsiteY14" fmla="*/ 729 h 10039"/>
                <a:gd name="connsiteX15" fmla="*/ 8873 w 10000"/>
                <a:gd name="connsiteY15" fmla="*/ 511 h 10039"/>
                <a:gd name="connsiteX16" fmla="*/ 8497 w 10000"/>
                <a:gd name="connsiteY16" fmla="*/ 219 h 10039"/>
                <a:gd name="connsiteX17" fmla="*/ 8272 w 10000"/>
                <a:gd name="connsiteY17" fmla="*/ 0 h 10039"/>
                <a:gd name="connsiteX18" fmla="*/ 7821 w 10000"/>
                <a:gd name="connsiteY18" fmla="*/ 293 h 10039"/>
                <a:gd name="connsiteX19" fmla="*/ 7370 w 10000"/>
                <a:gd name="connsiteY19" fmla="*/ 729 h 10039"/>
                <a:gd name="connsiteX20" fmla="*/ 6769 w 10000"/>
                <a:gd name="connsiteY20" fmla="*/ 729 h 10039"/>
                <a:gd name="connsiteX21" fmla="*/ 5717 w 10000"/>
                <a:gd name="connsiteY21" fmla="*/ 729 h 10039"/>
                <a:gd name="connsiteX22" fmla="*/ 5717 w 10000"/>
                <a:gd name="connsiteY22" fmla="*/ 658 h 10039"/>
                <a:gd name="connsiteX23" fmla="*/ 5643 w 10000"/>
                <a:gd name="connsiteY23" fmla="*/ 729 h 10039"/>
                <a:gd name="connsiteX24" fmla="*/ 1961 w 10000"/>
                <a:gd name="connsiteY24" fmla="*/ 729 h 10039"/>
                <a:gd name="connsiteX25" fmla="*/ 1961 w 10000"/>
                <a:gd name="connsiteY25" fmla="*/ 2263 h 10039"/>
                <a:gd name="connsiteX26" fmla="*/ 1285 w 10000"/>
                <a:gd name="connsiteY26" fmla="*/ 2263 h 10039"/>
                <a:gd name="connsiteX27" fmla="*/ 1285 w 10000"/>
                <a:gd name="connsiteY27" fmla="*/ 2556 h 10039"/>
                <a:gd name="connsiteX28" fmla="*/ 1285 w 10000"/>
                <a:gd name="connsiteY28" fmla="*/ 5179 h 10039"/>
                <a:gd name="connsiteX29" fmla="*/ 1135 w 10000"/>
                <a:gd name="connsiteY29" fmla="*/ 5327 h 10039"/>
                <a:gd name="connsiteX30" fmla="*/ 684 w 10000"/>
                <a:gd name="connsiteY30" fmla="*/ 5621 h 10039"/>
                <a:gd name="connsiteX31" fmla="*/ 609 w 10000"/>
                <a:gd name="connsiteY31" fmla="*/ 5986 h 10039"/>
                <a:gd name="connsiteX32" fmla="*/ 384 w 10000"/>
                <a:gd name="connsiteY32" fmla="*/ 6351 h 10039"/>
                <a:gd name="connsiteX33" fmla="*/ 234 w 10000"/>
                <a:gd name="connsiteY33" fmla="*/ 6935 h 10039"/>
                <a:gd name="connsiteX34" fmla="*/ 8 w 10000"/>
                <a:gd name="connsiteY34" fmla="*/ 7593 h 10039"/>
                <a:gd name="connsiteX35" fmla="*/ 384 w 10000"/>
                <a:gd name="connsiteY35" fmla="*/ 7664 h 10039"/>
                <a:gd name="connsiteX36" fmla="*/ 458 w 10000"/>
                <a:gd name="connsiteY36" fmla="*/ 8245 h 10039"/>
                <a:gd name="connsiteX37" fmla="*/ 684 w 10000"/>
                <a:gd name="connsiteY37" fmla="*/ 8831 h 10039"/>
                <a:gd name="connsiteX38" fmla="*/ 1059 w 10000"/>
                <a:gd name="connsiteY38" fmla="*/ 10000 h 10039"/>
                <a:gd name="connsiteX39" fmla="*/ 4939 w 10000"/>
                <a:gd name="connsiteY39" fmla="*/ 9433 h 10039"/>
                <a:gd name="connsiteX40" fmla="*/ 4958 w 10000"/>
                <a:gd name="connsiteY40" fmla="*/ 9255 h 10039"/>
                <a:gd name="connsiteX41" fmla="*/ 5409 w 10000"/>
                <a:gd name="connsiteY41" fmla="*/ 8947 h 10039"/>
                <a:gd name="connsiteX42" fmla="*/ 5884 w 10000"/>
                <a:gd name="connsiteY42" fmla="*/ 8740 h 10039"/>
                <a:gd name="connsiteX43" fmla="*/ 6040 w 10000"/>
                <a:gd name="connsiteY43" fmla="*/ 8368 h 10039"/>
                <a:gd name="connsiteX44" fmla="*/ 6382 w 10000"/>
                <a:gd name="connsiteY44" fmla="*/ 7982 h 10039"/>
                <a:gd name="connsiteX45" fmla="*/ 6428 w 10000"/>
                <a:gd name="connsiteY45" fmla="*/ 8181 h 10039"/>
                <a:gd name="connsiteX46" fmla="*/ 6444 w 10000"/>
                <a:gd name="connsiteY46" fmla="*/ 8428 h 10039"/>
                <a:gd name="connsiteX47" fmla="*/ 6766 w 10000"/>
                <a:gd name="connsiteY47" fmla="*/ 9268 h 10039"/>
                <a:gd name="connsiteX0" fmla="*/ 7446 w 10000"/>
                <a:gd name="connsiteY0" fmla="*/ 9488 h 10056"/>
                <a:gd name="connsiteX1" fmla="*/ 7446 w 10000"/>
                <a:gd name="connsiteY1" fmla="*/ 8978 h 10056"/>
                <a:gd name="connsiteX2" fmla="*/ 7821 w 10000"/>
                <a:gd name="connsiteY2" fmla="*/ 8978 h 10056"/>
                <a:gd name="connsiteX3" fmla="*/ 8047 w 10000"/>
                <a:gd name="connsiteY3" fmla="*/ 8029 h 10056"/>
                <a:gd name="connsiteX4" fmla="*/ 8648 w 10000"/>
                <a:gd name="connsiteY4" fmla="*/ 7444 h 10056"/>
                <a:gd name="connsiteX5" fmla="*/ 8873 w 10000"/>
                <a:gd name="connsiteY5" fmla="*/ 6351 h 10056"/>
                <a:gd name="connsiteX6" fmla="*/ 8722 w 10000"/>
                <a:gd name="connsiteY6" fmla="*/ 5768 h 10056"/>
                <a:gd name="connsiteX7" fmla="*/ 9098 w 10000"/>
                <a:gd name="connsiteY7" fmla="*/ 4525 h 10056"/>
                <a:gd name="connsiteX8" fmla="*/ 9399 w 10000"/>
                <a:gd name="connsiteY8" fmla="*/ 4160 h 10056"/>
                <a:gd name="connsiteX9" fmla="*/ 10000 w 10000"/>
                <a:gd name="connsiteY9" fmla="*/ 3576 h 10056"/>
                <a:gd name="connsiteX10" fmla="*/ 9774 w 10000"/>
                <a:gd name="connsiteY10" fmla="*/ 3502 h 10056"/>
                <a:gd name="connsiteX11" fmla="*/ 9399 w 10000"/>
                <a:gd name="connsiteY11" fmla="*/ 3140 h 10056"/>
                <a:gd name="connsiteX12" fmla="*/ 9173 w 10000"/>
                <a:gd name="connsiteY12" fmla="*/ 2044 h 10056"/>
                <a:gd name="connsiteX13" fmla="*/ 9173 w 10000"/>
                <a:gd name="connsiteY13" fmla="*/ 1460 h 10056"/>
                <a:gd name="connsiteX14" fmla="*/ 9098 w 10000"/>
                <a:gd name="connsiteY14" fmla="*/ 729 h 10056"/>
                <a:gd name="connsiteX15" fmla="*/ 8873 w 10000"/>
                <a:gd name="connsiteY15" fmla="*/ 511 h 10056"/>
                <a:gd name="connsiteX16" fmla="*/ 8497 w 10000"/>
                <a:gd name="connsiteY16" fmla="*/ 219 h 10056"/>
                <a:gd name="connsiteX17" fmla="*/ 8272 w 10000"/>
                <a:gd name="connsiteY17" fmla="*/ 0 h 10056"/>
                <a:gd name="connsiteX18" fmla="*/ 7821 w 10000"/>
                <a:gd name="connsiteY18" fmla="*/ 293 h 10056"/>
                <a:gd name="connsiteX19" fmla="*/ 7370 w 10000"/>
                <a:gd name="connsiteY19" fmla="*/ 729 h 10056"/>
                <a:gd name="connsiteX20" fmla="*/ 6769 w 10000"/>
                <a:gd name="connsiteY20" fmla="*/ 729 h 10056"/>
                <a:gd name="connsiteX21" fmla="*/ 5717 w 10000"/>
                <a:gd name="connsiteY21" fmla="*/ 729 h 10056"/>
                <a:gd name="connsiteX22" fmla="*/ 5717 w 10000"/>
                <a:gd name="connsiteY22" fmla="*/ 658 h 10056"/>
                <a:gd name="connsiteX23" fmla="*/ 5643 w 10000"/>
                <a:gd name="connsiteY23" fmla="*/ 729 h 10056"/>
                <a:gd name="connsiteX24" fmla="*/ 1961 w 10000"/>
                <a:gd name="connsiteY24" fmla="*/ 729 h 10056"/>
                <a:gd name="connsiteX25" fmla="*/ 1961 w 10000"/>
                <a:gd name="connsiteY25" fmla="*/ 2263 h 10056"/>
                <a:gd name="connsiteX26" fmla="*/ 1285 w 10000"/>
                <a:gd name="connsiteY26" fmla="*/ 2263 h 10056"/>
                <a:gd name="connsiteX27" fmla="*/ 1285 w 10000"/>
                <a:gd name="connsiteY27" fmla="*/ 2556 h 10056"/>
                <a:gd name="connsiteX28" fmla="*/ 1285 w 10000"/>
                <a:gd name="connsiteY28" fmla="*/ 5179 h 10056"/>
                <a:gd name="connsiteX29" fmla="*/ 1135 w 10000"/>
                <a:gd name="connsiteY29" fmla="*/ 5327 h 10056"/>
                <a:gd name="connsiteX30" fmla="*/ 684 w 10000"/>
                <a:gd name="connsiteY30" fmla="*/ 5621 h 10056"/>
                <a:gd name="connsiteX31" fmla="*/ 609 w 10000"/>
                <a:gd name="connsiteY31" fmla="*/ 5986 h 10056"/>
                <a:gd name="connsiteX32" fmla="*/ 384 w 10000"/>
                <a:gd name="connsiteY32" fmla="*/ 6351 h 10056"/>
                <a:gd name="connsiteX33" fmla="*/ 234 w 10000"/>
                <a:gd name="connsiteY33" fmla="*/ 6935 h 10056"/>
                <a:gd name="connsiteX34" fmla="*/ 8 w 10000"/>
                <a:gd name="connsiteY34" fmla="*/ 7593 h 10056"/>
                <a:gd name="connsiteX35" fmla="*/ 384 w 10000"/>
                <a:gd name="connsiteY35" fmla="*/ 7664 h 10056"/>
                <a:gd name="connsiteX36" fmla="*/ 458 w 10000"/>
                <a:gd name="connsiteY36" fmla="*/ 8245 h 10056"/>
                <a:gd name="connsiteX37" fmla="*/ 684 w 10000"/>
                <a:gd name="connsiteY37" fmla="*/ 8831 h 10056"/>
                <a:gd name="connsiteX38" fmla="*/ 1059 w 10000"/>
                <a:gd name="connsiteY38" fmla="*/ 10000 h 10056"/>
                <a:gd name="connsiteX39" fmla="*/ 4315 w 10000"/>
                <a:gd name="connsiteY39" fmla="*/ 9657 h 10056"/>
                <a:gd name="connsiteX40" fmla="*/ 4958 w 10000"/>
                <a:gd name="connsiteY40" fmla="*/ 9255 h 10056"/>
                <a:gd name="connsiteX41" fmla="*/ 5409 w 10000"/>
                <a:gd name="connsiteY41" fmla="*/ 8947 h 10056"/>
                <a:gd name="connsiteX42" fmla="*/ 5884 w 10000"/>
                <a:gd name="connsiteY42" fmla="*/ 8740 h 10056"/>
                <a:gd name="connsiteX43" fmla="*/ 6040 w 10000"/>
                <a:gd name="connsiteY43" fmla="*/ 8368 h 10056"/>
                <a:gd name="connsiteX44" fmla="*/ 6382 w 10000"/>
                <a:gd name="connsiteY44" fmla="*/ 7982 h 10056"/>
                <a:gd name="connsiteX45" fmla="*/ 6428 w 10000"/>
                <a:gd name="connsiteY45" fmla="*/ 8181 h 10056"/>
                <a:gd name="connsiteX46" fmla="*/ 6444 w 10000"/>
                <a:gd name="connsiteY46" fmla="*/ 8428 h 10056"/>
                <a:gd name="connsiteX47" fmla="*/ 6766 w 10000"/>
                <a:gd name="connsiteY47" fmla="*/ 9268 h 10056"/>
                <a:gd name="connsiteX0" fmla="*/ 7446 w 10000"/>
                <a:gd name="connsiteY0" fmla="*/ 9488 h 10056"/>
                <a:gd name="connsiteX1" fmla="*/ 7446 w 10000"/>
                <a:gd name="connsiteY1" fmla="*/ 8978 h 10056"/>
                <a:gd name="connsiteX2" fmla="*/ 7821 w 10000"/>
                <a:gd name="connsiteY2" fmla="*/ 8978 h 10056"/>
                <a:gd name="connsiteX3" fmla="*/ 8047 w 10000"/>
                <a:gd name="connsiteY3" fmla="*/ 8029 h 10056"/>
                <a:gd name="connsiteX4" fmla="*/ 8648 w 10000"/>
                <a:gd name="connsiteY4" fmla="*/ 7444 h 10056"/>
                <a:gd name="connsiteX5" fmla="*/ 8873 w 10000"/>
                <a:gd name="connsiteY5" fmla="*/ 6351 h 10056"/>
                <a:gd name="connsiteX6" fmla="*/ 8722 w 10000"/>
                <a:gd name="connsiteY6" fmla="*/ 5768 h 10056"/>
                <a:gd name="connsiteX7" fmla="*/ 9098 w 10000"/>
                <a:gd name="connsiteY7" fmla="*/ 4525 h 10056"/>
                <a:gd name="connsiteX8" fmla="*/ 9399 w 10000"/>
                <a:gd name="connsiteY8" fmla="*/ 4160 h 10056"/>
                <a:gd name="connsiteX9" fmla="*/ 10000 w 10000"/>
                <a:gd name="connsiteY9" fmla="*/ 3576 h 10056"/>
                <a:gd name="connsiteX10" fmla="*/ 9774 w 10000"/>
                <a:gd name="connsiteY10" fmla="*/ 3502 h 10056"/>
                <a:gd name="connsiteX11" fmla="*/ 9399 w 10000"/>
                <a:gd name="connsiteY11" fmla="*/ 3140 h 10056"/>
                <a:gd name="connsiteX12" fmla="*/ 9173 w 10000"/>
                <a:gd name="connsiteY12" fmla="*/ 2044 h 10056"/>
                <a:gd name="connsiteX13" fmla="*/ 9173 w 10000"/>
                <a:gd name="connsiteY13" fmla="*/ 1460 h 10056"/>
                <a:gd name="connsiteX14" fmla="*/ 9098 w 10000"/>
                <a:gd name="connsiteY14" fmla="*/ 729 h 10056"/>
                <a:gd name="connsiteX15" fmla="*/ 8873 w 10000"/>
                <a:gd name="connsiteY15" fmla="*/ 511 h 10056"/>
                <a:gd name="connsiteX16" fmla="*/ 8497 w 10000"/>
                <a:gd name="connsiteY16" fmla="*/ 219 h 10056"/>
                <a:gd name="connsiteX17" fmla="*/ 8272 w 10000"/>
                <a:gd name="connsiteY17" fmla="*/ 0 h 10056"/>
                <a:gd name="connsiteX18" fmla="*/ 7821 w 10000"/>
                <a:gd name="connsiteY18" fmla="*/ 293 h 10056"/>
                <a:gd name="connsiteX19" fmla="*/ 7370 w 10000"/>
                <a:gd name="connsiteY19" fmla="*/ 729 h 10056"/>
                <a:gd name="connsiteX20" fmla="*/ 6769 w 10000"/>
                <a:gd name="connsiteY20" fmla="*/ 729 h 10056"/>
                <a:gd name="connsiteX21" fmla="*/ 5717 w 10000"/>
                <a:gd name="connsiteY21" fmla="*/ 729 h 10056"/>
                <a:gd name="connsiteX22" fmla="*/ 5717 w 10000"/>
                <a:gd name="connsiteY22" fmla="*/ 658 h 10056"/>
                <a:gd name="connsiteX23" fmla="*/ 5643 w 10000"/>
                <a:gd name="connsiteY23" fmla="*/ 729 h 10056"/>
                <a:gd name="connsiteX24" fmla="*/ 1961 w 10000"/>
                <a:gd name="connsiteY24" fmla="*/ 729 h 10056"/>
                <a:gd name="connsiteX25" fmla="*/ 1961 w 10000"/>
                <a:gd name="connsiteY25" fmla="*/ 2263 h 10056"/>
                <a:gd name="connsiteX26" fmla="*/ 1285 w 10000"/>
                <a:gd name="connsiteY26" fmla="*/ 2263 h 10056"/>
                <a:gd name="connsiteX27" fmla="*/ 1285 w 10000"/>
                <a:gd name="connsiteY27" fmla="*/ 2556 h 10056"/>
                <a:gd name="connsiteX28" fmla="*/ 1285 w 10000"/>
                <a:gd name="connsiteY28" fmla="*/ 5179 h 10056"/>
                <a:gd name="connsiteX29" fmla="*/ 1135 w 10000"/>
                <a:gd name="connsiteY29" fmla="*/ 5327 h 10056"/>
                <a:gd name="connsiteX30" fmla="*/ 684 w 10000"/>
                <a:gd name="connsiteY30" fmla="*/ 5621 h 10056"/>
                <a:gd name="connsiteX31" fmla="*/ 609 w 10000"/>
                <a:gd name="connsiteY31" fmla="*/ 5986 h 10056"/>
                <a:gd name="connsiteX32" fmla="*/ 384 w 10000"/>
                <a:gd name="connsiteY32" fmla="*/ 6351 h 10056"/>
                <a:gd name="connsiteX33" fmla="*/ 234 w 10000"/>
                <a:gd name="connsiteY33" fmla="*/ 6935 h 10056"/>
                <a:gd name="connsiteX34" fmla="*/ 8 w 10000"/>
                <a:gd name="connsiteY34" fmla="*/ 7593 h 10056"/>
                <a:gd name="connsiteX35" fmla="*/ 384 w 10000"/>
                <a:gd name="connsiteY35" fmla="*/ 7664 h 10056"/>
                <a:gd name="connsiteX36" fmla="*/ 458 w 10000"/>
                <a:gd name="connsiteY36" fmla="*/ 8245 h 10056"/>
                <a:gd name="connsiteX37" fmla="*/ 684 w 10000"/>
                <a:gd name="connsiteY37" fmla="*/ 8831 h 10056"/>
                <a:gd name="connsiteX38" fmla="*/ 1059 w 10000"/>
                <a:gd name="connsiteY38" fmla="*/ 10000 h 10056"/>
                <a:gd name="connsiteX39" fmla="*/ 4315 w 10000"/>
                <a:gd name="connsiteY39" fmla="*/ 9657 h 10056"/>
                <a:gd name="connsiteX40" fmla="*/ 5064 w 10000"/>
                <a:gd name="connsiteY40" fmla="*/ 9274 h 10056"/>
                <a:gd name="connsiteX41" fmla="*/ 5409 w 10000"/>
                <a:gd name="connsiteY41" fmla="*/ 8947 h 10056"/>
                <a:gd name="connsiteX42" fmla="*/ 5884 w 10000"/>
                <a:gd name="connsiteY42" fmla="*/ 8740 h 10056"/>
                <a:gd name="connsiteX43" fmla="*/ 6040 w 10000"/>
                <a:gd name="connsiteY43" fmla="*/ 8368 h 10056"/>
                <a:gd name="connsiteX44" fmla="*/ 6382 w 10000"/>
                <a:gd name="connsiteY44" fmla="*/ 7982 h 10056"/>
                <a:gd name="connsiteX45" fmla="*/ 6428 w 10000"/>
                <a:gd name="connsiteY45" fmla="*/ 8181 h 10056"/>
                <a:gd name="connsiteX46" fmla="*/ 6444 w 10000"/>
                <a:gd name="connsiteY46" fmla="*/ 8428 h 10056"/>
                <a:gd name="connsiteX47" fmla="*/ 6766 w 10000"/>
                <a:gd name="connsiteY47" fmla="*/ 9268 h 10056"/>
                <a:gd name="connsiteX0" fmla="*/ 7446 w 10000"/>
                <a:gd name="connsiteY0" fmla="*/ 9488 h 10056"/>
                <a:gd name="connsiteX1" fmla="*/ 7446 w 10000"/>
                <a:gd name="connsiteY1" fmla="*/ 8978 h 10056"/>
                <a:gd name="connsiteX2" fmla="*/ 7821 w 10000"/>
                <a:gd name="connsiteY2" fmla="*/ 8978 h 10056"/>
                <a:gd name="connsiteX3" fmla="*/ 8047 w 10000"/>
                <a:gd name="connsiteY3" fmla="*/ 8029 h 10056"/>
                <a:gd name="connsiteX4" fmla="*/ 8648 w 10000"/>
                <a:gd name="connsiteY4" fmla="*/ 7444 h 10056"/>
                <a:gd name="connsiteX5" fmla="*/ 8873 w 10000"/>
                <a:gd name="connsiteY5" fmla="*/ 6351 h 10056"/>
                <a:gd name="connsiteX6" fmla="*/ 8722 w 10000"/>
                <a:gd name="connsiteY6" fmla="*/ 5768 h 10056"/>
                <a:gd name="connsiteX7" fmla="*/ 9098 w 10000"/>
                <a:gd name="connsiteY7" fmla="*/ 4525 h 10056"/>
                <a:gd name="connsiteX8" fmla="*/ 9399 w 10000"/>
                <a:gd name="connsiteY8" fmla="*/ 4160 h 10056"/>
                <a:gd name="connsiteX9" fmla="*/ 10000 w 10000"/>
                <a:gd name="connsiteY9" fmla="*/ 3576 h 10056"/>
                <a:gd name="connsiteX10" fmla="*/ 9774 w 10000"/>
                <a:gd name="connsiteY10" fmla="*/ 3502 h 10056"/>
                <a:gd name="connsiteX11" fmla="*/ 9399 w 10000"/>
                <a:gd name="connsiteY11" fmla="*/ 3140 h 10056"/>
                <a:gd name="connsiteX12" fmla="*/ 9173 w 10000"/>
                <a:gd name="connsiteY12" fmla="*/ 2044 h 10056"/>
                <a:gd name="connsiteX13" fmla="*/ 9173 w 10000"/>
                <a:gd name="connsiteY13" fmla="*/ 1460 h 10056"/>
                <a:gd name="connsiteX14" fmla="*/ 9098 w 10000"/>
                <a:gd name="connsiteY14" fmla="*/ 729 h 10056"/>
                <a:gd name="connsiteX15" fmla="*/ 8873 w 10000"/>
                <a:gd name="connsiteY15" fmla="*/ 511 h 10056"/>
                <a:gd name="connsiteX16" fmla="*/ 8497 w 10000"/>
                <a:gd name="connsiteY16" fmla="*/ 219 h 10056"/>
                <a:gd name="connsiteX17" fmla="*/ 8272 w 10000"/>
                <a:gd name="connsiteY17" fmla="*/ 0 h 10056"/>
                <a:gd name="connsiteX18" fmla="*/ 7821 w 10000"/>
                <a:gd name="connsiteY18" fmla="*/ 293 h 10056"/>
                <a:gd name="connsiteX19" fmla="*/ 7370 w 10000"/>
                <a:gd name="connsiteY19" fmla="*/ 729 h 10056"/>
                <a:gd name="connsiteX20" fmla="*/ 6769 w 10000"/>
                <a:gd name="connsiteY20" fmla="*/ 729 h 10056"/>
                <a:gd name="connsiteX21" fmla="*/ 5717 w 10000"/>
                <a:gd name="connsiteY21" fmla="*/ 729 h 10056"/>
                <a:gd name="connsiteX22" fmla="*/ 5717 w 10000"/>
                <a:gd name="connsiteY22" fmla="*/ 658 h 10056"/>
                <a:gd name="connsiteX23" fmla="*/ 5643 w 10000"/>
                <a:gd name="connsiteY23" fmla="*/ 729 h 10056"/>
                <a:gd name="connsiteX24" fmla="*/ 1961 w 10000"/>
                <a:gd name="connsiteY24" fmla="*/ 729 h 10056"/>
                <a:gd name="connsiteX25" fmla="*/ 1961 w 10000"/>
                <a:gd name="connsiteY25" fmla="*/ 2263 h 10056"/>
                <a:gd name="connsiteX26" fmla="*/ 1285 w 10000"/>
                <a:gd name="connsiteY26" fmla="*/ 2263 h 10056"/>
                <a:gd name="connsiteX27" fmla="*/ 1285 w 10000"/>
                <a:gd name="connsiteY27" fmla="*/ 2556 h 10056"/>
                <a:gd name="connsiteX28" fmla="*/ 1285 w 10000"/>
                <a:gd name="connsiteY28" fmla="*/ 5179 h 10056"/>
                <a:gd name="connsiteX29" fmla="*/ 1135 w 10000"/>
                <a:gd name="connsiteY29" fmla="*/ 5327 h 10056"/>
                <a:gd name="connsiteX30" fmla="*/ 684 w 10000"/>
                <a:gd name="connsiteY30" fmla="*/ 5621 h 10056"/>
                <a:gd name="connsiteX31" fmla="*/ 609 w 10000"/>
                <a:gd name="connsiteY31" fmla="*/ 5986 h 10056"/>
                <a:gd name="connsiteX32" fmla="*/ 384 w 10000"/>
                <a:gd name="connsiteY32" fmla="*/ 6351 h 10056"/>
                <a:gd name="connsiteX33" fmla="*/ 234 w 10000"/>
                <a:gd name="connsiteY33" fmla="*/ 6935 h 10056"/>
                <a:gd name="connsiteX34" fmla="*/ 8 w 10000"/>
                <a:gd name="connsiteY34" fmla="*/ 7593 h 10056"/>
                <a:gd name="connsiteX35" fmla="*/ 384 w 10000"/>
                <a:gd name="connsiteY35" fmla="*/ 7664 h 10056"/>
                <a:gd name="connsiteX36" fmla="*/ 458 w 10000"/>
                <a:gd name="connsiteY36" fmla="*/ 8245 h 10056"/>
                <a:gd name="connsiteX37" fmla="*/ 684 w 10000"/>
                <a:gd name="connsiteY37" fmla="*/ 8831 h 10056"/>
                <a:gd name="connsiteX38" fmla="*/ 1059 w 10000"/>
                <a:gd name="connsiteY38" fmla="*/ 10000 h 10056"/>
                <a:gd name="connsiteX39" fmla="*/ 4315 w 10000"/>
                <a:gd name="connsiteY39" fmla="*/ 9657 h 10056"/>
                <a:gd name="connsiteX40" fmla="*/ 5064 w 10000"/>
                <a:gd name="connsiteY40" fmla="*/ 9274 h 10056"/>
                <a:gd name="connsiteX41" fmla="*/ 5457 w 10000"/>
                <a:gd name="connsiteY41" fmla="*/ 8984 h 10056"/>
                <a:gd name="connsiteX42" fmla="*/ 5884 w 10000"/>
                <a:gd name="connsiteY42" fmla="*/ 8740 h 10056"/>
                <a:gd name="connsiteX43" fmla="*/ 6040 w 10000"/>
                <a:gd name="connsiteY43" fmla="*/ 8368 h 10056"/>
                <a:gd name="connsiteX44" fmla="*/ 6382 w 10000"/>
                <a:gd name="connsiteY44" fmla="*/ 7982 h 10056"/>
                <a:gd name="connsiteX45" fmla="*/ 6428 w 10000"/>
                <a:gd name="connsiteY45" fmla="*/ 8181 h 10056"/>
                <a:gd name="connsiteX46" fmla="*/ 6444 w 10000"/>
                <a:gd name="connsiteY46" fmla="*/ 8428 h 10056"/>
                <a:gd name="connsiteX47" fmla="*/ 6766 w 10000"/>
                <a:gd name="connsiteY47" fmla="*/ 9268 h 10056"/>
                <a:gd name="connsiteX0" fmla="*/ 7446 w 10000"/>
                <a:gd name="connsiteY0" fmla="*/ 9488 h 10031"/>
                <a:gd name="connsiteX1" fmla="*/ 7446 w 10000"/>
                <a:gd name="connsiteY1" fmla="*/ 8978 h 10031"/>
                <a:gd name="connsiteX2" fmla="*/ 7821 w 10000"/>
                <a:gd name="connsiteY2" fmla="*/ 8978 h 10031"/>
                <a:gd name="connsiteX3" fmla="*/ 8047 w 10000"/>
                <a:gd name="connsiteY3" fmla="*/ 8029 h 10031"/>
                <a:gd name="connsiteX4" fmla="*/ 8648 w 10000"/>
                <a:gd name="connsiteY4" fmla="*/ 7444 h 10031"/>
                <a:gd name="connsiteX5" fmla="*/ 8873 w 10000"/>
                <a:gd name="connsiteY5" fmla="*/ 6351 h 10031"/>
                <a:gd name="connsiteX6" fmla="*/ 8722 w 10000"/>
                <a:gd name="connsiteY6" fmla="*/ 5768 h 10031"/>
                <a:gd name="connsiteX7" fmla="*/ 9098 w 10000"/>
                <a:gd name="connsiteY7" fmla="*/ 4525 h 10031"/>
                <a:gd name="connsiteX8" fmla="*/ 9399 w 10000"/>
                <a:gd name="connsiteY8" fmla="*/ 4160 h 10031"/>
                <a:gd name="connsiteX9" fmla="*/ 10000 w 10000"/>
                <a:gd name="connsiteY9" fmla="*/ 3576 h 10031"/>
                <a:gd name="connsiteX10" fmla="*/ 9774 w 10000"/>
                <a:gd name="connsiteY10" fmla="*/ 3502 h 10031"/>
                <a:gd name="connsiteX11" fmla="*/ 9399 w 10000"/>
                <a:gd name="connsiteY11" fmla="*/ 3140 h 10031"/>
                <a:gd name="connsiteX12" fmla="*/ 9173 w 10000"/>
                <a:gd name="connsiteY12" fmla="*/ 2044 h 10031"/>
                <a:gd name="connsiteX13" fmla="*/ 9173 w 10000"/>
                <a:gd name="connsiteY13" fmla="*/ 1460 h 10031"/>
                <a:gd name="connsiteX14" fmla="*/ 9098 w 10000"/>
                <a:gd name="connsiteY14" fmla="*/ 729 h 10031"/>
                <a:gd name="connsiteX15" fmla="*/ 8873 w 10000"/>
                <a:gd name="connsiteY15" fmla="*/ 511 h 10031"/>
                <a:gd name="connsiteX16" fmla="*/ 8497 w 10000"/>
                <a:gd name="connsiteY16" fmla="*/ 219 h 10031"/>
                <a:gd name="connsiteX17" fmla="*/ 8272 w 10000"/>
                <a:gd name="connsiteY17" fmla="*/ 0 h 10031"/>
                <a:gd name="connsiteX18" fmla="*/ 7821 w 10000"/>
                <a:gd name="connsiteY18" fmla="*/ 293 h 10031"/>
                <a:gd name="connsiteX19" fmla="*/ 7370 w 10000"/>
                <a:gd name="connsiteY19" fmla="*/ 729 h 10031"/>
                <a:gd name="connsiteX20" fmla="*/ 6769 w 10000"/>
                <a:gd name="connsiteY20" fmla="*/ 729 h 10031"/>
                <a:gd name="connsiteX21" fmla="*/ 5717 w 10000"/>
                <a:gd name="connsiteY21" fmla="*/ 729 h 10031"/>
                <a:gd name="connsiteX22" fmla="*/ 5717 w 10000"/>
                <a:gd name="connsiteY22" fmla="*/ 658 h 10031"/>
                <a:gd name="connsiteX23" fmla="*/ 5643 w 10000"/>
                <a:gd name="connsiteY23" fmla="*/ 729 h 10031"/>
                <a:gd name="connsiteX24" fmla="*/ 1961 w 10000"/>
                <a:gd name="connsiteY24" fmla="*/ 729 h 10031"/>
                <a:gd name="connsiteX25" fmla="*/ 1961 w 10000"/>
                <a:gd name="connsiteY25" fmla="*/ 2263 h 10031"/>
                <a:gd name="connsiteX26" fmla="*/ 1285 w 10000"/>
                <a:gd name="connsiteY26" fmla="*/ 2263 h 10031"/>
                <a:gd name="connsiteX27" fmla="*/ 1285 w 10000"/>
                <a:gd name="connsiteY27" fmla="*/ 2556 h 10031"/>
                <a:gd name="connsiteX28" fmla="*/ 1285 w 10000"/>
                <a:gd name="connsiteY28" fmla="*/ 5179 h 10031"/>
                <a:gd name="connsiteX29" fmla="*/ 1135 w 10000"/>
                <a:gd name="connsiteY29" fmla="*/ 5327 h 10031"/>
                <a:gd name="connsiteX30" fmla="*/ 684 w 10000"/>
                <a:gd name="connsiteY30" fmla="*/ 5621 h 10031"/>
                <a:gd name="connsiteX31" fmla="*/ 609 w 10000"/>
                <a:gd name="connsiteY31" fmla="*/ 5986 h 10031"/>
                <a:gd name="connsiteX32" fmla="*/ 384 w 10000"/>
                <a:gd name="connsiteY32" fmla="*/ 6351 h 10031"/>
                <a:gd name="connsiteX33" fmla="*/ 234 w 10000"/>
                <a:gd name="connsiteY33" fmla="*/ 6935 h 10031"/>
                <a:gd name="connsiteX34" fmla="*/ 8 w 10000"/>
                <a:gd name="connsiteY34" fmla="*/ 7593 h 10031"/>
                <a:gd name="connsiteX35" fmla="*/ 384 w 10000"/>
                <a:gd name="connsiteY35" fmla="*/ 7664 h 10031"/>
                <a:gd name="connsiteX36" fmla="*/ 458 w 10000"/>
                <a:gd name="connsiteY36" fmla="*/ 8245 h 10031"/>
                <a:gd name="connsiteX37" fmla="*/ 684 w 10000"/>
                <a:gd name="connsiteY37" fmla="*/ 8831 h 10031"/>
                <a:gd name="connsiteX38" fmla="*/ 1059 w 10000"/>
                <a:gd name="connsiteY38" fmla="*/ 10000 h 10031"/>
                <a:gd name="connsiteX39" fmla="*/ 4373 w 10000"/>
                <a:gd name="connsiteY39" fmla="*/ 9246 h 10031"/>
                <a:gd name="connsiteX40" fmla="*/ 5064 w 10000"/>
                <a:gd name="connsiteY40" fmla="*/ 9274 h 10031"/>
                <a:gd name="connsiteX41" fmla="*/ 5457 w 10000"/>
                <a:gd name="connsiteY41" fmla="*/ 8984 h 10031"/>
                <a:gd name="connsiteX42" fmla="*/ 5884 w 10000"/>
                <a:gd name="connsiteY42" fmla="*/ 8740 h 10031"/>
                <a:gd name="connsiteX43" fmla="*/ 6040 w 10000"/>
                <a:gd name="connsiteY43" fmla="*/ 8368 h 10031"/>
                <a:gd name="connsiteX44" fmla="*/ 6382 w 10000"/>
                <a:gd name="connsiteY44" fmla="*/ 7982 h 10031"/>
                <a:gd name="connsiteX45" fmla="*/ 6428 w 10000"/>
                <a:gd name="connsiteY45" fmla="*/ 8181 h 10031"/>
                <a:gd name="connsiteX46" fmla="*/ 6444 w 10000"/>
                <a:gd name="connsiteY46" fmla="*/ 8428 h 10031"/>
                <a:gd name="connsiteX47" fmla="*/ 6766 w 10000"/>
                <a:gd name="connsiteY47" fmla="*/ 9268 h 10031"/>
                <a:gd name="connsiteX0" fmla="*/ 7446 w 10000"/>
                <a:gd name="connsiteY0" fmla="*/ 9488 h 10031"/>
                <a:gd name="connsiteX1" fmla="*/ 7446 w 10000"/>
                <a:gd name="connsiteY1" fmla="*/ 8978 h 10031"/>
                <a:gd name="connsiteX2" fmla="*/ 7821 w 10000"/>
                <a:gd name="connsiteY2" fmla="*/ 8978 h 10031"/>
                <a:gd name="connsiteX3" fmla="*/ 8047 w 10000"/>
                <a:gd name="connsiteY3" fmla="*/ 8029 h 10031"/>
                <a:gd name="connsiteX4" fmla="*/ 8648 w 10000"/>
                <a:gd name="connsiteY4" fmla="*/ 7444 h 10031"/>
                <a:gd name="connsiteX5" fmla="*/ 8873 w 10000"/>
                <a:gd name="connsiteY5" fmla="*/ 6351 h 10031"/>
                <a:gd name="connsiteX6" fmla="*/ 8722 w 10000"/>
                <a:gd name="connsiteY6" fmla="*/ 5768 h 10031"/>
                <a:gd name="connsiteX7" fmla="*/ 9098 w 10000"/>
                <a:gd name="connsiteY7" fmla="*/ 4525 h 10031"/>
                <a:gd name="connsiteX8" fmla="*/ 9399 w 10000"/>
                <a:gd name="connsiteY8" fmla="*/ 4160 h 10031"/>
                <a:gd name="connsiteX9" fmla="*/ 10000 w 10000"/>
                <a:gd name="connsiteY9" fmla="*/ 3576 h 10031"/>
                <a:gd name="connsiteX10" fmla="*/ 9774 w 10000"/>
                <a:gd name="connsiteY10" fmla="*/ 3502 h 10031"/>
                <a:gd name="connsiteX11" fmla="*/ 9399 w 10000"/>
                <a:gd name="connsiteY11" fmla="*/ 3140 h 10031"/>
                <a:gd name="connsiteX12" fmla="*/ 9173 w 10000"/>
                <a:gd name="connsiteY12" fmla="*/ 2044 h 10031"/>
                <a:gd name="connsiteX13" fmla="*/ 9173 w 10000"/>
                <a:gd name="connsiteY13" fmla="*/ 1460 h 10031"/>
                <a:gd name="connsiteX14" fmla="*/ 9098 w 10000"/>
                <a:gd name="connsiteY14" fmla="*/ 729 h 10031"/>
                <a:gd name="connsiteX15" fmla="*/ 8873 w 10000"/>
                <a:gd name="connsiteY15" fmla="*/ 511 h 10031"/>
                <a:gd name="connsiteX16" fmla="*/ 8497 w 10000"/>
                <a:gd name="connsiteY16" fmla="*/ 219 h 10031"/>
                <a:gd name="connsiteX17" fmla="*/ 8272 w 10000"/>
                <a:gd name="connsiteY17" fmla="*/ 0 h 10031"/>
                <a:gd name="connsiteX18" fmla="*/ 7821 w 10000"/>
                <a:gd name="connsiteY18" fmla="*/ 293 h 10031"/>
                <a:gd name="connsiteX19" fmla="*/ 7370 w 10000"/>
                <a:gd name="connsiteY19" fmla="*/ 729 h 10031"/>
                <a:gd name="connsiteX20" fmla="*/ 6769 w 10000"/>
                <a:gd name="connsiteY20" fmla="*/ 729 h 10031"/>
                <a:gd name="connsiteX21" fmla="*/ 5717 w 10000"/>
                <a:gd name="connsiteY21" fmla="*/ 729 h 10031"/>
                <a:gd name="connsiteX22" fmla="*/ 5717 w 10000"/>
                <a:gd name="connsiteY22" fmla="*/ 658 h 10031"/>
                <a:gd name="connsiteX23" fmla="*/ 5643 w 10000"/>
                <a:gd name="connsiteY23" fmla="*/ 729 h 10031"/>
                <a:gd name="connsiteX24" fmla="*/ 1961 w 10000"/>
                <a:gd name="connsiteY24" fmla="*/ 729 h 10031"/>
                <a:gd name="connsiteX25" fmla="*/ 1961 w 10000"/>
                <a:gd name="connsiteY25" fmla="*/ 2263 h 10031"/>
                <a:gd name="connsiteX26" fmla="*/ 1285 w 10000"/>
                <a:gd name="connsiteY26" fmla="*/ 2263 h 10031"/>
                <a:gd name="connsiteX27" fmla="*/ 1285 w 10000"/>
                <a:gd name="connsiteY27" fmla="*/ 2556 h 10031"/>
                <a:gd name="connsiteX28" fmla="*/ 1285 w 10000"/>
                <a:gd name="connsiteY28" fmla="*/ 5179 h 10031"/>
                <a:gd name="connsiteX29" fmla="*/ 1135 w 10000"/>
                <a:gd name="connsiteY29" fmla="*/ 5327 h 10031"/>
                <a:gd name="connsiteX30" fmla="*/ 684 w 10000"/>
                <a:gd name="connsiteY30" fmla="*/ 5621 h 10031"/>
                <a:gd name="connsiteX31" fmla="*/ 609 w 10000"/>
                <a:gd name="connsiteY31" fmla="*/ 5986 h 10031"/>
                <a:gd name="connsiteX32" fmla="*/ 384 w 10000"/>
                <a:gd name="connsiteY32" fmla="*/ 6351 h 10031"/>
                <a:gd name="connsiteX33" fmla="*/ 234 w 10000"/>
                <a:gd name="connsiteY33" fmla="*/ 6935 h 10031"/>
                <a:gd name="connsiteX34" fmla="*/ 8 w 10000"/>
                <a:gd name="connsiteY34" fmla="*/ 7593 h 10031"/>
                <a:gd name="connsiteX35" fmla="*/ 384 w 10000"/>
                <a:gd name="connsiteY35" fmla="*/ 7664 h 10031"/>
                <a:gd name="connsiteX36" fmla="*/ 458 w 10000"/>
                <a:gd name="connsiteY36" fmla="*/ 8245 h 10031"/>
                <a:gd name="connsiteX37" fmla="*/ 684 w 10000"/>
                <a:gd name="connsiteY37" fmla="*/ 8831 h 10031"/>
                <a:gd name="connsiteX38" fmla="*/ 1059 w 10000"/>
                <a:gd name="connsiteY38" fmla="*/ 10000 h 10031"/>
                <a:gd name="connsiteX39" fmla="*/ 4373 w 10000"/>
                <a:gd name="connsiteY39" fmla="*/ 9246 h 10031"/>
                <a:gd name="connsiteX40" fmla="*/ 5064 w 10000"/>
                <a:gd name="connsiteY40" fmla="*/ 9274 h 10031"/>
                <a:gd name="connsiteX41" fmla="*/ 5457 w 10000"/>
                <a:gd name="connsiteY41" fmla="*/ 8984 h 10031"/>
                <a:gd name="connsiteX42" fmla="*/ 5884 w 10000"/>
                <a:gd name="connsiteY42" fmla="*/ 8740 h 10031"/>
                <a:gd name="connsiteX43" fmla="*/ 6040 w 10000"/>
                <a:gd name="connsiteY43" fmla="*/ 8368 h 10031"/>
                <a:gd name="connsiteX44" fmla="*/ 6382 w 10000"/>
                <a:gd name="connsiteY44" fmla="*/ 7982 h 10031"/>
                <a:gd name="connsiteX45" fmla="*/ 6428 w 10000"/>
                <a:gd name="connsiteY45" fmla="*/ 8181 h 10031"/>
                <a:gd name="connsiteX46" fmla="*/ 6444 w 10000"/>
                <a:gd name="connsiteY46" fmla="*/ 8428 h 10031"/>
                <a:gd name="connsiteX47" fmla="*/ 6766 w 10000"/>
                <a:gd name="connsiteY47" fmla="*/ 9268 h 10031"/>
                <a:gd name="connsiteX0" fmla="*/ 7446 w 10000"/>
                <a:gd name="connsiteY0" fmla="*/ 9488 h 10031"/>
                <a:gd name="connsiteX1" fmla="*/ 7446 w 10000"/>
                <a:gd name="connsiteY1" fmla="*/ 8978 h 10031"/>
                <a:gd name="connsiteX2" fmla="*/ 7821 w 10000"/>
                <a:gd name="connsiteY2" fmla="*/ 8978 h 10031"/>
                <a:gd name="connsiteX3" fmla="*/ 8047 w 10000"/>
                <a:gd name="connsiteY3" fmla="*/ 8029 h 10031"/>
                <a:gd name="connsiteX4" fmla="*/ 8648 w 10000"/>
                <a:gd name="connsiteY4" fmla="*/ 7444 h 10031"/>
                <a:gd name="connsiteX5" fmla="*/ 8873 w 10000"/>
                <a:gd name="connsiteY5" fmla="*/ 6351 h 10031"/>
                <a:gd name="connsiteX6" fmla="*/ 8722 w 10000"/>
                <a:gd name="connsiteY6" fmla="*/ 5768 h 10031"/>
                <a:gd name="connsiteX7" fmla="*/ 9098 w 10000"/>
                <a:gd name="connsiteY7" fmla="*/ 4525 h 10031"/>
                <a:gd name="connsiteX8" fmla="*/ 9399 w 10000"/>
                <a:gd name="connsiteY8" fmla="*/ 4160 h 10031"/>
                <a:gd name="connsiteX9" fmla="*/ 10000 w 10000"/>
                <a:gd name="connsiteY9" fmla="*/ 3576 h 10031"/>
                <a:gd name="connsiteX10" fmla="*/ 9774 w 10000"/>
                <a:gd name="connsiteY10" fmla="*/ 3502 h 10031"/>
                <a:gd name="connsiteX11" fmla="*/ 9399 w 10000"/>
                <a:gd name="connsiteY11" fmla="*/ 3140 h 10031"/>
                <a:gd name="connsiteX12" fmla="*/ 9173 w 10000"/>
                <a:gd name="connsiteY12" fmla="*/ 2044 h 10031"/>
                <a:gd name="connsiteX13" fmla="*/ 9173 w 10000"/>
                <a:gd name="connsiteY13" fmla="*/ 1460 h 10031"/>
                <a:gd name="connsiteX14" fmla="*/ 9098 w 10000"/>
                <a:gd name="connsiteY14" fmla="*/ 729 h 10031"/>
                <a:gd name="connsiteX15" fmla="*/ 8873 w 10000"/>
                <a:gd name="connsiteY15" fmla="*/ 511 h 10031"/>
                <a:gd name="connsiteX16" fmla="*/ 8497 w 10000"/>
                <a:gd name="connsiteY16" fmla="*/ 219 h 10031"/>
                <a:gd name="connsiteX17" fmla="*/ 8272 w 10000"/>
                <a:gd name="connsiteY17" fmla="*/ 0 h 10031"/>
                <a:gd name="connsiteX18" fmla="*/ 7821 w 10000"/>
                <a:gd name="connsiteY18" fmla="*/ 293 h 10031"/>
                <a:gd name="connsiteX19" fmla="*/ 7370 w 10000"/>
                <a:gd name="connsiteY19" fmla="*/ 729 h 10031"/>
                <a:gd name="connsiteX20" fmla="*/ 6769 w 10000"/>
                <a:gd name="connsiteY20" fmla="*/ 729 h 10031"/>
                <a:gd name="connsiteX21" fmla="*/ 5717 w 10000"/>
                <a:gd name="connsiteY21" fmla="*/ 729 h 10031"/>
                <a:gd name="connsiteX22" fmla="*/ 5717 w 10000"/>
                <a:gd name="connsiteY22" fmla="*/ 658 h 10031"/>
                <a:gd name="connsiteX23" fmla="*/ 5643 w 10000"/>
                <a:gd name="connsiteY23" fmla="*/ 729 h 10031"/>
                <a:gd name="connsiteX24" fmla="*/ 1961 w 10000"/>
                <a:gd name="connsiteY24" fmla="*/ 729 h 10031"/>
                <a:gd name="connsiteX25" fmla="*/ 1961 w 10000"/>
                <a:gd name="connsiteY25" fmla="*/ 2263 h 10031"/>
                <a:gd name="connsiteX26" fmla="*/ 1285 w 10000"/>
                <a:gd name="connsiteY26" fmla="*/ 2263 h 10031"/>
                <a:gd name="connsiteX27" fmla="*/ 1285 w 10000"/>
                <a:gd name="connsiteY27" fmla="*/ 2556 h 10031"/>
                <a:gd name="connsiteX28" fmla="*/ 1285 w 10000"/>
                <a:gd name="connsiteY28" fmla="*/ 5179 h 10031"/>
                <a:gd name="connsiteX29" fmla="*/ 1135 w 10000"/>
                <a:gd name="connsiteY29" fmla="*/ 5327 h 10031"/>
                <a:gd name="connsiteX30" fmla="*/ 684 w 10000"/>
                <a:gd name="connsiteY30" fmla="*/ 5621 h 10031"/>
                <a:gd name="connsiteX31" fmla="*/ 609 w 10000"/>
                <a:gd name="connsiteY31" fmla="*/ 5986 h 10031"/>
                <a:gd name="connsiteX32" fmla="*/ 384 w 10000"/>
                <a:gd name="connsiteY32" fmla="*/ 6351 h 10031"/>
                <a:gd name="connsiteX33" fmla="*/ 234 w 10000"/>
                <a:gd name="connsiteY33" fmla="*/ 6935 h 10031"/>
                <a:gd name="connsiteX34" fmla="*/ 8 w 10000"/>
                <a:gd name="connsiteY34" fmla="*/ 7593 h 10031"/>
                <a:gd name="connsiteX35" fmla="*/ 384 w 10000"/>
                <a:gd name="connsiteY35" fmla="*/ 7664 h 10031"/>
                <a:gd name="connsiteX36" fmla="*/ 458 w 10000"/>
                <a:gd name="connsiteY36" fmla="*/ 8245 h 10031"/>
                <a:gd name="connsiteX37" fmla="*/ 684 w 10000"/>
                <a:gd name="connsiteY37" fmla="*/ 8831 h 10031"/>
                <a:gd name="connsiteX38" fmla="*/ 1059 w 10000"/>
                <a:gd name="connsiteY38" fmla="*/ 10000 h 10031"/>
                <a:gd name="connsiteX39" fmla="*/ 4373 w 10000"/>
                <a:gd name="connsiteY39" fmla="*/ 9246 h 10031"/>
                <a:gd name="connsiteX40" fmla="*/ 5064 w 10000"/>
                <a:gd name="connsiteY40" fmla="*/ 9311 h 10031"/>
                <a:gd name="connsiteX41" fmla="*/ 5457 w 10000"/>
                <a:gd name="connsiteY41" fmla="*/ 8984 h 10031"/>
                <a:gd name="connsiteX42" fmla="*/ 5884 w 10000"/>
                <a:gd name="connsiteY42" fmla="*/ 8740 h 10031"/>
                <a:gd name="connsiteX43" fmla="*/ 6040 w 10000"/>
                <a:gd name="connsiteY43" fmla="*/ 8368 h 10031"/>
                <a:gd name="connsiteX44" fmla="*/ 6382 w 10000"/>
                <a:gd name="connsiteY44" fmla="*/ 7982 h 10031"/>
                <a:gd name="connsiteX45" fmla="*/ 6428 w 10000"/>
                <a:gd name="connsiteY45" fmla="*/ 8181 h 10031"/>
                <a:gd name="connsiteX46" fmla="*/ 6444 w 10000"/>
                <a:gd name="connsiteY46" fmla="*/ 8428 h 10031"/>
                <a:gd name="connsiteX47" fmla="*/ 6766 w 10000"/>
                <a:gd name="connsiteY47" fmla="*/ 9268 h 10031"/>
                <a:gd name="connsiteX0" fmla="*/ 7446 w 10000"/>
                <a:gd name="connsiteY0" fmla="*/ 9488 h 10031"/>
                <a:gd name="connsiteX1" fmla="*/ 7446 w 10000"/>
                <a:gd name="connsiteY1" fmla="*/ 8978 h 10031"/>
                <a:gd name="connsiteX2" fmla="*/ 7821 w 10000"/>
                <a:gd name="connsiteY2" fmla="*/ 8978 h 10031"/>
                <a:gd name="connsiteX3" fmla="*/ 8047 w 10000"/>
                <a:gd name="connsiteY3" fmla="*/ 8029 h 10031"/>
                <a:gd name="connsiteX4" fmla="*/ 8648 w 10000"/>
                <a:gd name="connsiteY4" fmla="*/ 7444 h 10031"/>
                <a:gd name="connsiteX5" fmla="*/ 8873 w 10000"/>
                <a:gd name="connsiteY5" fmla="*/ 6351 h 10031"/>
                <a:gd name="connsiteX6" fmla="*/ 8722 w 10000"/>
                <a:gd name="connsiteY6" fmla="*/ 5768 h 10031"/>
                <a:gd name="connsiteX7" fmla="*/ 9098 w 10000"/>
                <a:gd name="connsiteY7" fmla="*/ 4525 h 10031"/>
                <a:gd name="connsiteX8" fmla="*/ 9399 w 10000"/>
                <a:gd name="connsiteY8" fmla="*/ 4160 h 10031"/>
                <a:gd name="connsiteX9" fmla="*/ 10000 w 10000"/>
                <a:gd name="connsiteY9" fmla="*/ 3576 h 10031"/>
                <a:gd name="connsiteX10" fmla="*/ 9774 w 10000"/>
                <a:gd name="connsiteY10" fmla="*/ 3502 h 10031"/>
                <a:gd name="connsiteX11" fmla="*/ 9399 w 10000"/>
                <a:gd name="connsiteY11" fmla="*/ 3140 h 10031"/>
                <a:gd name="connsiteX12" fmla="*/ 9173 w 10000"/>
                <a:gd name="connsiteY12" fmla="*/ 2044 h 10031"/>
                <a:gd name="connsiteX13" fmla="*/ 9173 w 10000"/>
                <a:gd name="connsiteY13" fmla="*/ 1460 h 10031"/>
                <a:gd name="connsiteX14" fmla="*/ 9098 w 10000"/>
                <a:gd name="connsiteY14" fmla="*/ 729 h 10031"/>
                <a:gd name="connsiteX15" fmla="*/ 8873 w 10000"/>
                <a:gd name="connsiteY15" fmla="*/ 511 h 10031"/>
                <a:gd name="connsiteX16" fmla="*/ 8497 w 10000"/>
                <a:gd name="connsiteY16" fmla="*/ 219 h 10031"/>
                <a:gd name="connsiteX17" fmla="*/ 8272 w 10000"/>
                <a:gd name="connsiteY17" fmla="*/ 0 h 10031"/>
                <a:gd name="connsiteX18" fmla="*/ 7821 w 10000"/>
                <a:gd name="connsiteY18" fmla="*/ 293 h 10031"/>
                <a:gd name="connsiteX19" fmla="*/ 7370 w 10000"/>
                <a:gd name="connsiteY19" fmla="*/ 729 h 10031"/>
                <a:gd name="connsiteX20" fmla="*/ 6769 w 10000"/>
                <a:gd name="connsiteY20" fmla="*/ 729 h 10031"/>
                <a:gd name="connsiteX21" fmla="*/ 5717 w 10000"/>
                <a:gd name="connsiteY21" fmla="*/ 729 h 10031"/>
                <a:gd name="connsiteX22" fmla="*/ 5717 w 10000"/>
                <a:gd name="connsiteY22" fmla="*/ 658 h 10031"/>
                <a:gd name="connsiteX23" fmla="*/ 5643 w 10000"/>
                <a:gd name="connsiteY23" fmla="*/ 729 h 10031"/>
                <a:gd name="connsiteX24" fmla="*/ 1961 w 10000"/>
                <a:gd name="connsiteY24" fmla="*/ 729 h 10031"/>
                <a:gd name="connsiteX25" fmla="*/ 1961 w 10000"/>
                <a:gd name="connsiteY25" fmla="*/ 2263 h 10031"/>
                <a:gd name="connsiteX26" fmla="*/ 1285 w 10000"/>
                <a:gd name="connsiteY26" fmla="*/ 2263 h 10031"/>
                <a:gd name="connsiteX27" fmla="*/ 1285 w 10000"/>
                <a:gd name="connsiteY27" fmla="*/ 2556 h 10031"/>
                <a:gd name="connsiteX28" fmla="*/ 1285 w 10000"/>
                <a:gd name="connsiteY28" fmla="*/ 5179 h 10031"/>
                <a:gd name="connsiteX29" fmla="*/ 1135 w 10000"/>
                <a:gd name="connsiteY29" fmla="*/ 5327 h 10031"/>
                <a:gd name="connsiteX30" fmla="*/ 684 w 10000"/>
                <a:gd name="connsiteY30" fmla="*/ 5621 h 10031"/>
                <a:gd name="connsiteX31" fmla="*/ 609 w 10000"/>
                <a:gd name="connsiteY31" fmla="*/ 5986 h 10031"/>
                <a:gd name="connsiteX32" fmla="*/ 384 w 10000"/>
                <a:gd name="connsiteY32" fmla="*/ 6351 h 10031"/>
                <a:gd name="connsiteX33" fmla="*/ 234 w 10000"/>
                <a:gd name="connsiteY33" fmla="*/ 6935 h 10031"/>
                <a:gd name="connsiteX34" fmla="*/ 8 w 10000"/>
                <a:gd name="connsiteY34" fmla="*/ 7593 h 10031"/>
                <a:gd name="connsiteX35" fmla="*/ 384 w 10000"/>
                <a:gd name="connsiteY35" fmla="*/ 7664 h 10031"/>
                <a:gd name="connsiteX36" fmla="*/ 458 w 10000"/>
                <a:gd name="connsiteY36" fmla="*/ 8245 h 10031"/>
                <a:gd name="connsiteX37" fmla="*/ 684 w 10000"/>
                <a:gd name="connsiteY37" fmla="*/ 8831 h 10031"/>
                <a:gd name="connsiteX38" fmla="*/ 1059 w 10000"/>
                <a:gd name="connsiteY38" fmla="*/ 10000 h 10031"/>
                <a:gd name="connsiteX39" fmla="*/ 4373 w 10000"/>
                <a:gd name="connsiteY39" fmla="*/ 9246 h 10031"/>
                <a:gd name="connsiteX40" fmla="*/ 5064 w 10000"/>
                <a:gd name="connsiteY40" fmla="*/ 9311 h 10031"/>
                <a:gd name="connsiteX41" fmla="*/ 5457 w 10000"/>
                <a:gd name="connsiteY41" fmla="*/ 8984 h 10031"/>
                <a:gd name="connsiteX42" fmla="*/ 5884 w 10000"/>
                <a:gd name="connsiteY42" fmla="*/ 8740 h 10031"/>
                <a:gd name="connsiteX43" fmla="*/ 6040 w 10000"/>
                <a:gd name="connsiteY43" fmla="*/ 8368 h 10031"/>
                <a:gd name="connsiteX44" fmla="*/ 6382 w 10000"/>
                <a:gd name="connsiteY44" fmla="*/ 7982 h 10031"/>
                <a:gd name="connsiteX45" fmla="*/ 6428 w 10000"/>
                <a:gd name="connsiteY45" fmla="*/ 8181 h 10031"/>
                <a:gd name="connsiteX46" fmla="*/ 6444 w 10000"/>
                <a:gd name="connsiteY46" fmla="*/ 8428 h 10031"/>
                <a:gd name="connsiteX47" fmla="*/ 6766 w 10000"/>
                <a:gd name="connsiteY47" fmla="*/ 9268 h 10031"/>
                <a:gd name="connsiteX0" fmla="*/ 7446 w 10000"/>
                <a:gd name="connsiteY0" fmla="*/ 9488 h 10033"/>
                <a:gd name="connsiteX1" fmla="*/ 7446 w 10000"/>
                <a:gd name="connsiteY1" fmla="*/ 8978 h 10033"/>
                <a:gd name="connsiteX2" fmla="*/ 7821 w 10000"/>
                <a:gd name="connsiteY2" fmla="*/ 8978 h 10033"/>
                <a:gd name="connsiteX3" fmla="*/ 8047 w 10000"/>
                <a:gd name="connsiteY3" fmla="*/ 8029 h 10033"/>
                <a:gd name="connsiteX4" fmla="*/ 8648 w 10000"/>
                <a:gd name="connsiteY4" fmla="*/ 7444 h 10033"/>
                <a:gd name="connsiteX5" fmla="*/ 8873 w 10000"/>
                <a:gd name="connsiteY5" fmla="*/ 6351 h 10033"/>
                <a:gd name="connsiteX6" fmla="*/ 8722 w 10000"/>
                <a:gd name="connsiteY6" fmla="*/ 5768 h 10033"/>
                <a:gd name="connsiteX7" fmla="*/ 9098 w 10000"/>
                <a:gd name="connsiteY7" fmla="*/ 4525 h 10033"/>
                <a:gd name="connsiteX8" fmla="*/ 9399 w 10000"/>
                <a:gd name="connsiteY8" fmla="*/ 4160 h 10033"/>
                <a:gd name="connsiteX9" fmla="*/ 10000 w 10000"/>
                <a:gd name="connsiteY9" fmla="*/ 3576 h 10033"/>
                <a:gd name="connsiteX10" fmla="*/ 9774 w 10000"/>
                <a:gd name="connsiteY10" fmla="*/ 3502 h 10033"/>
                <a:gd name="connsiteX11" fmla="*/ 9399 w 10000"/>
                <a:gd name="connsiteY11" fmla="*/ 3140 h 10033"/>
                <a:gd name="connsiteX12" fmla="*/ 9173 w 10000"/>
                <a:gd name="connsiteY12" fmla="*/ 2044 h 10033"/>
                <a:gd name="connsiteX13" fmla="*/ 9173 w 10000"/>
                <a:gd name="connsiteY13" fmla="*/ 1460 h 10033"/>
                <a:gd name="connsiteX14" fmla="*/ 9098 w 10000"/>
                <a:gd name="connsiteY14" fmla="*/ 729 h 10033"/>
                <a:gd name="connsiteX15" fmla="*/ 8873 w 10000"/>
                <a:gd name="connsiteY15" fmla="*/ 511 h 10033"/>
                <a:gd name="connsiteX16" fmla="*/ 8497 w 10000"/>
                <a:gd name="connsiteY16" fmla="*/ 219 h 10033"/>
                <a:gd name="connsiteX17" fmla="*/ 8272 w 10000"/>
                <a:gd name="connsiteY17" fmla="*/ 0 h 10033"/>
                <a:gd name="connsiteX18" fmla="*/ 7821 w 10000"/>
                <a:gd name="connsiteY18" fmla="*/ 293 h 10033"/>
                <a:gd name="connsiteX19" fmla="*/ 7370 w 10000"/>
                <a:gd name="connsiteY19" fmla="*/ 729 h 10033"/>
                <a:gd name="connsiteX20" fmla="*/ 6769 w 10000"/>
                <a:gd name="connsiteY20" fmla="*/ 729 h 10033"/>
                <a:gd name="connsiteX21" fmla="*/ 5717 w 10000"/>
                <a:gd name="connsiteY21" fmla="*/ 729 h 10033"/>
                <a:gd name="connsiteX22" fmla="*/ 5717 w 10000"/>
                <a:gd name="connsiteY22" fmla="*/ 658 h 10033"/>
                <a:gd name="connsiteX23" fmla="*/ 5643 w 10000"/>
                <a:gd name="connsiteY23" fmla="*/ 729 h 10033"/>
                <a:gd name="connsiteX24" fmla="*/ 1961 w 10000"/>
                <a:gd name="connsiteY24" fmla="*/ 729 h 10033"/>
                <a:gd name="connsiteX25" fmla="*/ 1961 w 10000"/>
                <a:gd name="connsiteY25" fmla="*/ 2263 h 10033"/>
                <a:gd name="connsiteX26" fmla="*/ 1285 w 10000"/>
                <a:gd name="connsiteY26" fmla="*/ 2263 h 10033"/>
                <a:gd name="connsiteX27" fmla="*/ 1285 w 10000"/>
                <a:gd name="connsiteY27" fmla="*/ 2556 h 10033"/>
                <a:gd name="connsiteX28" fmla="*/ 1285 w 10000"/>
                <a:gd name="connsiteY28" fmla="*/ 5179 h 10033"/>
                <a:gd name="connsiteX29" fmla="*/ 1135 w 10000"/>
                <a:gd name="connsiteY29" fmla="*/ 5327 h 10033"/>
                <a:gd name="connsiteX30" fmla="*/ 684 w 10000"/>
                <a:gd name="connsiteY30" fmla="*/ 5621 h 10033"/>
                <a:gd name="connsiteX31" fmla="*/ 609 w 10000"/>
                <a:gd name="connsiteY31" fmla="*/ 5986 h 10033"/>
                <a:gd name="connsiteX32" fmla="*/ 384 w 10000"/>
                <a:gd name="connsiteY32" fmla="*/ 6351 h 10033"/>
                <a:gd name="connsiteX33" fmla="*/ 234 w 10000"/>
                <a:gd name="connsiteY33" fmla="*/ 6935 h 10033"/>
                <a:gd name="connsiteX34" fmla="*/ 8 w 10000"/>
                <a:gd name="connsiteY34" fmla="*/ 7593 h 10033"/>
                <a:gd name="connsiteX35" fmla="*/ 384 w 10000"/>
                <a:gd name="connsiteY35" fmla="*/ 7664 h 10033"/>
                <a:gd name="connsiteX36" fmla="*/ 458 w 10000"/>
                <a:gd name="connsiteY36" fmla="*/ 8245 h 10033"/>
                <a:gd name="connsiteX37" fmla="*/ 684 w 10000"/>
                <a:gd name="connsiteY37" fmla="*/ 8831 h 10033"/>
                <a:gd name="connsiteX38" fmla="*/ 1059 w 10000"/>
                <a:gd name="connsiteY38" fmla="*/ 10000 h 10033"/>
                <a:gd name="connsiteX39" fmla="*/ 4373 w 10000"/>
                <a:gd name="connsiteY39" fmla="*/ 9293 h 10033"/>
                <a:gd name="connsiteX40" fmla="*/ 5064 w 10000"/>
                <a:gd name="connsiteY40" fmla="*/ 9311 h 10033"/>
                <a:gd name="connsiteX41" fmla="*/ 5457 w 10000"/>
                <a:gd name="connsiteY41" fmla="*/ 8984 h 10033"/>
                <a:gd name="connsiteX42" fmla="*/ 5884 w 10000"/>
                <a:gd name="connsiteY42" fmla="*/ 8740 h 10033"/>
                <a:gd name="connsiteX43" fmla="*/ 6040 w 10000"/>
                <a:gd name="connsiteY43" fmla="*/ 8368 h 10033"/>
                <a:gd name="connsiteX44" fmla="*/ 6382 w 10000"/>
                <a:gd name="connsiteY44" fmla="*/ 7982 h 10033"/>
                <a:gd name="connsiteX45" fmla="*/ 6428 w 10000"/>
                <a:gd name="connsiteY45" fmla="*/ 8181 h 10033"/>
                <a:gd name="connsiteX46" fmla="*/ 6444 w 10000"/>
                <a:gd name="connsiteY46" fmla="*/ 8428 h 10033"/>
                <a:gd name="connsiteX47" fmla="*/ 6766 w 10000"/>
                <a:gd name="connsiteY47" fmla="*/ 9268 h 10033"/>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3729 w 10000"/>
                <a:gd name="connsiteY39" fmla="*/ 9526 h 10015"/>
                <a:gd name="connsiteX40" fmla="*/ 4373 w 10000"/>
                <a:gd name="connsiteY40" fmla="*/ 9293 h 10015"/>
                <a:gd name="connsiteX41" fmla="*/ 5064 w 10000"/>
                <a:gd name="connsiteY41" fmla="*/ 9311 h 10015"/>
                <a:gd name="connsiteX42" fmla="*/ 5457 w 10000"/>
                <a:gd name="connsiteY42" fmla="*/ 8984 h 10015"/>
                <a:gd name="connsiteX43" fmla="*/ 5884 w 10000"/>
                <a:gd name="connsiteY43" fmla="*/ 8740 h 10015"/>
                <a:gd name="connsiteX44" fmla="*/ 6040 w 10000"/>
                <a:gd name="connsiteY44" fmla="*/ 8368 h 10015"/>
                <a:gd name="connsiteX45" fmla="*/ 6382 w 10000"/>
                <a:gd name="connsiteY45" fmla="*/ 7982 h 10015"/>
                <a:gd name="connsiteX46" fmla="*/ 6428 w 10000"/>
                <a:gd name="connsiteY46" fmla="*/ 8181 h 10015"/>
                <a:gd name="connsiteX47" fmla="*/ 6444 w 10000"/>
                <a:gd name="connsiteY47" fmla="*/ 8428 h 10015"/>
                <a:gd name="connsiteX48" fmla="*/ 6766 w 10000"/>
                <a:gd name="connsiteY48" fmla="*/ 9268 h 10015"/>
                <a:gd name="connsiteX0" fmla="*/ 7446 w 10000"/>
                <a:gd name="connsiteY0" fmla="*/ 9488 h 10020"/>
                <a:gd name="connsiteX1" fmla="*/ 7446 w 10000"/>
                <a:gd name="connsiteY1" fmla="*/ 8978 h 10020"/>
                <a:gd name="connsiteX2" fmla="*/ 7821 w 10000"/>
                <a:gd name="connsiteY2" fmla="*/ 8978 h 10020"/>
                <a:gd name="connsiteX3" fmla="*/ 8047 w 10000"/>
                <a:gd name="connsiteY3" fmla="*/ 8029 h 10020"/>
                <a:gd name="connsiteX4" fmla="*/ 8648 w 10000"/>
                <a:gd name="connsiteY4" fmla="*/ 7444 h 10020"/>
                <a:gd name="connsiteX5" fmla="*/ 8873 w 10000"/>
                <a:gd name="connsiteY5" fmla="*/ 6351 h 10020"/>
                <a:gd name="connsiteX6" fmla="*/ 8722 w 10000"/>
                <a:gd name="connsiteY6" fmla="*/ 5768 h 10020"/>
                <a:gd name="connsiteX7" fmla="*/ 9098 w 10000"/>
                <a:gd name="connsiteY7" fmla="*/ 4525 h 10020"/>
                <a:gd name="connsiteX8" fmla="*/ 9399 w 10000"/>
                <a:gd name="connsiteY8" fmla="*/ 4160 h 10020"/>
                <a:gd name="connsiteX9" fmla="*/ 10000 w 10000"/>
                <a:gd name="connsiteY9" fmla="*/ 3576 h 10020"/>
                <a:gd name="connsiteX10" fmla="*/ 9774 w 10000"/>
                <a:gd name="connsiteY10" fmla="*/ 3502 h 10020"/>
                <a:gd name="connsiteX11" fmla="*/ 9399 w 10000"/>
                <a:gd name="connsiteY11" fmla="*/ 3140 h 10020"/>
                <a:gd name="connsiteX12" fmla="*/ 9173 w 10000"/>
                <a:gd name="connsiteY12" fmla="*/ 2044 h 10020"/>
                <a:gd name="connsiteX13" fmla="*/ 9173 w 10000"/>
                <a:gd name="connsiteY13" fmla="*/ 1460 h 10020"/>
                <a:gd name="connsiteX14" fmla="*/ 9098 w 10000"/>
                <a:gd name="connsiteY14" fmla="*/ 729 h 10020"/>
                <a:gd name="connsiteX15" fmla="*/ 8873 w 10000"/>
                <a:gd name="connsiteY15" fmla="*/ 511 h 10020"/>
                <a:gd name="connsiteX16" fmla="*/ 8497 w 10000"/>
                <a:gd name="connsiteY16" fmla="*/ 219 h 10020"/>
                <a:gd name="connsiteX17" fmla="*/ 8272 w 10000"/>
                <a:gd name="connsiteY17" fmla="*/ 0 h 10020"/>
                <a:gd name="connsiteX18" fmla="*/ 7821 w 10000"/>
                <a:gd name="connsiteY18" fmla="*/ 293 h 10020"/>
                <a:gd name="connsiteX19" fmla="*/ 7370 w 10000"/>
                <a:gd name="connsiteY19" fmla="*/ 729 h 10020"/>
                <a:gd name="connsiteX20" fmla="*/ 6769 w 10000"/>
                <a:gd name="connsiteY20" fmla="*/ 729 h 10020"/>
                <a:gd name="connsiteX21" fmla="*/ 5717 w 10000"/>
                <a:gd name="connsiteY21" fmla="*/ 729 h 10020"/>
                <a:gd name="connsiteX22" fmla="*/ 5717 w 10000"/>
                <a:gd name="connsiteY22" fmla="*/ 658 h 10020"/>
                <a:gd name="connsiteX23" fmla="*/ 5643 w 10000"/>
                <a:gd name="connsiteY23" fmla="*/ 729 h 10020"/>
                <a:gd name="connsiteX24" fmla="*/ 1961 w 10000"/>
                <a:gd name="connsiteY24" fmla="*/ 729 h 10020"/>
                <a:gd name="connsiteX25" fmla="*/ 1961 w 10000"/>
                <a:gd name="connsiteY25" fmla="*/ 2263 h 10020"/>
                <a:gd name="connsiteX26" fmla="*/ 1285 w 10000"/>
                <a:gd name="connsiteY26" fmla="*/ 2263 h 10020"/>
                <a:gd name="connsiteX27" fmla="*/ 1285 w 10000"/>
                <a:gd name="connsiteY27" fmla="*/ 2556 h 10020"/>
                <a:gd name="connsiteX28" fmla="*/ 1285 w 10000"/>
                <a:gd name="connsiteY28" fmla="*/ 5179 h 10020"/>
                <a:gd name="connsiteX29" fmla="*/ 1135 w 10000"/>
                <a:gd name="connsiteY29" fmla="*/ 5327 h 10020"/>
                <a:gd name="connsiteX30" fmla="*/ 684 w 10000"/>
                <a:gd name="connsiteY30" fmla="*/ 5621 h 10020"/>
                <a:gd name="connsiteX31" fmla="*/ 609 w 10000"/>
                <a:gd name="connsiteY31" fmla="*/ 5986 h 10020"/>
                <a:gd name="connsiteX32" fmla="*/ 384 w 10000"/>
                <a:gd name="connsiteY32" fmla="*/ 6351 h 10020"/>
                <a:gd name="connsiteX33" fmla="*/ 234 w 10000"/>
                <a:gd name="connsiteY33" fmla="*/ 6935 h 10020"/>
                <a:gd name="connsiteX34" fmla="*/ 8 w 10000"/>
                <a:gd name="connsiteY34" fmla="*/ 7593 h 10020"/>
                <a:gd name="connsiteX35" fmla="*/ 384 w 10000"/>
                <a:gd name="connsiteY35" fmla="*/ 7664 h 10020"/>
                <a:gd name="connsiteX36" fmla="*/ 458 w 10000"/>
                <a:gd name="connsiteY36" fmla="*/ 8245 h 10020"/>
                <a:gd name="connsiteX37" fmla="*/ 684 w 10000"/>
                <a:gd name="connsiteY37" fmla="*/ 8831 h 10020"/>
                <a:gd name="connsiteX38" fmla="*/ 1059 w 10000"/>
                <a:gd name="connsiteY38" fmla="*/ 10000 h 10020"/>
                <a:gd name="connsiteX39" fmla="*/ 3940 w 10000"/>
                <a:gd name="connsiteY39" fmla="*/ 9647 h 10020"/>
                <a:gd name="connsiteX40" fmla="*/ 4373 w 10000"/>
                <a:gd name="connsiteY40" fmla="*/ 9293 h 10020"/>
                <a:gd name="connsiteX41" fmla="*/ 5064 w 10000"/>
                <a:gd name="connsiteY41" fmla="*/ 9311 h 10020"/>
                <a:gd name="connsiteX42" fmla="*/ 5457 w 10000"/>
                <a:gd name="connsiteY42" fmla="*/ 8984 h 10020"/>
                <a:gd name="connsiteX43" fmla="*/ 5884 w 10000"/>
                <a:gd name="connsiteY43" fmla="*/ 8740 h 10020"/>
                <a:gd name="connsiteX44" fmla="*/ 6040 w 10000"/>
                <a:gd name="connsiteY44" fmla="*/ 8368 h 10020"/>
                <a:gd name="connsiteX45" fmla="*/ 6382 w 10000"/>
                <a:gd name="connsiteY45" fmla="*/ 7982 h 10020"/>
                <a:gd name="connsiteX46" fmla="*/ 6428 w 10000"/>
                <a:gd name="connsiteY46" fmla="*/ 8181 h 10020"/>
                <a:gd name="connsiteX47" fmla="*/ 6444 w 10000"/>
                <a:gd name="connsiteY47" fmla="*/ 8428 h 10020"/>
                <a:gd name="connsiteX48" fmla="*/ 6766 w 10000"/>
                <a:gd name="connsiteY48" fmla="*/ 9268 h 10020"/>
                <a:gd name="connsiteX0" fmla="*/ 7446 w 10000"/>
                <a:gd name="connsiteY0" fmla="*/ 9488 h 10020"/>
                <a:gd name="connsiteX1" fmla="*/ 7446 w 10000"/>
                <a:gd name="connsiteY1" fmla="*/ 8978 h 10020"/>
                <a:gd name="connsiteX2" fmla="*/ 7821 w 10000"/>
                <a:gd name="connsiteY2" fmla="*/ 8978 h 10020"/>
                <a:gd name="connsiteX3" fmla="*/ 8047 w 10000"/>
                <a:gd name="connsiteY3" fmla="*/ 8029 h 10020"/>
                <a:gd name="connsiteX4" fmla="*/ 8648 w 10000"/>
                <a:gd name="connsiteY4" fmla="*/ 7444 h 10020"/>
                <a:gd name="connsiteX5" fmla="*/ 8873 w 10000"/>
                <a:gd name="connsiteY5" fmla="*/ 6351 h 10020"/>
                <a:gd name="connsiteX6" fmla="*/ 8722 w 10000"/>
                <a:gd name="connsiteY6" fmla="*/ 5768 h 10020"/>
                <a:gd name="connsiteX7" fmla="*/ 9098 w 10000"/>
                <a:gd name="connsiteY7" fmla="*/ 4525 h 10020"/>
                <a:gd name="connsiteX8" fmla="*/ 9399 w 10000"/>
                <a:gd name="connsiteY8" fmla="*/ 4160 h 10020"/>
                <a:gd name="connsiteX9" fmla="*/ 10000 w 10000"/>
                <a:gd name="connsiteY9" fmla="*/ 3576 h 10020"/>
                <a:gd name="connsiteX10" fmla="*/ 9774 w 10000"/>
                <a:gd name="connsiteY10" fmla="*/ 3502 h 10020"/>
                <a:gd name="connsiteX11" fmla="*/ 9399 w 10000"/>
                <a:gd name="connsiteY11" fmla="*/ 3140 h 10020"/>
                <a:gd name="connsiteX12" fmla="*/ 9173 w 10000"/>
                <a:gd name="connsiteY12" fmla="*/ 2044 h 10020"/>
                <a:gd name="connsiteX13" fmla="*/ 9173 w 10000"/>
                <a:gd name="connsiteY13" fmla="*/ 1460 h 10020"/>
                <a:gd name="connsiteX14" fmla="*/ 9098 w 10000"/>
                <a:gd name="connsiteY14" fmla="*/ 729 h 10020"/>
                <a:gd name="connsiteX15" fmla="*/ 8873 w 10000"/>
                <a:gd name="connsiteY15" fmla="*/ 511 h 10020"/>
                <a:gd name="connsiteX16" fmla="*/ 8497 w 10000"/>
                <a:gd name="connsiteY16" fmla="*/ 219 h 10020"/>
                <a:gd name="connsiteX17" fmla="*/ 8272 w 10000"/>
                <a:gd name="connsiteY17" fmla="*/ 0 h 10020"/>
                <a:gd name="connsiteX18" fmla="*/ 7821 w 10000"/>
                <a:gd name="connsiteY18" fmla="*/ 293 h 10020"/>
                <a:gd name="connsiteX19" fmla="*/ 7370 w 10000"/>
                <a:gd name="connsiteY19" fmla="*/ 729 h 10020"/>
                <a:gd name="connsiteX20" fmla="*/ 6769 w 10000"/>
                <a:gd name="connsiteY20" fmla="*/ 729 h 10020"/>
                <a:gd name="connsiteX21" fmla="*/ 5717 w 10000"/>
                <a:gd name="connsiteY21" fmla="*/ 729 h 10020"/>
                <a:gd name="connsiteX22" fmla="*/ 5717 w 10000"/>
                <a:gd name="connsiteY22" fmla="*/ 658 h 10020"/>
                <a:gd name="connsiteX23" fmla="*/ 5643 w 10000"/>
                <a:gd name="connsiteY23" fmla="*/ 729 h 10020"/>
                <a:gd name="connsiteX24" fmla="*/ 1961 w 10000"/>
                <a:gd name="connsiteY24" fmla="*/ 729 h 10020"/>
                <a:gd name="connsiteX25" fmla="*/ 1961 w 10000"/>
                <a:gd name="connsiteY25" fmla="*/ 2263 h 10020"/>
                <a:gd name="connsiteX26" fmla="*/ 1285 w 10000"/>
                <a:gd name="connsiteY26" fmla="*/ 2263 h 10020"/>
                <a:gd name="connsiteX27" fmla="*/ 1285 w 10000"/>
                <a:gd name="connsiteY27" fmla="*/ 2556 h 10020"/>
                <a:gd name="connsiteX28" fmla="*/ 1285 w 10000"/>
                <a:gd name="connsiteY28" fmla="*/ 5179 h 10020"/>
                <a:gd name="connsiteX29" fmla="*/ 1135 w 10000"/>
                <a:gd name="connsiteY29" fmla="*/ 5327 h 10020"/>
                <a:gd name="connsiteX30" fmla="*/ 684 w 10000"/>
                <a:gd name="connsiteY30" fmla="*/ 5621 h 10020"/>
                <a:gd name="connsiteX31" fmla="*/ 609 w 10000"/>
                <a:gd name="connsiteY31" fmla="*/ 5986 h 10020"/>
                <a:gd name="connsiteX32" fmla="*/ 384 w 10000"/>
                <a:gd name="connsiteY32" fmla="*/ 6351 h 10020"/>
                <a:gd name="connsiteX33" fmla="*/ 234 w 10000"/>
                <a:gd name="connsiteY33" fmla="*/ 6935 h 10020"/>
                <a:gd name="connsiteX34" fmla="*/ 8 w 10000"/>
                <a:gd name="connsiteY34" fmla="*/ 7593 h 10020"/>
                <a:gd name="connsiteX35" fmla="*/ 384 w 10000"/>
                <a:gd name="connsiteY35" fmla="*/ 7664 h 10020"/>
                <a:gd name="connsiteX36" fmla="*/ 458 w 10000"/>
                <a:gd name="connsiteY36" fmla="*/ 8245 h 10020"/>
                <a:gd name="connsiteX37" fmla="*/ 684 w 10000"/>
                <a:gd name="connsiteY37" fmla="*/ 8831 h 10020"/>
                <a:gd name="connsiteX38" fmla="*/ 1059 w 10000"/>
                <a:gd name="connsiteY38" fmla="*/ 10000 h 10020"/>
                <a:gd name="connsiteX39" fmla="*/ 3940 w 10000"/>
                <a:gd name="connsiteY39" fmla="*/ 9647 h 10020"/>
                <a:gd name="connsiteX40" fmla="*/ 4373 w 10000"/>
                <a:gd name="connsiteY40" fmla="*/ 9293 h 10020"/>
                <a:gd name="connsiteX41" fmla="*/ 5064 w 10000"/>
                <a:gd name="connsiteY41" fmla="*/ 9311 h 10020"/>
                <a:gd name="connsiteX42" fmla="*/ 5457 w 10000"/>
                <a:gd name="connsiteY42" fmla="*/ 8984 h 10020"/>
                <a:gd name="connsiteX43" fmla="*/ 5884 w 10000"/>
                <a:gd name="connsiteY43" fmla="*/ 8740 h 10020"/>
                <a:gd name="connsiteX44" fmla="*/ 6040 w 10000"/>
                <a:gd name="connsiteY44" fmla="*/ 8368 h 10020"/>
                <a:gd name="connsiteX45" fmla="*/ 6382 w 10000"/>
                <a:gd name="connsiteY45" fmla="*/ 7982 h 10020"/>
                <a:gd name="connsiteX46" fmla="*/ 6428 w 10000"/>
                <a:gd name="connsiteY46" fmla="*/ 8181 h 10020"/>
                <a:gd name="connsiteX47" fmla="*/ 6444 w 10000"/>
                <a:gd name="connsiteY47" fmla="*/ 8428 h 10020"/>
                <a:gd name="connsiteX48" fmla="*/ 6766 w 10000"/>
                <a:gd name="connsiteY48" fmla="*/ 9268 h 10020"/>
                <a:gd name="connsiteX0" fmla="*/ 7446 w 10000"/>
                <a:gd name="connsiteY0" fmla="*/ 9488 h 10020"/>
                <a:gd name="connsiteX1" fmla="*/ 7446 w 10000"/>
                <a:gd name="connsiteY1" fmla="*/ 8978 h 10020"/>
                <a:gd name="connsiteX2" fmla="*/ 7821 w 10000"/>
                <a:gd name="connsiteY2" fmla="*/ 8978 h 10020"/>
                <a:gd name="connsiteX3" fmla="*/ 8047 w 10000"/>
                <a:gd name="connsiteY3" fmla="*/ 8029 h 10020"/>
                <a:gd name="connsiteX4" fmla="*/ 8648 w 10000"/>
                <a:gd name="connsiteY4" fmla="*/ 7444 h 10020"/>
                <a:gd name="connsiteX5" fmla="*/ 8873 w 10000"/>
                <a:gd name="connsiteY5" fmla="*/ 6351 h 10020"/>
                <a:gd name="connsiteX6" fmla="*/ 8722 w 10000"/>
                <a:gd name="connsiteY6" fmla="*/ 5768 h 10020"/>
                <a:gd name="connsiteX7" fmla="*/ 9098 w 10000"/>
                <a:gd name="connsiteY7" fmla="*/ 4525 h 10020"/>
                <a:gd name="connsiteX8" fmla="*/ 9399 w 10000"/>
                <a:gd name="connsiteY8" fmla="*/ 4160 h 10020"/>
                <a:gd name="connsiteX9" fmla="*/ 10000 w 10000"/>
                <a:gd name="connsiteY9" fmla="*/ 3576 h 10020"/>
                <a:gd name="connsiteX10" fmla="*/ 9774 w 10000"/>
                <a:gd name="connsiteY10" fmla="*/ 3502 h 10020"/>
                <a:gd name="connsiteX11" fmla="*/ 9399 w 10000"/>
                <a:gd name="connsiteY11" fmla="*/ 3140 h 10020"/>
                <a:gd name="connsiteX12" fmla="*/ 9173 w 10000"/>
                <a:gd name="connsiteY12" fmla="*/ 2044 h 10020"/>
                <a:gd name="connsiteX13" fmla="*/ 9173 w 10000"/>
                <a:gd name="connsiteY13" fmla="*/ 1460 h 10020"/>
                <a:gd name="connsiteX14" fmla="*/ 9098 w 10000"/>
                <a:gd name="connsiteY14" fmla="*/ 729 h 10020"/>
                <a:gd name="connsiteX15" fmla="*/ 8873 w 10000"/>
                <a:gd name="connsiteY15" fmla="*/ 511 h 10020"/>
                <a:gd name="connsiteX16" fmla="*/ 8497 w 10000"/>
                <a:gd name="connsiteY16" fmla="*/ 219 h 10020"/>
                <a:gd name="connsiteX17" fmla="*/ 8272 w 10000"/>
                <a:gd name="connsiteY17" fmla="*/ 0 h 10020"/>
                <a:gd name="connsiteX18" fmla="*/ 7821 w 10000"/>
                <a:gd name="connsiteY18" fmla="*/ 293 h 10020"/>
                <a:gd name="connsiteX19" fmla="*/ 7370 w 10000"/>
                <a:gd name="connsiteY19" fmla="*/ 729 h 10020"/>
                <a:gd name="connsiteX20" fmla="*/ 6769 w 10000"/>
                <a:gd name="connsiteY20" fmla="*/ 729 h 10020"/>
                <a:gd name="connsiteX21" fmla="*/ 5717 w 10000"/>
                <a:gd name="connsiteY21" fmla="*/ 729 h 10020"/>
                <a:gd name="connsiteX22" fmla="*/ 5717 w 10000"/>
                <a:gd name="connsiteY22" fmla="*/ 658 h 10020"/>
                <a:gd name="connsiteX23" fmla="*/ 5643 w 10000"/>
                <a:gd name="connsiteY23" fmla="*/ 729 h 10020"/>
                <a:gd name="connsiteX24" fmla="*/ 1961 w 10000"/>
                <a:gd name="connsiteY24" fmla="*/ 729 h 10020"/>
                <a:gd name="connsiteX25" fmla="*/ 1961 w 10000"/>
                <a:gd name="connsiteY25" fmla="*/ 2263 h 10020"/>
                <a:gd name="connsiteX26" fmla="*/ 1285 w 10000"/>
                <a:gd name="connsiteY26" fmla="*/ 2263 h 10020"/>
                <a:gd name="connsiteX27" fmla="*/ 1285 w 10000"/>
                <a:gd name="connsiteY27" fmla="*/ 2556 h 10020"/>
                <a:gd name="connsiteX28" fmla="*/ 1285 w 10000"/>
                <a:gd name="connsiteY28" fmla="*/ 5179 h 10020"/>
                <a:gd name="connsiteX29" fmla="*/ 1135 w 10000"/>
                <a:gd name="connsiteY29" fmla="*/ 5327 h 10020"/>
                <a:gd name="connsiteX30" fmla="*/ 684 w 10000"/>
                <a:gd name="connsiteY30" fmla="*/ 5621 h 10020"/>
                <a:gd name="connsiteX31" fmla="*/ 609 w 10000"/>
                <a:gd name="connsiteY31" fmla="*/ 5986 h 10020"/>
                <a:gd name="connsiteX32" fmla="*/ 384 w 10000"/>
                <a:gd name="connsiteY32" fmla="*/ 6351 h 10020"/>
                <a:gd name="connsiteX33" fmla="*/ 234 w 10000"/>
                <a:gd name="connsiteY33" fmla="*/ 6935 h 10020"/>
                <a:gd name="connsiteX34" fmla="*/ 8 w 10000"/>
                <a:gd name="connsiteY34" fmla="*/ 7593 h 10020"/>
                <a:gd name="connsiteX35" fmla="*/ 384 w 10000"/>
                <a:gd name="connsiteY35" fmla="*/ 7664 h 10020"/>
                <a:gd name="connsiteX36" fmla="*/ 458 w 10000"/>
                <a:gd name="connsiteY36" fmla="*/ 8245 h 10020"/>
                <a:gd name="connsiteX37" fmla="*/ 684 w 10000"/>
                <a:gd name="connsiteY37" fmla="*/ 8831 h 10020"/>
                <a:gd name="connsiteX38" fmla="*/ 1059 w 10000"/>
                <a:gd name="connsiteY38" fmla="*/ 10000 h 10020"/>
                <a:gd name="connsiteX39" fmla="*/ 3940 w 10000"/>
                <a:gd name="connsiteY39" fmla="*/ 9647 h 10020"/>
                <a:gd name="connsiteX40" fmla="*/ 4209 w 10000"/>
                <a:gd name="connsiteY40" fmla="*/ 9592 h 10020"/>
                <a:gd name="connsiteX41" fmla="*/ 4373 w 10000"/>
                <a:gd name="connsiteY41" fmla="*/ 9293 h 10020"/>
                <a:gd name="connsiteX42" fmla="*/ 5064 w 10000"/>
                <a:gd name="connsiteY42" fmla="*/ 9311 h 10020"/>
                <a:gd name="connsiteX43" fmla="*/ 5457 w 10000"/>
                <a:gd name="connsiteY43" fmla="*/ 8984 h 10020"/>
                <a:gd name="connsiteX44" fmla="*/ 5884 w 10000"/>
                <a:gd name="connsiteY44" fmla="*/ 8740 h 10020"/>
                <a:gd name="connsiteX45" fmla="*/ 6040 w 10000"/>
                <a:gd name="connsiteY45" fmla="*/ 8368 h 10020"/>
                <a:gd name="connsiteX46" fmla="*/ 6382 w 10000"/>
                <a:gd name="connsiteY46" fmla="*/ 7982 h 10020"/>
                <a:gd name="connsiteX47" fmla="*/ 6428 w 10000"/>
                <a:gd name="connsiteY47" fmla="*/ 8181 h 10020"/>
                <a:gd name="connsiteX48" fmla="*/ 6444 w 10000"/>
                <a:gd name="connsiteY48" fmla="*/ 8428 h 10020"/>
                <a:gd name="connsiteX49" fmla="*/ 6766 w 10000"/>
                <a:gd name="connsiteY49" fmla="*/ 9268 h 10020"/>
                <a:gd name="connsiteX0" fmla="*/ 7446 w 10000"/>
                <a:gd name="connsiteY0" fmla="*/ 9488 h 10020"/>
                <a:gd name="connsiteX1" fmla="*/ 7446 w 10000"/>
                <a:gd name="connsiteY1" fmla="*/ 8978 h 10020"/>
                <a:gd name="connsiteX2" fmla="*/ 7821 w 10000"/>
                <a:gd name="connsiteY2" fmla="*/ 8978 h 10020"/>
                <a:gd name="connsiteX3" fmla="*/ 8047 w 10000"/>
                <a:gd name="connsiteY3" fmla="*/ 8029 h 10020"/>
                <a:gd name="connsiteX4" fmla="*/ 8648 w 10000"/>
                <a:gd name="connsiteY4" fmla="*/ 7444 h 10020"/>
                <a:gd name="connsiteX5" fmla="*/ 8873 w 10000"/>
                <a:gd name="connsiteY5" fmla="*/ 6351 h 10020"/>
                <a:gd name="connsiteX6" fmla="*/ 8722 w 10000"/>
                <a:gd name="connsiteY6" fmla="*/ 5768 h 10020"/>
                <a:gd name="connsiteX7" fmla="*/ 9098 w 10000"/>
                <a:gd name="connsiteY7" fmla="*/ 4525 h 10020"/>
                <a:gd name="connsiteX8" fmla="*/ 9399 w 10000"/>
                <a:gd name="connsiteY8" fmla="*/ 4160 h 10020"/>
                <a:gd name="connsiteX9" fmla="*/ 10000 w 10000"/>
                <a:gd name="connsiteY9" fmla="*/ 3576 h 10020"/>
                <a:gd name="connsiteX10" fmla="*/ 9774 w 10000"/>
                <a:gd name="connsiteY10" fmla="*/ 3502 h 10020"/>
                <a:gd name="connsiteX11" fmla="*/ 9399 w 10000"/>
                <a:gd name="connsiteY11" fmla="*/ 3140 h 10020"/>
                <a:gd name="connsiteX12" fmla="*/ 9173 w 10000"/>
                <a:gd name="connsiteY12" fmla="*/ 2044 h 10020"/>
                <a:gd name="connsiteX13" fmla="*/ 9173 w 10000"/>
                <a:gd name="connsiteY13" fmla="*/ 1460 h 10020"/>
                <a:gd name="connsiteX14" fmla="*/ 9098 w 10000"/>
                <a:gd name="connsiteY14" fmla="*/ 729 h 10020"/>
                <a:gd name="connsiteX15" fmla="*/ 8873 w 10000"/>
                <a:gd name="connsiteY15" fmla="*/ 511 h 10020"/>
                <a:gd name="connsiteX16" fmla="*/ 8497 w 10000"/>
                <a:gd name="connsiteY16" fmla="*/ 219 h 10020"/>
                <a:gd name="connsiteX17" fmla="*/ 8272 w 10000"/>
                <a:gd name="connsiteY17" fmla="*/ 0 h 10020"/>
                <a:gd name="connsiteX18" fmla="*/ 7821 w 10000"/>
                <a:gd name="connsiteY18" fmla="*/ 293 h 10020"/>
                <a:gd name="connsiteX19" fmla="*/ 7370 w 10000"/>
                <a:gd name="connsiteY19" fmla="*/ 729 h 10020"/>
                <a:gd name="connsiteX20" fmla="*/ 6769 w 10000"/>
                <a:gd name="connsiteY20" fmla="*/ 729 h 10020"/>
                <a:gd name="connsiteX21" fmla="*/ 5717 w 10000"/>
                <a:gd name="connsiteY21" fmla="*/ 729 h 10020"/>
                <a:gd name="connsiteX22" fmla="*/ 5717 w 10000"/>
                <a:gd name="connsiteY22" fmla="*/ 658 h 10020"/>
                <a:gd name="connsiteX23" fmla="*/ 5643 w 10000"/>
                <a:gd name="connsiteY23" fmla="*/ 729 h 10020"/>
                <a:gd name="connsiteX24" fmla="*/ 1961 w 10000"/>
                <a:gd name="connsiteY24" fmla="*/ 729 h 10020"/>
                <a:gd name="connsiteX25" fmla="*/ 1961 w 10000"/>
                <a:gd name="connsiteY25" fmla="*/ 2263 h 10020"/>
                <a:gd name="connsiteX26" fmla="*/ 1285 w 10000"/>
                <a:gd name="connsiteY26" fmla="*/ 2263 h 10020"/>
                <a:gd name="connsiteX27" fmla="*/ 1285 w 10000"/>
                <a:gd name="connsiteY27" fmla="*/ 2556 h 10020"/>
                <a:gd name="connsiteX28" fmla="*/ 1285 w 10000"/>
                <a:gd name="connsiteY28" fmla="*/ 5179 h 10020"/>
                <a:gd name="connsiteX29" fmla="*/ 1135 w 10000"/>
                <a:gd name="connsiteY29" fmla="*/ 5327 h 10020"/>
                <a:gd name="connsiteX30" fmla="*/ 684 w 10000"/>
                <a:gd name="connsiteY30" fmla="*/ 5621 h 10020"/>
                <a:gd name="connsiteX31" fmla="*/ 609 w 10000"/>
                <a:gd name="connsiteY31" fmla="*/ 5986 h 10020"/>
                <a:gd name="connsiteX32" fmla="*/ 384 w 10000"/>
                <a:gd name="connsiteY32" fmla="*/ 6351 h 10020"/>
                <a:gd name="connsiteX33" fmla="*/ 234 w 10000"/>
                <a:gd name="connsiteY33" fmla="*/ 6935 h 10020"/>
                <a:gd name="connsiteX34" fmla="*/ 8 w 10000"/>
                <a:gd name="connsiteY34" fmla="*/ 7593 h 10020"/>
                <a:gd name="connsiteX35" fmla="*/ 384 w 10000"/>
                <a:gd name="connsiteY35" fmla="*/ 7664 h 10020"/>
                <a:gd name="connsiteX36" fmla="*/ 458 w 10000"/>
                <a:gd name="connsiteY36" fmla="*/ 8245 h 10020"/>
                <a:gd name="connsiteX37" fmla="*/ 684 w 10000"/>
                <a:gd name="connsiteY37" fmla="*/ 8831 h 10020"/>
                <a:gd name="connsiteX38" fmla="*/ 1059 w 10000"/>
                <a:gd name="connsiteY38" fmla="*/ 10000 h 10020"/>
                <a:gd name="connsiteX39" fmla="*/ 3940 w 10000"/>
                <a:gd name="connsiteY39" fmla="*/ 9647 h 10020"/>
                <a:gd name="connsiteX40" fmla="*/ 4219 w 10000"/>
                <a:gd name="connsiteY40" fmla="*/ 9620 h 10020"/>
                <a:gd name="connsiteX41" fmla="*/ 4373 w 10000"/>
                <a:gd name="connsiteY41" fmla="*/ 9293 h 10020"/>
                <a:gd name="connsiteX42" fmla="*/ 5064 w 10000"/>
                <a:gd name="connsiteY42" fmla="*/ 9311 h 10020"/>
                <a:gd name="connsiteX43" fmla="*/ 5457 w 10000"/>
                <a:gd name="connsiteY43" fmla="*/ 8984 h 10020"/>
                <a:gd name="connsiteX44" fmla="*/ 5884 w 10000"/>
                <a:gd name="connsiteY44" fmla="*/ 8740 h 10020"/>
                <a:gd name="connsiteX45" fmla="*/ 6040 w 10000"/>
                <a:gd name="connsiteY45" fmla="*/ 8368 h 10020"/>
                <a:gd name="connsiteX46" fmla="*/ 6382 w 10000"/>
                <a:gd name="connsiteY46" fmla="*/ 7982 h 10020"/>
                <a:gd name="connsiteX47" fmla="*/ 6428 w 10000"/>
                <a:gd name="connsiteY47" fmla="*/ 8181 h 10020"/>
                <a:gd name="connsiteX48" fmla="*/ 6444 w 10000"/>
                <a:gd name="connsiteY48" fmla="*/ 8428 h 10020"/>
                <a:gd name="connsiteX49" fmla="*/ 6766 w 10000"/>
                <a:gd name="connsiteY49" fmla="*/ 9268 h 10020"/>
                <a:gd name="connsiteX0" fmla="*/ 7446 w 10000"/>
                <a:gd name="connsiteY0" fmla="*/ 9488 h 10031"/>
                <a:gd name="connsiteX1" fmla="*/ 7446 w 10000"/>
                <a:gd name="connsiteY1" fmla="*/ 8978 h 10031"/>
                <a:gd name="connsiteX2" fmla="*/ 7821 w 10000"/>
                <a:gd name="connsiteY2" fmla="*/ 8978 h 10031"/>
                <a:gd name="connsiteX3" fmla="*/ 8047 w 10000"/>
                <a:gd name="connsiteY3" fmla="*/ 8029 h 10031"/>
                <a:gd name="connsiteX4" fmla="*/ 8648 w 10000"/>
                <a:gd name="connsiteY4" fmla="*/ 7444 h 10031"/>
                <a:gd name="connsiteX5" fmla="*/ 8873 w 10000"/>
                <a:gd name="connsiteY5" fmla="*/ 6351 h 10031"/>
                <a:gd name="connsiteX6" fmla="*/ 8722 w 10000"/>
                <a:gd name="connsiteY6" fmla="*/ 5768 h 10031"/>
                <a:gd name="connsiteX7" fmla="*/ 9098 w 10000"/>
                <a:gd name="connsiteY7" fmla="*/ 4525 h 10031"/>
                <a:gd name="connsiteX8" fmla="*/ 9399 w 10000"/>
                <a:gd name="connsiteY8" fmla="*/ 4160 h 10031"/>
                <a:gd name="connsiteX9" fmla="*/ 10000 w 10000"/>
                <a:gd name="connsiteY9" fmla="*/ 3576 h 10031"/>
                <a:gd name="connsiteX10" fmla="*/ 9774 w 10000"/>
                <a:gd name="connsiteY10" fmla="*/ 3502 h 10031"/>
                <a:gd name="connsiteX11" fmla="*/ 9399 w 10000"/>
                <a:gd name="connsiteY11" fmla="*/ 3140 h 10031"/>
                <a:gd name="connsiteX12" fmla="*/ 9173 w 10000"/>
                <a:gd name="connsiteY12" fmla="*/ 2044 h 10031"/>
                <a:gd name="connsiteX13" fmla="*/ 9173 w 10000"/>
                <a:gd name="connsiteY13" fmla="*/ 1460 h 10031"/>
                <a:gd name="connsiteX14" fmla="*/ 9098 w 10000"/>
                <a:gd name="connsiteY14" fmla="*/ 729 h 10031"/>
                <a:gd name="connsiteX15" fmla="*/ 8873 w 10000"/>
                <a:gd name="connsiteY15" fmla="*/ 511 h 10031"/>
                <a:gd name="connsiteX16" fmla="*/ 8497 w 10000"/>
                <a:gd name="connsiteY16" fmla="*/ 219 h 10031"/>
                <a:gd name="connsiteX17" fmla="*/ 8272 w 10000"/>
                <a:gd name="connsiteY17" fmla="*/ 0 h 10031"/>
                <a:gd name="connsiteX18" fmla="*/ 7821 w 10000"/>
                <a:gd name="connsiteY18" fmla="*/ 293 h 10031"/>
                <a:gd name="connsiteX19" fmla="*/ 7370 w 10000"/>
                <a:gd name="connsiteY19" fmla="*/ 729 h 10031"/>
                <a:gd name="connsiteX20" fmla="*/ 6769 w 10000"/>
                <a:gd name="connsiteY20" fmla="*/ 729 h 10031"/>
                <a:gd name="connsiteX21" fmla="*/ 5717 w 10000"/>
                <a:gd name="connsiteY21" fmla="*/ 729 h 10031"/>
                <a:gd name="connsiteX22" fmla="*/ 5717 w 10000"/>
                <a:gd name="connsiteY22" fmla="*/ 658 h 10031"/>
                <a:gd name="connsiteX23" fmla="*/ 5643 w 10000"/>
                <a:gd name="connsiteY23" fmla="*/ 729 h 10031"/>
                <a:gd name="connsiteX24" fmla="*/ 1961 w 10000"/>
                <a:gd name="connsiteY24" fmla="*/ 729 h 10031"/>
                <a:gd name="connsiteX25" fmla="*/ 1961 w 10000"/>
                <a:gd name="connsiteY25" fmla="*/ 2263 h 10031"/>
                <a:gd name="connsiteX26" fmla="*/ 1285 w 10000"/>
                <a:gd name="connsiteY26" fmla="*/ 2263 h 10031"/>
                <a:gd name="connsiteX27" fmla="*/ 1285 w 10000"/>
                <a:gd name="connsiteY27" fmla="*/ 2556 h 10031"/>
                <a:gd name="connsiteX28" fmla="*/ 1285 w 10000"/>
                <a:gd name="connsiteY28" fmla="*/ 5179 h 10031"/>
                <a:gd name="connsiteX29" fmla="*/ 1135 w 10000"/>
                <a:gd name="connsiteY29" fmla="*/ 5327 h 10031"/>
                <a:gd name="connsiteX30" fmla="*/ 684 w 10000"/>
                <a:gd name="connsiteY30" fmla="*/ 5621 h 10031"/>
                <a:gd name="connsiteX31" fmla="*/ 609 w 10000"/>
                <a:gd name="connsiteY31" fmla="*/ 5986 h 10031"/>
                <a:gd name="connsiteX32" fmla="*/ 384 w 10000"/>
                <a:gd name="connsiteY32" fmla="*/ 6351 h 10031"/>
                <a:gd name="connsiteX33" fmla="*/ 234 w 10000"/>
                <a:gd name="connsiteY33" fmla="*/ 6935 h 10031"/>
                <a:gd name="connsiteX34" fmla="*/ 8 w 10000"/>
                <a:gd name="connsiteY34" fmla="*/ 7593 h 10031"/>
                <a:gd name="connsiteX35" fmla="*/ 384 w 10000"/>
                <a:gd name="connsiteY35" fmla="*/ 7664 h 10031"/>
                <a:gd name="connsiteX36" fmla="*/ 458 w 10000"/>
                <a:gd name="connsiteY36" fmla="*/ 8245 h 10031"/>
                <a:gd name="connsiteX37" fmla="*/ 684 w 10000"/>
                <a:gd name="connsiteY37" fmla="*/ 8831 h 10031"/>
                <a:gd name="connsiteX38" fmla="*/ 1059 w 10000"/>
                <a:gd name="connsiteY38" fmla="*/ 10000 h 10031"/>
                <a:gd name="connsiteX39" fmla="*/ 3863 w 10000"/>
                <a:gd name="connsiteY39" fmla="*/ 9806 h 10031"/>
                <a:gd name="connsiteX40" fmla="*/ 4219 w 10000"/>
                <a:gd name="connsiteY40" fmla="*/ 9620 h 10031"/>
                <a:gd name="connsiteX41" fmla="*/ 4373 w 10000"/>
                <a:gd name="connsiteY41" fmla="*/ 9293 h 10031"/>
                <a:gd name="connsiteX42" fmla="*/ 5064 w 10000"/>
                <a:gd name="connsiteY42" fmla="*/ 9311 h 10031"/>
                <a:gd name="connsiteX43" fmla="*/ 5457 w 10000"/>
                <a:gd name="connsiteY43" fmla="*/ 8984 h 10031"/>
                <a:gd name="connsiteX44" fmla="*/ 5884 w 10000"/>
                <a:gd name="connsiteY44" fmla="*/ 8740 h 10031"/>
                <a:gd name="connsiteX45" fmla="*/ 6040 w 10000"/>
                <a:gd name="connsiteY45" fmla="*/ 8368 h 10031"/>
                <a:gd name="connsiteX46" fmla="*/ 6382 w 10000"/>
                <a:gd name="connsiteY46" fmla="*/ 7982 h 10031"/>
                <a:gd name="connsiteX47" fmla="*/ 6428 w 10000"/>
                <a:gd name="connsiteY47" fmla="*/ 8181 h 10031"/>
                <a:gd name="connsiteX48" fmla="*/ 6444 w 10000"/>
                <a:gd name="connsiteY48" fmla="*/ 8428 h 10031"/>
                <a:gd name="connsiteX49" fmla="*/ 6766 w 10000"/>
                <a:gd name="connsiteY49" fmla="*/ 9268 h 10031"/>
                <a:gd name="connsiteX0" fmla="*/ 7446 w 10000"/>
                <a:gd name="connsiteY0" fmla="*/ 9488 h 10031"/>
                <a:gd name="connsiteX1" fmla="*/ 7446 w 10000"/>
                <a:gd name="connsiteY1" fmla="*/ 8978 h 10031"/>
                <a:gd name="connsiteX2" fmla="*/ 7821 w 10000"/>
                <a:gd name="connsiteY2" fmla="*/ 8978 h 10031"/>
                <a:gd name="connsiteX3" fmla="*/ 8047 w 10000"/>
                <a:gd name="connsiteY3" fmla="*/ 8029 h 10031"/>
                <a:gd name="connsiteX4" fmla="*/ 8648 w 10000"/>
                <a:gd name="connsiteY4" fmla="*/ 7444 h 10031"/>
                <a:gd name="connsiteX5" fmla="*/ 8873 w 10000"/>
                <a:gd name="connsiteY5" fmla="*/ 6351 h 10031"/>
                <a:gd name="connsiteX6" fmla="*/ 8722 w 10000"/>
                <a:gd name="connsiteY6" fmla="*/ 5768 h 10031"/>
                <a:gd name="connsiteX7" fmla="*/ 9098 w 10000"/>
                <a:gd name="connsiteY7" fmla="*/ 4525 h 10031"/>
                <a:gd name="connsiteX8" fmla="*/ 9399 w 10000"/>
                <a:gd name="connsiteY8" fmla="*/ 4160 h 10031"/>
                <a:gd name="connsiteX9" fmla="*/ 10000 w 10000"/>
                <a:gd name="connsiteY9" fmla="*/ 3576 h 10031"/>
                <a:gd name="connsiteX10" fmla="*/ 9774 w 10000"/>
                <a:gd name="connsiteY10" fmla="*/ 3502 h 10031"/>
                <a:gd name="connsiteX11" fmla="*/ 9399 w 10000"/>
                <a:gd name="connsiteY11" fmla="*/ 3140 h 10031"/>
                <a:gd name="connsiteX12" fmla="*/ 9173 w 10000"/>
                <a:gd name="connsiteY12" fmla="*/ 2044 h 10031"/>
                <a:gd name="connsiteX13" fmla="*/ 9173 w 10000"/>
                <a:gd name="connsiteY13" fmla="*/ 1460 h 10031"/>
                <a:gd name="connsiteX14" fmla="*/ 9098 w 10000"/>
                <a:gd name="connsiteY14" fmla="*/ 729 h 10031"/>
                <a:gd name="connsiteX15" fmla="*/ 8873 w 10000"/>
                <a:gd name="connsiteY15" fmla="*/ 511 h 10031"/>
                <a:gd name="connsiteX16" fmla="*/ 8497 w 10000"/>
                <a:gd name="connsiteY16" fmla="*/ 219 h 10031"/>
                <a:gd name="connsiteX17" fmla="*/ 8272 w 10000"/>
                <a:gd name="connsiteY17" fmla="*/ 0 h 10031"/>
                <a:gd name="connsiteX18" fmla="*/ 7821 w 10000"/>
                <a:gd name="connsiteY18" fmla="*/ 293 h 10031"/>
                <a:gd name="connsiteX19" fmla="*/ 7370 w 10000"/>
                <a:gd name="connsiteY19" fmla="*/ 729 h 10031"/>
                <a:gd name="connsiteX20" fmla="*/ 6769 w 10000"/>
                <a:gd name="connsiteY20" fmla="*/ 729 h 10031"/>
                <a:gd name="connsiteX21" fmla="*/ 5717 w 10000"/>
                <a:gd name="connsiteY21" fmla="*/ 729 h 10031"/>
                <a:gd name="connsiteX22" fmla="*/ 5717 w 10000"/>
                <a:gd name="connsiteY22" fmla="*/ 658 h 10031"/>
                <a:gd name="connsiteX23" fmla="*/ 5643 w 10000"/>
                <a:gd name="connsiteY23" fmla="*/ 729 h 10031"/>
                <a:gd name="connsiteX24" fmla="*/ 1961 w 10000"/>
                <a:gd name="connsiteY24" fmla="*/ 729 h 10031"/>
                <a:gd name="connsiteX25" fmla="*/ 1961 w 10000"/>
                <a:gd name="connsiteY25" fmla="*/ 2263 h 10031"/>
                <a:gd name="connsiteX26" fmla="*/ 1285 w 10000"/>
                <a:gd name="connsiteY26" fmla="*/ 2263 h 10031"/>
                <a:gd name="connsiteX27" fmla="*/ 1285 w 10000"/>
                <a:gd name="connsiteY27" fmla="*/ 2556 h 10031"/>
                <a:gd name="connsiteX28" fmla="*/ 1285 w 10000"/>
                <a:gd name="connsiteY28" fmla="*/ 5179 h 10031"/>
                <a:gd name="connsiteX29" fmla="*/ 1135 w 10000"/>
                <a:gd name="connsiteY29" fmla="*/ 5327 h 10031"/>
                <a:gd name="connsiteX30" fmla="*/ 684 w 10000"/>
                <a:gd name="connsiteY30" fmla="*/ 5621 h 10031"/>
                <a:gd name="connsiteX31" fmla="*/ 609 w 10000"/>
                <a:gd name="connsiteY31" fmla="*/ 5986 h 10031"/>
                <a:gd name="connsiteX32" fmla="*/ 384 w 10000"/>
                <a:gd name="connsiteY32" fmla="*/ 6351 h 10031"/>
                <a:gd name="connsiteX33" fmla="*/ 234 w 10000"/>
                <a:gd name="connsiteY33" fmla="*/ 6935 h 10031"/>
                <a:gd name="connsiteX34" fmla="*/ 8 w 10000"/>
                <a:gd name="connsiteY34" fmla="*/ 7593 h 10031"/>
                <a:gd name="connsiteX35" fmla="*/ 384 w 10000"/>
                <a:gd name="connsiteY35" fmla="*/ 7664 h 10031"/>
                <a:gd name="connsiteX36" fmla="*/ 458 w 10000"/>
                <a:gd name="connsiteY36" fmla="*/ 8245 h 10031"/>
                <a:gd name="connsiteX37" fmla="*/ 684 w 10000"/>
                <a:gd name="connsiteY37" fmla="*/ 8831 h 10031"/>
                <a:gd name="connsiteX38" fmla="*/ 1059 w 10000"/>
                <a:gd name="connsiteY38" fmla="*/ 10000 h 10031"/>
                <a:gd name="connsiteX39" fmla="*/ 3863 w 10000"/>
                <a:gd name="connsiteY39" fmla="*/ 9806 h 10031"/>
                <a:gd name="connsiteX40" fmla="*/ 3863 w 10000"/>
                <a:gd name="connsiteY40" fmla="*/ 9788 h 10031"/>
                <a:gd name="connsiteX41" fmla="*/ 4219 w 10000"/>
                <a:gd name="connsiteY41" fmla="*/ 9620 h 10031"/>
                <a:gd name="connsiteX42" fmla="*/ 4373 w 10000"/>
                <a:gd name="connsiteY42" fmla="*/ 9293 h 10031"/>
                <a:gd name="connsiteX43" fmla="*/ 5064 w 10000"/>
                <a:gd name="connsiteY43" fmla="*/ 9311 h 10031"/>
                <a:gd name="connsiteX44" fmla="*/ 5457 w 10000"/>
                <a:gd name="connsiteY44" fmla="*/ 8984 h 10031"/>
                <a:gd name="connsiteX45" fmla="*/ 5884 w 10000"/>
                <a:gd name="connsiteY45" fmla="*/ 8740 h 10031"/>
                <a:gd name="connsiteX46" fmla="*/ 6040 w 10000"/>
                <a:gd name="connsiteY46" fmla="*/ 8368 h 10031"/>
                <a:gd name="connsiteX47" fmla="*/ 6382 w 10000"/>
                <a:gd name="connsiteY47" fmla="*/ 7982 h 10031"/>
                <a:gd name="connsiteX48" fmla="*/ 6428 w 10000"/>
                <a:gd name="connsiteY48" fmla="*/ 8181 h 10031"/>
                <a:gd name="connsiteX49" fmla="*/ 6444 w 10000"/>
                <a:gd name="connsiteY49" fmla="*/ 8428 h 10031"/>
                <a:gd name="connsiteX50" fmla="*/ 6766 w 10000"/>
                <a:gd name="connsiteY50" fmla="*/ 9268 h 10031"/>
                <a:gd name="connsiteX0" fmla="*/ 7446 w 10000"/>
                <a:gd name="connsiteY0" fmla="*/ 9488 h 10031"/>
                <a:gd name="connsiteX1" fmla="*/ 7446 w 10000"/>
                <a:gd name="connsiteY1" fmla="*/ 8978 h 10031"/>
                <a:gd name="connsiteX2" fmla="*/ 7821 w 10000"/>
                <a:gd name="connsiteY2" fmla="*/ 8978 h 10031"/>
                <a:gd name="connsiteX3" fmla="*/ 8047 w 10000"/>
                <a:gd name="connsiteY3" fmla="*/ 8029 h 10031"/>
                <a:gd name="connsiteX4" fmla="*/ 8648 w 10000"/>
                <a:gd name="connsiteY4" fmla="*/ 7444 h 10031"/>
                <a:gd name="connsiteX5" fmla="*/ 8873 w 10000"/>
                <a:gd name="connsiteY5" fmla="*/ 6351 h 10031"/>
                <a:gd name="connsiteX6" fmla="*/ 8722 w 10000"/>
                <a:gd name="connsiteY6" fmla="*/ 5768 h 10031"/>
                <a:gd name="connsiteX7" fmla="*/ 9098 w 10000"/>
                <a:gd name="connsiteY7" fmla="*/ 4525 h 10031"/>
                <a:gd name="connsiteX8" fmla="*/ 9399 w 10000"/>
                <a:gd name="connsiteY8" fmla="*/ 4160 h 10031"/>
                <a:gd name="connsiteX9" fmla="*/ 10000 w 10000"/>
                <a:gd name="connsiteY9" fmla="*/ 3576 h 10031"/>
                <a:gd name="connsiteX10" fmla="*/ 9774 w 10000"/>
                <a:gd name="connsiteY10" fmla="*/ 3502 h 10031"/>
                <a:gd name="connsiteX11" fmla="*/ 9399 w 10000"/>
                <a:gd name="connsiteY11" fmla="*/ 3140 h 10031"/>
                <a:gd name="connsiteX12" fmla="*/ 9173 w 10000"/>
                <a:gd name="connsiteY12" fmla="*/ 2044 h 10031"/>
                <a:gd name="connsiteX13" fmla="*/ 9173 w 10000"/>
                <a:gd name="connsiteY13" fmla="*/ 1460 h 10031"/>
                <a:gd name="connsiteX14" fmla="*/ 9098 w 10000"/>
                <a:gd name="connsiteY14" fmla="*/ 729 h 10031"/>
                <a:gd name="connsiteX15" fmla="*/ 8873 w 10000"/>
                <a:gd name="connsiteY15" fmla="*/ 511 h 10031"/>
                <a:gd name="connsiteX16" fmla="*/ 8497 w 10000"/>
                <a:gd name="connsiteY16" fmla="*/ 219 h 10031"/>
                <a:gd name="connsiteX17" fmla="*/ 8272 w 10000"/>
                <a:gd name="connsiteY17" fmla="*/ 0 h 10031"/>
                <a:gd name="connsiteX18" fmla="*/ 7821 w 10000"/>
                <a:gd name="connsiteY18" fmla="*/ 293 h 10031"/>
                <a:gd name="connsiteX19" fmla="*/ 7370 w 10000"/>
                <a:gd name="connsiteY19" fmla="*/ 729 h 10031"/>
                <a:gd name="connsiteX20" fmla="*/ 6769 w 10000"/>
                <a:gd name="connsiteY20" fmla="*/ 729 h 10031"/>
                <a:gd name="connsiteX21" fmla="*/ 5717 w 10000"/>
                <a:gd name="connsiteY21" fmla="*/ 729 h 10031"/>
                <a:gd name="connsiteX22" fmla="*/ 5717 w 10000"/>
                <a:gd name="connsiteY22" fmla="*/ 658 h 10031"/>
                <a:gd name="connsiteX23" fmla="*/ 5643 w 10000"/>
                <a:gd name="connsiteY23" fmla="*/ 729 h 10031"/>
                <a:gd name="connsiteX24" fmla="*/ 1961 w 10000"/>
                <a:gd name="connsiteY24" fmla="*/ 729 h 10031"/>
                <a:gd name="connsiteX25" fmla="*/ 1961 w 10000"/>
                <a:gd name="connsiteY25" fmla="*/ 2263 h 10031"/>
                <a:gd name="connsiteX26" fmla="*/ 1285 w 10000"/>
                <a:gd name="connsiteY26" fmla="*/ 2263 h 10031"/>
                <a:gd name="connsiteX27" fmla="*/ 1285 w 10000"/>
                <a:gd name="connsiteY27" fmla="*/ 2556 h 10031"/>
                <a:gd name="connsiteX28" fmla="*/ 1285 w 10000"/>
                <a:gd name="connsiteY28" fmla="*/ 5179 h 10031"/>
                <a:gd name="connsiteX29" fmla="*/ 1135 w 10000"/>
                <a:gd name="connsiteY29" fmla="*/ 5327 h 10031"/>
                <a:gd name="connsiteX30" fmla="*/ 684 w 10000"/>
                <a:gd name="connsiteY30" fmla="*/ 5621 h 10031"/>
                <a:gd name="connsiteX31" fmla="*/ 609 w 10000"/>
                <a:gd name="connsiteY31" fmla="*/ 5986 h 10031"/>
                <a:gd name="connsiteX32" fmla="*/ 384 w 10000"/>
                <a:gd name="connsiteY32" fmla="*/ 6351 h 10031"/>
                <a:gd name="connsiteX33" fmla="*/ 234 w 10000"/>
                <a:gd name="connsiteY33" fmla="*/ 6935 h 10031"/>
                <a:gd name="connsiteX34" fmla="*/ 8 w 10000"/>
                <a:gd name="connsiteY34" fmla="*/ 7593 h 10031"/>
                <a:gd name="connsiteX35" fmla="*/ 384 w 10000"/>
                <a:gd name="connsiteY35" fmla="*/ 7664 h 10031"/>
                <a:gd name="connsiteX36" fmla="*/ 458 w 10000"/>
                <a:gd name="connsiteY36" fmla="*/ 8245 h 10031"/>
                <a:gd name="connsiteX37" fmla="*/ 684 w 10000"/>
                <a:gd name="connsiteY37" fmla="*/ 8831 h 10031"/>
                <a:gd name="connsiteX38" fmla="*/ 1059 w 10000"/>
                <a:gd name="connsiteY38" fmla="*/ 10000 h 10031"/>
                <a:gd name="connsiteX39" fmla="*/ 3863 w 10000"/>
                <a:gd name="connsiteY39" fmla="*/ 9806 h 10031"/>
                <a:gd name="connsiteX40" fmla="*/ 3479 w 10000"/>
                <a:gd name="connsiteY40" fmla="*/ 9452 h 10031"/>
                <a:gd name="connsiteX41" fmla="*/ 4219 w 10000"/>
                <a:gd name="connsiteY41" fmla="*/ 9620 h 10031"/>
                <a:gd name="connsiteX42" fmla="*/ 4373 w 10000"/>
                <a:gd name="connsiteY42" fmla="*/ 9293 h 10031"/>
                <a:gd name="connsiteX43" fmla="*/ 5064 w 10000"/>
                <a:gd name="connsiteY43" fmla="*/ 9311 h 10031"/>
                <a:gd name="connsiteX44" fmla="*/ 5457 w 10000"/>
                <a:gd name="connsiteY44" fmla="*/ 8984 h 10031"/>
                <a:gd name="connsiteX45" fmla="*/ 5884 w 10000"/>
                <a:gd name="connsiteY45" fmla="*/ 8740 h 10031"/>
                <a:gd name="connsiteX46" fmla="*/ 6040 w 10000"/>
                <a:gd name="connsiteY46" fmla="*/ 8368 h 10031"/>
                <a:gd name="connsiteX47" fmla="*/ 6382 w 10000"/>
                <a:gd name="connsiteY47" fmla="*/ 7982 h 10031"/>
                <a:gd name="connsiteX48" fmla="*/ 6428 w 10000"/>
                <a:gd name="connsiteY48" fmla="*/ 8181 h 10031"/>
                <a:gd name="connsiteX49" fmla="*/ 6444 w 10000"/>
                <a:gd name="connsiteY49" fmla="*/ 8428 h 10031"/>
                <a:gd name="connsiteX50" fmla="*/ 6766 w 10000"/>
                <a:gd name="connsiteY50" fmla="*/ 9268 h 10031"/>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3479 w 10000"/>
                <a:gd name="connsiteY40" fmla="*/ 9452 h 10008"/>
                <a:gd name="connsiteX41" fmla="*/ 4219 w 10000"/>
                <a:gd name="connsiteY41" fmla="*/ 9620 h 10008"/>
                <a:gd name="connsiteX42" fmla="*/ 4373 w 10000"/>
                <a:gd name="connsiteY42" fmla="*/ 9293 h 10008"/>
                <a:gd name="connsiteX43" fmla="*/ 5064 w 10000"/>
                <a:gd name="connsiteY43" fmla="*/ 9311 h 10008"/>
                <a:gd name="connsiteX44" fmla="*/ 5457 w 10000"/>
                <a:gd name="connsiteY44" fmla="*/ 8984 h 10008"/>
                <a:gd name="connsiteX45" fmla="*/ 5884 w 10000"/>
                <a:gd name="connsiteY45" fmla="*/ 8740 h 10008"/>
                <a:gd name="connsiteX46" fmla="*/ 6040 w 10000"/>
                <a:gd name="connsiteY46" fmla="*/ 8368 h 10008"/>
                <a:gd name="connsiteX47" fmla="*/ 6382 w 10000"/>
                <a:gd name="connsiteY47" fmla="*/ 7982 h 10008"/>
                <a:gd name="connsiteX48" fmla="*/ 6428 w 10000"/>
                <a:gd name="connsiteY48" fmla="*/ 8181 h 10008"/>
                <a:gd name="connsiteX49" fmla="*/ 6444 w 10000"/>
                <a:gd name="connsiteY49" fmla="*/ 8428 h 10008"/>
                <a:gd name="connsiteX50" fmla="*/ 6766 w 10000"/>
                <a:gd name="connsiteY50"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3479 w 10000"/>
                <a:gd name="connsiteY40" fmla="*/ 9452 h 10008"/>
                <a:gd name="connsiteX41" fmla="*/ 3863 w 10000"/>
                <a:gd name="connsiteY41" fmla="*/ 9778 h 10008"/>
                <a:gd name="connsiteX42" fmla="*/ 4219 w 10000"/>
                <a:gd name="connsiteY42" fmla="*/ 9620 h 10008"/>
                <a:gd name="connsiteX43" fmla="*/ 4373 w 10000"/>
                <a:gd name="connsiteY43" fmla="*/ 9293 h 10008"/>
                <a:gd name="connsiteX44" fmla="*/ 5064 w 10000"/>
                <a:gd name="connsiteY44" fmla="*/ 9311 h 10008"/>
                <a:gd name="connsiteX45" fmla="*/ 5457 w 10000"/>
                <a:gd name="connsiteY45" fmla="*/ 8984 h 10008"/>
                <a:gd name="connsiteX46" fmla="*/ 5884 w 10000"/>
                <a:gd name="connsiteY46" fmla="*/ 8740 h 10008"/>
                <a:gd name="connsiteX47" fmla="*/ 6040 w 10000"/>
                <a:gd name="connsiteY47" fmla="*/ 8368 h 10008"/>
                <a:gd name="connsiteX48" fmla="*/ 6382 w 10000"/>
                <a:gd name="connsiteY48" fmla="*/ 7982 h 10008"/>
                <a:gd name="connsiteX49" fmla="*/ 6428 w 10000"/>
                <a:gd name="connsiteY49" fmla="*/ 8181 h 10008"/>
                <a:gd name="connsiteX50" fmla="*/ 6444 w 10000"/>
                <a:gd name="connsiteY50" fmla="*/ 8428 h 10008"/>
                <a:gd name="connsiteX51" fmla="*/ 6766 w 10000"/>
                <a:gd name="connsiteY51"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3479 w 10000"/>
                <a:gd name="connsiteY40" fmla="*/ 9452 h 10008"/>
                <a:gd name="connsiteX41" fmla="*/ 3863 w 10000"/>
                <a:gd name="connsiteY41" fmla="*/ 9778 h 10008"/>
                <a:gd name="connsiteX42" fmla="*/ 4219 w 10000"/>
                <a:gd name="connsiteY42" fmla="*/ 9620 h 10008"/>
                <a:gd name="connsiteX43" fmla="*/ 4373 w 10000"/>
                <a:gd name="connsiteY43" fmla="*/ 9293 h 10008"/>
                <a:gd name="connsiteX44" fmla="*/ 5064 w 10000"/>
                <a:gd name="connsiteY44" fmla="*/ 9311 h 10008"/>
                <a:gd name="connsiteX45" fmla="*/ 5457 w 10000"/>
                <a:gd name="connsiteY45" fmla="*/ 8984 h 10008"/>
                <a:gd name="connsiteX46" fmla="*/ 5884 w 10000"/>
                <a:gd name="connsiteY46" fmla="*/ 8740 h 10008"/>
                <a:gd name="connsiteX47" fmla="*/ 6040 w 10000"/>
                <a:gd name="connsiteY47" fmla="*/ 8368 h 10008"/>
                <a:gd name="connsiteX48" fmla="*/ 6382 w 10000"/>
                <a:gd name="connsiteY48" fmla="*/ 7982 h 10008"/>
                <a:gd name="connsiteX49" fmla="*/ 6428 w 10000"/>
                <a:gd name="connsiteY49" fmla="*/ 8181 h 10008"/>
                <a:gd name="connsiteX50" fmla="*/ 6444 w 10000"/>
                <a:gd name="connsiteY50" fmla="*/ 8428 h 10008"/>
                <a:gd name="connsiteX51" fmla="*/ 6766 w 10000"/>
                <a:gd name="connsiteY51"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3479 w 10000"/>
                <a:gd name="connsiteY40" fmla="*/ 9452 h 10008"/>
                <a:gd name="connsiteX41" fmla="*/ 3863 w 10000"/>
                <a:gd name="connsiteY41" fmla="*/ 9778 h 10008"/>
                <a:gd name="connsiteX42" fmla="*/ 4219 w 10000"/>
                <a:gd name="connsiteY42" fmla="*/ 9620 h 10008"/>
                <a:gd name="connsiteX43" fmla="*/ 4373 w 10000"/>
                <a:gd name="connsiteY43" fmla="*/ 9293 h 10008"/>
                <a:gd name="connsiteX44" fmla="*/ 5064 w 10000"/>
                <a:gd name="connsiteY44" fmla="*/ 9311 h 10008"/>
                <a:gd name="connsiteX45" fmla="*/ 5457 w 10000"/>
                <a:gd name="connsiteY45" fmla="*/ 8984 h 10008"/>
                <a:gd name="connsiteX46" fmla="*/ 5884 w 10000"/>
                <a:gd name="connsiteY46" fmla="*/ 8740 h 10008"/>
                <a:gd name="connsiteX47" fmla="*/ 6040 w 10000"/>
                <a:gd name="connsiteY47" fmla="*/ 8368 h 10008"/>
                <a:gd name="connsiteX48" fmla="*/ 6382 w 10000"/>
                <a:gd name="connsiteY48" fmla="*/ 7982 h 10008"/>
                <a:gd name="connsiteX49" fmla="*/ 6428 w 10000"/>
                <a:gd name="connsiteY49" fmla="*/ 8181 h 10008"/>
                <a:gd name="connsiteX50" fmla="*/ 6444 w 10000"/>
                <a:gd name="connsiteY50" fmla="*/ 8428 h 10008"/>
                <a:gd name="connsiteX51" fmla="*/ 6766 w 10000"/>
                <a:gd name="connsiteY51"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3786 w 10000"/>
                <a:gd name="connsiteY40" fmla="*/ 9452 h 10008"/>
                <a:gd name="connsiteX41" fmla="*/ 3863 w 10000"/>
                <a:gd name="connsiteY41" fmla="*/ 9778 h 10008"/>
                <a:gd name="connsiteX42" fmla="*/ 4219 w 10000"/>
                <a:gd name="connsiteY42" fmla="*/ 9620 h 10008"/>
                <a:gd name="connsiteX43" fmla="*/ 4373 w 10000"/>
                <a:gd name="connsiteY43" fmla="*/ 9293 h 10008"/>
                <a:gd name="connsiteX44" fmla="*/ 5064 w 10000"/>
                <a:gd name="connsiteY44" fmla="*/ 9311 h 10008"/>
                <a:gd name="connsiteX45" fmla="*/ 5457 w 10000"/>
                <a:gd name="connsiteY45" fmla="*/ 8984 h 10008"/>
                <a:gd name="connsiteX46" fmla="*/ 5884 w 10000"/>
                <a:gd name="connsiteY46" fmla="*/ 8740 h 10008"/>
                <a:gd name="connsiteX47" fmla="*/ 6040 w 10000"/>
                <a:gd name="connsiteY47" fmla="*/ 8368 h 10008"/>
                <a:gd name="connsiteX48" fmla="*/ 6382 w 10000"/>
                <a:gd name="connsiteY48" fmla="*/ 7982 h 10008"/>
                <a:gd name="connsiteX49" fmla="*/ 6428 w 10000"/>
                <a:gd name="connsiteY49" fmla="*/ 8181 h 10008"/>
                <a:gd name="connsiteX50" fmla="*/ 6444 w 10000"/>
                <a:gd name="connsiteY50" fmla="*/ 8428 h 10008"/>
                <a:gd name="connsiteX51" fmla="*/ 6766 w 10000"/>
                <a:gd name="connsiteY51"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3786 w 10000"/>
                <a:gd name="connsiteY40" fmla="*/ 9452 h 10008"/>
                <a:gd name="connsiteX41" fmla="*/ 3863 w 10000"/>
                <a:gd name="connsiteY41" fmla="*/ 9778 h 10008"/>
                <a:gd name="connsiteX42" fmla="*/ 4219 w 10000"/>
                <a:gd name="connsiteY42" fmla="*/ 9620 h 10008"/>
                <a:gd name="connsiteX43" fmla="*/ 4373 w 10000"/>
                <a:gd name="connsiteY43" fmla="*/ 9293 h 10008"/>
                <a:gd name="connsiteX44" fmla="*/ 5064 w 10000"/>
                <a:gd name="connsiteY44" fmla="*/ 9311 h 10008"/>
                <a:gd name="connsiteX45" fmla="*/ 5457 w 10000"/>
                <a:gd name="connsiteY45" fmla="*/ 8984 h 10008"/>
                <a:gd name="connsiteX46" fmla="*/ 5884 w 10000"/>
                <a:gd name="connsiteY46" fmla="*/ 8740 h 10008"/>
                <a:gd name="connsiteX47" fmla="*/ 6040 w 10000"/>
                <a:gd name="connsiteY47" fmla="*/ 8368 h 10008"/>
                <a:gd name="connsiteX48" fmla="*/ 6382 w 10000"/>
                <a:gd name="connsiteY48" fmla="*/ 7982 h 10008"/>
                <a:gd name="connsiteX49" fmla="*/ 6428 w 10000"/>
                <a:gd name="connsiteY49" fmla="*/ 8181 h 10008"/>
                <a:gd name="connsiteX50" fmla="*/ 6444 w 10000"/>
                <a:gd name="connsiteY50" fmla="*/ 8428 h 10008"/>
                <a:gd name="connsiteX51" fmla="*/ 6766 w 10000"/>
                <a:gd name="connsiteY51"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3008 w 10000"/>
                <a:gd name="connsiteY40" fmla="*/ 9433 h 10008"/>
                <a:gd name="connsiteX41" fmla="*/ 3786 w 10000"/>
                <a:gd name="connsiteY41" fmla="*/ 9452 h 10008"/>
                <a:gd name="connsiteX42" fmla="*/ 3863 w 10000"/>
                <a:gd name="connsiteY42" fmla="*/ 9778 h 10008"/>
                <a:gd name="connsiteX43" fmla="*/ 4219 w 10000"/>
                <a:gd name="connsiteY43" fmla="*/ 9620 h 10008"/>
                <a:gd name="connsiteX44" fmla="*/ 4373 w 10000"/>
                <a:gd name="connsiteY44" fmla="*/ 9293 h 10008"/>
                <a:gd name="connsiteX45" fmla="*/ 5064 w 10000"/>
                <a:gd name="connsiteY45" fmla="*/ 9311 h 10008"/>
                <a:gd name="connsiteX46" fmla="*/ 5457 w 10000"/>
                <a:gd name="connsiteY46" fmla="*/ 8984 h 10008"/>
                <a:gd name="connsiteX47" fmla="*/ 5884 w 10000"/>
                <a:gd name="connsiteY47" fmla="*/ 8740 h 10008"/>
                <a:gd name="connsiteX48" fmla="*/ 6040 w 10000"/>
                <a:gd name="connsiteY48" fmla="*/ 8368 h 10008"/>
                <a:gd name="connsiteX49" fmla="*/ 6382 w 10000"/>
                <a:gd name="connsiteY49" fmla="*/ 7982 h 10008"/>
                <a:gd name="connsiteX50" fmla="*/ 6428 w 10000"/>
                <a:gd name="connsiteY50" fmla="*/ 8181 h 10008"/>
                <a:gd name="connsiteX51" fmla="*/ 6444 w 10000"/>
                <a:gd name="connsiteY51" fmla="*/ 8428 h 10008"/>
                <a:gd name="connsiteX52" fmla="*/ 6766 w 10000"/>
                <a:gd name="connsiteY52"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3008 w 10000"/>
                <a:gd name="connsiteY40" fmla="*/ 9433 h 10008"/>
                <a:gd name="connsiteX41" fmla="*/ 3786 w 10000"/>
                <a:gd name="connsiteY41" fmla="*/ 9499 h 10008"/>
                <a:gd name="connsiteX42" fmla="*/ 3863 w 10000"/>
                <a:gd name="connsiteY42" fmla="*/ 9778 h 10008"/>
                <a:gd name="connsiteX43" fmla="*/ 4219 w 10000"/>
                <a:gd name="connsiteY43" fmla="*/ 9620 h 10008"/>
                <a:gd name="connsiteX44" fmla="*/ 4373 w 10000"/>
                <a:gd name="connsiteY44" fmla="*/ 9293 h 10008"/>
                <a:gd name="connsiteX45" fmla="*/ 5064 w 10000"/>
                <a:gd name="connsiteY45" fmla="*/ 9311 h 10008"/>
                <a:gd name="connsiteX46" fmla="*/ 5457 w 10000"/>
                <a:gd name="connsiteY46" fmla="*/ 8984 h 10008"/>
                <a:gd name="connsiteX47" fmla="*/ 5884 w 10000"/>
                <a:gd name="connsiteY47" fmla="*/ 8740 h 10008"/>
                <a:gd name="connsiteX48" fmla="*/ 6040 w 10000"/>
                <a:gd name="connsiteY48" fmla="*/ 8368 h 10008"/>
                <a:gd name="connsiteX49" fmla="*/ 6382 w 10000"/>
                <a:gd name="connsiteY49" fmla="*/ 7982 h 10008"/>
                <a:gd name="connsiteX50" fmla="*/ 6428 w 10000"/>
                <a:gd name="connsiteY50" fmla="*/ 8181 h 10008"/>
                <a:gd name="connsiteX51" fmla="*/ 6444 w 10000"/>
                <a:gd name="connsiteY51" fmla="*/ 8428 h 10008"/>
                <a:gd name="connsiteX52" fmla="*/ 6766 w 10000"/>
                <a:gd name="connsiteY52"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2960 w 10000"/>
                <a:gd name="connsiteY40" fmla="*/ 9480 h 10008"/>
                <a:gd name="connsiteX41" fmla="*/ 3786 w 10000"/>
                <a:gd name="connsiteY41" fmla="*/ 9499 h 10008"/>
                <a:gd name="connsiteX42" fmla="*/ 3863 w 10000"/>
                <a:gd name="connsiteY42" fmla="*/ 9778 h 10008"/>
                <a:gd name="connsiteX43" fmla="*/ 4219 w 10000"/>
                <a:gd name="connsiteY43" fmla="*/ 9620 h 10008"/>
                <a:gd name="connsiteX44" fmla="*/ 4373 w 10000"/>
                <a:gd name="connsiteY44" fmla="*/ 9293 h 10008"/>
                <a:gd name="connsiteX45" fmla="*/ 5064 w 10000"/>
                <a:gd name="connsiteY45" fmla="*/ 9311 h 10008"/>
                <a:gd name="connsiteX46" fmla="*/ 5457 w 10000"/>
                <a:gd name="connsiteY46" fmla="*/ 8984 h 10008"/>
                <a:gd name="connsiteX47" fmla="*/ 5884 w 10000"/>
                <a:gd name="connsiteY47" fmla="*/ 8740 h 10008"/>
                <a:gd name="connsiteX48" fmla="*/ 6040 w 10000"/>
                <a:gd name="connsiteY48" fmla="*/ 8368 h 10008"/>
                <a:gd name="connsiteX49" fmla="*/ 6382 w 10000"/>
                <a:gd name="connsiteY49" fmla="*/ 7982 h 10008"/>
                <a:gd name="connsiteX50" fmla="*/ 6428 w 10000"/>
                <a:gd name="connsiteY50" fmla="*/ 8181 h 10008"/>
                <a:gd name="connsiteX51" fmla="*/ 6444 w 10000"/>
                <a:gd name="connsiteY51" fmla="*/ 8428 h 10008"/>
                <a:gd name="connsiteX52" fmla="*/ 6766 w 10000"/>
                <a:gd name="connsiteY52"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2960 w 10000"/>
                <a:gd name="connsiteY40" fmla="*/ 9480 h 10008"/>
                <a:gd name="connsiteX41" fmla="*/ 3757 w 10000"/>
                <a:gd name="connsiteY41" fmla="*/ 9508 h 10008"/>
                <a:gd name="connsiteX42" fmla="*/ 3863 w 10000"/>
                <a:gd name="connsiteY42" fmla="*/ 9778 h 10008"/>
                <a:gd name="connsiteX43" fmla="*/ 4219 w 10000"/>
                <a:gd name="connsiteY43" fmla="*/ 9620 h 10008"/>
                <a:gd name="connsiteX44" fmla="*/ 4373 w 10000"/>
                <a:gd name="connsiteY44" fmla="*/ 9293 h 10008"/>
                <a:gd name="connsiteX45" fmla="*/ 5064 w 10000"/>
                <a:gd name="connsiteY45" fmla="*/ 9311 h 10008"/>
                <a:gd name="connsiteX46" fmla="*/ 5457 w 10000"/>
                <a:gd name="connsiteY46" fmla="*/ 8984 h 10008"/>
                <a:gd name="connsiteX47" fmla="*/ 5884 w 10000"/>
                <a:gd name="connsiteY47" fmla="*/ 8740 h 10008"/>
                <a:gd name="connsiteX48" fmla="*/ 6040 w 10000"/>
                <a:gd name="connsiteY48" fmla="*/ 8368 h 10008"/>
                <a:gd name="connsiteX49" fmla="*/ 6382 w 10000"/>
                <a:gd name="connsiteY49" fmla="*/ 7982 h 10008"/>
                <a:gd name="connsiteX50" fmla="*/ 6428 w 10000"/>
                <a:gd name="connsiteY50" fmla="*/ 8181 h 10008"/>
                <a:gd name="connsiteX51" fmla="*/ 6444 w 10000"/>
                <a:gd name="connsiteY51" fmla="*/ 8428 h 10008"/>
                <a:gd name="connsiteX52" fmla="*/ 6766 w 10000"/>
                <a:gd name="connsiteY52"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3027 w 10000"/>
                <a:gd name="connsiteY40" fmla="*/ 9433 h 10008"/>
                <a:gd name="connsiteX41" fmla="*/ 3757 w 10000"/>
                <a:gd name="connsiteY41" fmla="*/ 9508 h 10008"/>
                <a:gd name="connsiteX42" fmla="*/ 3863 w 10000"/>
                <a:gd name="connsiteY42" fmla="*/ 9778 h 10008"/>
                <a:gd name="connsiteX43" fmla="*/ 4219 w 10000"/>
                <a:gd name="connsiteY43" fmla="*/ 9620 h 10008"/>
                <a:gd name="connsiteX44" fmla="*/ 4373 w 10000"/>
                <a:gd name="connsiteY44" fmla="*/ 9293 h 10008"/>
                <a:gd name="connsiteX45" fmla="*/ 5064 w 10000"/>
                <a:gd name="connsiteY45" fmla="*/ 9311 h 10008"/>
                <a:gd name="connsiteX46" fmla="*/ 5457 w 10000"/>
                <a:gd name="connsiteY46" fmla="*/ 8984 h 10008"/>
                <a:gd name="connsiteX47" fmla="*/ 5884 w 10000"/>
                <a:gd name="connsiteY47" fmla="*/ 8740 h 10008"/>
                <a:gd name="connsiteX48" fmla="*/ 6040 w 10000"/>
                <a:gd name="connsiteY48" fmla="*/ 8368 h 10008"/>
                <a:gd name="connsiteX49" fmla="*/ 6382 w 10000"/>
                <a:gd name="connsiteY49" fmla="*/ 7982 h 10008"/>
                <a:gd name="connsiteX50" fmla="*/ 6428 w 10000"/>
                <a:gd name="connsiteY50" fmla="*/ 8181 h 10008"/>
                <a:gd name="connsiteX51" fmla="*/ 6444 w 10000"/>
                <a:gd name="connsiteY51" fmla="*/ 8428 h 10008"/>
                <a:gd name="connsiteX52" fmla="*/ 6766 w 10000"/>
                <a:gd name="connsiteY52"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2893 w 10000"/>
                <a:gd name="connsiteY40" fmla="*/ 9508 h 10008"/>
                <a:gd name="connsiteX41" fmla="*/ 3757 w 10000"/>
                <a:gd name="connsiteY41" fmla="*/ 9508 h 10008"/>
                <a:gd name="connsiteX42" fmla="*/ 3863 w 10000"/>
                <a:gd name="connsiteY42" fmla="*/ 9778 h 10008"/>
                <a:gd name="connsiteX43" fmla="*/ 4219 w 10000"/>
                <a:gd name="connsiteY43" fmla="*/ 9620 h 10008"/>
                <a:gd name="connsiteX44" fmla="*/ 4373 w 10000"/>
                <a:gd name="connsiteY44" fmla="*/ 9293 h 10008"/>
                <a:gd name="connsiteX45" fmla="*/ 5064 w 10000"/>
                <a:gd name="connsiteY45" fmla="*/ 9311 h 10008"/>
                <a:gd name="connsiteX46" fmla="*/ 5457 w 10000"/>
                <a:gd name="connsiteY46" fmla="*/ 8984 h 10008"/>
                <a:gd name="connsiteX47" fmla="*/ 5884 w 10000"/>
                <a:gd name="connsiteY47" fmla="*/ 8740 h 10008"/>
                <a:gd name="connsiteX48" fmla="*/ 6040 w 10000"/>
                <a:gd name="connsiteY48" fmla="*/ 8368 h 10008"/>
                <a:gd name="connsiteX49" fmla="*/ 6382 w 10000"/>
                <a:gd name="connsiteY49" fmla="*/ 7982 h 10008"/>
                <a:gd name="connsiteX50" fmla="*/ 6428 w 10000"/>
                <a:gd name="connsiteY50" fmla="*/ 8181 h 10008"/>
                <a:gd name="connsiteX51" fmla="*/ 6444 w 10000"/>
                <a:gd name="connsiteY51" fmla="*/ 8428 h 10008"/>
                <a:gd name="connsiteX52" fmla="*/ 6766 w 10000"/>
                <a:gd name="connsiteY52"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2893 w 10000"/>
                <a:gd name="connsiteY40" fmla="*/ 9508 h 10008"/>
                <a:gd name="connsiteX41" fmla="*/ 3757 w 10000"/>
                <a:gd name="connsiteY41" fmla="*/ 9508 h 10008"/>
                <a:gd name="connsiteX42" fmla="*/ 3863 w 10000"/>
                <a:gd name="connsiteY42" fmla="*/ 9778 h 10008"/>
                <a:gd name="connsiteX43" fmla="*/ 4219 w 10000"/>
                <a:gd name="connsiteY43" fmla="*/ 9620 h 10008"/>
                <a:gd name="connsiteX44" fmla="*/ 4373 w 10000"/>
                <a:gd name="connsiteY44" fmla="*/ 9293 h 10008"/>
                <a:gd name="connsiteX45" fmla="*/ 5064 w 10000"/>
                <a:gd name="connsiteY45" fmla="*/ 9311 h 10008"/>
                <a:gd name="connsiteX46" fmla="*/ 5457 w 10000"/>
                <a:gd name="connsiteY46" fmla="*/ 8984 h 10008"/>
                <a:gd name="connsiteX47" fmla="*/ 5884 w 10000"/>
                <a:gd name="connsiteY47" fmla="*/ 8740 h 10008"/>
                <a:gd name="connsiteX48" fmla="*/ 6040 w 10000"/>
                <a:gd name="connsiteY48" fmla="*/ 8368 h 10008"/>
                <a:gd name="connsiteX49" fmla="*/ 6382 w 10000"/>
                <a:gd name="connsiteY49" fmla="*/ 7982 h 10008"/>
                <a:gd name="connsiteX50" fmla="*/ 6428 w 10000"/>
                <a:gd name="connsiteY50" fmla="*/ 8181 h 10008"/>
                <a:gd name="connsiteX51" fmla="*/ 6444 w 10000"/>
                <a:gd name="connsiteY51" fmla="*/ 8428 h 10008"/>
                <a:gd name="connsiteX52" fmla="*/ 6766 w 10000"/>
                <a:gd name="connsiteY52"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778 w 10000"/>
                <a:gd name="connsiteY39" fmla="*/ 9087 h 10008"/>
                <a:gd name="connsiteX40" fmla="*/ 2893 w 10000"/>
                <a:gd name="connsiteY40" fmla="*/ 9508 h 10008"/>
                <a:gd name="connsiteX41" fmla="*/ 3757 w 10000"/>
                <a:gd name="connsiteY41" fmla="*/ 9508 h 10008"/>
                <a:gd name="connsiteX42" fmla="*/ 3863 w 10000"/>
                <a:gd name="connsiteY42" fmla="*/ 9778 h 10008"/>
                <a:gd name="connsiteX43" fmla="*/ 4219 w 10000"/>
                <a:gd name="connsiteY43" fmla="*/ 9620 h 10008"/>
                <a:gd name="connsiteX44" fmla="*/ 4373 w 10000"/>
                <a:gd name="connsiteY44" fmla="*/ 9293 h 10008"/>
                <a:gd name="connsiteX45" fmla="*/ 5064 w 10000"/>
                <a:gd name="connsiteY45" fmla="*/ 9311 h 10008"/>
                <a:gd name="connsiteX46" fmla="*/ 5457 w 10000"/>
                <a:gd name="connsiteY46" fmla="*/ 8984 h 10008"/>
                <a:gd name="connsiteX47" fmla="*/ 5884 w 10000"/>
                <a:gd name="connsiteY47" fmla="*/ 8740 h 10008"/>
                <a:gd name="connsiteX48" fmla="*/ 6040 w 10000"/>
                <a:gd name="connsiteY48" fmla="*/ 8368 h 10008"/>
                <a:gd name="connsiteX49" fmla="*/ 6382 w 10000"/>
                <a:gd name="connsiteY49" fmla="*/ 7982 h 10008"/>
                <a:gd name="connsiteX50" fmla="*/ 6428 w 10000"/>
                <a:gd name="connsiteY50" fmla="*/ 8181 h 10008"/>
                <a:gd name="connsiteX51" fmla="*/ 6444 w 10000"/>
                <a:gd name="connsiteY51" fmla="*/ 8428 h 10008"/>
                <a:gd name="connsiteX52" fmla="*/ 6766 w 10000"/>
                <a:gd name="connsiteY52" fmla="*/ 9268 h 1000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2509 w 10000"/>
                <a:gd name="connsiteY39" fmla="*/ 9601 h 10018"/>
                <a:gd name="connsiteX40" fmla="*/ 2893 w 10000"/>
                <a:gd name="connsiteY40" fmla="*/ 9508 h 10018"/>
                <a:gd name="connsiteX41" fmla="*/ 3757 w 10000"/>
                <a:gd name="connsiteY41" fmla="*/ 9508 h 10018"/>
                <a:gd name="connsiteX42" fmla="*/ 3863 w 10000"/>
                <a:gd name="connsiteY42" fmla="*/ 9778 h 10018"/>
                <a:gd name="connsiteX43" fmla="*/ 4219 w 10000"/>
                <a:gd name="connsiteY43" fmla="*/ 9620 h 10018"/>
                <a:gd name="connsiteX44" fmla="*/ 4373 w 10000"/>
                <a:gd name="connsiteY44" fmla="*/ 9293 h 10018"/>
                <a:gd name="connsiteX45" fmla="*/ 5064 w 10000"/>
                <a:gd name="connsiteY45" fmla="*/ 9311 h 10018"/>
                <a:gd name="connsiteX46" fmla="*/ 5457 w 10000"/>
                <a:gd name="connsiteY46" fmla="*/ 8984 h 10018"/>
                <a:gd name="connsiteX47" fmla="*/ 5884 w 10000"/>
                <a:gd name="connsiteY47" fmla="*/ 8740 h 10018"/>
                <a:gd name="connsiteX48" fmla="*/ 6040 w 10000"/>
                <a:gd name="connsiteY48" fmla="*/ 8368 h 10018"/>
                <a:gd name="connsiteX49" fmla="*/ 6382 w 10000"/>
                <a:gd name="connsiteY49" fmla="*/ 7982 h 10018"/>
                <a:gd name="connsiteX50" fmla="*/ 6428 w 10000"/>
                <a:gd name="connsiteY50" fmla="*/ 8181 h 10018"/>
                <a:gd name="connsiteX51" fmla="*/ 6444 w 10000"/>
                <a:gd name="connsiteY51" fmla="*/ 8428 h 10018"/>
                <a:gd name="connsiteX52" fmla="*/ 6766 w 10000"/>
                <a:gd name="connsiteY52" fmla="*/ 9268 h 1001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2509 w 10000"/>
                <a:gd name="connsiteY39" fmla="*/ 9601 h 10018"/>
                <a:gd name="connsiteX40" fmla="*/ 2893 w 10000"/>
                <a:gd name="connsiteY40" fmla="*/ 9508 h 10018"/>
                <a:gd name="connsiteX41" fmla="*/ 3757 w 10000"/>
                <a:gd name="connsiteY41" fmla="*/ 9508 h 10018"/>
                <a:gd name="connsiteX42" fmla="*/ 3863 w 10000"/>
                <a:gd name="connsiteY42" fmla="*/ 9778 h 10018"/>
                <a:gd name="connsiteX43" fmla="*/ 4219 w 10000"/>
                <a:gd name="connsiteY43" fmla="*/ 9620 h 10018"/>
                <a:gd name="connsiteX44" fmla="*/ 4373 w 10000"/>
                <a:gd name="connsiteY44" fmla="*/ 9293 h 10018"/>
                <a:gd name="connsiteX45" fmla="*/ 5064 w 10000"/>
                <a:gd name="connsiteY45" fmla="*/ 9311 h 10018"/>
                <a:gd name="connsiteX46" fmla="*/ 5457 w 10000"/>
                <a:gd name="connsiteY46" fmla="*/ 8984 h 10018"/>
                <a:gd name="connsiteX47" fmla="*/ 5884 w 10000"/>
                <a:gd name="connsiteY47" fmla="*/ 8740 h 10018"/>
                <a:gd name="connsiteX48" fmla="*/ 6040 w 10000"/>
                <a:gd name="connsiteY48" fmla="*/ 8368 h 10018"/>
                <a:gd name="connsiteX49" fmla="*/ 6382 w 10000"/>
                <a:gd name="connsiteY49" fmla="*/ 7982 h 10018"/>
                <a:gd name="connsiteX50" fmla="*/ 6428 w 10000"/>
                <a:gd name="connsiteY50" fmla="*/ 8181 h 10018"/>
                <a:gd name="connsiteX51" fmla="*/ 6444 w 10000"/>
                <a:gd name="connsiteY51" fmla="*/ 8428 h 10018"/>
                <a:gd name="connsiteX52" fmla="*/ 6766 w 10000"/>
                <a:gd name="connsiteY52" fmla="*/ 9268 h 1001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2509 w 10000"/>
                <a:gd name="connsiteY39" fmla="*/ 9601 h 10018"/>
                <a:gd name="connsiteX40" fmla="*/ 2893 w 10000"/>
                <a:gd name="connsiteY40" fmla="*/ 9508 h 10018"/>
                <a:gd name="connsiteX41" fmla="*/ 3757 w 10000"/>
                <a:gd name="connsiteY41" fmla="*/ 9508 h 10018"/>
                <a:gd name="connsiteX42" fmla="*/ 3863 w 10000"/>
                <a:gd name="connsiteY42" fmla="*/ 9778 h 10018"/>
                <a:gd name="connsiteX43" fmla="*/ 4219 w 10000"/>
                <a:gd name="connsiteY43" fmla="*/ 9620 h 10018"/>
                <a:gd name="connsiteX44" fmla="*/ 4373 w 10000"/>
                <a:gd name="connsiteY44" fmla="*/ 9293 h 10018"/>
                <a:gd name="connsiteX45" fmla="*/ 5064 w 10000"/>
                <a:gd name="connsiteY45" fmla="*/ 9311 h 10018"/>
                <a:gd name="connsiteX46" fmla="*/ 5457 w 10000"/>
                <a:gd name="connsiteY46" fmla="*/ 8984 h 10018"/>
                <a:gd name="connsiteX47" fmla="*/ 5884 w 10000"/>
                <a:gd name="connsiteY47" fmla="*/ 8740 h 10018"/>
                <a:gd name="connsiteX48" fmla="*/ 6040 w 10000"/>
                <a:gd name="connsiteY48" fmla="*/ 8368 h 10018"/>
                <a:gd name="connsiteX49" fmla="*/ 6382 w 10000"/>
                <a:gd name="connsiteY49" fmla="*/ 7982 h 10018"/>
                <a:gd name="connsiteX50" fmla="*/ 6428 w 10000"/>
                <a:gd name="connsiteY50" fmla="*/ 8181 h 10018"/>
                <a:gd name="connsiteX51" fmla="*/ 6444 w 10000"/>
                <a:gd name="connsiteY51" fmla="*/ 8428 h 10018"/>
                <a:gd name="connsiteX52" fmla="*/ 6766 w 10000"/>
                <a:gd name="connsiteY52" fmla="*/ 9268 h 1001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2509 w 10000"/>
                <a:gd name="connsiteY39" fmla="*/ 9601 h 10018"/>
                <a:gd name="connsiteX40" fmla="*/ 2538 w 10000"/>
                <a:gd name="connsiteY40" fmla="*/ 9601 h 10018"/>
                <a:gd name="connsiteX41" fmla="*/ 2893 w 10000"/>
                <a:gd name="connsiteY41" fmla="*/ 9508 h 10018"/>
                <a:gd name="connsiteX42" fmla="*/ 3757 w 10000"/>
                <a:gd name="connsiteY42" fmla="*/ 9508 h 10018"/>
                <a:gd name="connsiteX43" fmla="*/ 3863 w 10000"/>
                <a:gd name="connsiteY43" fmla="*/ 9778 h 10018"/>
                <a:gd name="connsiteX44" fmla="*/ 4219 w 10000"/>
                <a:gd name="connsiteY44" fmla="*/ 9620 h 10018"/>
                <a:gd name="connsiteX45" fmla="*/ 4373 w 10000"/>
                <a:gd name="connsiteY45" fmla="*/ 9293 h 10018"/>
                <a:gd name="connsiteX46" fmla="*/ 5064 w 10000"/>
                <a:gd name="connsiteY46" fmla="*/ 9311 h 10018"/>
                <a:gd name="connsiteX47" fmla="*/ 5457 w 10000"/>
                <a:gd name="connsiteY47" fmla="*/ 8984 h 10018"/>
                <a:gd name="connsiteX48" fmla="*/ 5884 w 10000"/>
                <a:gd name="connsiteY48" fmla="*/ 8740 h 10018"/>
                <a:gd name="connsiteX49" fmla="*/ 6040 w 10000"/>
                <a:gd name="connsiteY49" fmla="*/ 8368 h 10018"/>
                <a:gd name="connsiteX50" fmla="*/ 6382 w 10000"/>
                <a:gd name="connsiteY50" fmla="*/ 7982 h 10018"/>
                <a:gd name="connsiteX51" fmla="*/ 6428 w 10000"/>
                <a:gd name="connsiteY51" fmla="*/ 8181 h 10018"/>
                <a:gd name="connsiteX52" fmla="*/ 6444 w 10000"/>
                <a:gd name="connsiteY52" fmla="*/ 8428 h 10018"/>
                <a:gd name="connsiteX53" fmla="*/ 6766 w 10000"/>
                <a:gd name="connsiteY53" fmla="*/ 9268 h 1001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2509 w 10000"/>
                <a:gd name="connsiteY39" fmla="*/ 9601 h 10018"/>
                <a:gd name="connsiteX40" fmla="*/ 2500 w 10000"/>
                <a:gd name="connsiteY40" fmla="*/ 9227 h 10018"/>
                <a:gd name="connsiteX41" fmla="*/ 2893 w 10000"/>
                <a:gd name="connsiteY41" fmla="*/ 9508 h 10018"/>
                <a:gd name="connsiteX42" fmla="*/ 3757 w 10000"/>
                <a:gd name="connsiteY42" fmla="*/ 9508 h 10018"/>
                <a:gd name="connsiteX43" fmla="*/ 3863 w 10000"/>
                <a:gd name="connsiteY43" fmla="*/ 9778 h 10018"/>
                <a:gd name="connsiteX44" fmla="*/ 4219 w 10000"/>
                <a:gd name="connsiteY44" fmla="*/ 9620 h 10018"/>
                <a:gd name="connsiteX45" fmla="*/ 4373 w 10000"/>
                <a:gd name="connsiteY45" fmla="*/ 9293 h 10018"/>
                <a:gd name="connsiteX46" fmla="*/ 5064 w 10000"/>
                <a:gd name="connsiteY46" fmla="*/ 9311 h 10018"/>
                <a:gd name="connsiteX47" fmla="*/ 5457 w 10000"/>
                <a:gd name="connsiteY47" fmla="*/ 8984 h 10018"/>
                <a:gd name="connsiteX48" fmla="*/ 5884 w 10000"/>
                <a:gd name="connsiteY48" fmla="*/ 8740 h 10018"/>
                <a:gd name="connsiteX49" fmla="*/ 6040 w 10000"/>
                <a:gd name="connsiteY49" fmla="*/ 8368 h 10018"/>
                <a:gd name="connsiteX50" fmla="*/ 6382 w 10000"/>
                <a:gd name="connsiteY50" fmla="*/ 7982 h 10018"/>
                <a:gd name="connsiteX51" fmla="*/ 6428 w 10000"/>
                <a:gd name="connsiteY51" fmla="*/ 8181 h 10018"/>
                <a:gd name="connsiteX52" fmla="*/ 6444 w 10000"/>
                <a:gd name="connsiteY52" fmla="*/ 8428 h 10018"/>
                <a:gd name="connsiteX53" fmla="*/ 6766 w 10000"/>
                <a:gd name="connsiteY53" fmla="*/ 9268 h 1001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2509 w 10000"/>
                <a:gd name="connsiteY39" fmla="*/ 9601 h 10018"/>
                <a:gd name="connsiteX40" fmla="*/ 2740 w 10000"/>
                <a:gd name="connsiteY40" fmla="*/ 9610 h 10018"/>
                <a:gd name="connsiteX41" fmla="*/ 2893 w 10000"/>
                <a:gd name="connsiteY41" fmla="*/ 9508 h 10018"/>
                <a:gd name="connsiteX42" fmla="*/ 3757 w 10000"/>
                <a:gd name="connsiteY42" fmla="*/ 9508 h 10018"/>
                <a:gd name="connsiteX43" fmla="*/ 3863 w 10000"/>
                <a:gd name="connsiteY43" fmla="*/ 9778 h 10018"/>
                <a:gd name="connsiteX44" fmla="*/ 4219 w 10000"/>
                <a:gd name="connsiteY44" fmla="*/ 9620 h 10018"/>
                <a:gd name="connsiteX45" fmla="*/ 4373 w 10000"/>
                <a:gd name="connsiteY45" fmla="*/ 9293 h 10018"/>
                <a:gd name="connsiteX46" fmla="*/ 5064 w 10000"/>
                <a:gd name="connsiteY46" fmla="*/ 9311 h 10018"/>
                <a:gd name="connsiteX47" fmla="*/ 5457 w 10000"/>
                <a:gd name="connsiteY47" fmla="*/ 8984 h 10018"/>
                <a:gd name="connsiteX48" fmla="*/ 5884 w 10000"/>
                <a:gd name="connsiteY48" fmla="*/ 8740 h 10018"/>
                <a:gd name="connsiteX49" fmla="*/ 6040 w 10000"/>
                <a:gd name="connsiteY49" fmla="*/ 8368 h 10018"/>
                <a:gd name="connsiteX50" fmla="*/ 6382 w 10000"/>
                <a:gd name="connsiteY50" fmla="*/ 7982 h 10018"/>
                <a:gd name="connsiteX51" fmla="*/ 6428 w 10000"/>
                <a:gd name="connsiteY51" fmla="*/ 8181 h 10018"/>
                <a:gd name="connsiteX52" fmla="*/ 6444 w 10000"/>
                <a:gd name="connsiteY52" fmla="*/ 8428 h 10018"/>
                <a:gd name="connsiteX53" fmla="*/ 6766 w 10000"/>
                <a:gd name="connsiteY53" fmla="*/ 9268 h 1001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2509 w 10000"/>
                <a:gd name="connsiteY39" fmla="*/ 9601 h 10018"/>
                <a:gd name="connsiteX40" fmla="*/ 2740 w 10000"/>
                <a:gd name="connsiteY40" fmla="*/ 9610 h 10018"/>
                <a:gd name="connsiteX41" fmla="*/ 2979 w 10000"/>
                <a:gd name="connsiteY41" fmla="*/ 9527 h 10018"/>
                <a:gd name="connsiteX42" fmla="*/ 3757 w 10000"/>
                <a:gd name="connsiteY42" fmla="*/ 9508 h 10018"/>
                <a:gd name="connsiteX43" fmla="*/ 3863 w 10000"/>
                <a:gd name="connsiteY43" fmla="*/ 9778 h 10018"/>
                <a:gd name="connsiteX44" fmla="*/ 4219 w 10000"/>
                <a:gd name="connsiteY44" fmla="*/ 9620 h 10018"/>
                <a:gd name="connsiteX45" fmla="*/ 4373 w 10000"/>
                <a:gd name="connsiteY45" fmla="*/ 9293 h 10018"/>
                <a:gd name="connsiteX46" fmla="*/ 5064 w 10000"/>
                <a:gd name="connsiteY46" fmla="*/ 9311 h 10018"/>
                <a:gd name="connsiteX47" fmla="*/ 5457 w 10000"/>
                <a:gd name="connsiteY47" fmla="*/ 8984 h 10018"/>
                <a:gd name="connsiteX48" fmla="*/ 5884 w 10000"/>
                <a:gd name="connsiteY48" fmla="*/ 8740 h 10018"/>
                <a:gd name="connsiteX49" fmla="*/ 6040 w 10000"/>
                <a:gd name="connsiteY49" fmla="*/ 8368 h 10018"/>
                <a:gd name="connsiteX50" fmla="*/ 6382 w 10000"/>
                <a:gd name="connsiteY50" fmla="*/ 7982 h 10018"/>
                <a:gd name="connsiteX51" fmla="*/ 6428 w 10000"/>
                <a:gd name="connsiteY51" fmla="*/ 8181 h 10018"/>
                <a:gd name="connsiteX52" fmla="*/ 6444 w 10000"/>
                <a:gd name="connsiteY52" fmla="*/ 8428 h 10018"/>
                <a:gd name="connsiteX53" fmla="*/ 6766 w 10000"/>
                <a:gd name="connsiteY53" fmla="*/ 9268 h 1001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2509 w 10000"/>
                <a:gd name="connsiteY39" fmla="*/ 9601 h 10018"/>
                <a:gd name="connsiteX40" fmla="*/ 2740 w 10000"/>
                <a:gd name="connsiteY40" fmla="*/ 9610 h 10018"/>
                <a:gd name="connsiteX41" fmla="*/ 2979 w 10000"/>
                <a:gd name="connsiteY41" fmla="*/ 9527 h 10018"/>
                <a:gd name="connsiteX42" fmla="*/ 3757 w 10000"/>
                <a:gd name="connsiteY42" fmla="*/ 9508 h 10018"/>
                <a:gd name="connsiteX43" fmla="*/ 3863 w 10000"/>
                <a:gd name="connsiteY43" fmla="*/ 9778 h 10018"/>
                <a:gd name="connsiteX44" fmla="*/ 4219 w 10000"/>
                <a:gd name="connsiteY44" fmla="*/ 9620 h 10018"/>
                <a:gd name="connsiteX45" fmla="*/ 4373 w 10000"/>
                <a:gd name="connsiteY45" fmla="*/ 9293 h 10018"/>
                <a:gd name="connsiteX46" fmla="*/ 5064 w 10000"/>
                <a:gd name="connsiteY46" fmla="*/ 9311 h 10018"/>
                <a:gd name="connsiteX47" fmla="*/ 5457 w 10000"/>
                <a:gd name="connsiteY47" fmla="*/ 8984 h 10018"/>
                <a:gd name="connsiteX48" fmla="*/ 5884 w 10000"/>
                <a:gd name="connsiteY48" fmla="*/ 8740 h 10018"/>
                <a:gd name="connsiteX49" fmla="*/ 6040 w 10000"/>
                <a:gd name="connsiteY49" fmla="*/ 8368 h 10018"/>
                <a:gd name="connsiteX50" fmla="*/ 6382 w 10000"/>
                <a:gd name="connsiteY50" fmla="*/ 7982 h 10018"/>
                <a:gd name="connsiteX51" fmla="*/ 6428 w 10000"/>
                <a:gd name="connsiteY51" fmla="*/ 8181 h 10018"/>
                <a:gd name="connsiteX52" fmla="*/ 6444 w 10000"/>
                <a:gd name="connsiteY52" fmla="*/ 8428 h 10018"/>
                <a:gd name="connsiteX53" fmla="*/ 6766 w 10000"/>
                <a:gd name="connsiteY53" fmla="*/ 9268 h 10018"/>
                <a:gd name="connsiteX0" fmla="*/ 7446 w 10000"/>
                <a:gd name="connsiteY0" fmla="*/ 9488 h 10018"/>
                <a:gd name="connsiteX1" fmla="*/ 7446 w 10000"/>
                <a:gd name="connsiteY1" fmla="*/ 8978 h 10018"/>
                <a:gd name="connsiteX2" fmla="*/ 7821 w 10000"/>
                <a:gd name="connsiteY2" fmla="*/ 8978 h 10018"/>
                <a:gd name="connsiteX3" fmla="*/ 8047 w 10000"/>
                <a:gd name="connsiteY3" fmla="*/ 8029 h 10018"/>
                <a:gd name="connsiteX4" fmla="*/ 8648 w 10000"/>
                <a:gd name="connsiteY4" fmla="*/ 7444 h 10018"/>
                <a:gd name="connsiteX5" fmla="*/ 8873 w 10000"/>
                <a:gd name="connsiteY5" fmla="*/ 6351 h 10018"/>
                <a:gd name="connsiteX6" fmla="*/ 8722 w 10000"/>
                <a:gd name="connsiteY6" fmla="*/ 5768 h 10018"/>
                <a:gd name="connsiteX7" fmla="*/ 9098 w 10000"/>
                <a:gd name="connsiteY7" fmla="*/ 4525 h 10018"/>
                <a:gd name="connsiteX8" fmla="*/ 9399 w 10000"/>
                <a:gd name="connsiteY8" fmla="*/ 4160 h 10018"/>
                <a:gd name="connsiteX9" fmla="*/ 10000 w 10000"/>
                <a:gd name="connsiteY9" fmla="*/ 3576 h 10018"/>
                <a:gd name="connsiteX10" fmla="*/ 9774 w 10000"/>
                <a:gd name="connsiteY10" fmla="*/ 3502 h 10018"/>
                <a:gd name="connsiteX11" fmla="*/ 9399 w 10000"/>
                <a:gd name="connsiteY11" fmla="*/ 3140 h 10018"/>
                <a:gd name="connsiteX12" fmla="*/ 9173 w 10000"/>
                <a:gd name="connsiteY12" fmla="*/ 2044 h 10018"/>
                <a:gd name="connsiteX13" fmla="*/ 9173 w 10000"/>
                <a:gd name="connsiteY13" fmla="*/ 1460 h 10018"/>
                <a:gd name="connsiteX14" fmla="*/ 9098 w 10000"/>
                <a:gd name="connsiteY14" fmla="*/ 729 h 10018"/>
                <a:gd name="connsiteX15" fmla="*/ 8873 w 10000"/>
                <a:gd name="connsiteY15" fmla="*/ 511 h 10018"/>
                <a:gd name="connsiteX16" fmla="*/ 8497 w 10000"/>
                <a:gd name="connsiteY16" fmla="*/ 219 h 10018"/>
                <a:gd name="connsiteX17" fmla="*/ 8272 w 10000"/>
                <a:gd name="connsiteY17" fmla="*/ 0 h 10018"/>
                <a:gd name="connsiteX18" fmla="*/ 7821 w 10000"/>
                <a:gd name="connsiteY18" fmla="*/ 293 h 10018"/>
                <a:gd name="connsiteX19" fmla="*/ 7370 w 10000"/>
                <a:gd name="connsiteY19" fmla="*/ 729 h 10018"/>
                <a:gd name="connsiteX20" fmla="*/ 6769 w 10000"/>
                <a:gd name="connsiteY20" fmla="*/ 729 h 10018"/>
                <a:gd name="connsiteX21" fmla="*/ 5717 w 10000"/>
                <a:gd name="connsiteY21" fmla="*/ 729 h 10018"/>
                <a:gd name="connsiteX22" fmla="*/ 5717 w 10000"/>
                <a:gd name="connsiteY22" fmla="*/ 658 h 10018"/>
                <a:gd name="connsiteX23" fmla="*/ 5643 w 10000"/>
                <a:gd name="connsiteY23" fmla="*/ 729 h 10018"/>
                <a:gd name="connsiteX24" fmla="*/ 1961 w 10000"/>
                <a:gd name="connsiteY24" fmla="*/ 729 h 10018"/>
                <a:gd name="connsiteX25" fmla="*/ 1961 w 10000"/>
                <a:gd name="connsiteY25" fmla="*/ 2263 h 10018"/>
                <a:gd name="connsiteX26" fmla="*/ 1285 w 10000"/>
                <a:gd name="connsiteY26" fmla="*/ 2263 h 10018"/>
                <a:gd name="connsiteX27" fmla="*/ 1285 w 10000"/>
                <a:gd name="connsiteY27" fmla="*/ 2556 h 10018"/>
                <a:gd name="connsiteX28" fmla="*/ 1285 w 10000"/>
                <a:gd name="connsiteY28" fmla="*/ 5179 h 10018"/>
                <a:gd name="connsiteX29" fmla="*/ 1135 w 10000"/>
                <a:gd name="connsiteY29" fmla="*/ 5327 h 10018"/>
                <a:gd name="connsiteX30" fmla="*/ 684 w 10000"/>
                <a:gd name="connsiteY30" fmla="*/ 5621 h 10018"/>
                <a:gd name="connsiteX31" fmla="*/ 609 w 10000"/>
                <a:gd name="connsiteY31" fmla="*/ 5986 h 10018"/>
                <a:gd name="connsiteX32" fmla="*/ 384 w 10000"/>
                <a:gd name="connsiteY32" fmla="*/ 6351 h 10018"/>
                <a:gd name="connsiteX33" fmla="*/ 234 w 10000"/>
                <a:gd name="connsiteY33" fmla="*/ 6935 h 10018"/>
                <a:gd name="connsiteX34" fmla="*/ 8 w 10000"/>
                <a:gd name="connsiteY34" fmla="*/ 7593 h 10018"/>
                <a:gd name="connsiteX35" fmla="*/ 384 w 10000"/>
                <a:gd name="connsiteY35" fmla="*/ 7664 h 10018"/>
                <a:gd name="connsiteX36" fmla="*/ 458 w 10000"/>
                <a:gd name="connsiteY36" fmla="*/ 8245 h 10018"/>
                <a:gd name="connsiteX37" fmla="*/ 684 w 10000"/>
                <a:gd name="connsiteY37" fmla="*/ 8831 h 10018"/>
                <a:gd name="connsiteX38" fmla="*/ 1059 w 10000"/>
                <a:gd name="connsiteY38" fmla="*/ 10000 h 10018"/>
                <a:gd name="connsiteX39" fmla="*/ 2509 w 10000"/>
                <a:gd name="connsiteY39" fmla="*/ 9601 h 10018"/>
                <a:gd name="connsiteX40" fmla="*/ 2711 w 10000"/>
                <a:gd name="connsiteY40" fmla="*/ 9629 h 10018"/>
                <a:gd name="connsiteX41" fmla="*/ 2979 w 10000"/>
                <a:gd name="connsiteY41" fmla="*/ 9527 h 10018"/>
                <a:gd name="connsiteX42" fmla="*/ 3757 w 10000"/>
                <a:gd name="connsiteY42" fmla="*/ 9508 h 10018"/>
                <a:gd name="connsiteX43" fmla="*/ 3863 w 10000"/>
                <a:gd name="connsiteY43" fmla="*/ 9778 h 10018"/>
                <a:gd name="connsiteX44" fmla="*/ 4219 w 10000"/>
                <a:gd name="connsiteY44" fmla="*/ 9620 h 10018"/>
                <a:gd name="connsiteX45" fmla="*/ 4373 w 10000"/>
                <a:gd name="connsiteY45" fmla="*/ 9293 h 10018"/>
                <a:gd name="connsiteX46" fmla="*/ 5064 w 10000"/>
                <a:gd name="connsiteY46" fmla="*/ 9311 h 10018"/>
                <a:gd name="connsiteX47" fmla="*/ 5457 w 10000"/>
                <a:gd name="connsiteY47" fmla="*/ 8984 h 10018"/>
                <a:gd name="connsiteX48" fmla="*/ 5884 w 10000"/>
                <a:gd name="connsiteY48" fmla="*/ 8740 h 10018"/>
                <a:gd name="connsiteX49" fmla="*/ 6040 w 10000"/>
                <a:gd name="connsiteY49" fmla="*/ 8368 h 10018"/>
                <a:gd name="connsiteX50" fmla="*/ 6382 w 10000"/>
                <a:gd name="connsiteY50" fmla="*/ 7982 h 10018"/>
                <a:gd name="connsiteX51" fmla="*/ 6428 w 10000"/>
                <a:gd name="connsiteY51" fmla="*/ 8181 h 10018"/>
                <a:gd name="connsiteX52" fmla="*/ 6444 w 10000"/>
                <a:gd name="connsiteY52" fmla="*/ 8428 h 10018"/>
                <a:gd name="connsiteX53" fmla="*/ 6766 w 10000"/>
                <a:gd name="connsiteY53" fmla="*/ 9268 h 10018"/>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2461 w 10000"/>
                <a:gd name="connsiteY39" fmla="*/ 9330 h 10015"/>
                <a:gd name="connsiteX40" fmla="*/ 2509 w 10000"/>
                <a:gd name="connsiteY40" fmla="*/ 9601 h 10015"/>
                <a:gd name="connsiteX41" fmla="*/ 2711 w 10000"/>
                <a:gd name="connsiteY41" fmla="*/ 9629 h 10015"/>
                <a:gd name="connsiteX42" fmla="*/ 2979 w 10000"/>
                <a:gd name="connsiteY42" fmla="*/ 9527 h 10015"/>
                <a:gd name="connsiteX43" fmla="*/ 3757 w 10000"/>
                <a:gd name="connsiteY43" fmla="*/ 9508 h 10015"/>
                <a:gd name="connsiteX44" fmla="*/ 3863 w 10000"/>
                <a:gd name="connsiteY44" fmla="*/ 9778 h 10015"/>
                <a:gd name="connsiteX45" fmla="*/ 4219 w 10000"/>
                <a:gd name="connsiteY45" fmla="*/ 9620 h 10015"/>
                <a:gd name="connsiteX46" fmla="*/ 4373 w 10000"/>
                <a:gd name="connsiteY46" fmla="*/ 9293 h 10015"/>
                <a:gd name="connsiteX47" fmla="*/ 5064 w 10000"/>
                <a:gd name="connsiteY47" fmla="*/ 9311 h 10015"/>
                <a:gd name="connsiteX48" fmla="*/ 5457 w 10000"/>
                <a:gd name="connsiteY48" fmla="*/ 8984 h 10015"/>
                <a:gd name="connsiteX49" fmla="*/ 5884 w 10000"/>
                <a:gd name="connsiteY49" fmla="*/ 8740 h 10015"/>
                <a:gd name="connsiteX50" fmla="*/ 6040 w 10000"/>
                <a:gd name="connsiteY50" fmla="*/ 8368 h 10015"/>
                <a:gd name="connsiteX51" fmla="*/ 6382 w 10000"/>
                <a:gd name="connsiteY51" fmla="*/ 7982 h 10015"/>
                <a:gd name="connsiteX52" fmla="*/ 6428 w 10000"/>
                <a:gd name="connsiteY52" fmla="*/ 8181 h 10015"/>
                <a:gd name="connsiteX53" fmla="*/ 6444 w 10000"/>
                <a:gd name="connsiteY53" fmla="*/ 8428 h 10015"/>
                <a:gd name="connsiteX54" fmla="*/ 6766 w 10000"/>
                <a:gd name="connsiteY54" fmla="*/ 9268 h 10015"/>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2461 w 10000"/>
                <a:gd name="connsiteY39" fmla="*/ 9330 h 10015"/>
                <a:gd name="connsiteX40" fmla="*/ 2576 w 10000"/>
                <a:gd name="connsiteY40" fmla="*/ 9517 h 10015"/>
                <a:gd name="connsiteX41" fmla="*/ 2711 w 10000"/>
                <a:gd name="connsiteY41" fmla="*/ 9629 h 10015"/>
                <a:gd name="connsiteX42" fmla="*/ 2979 w 10000"/>
                <a:gd name="connsiteY42" fmla="*/ 9527 h 10015"/>
                <a:gd name="connsiteX43" fmla="*/ 3757 w 10000"/>
                <a:gd name="connsiteY43" fmla="*/ 9508 h 10015"/>
                <a:gd name="connsiteX44" fmla="*/ 3863 w 10000"/>
                <a:gd name="connsiteY44" fmla="*/ 9778 h 10015"/>
                <a:gd name="connsiteX45" fmla="*/ 4219 w 10000"/>
                <a:gd name="connsiteY45" fmla="*/ 9620 h 10015"/>
                <a:gd name="connsiteX46" fmla="*/ 4373 w 10000"/>
                <a:gd name="connsiteY46" fmla="*/ 9293 h 10015"/>
                <a:gd name="connsiteX47" fmla="*/ 5064 w 10000"/>
                <a:gd name="connsiteY47" fmla="*/ 9311 h 10015"/>
                <a:gd name="connsiteX48" fmla="*/ 5457 w 10000"/>
                <a:gd name="connsiteY48" fmla="*/ 8984 h 10015"/>
                <a:gd name="connsiteX49" fmla="*/ 5884 w 10000"/>
                <a:gd name="connsiteY49" fmla="*/ 8740 h 10015"/>
                <a:gd name="connsiteX50" fmla="*/ 6040 w 10000"/>
                <a:gd name="connsiteY50" fmla="*/ 8368 h 10015"/>
                <a:gd name="connsiteX51" fmla="*/ 6382 w 10000"/>
                <a:gd name="connsiteY51" fmla="*/ 7982 h 10015"/>
                <a:gd name="connsiteX52" fmla="*/ 6428 w 10000"/>
                <a:gd name="connsiteY52" fmla="*/ 8181 h 10015"/>
                <a:gd name="connsiteX53" fmla="*/ 6444 w 10000"/>
                <a:gd name="connsiteY53" fmla="*/ 8428 h 10015"/>
                <a:gd name="connsiteX54" fmla="*/ 6766 w 10000"/>
                <a:gd name="connsiteY54" fmla="*/ 9268 h 10015"/>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2461 w 10000"/>
                <a:gd name="connsiteY39" fmla="*/ 9330 h 10015"/>
                <a:gd name="connsiteX40" fmla="*/ 2576 w 10000"/>
                <a:gd name="connsiteY40" fmla="*/ 9517 h 10015"/>
                <a:gd name="connsiteX41" fmla="*/ 2711 w 10000"/>
                <a:gd name="connsiteY41" fmla="*/ 9629 h 10015"/>
                <a:gd name="connsiteX42" fmla="*/ 2979 w 10000"/>
                <a:gd name="connsiteY42" fmla="*/ 9527 h 10015"/>
                <a:gd name="connsiteX43" fmla="*/ 3757 w 10000"/>
                <a:gd name="connsiteY43" fmla="*/ 9508 h 10015"/>
                <a:gd name="connsiteX44" fmla="*/ 3863 w 10000"/>
                <a:gd name="connsiteY44" fmla="*/ 9778 h 10015"/>
                <a:gd name="connsiteX45" fmla="*/ 4219 w 10000"/>
                <a:gd name="connsiteY45" fmla="*/ 9620 h 10015"/>
                <a:gd name="connsiteX46" fmla="*/ 4373 w 10000"/>
                <a:gd name="connsiteY46" fmla="*/ 9293 h 10015"/>
                <a:gd name="connsiteX47" fmla="*/ 5064 w 10000"/>
                <a:gd name="connsiteY47" fmla="*/ 9311 h 10015"/>
                <a:gd name="connsiteX48" fmla="*/ 5457 w 10000"/>
                <a:gd name="connsiteY48" fmla="*/ 8984 h 10015"/>
                <a:gd name="connsiteX49" fmla="*/ 5884 w 10000"/>
                <a:gd name="connsiteY49" fmla="*/ 8740 h 10015"/>
                <a:gd name="connsiteX50" fmla="*/ 6040 w 10000"/>
                <a:gd name="connsiteY50" fmla="*/ 8368 h 10015"/>
                <a:gd name="connsiteX51" fmla="*/ 6382 w 10000"/>
                <a:gd name="connsiteY51" fmla="*/ 7982 h 10015"/>
                <a:gd name="connsiteX52" fmla="*/ 6428 w 10000"/>
                <a:gd name="connsiteY52" fmla="*/ 8181 h 10015"/>
                <a:gd name="connsiteX53" fmla="*/ 6444 w 10000"/>
                <a:gd name="connsiteY53" fmla="*/ 8428 h 10015"/>
                <a:gd name="connsiteX54" fmla="*/ 6766 w 10000"/>
                <a:gd name="connsiteY54" fmla="*/ 9268 h 10015"/>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2461 w 10000"/>
                <a:gd name="connsiteY39" fmla="*/ 9330 h 10015"/>
                <a:gd name="connsiteX40" fmla="*/ 2576 w 10000"/>
                <a:gd name="connsiteY40" fmla="*/ 9452 h 10015"/>
                <a:gd name="connsiteX41" fmla="*/ 2711 w 10000"/>
                <a:gd name="connsiteY41" fmla="*/ 9629 h 10015"/>
                <a:gd name="connsiteX42" fmla="*/ 2979 w 10000"/>
                <a:gd name="connsiteY42" fmla="*/ 9527 h 10015"/>
                <a:gd name="connsiteX43" fmla="*/ 3757 w 10000"/>
                <a:gd name="connsiteY43" fmla="*/ 9508 h 10015"/>
                <a:gd name="connsiteX44" fmla="*/ 3863 w 10000"/>
                <a:gd name="connsiteY44" fmla="*/ 9778 h 10015"/>
                <a:gd name="connsiteX45" fmla="*/ 4219 w 10000"/>
                <a:gd name="connsiteY45" fmla="*/ 9620 h 10015"/>
                <a:gd name="connsiteX46" fmla="*/ 4373 w 10000"/>
                <a:gd name="connsiteY46" fmla="*/ 9293 h 10015"/>
                <a:gd name="connsiteX47" fmla="*/ 5064 w 10000"/>
                <a:gd name="connsiteY47" fmla="*/ 9311 h 10015"/>
                <a:gd name="connsiteX48" fmla="*/ 5457 w 10000"/>
                <a:gd name="connsiteY48" fmla="*/ 8984 h 10015"/>
                <a:gd name="connsiteX49" fmla="*/ 5884 w 10000"/>
                <a:gd name="connsiteY49" fmla="*/ 8740 h 10015"/>
                <a:gd name="connsiteX50" fmla="*/ 6040 w 10000"/>
                <a:gd name="connsiteY50" fmla="*/ 8368 h 10015"/>
                <a:gd name="connsiteX51" fmla="*/ 6382 w 10000"/>
                <a:gd name="connsiteY51" fmla="*/ 7982 h 10015"/>
                <a:gd name="connsiteX52" fmla="*/ 6428 w 10000"/>
                <a:gd name="connsiteY52" fmla="*/ 8181 h 10015"/>
                <a:gd name="connsiteX53" fmla="*/ 6444 w 10000"/>
                <a:gd name="connsiteY53" fmla="*/ 8428 h 10015"/>
                <a:gd name="connsiteX54" fmla="*/ 6766 w 10000"/>
                <a:gd name="connsiteY54" fmla="*/ 9268 h 10015"/>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2461 w 10000"/>
                <a:gd name="connsiteY39" fmla="*/ 9330 h 10015"/>
                <a:gd name="connsiteX40" fmla="*/ 2576 w 10000"/>
                <a:gd name="connsiteY40" fmla="*/ 9452 h 10015"/>
                <a:gd name="connsiteX41" fmla="*/ 2711 w 10000"/>
                <a:gd name="connsiteY41" fmla="*/ 9853 h 10015"/>
                <a:gd name="connsiteX42" fmla="*/ 2979 w 10000"/>
                <a:gd name="connsiteY42" fmla="*/ 9527 h 10015"/>
                <a:gd name="connsiteX43" fmla="*/ 3757 w 10000"/>
                <a:gd name="connsiteY43" fmla="*/ 9508 h 10015"/>
                <a:gd name="connsiteX44" fmla="*/ 3863 w 10000"/>
                <a:gd name="connsiteY44" fmla="*/ 9778 h 10015"/>
                <a:gd name="connsiteX45" fmla="*/ 4219 w 10000"/>
                <a:gd name="connsiteY45" fmla="*/ 9620 h 10015"/>
                <a:gd name="connsiteX46" fmla="*/ 4373 w 10000"/>
                <a:gd name="connsiteY46" fmla="*/ 9293 h 10015"/>
                <a:gd name="connsiteX47" fmla="*/ 5064 w 10000"/>
                <a:gd name="connsiteY47" fmla="*/ 9311 h 10015"/>
                <a:gd name="connsiteX48" fmla="*/ 5457 w 10000"/>
                <a:gd name="connsiteY48" fmla="*/ 8984 h 10015"/>
                <a:gd name="connsiteX49" fmla="*/ 5884 w 10000"/>
                <a:gd name="connsiteY49" fmla="*/ 8740 h 10015"/>
                <a:gd name="connsiteX50" fmla="*/ 6040 w 10000"/>
                <a:gd name="connsiteY50" fmla="*/ 8368 h 10015"/>
                <a:gd name="connsiteX51" fmla="*/ 6382 w 10000"/>
                <a:gd name="connsiteY51" fmla="*/ 7982 h 10015"/>
                <a:gd name="connsiteX52" fmla="*/ 6428 w 10000"/>
                <a:gd name="connsiteY52" fmla="*/ 8181 h 10015"/>
                <a:gd name="connsiteX53" fmla="*/ 6444 w 10000"/>
                <a:gd name="connsiteY53" fmla="*/ 8428 h 10015"/>
                <a:gd name="connsiteX54" fmla="*/ 6766 w 10000"/>
                <a:gd name="connsiteY54" fmla="*/ 9268 h 10015"/>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2461 w 10000"/>
                <a:gd name="connsiteY39" fmla="*/ 9330 h 10015"/>
                <a:gd name="connsiteX40" fmla="*/ 2576 w 10000"/>
                <a:gd name="connsiteY40" fmla="*/ 9452 h 10015"/>
                <a:gd name="connsiteX41" fmla="*/ 2721 w 10000"/>
                <a:gd name="connsiteY41" fmla="*/ 9592 h 10015"/>
                <a:gd name="connsiteX42" fmla="*/ 2979 w 10000"/>
                <a:gd name="connsiteY42" fmla="*/ 9527 h 10015"/>
                <a:gd name="connsiteX43" fmla="*/ 3757 w 10000"/>
                <a:gd name="connsiteY43" fmla="*/ 9508 h 10015"/>
                <a:gd name="connsiteX44" fmla="*/ 3863 w 10000"/>
                <a:gd name="connsiteY44" fmla="*/ 9778 h 10015"/>
                <a:gd name="connsiteX45" fmla="*/ 4219 w 10000"/>
                <a:gd name="connsiteY45" fmla="*/ 9620 h 10015"/>
                <a:gd name="connsiteX46" fmla="*/ 4373 w 10000"/>
                <a:gd name="connsiteY46" fmla="*/ 9293 h 10015"/>
                <a:gd name="connsiteX47" fmla="*/ 5064 w 10000"/>
                <a:gd name="connsiteY47" fmla="*/ 9311 h 10015"/>
                <a:gd name="connsiteX48" fmla="*/ 5457 w 10000"/>
                <a:gd name="connsiteY48" fmla="*/ 8984 h 10015"/>
                <a:gd name="connsiteX49" fmla="*/ 5884 w 10000"/>
                <a:gd name="connsiteY49" fmla="*/ 8740 h 10015"/>
                <a:gd name="connsiteX50" fmla="*/ 6040 w 10000"/>
                <a:gd name="connsiteY50" fmla="*/ 8368 h 10015"/>
                <a:gd name="connsiteX51" fmla="*/ 6382 w 10000"/>
                <a:gd name="connsiteY51" fmla="*/ 7982 h 10015"/>
                <a:gd name="connsiteX52" fmla="*/ 6428 w 10000"/>
                <a:gd name="connsiteY52" fmla="*/ 8181 h 10015"/>
                <a:gd name="connsiteX53" fmla="*/ 6444 w 10000"/>
                <a:gd name="connsiteY53" fmla="*/ 8428 h 10015"/>
                <a:gd name="connsiteX54" fmla="*/ 6766 w 10000"/>
                <a:gd name="connsiteY54" fmla="*/ 9268 h 10015"/>
                <a:gd name="connsiteX0" fmla="*/ 7446 w 10000"/>
                <a:gd name="connsiteY0" fmla="*/ 9488 h 10015"/>
                <a:gd name="connsiteX1" fmla="*/ 7446 w 10000"/>
                <a:gd name="connsiteY1" fmla="*/ 8978 h 10015"/>
                <a:gd name="connsiteX2" fmla="*/ 7821 w 10000"/>
                <a:gd name="connsiteY2" fmla="*/ 8978 h 10015"/>
                <a:gd name="connsiteX3" fmla="*/ 8047 w 10000"/>
                <a:gd name="connsiteY3" fmla="*/ 8029 h 10015"/>
                <a:gd name="connsiteX4" fmla="*/ 8648 w 10000"/>
                <a:gd name="connsiteY4" fmla="*/ 7444 h 10015"/>
                <a:gd name="connsiteX5" fmla="*/ 8873 w 10000"/>
                <a:gd name="connsiteY5" fmla="*/ 6351 h 10015"/>
                <a:gd name="connsiteX6" fmla="*/ 8722 w 10000"/>
                <a:gd name="connsiteY6" fmla="*/ 5768 h 10015"/>
                <a:gd name="connsiteX7" fmla="*/ 9098 w 10000"/>
                <a:gd name="connsiteY7" fmla="*/ 4525 h 10015"/>
                <a:gd name="connsiteX8" fmla="*/ 9399 w 10000"/>
                <a:gd name="connsiteY8" fmla="*/ 4160 h 10015"/>
                <a:gd name="connsiteX9" fmla="*/ 10000 w 10000"/>
                <a:gd name="connsiteY9" fmla="*/ 3576 h 10015"/>
                <a:gd name="connsiteX10" fmla="*/ 9774 w 10000"/>
                <a:gd name="connsiteY10" fmla="*/ 3502 h 10015"/>
                <a:gd name="connsiteX11" fmla="*/ 9399 w 10000"/>
                <a:gd name="connsiteY11" fmla="*/ 3140 h 10015"/>
                <a:gd name="connsiteX12" fmla="*/ 9173 w 10000"/>
                <a:gd name="connsiteY12" fmla="*/ 2044 h 10015"/>
                <a:gd name="connsiteX13" fmla="*/ 9173 w 10000"/>
                <a:gd name="connsiteY13" fmla="*/ 1460 h 10015"/>
                <a:gd name="connsiteX14" fmla="*/ 9098 w 10000"/>
                <a:gd name="connsiteY14" fmla="*/ 729 h 10015"/>
                <a:gd name="connsiteX15" fmla="*/ 8873 w 10000"/>
                <a:gd name="connsiteY15" fmla="*/ 511 h 10015"/>
                <a:gd name="connsiteX16" fmla="*/ 8497 w 10000"/>
                <a:gd name="connsiteY16" fmla="*/ 219 h 10015"/>
                <a:gd name="connsiteX17" fmla="*/ 8272 w 10000"/>
                <a:gd name="connsiteY17" fmla="*/ 0 h 10015"/>
                <a:gd name="connsiteX18" fmla="*/ 7821 w 10000"/>
                <a:gd name="connsiteY18" fmla="*/ 293 h 10015"/>
                <a:gd name="connsiteX19" fmla="*/ 7370 w 10000"/>
                <a:gd name="connsiteY19" fmla="*/ 729 h 10015"/>
                <a:gd name="connsiteX20" fmla="*/ 6769 w 10000"/>
                <a:gd name="connsiteY20" fmla="*/ 729 h 10015"/>
                <a:gd name="connsiteX21" fmla="*/ 5717 w 10000"/>
                <a:gd name="connsiteY21" fmla="*/ 729 h 10015"/>
                <a:gd name="connsiteX22" fmla="*/ 5717 w 10000"/>
                <a:gd name="connsiteY22" fmla="*/ 658 h 10015"/>
                <a:gd name="connsiteX23" fmla="*/ 5643 w 10000"/>
                <a:gd name="connsiteY23" fmla="*/ 729 h 10015"/>
                <a:gd name="connsiteX24" fmla="*/ 1961 w 10000"/>
                <a:gd name="connsiteY24" fmla="*/ 729 h 10015"/>
                <a:gd name="connsiteX25" fmla="*/ 1961 w 10000"/>
                <a:gd name="connsiteY25" fmla="*/ 2263 h 10015"/>
                <a:gd name="connsiteX26" fmla="*/ 1285 w 10000"/>
                <a:gd name="connsiteY26" fmla="*/ 2263 h 10015"/>
                <a:gd name="connsiteX27" fmla="*/ 1285 w 10000"/>
                <a:gd name="connsiteY27" fmla="*/ 2556 h 10015"/>
                <a:gd name="connsiteX28" fmla="*/ 1285 w 10000"/>
                <a:gd name="connsiteY28" fmla="*/ 5179 h 10015"/>
                <a:gd name="connsiteX29" fmla="*/ 1135 w 10000"/>
                <a:gd name="connsiteY29" fmla="*/ 5327 h 10015"/>
                <a:gd name="connsiteX30" fmla="*/ 684 w 10000"/>
                <a:gd name="connsiteY30" fmla="*/ 5621 h 10015"/>
                <a:gd name="connsiteX31" fmla="*/ 609 w 10000"/>
                <a:gd name="connsiteY31" fmla="*/ 5986 h 10015"/>
                <a:gd name="connsiteX32" fmla="*/ 384 w 10000"/>
                <a:gd name="connsiteY32" fmla="*/ 6351 h 10015"/>
                <a:gd name="connsiteX33" fmla="*/ 234 w 10000"/>
                <a:gd name="connsiteY33" fmla="*/ 6935 h 10015"/>
                <a:gd name="connsiteX34" fmla="*/ 8 w 10000"/>
                <a:gd name="connsiteY34" fmla="*/ 7593 h 10015"/>
                <a:gd name="connsiteX35" fmla="*/ 384 w 10000"/>
                <a:gd name="connsiteY35" fmla="*/ 7664 h 10015"/>
                <a:gd name="connsiteX36" fmla="*/ 458 w 10000"/>
                <a:gd name="connsiteY36" fmla="*/ 8245 h 10015"/>
                <a:gd name="connsiteX37" fmla="*/ 684 w 10000"/>
                <a:gd name="connsiteY37" fmla="*/ 8831 h 10015"/>
                <a:gd name="connsiteX38" fmla="*/ 1059 w 10000"/>
                <a:gd name="connsiteY38" fmla="*/ 10000 h 10015"/>
                <a:gd name="connsiteX39" fmla="*/ 2461 w 10000"/>
                <a:gd name="connsiteY39" fmla="*/ 9330 h 10015"/>
                <a:gd name="connsiteX40" fmla="*/ 2566 w 10000"/>
                <a:gd name="connsiteY40" fmla="*/ 9433 h 10015"/>
                <a:gd name="connsiteX41" fmla="*/ 2721 w 10000"/>
                <a:gd name="connsiteY41" fmla="*/ 9592 h 10015"/>
                <a:gd name="connsiteX42" fmla="*/ 2979 w 10000"/>
                <a:gd name="connsiteY42" fmla="*/ 9527 h 10015"/>
                <a:gd name="connsiteX43" fmla="*/ 3757 w 10000"/>
                <a:gd name="connsiteY43" fmla="*/ 9508 h 10015"/>
                <a:gd name="connsiteX44" fmla="*/ 3863 w 10000"/>
                <a:gd name="connsiteY44" fmla="*/ 9778 h 10015"/>
                <a:gd name="connsiteX45" fmla="*/ 4219 w 10000"/>
                <a:gd name="connsiteY45" fmla="*/ 9620 h 10015"/>
                <a:gd name="connsiteX46" fmla="*/ 4373 w 10000"/>
                <a:gd name="connsiteY46" fmla="*/ 9293 h 10015"/>
                <a:gd name="connsiteX47" fmla="*/ 5064 w 10000"/>
                <a:gd name="connsiteY47" fmla="*/ 9311 h 10015"/>
                <a:gd name="connsiteX48" fmla="*/ 5457 w 10000"/>
                <a:gd name="connsiteY48" fmla="*/ 8984 h 10015"/>
                <a:gd name="connsiteX49" fmla="*/ 5884 w 10000"/>
                <a:gd name="connsiteY49" fmla="*/ 8740 h 10015"/>
                <a:gd name="connsiteX50" fmla="*/ 6040 w 10000"/>
                <a:gd name="connsiteY50" fmla="*/ 8368 h 10015"/>
                <a:gd name="connsiteX51" fmla="*/ 6382 w 10000"/>
                <a:gd name="connsiteY51" fmla="*/ 7982 h 10015"/>
                <a:gd name="connsiteX52" fmla="*/ 6428 w 10000"/>
                <a:gd name="connsiteY52" fmla="*/ 8181 h 10015"/>
                <a:gd name="connsiteX53" fmla="*/ 6444 w 10000"/>
                <a:gd name="connsiteY53" fmla="*/ 8428 h 10015"/>
                <a:gd name="connsiteX54" fmla="*/ 6766 w 10000"/>
                <a:gd name="connsiteY54" fmla="*/ 9268 h 10015"/>
                <a:gd name="connsiteX0" fmla="*/ 7446 w 10000"/>
                <a:gd name="connsiteY0" fmla="*/ 9488 h 10014"/>
                <a:gd name="connsiteX1" fmla="*/ 7446 w 10000"/>
                <a:gd name="connsiteY1" fmla="*/ 8978 h 10014"/>
                <a:gd name="connsiteX2" fmla="*/ 7821 w 10000"/>
                <a:gd name="connsiteY2" fmla="*/ 8978 h 10014"/>
                <a:gd name="connsiteX3" fmla="*/ 8047 w 10000"/>
                <a:gd name="connsiteY3" fmla="*/ 8029 h 10014"/>
                <a:gd name="connsiteX4" fmla="*/ 8648 w 10000"/>
                <a:gd name="connsiteY4" fmla="*/ 7444 h 10014"/>
                <a:gd name="connsiteX5" fmla="*/ 8873 w 10000"/>
                <a:gd name="connsiteY5" fmla="*/ 6351 h 10014"/>
                <a:gd name="connsiteX6" fmla="*/ 8722 w 10000"/>
                <a:gd name="connsiteY6" fmla="*/ 5768 h 10014"/>
                <a:gd name="connsiteX7" fmla="*/ 9098 w 10000"/>
                <a:gd name="connsiteY7" fmla="*/ 4525 h 10014"/>
                <a:gd name="connsiteX8" fmla="*/ 9399 w 10000"/>
                <a:gd name="connsiteY8" fmla="*/ 4160 h 10014"/>
                <a:gd name="connsiteX9" fmla="*/ 10000 w 10000"/>
                <a:gd name="connsiteY9" fmla="*/ 3576 h 10014"/>
                <a:gd name="connsiteX10" fmla="*/ 9774 w 10000"/>
                <a:gd name="connsiteY10" fmla="*/ 3502 h 10014"/>
                <a:gd name="connsiteX11" fmla="*/ 9399 w 10000"/>
                <a:gd name="connsiteY11" fmla="*/ 3140 h 10014"/>
                <a:gd name="connsiteX12" fmla="*/ 9173 w 10000"/>
                <a:gd name="connsiteY12" fmla="*/ 2044 h 10014"/>
                <a:gd name="connsiteX13" fmla="*/ 9173 w 10000"/>
                <a:gd name="connsiteY13" fmla="*/ 1460 h 10014"/>
                <a:gd name="connsiteX14" fmla="*/ 9098 w 10000"/>
                <a:gd name="connsiteY14" fmla="*/ 729 h 10014"/>
                <a:gd name="connsiteX15" fmla="*/ 8873 w 10000"/>
                <a:gd name="connsiteY15" fmla="*/ 511 h 10014"/>
                <a:gd name="connsiteX16" fmla="*/ 8497 w 10000"/>
                <a:gd name="connsiteY16" fmla="*/ 219 h 10014"/>
                <a:gd name="connsiteX17" fmla="*/ 8272 w 10000"/>
                <a:gd name="connsiteY17" fmla="*/ 0 h 10014"/>
                <a:gd name="connsiteX18" fmla="*/ 7821 w 10000"/>
                <a:gd name="connsiteY18" fmla="*/ 293 h 10014"/>
                <a:gd name="connsiteX19" fmla="*/ 7370 w 10000"/>
                <a:gd name="connsiteY19" fmla="*/ 729 h 10014"/>
                <a:gd name="connsiteX20" fmla="*/ 6769 w 10000"/>
                <a:gd name="connsiteY20" fmla="*/ 729 h 10014"/>
                <a:gd name="connsiteX21" fmla="*/ 5717 w 10000"/>
                <a:gd name="connsiteY21" fmla="*/ 729 h 10014"/>
                <a:gd name="connsiteX22" fmla="*/ 5717 w 10000"/>
                <a:gd name="connsiteY22" fmla="*/ 658 h 10014"/>
                <a:gd name="connsiteX23" fmla="*/ 5643 w 10000"/>
                <a:gd name="connsiteY23" fmla="*/ 729 h 10014"/>
                <a:gd name="connsiteX24" fmla="*/ 1961 w 10000"/>
                <a:gd name="connsiteY24" fmla="*/ 729 h 10014"/>
                <a:gd name="connsiteX25" fmla="*/ 1961 w 10000"/>
                <a:gd name="connsiteY25" fmla="*/ 2263 h 10014"/>
                <a:gd name="connsiteX26" fmla="*/ 1285 w 10000"/>
                <a:gd name="connsiteY26" fmla="*/ 2263 h 10014"/>
                <a:gd name="connsiteX27" fmla="*/ 1285 w 10000"/>
                <a:gd name="connsiteY27" fmla="*/ 2556 h 10014"/>
                <a:gd name="connsiteX28" fmla="*/ 1285 w 10000"/>
                <a:gd name="connsiteY28" fmla="*/ 5179 h 10014"/>
                <a:gd name="connsiteX29" fmla="*/ 1135 w 10000"/>
                <a:gd name="connsiteY29" fmla="*/ 5327 h 10014"/>
                <a:gd name="connsiteX30" fmla="*/ 684 w 10000"/>
                <a:gd name="connsiteY30" fmla="*/ 5621 h 10014"/>
                <a:gd name="connsiteX31" fmla="*/ 609 w 10000"/>
                <a:gd name="connsiteY31" fmla="*/ 5986 h 10014"/>
                <a:gd name="connsiteX32" fmla="*/ 384 w 10000"/>
                <a:gd name="connsiteY32" fmla="*/ 6351 h 10014"/>
                <a:gd name="connsiteX33" fmla="*/ 234 w 10000"/>
                <a:gd name="connsiteY33" fmla="*/ 6935 h 10014"/>
                <a:gd name="connsiteX34" fmla="*/ 8 w 10000"/>
                <a:gd name="connsiteY34" fmla="*/ 7593 h 10014"/>
                <a:gd name="connsiteX35" fmla="*/ 384 w 10000"/>
                <a:gd name="connsiteY35" fmla="*/ 7664 h 10014"/>
                <a:gd name="connsiteX36" fmla="*/ 458 w 10000"/>
                <a:gd name="connsiteY36" fmla="*/ 8245 h 10014"/>
                <a:gd name="connsiteX37" fmla="*/ 684 w 10000"/>
                <a:gd name="connsiteY37" fmla="*/ 8831 h 10014"/>
                <a:gd name="connsiteX38" fmla="*/ 1059 w 10000"/>
                <a:gd name="connsiteY38" fmla="*/ 10000 h 10014"/>
                <a:gd name="connsiteX39" fmla="*/ 2394 w 10000"/>
                <a:gd name="connsiteY39" fmla="*/ 9237 h 10014"/>
                <a:gd name="connsiteX40" fmla="*/ 2566 w 10000"/>
                <a:gd name="connsiteY40" fmla="*/ 9433 h 10014"/>
                <a:gd name="connsiteX41" fmla="*/ 2721 w 10000"/>
                <a:gd name="connsiteY41" fmla="*/ 9592 h 10014"/>
                <a:gd name="connsiteX42" fmla="*/ 2979 w 10000"/>
                <a:gd name="connsiteY42" fmla="*/ 9527 h 10014"/>
                <a:gd name="connsiteX43" fmla="*/ 3757 w 10000"/>
                <a:gd name="connsiteY43" fmla="*/ 9508 h 10014"/>
                <a:gd name="connsiteX44" fmla="*/ 3863 w 10000"/>
                <a:gd name="connsiteY44" fmla="*/ 9778 h 10014"/>
                <a:gd name="connsiteX45" fmla="*/ 4219 w 10000"/>
                <a:gd name="connsiteY45" fmla="*/ 9620 h 10014"/>
                <a:gd name="connsiteX46" fmla="*/ 4373 w 10000"/>
                <a:gd name="connsiteY46" fmla="*/ 9293 h 10014"/>
                <a:gd name="connsiteX47" fmla="*/ 5064 w 10000"/>
                <a:gd name="connsiteY47" fmla="*/ 9311 h 10014"/>
                <a:gd name="connsiteX48" fmla="*/ 5457 w 10000"/>
                <a:gd name="connsiteY48" fmla="*/ 8984 h 10014"/>
                <a:gd name="connsiteX49" fmla="*/ 5884 w 10000"/>
                <a:gd name="connsiteY49" fmla="*/ 8740 h 10014"/>
                <a:gd name="connsiteX50" fmla="*/ 6040 w 10000"/>
                <a:gd name="connsiteY50" fmla="*/ 8368 h 10014"/>
                <a:gd name="connsiteX51" fmla="*/ 6382 w 10000"/>
                <a:gd name="connsiteY51" fmla="*/ 7982 h 10014"/>
                <a:gd name="connsiteX52" fmla="*/ 6428 w 10000"/>
                <a:gd name="connsiteY52" fmla="*/ 8181 h 10014"/>
                <a:gd name="connsiteX53" fmla="*/ 6444 w 10000"/>
                <a:gd name="connsiteY53" fmla="*/ 8428 h 10014"/>
                <a:gd name="connsiteX54" fmla="*/ 6766 w 10000"/>
                <a:gd name="connsiteY54" fmla="*/ 9268 h 10014"/>
                <a:gd name="connsiteX0" fmla="*/ 7446 w 10000"/>
                <a:gd name="connsiteY0" fmla="*/ 9488 h 10009"/>
                <a:gd name="connsiteX1" fmla="*/ 7446 w 10000"/>
                <a:gd name="connsiteY1" fmla="*/ 8978 h 10009"/>
                <a:gd name="connsiteX2" fmla="*/ 7821 w 10000"/>
                <a:gd name="connsiteY2" fmla="*/ 8978 h 10009"/>
                <a:gd name="connsiteX3" fmla="*/ 8047 w 10000"/>
                <a:gd name="connsiteY3" fmla="*/ 8029 h 10009"/>
                <a:gd name="connsiteX4" fmla="*/ 8648 w 10000"/>
                <a:gd name="connsiteY4" fmla="*/ 7444 h 10009"/>
                <a:gd name="connsiteX5" fmla="*/ 8873 w 10000"/>
                <a:gd name="connsiteY5" fmla="*/ 6351 h 10009"/>
                <a:gd name="connsiteX6" fmla="*/ 8722 w 10000"/>
                <a:gd name="connsiteY6" fmla="*/ 5768 h 10009"/>
                <a:gd name="connsiteX7" fmla="*/ 9098 w 10000"/>
                <a:gd name="connsiteY7" fmla="*/ 4525 h 10009"/>
                <a:gd name="connsiteX8" fmla="*/ 9399 w 10000"/>
                <a:gd name="connsiteY8" fmla="*/ 4160 h 10009"/>
                <a:gd name="connsiteX9" fmla="*/ 10000 w 10000"/>
                <a:gd name="connsiteY9" fmla="*/ 3576 h 10009"/>
                <a:gd name="connsiteX10" fmla="*/ 9774 w 10000"/>
                <a:gd name="connsiteY10" fmla="*/ 3502 h 10009"/>
                <a:gd name="connsiteX11" fmla="*/ 9399 w 10000"/>
                <a:gd name="connsiteY11" fmla="*/ 3140 h 10009"/>
                <a:gd name="connsiteX12" fmla="*/ 9173 w 10000"/>
                <a:gd name="connsiteY12" fmla="*/ 2044 h 10009"/>
                <a:gd name="connsiteX13" fmla="*/ 9173 w 10000"/>
                <a:gd name="connsiteY13" fmla="*/ 1460 h 10009"/>
                <a:gd name="connsiteX14" fmla="*/ 9098 w 10000"/>
                <a:gd name="connsiteY14" fmla="*/ 729 h 10009"/>
                <a:gd name="connsiteX15" fmla="*/ 8873 w 10000"/>
                <a:gd name="connsiteY15" fmla="*/ 511 h 10009"/>
                <a:gd name="connsiteX16" fmla="*/ 8497 w 10000"/>
                <a:gd name="connsiteY16" fmla="*/ 219 h 10009"/>
                <a:gd name="connsiteX17" fmla="*/ 8272 w 10000"/>
                <a:gd name="connsiteY17" fmla="*/ 0 h 10009"/>
                <a:gd name="connsiteX18" fmla="*/ 7821 w 10000"/>
                <a:gd name="connsiteY18" fmla="*/ 293 h 10009"/>
                <a:gd name="connsiteX19" fmla="*/ 7370 w 10000"/>
                <a:gd name="connsiteY19" fmla="*/ 729 h 10009"/>
                <a:gd name="connsiteX20" fmla="*/ 6769 w 10000"/>
                <a:gd name="connsiteY20" fmla="*/ 729 h 10009"/>
                <a:gd name="connsiteX21" fmla="*/ 5717 w 10000"/>
                <a:gd name="connsiteY21" fmla="*/ 729 h 10009"/>
                <a:gd name="connsiteX22" fmla="*/ 5717 w 10000"/>
                <a:gd name="connsiteY22" fmla="*/ 658 h 10009"/>
                <a:gd name="connsiteX23" fmla="*/ 5643 w 10000"/>
                <a:gd name="connsiteY23" fmla="*/ 729 h 10009"/>
                <a:gd name="connsiteX24" fmla="*/ 1961 w 10000"/>
                <a:gd name="connsiteY24" fmla="*/ 729 h 10009"/>
                <a:gd name="connsiteX25" fmla="*/ 1961 w 10000"/>
                <a:gd name="connsiteY25" fmla="*/ 2263 h 10009"/>
                <a:gd name="connsiteX26" fmla="*/ 1285 w 10000"/>
                <a:gd name="connsiteY26" fmla="*/ 2263 h 10009"/>
                <a:gd name="connsiteX27" fmla="*/ 1285 w 10000"/>
                <a:gd name="connsiteY27" fmla="*/ 2556 h 10009"/>
                <a:gd name="connsiteX28" fmla="*/ 1285 w 10000"/>
                <a:gd name="connsiteY28" fmla="*/ 5179 h 10009"/>
                <a:gd name="connsiteX29" fmla="*/ 1135 w 10000"/>
                <a:gd name="connsiteY29" fmla="*/ 5327 h 10009"/>
                <a:gd name="connsiteX30" fmla="*/ 684 w 10000"/>
                <a:gd name="connsiteY30" fmla="*/ 5621 h 10009"/>
                <a:gd name="connsiteX31" fmla="*/ 609 w 10000"/>
                <a:gd name="connsiteY31" fmla="*/ 5986 h 10009"/>
                <a:gd name="connsiteX32" fmla="*/ 384 w 10000"/>
                <a:gd name="connsiteY32" fmla="*/ 6351 h 10009"/>
                <a:gd name="connsiteX33" fmla="*/ 234 w 10000"/>
                <a:gd name="connsiteY33" fmla="*/ 6935 h 10009"/>
                <a:gd name="connsiteX34" fmla="*/ 8 w 10000"/>
                <a:gd name="connsiteY34" fmla="*/ 7593 h 10009"/>
                <a:gd name="connsiteX35" fmla="*/ 384 w 10000"/>
                <a:gd name="connsiteY35" fmla="*/ 7664 h 10009"/>
                <a:gd name="connsiteX36" fmla="*/ 458 w 10000"/>
                <a:gd name="connsiteY36" fmla="*/ 8245 h 10009"/>
                <a:gd name="connsiteX37" fmla="*/ 684 w 10000"/>
                <a:gd name="connsiteY37" fmla="*/ 8831 h 10009"/>
                <a:gd name="connsiteX38" fmla="*/ 1059 w 10000"/>
                <a:gd name="connsiteY38" fmla="*/ 10000 h 10009"/>
                <a:gd name="connsiteX39" fmla="*/ 2394 w 10000"/>
                <a:gd name="connsiteY39" fmla="*/ 9237 h 10009"/>
                <a:gd name="connsiteX40" fmla="*/ 2566 w 10000"/>
                <a:gd name="connsiteY40" fmla="*/ 9433 h 10009"/>
                <a:gd name="connsiteX41" fmla="*/ 2721 w 10000"/>
                <a:gd name="connsiteY41" fmla="*/ 9592 h 10009"/>
                <a:gd name="connsiteX42" fmla="*/ 2979 w 10000"/>
                <a:gd name="connsiteY42" fmla="*/ 9527 h 10009"/>
                <a:gd name="connsiteX43" fmla="*/ 3757 w 10000"/>
                <a:gd name="connsiteY43" fmla="*/ 9508 h 10009"/>
                <a:gd name="connsiteX44" fmla="*/ 3863 w 10000"/>
                <a:gd name="connsiteY44" fmla="*/ 9778 h 10009"/>
                <a:gd name="connsiteX45" fmla="*/ 4219 w 10000"/>
                <a:gd name="connsiteY45" fmla="*/ 9620 h 10009"/>
                <a:gd name="connsiteX46" fmla="*/ 4373 w 10000"/>
                <a:gd name="connsiteY46" fmla="*/ 9293 h 10009"/>
                <a:gd name="connsiteX47" fmla="*/ 5064 w 10000"/>
                <a:gd name="connsiteY47" fmla="*/ 9311 h 10009"/>
                <a:gd name="connsiteX48" fmla="*/ 5457 w 10000"/>
                <a:gd name="connsiteY48" fmla="*/ 8984 h 10009"/>
                <a:gd name="connsiteX49" fmla="*/ 5884 w 10000"/>
                <a:gd name="connsiteY49" fmla="*/ 8740 h 10009"/>
                <a:gd name="connsiteX50" fmla="*/ 6040 w 10000"/>
                <a:gd name="connsiteY50" fmla="*/ 8368 h 10009"/>
                <a:gd name="connsiteX51" fmla="*/ 6382 w 10000"/>
                <a:gd name="connsiteY51" fmla="*/ 7982 h 10009"/>
                <a:gd name="connsiteX52" fmla="*/ 6428 w 10000"/>
                <a:gd name="connsiteY52" fmla="*/ 8181 h 10009"/>
                <a:gd name="connsiteX53" fmla="*/ 6444 w 10000"/>
                <a:gd name="connsiteY53" fmla="*/ 8428 h 10009"/>
                <a:gd name="connsiteX54" fmla="*/ 6766 w 10000"/>
                <a:gd name="connsiteY54" fmla="*/ 9268 h 10009"/>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413 w 10000"/>
                <a:gd name="connsiteY39" fmla="*/ 9209 h 10008"/>
                <a:gd name="connsiteX40" fmla="*/ 2566 w 10000"/>
                <a:gd name="connsiteY40" fmla="*/ 9433 h 10008"/>
                <a:gd name="connsiteX41" fmla="*/ 2721 w 10000"/>
                <a:gd name="connsiteY41" fmla="*/ 9592 h 10008"/>
                <a:gd name="connsiteX42" fmla="*/ 2979 w 10000"/>
                <a:gd name="connsiteY42" fmla="*/ 9527 h 10008"/>
                <a:gd name="connsiteX43" fmla="*/ 3757 w 10000"/>
                <a:gd name="connsiteY43" fmla="*/ 9508 h 10008"/>
                <a:gd name="connsiteX44" fmla="*/ 3863 w 10000"/>
                <a:gd name="connsiteY44" fmla="*/ 9778 h 10008"/>
                <a:gd name="connsiteX45" fmla="*/ 4219 w 10000"/>
                <a:gd name="connsiteY45" fmla="*/ 9620 h 10008"/>
                <a:gd name="connsiteX46" fmla="*/ 4373 w 10000"/>
                <a:gd name="connsiteY46" fmla="*/ 9293 h 10008"/>
                <a:gd name="connsiteX47" fmla="*/ 5064 w 10000"/>
                <a:gd name="connsiteY47" fmla="*/ 9311 h 10008"/>
                <a:gd name="connsiteX48" fmla="*/ 5457 w 10000"/>
                <a:gd name="connsiteY48" fmla="*/ 8984 h 10008"/>
                <a:gd name="connsiteX49" fmla="*/ 5884 w 10000"/>
                <a:gd name="connsiteY49" fmla="*/ 8740 h 10008"/>
                <a:gd name="connsiteX50" fmla="*/ 6040 w 10000"/>
                <a:gd name="connsiteY50" fmla="*/ 8368 h 10008"/>
                <a:gd name="connsiteX51" fmla="*/ 6382 w 10000"/>
                <a:gd name="connsiteY51" fmla="*/ 7982 h 10008"/>
                <a:gd name="connsiteX52" fmla="*/ 6428 w 10000"/>
                <a:gd name="connsiteY52" fmla="*/ 8181 h 10008"/>
                <a:gd name="connsiteX53" fmla="*/ 6444 w 10000"/>
                <a:gd name="connsiteY53" fmla="*/ 8428 h 10008"/>
                <a:gd name="connsiteX54" fmla="*/ 6766 w 10000"/>
                <a:gd name="connsiteY54"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413 w 10000"/>
                <a:gd name="connsiteY39" fmla="*/ 9209 h 10008"/>
                <a:gd name="connsiteX40" fmla="*/ 2566 w 10000"/>
                <a:gd name="connsiteY40" fmla="*/ 9433 h 10008"/>
                <a:gd name="connsiteX41" fmla="*/ 2721 w 10000"/>
                <a:gd name="connsiteY41" fmla="*/ 9592 h 10008"/>
                <a:gd name="connsiteX42" fmla="*/ 2979 w 10000"/>
                <a:gd name="connsiteY42" fmla="*/ 9527 h 10008"/>
                <a:gd name="connsiteX43" fmla="*/ 3757 w 10000"/>
                <a:gd name="connsiteY43" fmla="*/ 9508 h 10008"/>
                <a:gd name="connsiteX44" fmla="*/ 3863 w 10000"/>
                <a:gd name="connsiteY44" fmla="*/ 9778 h 10008"/>
                <a:gd name="connsiteX45" fmla="*/ 4219 w 10000"/>
                <a:gd name="connsiteY45" fmla="*/ 9620 h 10008"/>
                <a:gd name="connsiteX46" fmla="*/ 4373 w 10000"/>
                <a:gd name="connsiteY46" fmla="*/ 9293 h 10008"/>
                <a:gd name="connsiteX47" fmla="*/ 5064 w 10000"/>
                <a:gd name="connsiteY47" fmla="*/ 9311 h 10008"/>
                <a:gd name="connsiteX48" fmla="*/ 5457 w 10000"/>
                <a:gd name="connsiteY48" fmla="*/ 8984 h 10008"/>
                <a:gd name="connsiteX49" fmla="*/ 5884 w 10000"/>
                <a:gd name="connsiteY49" fmla="*/ 8740 h 10008"/>
                <a:gd name="connsiteX50" fmla="*/ 6040 w 10000"/>
                <a:gd name="connsiteY50" fmla="*/ 8368 h 10008"/>
                <a:gd name="connsiteX51" fmla="*/ 6382 w 10000"/>
                <a:gd name="connsiteY51" fmla="*/ 7982 h 10008"/>
                <a:gd name="connsiteX52" fmla="*/ 6428 w 10000"/>
                <a:gd name="connsiteY52" fmla="*/ 8181 h 10008"/>
                <a:gd name="connsiteX53" fmla="*/ 6444 w 10000"/>
                <a:gd name="connsiteY53" fmla="*/ 8428 h 10008"/>
                <a:gd name="connsiteX54" fmla="*/ 6766 w 10000"/>
                <a:gd name="connsiteY54"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2413 w 10000"/>
                <a:gd name="connsiteY39" fmla="*/ 9209 h 10008"/>
                <a:gd name="connsiteX40" fmla="*/ 2566 w 10000"/>
                <a:gd name="connsiteY40" fmla="*/ 9433 h 10008"/>
                <a:gd name="connsiteX41" fmla="*/ 2605 w 10000"/>
                <a:gd name="connsiteY41" fmla="*/ 9461 h 10008"/>
                <a:gd name="connsiteX42" fmla="*/ 2721 w 10000"/>
                <a:gd name="connsiteY42" fmla="*/ 9592 h 10008"/>
                <a:gd name="connsiteX43" fmla="*/ 2979 w 10000"/>
                <a:gd name="connsiteY43" fmla="*/ 9527 h 10008"/>
                <a:gd name="connsiteX44" fmla="*/ 3757 w 10000"/>
                <a:gd name="connsiteY44" fmla="*/ 9508 h 10008"/>
                <a:gd name="connsiteX45" fmla="*/ 3863 w 10000"/>
                <a:gd name="connsiteY45" fmla="*/ 9778 h 10008"/>
                <a:gd name="connsiteX46" fmla="*/ 4219 w 10000"/>
                <a:gd name="connsiteY46" fmla="*/ 9620 h 10008"/>
                <a:gd name="connsiteX47" fmla="*/ 4373 w 10000"/>
                <a:gd name="connsiteY47" fmla="*/ 9293 h 10008"/>
                <a:gd name="connsiteX48" fmla="*/ 5064 w 10000"/>
                <a:gd name="connsiteY48" fmla="*/ 9311 h 10008"/>
                <a:gd name="connsiteX49" fmla="*/ 5457 w 10000"/>
                <a:gd name="connsiteY49" fmla="*/ 8984 h 10008"/>
                <a:gd name="connsiteX50" fmla="*/ 5884 w 10000"/>
                <a:gd name="connsiteY50" fmla="*/ 8740 h 10008"/>
                <a:gd name="connsiteX51" fmla="*/ 6040 w 10000"/>
                <a:gd name="connsiteY51" fmla="*/ 8368 h 10008"/>
                <a:gd name="connsiteX52" fmla="*/ 6382 w 10000"/>
                <a:gd name="connsiteY52" fmla="*/ 7982 h 10008"/>
                <a:gd name="connsiteX53" fmla="*/ 6428 w 10000"/>
                <a:gd name="connsiteY53" fmla="*/ 8181 h 10008"/>
                <a:gd name="connsiteX54" fmla="*/ 6444 w 10000"/>
                <a:gd name="connsiteY54" fmla="*/ 8428 h 10008"/>
                <a:gd name="connsiteX55" fmla="*/ 6766 w 10000"/>
                <a:gd name="connsiteY55" fmla="*/ 9268 h 10008"/>
                <a:gd name="connsiteX0" fmla="*/ 7446 w 10000"/>
                <a:gd name="connsiteY0" fmla="*/ 9488 h 10008"/>
                <a:gd name="connsiteX1" fmla="*/ 7446 w 10000"/>
                <a:gd name="connsiteY1" fmla="*/ 8978 h 10008"/>
                <a:gd name="connsiteX2" fmla="*/ 7821 w 10000"/>
                <a:gd name="connsiteY2" fmla="*/ 8978 h 10008"/>
                <a:gd name="connsiteX3" fmla="*/ 8047 w 10000"/>
                <a:gd name="connsiteY3" fmla="*/ 8029 h 10008"/>
                <a:gd name="connsiteX4" fmla="*/ 8648 w 10000"/>
                <a:gd name="connsiteY4" fmla="*/ 7444 h 10008"/>
                <a:gd name="connsiteX5" fmla="*/ 8873 w 10000"/>
                <a:gd name="connsiteY5" fmla="*/ 6351 h 10008"/>
                <a:gd name="connsiteX6" fmla="*/ 8722 w 10000"/>
                <a:gd name="connsiteY6" fmla="*/ 5768 h 10008"/>
                <a:gd name="connsiteX7" fmla="*/ 9098 w 10000"/>
                <a:gd name="connsiteY7" fmla="*/ 4525 h 10008"/>
                <a:gd name="connsiteX8" fmla="*/ 9399 w 10000"/>
                <a:gd name="connsiteY8" fmla="*/ 4160 h 10008"/>
                <a:gd name="connsiteX9" fmla="*/ 10000 w 10000"/>
                <a:gd name="connsiteY9" fmla="*/ 3576 h 10008"/>
                <a:gd name="connsiteX10" fmla="*/ 9774 w 10000"/>
                <a:gd name="connsiteY10" fmla="*/ 3502 h 10008"/>
                <a:gd name="connsiteX11" fmla="*/ 9399 w 10000"/>
                <a:gd name="connsiteY11" fmla="*/ 3140 h 10008"/>
                <a:gd name="connsiteX12" fmla="*/ 9173 w 10000"/>
                <a:gd name="connsiteY12" fmla="*/ 2044 h 10008"/>
                <a:gd name="connsiteX13" fmla="*/ 9173 w 10000"/>
                <a:gd name="connsiteY13" fmla="*/ 1460 h 10008"/>
                <a:gd name="connsiteX14" fmla="*/ 9098 w 10000"/>
                <a:gd name="connsiteY14" fmla="*/ 729 h 10008"/>
                <a:gd name="connsiteX15" fmla="*/ 8873 w 10000"/>
                <a:gd name="connsiteY15" fmla="*/ 511 h 10008"/>
                <a:gd name="connsiteX16" fmla="*/ 8497 w 10000"/>
                <a:gd name="connsiteY16" fmla="*/ 219 h 10008"/>
                <a:gd name="connsiteX17" fmla="*/ 8272 w 10000"/>
                <a:gd name="connsiteY17" fmla="*/ 0 h 10008"/>
                <a:gd name="connsiteX18" fmla="*/ 7821 w 10000"/>
                <a:gd name="connsiteY18" fmla="*/ 293 h 10008"/>
                <a:gd name="connsiteX19" fmla="*/ 7370 w 10000"/>
                <a:gd name="connsiteY19" fmla="*/ 729 h 10008"/>
                <a:gd name="connsiteX20" fmla="*/ 6769 w 10000"/>
                <a:gd name="connsiteY20" fmla="*/ 729 h 10008"/>
                <a:gd name="connsiteX21" fmla="*/ 5717 w 10000"/>
                <a:gd name="connsiteY21" fmla="*/ 729 h 10008"/>
                <a:gd name="connsiteX22" fmla="*/ 5717 w 10000"/>
                <a:gd name="connsiteY22" fmla="*/ 658 h 10008"/>
                <a:gd name="connsiteX23" fmla="*/ 5643 w 10000"/>
                <a:gd name="connsiteY23" fmla="*/ 729 h 10008"/>
                <a:gd name="connsiteX24" fmla="*/ 1961 w 10000"/>
                <a:gd name="connsiteY24" fmla="*/ 729 h 10008"/>
                <a:gd name="connsiteX25" fmla="*/ 1961 w 10000"/>
                <a:gd name="connsiteY25" fmla="*/ 2263 h 10008"/>
                <a:gd name="connsiteX26" fmla="*/ 1285 w 10000"/>
                <a:gd name="connsiteY26" fmla="*/ 2263 h 10008"/>
                <a:gd name="connsiteX27" fmla="*/ 1285 w 10000"/>
                <a:gd name="connsiteY27" fmla="*/ 2556 h 10008"/>
                <a:gd name="connsiteX28" fmla="*/ 1285 w 10000"/>
                <a:gd name="connsiteY28" fmla="*/ 5179 h 10008"/>
                <a:gd name="connsiteX29" fmla="*/ 1135 w 10000"/>
                <a:gd name="connsiteY29" fmla="*/ 5327 h 10008"/>
                <a:gd name="connsiteX30" fmla="*/ 684 w 10000"/>
                <a:gd name="connsiteY30" fmla="*/ 5621 h 10008"/>
                <a:gd name="connsiteX31" fmla="*/ 609 w 10000"/>
                <a:gd name="connsiteY31" fmla="*/ 5986 h 10008"/>
                <a:gd name="connsiteX32" fmla="*/ 384 w 10000"/>
                <a:gd name="connsiteY32" fmla="*/ 6351 h 10008"/>
                <a:gd name="connsiteX33" fmla="*/ 234 w 10000"/>
                <a:gd name="connsiteY33" fmla="*/ 6935 h 10008"/>
                <a:gd name="connsiteX34" fmla="*/ 8 w 10000"/>
                <a:gd name="connsiteY34" fmla="*/ 7593 h 10008"/>
                <a:gd name="connsiteX35" fmla="*/ 384 w 10000"/>
                <a:gd name="connsiteY35" fmla="*/ 7664 h 10008"/>
                <a:gd name="connsiteX36" fmla="*/ 458 w 10000"/>
                <a:gd name="connsiteY36" fmla="*/ 8245 h 10008"/>
                <a:gd name="connsiteX37" fmla="*/ 684 w 10000"/>
                <a:gd name="connsiteY37" fmla="*/ 8831 h 10008"/>
                <a:gd name="connsiteX38" fmla="*/ 1059 w 10000"/>
                <a:gd name="connsiteY38" fmla="*/ 10000 h 10008"/>
                <a:gd name="connsiteX39" fmla="*/ 1817 w 10000"/>
                <a:gd name="connsiteY39" fmla="*/ 9069 h 10008"/>
                <a:gd name="connsiteX40" fmla="*/ 2566 w 10000"/>
                <a:gd name="connsiteY40" fmla="*/ 9433 h 10008"/>
                <a:gd name="connsiteX41" fmla="*/ 2605 w 10000"/>
                <a:gd name="connsiteY41" fmla="*/ 9461 h 10008"/>
                <a:gd name="connsiteX42" fmla="*/ 2721 w 10000"/>
                <a:gd name="connsiteY42" fmla="*/ 9592 h 10008"/>
                <a:gd name="connsiteX43" fmla="*/ 2979 w 10000"/>
                <a:gd name="connsiteY43" fmla="*/ 9527 h 10008"/>
                <a:gd name="connsiteX44" fmla="*/ 3757 w 10000"/>
                <a:gd name="connsiteY44" fmla="*/ 9508 h 10008"/>
                <a:gd name="connsiteX45" fmla="*/ 3863 w 10000"/>
                <a:gd name="connsiteY45" fmla="*/ 9778 h 10008"/>
                <a:gd name="connsiteX46" fmla="*/ 4219 w 10000"/>
                <a:gd name="connsiteY46" fmla="*/ 9620 h 10008"/>
                <a:gd name="connsiteX47" fmla="*/ 4373 w 10000"/>
                <a:gd name="connsiteY47" fmla="*/ 9293 h 10008"/>
                <a:gd name="connsiteX48" fmla="*/ 5064 w 10000"/>
                <a:gd name="connsiteY48" fmla="*/ 9311 h 10008"/>
                <a:gd name="connsiteX49" fmla="*/ 5457 w 10000"/>
                <a:gd name="connsiteY49" fmla="*/ 8984 h 10008"/>
                <a:gd name="connsiteX50" fmla="*/ 5884 w 10000"/>
                <a:gd name="connsiteY50" fmla="*/ 8740 h 10008"/>
                <a:gd name="connsiteX51" fmla="*/ 6040 w 10000"/>
                <a:gd name="connsiteY51" fmla="*/ 8368 h 10008"/>
                <a:gd name="connsiteX52" fmla="*/ 6382 w 10000"/>
                <a:gd name="connsiteY52" fmla="*/ 7982 h 10008"/>
                <a:gd name="connsiteX53" fmla="*/ 6428 w 10000"/>
                <a:gd name="connsiteY53" fmla="*/ 8181 h 10008"/>
                <a:gd name="connsiteX54" fmla="*/ 6444 w 10000"/>
                <a:gd name="connsiteY54" fmla="*/ 8428 h 10008"/>
                <a:gd name="connsiteX55" fmla="*/ 6766 w 10000"/>
                <a:gd name="connsiteY55" fmla="*/ 9268 h 10008"/>
                <a:gd name="connsiteX0" fmla="*/ 7446 w 10000"/>
                <a:gd name="connsiteY0" fmla="*/ 9488 h 10028"/>
                <a:gd name="connsiteX1" fmla="*/ 7446 w 10000"/>
                <a:gd name="connsiteY1" fmla="*/ 8978 h 10028"/>
                <a:gd name="connsiteX2" fmla="*/ 7821 w 10000"/>
                <a:gd name="connsiteY2" fmla="*/ 8978 h 10028"/>
                <a:gd name="connsiteX3" fmla="*/ 8047 w 10000"/>
                <a:gd name="connsiteY3" fmla="*/ 8029 h 10028"/>
                <a:gd name="connsiteX4" fmla="*/ 8648 w 10000"/>
                <a:gd name="connsiteY4" fmla="*/ 7444 h 10028"/>
                <a:gd name="connsiteX5" fmla="*/ 8873 w 10000"/>
                <a:gd name="connsiteY5" fmla="*/ 6351 h 10028"/>
                <a:gd name="connsiteX6" fmla="*/ 8722 w 10000"/>
                <a:gd name="connsiteY6" fmla="*/ 5768 h 10028"/>
                <a:gd name="connsiteX7" fmla="*/ 9098 w 10000"/>
                <a:gd name="connsiteY7" fmla="*/ 4525 h 10028"/>
                <a:gd name="connsiteX8" fmla="*/ 9399 w 10000"/>
                <a:gd name="connsiteY8" fmla="*/ 4160 h 10028"/>
                <a:gd name="connsiteX9" fmla="*/ 10000 w 10000"/>
                <a:gd name="connsiteY9" fmla="*/ 3576 h 10028"/>
                <a:gd name="connsiteX10" fmla="*/ 9774 w 10000"/>
                <a:gd name="connsiteY10" fmla="*/ 3502 h 10028"/>
                <a:gd name="connsiteX11" fmla="*/ 9399 w 10000"/>
                <a:gd name="connsiteY11" fmla="*/ 3140 h 10028"/>
                <a:gd name="connsiteX12" fmla="*/ 9173 w 10000"/>
                <a:gd name="connsiteY12" fmla="*/ 2044 h 10028"/>
                <a:gd name="connsiteX13" fmla="*/ 9173 w 10000"/>
                <a:gd name="connsiteY13" fmla="*/ 1460 h 10028"/>
                <a:gd name="connsiteX14" fmla="*/ 9098 w 10000"/>
                <a:gd name="connsiteY14" fmla="*/ 729 h 10028"/>
                <a:gd name="connsiteX15" fmla="*/ 8873 w 10000"/>
                <a:gd name="connsiteY15" fmla="*/ 511 h 10028"/>
                <a:gd name="connsiteX16" fmla="*/ 8497 w 10000"/>
                <a:gd name="connsiteY16" fmla="*/ 219 h 10028"/>
                <a:gd name="connsiteX17" fmla="*/ 8272 w 10000"/>
                <a:gd name="connsiteY17" fmla="*/ 0 h 10028"/>
                <a:gd name="connsiteX18" fmla="*/ 7821 w 10000"/>
                <a:gd name="connsiteY18" fmla="*/ 293 h 10028"/>
                <a:gd name="connsiteX19" fmla="*/ 7370 w 10000"/>
                <a:gd name="connsiteY19" fmla="*/ 729 h 10028"/>
                <a:gd name="connsiteX20" fmla="*/ 6769 w 10000"/>
                <a:gd name="connsiteY20" fmla="*/ 729 h 10028"/>
                <a:gd name="connsiteX21" fmla="*/ 5717 w 10000"/>
                <a:gd name="connsiteY21" fmla="*/ 729 h 10028"/>
                <a:gd name="connsiteX22" fmla="*/ 5717 w 10000"/>
                <a:gd name="connsiteY22" fmla="*/ 658 h 10028"/>
                <a:gd name="connsiteX23" fmla="*/ 5643 w 10000"/>
                <a:gd name="connsiteY23" fmla="*/ 729 h 10028"/>
                <a:gd name="connsiteX24" fmla="*/ 1961 w 10000"/>
                <a:gd name="connsiteY24" fmla="*/ 729 h 10028"/>
                <a:gd name="connsiteX25" fmla="*/ 1961 w 10000"/>
                <a:gd name="connsiteY25" fmla="*/ 2263 h 10028"/>
                <a:gd name="connsiteX26" fmla="*/ 1285 w 10000"/>
                <a:gd name="connsiteY26" fmla="*/ 2263 h 10028"/>
                <a:gd name="connsiteX27" fmla="*/ 1285 w 10000"/>
                <a:gd name="connsiteY27" fmla="*/ 2556 h 10028"/>
                <a:gd name="connsiteX28" fmla="*/ 1285 w 10000"/>
                <a:gd name="connsiteY28" fmla="*/ 5179 h 10028"/>
                <a:gd name="connsiteX29" fmla="*/ 1135 w 10000"/>
                <a:gd name="connsiteY29" fmla="*/ 5327 h 10028"/>
                <a:gd name="connsiteX30" fmla="*/ 684 w 10000"/>
                <a:gd name="connsiteY30" fmla="*/ 5621 h 10028"/>
                <a:gd name="connsiteX31" fmla="*/ 609 w 10000"/>
                <a:gd name="connsiteY31" fmla="*/ 5986 h 10028"/>
                <a:gd name="connsiteX32" fmla="*/ 384 w 10000"/>
                <a:gd name="connsiteY32" fmla="*/ 6351 h 10028"/>
                <a:gd name="connsiteX33" fmla="*/ 234 w 10000"/>
                <a:gd name="connsiteY33" fmla="*/ 6935 h 10028"/>
                <a:gd name="connsiteX34" fmla="*/ 8 w 10000"/>
                <a:gd name="connsiteY34" fmla="*/ 7593 h 10028"/>
                <a:gd name="connsiteX35" fmla="*/ 384 w 10000"/>
                <a:gd name="connsiteY35" fmla="*/ 7664 h 10028"/>
                <a:gd name="connsiteX36" fmla="*/ 458 w 10000"/>
                <a:gd name="connsiteY36" fmla="*/ 8245 h 10028"/>
                <a:gd name="connsiteX37" fmla="*/ 684 w 10000"/>
                <a:gd name="connsiteY37" fmla="*/ 8831 h 10028"/>
                <a:gd name="connsiteX38" fmla="*/ 1059 w 10000"/>
                <a:gd name="connsiteY38" fmla="*/ 10000 h 10028"/>
                <a:gd name="connsiteX39" fmla="*/ 1817 w 10000"/>
                <a:gd name="connsiteY39" fmla="*/ 9069 h 10028"/>
                <a:gd name="connsiteX40" fmla="*/ 2566 w 10000"/>
                <a:gd name="connsiteY40" fmla="*/ 9433 h 10028"/>
                <a:gd name="connsiteX41" fmla="*/ 2605 w 10000"/>
                <a:gd name="connsiteY41" fmla="*/ 9461 h 10028"/>
                <a:gd name="connsiteX42" fmla="*/ 2721 w 10000"/>
                <a:gd name="connsiteY42" fmla="*/ 9592 h 10028"/>
                <a:gd name="connsiteX43" fmla="*/ 2979 w 10000"/>
                <a:gd name="connsiteY43" fmla="*/ 9527 h 10028"/>
                <a:gd name="connsiteX44" fmla="*/ 3757 w 10000"/>
                <a:gd name="connsiteY44" fmla="*/ 9508 h 10028"/>
                <a:gd name="connsiteX45" fmla="*/ 3863 w 10000"/>
                <a:gd name="connsiteY45" fmla="*/ 9778 h 10028"/>
                <a:gd name="connsiteX46" fmla="*/ 4219 w 10000"/>
                <a:gd name="connsiteY46" fmla="*/ 9620 h 10028"/>
                <a:gd name="connsiteX47" fmla="*/ 4373 w 10000"/>
                <a:gd name="connsiteY47" fmla="*/ 9293 h 10028"/>
                <a:gd name="connsiteX48" fmla="*/ 5064 w 10000"/>
                <a:gd name="connsiteY48" fmla="*/ 9311 h 10028"/>
                <a:gd name="connsiteX49" fmla="*/ 5457 w 10000"/>
                <a:gd name="connsiteY49" fmla="*/ 8984 h 10028"/>
                <a:gd name="connsiteX50" fmla="*/ 5884 w 10000"/>
                <a:gd name="connsiteY50" fmla="*/ 8740 h 10028"/>
                <a:gd name="connsiteX51" fmla="*/ 6040 w 10000"/>
                <a:gd name="connsiteY51" fmla="*/ 8368 h 10028"/>
                <a:gd name="connsiteX52" fmla="*/ 6382 w 10000"/>
                <a:gd name="connsiteY52" fmla="*/ 7982 h 10028"/>
                <a:gd name="connsiteX53" fmla="*/ 6428 w 10000"/>
                <a:gd name="connsiteY53" fmla="*/ 8181 h 10028"/>
                <a:gd name="connsiteX54" fmla="*/ 6444 w 10000"/>
                <a:gd name="connsiteY54" fmla="*/ 8428 h 10028"/>
                <a:gd name="connsiteX55" fmla="*/ 6766 w 10000"/>
                <a:gd name="connsiteY55" fmla="*/ 9268 h 10028"/>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817 w 10000"/>
                <a:gd name="connsiteY39" fmla="*/ 9069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817 w 10000"/>
                <a:gd name="connsiteY39" fmla="*/ 9069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750 w 10000"/>
                <a:gd name="connsiteY39" fmla="*/ 9069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702 w 10000"/>
                <a:gd name="connsiteY39" fmla="*/ 9069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702 w 10000"/>
                <a:gd name="connsiteY39" fmla="*/ 9069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587 w 10000"/>
                <a:gd name="connsiteY39" fmla="*/ 9088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587 w 10000"/>
                <a:gd name="connsiteY39" fmla="*/ 9088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587 w 10000"/>
                <a:gd name="connsiteY39" fmla="*/ 9088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587 w 10000"/>
                <a:gd name="connsiteY39" fmla="*/ 9088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597 w 10000"/>
                <a:gd name="connsiteY39" fmla="*/ 9125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597 w 10000"/>
                <a:gd name="connsiteY39" fmla="*/ 9125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597 w 10000"/>
                <a:gd name="connsiteY39" fmla="*/ 9125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568 w 10000"/>
                <a:gd name="connsiteY39" fmla="*/ 9153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1059 w 10000"/>
                <a:gd name="connsiteY38" fmla="*/ 10000 h 10000"/>
                <a:gd name="connsiteX39" fmla="*/ 1568 w 10000"/>
                <a:gd name="connsiteY39" fmla="*/ 9153 h 10000"/>
                <a:gd name="connsiteX40" fmla="*/ 2566 w 10000"/>
                <a:gd name="connsiteY40" fmla="*/ 9433 h 10000"/>
                <a:gd name="connsiteX41" fmla="*/ 2605 w 10000"/>
                <a:gd name="connsiteY41" fmla="*/ 9461 h 10000"/>
                <a:gd name="connsiteX42" fmla="*/ 2721 w 10000"/>
                <a:gd name="connsiteY42" fmla="*/ 9592 h 10000"/>
                <a:gd name="connsiteX43" fmla="*/ 2979 w 10000"/>
                <a:gd name="connsiteY43" fmla="*/ 9527 h 10000"/>
                <a:gd name="connsiteX44" fmla="*/ 3757 w 10000"/>
                <a:gd name="connsiteY44" fmla="*/ 9508 h 10000"/>
                <a:gd name="connsiteX45" fmla="*/ 3863 w 10000"/>
                <a:gd name="connsiteY45" fmla="*/ 9778 h 10000"/>
                <a:gd name="connsiteX46" fmla="*/ 4219 w 10000"/>
                <a:gd name="connsiteY46" fmla="*/ 9620 h 10000"/>
                <a:gd name="connsiteX47" fmla="*/ 4373 w 10000"/>
                <a:gd name="connsiteY47" fmla="*/ 9293 h 10000"/>
                <a:gd name="connsiteX48" fmla="*/ 5064 w 10000"/>
                <a:gd name="connsiteY48" fmla="*/ 9311 h 10000"/>
                <a:gd name="connsiteX49" fmla="*/ 5457 w 10000"/>
                <a:gd name="connsiteY49" fmla="*/ 8984 h 10000"/>
                <a:gd name="connsiteX50" fmla="*/ 5884 w 10000"/>
                <a:gd name="connsiteY50" fmla="*/ 8740 h 10000"/>
                <a:gd name="connsiteX51" fmla="*/ 6040 w 10000"/>
                <a:gd name="connsiteY51" fmla="*/ 8368 h 10000"/>
                <a:gd name="connsiteX52" fmla="*/ 6382 w 10000"/>
                <a:gd name="connsiteY52" fmla="*/ 7982 h 10000"/>
                <a:gd name="connsiteX53" fmla="*/ 6428 w 10000"/>
                <a:gd name="connsiteY53" fmla="*/ 8181 h 10000"/>
                <a:gd name="connsiteX54" fmla="*/ 6444 w 10000"/>
                <a:gd name="connsiteY54" fmla="*/ 8428 h 10000"/>
                <a:gd name="connsiteX55" fmla="*/ 6766 w 10000"/>
                <a:gd name="connsiteY55"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68 w 10000"/>
                <a:gd name="connsiteY40" fmla="*/ 9153 h 10000"/>
                <a:gd name="connsiteX41" fmla="*/ 2566 w 10000"/>
                <a:gd name="connsiteY41" fmla="*/ 9433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68 w 10000"/>
                <a:gd name="connsiteY40" fmla="*/ 9153 h 10000"/>
                <a:gd name="connsiteX41" fmla="*/ 2566 w 10000"/>
                <a:gd name="connsiteY41" fmla="*/ 9433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68 w 10000"/>
                <a:gd name="connsiteY40" fmla="*/ 9153 h 10000"/>
                <a:gd name="connsiteX41" fmla="*/ 2566 w 10000"/>
                <a:gd name="connsiteY41" fmla="*/ 9433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68 w 10000"/>
                <a:gd name="connsiteY40" fmla="*/ 9153 h 10000"/>
                <a:gd name="connsiteX41" fmla="*/ 2566 w 10000"/>
                <a:gd name="connsiteY41" fmla="*/ 9433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566 w 10000"/>
                <a:gd name="connsiteY41" fmla="*/ 9433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566 w 10000"/>
                <a:gd name="connsiteY41" fmla="*/ 9433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547 w 10000"/>
                <a:gd name="connsiteY41" fmla="*/ 9256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201 w 10000"/>
                <a:gd name="connsiteY41" fmla="*/ 9069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268 w 10000"/>
                <a:gd name="connsiteY41" fmla="*/ 8780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268 w 10000"/>
                <a:gd name="connsiteY41" fmla="*/ 8780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153 w 10000"/>
                <a:gd name="connsiteY41" fmla="*/ 8780 h 10000"/>
                <a:gd name="connsiteX42" fmla="*/ 2605 w 10000"/>
                <a:gd name="connsiteY42" fmla="*/ 9461 h 10000"/>
                <a:gd name="connsiteX43" fmla="*/ 2721 w 10000"/>
                <a:gd name="connsiteY43" fmla="*/ 9592 h 10000"/>
                <a:gd name="connsiteX44" fmla="*/ 2979 w 10000"/>
                <a:gd name="connsiteY44" fmla="*/ 9527 h 10000"/>
                <a:gd name="connsiteX45" fmla="*/ 3757 w 10000"/>
                <a:gd name="connsiteY45" fmla="*/ 9508 h 10000"/>
                <a:gd name="connsiteX46" fmla="*/ 3863 w 10000"/>
                <a:gd name="connsiteY46" fmla="*/ 9778 h 10000"/>
                <a:gd name="connsiteX47" fmla="*/ 4219 w 10000"/>
                <a:gd name="connsiteY47" fmla="*/ 9620 h 10000"/>
                <a:gd name="connsiteX48" fmla="*/ 4373 w 10000"/>
                <a:gd name="connsiteY48" fmla="*/ 9293 h 10000"/>
                <a:gd name="connsiteX49" fmla="*/ 5064 w 10000"/>
                <a:gd name="connsiteY49" fmla="*/ 9311 h 10000"/>
                <a:gd name="connsiteX50" fmla="*/ 5457 w 10000"/>
                <a:gd name="connsiteY50" fmla="*/ 8984 h 10000"/>
                <a:gd name="connsiteX51" fmla="*/ 5884 w 10000"/>
                <a:gd name="connsiteY51" fmla="*/ 8740 h 10000"/>
                <a:gd name="connsiteX52" fmla="*/ 6040 w 10000"/>
                <a:gd name="connsiteY52" fmla="*/ 8368 h 10000"/>
                <a:gd name="connsiteX53" fmla="*/ 6382 w 10000"/>
                <a:gd name="connsiteY53" fmla="*/ 7982 h 10000"/>
                <a:gd name="connsiteX54" fmla="*/ 6428 w 10000"/>
                <a:gd name="connsiteY54" fmla="*/ 8181 h 10000"/>
                <a:gd name="connsiteX55" fmla="*/ 6444 w 10000"/>
                <a:gd name="connsiteY55" fmla="*/ 8428 h 10000"/>
                <a:gd name="connsiteX56" fmla="*/ 6766 w 10000"/>
                <a:gd name="connsiteY56"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153 w 10000"/>
                <a:gd name="connsiteY41" fmla="*/ 8780 h 10000"/>
                <a:gd name="connsiteX42" fmla="*/ 2336 w 10000"/>
                <a:gd name="connsiteY42" fmla="*/ 8985 h 10000"/>
                <a:gd name="connsiteX43" fmla="*/ 2605 w 10000"/>
                <a:gd name="connsiteY43" fmla="*/ 9461 h 10000"/>
                <a:gd name="connsiteX44" fmla="*/ 2721 w 10000"/>
                <a:gd name="connsiteY44" fmla="*/ 9592 h 10000"/>
                <a:gd name="connsiteX45" fmla="*/ 2979 w 10000"/>
                <a:gd name="connsiteY45" fmla="*/ 9527 h 10000"/>
                <a:gd name="connsiteX46" fmla="*/ 3757 w 10000"/>
                <a:gd name="connsiteY46" fmla="*/ 9508 h 10000"/>
                <a:gd name="connsiteX47" fmla="*/ 3863 w 10000"/>
                <a:gd name="connsiteY47" fmla="*/ 9778 h 10000"/>
                <a:gd name="connsiteX48" fmla="*/ 4219 w 10000"/>
                <a:gd name="connsiteY48" fmla="*/ 9620 h 10000"/>
                <a:gd name="connsiteX49" fmla="*/ 4373 w 10000"/>
                <a:gd name="connsiteY49" fmla="*/ 9293 h 10000"/>
                <a:gd name="connsiteX50" fmla="*/ 5064 w 10000"/>
                <a:gd name="connsiteY50" fmla="*/ 9311 h 10000"/>
                <a:gd name="connsiteX51" fmla="*/ 5457 w 10000"/>
                <a:gd name="connsiteY51" fmla="*/ 8984 h 10000"/>
                <a:gd name="connsiteX52" fmla="*/ 5884 w 10000"/>
                <a:gd name="connsiteY52" fmla="*/ 8740 h 10000"/>
                <a:gd name="connsiteX53" fmla="*/ 6040 w 10000"/>
                <a:gd name="connsiteY53" fmla="*/ 8368 h 10000"/>
                <a:gd name="connsiteX54" fmla="*/ 6382 w 10000"/>
                <a:gd name="connsiteY54" fmla="*/ 7982 h 10000"/>
                <a:gd name="connsiteX55" fmla="*/ 6428 w 10000"/>
                <a:gd name="connsiteY55" fmla="*/ 8181 h 10000"/>
                <a:gd name="connsiteX56" fmla="*/ 6444 w 10000"/>
                <a:gd name="connsiteY56" fmla="*/ 8428 h 10000"/>
                <a:gd name="connsiteX57" fmla="*/ 6766 w 10000"/>
                <a:gd name="connsiteY57"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076 w 10000"/>
                <a:gd name="connsiteY41" fmla="*/ 8799 h 10000"/>
                <a:gd name="connsiteX42" fmla="*/ 2336 w 10000"/>
                <a:gd name="connsiteY42" fmla="*/ 8985 h 10000"/>
                <a:gd name="connsiteX43" fmla="*/ 2605 w 10000"/>
                <a:gd name="connsiteY43" fmla="*/ 9461 h 10000"/>
                <a:gd name="connsiteX44" fmla="*/ 2721 w 10000"/>
                <a:gd name="connsiteY44" fmla="*/ 9592 h 10000"/>
                <a:gd name="connsiteX45" fmla="*/ 2979 w 10000"/>
                <a:gd name="connsiteY45" fmla="*/ 9527 h 10000"/>
                <a:gd name="connsiteX46" fmla="*/ 3757 w 10000"/>
                <a:gd name="connsiteY46" fmla="*/ 9508 h 10000"/>
                <a:gd name="connsiteX47" fmla="*/ 3863 w 10000"/>
                <a:gd name="connsiteY47" fmla="*/ 9778 h 10000"/>
                <a:gd name="connsiteX48" fmla="*/ 4219 w 10000"/>
                <a:gd name="connsiteY48" fmla="*/ 9620 h 10000"/>
                <a:gd name="connsiteX49" fmla="*/ 4373 w 10000"/>
                <a:gd name="connsiteY49" fmla="*/ 9293 h 10000"/>
                <a:gd name="connsiteX50" fmla="*/ 5064 w 10000"/>
                <a:gd name="connsiteY50" fmla="*/ 9311 h 10000"/>
                <a:gd name="connsiteX51" fmla="*/ 5457 w 10000"/>
                <a:gd name="connsiteY51" fmla="*/ 8984 h 10000"/>
                <a:gd name="connsiteX52" fmla="*/ 5884 w 10000"/>
                <a:gd name="connsiteY52" fmla="*/ 8740 h 10000"/>
                <a:gd name="connsiteX53" fmla="*/ 6040 w 10000"/>
                <a:gd name="connsiteY53" fmla="*/ 8368 h 10000"/>
                <a:gd name="connsiteX54" fmla="*/ 6382 w 10000"/>
                <a:gd name="connsiteY54" fmla="*/ 7982 h 10000"/>
                <a:gd name="connsiteX55" fmla="*/ 6428 w 10000"/>
                <a:gd name="connsiteY55" fmla="*/ 8181 h 10000"/>
                <a:gd name="connsiteX56" fmla="*/ 6444 w 10000"/>
                <a:gd name="connsiteY56" fmla="*/ 8428 h 10000"/>
                <a:gd name="connsiteX57" fmla="*/ 6766 w 10000"/>
                <a:gd name="connsiteY57"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076 w 10000"/>
                <a:gd name="connsiteY41" fmla="*/ 8799 h 10000"/>
                <a:gd name="connsiteX42" fmla="*/ 2336 w 10000"/>
                <a:gd name="connsiteY42" fmla="*/ 8985 h 10000"/>
                <a:gd name="connsiteX43" fmla="*/ 2605 w 10000"/>
                <a:gd name="connsiteY43" fmla="*/ 9461 h 10000"/>
                <a:gd name="connsiteX44" fmla="*/ 2721 w 10000"/>
                <a:gd name="connsiteY44" fmla="*/ 9592 h 10000"/>
                <a:gd name="connsiteX45" fmla="*/ 2979 w 10000"/>
                <a:gd name="connsiteY45" fmla="*/ 9527 h 10000"/>
                <a:gd name="connsiteX46" fmla="*/ 3757 w 10000"/>
                <a:gd name="connsiteY46" fmla="*/ 9508 h 10000"/>
                <a:gd name="connsiteX47" fmla="*/ 3863 w 10000"/>
                <a:gd name="connsiteY47" fmla="*/ 9778 h 10000"/>
                <a:gd name="connsiteX48" fmla="*/ 4219 w 10000"/>
                <a:gd name="connsiteY48" fmla="*/ 9620 h 10000"/>
                <a:gd name="connsiteX49" fmla="*/ 4373 w 10000"/>
                <a:gd name="connsiteY49" fmla="*/ 9293 h 10000"/>
                <a:gd name="connsiteX50" fmla="*/ 5064 w 10000"/>
                <a:gd name="connsiteY50" fmla="*/ 9311 h 10000"/>
                <a:gd name="connsiteX51" fmla="*/ 5457 w 10000"/>
                <a:gd name="connsiteY51" fmla="*/ 8984 h 10000"/>
                <a:gd name="connsiteX52" fmla="*/ 5884 w 10000"/>
                <a:gd name="connsiteY52" fmla="*/ 8740 h 10000"/>
                <a:gd name="connsiteX53" fmla="*/ 6040 w 10000"/>
                <a:gd name="connsiteY53" fmla="*/ 8368 h 10000"/>
                <a:gd name="connsiteX54" fmla="*/ 6382 w 10000"/>
                <a:gd name="connsiteY54" fmla="*/ 7982 h 10000"/>
                <a:gd name="connsiteX55" fmla="*/ 6428 w 10000"/>
                <a:gd name="connsiteY55" fmla="*/ 8181 h 10000"/>
                <a:gd name="connsiteX56" fmla="*/ 6444 w 10000"/>
                <a:gd name="connsiteY56" fmla="*/ 8428 h 10000"/>
                <a:gd name="connsiteX57" fmla="*/ 6766 w 10000"/>
                <a:gd name="connsiteY57"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076 w 10000"/>
                <a:gd name="connsiteY41" fmla="*/ 8799 h 10000"/>
                <a:gd name="connsiteX42" fmla="*/ 2250 w 10000"/>
                <a:gd name="connsiteY42" fmla="*/ 9060 h 10000"/>
                <a:gd name="connsiteX43" fmla="*/ 2605 w 10000"/>
                <a:gd name="connsiteY43" fmla="*/ 9461 h 10000"/>
                <a:gd name="connsiteX44" fmla="*/ 2721 w 10000"/>
                <a:gd name="connsiteY44" fmla="*/ 9592 h 10000"/>
                <a:gd name="connsiteX45" fmla="*/ 2979 w 10000"/>
                <a:gd name="connsiteY45" fmla="*/ 9527 h 10000"/>
                <a:gd name="connsiteX46" fmla="*/ 3757 w 10000"/>
                <a:gd name="connsiteY46" fmla="*/ 9508 h 10000"/>
                <a:gd name="connsiteX47" fmla="*/ 3863 w 10000"/>
                <a:gd name="connsiteY47" fmla="*/ 9778 h 10000"/>
                <a:gd name="connsiteX48" fmla="*/ 4219 w 10000"/>
                <a:gd name="connsiteY48" fmla="*/ 9620 h 10000"/>
                <a:gd name="connsiteX49" fmla="*/ 4373 w 10000"/>
                <a:gd name="connsiteY49" fmla="*/ 9293 h 10000"/>
                <a:gd name="connsiteX50" fmla="*/ 5064 w 10000"/>
                <a:gd name="connsiteY50" fmla="*/ 9311 h 10000"/>
                <a:gd name="connsiteX51" fmla="*/ 5457 w 10000"/>
                <a:gd name="connsiteY51" fmla="*/ 8984 h 10000"/>
                <a:gd name="connsiteX52" fmla="*/ 5884 w 10000"/>
                <a:gd name="connsiteY52" fmla="*/ 8740 h 10000"/>
                <a:gd name="connsiteX53" fmla="*/ 6040 w 10000"/>
                <a:gd name="connsiteY53" fmla="*/ 8368 h 10000"/>
                <a:gd name="connsiteX54" fmla="*/ 6382 w 10000"/>
                <a:gd name="connsiteY54" fmla="*/ 7982 h 10000"/>
                <a:gd name="connsiteX55" fmla="*/ 6428 w 10000"/>
                <a:gd name="connsiteY55" fmla="*/ 8181 h 10000"/>
                <a:gd name="connsiteX56" fmla="*/ 6444 w 10000"/>
                <a:gd name="connsiteY56" fmla="*/ 8428 h 10000"/>
                <a:gd name="connsiteX57" fmla="*/ 6766 w 10000"/>
                <a:gd name="connsiteY57"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076 w 10000"/>
                <a:gd name="connsiteY41" fmla="*/ 8799 h 10000"/>
                <a:gd name="connsiteX42" fmla="*/ 2250 w 10000"/>
                <a:gd name="connsiteY42" fmla="*/ 9060 h 10000"/>
                <a:gd name="connsiteX43" fmla="*/ 2605 w 10000"/>
                <a:gd name="connsiteY43" fmla="*/ 9461 h 10000"/>
                <a:gd name="connsiteX44" fmla="*/ 2721 w 10000"/>
                <a:gd name="connsiteY44" fmla="*/ 9592 h 10000"/>
                <a:gd name="connsiteX45" fmla="*/ 2979 w 10000"/>
                <a:gd name="connsiteY45" fmla="*/ 9527 h 10000"/>
                <a:gd name="connsiteX46" fmla="*/ 3757 w 10000"/>
                <a:gd name="connsiteY46" fmla="*/ 9508 h 10000"/>
                <a:gd name="connsiteX47" fmla="*/ 3863 w 10000"/>
                <a:gd name="connsiteY47" fmla="*/ 9778 h 10000"/>
                <a:gd name="connsiteX48" fmla="*/ 4219 w 10000"/>
                <a:gd name="connsiteY48" fmla="*/ 9620 h 10000"/>
                <a:gd name="connsiteX49" fmla="*/ 4373 w 10000"/>
                <a:gd name="connsiteY49" fmla="*/ 9293 h 10000"/>
                <a:gd name="connsiteX50" fmla="*/ 5064 w 10000"/>
                <a:gd name="connsiteY50" fmla="*/ 9311 h 10000"/>
                <a:gd name="connsiteX51" fmla="*/ 5457 w 10000"/>
                <a:gd name="connsiteY51" fmla="*/ 8984 h 10000"/>
                <a:gd name="connsiteX52" fmla="*/ 5884 w 10000"/>
                <a:gd name="connsiteY52" fmla="*/ 8740 h 10000"/>
                <a:gd name="connsiteX53" fmla="*/ 6040 w 10000"/>
                <a:gd name="connsiteY53" fmla="*/ 8368 h 10000"/>
                <a:gd name="connsiteX54" fmla="*/ 6382 w 10000"/>
                <a:gd name="connsiteY54" fmla="*/ 7982 h 10000"/>
                <a:gd name="connsiteX55" fmla="*/ 6428 w 10000"/>
                <a:gd name="connsiteY55" fmla="*/ 8181 h 10000"/>
                <a:gd name="connsiteX56" fmla="*/ 6444 w 10000"/>
                <a:gd name="connsiteY56" fmla="*/ 8428 h 10000"/>
                <a:gd name="connsiteX57" fmla="*/ 6766 w 10000"/>
                <a:gd name="connsiteY57" fmla="*/ 9268 h 10000"/>
                <a:gd name="connsiteX0" fmla="*/ 7446 w 10000"/>
                <a:gd name="connsiteY0" fmla="*/ 9488 h 10000"/>
                <a:gd name="connsiteX1" fmla="*/ 7446 w 10000"/>
                <a:gd name="connsiteY1" fmla="*/ 8978 h 10000"/>
                <a:gd name="connsiteX2" fmla="*/ 7821 w 10000"/>
                <a:gd name="connsiteY2" fmla="*/ 8978 h 10000"/>
                <a:gd name="connsiteX3" fmla="*/ 8047 w 10000"/>
                <a:gd name="connsiteY3" fmla="*/ 8029 h 10000"/>
                <a:gd name="connsiteX4" fmla="*/ 8648 w 10000"/>
                <a:gd name="connsiteY4" fmla="*/ 7444 h 10000"/>
                <a:gd name="connsiteX5" fmla="*/ 8873 w 10000"/>
                <a:gd name="connsiteY5" fmla="*/ 6351 h 10000"/>
                <a:gd name="connsiteX6" fmla="*/ 8722 w 10000"/>
                <a:gd name="connsiteY6" fmla="*/ 5768 h 10000"/>
                <a:gd name="connsiteX7" fmla="*/ 9098 w 10000"/>
                <a:gd name="connsiteY7" fmla="*/ 4525 h 10000"/>
                <a:gd name="connsiteX8" fmla="*/ 9399 w 10000"/>
                <a:gd name="connsiteY8" fmla="*/ 4160 h 10000"/>
                <a:gd name="connsiteX9" fmla="*/ 10000 w 10000"/>
                <a:gd name="connsiteY9" fmla="*/ 3576 h 10000"/>
                <a:gd name="connsiteX10" fmla="*/ 9774 w 10000"/>
                <a:gd name="connsiteY10" fmla="*/ 3502 h 10000"/>
                <a:gd name="connsiteX11" fmla="*/ 9399 w 10000"/>
                <a:gd name="connsiteY11" fmla="*/ 3140 h 10000"/>
                <a:gd name="connsiteX12" fmla="*/ 9173 w 10000"/>
                <a:gd name="connsiteY12" fmla="*/ 2044 h 10000"/>
                <a:gd name="connsiteX13" fmla="*/ 9173 w 10000"/>
                <a:gd name="connsiteY13" fmla="*/ 1460 h 10000"/>
                <a:gd name="connsiteX14" fmla="*/ 9098 w 10000"/>
                <a:gd name="connsiteY14" fmla="*/ 729 h 10000"/>
                <a:gd name="connsiteX15" fmla="*/ 8873 w 10000"/>
                <a:gd name="connsiteY15" fmla="*/ 511 h 10000"/>
                <a:gd name="connsiteX16" fmla="*/ 8497 w 10000"/>
                <a:gd name="connsiteY16" fmla="*/ 219 h 10000"/>
                <a:gd name="connsiteX17" fmla="*/ 8272 w 10000"/>
                <a:gd name="connsiteY17" fmla="*/ 0 h 10000"/>
                <a:gd name="connsiteX18" fmla="*/ 7821 w 10000"/>
                <a:gd name="connsiteY18" fmla="*/ 293 h 10000"/>
                <a:gd name="connsiteX19" fmla="*/ 7370 w 10000"/>
                <a:gd name="connsiteY19" fmla="*/ 729 h 10000"/>
                <a:gd name="connsiteX20" fmla="*/ 6769 w 10000"/>
                <a:gd name="connsiteY20" fmla="*/ 729 h 10000"/>
                <a:gd name="connsiteX21" fmla="*/ 5717 w 10000"/>
                <a:gd name="connsiteY21" fmla="*/ 729 h 10000"/>
                <a:gd name="connsiteX22" fmla="*/ 5717 w 10000"/>
                <a:gd name="connsiteY22" fmla="*/ 658 h 10000"/>
                <a:gd name="connsiteX23" fmla="*/ 5643 w 10000"/>
                <a:gd name="connsiteY23" fmla="*/ 729 h 10000"/>
                <a:gd name="connsiteX24" fmla="*/ 1961 w 10000"/>
                <a:gd name="connsiteY24" fmla="*/ 729 h 10000"/>
                <a:gd name="connsiteX25" fmla="*/ 1961 w 10000"/>
                <a:gd name="connsiteY25" fmla="*/ 2263 h 10000"/>
                <a:gd name="connsiteX26" fmla="*/ 1285 w 10000"/>
                <a:gd name="connsiteY26" fmla="*/ 2263 h 10000"/>
                <a:gd name="connsiteX27" fmla="*/ 1285 w 10000"/>
                <a:gd name="connsiteY27" fmla="*/ 2556 h 10000"/>
                <a:gd name="connsiteX28" fmla="*/ 1285 w 10000"/>
                <a:gd name="connsiteY28" fmla="*/ 5179 h 10000"/>
                <a:gd name="connsiteX29" fmla="*/ 1135 w 10000"/>
                <a:gd name="connsiteY29" fmla="*/ 5327 h 10000"/>
                <a:gd name="connsiteX30" fmla="*/ 684 w 10000"/>
                <a:gd name="connsiteY30" fmla="*/ 5621 h 10000"/>
                <a:gd name="connsiteX31" fmla="*/ 609 w 10000"/>
                <a:gd name="connsiteY31" fmla="*/ 5986 h 10000"/>
                <a:gd name="connsiteX32" fmla="*/ 384 w 10000"/>
                <a:gd name="connsiteY32" fmla="*/ 6351 h 10000"/>
                <a:gd name="connsiteX33" fmla="*/ 234 w 10000"/>
                <a:gd name="connsiteY33" fmla="*/ 6935 h 10000"/>
                <a:gd name="connsiteX34" fmla="*/ 8 w 10000"/>
                <a:gd name="connsiteY34" fmla="*/ 7593 h 10000"/>
                <a:gd name="connsiteX35" fmla="*/ 384 w 10000"/>
                <a:gd name="connsiteY35" fmla="*/ 7664 h 10000"/>
                <a:gd name="connsiteX36" fmla="*/ 458 w 10000"/>
                <a:gd name="connsiteY36" fmla="*/ 8245 h 10000"/>
                <a:gd name="connsiteX37" fmla="*/ 684 w 10000"/>
                <a:gd name="connsiteY37" fmla="*/ 8831 h 10000"/>
                <a:gd name="connsiteX38" fmla="*/ 982 w 10000"/>
                <a:gd name="connsiteY38" fmla="*/ 9237 h 10000"/>
                <a:gd name="connsiteX39" fmla="*/ 1059 w 10000"/>
                <a:gd name="connsiteY39" fmla="*/ 10000 h 10000"/>
                <a:gd name="connsiteX40" fmla="*/ 1578 w 10000"/>
                <a:gd name="connsiteY40" fmla="*/ 9153 h 10000"/>
                <a:gd name="connsiteX41" fmla="*/ 2076 w 10000"/>
                <a:gd name="connsiteY41" fmla="*/ 8799 h 10000"/>
                <a:gd name="connsiteX42" fmla="*/ 2250 w 10000"/>
                <a:gd name="connsiteY42" fmla="*/ 9060 h 10000"/>
                <a:gd name="connsiteX43" fmla="*/ 2605 w 10000"/>
                <a:gd name="connsiteY43" fmla="*/ 9461 h 10000"/>
                <a:gd name="connsiteX44" fmla="*/ 2721 w 10000"/>
                <a:gd name="connsiteY44" fmla="*/ 9592 h 10000"/>
                <a:gd name="connsiteX45" fmla="*/ 2979 w 10000"/>
                <a:gd name="connsiteY45" fmla="*/ 9527 h 10000"/>
                <a:gd name="connsiteX46" fmla="*/ 3757 w 10000"/>
                <a:gd name="connsiteY46" fmla="*/ 9508 h 10000"/>
                <a:gd name="connsiteX47" fmla="*/ 3863 w 10000"/>
                <a:gd name="connsiteY47" fmla="*/ 9778 h 10000"/>
                <a:gd name="connsiteX48" fmla="*/ 4219 w 10000"/>
                <a:gd name="connsiteY48" fmla="*/ 9620 h 10000"/>
                <a:gd name="connsiteX49" fmla="*/ 4373 w 10000"/>
                <a:gd name="connsiteY49" fmla="*/ 9293 h 10000"/>
                <a:gd name="connsiteX50" fmla="*/ 5064 w 10000"/>
                <a:gd name="connsiteY50" fmla="*/ 9311 h 10000"/>
                <a:gd name="connsiteX51" fmla="*/ 5457 w 10000"/>
                <a:gd name="connsiteY51" fmla="*/ 8984 h 10000"/>
                <a:gd name="connsiteX52" fmla="*/ 5884 w 10000"/>
                <a:gd name="connsiteY52" fmla="*/ 8740 h 10000"/>
                <a:gd name="connsiteX53" fmla="*/ 6040 w 10000"/>
                <a:gd name="connsiteY53" fmla="*/ 8368 h 10000"/>
                <a:gd name="connsiteX54" fmla="*/ 6382 w 10000"/>
                <a:gd name="connsiteY54" fmla="*/ 7982 h 10000"/>
                <a:gd name="connsiteX55" fmla="*/ 6428 w 10000"/>
                <a:gd name="connsiteY55" fmla="*/ 8181 h 10000"/>
                <a:gd name="connsiteX56" fmla="*/ 6444 w 10000"/>
                <a:gd name="connsiteY56" fmla="*/ 8428 h 10000"/>
                <a:gd name="connsiteX57" fmla="*/ 6766 w 10000"/>
                <a:gd name="connsiteY57" fmla="*/ 9268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0000" h="10000">
                  <a:moveTo>
                    <a:pt x="7446" y="9488"/>
                  </a:moveTo>
                  <a:cubicBezTo>
                    <a:pt x="7596" y="9168"/>
                    <a:pt x="7370" y="9271"/>
                    <a:pt x="7446" y="8978"/>
                  </a:cubicBezTo>
                  <a:cubicBezTo>
                    <a:pt x="7671" y="8613"/>
                    <a:pt x="7671" y="9051"/>
                    <a:pt x="7821" y="8978"/>
                  </a:cubicBezTo>
                  <a:cubicBezTo>
                    <a:pt x="7896" y="8831"/>
                    <a:pt x="7821" y="8245"/>
                    <a:pt x="8047" y="8029"/>
                  </a:cubicBezTo>
                  <a:cubicBezTo>
                    <a:pt x="8272" y="7956"/>
                    <a:pt x="8197" y="7444"/>
                    <a:pt x="8648" y="7444"/>
                  </a:cubicBezTo>
                  <a:cubicBezTo>
                    <a:pt x="8497" y="7153"/>
                    <a:pt x="8722" y="7006"/>
                    <a:pt x="8873" y="6351"/>
                  </a:cubicBezTo>
                  <a:cubicBezTo>
                    <a:pt x="8873" y="6131"/>
                    <a:pt x="8648" y="5912"/>
                    <a:pt x="8722" y="5768"/>
                  </a:cubicBezTo>
                  <a:cubicBezTo>
                    <a:pt x="8873" y="5547"/>
                    <a:pt x="9098" y="5179"/>
                    <a:pt x="9098" y="4525"/>
                  </a:cubicBezTo>
                  <a:cubicBezTo>
                    <a:pt x="8948" y="4086"/>
                    <a:pt x="9173" y="4599"/>
                    <a:pt x="9399" y="4160"/>
                  </a:cubicBezTo>
                  <a:cubicBezTo>
                    <a:pt x="9549" y="3942"/>
                    <a:pt x="9774" y="4306"/>
                    <a:pt x="10000" y="3576"/>
                  </a:cubicBezTo>
                  <a:cubicBezTo>
                    <a:pt x="10000" y="3502"/>
                    <a:pt x="9850" y="3357"/>
                    <a:pt x="9774" y="3502"/>
                  </a:cubicBezTo>
                  <a:cubicBezTo>
                    <a:pt x="9624" y="3502"/>
                    <a:pt x="9624" y="3140"/>
                    <a:pt x="9399" y="3140"/>
                  </a:cubicBezTo>
                  <a:cubicBezTo>
                    <a:pt x="9323" y="3285"/>
                    <a:pt x="9098" y="2117"/>
                    <a:pt x="9173" y="2044"/>
                  </a:cubicBezTo>
                  <a:cubicBezTo>
                    <a:pt x="9323" y="1678"/>
                    <a:pt x="8948" y="1460"/>
                    <a:pt x="9173" y="1460"/>
                  </a:cubicBezTo>
                  <a:cubicBezTo>
                    <a:pt x="9399" y="1533"/>
                    <a:pt x="9098" y="1311"/>
                    <a:pt x="9098" y="729"/>
                  </a:cubicBezTo>
                  <a:cubicBezTo>
                    <a:pt x="8948" y="658"/>
                    <a:pt x="8948" y="511"/>
                    <a:pt x="8873" y="511"/>
                  </a:cubicBezTo>
                  <a:cubicBezTo>
                    <a:pt x="8648" y="511"/>
                    <a:pt x="8722" y="219"/>
                    <a:pt x="8497" y="219"/>
                  </a:cubicBezTo>
                  <a:cubicBezTo>
                    <a:pt x="8422" y="219"/>
                    <a:pt x="8272" y="74"/>
                    <a:pt x="8272" y="0"/>
                  </a:cubicBezTo>
                  <a:cubicBezTo>
                    <a:pt x="8047" y="293"/>
                    <a:pt x="7896" y="0"/>
                    <a:pt x="7821" y="293"/>
                  </a:cubicBezTo>
                  <a:cubicBezTo>
                    <a:pt x="7671" y="658"/>
                    <a:pt x="7446" y="511"/>
                    <a:pt x="7370" y="729"/>
                  </a:cubicBezTo>
                  <a:cubicBezTo>
                    <a:pt x="7220" y="1021"/>
                    <a:pt x="6995" y="1094"/>
                    <a:pt x="6769" y="729"/>
                  </a:cubicBezTo>
                  <a:lnTo>
                    <a:pt x="5717" y="729"/>
                  </a:lnTo>
                  <a:lnTo>
                    <a:pt x="5717" y="658"/>
                  </a:lnTo>
                  <a:cubicBezTo>
                    <a:pt x="5692" y="681"/>
                    <a:pt x="5668" y="707"/>
                    <a:pt x="5643" y="729"/>
                  </a:cubicBezTo>
                  <a:lnTo>
                    <a:pt x="1961" y="729"/>
                  </a:lnTo>
                  <a:lnTo>
                    <a:pt x="1961" y="2263"/>
                  </a:lnTo>
                  <a:lnTo>
                    <a:pt x="1285" y="2263"/>
                  </a:lnTo>
                  <a:lnTo>
                    <a:pt x="1285" y="2556"/>
                  </a:lnTo>
                  <a:lnTo>
                    <a:pt x="1285" y="5179"/>
                  </a:lnTo>
                  <a:lnTo>
                    <a:pt x="1135" y="5327"/>
                  </a:lnTo>
                  <a:cubicBezTo>
                    <a:pt x="909" y="5327"/>
                    <a:pt x="684" y="5327"/>
                    <a:pt x="684" y="5621"/>
                  </a:cubicBezTo>
                  <a:cubicBezTo>
                    <a:pt x="684" y="5986"/>
                    <a:pt x="458" y="5768"/>
                    <a:pt x="609" y="5986"/>
                  </a:cubicBezTo>
                  <a:cubicBezTo>
                    <a:pt x="609" y="6351"/>
                    <a:pt x="234" y="5986"/>
                    <a:pt x="384" y="6351"/>
                  </a:cubicBezTo>
                  <a:cubicBezTo>
                    <a:pt x="609" y="6642"/>
                    <a:pt x="8" y="6568"/>
                    <a:pt x="234" y="6935"/>
                  </a:cubicBezTo>
                  <a:cubicBezTo>
                    <a:pt x="458" y="7225"/>
                    <a:pt x="-67" y="7225"/>
                    <a:pt x="8" y="7593"/>
                  </a:cubicBezTo>
                  <a:cubicBezTo>
                    <a:pt x="158" y="7664"/>
                    <a:pt x="384" y="7371"/>
                    <a:pt x="384" y="7664"/>
                  </a:cubicBezTo>
                  <a:cubicBezTo>
                    <a:pt x="384" y="8029"/>
                    <a:pt x="458" y="7956"/>
                    <a:pt x="458" y="8245"/>
                  </a:cubicBezTo>
                  <a:cubicBezTo>
                    <a:pt x="458" y="8613"/>
                    <a:pt x="835" y="8392"/>
                    <a:pt x="684" y="8831"/>
                  </a:cubicBezTo>
                  <a:cubicBezTo>
                    <a:pt x="765" y="8992"/>
                    <a:pt x="920" y="9042"/>
                    <a:pt x="982" y="9237"/>
                  </a:cubicBezTo>
                  <a:cubicBezTo>
                    <a:pt x="1044" y="9432"/>
                    <a:pt x="1186" y="9449"/>
                    <a:pt x="1059" y="10000"/>
                  </a:cubicBezTo>
                  <a:cubicBezTo>
                    <a:pt x="1163" y="9440"/>
                    <a:pt x="1836" y="9946"/>
                    <a:pt x="1578" y="9153"/>
                  </a:cubicBezTo>
                  <a:cubicBezTo>
                    <a:pt x="1379" y="8778"/>
                    <a:pt x="2034" y="8798"/>
                    <a:pt x="2076" y="8799"/>
                  </a:cubicBezTo>
                  <a:cubicBezTo>
                    <a:pt x="2250" y="8835"/>
                    <a:pt x="2175" y="8947"/>
                    <a:pt x="2250" y="9060"/>
                  </a:cubicBezTo>
                  <a:cubicBezTo>
                    <a:pt x="2287" y="9201"/>
                    <a:pt x="2570" y="9088"/>
                    <a:pt x="2605" y="9461"/>
                  </a:cubicBezTo>
                  <a:cubicBezTo>
                    <a:pt x="2688" y="9582"/>
                    <a:pt x="2654" y="9583"/>
                    <a:pt x="2721" y="9592"/>
                  </a:cubicBezTo>
                  <a:cubicBezTo>
                    <a:pt x="2788" y="9601"/>
                    <a:pt x="2834" y="9598"/>
                    <a:pt x="2979" y="9527"/>
                  </a:cubicBezTo>
                  <a:cubicBezTo>
                    <a:pt x="3195" y="9495"/>
                    <a:pt x="3447" y="9466"/>
                    <a:pt x="3757" y="9508"/>
                  </a:cubicBezTo>
                  <a:cubicBezTo>
                    <a:pt x="3870" y="9662"/>
                    <a:pt x="3740" y="9750"/>
                    <a:pt x="3863" y="9778"/>
                  </a:cubicBezTo>
                  <a:cubicBezTo>
                    <a:pt x="3938" y="9834"/>
                    <a:pt x="4239" y="9749"/>
                    <a:pt x="4219" y="9620"/>
                  </a:cubicBezTo>
                  <a:cubicBezTo>
                    <a:pt x="4362" y="9594"/>
                    <a:pt x="4191" y="9348"/>
                    <a:pt x="4373" y="9293"/>
                  </a:cubicBezTo>
                  <a:cubicBezTo>
                    <a:pt x="4851" y="9186"/>
                    <a:pt x="4698" y="9336"/>
                    <a:pt x="5064" y="9311"/>
                  </a:cubicBezTo>
                  <a:cubicBezTo>
                    <a:pt x="5266" y="9314"/>
                    <a:pt x="5218" y="8965"/>
                    <a:pt x="5457" y="8984"/>
                  </a:cubicBezTo>
                  <a:cubicBezTo>
                    <a:pt x="5797" y="9049"/>
                    <a:pt x="6015" y="9089"/>
                    <a:pt x="5884" y="8740"/>
                  </a:cubicBezTo>
                  <a:cubicBezTo>
                    <a:pt x="5964" y="8593"/>
                    <a:pt x="6043" y="8363"/>
                    <a:pt x="6040" y="8368"/>
                  </a:cubicBezTo>
                  <a:cubicBezTo>
                    <a:pt x="6032" y="8083"/>
                    <a:pt x="6101" y="8080"/>
                    <a:pt x="6382" y="7982"/>
                  </a:cubicBezTo>
                  <a:cubicBezTo>
                    <a:pt x="6464" y="8031"/>
                    <a:pt x="6373" y="8102"/>
                    <a:pt x="6428" y="8181"/>
                  </a:cubicBezTo>
                  <a:cubicBezTo>
                    <a:pt x="6437" y="8304"/>
                    <a:pt x="6435" y="8305"/>
                    <a:pt x="6444" y="8428"/>
                  </a:cubicBezTo>
                  <a:cubicBezTo>
                    <a:pt x="6530" y="9042"/>
                    <a:pt x="6771" y="9273"/>
                    <a:pt x="6766" y="9268"/>
                  </a:cubicBezTo>
                </a:path>
              </a:pathLst>
            </a:custGeom>
            <a:grpFill/>
            <a:ln w="3175" cmpd="sng">
              <a:solidFill>
                <a:schemeClr val="bg2"/>
              </a:solidFill>
              <a:round/>
              <a:headEnd/>
              <a:tailEnd/>
            </a:ln>
          </p:spPr>
          <p:txBody>
            <a:bodyPr/>
            <a:lstStyle/>
            <a:p>
              <a:pPr marL="0" marR="0" lvl="0" indent="0" algn="l" defTabSz="924073" rtl="0" eaLnBrk="1" fontAlgn="auto" latinLnBrk="0" hangingPunct="1">
                <a:lnSpc>
                  <a:spcPct val="100000"/>
                </a:lnSpc>
                <a:spcBef>
                  <a:spcPts val="0"/>
                </a:spcBef>
                <a:spcAft>
                  <a:spcPts val="0"/>
                </a:spcAft>
                <a:buClrTx/>
                <a:buSzTx/>
                <a:buFontTx/>
                <a:buNone/>
                <a:tabLst/>
                <a:defRPr/>
              </a:pPr>
              <a:endParaRPr kumimoji="0" lang="en-GB" sz="1814" b="0" i="0" u="none" strike="noStrike" kern="1200" cap="none" spc="0" normalizeH="0" baseline="0" noProof="0" dirty="0">
                <a:ln>
                  <a:noFill/>
                </a:ln>
                <a:solidFill>
                  <a:srgbClr val="000000"/>
                </a:solidFill>
                <a:effectLst/>
                <a:uLnTx/>
                <a:uFillTx/>
                <a:cs typeface="+mn-ea"/>
                <a:sym typeface="+mn-lt"/>
              </a:endParaRPr>
            </a:p>
          </p:txBody>
        </p:sp>
      </p:grpSp>
      <p:sp>
        <p:nvSpPr>
          <p:cNvPr id="317" name="placeholder_125805">
            <a:extLst>
              <a:ext uri="{FF2B5EF4-FFF2-40B4-BE49-F238E27FC236}">
                <a16:creationId xmlns:a16="http://schemas.microsoft.com/office/drawing/2014/main" id="{1B0A10B6-C7AF-9F11-59EB-1E452F3DB2C7}"/>
              </a:ext>
            </a:extLst>
          </p:cNvPr>
          <p:cNvSpPr/>
          <p:nvPr/>
        </p:nvSpPr>
        <p:spPr>
          <a:xfrm>
            <a:off x="5178394" y="4048843"/>
            <a:ext cx="135129" cy="130005"/>
          </a:xfrm>
          <a:custGeom>
            <a:avLst/>
            <a:gdLst>
              <a:gd name="connsiteX0" fmla="*/ 136674 w 606727"/>
              <a:gd name="connsiteY0" fmla="*/ 382197 h 600174"/>
              <a:gd name="connsiteX1" fmla="*/ 263034 w 606727"/>
              <a:gd name="connsiteY1" fmla="*/ 515368 h 600174"/>
              <a:gd name="connsiteX2" fmla="*/ 303484 w 606727"/>
              <a:gd name="connsiteY2" fmla="*/ 529983 h 600174"/>
              <a:gd name="connsiteX3" fmla="*/ 343935 w 606727"/>
              <a:gd name="connsiteY3" fmla="*/ 515368 h 600174"/>
              <a:gd name="connsiteX4" fmla="*/ 470295 w 606727"/>
              <a:gd name="connsiteY4" fmla="*/ 382197 h 600174"/>
              <a:gd name="connsiteX5" fmla="*/ 521918 w 606727"/>
              <a:gd name="connsiteY5" fmla="*/ 404889 h 600174"/>
              <a:gd name="connsiteX6" fmla="*/ 602241 w 606727"/>
              <a:gd name="connsiteY6" fmla="*/ 547483 h 600174"/>
              <a:gd name="connsiteX7" fmla="*/ 594151 w 606727"/>
              <a:gd name="connsiteY7" fmla="*/ 591809 h 600174"/>
              <a:gd name="connsiteX8" fmla="*/ 571422 w 606727"/>
              <a:gd name="connsiteY8" fmla="*/ 600174 h 600174"/>
              <a:gd name="connsiteX9" fmla="*/ 448914 w 606727"/>
              <a:gd name="connsiteY9" fmla="*/ 600174 h 600174"/>
              <a:gd name="connsiteX10" fmla="*/ 158055 w 606727"/>
              <a:gd name="connsiteY10" fmla="*/ 600174 h 600174"/>
              <a:gd name="connsiteX11" fmla="*/ 35547 w 606727"/>
              <a:gd name="connsiteY11" fmla="*/ 600174 h 600174"/>
              <a:gd name="connsiteX12" fmla="*/ 12625 w 606727"/>
              <a:gd name="connsiteY12" fmla="*/ 591809 h 600174"/>
              <a:gd name="connsiteX13" fmla="*/ 4535 w 606727"/>
              <a:gd name="connsiteY13" fmla="*/ 547483 h 600174"/>
              <a:gd name="connsiteX14" fmla="*/ 85051 w 606727"/>
              <a:gd name="connsiteY14" fmla="*/ 404889 h 600174"/>
              <a:gd name="connsiteX15" fmla="*/ 136674 w 606727"/>
              <a:gd name="connsiteY15" fmla="*/ 382197 h 600174"/>
              <a:gd name="connsiteX16" fmla="*/ 303354 w 606727"/>
              <a:gd name="connsiteY16" fmla="*/ 121740 h 600174"/>
              <a:gd name="connsiteX17" fmla="*/ 321065 w 606727"/>
              <a:gd name="connsiteY17" fmla="*/ 139153 h 600174"/>
              <a:gd name="connsiteX18" fmla="*/ 303451 w 606727"/>
              <a:gd name="connsiteY18" fmla="*/ 156759 h 600174"/>
              <a:gd name="connsiteX19" fmla="*/ 265238 w 606727"/>
              <a:gd name="connsiteY19" fmla="*/ 194952 h 600174"/>
              <a:gd name="connsiteX20" fmla="*/ 247624 w 606727"/>
              <a:gd name="connsiteY20" fmla="*/ 212558 h 600174"/>
              <a:gd name="connsiteX21" fmla="*/ 230106 w 606727"/>
              <a:gd name="connsiteY21" fmla="*/ 194952 h 600174"/>
              <a:gd name="connsiteX22" fmla="*/ 303354 w 606727"/>
              <a:gd name="connsiteY22" fmla="*/ 121740 h 600174"/>
              <a:gd name="connsiteX23" fmla="*/ 303376 w 606727"/>
              <a:gd name="connsiteY23" fmla="*/ 77632 h 600174"/>
              <a:gd name="connsiteX24" fmla="*/ 185870 w 606727"/>
              <a:gd name="connsiteY24" fmla="*/ 194955 h 600174"/>
              <a:gd name="connsiteX25" fmla="*/ 303376 w 606727"/>
              <a:gd name="connsiteY25" fmla="*/ 312278 h 600174"/>
              <a:gd name="connsiteX26" fmla="*/ 420882 w 606727"/>
              <a:gd name="connsiteY26" fmla="*/ 194955 h 600174"/>
              <a:gd name="connsiteX27" fmla="*/ 303376 w 606727"/>
              <a:gd name="connsiteY27" fmla="*/ 77632 h 600174"/>
              <a:gd name="connsiteX28" fmla="*/ 296441 w 606727"/>
              <a:gd name="connsiteY28" fmla="*/ 122 h 600174"/>
              <a:gd name="connsiteX29" fmla="*/ 496490 w 606727"/>
              <a:gd name="connsiteY29" fmla="*/ 192839 h 600174"/>
              <a:gd name="connsiteX30" fmla="*/ 492926 w 606727"/>
              <a:gd name="connsiteY30" fmla="*/ 229478 h 600174"/>
              <a:gd name="connsiteX31" fmla="*/ 491674 w 606727"/>
              <a:gd name="connsiteY31" fmla="*/ 235537 h 600174"/>
              <a:gd name="connsiteX32" fmla="*/ 478671 w 606727"/>
              <a:gd name="connsiteY32" fmla="*/ 273715 h 600174"/>
              <a:gd name="connsiteX33" fmla="*/ 314067 w 606727"/>
              <a:gd name="connsiteY33" fmla="*/ 479607 h 600174"/>
              <a:gd name="connsiteX34" fmla="*/ 292588 w 606727"/>
              <a:gd name="connsiteY34" fmla="*/ 479607 h 600174"/>
              <a:gd name="connsiteX35" fmla="*/ 127983 w 606727"/>
              <a:gd name="connsiteY35" fmla="*/ 273715 h 600174"/>
              <a:gd name="connsiteX36" fmla="*/ 114981 w 606727"/>
              <a:gd name="connsiteY36" fmla="*/ 235537 h 600174"/>
              <a:gd name="connsiteX37" fmla="*/ 113729 w 606727"/>
              <a:gd name="connsiteY37" fmla="*/ 229478 h 600174"/>
              <a:gd name="connsiteX38" fmla="*/ 111128 w 606727"/>
              <a:gd name="connsiteY38" fmla="*/ 174087 h 600174"/>
              <a:gd name="connsiteX39" fmla="*/ 296441 w 606727"/>
              <a:gd name="connsiteY39" fmla="*/ 122 h 6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727" h="600174">
                <a:moveTo>
                  <a:pt x="136674" y="382197"/>
                </a:moveTo>
                <a:cubicBezTo>
                  <a:pt x="165567" y="422581"/>
                  <a:pt x="206210" y="468253"/>
                  <a:pt x="263034" y="515368"/>
                </a:cubicBezTo>
                <a:cubicBezTo>
                  <a:pt x="274398" y="524887"/>
                  <a:pt x="288749" y="529983"/>
                  <a:pt x="303484" y="529983"/>
                </a:cubicBezTo>
                <a:cubicBezTo>
                  <a:pt x="318316" y="529983"/>
                  <a:pt x="332667" y="524791"/>
                  <a:pt x="343935" y="515368"/>
                </a:cubicBezTo>
                <a:cubicBezTo>
                  <a:pt x="400855" y="468253"/>
                  <a:pt x="441402" y="422581"/>
                  <a:pt x="470295" y="382197"/>
                </a:cubicBezTo>
                <a:cubicBezTo>
                  <a:pt x="493699" y="382485"/>
                  <a:pt x="514406" y="391428"/>
                  <a:pt x="521918" y="404889"/>
                </a:cubicBezTo>
                <a:lnTo>
                  <a:pt x="602241" y="547483"/>
                </a:lnTo>
                <a:cubicBezTo>
                  <a:pt x="610524" y="562194"/>
                  <a:pt x="607057" y="580944"/>
                  <a:pt x="594151" y="591809"/>
                </a:cubicBezTo>
                <a:cubicBezTo>
                  <a:pt x="587698" y="597193"/>
                  <a:pt x="579608" y="600174"/>
                  <a:pt x="571422" y="600174"/>
                </a:cubicBezTo>
                <a:lnTo>
                  <a:pt x="448914" y="600174"/>
                </a:lnTo>
                <a:lnTo>
                  <a:pt x="158055" y="600174"/>
                </a:lnTo>
                <a:lnTo>
                  <a:pt x="35547" y="600174"/>
                </a:lnTo>
                <a:cubicBezTo>
                  <a:pt x="27168" y="600174"/>
                  <a:pt x="19078" y="597193"/>
                  <a:pt x="12625" y="591809"/>
                </a:cubicBezTo>
                <a:cubicBezTo>
                  <a:pt x="-473" y="580944"/>
                  <a:pt x="-3748" y="562194"/>
                  <a:pt x="4535" y="547483"/>
                </a:cubicBezTo>
                <a:lnTo>
                  <a:pt x="85051" y="404889"/>
                </a:lnTo>
                <a:cubicBezTo>
                  <a:pt x="92563" y="391428"/>
                  <a:pt x="113366" y="382485"/>
                  <a:pt x="136674" y="382197"/>
                </a:cubicBezTo>
                <a:close/>
                <a:moveTo>
                  <a:pt x="303354" y="121740"/>
                </a:moveTo>
                <a:cubicBezTo>
                  <a:pt x="312980" y="121740"/>
                  <a:pt x="320969" y="129533"/>
                  <a:pt x="321065" y="139153"/>
                </a:cubicBezTo>
                <a:cubicBezTo>
                  <a:pt x="321065" y="148966"/>
                  <a:pt x="313076" y="156759"/>
                  <a:pt x="303451" y="156759"/>
                </a:cubicBezTo>
                <a:cubicBezTo>
                  <a:pt x="282468" y="156759"/>
                  <a:pt x="265238" y="173980"/>
                  <a:pt x="265238" y="194952"/>
                </a:cubicBezTo>
                <a:cubicBezTo>
                  <a:pt x="265238" y="204765"/>
                  <a:pt x="257249" y="212558"/>
                  <a:pt x="247624" y="212558"/>
                </a:cubicBezTo>
                <a:cubicBezTo>
                  <a:pt x="237902" y="212558"/>
                  <a:pt x="230106" y="204573"/>
                  <a:pt x="230106" y="194952"/>
                </a:cubicBezTo>
                <a:cubicBezTo>
                  <a:pt x="230106" y="154546"/>
                  <a:pt x="262928" y="121740"/>
                  <a:pt x="303354" y="121740"/>
                </a:cubicBezTo>
                <a:close/>
                <a:moveTo>
                  <a:pt x="303376" y="77632"/>
                </a:moveTo>
                <a:cubicBezTo>
                  <a:pt x="238555" y="77632"/>
                  <a:pt x="185870" y="130235"/>
                  <a:pt x="185870" y="194955"/>
                </a:cubicBezTo>
                <a:cubicBezTo>
                  <a:pt x="185870" y="259771"/>
                  <a:pt x="238555" y="312278"/>
                  <a:pt x="303376" y="312278"/>
                </a:cubicBezTo>
                <a:cubicBezTo>
                  <a:pt x="368197" y="312278"/>
                  <a:pt x="420882" y="259771"/>
                  <a:pt x="420882" y="194955"/>
                </a:cubicBezTo>
                <a:cubicBezTo>
                  <a:pt x="420882" y="130235"/>
                  <a:pt x="368197" y="77632"/>
                  <a:pt x="303376" y="77632"/>
                </a:cubicBezTo>
                <a:close/>
                <a:moveTo>
                  <a:pt x="296441" y="122"/>
                </a:moveTo>
                <a:cubicBezTo>
                  <a:pt x="406242" y="-3725"/>
                  <a:pt x="496490" y="83979"/>
                  <a:pt x="496490" y="192839"/>
                </a:cubicBezTo>
                <a:cubicBezTo>
                  <a:pt x="496490" y="205244"/>
                  <a:pt x="495334" y="217554"/>
                  <a:pt x="492926" y="229478"/>
                </a:cubicBezTo>
                <a:cubicBezTo>
                  <a:pt x="492926" y="229478"/>
                  <a:pt x="492541" y="231498"/>
                  <a:pt x="491674" y="235537"/>
                </a:cubicBezTo>
                <a:cubicBezTo>
                  <a:pt x="488688" y="248808"/>
                  <a:pt x="484354" y="261502"/>
                  <a:pt x="478671" y="273715"/>
                </a:cubicBezTo>
                <a:cubicBezTo>
                  <a:pt x="459312" y="319779"/>
                  <a:pt x="414428" y="396327"/>
                  <a:pt x="314067" y="479607"/>
                </a:cubicBezTo>
                <a:cubicBezTo>
                  <a:pt x="307902" y="484800"/>
                  <a:pt x="298752" y="484800"/>
                  <a:pt x="292588" y="479607"/>
                </a:cubicBezTo>
                <a:cubicBezTo>
                  <a:pt x="192130" y="396327"/>
                  <a:pt x="147343" y="319586"/>
                  <a:pt x="127983" y="273715"/>
                </a:cubicBezTo>
                <a:cubicBezTo>
                  <a:pt x="122397" y="261694"/>
                  <a:pt x="117966" y="248808"/>
                  <a:pt x="114981" y="235537"/>
                </a:cubicBezTo>
                <a:cubicBezTo>
                  <a:pt x="114114" y="231498"/>
                  <a:pt x="113729" y="229478"/>
                  <a:pt x="113729" y="229478"/>
                </a:cubicBezTo>
                <a:cubicBezTo>
                  <a:pt x="110357" y="211784"/>
                  <a:pt x="109298" y="193224"/>
                  <a:pt x="111128" y="174087"/>
                </a:cubicBezTo>
                <a:cubicBezTo>
                  <a:pt x="120278" y="78401"/>
                  <a:pt x="200221" y="3391"/>
                  <a:pt x="296441" y="122"/>
                </a:cubicBezTo>
                <a:close/>
              </a:path>
            </a:pathLst>
          </a:custGeom>
          <a:solidFill>
            <a:srgbClr val="3F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470" rtl="0" eaLnBrk="1" fontAlgn="auto" latinLnBrk="0" hangingPunct="0">
              <a:lnSpc>
                <a:spcPct val="100000"/>
              </a:lnSpc>
              <a:spcBef>
                <a:spcPts val="0"/>
              </a:spcBef>
              <a:spcAft>
                <a:spcPts val="0"/>
              </a:spcAft>
              <a:buClrTx/>
              <a:buSzTx/>
              <a:buFontTx/>
              <a:buNone/>
              <a:tabLst/>
              <a:defRPr/>
            </a:pPr>
            <a:endParaRPr kumimoji="0" lang="en-US" sz="1950" b="0" i="0" u="none" strike="noStrike" kern="0" cap="none" spc="0" normalizeH="0" baseline="0" noProof="0">
              <a:ln>
                <a:noFill/>
              </a:ln>
              <a:solidFill>
                <a:prstClr val="white"/>
              </a:solidFill>
              <a:effectLst/>
              <a:uLnTx/>
              <a:uFillTx/>
              <a:cs typeface="+mn-ea"/>
              <a:sym typeface="+mn-lt"/>
            </a:endParaRPr>
          </a:p>
        </p:txBody>
      </p:sp>
      <p:sp>
        <p:nvSpPr>
          <p:cNvPr id="321" name="placeholder_125805">
            <a:extLst>
              <a:ext uri="{FF2B5EF4-FFF2-40B4-BE49-F238E27FC236}">
                <a16:creationId xmlns:a16="http://schemas.microsoft.com/office/drawing/2014/main" id="{07CFCF10-8225-74EC-ABDA-13FCAE384717}"/>
              </a:ext>
            </a:extLst>
          </p:cNvPr>
          <p:cNvSpPr/>
          <p:nvPr/>
        </p:nvSpPr>
        <p:spPr>
          <a:xfrm>
            <a:off x="5481565" y="3787948"/>
            <a:ext cx="135129" cy="130005"/>
          </a:xfrm>
          <a:custGeom>
            <a:avLst/>
            <a:gdLst>
              <a:gd name="connsiteX0" fmla="*/ 136674 w 606727"/>
              <a:gd name="connsiteY0" fmla="*/ 382197 h 600174"/>
              <a:gd name="connsiteX1" fmla="*/ 263034 w 606727"/>
              <a:gd name="connsiteY1" fmla="*/ 515368 h 600174"/>
              <a:gd name="connsiteX2" fmla="*/ 303484 w 606727"/>
              <a:gd name="connsiteY2" fmla="*/ 529983 h 600174"/>
              <a:gd name="connsiteX3" fmla="*/ 343935 w 606727"/>
              <a:gd name="connsiteY3" fmla="*/ 515368 h 600174"/>
              <a:gd name="connsiteX4" fmla="*/ 470295 w 606727"/>
              <a:gd name="connsiteY4" fmla="*/ 382197 h 600174"/>
              <a:gd name="connsiteX5" fmla="*/ 521918 w 606727"/>
              <a:gd name="connsiteY5" fmla="*/ 404889 h 600174"/>
              <a:gd name="connsiteX6" fmla="*/ 602241 w 606727"/>
              <a:gd name="connsiteY6" fmla="*/ 547483 h 600174"/>
              <a:gd name="connsiteX7" fmla="*/ 594151 w 606727"/>
              <a:gd name="connsiteY7" fmla="*/ 591809 h 600174"/>
              <a:gd name="connsiteX8" fmla="*/ 571422 w 606727"/>
              <a:gd name="connsiteY8" fmla="*/ 600174 h 600174"/>
              <a:gd name="connsiteX9" fmla="*/ 448914 w 606727"/>
              <a:gd name="connsiteY9" fmla="*/ 600174 h 600174"/>
              <a:gd name="connsiteX10" fmla="*/ 158055 w 606727"/>
              <a:gd name="connsiteY10" fmla="*/ 600174 h 600174"/>
              <a:gd name="connsiteX11" fmla="*/ 35547 w 606727"/>
              <a:gd name="connsiteY11" fmla="*/ 600174 h 600174"/>
              <a:gd name="connsiteX12" fmla="*/ 12625 w 606727"/>
              <a:gd name="connsiteY12" fmla="*/ 591809 h 600174"/>
              <a:gd name="connsiteX13" fmla="*/ 4535 w 606727"/>
              <a:gd name="connsiteY13" fmla="*/ 547483 h 600174"/>
              <a:gd name="connsiteX14" fmla="*/ 85051 w 606727"/>
              <a:gd name="connsiteY14" fmla="*/ 404889 h 600174"/>
              <a:gd name="connsiteX15" fmla="*/ 136674 w 606727"/>
              <a:gd name="connsiteY15" fmla="*/ 382197 h 600174"/>
              <a:gd name="connsiteX16" fmla="*/ 303354 w 606727"/>
              <a:gd name="connsiteY16" fmla="*/ 121740 h 600174"/>
              <a:gd name="connsiteX17" fmla="*/ 321065 w 606727"/>
              <a:gd name="connsiteY17" fmla="*/ 139153 h 600174"/>
              <a:gd name="connsiteX18" fmla="*/ 303451 w 606727"/>
              <a:gd name="connsiteY18" fmla="*/ 156759 h 600174"/>
              <a:gd name="connsiteX19" fmla="*/ 265238 w 606727"/>
              <a:gd name="connsiteY19" fmla="*/ 194952 h 600174"/>
              <a:gd name="connsiteX20" fmla="*/ 247624 w 606727"/>
              <a:gd name="connsiteY20" fmla="*/ 212558 h 600174"/>
              <a:gd name="connsiteX21" fmla="*/ 230106 w 606727"/>
              <a:gd name="connsiteY21" fmla="*/ 194952 h 600174"/>
              <a:gd name="connsiteX22" fmla="*/ 303354 w 606727"/>
              <a:gd name="connsiteY22" fmla="*/ 121740 h 600174"/>
              <a:gd name="connsiteX23" fmla="*/ 303376 w 606727"/>
              <a:gd name="connsiteY23" fmla="*/ 77632 h 600174"/>
              <a:gd name="connsiteX24" fmla="*/ 185870 w 606727"/>
              <a:gd name="connsiteY24" fmla="*/ 194955 h 600174"/>
              <a:gd name="connsiteX25" fmla="*/ 303376 w 606727"/>
              <a:gd name="connsiteY25" fmla="*/ 312278 h 600174"/>
              <a:gd name="connsiteX26" fmla="*/ 420882 w 606727"/>
              <a:gd name="connsiteY26" fmla="*/ 194955 h 600174"/>
              <a:gd name="connsiteX27" fmla="*/ 303376 w 606727"/>
              <a:gd name="connsiteY27" fmla="*/ 77632 h 600174"/>
              <a:gd name="connsiteX28" fmla="*/ 296441 w 606727"/>
              <a:gd name="connsiteY28" fmla="*/ 122 h 600174"/>
              <a:gd name="connsiteX29" fmla="*/ 496490 w 606727"/>
              <a:gd name="connsiteY29" fmla="*/ 192839 h 600174"/>
              <a:gd name="connsiteX30" fmla="*/ 492926 w 606727"/>
              <a:gd name="connsiteY30" fmla="*/ 229478 h 600174"/>
              <a:gd name="connsiteX31" fmla="*/ 491674 w 606727"/>
              <a:gd name="connsiteY31" fmla="*/ 235537 h 600174"/>
              <a:gd name="connsiteX32" fmla="*/ 478671 w 606727"/>
              <a:gd name="connsiteY32" fmla="*/ 273715 h 600174"/>
              <a:gd name="connsiteX33" fmla="*/ 314067 w 606727"/>
              <a:gd name="connsiteY33" fmla="*/ 479607 h 600174"/>
              <a:gd name="connsiteX34" fmla="*/ 292588 w 606727"/>
              <a:gd name="connsiteY34" fmla="*/ 479607 h 600174"/>
              <a:gd name="connsiteX35" fmla="*/ 127983 w 606727"/>
              <a:gd name="connsiteY35" fmla="*/ 273715 h 600174"/>
              <a:gd name="connsiteX36" fmla="*/ 114981 w 606727"/>
              <a:gd name="connsiteY36" fmla="*/ 235537 h 600174"/>
              <a:gd name="connsiteX37" fmla="*/ 113729 w 606727"/>
              <a:gd name="connsiteY37" fmla="*/ 229478 h 600174"/>
              <a:gd name="connsiteX38" fmla="*/ 111128 w 606727"/>
              <a:gd name="connsiteY38" fmla="*/ 174087 h 600174"/>
              <a:gd name="connsiteX39" fmla="*/ 296441 w 606727"/>
              <a:gd name="connsiteY39" fmla="*/ 122 h 6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727" h="600174">
                <a:moveTo>
                  <a:pt x="136674" y="382197"/>
                </a:moveTo>
                <a:cubicBezTo>
                  <a:pt x="165567" y="422581"/>
                  <a:pt x="206210" y="468253"/>
                  <a:pt x="263034" y="515368"/>
                </a:cubicBezTo>
                <a:cubicBezTo>
                  <a:pt x="274398" y="524887"/>
                  <a:pt x="288749" y="529983"/>
                  <a:pt x="303484" y="529983"/>
                </a:cubicBezTo>
                <a:cubicBezTo>
                  <a:pt x="318316" y="529983"/>
                  <a:pt x="332667" y="524791"/>
                  <a:pt x="343935" y="515368"/>
                </a:cubicBezTo>
                <a:cubicBezTo>
                  <a:pt x="400855" y="468253"/>
                  <a:pt x="441402" y="422581"/>
                  <a:pt x="470295" y="382197"/>
                </a:cubicBezTo>
                <a:cubicBezTo>
                  <a:pt x="493699" y="382485"/>
                  <a:pt x="514406" y="391428"/>
                  <a:pt x="521918" y="404889"/>
                </a:cubicBezTo>
                <a:lnTo>
                  <a:pt x="602241" y="547483"/>
                </a:lnTo>
                <a:cubicBezTo>
                  <a:pt x="610524" y="562194"/>
                  <a:pt x="607057" y="580944"/>
                  <a:pt x="594151" y="591809"/>
                </a:cubicBezTo>
                <a:cubicBezTo>
                  <a:pt x="587698" y="597193"/>
                  <a:pt x="579608" y="600174"/>
                  <a:pt x="571422" y="600174"/>
                </a:cubicBezTo>
                <a:lnTo>
                  <a:pt x="448914" y="600174"/>
                </a:lnTo>
                <a:lnTo>
                  <a:pt x="158055" y="600174"/>
                </a:lnTo>
                <a:lnTo>
                  <a:pt x="35547" y="600174"/>
                </a:lnTo>
                <a:cubicBezTo>
                  <a:pt x="27168" y="600174"/>
                  <a:pt x="19078" y="597193"/>
                  <a:pt x="12625" y="591809"/>
                </a:cubicBezTo>
                <a:cubicBezTo>
                  <a:pt x="-473" y="580944"/>
                  <a:pt x="-3748" y="562194"/>
                  <a:pt x="4535" y="547483"/>
                </a:cubicBezTo>
                <a:lnTo>
                  <a:pt x="85051" y="404889"/>
                </a:lnTo>
                <a:cubicBezTo>
                  <a:pt x="92563" y="391428"/>
                  <a:pt x="113366" y="382485"/>
                  <a:pt x="136674" y="382197"/>
                </a:cubicBezTo>
                <a:close/>
                <a:moveTo>
                  <a:pt x="303354" y="121740"/>
                </a:moveTo>
                <a:cubicBezTo>
                  <a:pt x="312980" y="121740"/>
                  <a:pt x="320969" y="129533"/>
                  <a:pt x="321065" y="139153"/>
                </a:cubicBezTo>
                <a:cubicBezTo>
                  <a:pt x="321065" y="148966"/>
                  <a:pt x="313076" y="156759"/>
                  <a:pt x="303451" y="156759"/>
                </a:cubicBezTo>
                <a:cubicBezTo>
                  <a:pt x="282468" y="156759"/>
                  <a:pt x="265238" y="173980"/>
                  <a:pt x="265238" y="194952"/>
                </a:cubicBezTo>
                <a:cubicBezTo>
                  <a:pt x="265238" y="204765"/>
                  <a:pt x="257249" y="212558"/>
                  <a:pt x="247624" y="212558"/>
                </a:cubicBezTo>
                <a:cubicBezTo>
                  <a:pt x="237902" y="212558"/>
                  <a:pt x="230106" y="204573"/>
                  <a:pt x="230106" y="194952"/>
                </a:cubicBezTo>
                <a:cubicBezTo>
                  <a:pt x="230106" y="154546"/>
                  <a:pt x="262928" y="121740"/>
                  <a:pt x="303354" y="121740"/>
                </a:cubicBezTo>
                <a:close/>
                <a:moveTo>
                  <a:pt x="303376" y="77632"/>
                </a:moveTo>
                <a:cubicBezTo>
                  <a:pt x="238555" y="77632"/>
                  <a:pt x="185870" y="130235"/>
                  <a:pt x="185870" y="194955"/>
                </a:cubicBezTo>
                <a:cubicBezTo>
                  <a:pt x="185870" y="259771"/>
                  <a:pt x="238555" y="312278"/>
                  <a:pt x="303376" y="312278"/>
                </a:cubicBezTo>
                <a:cubicBezTo>
                  <a:pt x="368197" y="312278"/>
                  <a:pt x="420882" y="259771"/>
                  <a:pt x="420882" y="194955"/>
                </a:cubicBezTo>
                <a:cubicBezTo>
                  <a:pt x="420882" y="130235"/>
                  <a:pt x="368197" y="77632"/>
                  <a:pt x="303376" y="77632"/>
                </a:cubicBezTo>
                <a:close/>
                <a:moveTo>
                  <a:pt x="296441" y="122"/>
                </a:moveTo>
                <a:cubicBezTo>
                  <a:pt x="406242" y="-3725"/>
                  <a:pt x="496490" y="83979"/>
                  <a:pt x="496490" y="192839"/>
                </a:cubicBezTo>
                <a:cubicBezTo>
                  <a:pt x="496490" y="205244"/>
                  <a:pt x="495334" y="217554"/>
                  <a:pt x="492926" y="229478"/>
                </a:cubicBezTo>
                <a:cubicBezTo>
                  <a:pt x="492926" y="229478"/>
                  <a:pt x="492541" y="231498"/>
                  <a:pt x="491674" y="235537"/>
                </a:cubicBezTo>
                <a:cubicBezTo>
                  <a:pt x="488688" y="248808"/>
                  <a:pt x="484354" y="261502"/>
                  <a:pt x="478671" y="273715"/>
                </a:cubicBezTo>
                <a:cubicBezTo>
                  <a:pt x="459312" y="319779"/>
                  <a:pt x="414428" y="396327"/>
                  <a:pt x="314067" y="479607"/>
                </a:cubicBezTo>
                <a:cubicBezTo>
                  <a:pt x="307902" y="484800"/>
                  <a:pt x="298752" y="484800"/>
                  <a:pt x="292588" y="479607"/>
                </a:cubicBezTo>
                <a:cubicBezTo>
                  <a:pt x="192130" y="396327"/>
                  <a:pt x="147343" y="319586"/>
                  <a:pt x="127983" y="273715"/>
                </a:cubicBezTo>
                <a:cubicBezTo>
                  <a:pt x="122397" y="261694"/>
                  <a:pt x="117966" y="248808"/>
                  <a:pt x="114981" y="235537"/>
                </a:cubicBezTo>
                <a:cubicBezTo>
                  <a:pt x="114114" y="231498"/>
                  <a:pt x="113729" y="229478"/>
                  <a:pt x="113729" y="229478"/>
                </a:cubicBezTo>
                <a:cubicBezTo>
                  <a:pt x="110357" y="211784"/>
                  <a:pt x="109298" y="193224"/>
                  <a:pt x="111128" y="174087"/>
                </a:cubicBezTo>
                <a:cubicBezTo>
                  <a:pt x="120278" y="78401"/>
                  <a:pt x="200221" y="3391"/>
                  <a:pt x="296441" y="122"/>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470" rtl="0" eaLnBrk="1" fontAlgn="auto" latinLnBrk="0" hangingPunct="0">
              <a:lnSpc>
                <a:spcPct val="100000"/>
              </a:lnSpc>
              <a:spcBef>
                <a:spcPts val="0"/>
              </a:spcBef>
              <a:spcAft>
                <a:spcPts val="0"/>
              </a:spcAft>
              <a:buClrTx/>
              <a:buSzTx/>
              <a:buFontTx/>
              <a:buNone/>
              <a:tabLst/>
              <a:defRPr/>
            </a:pPr>
            <a:endParaRPr kumimoji="0" lang="en-US" sz="1950" b="0" i="0" u="none" strike="noStrike" kern="0" cap="none" spc="0" normalizeH="0" baseline="0" noProof="0">
              <a:ln>
                <a:noFill/>
              </a:ln>
              <a:solidFill>
                <a:prstClr val="white"/>
              </a:solidFill>
              <a:effectLst/>
              <a:uLnTx/>
              <a:uFillTx/>
              <a:cs typeface="+mn-ea"/>
              <a:sym typeface="+mn-lt"/>
            </a:endParaRPr>
          </a:p>
        </p:txBody>
      </p:sp>
      <p:sp>
        <p:nvSpPr>
          <p:cNvPr id="323" name="placeholder_125805">
            <a:extLst>
              <a:ext uri="{FF2B5EF4-FFF2-40B4-BE49-F238E27FC236}">
                <a16:creationId xmlns:a16="http://schemas.microsoft.com/office/drawing/2014/main" id="{05F2E8D1-D401-213F-710B-9E39B319D860}"/>
              </a:ext>
            </a:extLst>
          </p:cNvPr>
          <p:cNvSpPr/>
          <p:nvPr/>
        </p:nvSpPr>
        <p:spPr>
          <a:xfrm>
            <a:off x="3437143" y="3732307"/>
            <a:ext cx="135129" cy="130005"/>
          </a:xfrm>
          <a:custGeom>
            <a:avLst/>
            <a:gdLst>
              <a:gd name="connsiteX0" fmla="*/ 136674 w 606727"/>
              <a:gd name="connsiteY0" fmla="*/ 382197 h 600174"/>
              <a:gd name="connsiteX1" fmla="*/ 263034 w 606727"/>
              <a:gd name="connsiteY1" fmla="*/ 515368 h 600174"/>
              <a:gd name="connsiteX2" fmla="*/ 303484 w 606727"/>
              <a:gd name="connsiteY2" fmla="*/ 529983 h 600174"/>
              <a:gd name="connsiteX3" fmla="*/ 343935 w 606727"/>
              <a:gd name="connsiteY3" fmla="*/ 515368 h 600174"/>
              <a:gd name="connsiteX4" fmla="*/ 470295 w 606727"/>
              <a:gd name="connsiteY4" fmla="*/ 382197 h 600174"/>
              <a:gd name="connsiteX5" fmla="*/ 521918 w 606727"/>
              <a:gd name="connsiteY5" fmla="*/ 404889 h 600174"/>
              <a:gd name="connsiteX6" fmla="*/ 602241 w 606727"/>
              <a:gd name="connsiteY6" fmla="*/ 547483 h 600174"/>
              <a:gd name="connsiteX7" fmla="*/ 594151 w 606727"/>
              <a:gd name="connsiteY7" fmla="*/ 591809 h 600174"/>
              <a:gd name="connsiteX8" fmla="*/ 571422 w 606727"/>
              <a:gd name="connsiteY8" fmla="*/ 600174 h 600174"/>
              <a:gd name="connsiteX9" fmla="*/ 448914 w 606727"/>
              <a:gd name="connsiteY9" fmla="*/ 600174 h 600174"/>
              <a:gd name="connsiteX10" fmla="*/ 158055 w 606727"/>
              <a:gd name="connsiteY10" fmla="*/ 600174 h 600174"/>
              <a:gd name="connsiteX11" fmla="*/ 35547 w 606727"/>
              <a:gd name="connsiteY11" fmla="*/ 600174 h 600174"/>
              <a:gd name="connsiteX12" fmla="*/ 12625 w 606727"/>
              <a:gd name="connsiteY12" fmla="*/ 591809 h 600174"/>
              <a:gd name="connsiteX13" fmla="*/ 4535 w 606727"/>
              <a:gd name="connsiteY13" fmla="*/ 547483 h 600174"/>
              <a:gd name="connsiteX14" fmla="*/ 85051 w 606727"/>
              <a:gd name="connsiteY14" fmla="*/ 404889 h 600174"/>
              <a:gd name="connsiteX15" fmla="*/ 136674 w 606727"/>
              <a:gd name="connsiteY15" fmla="*/ 382197 h 600174"/>
              <a:gd name="connsiteX16" fmla="*/ 303354 w 606727"/>
              <a:gd name="connsiteY16" fmla="*/ 121740 h 600174"/>
              <a:gd name="connsiteX17" fmla="*/ 321065 w 606727"/>
              <a:gd name="connsiteY17" fmla="*/ 139153 h 600174"/>
              <a:gd name="connsiteX18" fmla="*/ 303451 w 606727"/>
              <a:gd name="connsiteY18" fmla="*/ 156759 h 600174"/>
              <a:gd name="connsiteX19" fmla="*/ 265238 w 606727"/>
              <a:gd name="connsiteY19" fmla="*/ 194952 h 600174"/>
              <a:gd name="connsiteX20" fmla="*/ 247624 w 606727"/>
              <a:gd name="connsiteY20" fmla="*/ 212558 h 600174"/>
              <a:gd name="connsiteX21" fmla="*/ 230106 w 606727"/>
              <a:gd name="connsiteY21" fmla="*/ 194952 h 600174"/>
              <a:gd name="connsiteX22" fmla="*/ 303354 w 606727"/>
              <a:gd name="connsiteY22" fmla="*/ 121740 h 600174"/>
              <a:gd name="connsiteX23" fmla="*/ 303376 w 606727"/>
              <a:gd name="connsiteY23" fmla="*/ 77632 h 600174"/>
              <a:gd name="connsiteX24" fmla="*/ 185870 w 606727"/>
              <a:gd name="connsiteY24" fmla="*/ 194955 h 600174"/>
              <a:gd name="connsiteX25" fmla="*/ 303376 w 606727"/>
              <a:gd name="connsiteY25" fmla="*/ 312278 h 600174"/>
              <a:gd name="connsiteX26" fmla="*/ 420882 w 606727"/>
              <a:gd name="connsiteY26" fmla="*/ 194955 h 600174"/>
              <a:gd name="connsiteX27" fmla="*/ 303376 w 606727"/>
              <a:gd name="connsiteY27" fmla="*/ 77632 h 600174"/>
              <a:gd name="connsiteX28" fmla="*/ 296441 w 606727"/>
              <a:gd name="connsiteY28" fmla="*/ 122 h 600174"/>
              <a:gd name="connsiteX29" fmla="*/ 496490 w 606727"/>
              <a:gd name="connsiteY29" fmla="*/ 192839 h 600174"/>
              <a:gd name="connsiteX30" fmla="*/ 492926 w 606727"/>
              <a:gd name="connsiteY30" fmla="*/ 229478 h 600174"/>
              <a:gd name="connsiteX31" fmla="*/ 491674 w 606727"/>
              <a:gd name="connsiteY31" fmla="*/ 235537 h 600174"/>
              <a:gd name="connsiteX32" fmla="*/ 478671 w 606727"/>
              <a:gd name="connsiteY32" fmla="*/ 273715 h 600174"/>
              <a:gd name="connsiteX33" fmla="*/ 314067 w 606727"/>
              <a:gd name="connsiteY33" fmla="*/ 479607 h 600174"/>
              <a:gd name="connsiteX34" fmla="*/ 292588 w 606727"/>
              <a:gd name="connsiteY34" fmla="*/ 479607 h 600174"/>
              <a:gd name="connsiteX35" fmla="*/ 127983 w 606727"/>
              <a:gd name="connsiteY35" fmla="*/ 273715 h 600174"/>
              <a:gd name="connsiteX36" fmla="*/ 114981 w 606727"/>
              <a:gd name="connsiteY36" fmla="*/ 235537 h 600174"/>
              <a:gd name="connsiteX37" fmla="*/ 113729 w 606727"/>
              <a:gd name="connsiteY37" fmla="*/ 229478 h 600174"/>
              <a:gd name="connsiteX38" fmla="*/ 111128 w 606727"/>
              <a:gd name="connsiteY38" fmla="*/ 174087 h 600174"/>
              <a:gd name="connsiteX39" fmla="*/ 296441 w 606727"/>
              <a:gd name="connsiteY39" fmla="*/ 122 h 6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727" h="600174">
                <a:moveTo>
                  <a:pt x="136674" y="382197"/>
                </a:moveTo>
                <a:cubicBezTo>
                  <a:pt x="165567" y="422581"/>
                  <a:pt x="206210" y="468253"/>
                  <a:pt x="263034" y="515368"/>
                </a:cubicBezTo>
                <a:cubicBezTo>
                  <a:pt x="274398" y="524887"/>
                  <a:pt x="288749" y="529983"/>
                  <a:pt x="303484" y="529983"/>
                </a:cubicBezTo>
                <a:cubicBezTo>
                  <a:pt x="318316" y="529983"/>
                  <a:pt x="332667" y="524791"/>
                  <a:pt x="343935" y="515368"/>
                </a:cubicBezTo>
                <a:cubicBezTo>
                  <a:pt x="400855" y="468253"/>
                  <a:pt x="441402" y="422581"/>
                  <a:pt x="470295" y="382197"/>
                </a:cubicBezTo>
                <a:cubicBezTo>
                  <a:pt x="493699" y="382485"/>
                  <a:pt x="514406" y="391428"/>
                  <a:pt x="521918" y="404889"/>
                </a:cubicBezTo>
                <a:lnTo>
                  <a:pt x="602241" y="547483"/>
                </a:lnTo>
                <a:cubicBezTo>
                  <a:pt x="610524" y="562194"/>
                  <a:pt x="607057" y="580944"/>
                  <a:pt x="594151" y="591809"/>
                </a:cubicBezTo>
                <a:cubicBezTo>
                  <a:pt x="587698" y="597193"/>
                  <a:pt x="579608" y="600174"/>
                  <a:pt x="571422" y="600174"/>
                </a:cubicBezTo>
                <a:lnTo>
                  <a:pt x="448914" y="600174"/>
                </a:lnTo>
                <a:lnTo>
                  <a:pt x="158055" y="600174"/>
                </a:lnTo>
                <a:lnTo>
                  <a:pt x="35547" y="600174"/>
                </a:lnTo>
                <a:cubicBezTo>
                  <a:pt x="27168" y="600174"/>
                  <a:pt x="19078" y="597193"/>
                  <a:pt x="12625" y="591809"/>
                </a:cubicBezTo>
                <a:cubicBezTo>
                  <a:pt x="-473" y="580944"/>
                  <a:pt x="-3748" y="562194"/>
                  <a:pt x="4535" y="547483"/>
                </a:cubicBezTo>
                <a:lnTo>
                  <a:pt x="85051" y="404889"/>
                </a:lnTo>
                <a:cubicBezTo>
                  <a:pt x="92563" y="391428"/>
                  <a:pt x="113366" y="382485"/>
                  <a:pt x="136674" y="382197"/>
                </a:cubicBezTo>
                <a:close/>
                <a:moveTo>
                  <a:pt x="303354" y="121740"/>
                </a:moveTo>
                <a:cubicBezTo>
                  <a:pt x="312980" y="121740"/>
                  <a:pt x="320969" y="129533"/>
                  <a:pt x="321065" y="139153"/>
                </a:cubicBezTo>
                <a:cubicBezTo>
                  <a:pt x="321065" y="148966"/>
                  <a:pt x="313076" y="156759"/>
                  <a:pt x="303451" y="156759"/>
                </a:cubicBezTo>
                <a:cubicBezTo>
                  <a:pt x="282468" y="156759"/>
                  <a:pt x="265238" y="173980"/>
                  <a:pt x="265238" y="194952"/>
                </a:cubicBezTo>
                <a:cubicBezTo>
                  <a:pt x="265238" y="204765"/>
                  <a:pt x="257249" y="212558"/>
                  <a:pt x="247624" y="212558"/>
                </a:cubicBezTo>
                <a:cubicBezTo>
                  <a:pt x="237902" y="212558"/>
                  <a:pt x="230106" y="204573"/>
                  <a:pt x="230106" y="194952"/>
                </a:cubicBezTo>
                <a:cubicBezTo>
                  <a:pt x="230106" y="154546"/>
                  <a:pt x="262928" y="121740"/>
                  <a:pt x="303354" y="121740"/>
                </a:cubicBezTo>
                <a:close/>
                <a:moveTo>
                  <a:pt x="303376" y="77632"/>
                </a:moveTo>
                <a:cubicBezTo>
                  <a:pt x="238555" y="77632"/>
                  <a:pt x="185870" y="130235"/>
                  <a:pt x="185870" y="194955"/>
                </a:cubicBezTo>
                <a:cubicBezTo>
                  <a:pt x="185870" y="259771"/>
                  <a:pt x="238555" y="312278"/>
                  <a:pt x="303376" y="312278"/>
                </a:cubicBezTo>
                <a:cubicBezTo>
                  <a:pt x="368197" y="312278"/>
                  <a:pt x="420882" y="259771"/>
                  <a:pt x="420882" y="194955"/>
                </a:cubicBezTo>
                <a:cubicBezTo>
                  <a:pt x="420882" y="130235"/>
                  <a:pt x="368197" y="77632"/>
                  <a:pt x="303376" y="77632"/>
                </a:cubicBezTo>
                <a:close/>
                <a:moveTo>
                  <a:pt x="296441" y="122"/>
                </a:moveTo>
                <a:cubicBezTo>
                  <a:pt x="406242" y="-3725"/>
                  <a:pt x="496490" y="83979"/>
                  <a:pt x="496490" y="192839"/>
                </a:cubicBezTo>
                <a:cubicBezTo>
                  <a:pt x="496490" y="205244"/>
                  <a:pt x="495334" y="217554"/>
                  <a:pt x="492926" y="229478"/>
                </a:cubicBezTo>
                <a:cubicBezTo>
                  <a:pt x="492926" y="229478"/>
                  <a:pt x="492541" y="231498"/>
                  <a:pt x="491674" y="235537"/>
                </a:cubicBezTo>
                <a:cubicBezTo>
                  <a:pt x="488688" y="248808"/>
                  <a:pt x="484354" y="261502"/>
                  <a:pt x="478671" y="273715"/>
                </a:cubicBezTo>
                <a:cubicBezTo>
                  <a:pt x="459312" y="319779"/>
                  <a:pt x="414428" y="396327"/>
                  <a:pt x="314067" y="479607"/>
                </a:cubicBezTo>
                <a:cubicBezTo>
                  <a:pt x="307902" y="484800"/>
                  <a:pt x="298752" y="484800"/>
                  <a:pt x="292588" y="479607"/>
                </a:cubicBezTo>
                <a:cubicBezTo>
                  <a:pt x="192130" y="396327"/>
                  <a:pt x="147343" y="319586"/>
                  <a:pt x="127983" y="273715"/>
                </a:cubicBezTo>
                <a:cubicBezTo>
                  <a:pt x="122397" y="261694"/>
                  <a:pt x="117966" y="248808"/>
                  <a:pt x="114981" y="235537"/>
                </a:cubicBezTo>
                <a:cubicBezTo>
                  <a:pt x="114114" y="231498"/>
                  <a:pt x="113729" y="229478"/>
                  <a:pt x="113729" y="229478"/>
                </a:cubicBezTo>
                <a:cubicBezTo>
                  <a:pt x="110357" y="211784"/>
                  <a:pt x="109298" y="193224"/>
                  <a:pt x="111128" y="174087"/>
                </a:cubicBezTo>
                <a:cubicBezTo>
                  <a:pt x="120278" y="78401"/>
                  <a:pt x="200221" y="3391"/>
                  <a:pt x="296441" y="122"/>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470" rtl="0" eaLnBrk="1" fontAlgn="auto" latinLnBrk="0" hangingPunct="0">
              <a:lnSpc>
                <a:spcPct val="100000"/>
              </a:lnSpc>
              <a:spcBef>
                <a:spcPts val="0"/>
              </a:spcBef>
              <a:spcAft>
                <a:spcPts val="0"/>
              </a:spcAft>
              <a:buClrTx/>
              <a:buSzTx/>
              <a:buFontTx/>
              <a:buNone/>
              <a:tabLst/>
              <a:defRPr/>
            </a:pPr>
            <a:endParaRPr kumimoji="0" lang="en-US" sz="1950" b="0" i="0" u="none" strike="noStrike" kern="0" cap="none" spc="0" normalizeH="0" baseline="0" noProof="0">
              <a:ln>
                <a:noFill/>
              </a:ln>
              <a:solidFill>
                <a:prstClr val="white"/>
              </a:solidFill>
              <a:effectLst/>
              <a:uLnTx/>
              <a:uFillTx/>
              <a:cs typeface="+mn-ea"/>
              <a:sym typeface="+mn-lt"/>
            </a:endParaRPr>
          </a:p>
        </p:txBody>
      </p:sp>
      <p:sp>
        <p:nvSpPr>
          <p:cNvPr id="326" name="placeholder_125805">
            <a:extLst>
              <a:ext uri="{FF2B5EF4-FFF2-40B4-BE49-F238E27FC236}">
                <a16:creationId xmlns:a16="http://schemas.microsoft.com/office/drawing/2014/main" id="{598909AF-3F16-8357-2214-BB11300092AF}"/>
              </a:ext>
            </a:extLst>
          </p:cNvPr>
          <p:cNvSpPr/>
          <p:nvPr/>
        </p:nvSpPr>
        <p:spPr>
          <a:xfrm>
            <a:off x="9015838" y="3864609"/>
            <a:ext cx="135129" cy="130005"/>
          </a:xfrm>
          <a:custGeom>
            <a:avLst/>
            <a:gdLst>
              <a:gd name="connsiteX0" fmla="*/ 136674 w 606727"/>
              <a:gd name="connsiteY0" fmla="*/ 382197 h 600174"/>
              <a:gd name="connsiteX1" fmla="*/ 263034 w 606727"/>
              <a:gd name="connsiteY1" fmla="*/ 515368 h 600174"/>
              <a:gd name="connsiteX2" fmla="*/ 303484 w 606727"/>
              <a:gd name="connsiteY2" fmla="*/ 529983 h 600174"/>
              <a:gd name="connsiteX3" fmla="*/ 343935 w 606727"/>
              <a:gd name="connsiteY3" fmla="*/ 515368 h 600174"/>
              <a:gd name="connsiteX4" fmla="*/ 470295 w 606727"/>
              <a:gd name="connsiteY4" fmla="*/ 382197 h 600174"/>
              <a:gd name="connsiteX5" fmla="*/ 521918 w 606727"/>
              <a:gd name="connsiteY5" fmla="*/ 404889 h 600174"/>
              <a:gd name="connsiteX6" fmla="*/ 602241 w 606727"/>
              <a:gd name="connsiteY6" fmla="*/ 547483 h 600174"/>
              <a:gd name="connsiteX7" fmla="*/ 594151 w 606727"/>
              <a:gd name="connsiteY7" fmla="*/ 591809 h 600174"/>
              <a:gd name="connsiteX8" fmla="*/ 571422 w 606727"/>
              <a:gd name="connsiteY8" fmla="*/ 600174 h 600174"/>
              <a:gd name="connsiteX9" fmla="*/ 448914 w 606727"/>
              <a:gd name="connsiteY9" fmla="*/ 600174 h 600174"/>
              <a:gd name="connsiteX10" fmla="*/ 158055 w 606727"/>
              <a:gd name="connsiteY10" fmla="*/ 600174 h 600174"/>
              <a:gd name="connsiteX11" fmla="*/ 35547 w 606727"/>
              <a:gd name="connsiteY11" fmla="*/ 600174 h 600174"/>
              <a:gd name="connsiteX12" fmla="*/ 12625 w 606727"/>
              <a:gd name="connsiteY12" fmla="*/ 591809 h 600174"/>
              <a:gd name="connsiteX13" fmla="*/ 4535 w 606727"/>
              <a:gd name="connsiteY13" fmla="*/ 547483 h 600174"/>
              <a:gd name="connsiteX14" fmla="*/ 85051 w 606727"/>
              <a:gd name="connsiteY14" fmla="*/ 404889 h 600174"/>
              <a:gd name="connsiteX15" fmla="*/ 136674 w 606727"/>
              <a:gd name="connsiteY15" fmla="*/ 382197 h 600174"/>
              <a:gd name="connsiteX16" fmla="*/ 303354 w 606727"/>
              <a:gd name="connsiteY16" fmla="*/ 121740 h 600174"/>
              <a:gd name="connsiteX17" fmla="*/ 321065 w 606727"/>
              <a:gd name="connsiteY17" fmla="*/ 139153 h 600174"/>
              <a:gd name="connsiteX18" fmla="*/ 303451 w 606727"/>
              <a:gd name="connsiteY18" fmla="*/ 156759 h 600174"/>
              <a:gd name="connsiteX19" fmla="*/ 265238 w 606727"/>
              <a:gd name="connsiteY19" fmla="*/ 194952 h 600174"/>
              <a:gd name="connsiteX20" fmla="*/ 247624 w 606727"/>
              <a:gd name="connsiteY20" fmla="*/ 212558 h 600174"/>
              <a:gd name="connsiteX21" fmla="*/ 230106 w 606727"/>
              <a:gd name="connsiteY21" fmla="*/ 194952 h 600174"/>
              <a:gd name="connsiteX22" fmla="*/ 303354 w 606727"/>
              <a:gd name="connsiteY22" fmla="*/ 121740 h 600174"/>
              <a:gd name="connsiteX23" fmla="*/ 303376 w 606727"/>
              <a:gd name="connsiteY23" fmla="*/ 77632 h 600174"/>
              <a:gd name="connsiteX24" fmla="*/ 185870 w 606727"/>
              <a:gd name="connsiteY24" fmla="*/ 194955 h 600174"/>
              <a:gd name="connsiteX25" fmla="*/ 303376 w 606727"/>
              <a:gd name="connsiteY25" fmla="*/ 312278 h 600174"/>
              <a:gd name="connsiteX26" fmla="*/ 420882 w 606727"/>
              <a:gd name="connsiteY26" fmla="*/ 194955 h 600174"/>
              <a:gd name="connsiteX27" fmla="*/ 303376 w 606727"/>
              <a:gd name="connsiteY27" fmla="*/ 77632 h 600174"/>
              <a:gd name="connsiteX28" fmla="*/ 296441 w 606727"/>
              <a:gd name="connsiteY28" fmla="*/ 122 h 600174"/>
              <a:gd name="connsiteX29" fmla="*/ 496490 w 606727"/>
              <a:gd name="connsiteY29" fmla="*/ 192839 h 600174"/>
              <a:gd name="connsiteX30" fmla="*/ 492926 w 606727"/>
              <a:gd name="connsiteY30" fmla="*/ 229478 h 600174"/>
              <a:gd name="connsiteX31" fmla="*/ 491674 w 606727"/>
              <a:gd name="connsiteY31" fmla="*/ 235537 h 600174"/>
              <a:gd name="connsiteX32" fmla="*/ 478671 w 606727"/>
              <a:gd name="connsiteY32" fmla="*/ 273715 h 600174"/>
              <a:gd name="connsiteX33" fmla="*/ 314067 w 606727"/>
              <a:gd name="connsiteY33" fmla="*/ 479607 h 600174"/>
              <a:gd name="connsiteX34" fmla="*/ 292588 w 606727"/>
              <a:gd name="connsiteY34" fmla="*/ 479607 h 600174"/>
              <a:gd name="connsiteX35" fmla="*/ 127983 w 606727"/>
              <a:gd name="connsiteY35" fmla="*/ 273715 h 600174"/>
              <a:gd name="connsiteX36" fmla="*/ 114981 w 606727"/>
              <a:gd name="connsiteY36" fmla="*/ 235537 h 600174"/>
              <a:gd name="connsiteX37" fmla="*/ 113729 w 606727"/>
              <a:gd name="connsiteY37" fmla="*/ 229478 h 600174"/>
              <a:gd name="connsiteX38" fmla="*/ 111128 w 606727"/>
              <a:gd name="connsiteY38" fmla="*/ 174087 h 600174"/>
              <a:gd name="connsiteX39" fmla="*/ 296441 w 606727"/>
              <a:gd name="connsiteY39" fmla="*/ 122 h 6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727" h="600174">
                <a:moveTo>
                  <a:pt x="136674" y="382197"/>
                </a:moveTo>
                <a:cubicBezTo>
                  <a:pt x="165567" y="422581"/>
                  <a:pt x="206210" y="468253"/>
                  <a:pt x="263034" y="515368"/>
                </a:cubicBezTo>
                <a:cubicBezTo>
                  <a:pt x="274398" y="524887"/>
                  <a:pt x="288749" y="529983"/>
                  <a:pt x="303484" y="529983"/>
                </a:cubicBezTo>
                <a:cubicBezTo>
                  <a:pt x="318316" y="529983"/>
                  <a:pt x="332667" y="524791"/>
                  <a:pt x="343935" y="515368"/>
                </a:cubicBezTo>
                <a:cubicBezTo>
                  <a:pt x="400855" y="468253"/>
                  <a:pt x="441402" y="422581"/>
                  <a:pt x="470295" y="382197"/>
                </a:cubicBezTo>
                <a:cubicBezTo>
                  <a:pt x="493699" y="382485"/>
                  <a:pt x="514406" y="391428"/>
                  <a:pt x="521918" y="404889"/>
                </a:cubicBezTo>
                <a:lnTo>
                  <a:pt x="602241" y="547483"/>
                </a:lnTo>
                <a:cubicBezTo>
                  <a:pt x="610524" y="562194"/>
                  <a:pt x="607057" y="580944"/>
                  <a:pt x="594151" y="591809"/>
                </a:cubicBezTo>
                <a:cubicBezTo>
                  <a:pt x="587698" y="597193"/>
                  <a:pt x="579608" y="600174"/>
                  <a:pt x="571422" y="600174"/>
                </a:cubicBezTo>
                <a:lnTo>
                  <a:pt x="448914" y="600174"/>
                </a:lnTo>
                <a:lnTo>
                  <a:pt x="158055" y="600174"/>
                </a:lnTo>
                <a:lnTo>
                  <a:pt x="35547" y="600174"/>
                </a:lnTo>
                <a:cubicBezTo>
                  <a:pt x="27168" y="600174"/>
                  <a:pt x="19078" y="597193"/>
                  <a:pt x="12625" y="591809"/>
                </a:cubicBezTo>
                <a:cubicBezTo>
                  <a:pt x="-473" y="580944"/>
                  <a:pt x="-3748" y="562194"/>
                  <a:pt x="4535" y="547483"/>
                </a:cubicBezTo>
                <a:lnTo>
                  <a:pt x="85051" y="404889"/>
                </a:lnTo>
                <a:cubicBezTo>
                  <a:pt x="92563" y="391428"/>
                  <a:pt x="113366" y="382485"/>
                  <a:pt x="136674" y="382197"/>
                </a:cubicBezTo>
                <a:close/>
                <a:moveTo>
                  <a:pt x="303354" y="121740"/>
                </a:moveTo>
                <a:cubicBezTo>
                  <a:pt x="312980" y="121740"/>
                  <a:pt x="320969" y="129533"/>
                  <a:pt x="321065" y="139153"/>
                </a:cubicBezTo>
                <a:cubicBezTo>
                  <a:pt x="321065" y="148966"/>
                  <a:pt x="313076" y="156759"/>
                  <a:pt x="303451" y="156759"/>
                </a:cubicBezTo>
                <a:cubicBezTo>
                  <a:pt x="282468" y="156759"/>
                  <a:pt x="265238" y="173980"/>
                  <a:pt x="265238" y="194952"/>
                </a:cubicBezTo>
                <a:cubicBezTo>
                  <a:pt x="265238" y="204765"/>
                  <a:pt x="257249" y="212558"/>
                  <a:pt x="247624" y="212558"/>
                </a:cubicBezTo>
                <a:cubicBezTo>
                  <a:pt x="237902" y="212558"/>
                  <a:pt x="230106" y="204573"/>
                  <a:pt x="230106" y="194952"/>
                </a:cubicBezTo>
                <a:cubicBezTo>
                  <a:pt x="230106" y="154546"/>
                  <a:pt x="262928" y="121740"/>
                  <a:pt x="303354" y="121740"/>
                </a:cubicBezTo>
                <a:close/>
                <a:moveTo>
                  <a:pt x="303376" y="77632"/>
                </a:moveTo>
                <a:cubicBezTo>
                  <a:pt x="238555" y="77632"/>
                  <a:pt x="185870" y="130235"/>
                  <a:pt x="185870" y="194955"/>
                </a:cubicBezTo>
                <a:cubicBezTo>
                  <a:pt x="185870" y="259771"/>
                  <a:pt x="238555" y="312278"/>
                  <a:pt x="303376" y="312278"/>
                </a:cubicBezTo>
                <a:cubicBezTo>
                  <a:pt x="368197" y="312278"/>
                  <a:pt x="420882" y="259771"/>
                  <a:pt x="420882" y="194955"/>
                </a:cubicBezTo>
                <a:cubicBezTo>
                  <a:pt x="420882" y="130235"/>
                  <a:pt x="368197" y="77632"/>
                  <a:pt x="303376" y="77632"/>
                </a:cubicBezTo>
                <a:close/>
                <a:moveTo>
                  <a:pt x="296441" y="122"/>
                </a:moveTo>
                <a:cubicBezTo>
                  <a:pt x="406242" y="-3725"/>
                  <a:pt x="496490" y="83979"/>
                  <a:pt x="496490" y="192839"/>
                </a:cubicBezTo>
                <a:cubicBezTo>
                  <a:pt x="496490" y="205244"/>
                  <a:pt x="495334" y="217554"/>
                  <a:pt x="492926" y="229478"/>
                </a:cubicBezTo>
                <a:cubicBezTo>
                  <a:pt x="492926" y="229478"/>
                  <a:pt x="492541" y="231498"/>
                  <a:pt x="491674" y="235537"/>
                </a:cubicBezTo>
                <a:cubicBezTo>
                  <a:pt x="488688" y="248808"/>
                  <a:pt x="484354" y="261502"/>
                  <a:pt x="478671" y="273715"/>
                </a:cubicBezTo>
                <a:cubicBezTo>
                  <a:pt x="459312" y="319779"/>
                  <a:pt x="414428" y="396327"/>
                  <a:pt x="314067" y="479607"/>
                </a:cubicBezTo>
                <a:cubicBezTo>
                  <a:pt x="307902" y="484800"/>
                  <a:pt x="298752" y="484800"/>
                  <a:pt x="292588" y="479607"/>
                </a:cubicBezTo>
                <a:cubicBezTo>
                  <a:pt x="192130" y="396327"/>
                  <a:pt x="147343" y="319586"/>
                  <a:pt x="127983" y="273715"/>
                </a:cubicBezTo>
                <a:cubicBezTo>
                  <a:pt x="122397" y="261694"/>
                  <a:pt x="117966" y="248808"/>
                  <a:pt x="114981" y="235537"/>
                </a:cubicBezTo>
                <a:cubicBezTo>
                  <a:pt x="114114" y="231498"/>
                  <a:pt x="113729" y="229478"/>
                  <a:pt x="113729" y="229478"/>
                </a:cubicBezTo>
                <a:cubicBezTo>
                  <a:pt x="110357" y="211784"/>
                  <a:pt x="109298" y="193224"/>
                  <a:pt x="111128" y="174087"/>
                </a:cubicBezTo>
                <a:cubicBezTo>
                  <a:pt x="120278" y="78401"/>
                  <a:pt x="200221" y="3391"/>
                  <a:pt x="296441" y="122"/>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470" rtl="0" eaLnBrk="1" fontAlgn="auto" latinLnBrk="0" hangingPunct="0">
              <a:lnSpc>
                <a:spcPct val="100000"/>
              </a:lnSpc>
              <a:spcBef>
                <a:spcPts val="0"/>
              </a:spcBef>
              <a:spcAft>
                <a:spcPts val="0"/>
              </a:spcAft>
              <a:buClrTx/>
              <a:buSzTx/>
              <a:buFontTx/>
              <a:buNone/>
              <a:tabLst/>
              <a:defRPr/>
            </a:pPr>
            <a:endParaRPr kumimoji="0" lang="en-US" sz="1950" b="0" i="0" u="none" strike="noStrike" kern="0" cap="none" spc="0" normalizeH="0" baseline="0" noProof="0">
              <a:ln>
                <a:noFill/>
              </a:ln>
              <a:solidFill>
                <a:prstClr val="white"/>
              </a:solidFill>
              <a:effectLst/>
              <a:uLnTx/>
              <a:uFillTx/>
              <a:cs typeface="+mn-ea"/>
              <a:sym typeface="+mn-lt"/>
            </a:endParaRPr>
          </a:p>
        </p:txBody>
      </p:sp>
      <p:sp>
        <p:nvSpPr>
          <p:cNvPr id="328" name="placeholder_125805">
            <a:extLst>
              <a:ext uri="{FF2B5EF4-FFF2-40B4-BE49-F238E27FC236}">
                <a16:creationId xmlns:a16="http://schemas.microsoft.com/office/drawing/2014/main" id="{7CDDFA10-A49E-ABB9-1F0C-90CAF23700DA}"/>
              </a:ext>
            </a:extLst>
          </p:cNvPr>
          <p:cNvSpPr/>
          <p:nvPr/>
        </p:nvSpPr>
        <p:spPr>
          <a:xfrm>
            <a:off x="10324315" y="4687919"/>
            <a:ext cx="135129" cy="130005"/>
          </a:xfrm>
          <a:custGeom>
            <a:avLst/>
            <a:gdLst>
              <a:gd name="connsiteX0" fmla="*/ 136674 w 606727"/>
              <a:gd name="connsiteY0" fmla="*/ 382197 h 600174"/>
              <a:gd name="connsiteX1" fmla="*/ 263034 w 606727"/>
              <a:gd name="connsiteY1" fmla="*/ 515368 h 600174"/>
              <a:gd name="connsiteX2" fmla="*/ 303484 w 606727"/>
              <a:gd name="connsiteY2" fmla="*/ 529983 h 600174"/>
              <a:gd name="connsiteX3" fmla="*/ 343935 w 606727"/>
              <a:gd name="connsiteY3" fmla="*/ 515368 h 600174"/>
              <a:gd name="connsiteX4" fmla="*/ 470295 w 606727"/>
              <a:gd name="connsiteY4" fmla="*/ 382197 h 600174"/>
              <a:gd name="connsiteX5" fmla="*/ 521918 w 606727"/>
              <a:gd name="connsiteY5" fmla="*/ 404889 h 600174"/>
              <a:gd name="connsiteX6" fmla="*/ 602241 w 606727"/>
              <a:gd name="connsiteY6" fmla="*/ 547483 h 600174"/>
              <a:gd name="connsiteX7" fmla="*/ 594151 w 606727"/>
              <a:gd name="connsiteY7" fmla="*/ 591809 h 600174"/>
              <a:gd name="connsiteX8" fmla="*/ 571422 w 606727"/>
              <a:gd name="connsiteY8" fmla="*/ 600174 h 600174"/>
              <a:gd name="connsiteX9" fmla="*/ 448914 w 606727"/>
              <a:gd name="connsiteY9" fmla="*/ 600174 h 600174"/>
              <a:gd name="connsiteX10" fmla="*/ 158055 w 606727"/>
              <a:gd name="connsiteY10" fmla="*/ 600174 h 600174"/>
              <a:gd name="connsiteX11" fmla="*/ 35547 w 606727"/>
              <a:gd name="connsiteY11" fmla="*/ 600174 h 600174"/>
              <a:gd name="connsiteX12" fmla="*/ 12625 w 606727"/>
              <a:gd name="connsiteY12" fmla="*/ 591809 h 600174"/>
              <a:gd name="connsiteX13" fmla="*/ 4535 w 606727"/>
              <a:gd name="connsiteY13" fmla="*/ 547483 h 600174"/>
              <a:gd name="connsiteX14" fmla="*/ 85051 w 606727"/>
              <a:gd name="connsiteY14" fmla="*/ 404889 h 600174"/>
              <a:gd name="connsiteX15" fmla="*/ 136674 w 606727"/>
              <a:gd name="connsiteY15" fmla="*/ 382197 h 600174"/>
              <a:gd name="connsiteX16" fmla="*/ 303354 w 606727"/>
              <a:gd name="connsiteY16" fmla="*/ 121740 h 600174"/>
              <a:gd name="connsiteX17" fmla="*/ 321065 w 606727"/>
              <a:gd name="connsiteY17" fmla="*/ 139153 h 600174"/>
              <a:gd name="connsiteX18" fmla="*/ 303451 w 606727"/>
              <a:gd name="connsiteY18" fmla="*/ 156759 h 600174"/>
              <a:gd name="connsiteX19" fmla="*/ 265238 w 606727"/>
              <a:gd name="connsiteY19" fmla="*/ 194952 h 600174"/>
              <a:gd name="connsiteX20" fmla="*/ 247624 w 606727"/>
              <a:gd name="connsiteY20" fmla="*/ 212558 h 600174"/>
              <a:gd name="connsiteX21" fmla="*/ 230106 w 606727"/>
              <a:gd name="connsiteY21" fmla="*/ 194952 h 600174"/>
              <a:gd name="connsiteX22" fmla="*/ 303354 w 606727"/>
              <a:gd name="connsiteY22" fmla="*/ 121740 h 600174"/>
              <a:gd name="connsiteX23" fmla="*/ 303376 w 606727"/>
              <a:gd name="connsiteY23" fmla="*/ 77632 h 600174"/>
              <a:gd name="connsiteX24" fmla="*/ 185870 w 606727"/>
              <a:gd name="connsiteY24" fmla="*/ 194955 h 600174"/>
              <a:gd name="connsiteX25" fmla="*/ 303376 w 606727"/>
              <a:gd name="connsiteY25" fmla="*/ 312278 h 600174"/>
              <a:gd name="connsiteX26" fmla="*/ 420882 w 606727"/>
              <a:gd name="connsiteY26" fmla="*/ 194955 h 600174"/>
              <a:gd name="connsiteX27" fmla="*/ 303376 w 606727"/>
              <a:gd name="connsiteY27" fmla="*/ 77632 h 600174"/>
              <a:gd name="connsiteX28" fmla="*/ 296441 w 606727"/>
              <a:gd name="connsiteY28" fmla="*/ 122 h 600174"/>
              <a:gd name="connsiteX29" fmla="*/ 496490 w 606727"/>
              <a:gd name="connsiteY29" fmla="*/ 192839 h 600174"/>
              <a:gd name="connsiteX30" fmla="*/ 492926 w 606727"/>
              <a:gd name="connsiteY30" fmla="*/ 229478 h 600174"/>
              <a:gd name="connsiteX31" fmla="*/ 491674 w 606727"/>
              <a:gd name="connsiteY31" fmla="*/ 235537 h 600174"/>
              <a:gd name="connsiteX32" fmla="*/ 478671 w 606727"/>
              <a:gd name="connsiteY32" fmla="*/ 273715 h 600174"/>
              <a:gd name="connsiteX33" fmla="*/ 314067 w 606727"/>
              <a:gd name="connsiteY33" fmla="*/ 479607 h 600174"/>
              <a:gd name="connsiteX34" fmla="*/ 292588 w 606727"/>
              <a:gd name="connsiteY34" fmla="*/ 479607 h 600174"/>
              <a:gd name="connsiteX35" fmla="*/ 127983 w 606727"/>
              <a:gd name="connsiteY35" fmla="*/ 273715 h 600174"/>
              <a:gd name="connsiteX36" fmla="*/ 114981 w 606727"/>
              <a:gd name="connsiteY36" fmla="*/ 235537 h 600174"/>
              <a:gd name="connsiteX37" fmla="*/ 113729 w 606727"/>
              <a:gd name="connsiteY37" fmla="*/ 229478 h 600174"/>
              <a:gd name="connsiteX38" fmla="*/ 111128 w 606727"/>
              <a:gd name="connsiteY38" fmla="*/ 174087 h 600174"/>
              <a:gd name="connsiteX39" fmla="*/ 296441 w 606727"/>
              <a:gd name="connsiteY39" fmla="*/ 122 h 6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727" h="600174">
                <a:moveTo>
                  <a:pt x="136674" y="382197"/>
                </a:moveTo>
                <a:cubicBezTo>
                  <a:pt x="165567" y="422581"/>
                  <a:pt x="206210" y="468253"/>
                  <a:pt x="263034" y="515368"/>
                </a:cubicBezTo>
                <a:cubicBezTo>
                  <a:pt x="274398" y="524887"/>
                  <a:pt x="288749" y="529983"/>
                  <a:pt x="303484" y="529983"/>
                </a:cubicBezTo>
                <a:cubicBezTo>
                  <a:pt x="318316" y="529983"/>
                  <a:pt x="332667" y="524791"/>
                  <a:pt x="343935" y="515368"/>
                </a:cubicBezTo>
                <a:cubicBezTo>
                  <a:pt x="400855" y="468253"/>
                  <a:pt x="441402" y="422581"/>
                  <a:pt x="470295" y="382197"/>
                </a:cubicBezTo>
                <a:cubicBezTo>
                  <a:pt x="493699" y="382485"/>
                  <a:pt x="514406" y="391428"/>
                  <a:pt x="521918" y="404889"/>
                </a:cubicBezTo>
                <a:lnTo>
                  <a:pt x="602241" y="547483"/>
                </a:lnTo>
                <a:cubicBezTo>
                  <a:pt x="610524" y="562194"/>
                  <a:pt x="607057" y="580944"/>
                  <a:pt x="594151" y="591809"/>
                </a:cubicBezTo>
                <a:cubicBezTo>
                  <a:pt x="587698" y="597193"/>
                  <a:pt x="579608" y="600174"/>
                  <a:pt x="571422" y="600174"/>
                </a:cubicBezTo>
                <a:lnTo>
                  <a:pt x="448914" y="600174"/>
                </a:lnTo>
                <a:lnTo>
                  <a:pt x="158055" y="600174"/>
                </a:lnTo>
                <a:lnTo>
                  <a:pt x="35547" y="600174"/>
                </a:lnTo>
                <a:cubicBezTo>
                  <a:pt x="27168" y="600174"/>
                  <a:pt x="19078" y="597193"/>
                  <a:pt x="12625" y="591809"/>
                </a:cubicBezTo>
                <a:cubicBezTo>
                  <a:pt x="-473" y="580944"/>
                  <a:pt x="-3748" y="562194"/>
                  <a:pt x="4535" y="547483"/>
                </a:cubicBezTo>
                <a:lnTo>
                  <a:pt x="85051" y="404889"/>
                </a:lnTo>
                <a:cubicBezTo>
                  <a:pt x="92563" y="391428"/>
                  <a:pt x="113366" y="382485"/>
                  <a:pt x="136674" y="382197"/>
                </a:cubicBezTo>
                <a:close/>
                <a:moveTo>
                  <a:pt x="303354" y="121740"/>
                </a:moveTo>
                <a:cubicBezTo>
                  <a:pt x="312980" y="121740"/>
                  <a:pt x="320969" y="129533"/>
                  <a:pt x="321065" y="139153"/>
                </a:cubicBezTo>
                <a:cubicBezTo>
                  <a:pt x="321065" y="148966"/>
                  <a:pt x="313076" y="156759"/>
                  <a:pt x="303451" y="156759"/>
                </a:cubicBezTo>
                <a:cubicBezTo>
                  <a:pt x="282468" y="156759"/>
                  <a:pt x="265238" y="173980"/>
                  <a:pt x="265238" y="194952"/>
                </a:cubicBezTo>
                <a:cubicBezTo>
                  <a:pt x="265238" y="204765"/>
                  <a:pt x="257249" y="212558"/>
                  <a:pt x="247624" y="212558"/>
                </a:cubicBezTo>
                <a:cubicBezTo>
                  <a:pt x="237902" y="212558"/>
                  <a:pt x="230106" y="204573"/>
                  <a:pt x="230106" y="194952"/>
                </a:cubicBezTo>
                <a:cubicBezTo>
                  <a:pt x="230106" y="154546"/>
                  <a:pt x="262928" y="121740"/>
                  <a:pt x="303354" y="121740"/>
                </a:cubicBezTo>
                <a:close/>
                <a:moveTo>
                  <a:pt x="303376" y="77632"/>
                </a:moveTo>
                <a:cubicBezTo>
                  <a:pt x="238555" y="77632"/>
                  <a:pt x="185870" y="130235"/>
                  <a:pt x="185870" y="194955"/>
                </a:cubicBezTo>
                <a:cubicBezTo>
                  <a:pt x="185870" y="259771"/>
                  <a:pt x="238555" y="312278"/>
                  <a:pt x="303376" y="312278"/>
                </a:cubicBezTo>
                <a:cubicBezTo>
                  <a:pt x="368197" y="312278"/>
                  <a:pt x="420882" y="259771"/>
                  <a:pt x="420882" y="194955"/>
                </a:cubicBezTo>
                <a:cubicBezTo>
                  <a:pt x="420882" y="130235"/>
                  <a:pt x="368197" y="77632"/>
                  <a:pt x="303376" y="77632"/>
                </a:cubicBezTo>
                <a:close/>
                <a:moveTo>
                  <a:pt x="296441" y="122"/>
                </a:moveTo>
                <a:cubicBezTo>
                  <a:pt x="406242" y="-3725"/>
                  <a:pt x="496490" y="83979"/>
                  <a:pt x="496490" y="192839"/>
                </a:cubicBezTo>
                <a:cubicBezTo>
                  <a:pt x="496490" y="205244"/>
                  <a:pt x="495334" y="217554"/>
                  <a:pt x="492926" y="229478"/>
                </a:cubicBezTo>
                <a:cubicBezTo>
                  <a:pt x="492926" y="229478"/>
                  <a:pt x="492541" y="231498"/>
                  <a:pt x="491674" y="235537"/>
                </a:cubicBezTo>
                <a:cubicBezTo>
                  <a:pt x="488688" y="248808"/>
                  <a:pt x="484354" y="261502"/>
                  <a:pt x="478671" y="273715"/>
                </a:cubicBezTo>
                <a:cubicBezTo>
                  <a:pt x="459312" y="319779"/>
                  <a:pt x="414428" y="396327"/>
                  <a:pt x="314067" y="479607"/>
                </a:cubicBezTo>
                <a:cubicBezTo>
                  <a:pt x="307902" y="484800"/>
                  <a:pt x="298752" y="484800"/>
                  <a:pt x="292588" y="479607"/>
                </a:cubicBezTo>
                <a:cubicBezTo>
                  <a:pt x="192130" y="396327"/>
                  <a:pt x="147343" y="319586"/>
                  <a:pt x="127983" y="273715"/>
                </a:cubicBezTo>
                <a:cubicBezTo>
                  <a:pt x="122397" y="261694"/>
                  <a:pt x="117966" y="248808"/>
                  <a:pt x="114981" y="235537"/>
                </a:cubicBezTo>
                <a:cubicBezTo>
                  <a:pt x="114114" y="231498"/>
                  <a:pt x="113729" y="229478"/>
                  <a:pt x="113729" y="229478"/>
                </a:cubicBezTo>
                <a:cubicBezTo>
                  <a:pt x="110357" y="211784"/>
                  <a:pt x="109298" y="193224"/>
                  <a:pt x="111128" y="174087"/>
                </a:cubicBezTo>
                <a:cubicBezTo>
                  <a:pt x="120278" y="78401"/>
                  <a:pt x="200221" y="3391"/>
                  <a:pt x="296441" y="122"/>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470" rtl="0" eaLnBrk="1" fontAlgn="auto" latinLnBrk="0" hangingPunct="0">
              <a:lnSpc>
                <a:spcPct val="100000"/>
              </a:lnSpc>
              <a:spcBef>
                <a:spcPts val="0"/>
              </a:spcBef>
              <a:spcAft>
                <a:spcPts val="0"/>
              </a:spcAft>
              <a:buClrTx/>
              <a:buSzTx/>
              <a:buFontTx/>
              <a:buNone/>
              <a:tabLst/>
              <a:defRPr/>
            </a:pPr>
            <a:endParaRPr kumimoji="0" lang="en-US" sz="1950" b="0" i="0" u="none" strike="noStrike" kern="0" cap="none" spc="0" normalizeH="0" baseline="0" noProof="0">
              <a:ln>
                <a:noFill/>
              </a:ln>
              <a:solidFill>
                <a:prstClr val="white"/>
              </a:solidFill>
              <a:effectLst/>
              <a:uLnTx/>
              <a:uFillTx/>
              <a:cs typeface="+mn-ea"/>
              <a:sym typeface="+mn-lt"/>
            </a:endParaRPr>
          </a:p>
        </p:txBody>
      </p:sp>
      <p:sp>
        <p:nvSpPr>
          <p:cNvPr id="331" name="任意多边形: 形状 126">
            <a:extLst>
              <a:ext uri="{FF2B5EF4-FFF2-40B4-BE49-F238E27FC236}">
                <a16:creationId xmlns:a16="http://schemas.microsoft.com/office/drawing/2014/main" id="{57C00C71-571F-E152-9382-6B5BB63DABC2}"/>
              </a:ext>
            </a:extLst>
          </p:cNvPr>
          <p:cNvSpPr/>
          <p:nvPr/>
        </p:nvSpPr>
        <p:spPr>
          <a:xfrm>
            <a:off x="2719027" y="3138144"/>
            <a:ext cx="488727" cy="231721"/>
          </a:xfrm>
          <a:custGeom>
            <a:avLst/>
            <a:gdLst>
              <a:gd name="connsiteX0" fmla="*/ 1016000 w 1016000"/>
              <a:gd name="connsiteY0" fmla="*/ 0 h 496047"/>
              <a:gd name="connsiteX1" fmla="*/ 185270 w 1016000"/>
              <a:gd name="connsiteY1" fmla="*/ 227106 h 496047"/>
              <a:gd name="connsiteX2" fmla="*/ 0 w 1016000"/>
              <a:gd name="connsiteY2" fmla="*/ 496047 h 496047"/>
            </a:gdLst>
            <a:ahLst/>
            <a:cxnLst>
              <a:cxn ang="0">
                <a:pos x="connsiteX0" y="connsiteY0"/>
              </a:cxn>
              <a:cxn ang="0">
                <a:pos x="connsiteX1" y="connsiteY1"/>
              </a:cxn>
              <a:cxn ang="0">
                <a:pos x="connsiteX2" y="connsiteY2"/>
              </a:cxn>
            </a:cxnLst>
            <a:rect l="l" t="t" r="r" b="b"/>
            <a:pathLst>
              <a:path w="1016000" h="496047">
                <a:moveTo>
                  <a:pt x="1016000" y="0"/>
                </a:moveTo>
                <a:cubicBezTo>
                  <a:pt x="685301" y="72215"/>
                  <a:pt x="354603" y="144431"/>
                  <a:pt x="185270" y="227106"/>
                </a:cubicBezTo>
                <a:cubicBezTo>
                  <a:pt x="15937" y="309781"/>
                  <a:pt x="7968" y="402914"/>
                  <a:pt x="0" y="496047"/>
                </a:cubicBezTo>
              </a:path>
            </a:pathLst>
          </a:custGeom>
          <a:noFill/>
          <a:ln w="6350" cap="sq" cmpd="sng" algn="ctr">
            <a:solidFill>
              <a:srgbClr val="3F64FF"/>
            </a:solidFill>
            <a:prstDash val="solid"/>
            <a:miter lim="800000"/>
            <a:headEnd type="none"/>
            <a:tailEnd type="none"/>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cs typeface="+mn-ea"/>
              <a:sym typeface="+mn-lt"/>
            </a:endParaRPr>
          </a:p>
        </p:txBody>
      </p:sp>
      <p:sp>
        <p:nvSpPr>
          <p:cNvPr id="332" name="任意多边形: 形状 123">
            <a:extLst>
              <a:ext uri="{FF2B5EF4-FFF2-40B4-BE49-F238E27FC236}">
                <a16:creationId xmlns:a16="http://schemas.microsoft.com/office/drawing/2014/main" id="{CC620C3B-B77D-688C-D13B-DFD84B094145}"/>
              </a:ext>
            </a:extLst>
          </p:cNvPr>
          <p:cNvSpPr/>
          <p:nvPr/>
        </p:nvSpPr>
        <p:spPr>
          <a:xfrm>
            <a:off x="3124984" y="3151975"/>
            <a:ext cx="77437" cy="184564"/>
          </a:xfrm>
          <a:custGeom>
            <a:avLst/>
            <a:gdLst>
              <a:gd name="connsiteX0" fmla="*/ 63861 w 63861"/>
              <a:gd name="connsiteY0" fmla="*/ 0 h 406400"/>
              <a:gd name="connsiteX1" fmla="*/ 4096 w 63861"/>
              <a:gd name="connsiteY1" fmla="*/ 256989 h 406400"/>
              <a:gd name="connsiteX2" fmla="*/ 10073 w 63861"/>
              <a:gd name="connsiteY2" fmla="*/ 406400 h 406400"/>
            </a:gdLst>
            <a:ahLst/>
            <a:cxnLst>
              <a:cxn ang="0">
                <a:pos x="connsiteX0" y="connsiteY0"/>
              </a:cxn>
              <a:cxn ang="0">
                <a:pos x="connsiteX1" y="connsiteY1"/>
              </a:cxn>
              <a:cxn ang="0">
                <a:pos x="connsiteX2" y="connsiteY2"/>
              </a:cxn>
            </a:cxnLst>
            <a:rect l="l" t="t" r="r" b="b"/>
            <a:pathLst>
              <a:path w="63861" h="406400">
                <a:moveTo>
                  <a:pt x="63861" y="0"/>
                </a:moveTo>
                <a:cubicBezTo>
                  <a:pt x="38461" y="94628"/>
                  <a:pt x="13061" y="189256"/>
                  <a:pt x="4096" y="256989"/>
                </a:cubicBezTo>
                <a:cubicBezTo>
                  <a:pt x="-4869" y="324722"/>
                  <a:pt x="2602" y="365561"/>
                  <a:pt x="10073" y="406400"/>
                </a:cubicBezTo>
              </a:path>
            </a:pathLst>
          </a:custGeom>
          <a:noFill/>
          <a:ln w="6350" cap="sq" cmpd="sng" algn="ctr">
            <a:solidFill>
              <a:srgbClr val="3F64FF"/>
            </a:solidFill>
            <a:prstDash val="solid"/>
            <a:miter lim="800000"/>
            <a:headEnd type="none"/>
            <a:tailEnd type="none"/>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cs typeface="+mn-ea"/>
              <a:sym typeface="+mn-lt"/>
            </a:endParaRPr>
          </a:p>
        </p:txBody>
      </p:sp>
      <p:sp>
        <p:nvSpPr>
          <p:cNvPr id="333" name="任意多边形: 形状 124">
            <a:extLst>
              <a:ext uri="{FF2B5EF4-FFF2-40B4-BE49-F238E27FC236}">
                <a16:creationId xmlns:a16="http://schemas.microsoft.com/office/drawing/2014/main" id="{F5B6FA0E-4394-432F-6A50-886DFB6BC8CD}"/>
              </a:ext>
            </a:extLst>
          </p:cNvPr>
          <p:cNvSpPr/>
          <p:nvPr/>
        </p:nvSpPr>
        <p:spPr>
          <a:xfrm rot="1515900">
            <a:off x="2988561" y="3019430"/>
            <a:ext cx="256589" cy="45719"/>
          </a:xfrm>
          <a:custGeom>
            <a:avLst/>
            <a:gdLst>
              <a:gd name="connsiteX0" fmla="*/ 621553 w 621553"/>
              <a:gd name="connsiteY0" fmla="*/ 144849 h 222543"/>
              <a:gd name="connsiteX1" fmla="*/ 227106 w 621553"/>
              <a:gd name="connsiteY1" fmla="*/ 1414 h 222543"/>
              <a:gd name="connsiteX2" fmla="*/ 0 w 621553"/>
              <a:gd name="connsiteY2" fmla="*/ 222543 h 222543"/>
            </a:gdLst>
            <a:ahLst/>
            <a:cxnLst>
              <a:cxn ang="0">
                <a:pos x="connsiteX0" y="connsiteY0"/>
              </a:cxn>
              <a:cxn ang="0">
                <a:pos x="connsiteX1" y="connsiteY1"/>
              </a:cxn>
              <a:cxn ang="0">
                <a:pos x="connsiteX2" y="connsiteY2"/>
              </a:cxn>
            </a:cxnLst>
            <a:rect l="l" t="t" r="r" b="b"/>
            <a:pathLst>
              <a:path w="621553" h="222543">
                <a:moveTo>
                  <a:pt x="621553" y="144849"/>
                </a:moveTo>
                <a:cubicBezTo>
                  <a:pt x="476125" y="66657"/>
                  <a:pt x="330698" y="-11535"/>
                  <a:pt x="227106" y="1414"/>
                </a:cubicBezTo>
                <a:cubicBezTo>
                  <a:pt x="123514" y="14363"/>
                  <a:pt x="61757" y="118453"/>
                  <a:pt x="0" y="222543"/>
                </a:cubicBezTo>
              </a:path>
            </a:pathLst>
          </a:custGeom>
          <a:noFill/>
          <a:ln w="6350" cap="sq" cmpd="sng" algn="ctr">
            <a:solidFill>
              <a:srgbClr val="3F64FF"/>
            </a:solidFill>
            <a:prstDash val="solid"/>
            <a:miter lim="800000"/>
            <a:headEnd type="none"/>
            <a:tailEnd type="none"/>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cs typeface="+mn-ea"/>
              <a:sym typeface="+mn-lt"/>
            </a:endParaRPr>
          </a:p>
        </p:txBody>
      </p:sp>
      <p:sp>
        <p:nvSpPr>
          <p:cNvPr id="313" name="placeholder_125805">
            <a:extLst>
              <a:ext uri="{FF2B5EF4-FFF2-40B4-BE49-F238E27FC236}">
                <a16:creationId xmlns:a16="http://schemas.microsoft.com/office/drawing/2014/main" id="{1FB185A8-95E9-7555-6B1E-0FE29EB250DD}"/>
              </a:ext>
            </a:extLst>
          </p:cNvPr>
          <p:cNvSpPr/>
          <p:nvPr/>
        </p:nvSpPr>
        <p:spPr>
          <a:xfrm>
            <a:off x="3163294" y="3005934"/>
            <a:ext cx="135129" cy="130005"/>
          </a:xfrm>
          <a:custGeom>
            <a:avLst/>
            <a:gdLst>
              <a:gd name="connsiteX0" fmla="*/ 136674 w 606727"/>
              <a:gd name="connsiteY0" fmla="*/ 382197 h 600174"/>
              <a:gd name="connsiteX1" fmla="*/ 263034 w 606727"/>
              <a:gd name="connsiteY1" fmla="*/ 515368 h 600174"/>
              <a:gd name="connsiteX2" fmla="*/ 303484 w 606727"/>
              <a:gd name="connsiteY2" fmla="*/ 529983 h 600174"/>
              <a:gd name="connsiteX3" fmla="*/ 343935 w 606727"/>
              <a:gd name="connsiteY3" fmla="*/ 515368 h 600174"/>
              <a:gd name="connsiteX4" fmla="*/ 470295 w 606727"/>
              <a:gd name="connsiteY4" fmla="*/ 382197 h 600174"/>
              <a:gd name="connsiteX5" fmla="*/ 521918 w 606727"/>
              <a:gd name="connsiteY5" fmla="*/ 404889 h 600174"/>
              <a:gd name="connsiteX6" fmla="*/ 602241 w 606727"/>
              <a:gd name="connsiteY6" fmla="*/ 547483 h 600174"/>
              <a:gd name="connsiteX7" fmla="*/ 594151 w 606727"/>
              <a:gd name="connsiteY7" fmla="*/ 591809 h 600174"/>
              <a:gd name="connsiteX8" fmla="*/ 571422 w 606727"/>
              <a:gd name="connsiteY8" fmla="*/ 600174 h 600174"/>
              <a:gd name="connsiteX9" fmla="*/ 448914 w 606727"/>
              <a:gd name="connsiteY9" fmla="*/ 600174 h 600174"/>
              <a:gd name="connsiteX10" fmla="*/ 158055 w 606727"/>
              <a:gd name="connsiteY10" fmla="*/ 600174 h 600174"/>
              <a:gd name="connsiteX11" fmla="*/ 35547 w 606727"/>
              <a:gd name="connsiteY11" fmla="*/ 600174 h 600174"/>
              <a:gd name="connsiteX12" fmla="*/ 12625 w 606727"/>
              <a:gd name="connsiteY12" fmla="*/ 591809 h 600174"/>
              <a:gd name="connsiteX13" fmla="*/ 4535 w 606727"/>
              <a:gd name="connsiteY13" fmla="*/ 547483 h 600174"/>
              <a:gd name="connsiteX14" fmla="*/ 85051 w 606727"/>
              <a:gd name="connsiteY14" fmla="*/ 404889 h 600174"/>
              <a:gd name="connsiteX15" fmla="*/ 136674 w 606727"/>
              <a:gd name="connsiteY15" fmla="*/ 382197 h 600174"/>
              <a:gd name="connsiteX16" fmla="*/ 303354 w 606727"/>
              <a:gd name="connsiteY16" fmla="*/ 121740 h 600174"/>
              <a:gd name="connsiteX17" fmla="*/ 321065 w 606727"/>
              <a:gd name="connsiteY17" fmla="*/ 139153 h 600174"/>
              <a:gd name="connsiteX18" fmla="*/ 303451 w 606727"/>
              <a:gd name="connsiteY18" fmla="*/ 156759 h 600174"/>
              <a:gd name="connsiteX19" fmla="*/ 265238 w 606727"/>
              <a:gd name="connsiteY19" fmla="*/ 194952 h 600174"/>
              <a:gd name="connsiteX20" fmla="*/ 247624 w 606727"/>
              <a:gd name="connsiteY20" fmla="*/ 212558 h 600174"/>
              <a:gd name="connsiteX21" fmla="*/ 230106 w 606727"/>
              <a:gd name="connsiteY21" fmla="*/ 194952 h 600174"/>
              <a:gd name="connsiteX22" fmla="*/ 303354 w 606727"/>
              <a:gd name="connsiteY22" fmla="*/ 121740 h 600174"/>
              <a:gd name="connsiteX23" fmla="*/ 303376 w 606727"/>
              <a:gd name="connsiteY23" fmla="*/ 77632 h 600174"/>
              <a:gd name="connsiteX24" fmla="*/ 185870 w 606727"/>
              <a:gd name="connsiteY24" fmla="*/ 194955 h 600174"/>
              <a:gd name="connsiteX25" fmla="*/ 303376 w 606727"/>
              <a:gd name="connsiteY25" fmla="*/ 312278 h 600174"/>
              <a:gd name="connsiteX26" fmla="*/ 420882 w 606727"/>
              <a:gd name="connsiteY26" fmla="*/ 194955 h 600174"/>
              <a:gd name="connsiteX27" fmla="*/ 303376 w 606727"/>
              <a:gd name="connsiteY27" fmla="*/ 77632 h 600174"/>
              <a:gd name="connsiteX28" fmla="*/ 296441 w 606727"/>
              <a:gd name="connsiteY28" fmla="*/ 122 h 600174"/>
              <a:gd name="connsiteX29" fmla="*/ 496490 w 606727"/>
              <a:gd name="connsiteY29" fmla="*/ 192839 h 600174"/>
              <a:gd name="connsiteX30" fmla="*/ 492926 w 606727"/>
              <a:gd name="connsiteY30" fmla="*/ 229478 h 600174"/>
              <a:gd name="connsiteX31" fmla="*/ 491674 w 606727"/>
              <a:gd name="connsiteY31" fmla="*/ 235537 h 600174"/>
              <a:gd name="connsiteX32" fmla="*/ 478671 w 606727"/>
              <a:gd name="connsiteY32" fmla="*/ 273715 h 600174"/>
              <a:gd name="connsiteX33" fmla="*/ 314067 w 606727"/>
              <a:gd name="connsiteY33" fmla="*/ 479607 h 600174"/>
              <a:gd name="connsiteX34" fmla="*/ 292588 w 606727"/>
              <a:gd name="connsiteY34" fmla="*/ 479607 h 600174"/>
              <a:gd name="connsiteX35" fmla="*/ 127983 w 606727"/>
              <a:gd name="connsiteY35" fmla="*/ 273715 h 600174"/>
              <a:gd name="connsiteX36" fmla="*/ 114981 w 606727"/>
              <a:gd name="connsiteY36" fmla="*/ 235537 h 600174"/>
              <a:gd name="connsiteX37" fmla="*/ 113729 w 606727"/>
              <a:gd name="connsiteY37" fmla="*/ 229478 h 600174"/>
              <a:gd name="connsiteX38" fmla="*/ 111128 w 606727"/>
              <a:gd name="connsiteY38" fmla="*/ 174087 h 600174"/>
              <a:gd name="connsiteX39" fmla="*/ 296441 w 606727"/>
              <a:gd name="connsiteY39" fmla="*/ 122 h 60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6727" h="600174">
                <a:moveTo>
                  <a:pt x="136674" y="382197"/>
                </a:moveTo>
                <a:cubicBezTo>
                  <a:pt x="165567" y="422581"/>
                  <a:pt x="206210" y="468253"/>
                  <a:pt x="263034" y="515368"/>
                </a:cubicBezTo>
                <a:cubicBezTo>
                  <a:pt x="274398" y="524887"/>
                  <a:pt x="288749" y="529983"/>
                  <a:pt x="303484" y="529983"/>
                </a:cubicBezTo>
                <a:cubicBezTo>
                  <a:pt x="318316" y="529983"/>
                  <a:pt x="332667" y="524791"/>
                  <a:pt x="343935" y="515368"/>
                </a:cubicBezTo>
                <a:cubicBezTo>
                  <a:pt x="400855" y="468253"/>
                  <a:pt x="441402" y="422581"/>
                  <a:pt x="470295" y="382197"/>
                </a:cubicBezTo>
                <a:cubicBezTo>
                  <a:pt x="493699" y="382485"/>
                  <a:pt x="514406" y="391428"/>
                  <a:pt x="521918" y="404889"/>
                </a:cubicBezTo>
                <a:lnTo>
                  <a:pt x="602241" y="547483"/>
                </a:lnTo>
                <a:cubicBezTo>
                  <a:pt x="610524" y="562194"/>
                  <a:pt x="607057" y="580944"/>
                  <a:pt x="594151" y="591809"/>
                </a:cubicBezTo>
                <a:cubicBezTo>
                  <a:pt x="587698" y="597193"/>
                  <a:pt x="579608" y="600174"/>
                  <a:pt x="571422" y="600174"/>
                </a:cubicBezTo>
                <a:lnTo>
                  <a:pt x="448914" y="600174"/>
                </a:lnTo>
                <a:lnTo>
                  <a:pt x="158055" y="600174"/>
                </a:lnTo>
                <a:lnTo>
                  <a:pt x="35547" y="600174"/>
                </a:lnTo>
                <a:cubicBezTo>
                  <a:pt x="27168" y="600174"/>
                  <a:pt x="19078" y="597193"/>
                  <a:pt x="12625" y="591809"/>
                </a:cubicBezTo>
                <a:cubicBezTo>
                  <a:pt x="-473" y="580944"/>
                  <a:pt x="-3748" y="562194"/>
                  <a:pt x="4535" y="547483"/>
                </a:cubicBezTo>
                <a:lnTo>
                  <a:pt x="85051" y="404889"/>
                </a:lnTo>
                <a:cubicBezTo>
                  <a:pt x="92563" y="391428"/>
                  <a:pt x="113366" y="382485"/>
                  <a:pt x="136674" y="382197"/>
                </a:cubicBezTo>
                <a:close/>
                <a:moveTo>
                  <a:pt x="303354" y="121740"/>
                </a:moveTo>
                <a:cubicBezTo>
                  <a:pt x="312980" y="121740"/>
                  <a:pt x="320969" y="129533"/>
                  <a:pt x="321065" y="139153"/>
                </a:cubicBezTo>
                <a:cubicBezTo>
                  <a:pt x="321065" y="148966"/>
                  <a:pt x="313076" y="156759"/>
                  <a:pt x="303451" y="156759"/>
                </a:cubicBezTo>
                <a:cubicBezTo>
                  <a:pt x="282468" y="156759"/>
                  <a:pt x="265238" y="173980"/>
                  <a:pt x="265238" y="194952"/>
                </a:cubicBezTo>
                <a:cubicBezTo>
                  <a:pt x="265238" y="204765"/>
                  <a:pt x="257249" y="212558"/>
                  <a:pt x="247624" y="212558"/>
                </a:cubicBezTo>
                <a:cubicBezTo>
                  <a:pt x="237902" y="212558"/>
                  <a:pt x="230106" y="204573"/>
                  <a:pt x="230106" y="194952"/>
                </a:cubicBezTo>
                <a:cubicBezTo>
                  <a:pt x="230106" y="154546"/>
                  <a:pt x="262928" y="121740"/>
                  <a:pt x="303354" y="121740"/>
                </a:cubicBezTo>
                <a:close/>
                <a:moveTo>
                  <a:pt x="303376" y="77632"/>
                </a:moveTo>
                <a:cubicBezTo>
                  <a:pt x="238555" y="77632"/>
                  <a:pt x="185870" y="130235"/>
                  <a:pt x="185870" y="194955"/>
                </a:cubicBezTo>
                <a:cubicBezTo>
                  <a:pt x="185870" y="259771"/>
                  <a:pt x="238555" y="312278"/>
                  <a:pt x="303376" y="312278"/>
                </a:cubicBezTo>
                <a:cubicBezTo>
                  <a:pt x="368197" y="312278"/>
                  <a:pt x="420882" y="259771"/>
                  <a:pt x="420882" y="194955"/>
                </a:cubicBezTo>
                <a:cubicBezTo>
                  <a:pt x="420882" y="130235"/>
                  <a:pt x="368197" y="77632"/>
                  <a:pt x="303376" y="77632"/>
                </a:cubicBezTo>
                <a:close/>
                <a:moveTo>
                  <a:pt x="296441" y="122"/>
                </a:moveTo>
                <a:cubicBezTo>
                  <a:pt x="406242" y="-3725"/>
                  <a:pt x="496490" y="83979"/>
                  <a:pt x="496490" y="192839"/>
                </a:cubicBezTo>
                <a:cubicBezTo>
                  <a:pt x="496490" y="205244"/>
                  <a:pt x="495334" y="217554"/>
                  <a:pt x="492926" y="229478"/>
                </a:cubicBezTo>
                <a:cubicBezTo>
                  <a:pt x="492926" y="229478"/>
                  <a:pt x="492541" y="231498"/>
                  <a:pt x="491674" y="235537"/>
                </a:cubicBezTo>
                <a:cubicBezTo>
                  <a:pt x="488688" y="248808"/>
                  <a:pt x="484354" y="261502"/>
                  <a:pt x="478671" y="273715"/>
                </a:cubicBezTo>
                <a:cubicBezTo>
                  <a:pt x="459312" y="319779"/>
                  <a:pt x="414428" y="396327"/>
                  <a:pt x="314067" y="479607"/>
                </a:cubicBezTo>
                <a:cubicBezTo>
                  <a:pt x="307902" y="484800"/>
                  <a:pt x="298752" y="484800"/>
                  <a:pt x="292588" y="479607"/>
                </a:cubicBezTo>
                <a:cubicBezTo>
                  <a:pt x="192130" y="396327"/>
                  <a:pt x="147343" y="319586"/>
                  <a:pt x="127983" y="273715"/>
                </a:cubicBezTo>
                <a:cubicBezTo>
                  <a:pt x="122397" y="261694"/>
                  <a:pt x="117966" y="248808"/>
                  <a:pt x="114981" y="235537"/>
                </a:cubicBezTo>
                <a:cubicBezTo>
                  <a:pt x="114114" y="231498"/>
                  <a:pt x="113729" y="229478"/>
                  <a:pt x="113729" y="229478"/>
                </a:cubicBezTo>
                <a:cubicBezTo>
                  <a:pt x="110357" y="211784"/>
                  <a:pt x="109298" y="193224"/>
                  <a:pt x="111128" y="174087"/>
                </a:cubicBezTo>
                <a:cubicBezTo>
                  <a:pt x="120278" y="78401"/>
                  <a:pt x="200221" y="3391"/>
                  <a:pt x="296441" y="122"/>
                </a:cubicBezTo>
                <a:close/>
              </a:path>
            </a:pathLst>
          </a:custGeom>
          <a:solidFill>
            <a:srgbClr val="3F6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470" rtl="0" eaLnBrk="1" fontAlgn="auto" latinLnBrk="0" hangingPunct="0">
              <a:lnSpc>
                <a:spcPct val="100000"/>
              </a:lnSpc>
              <a:spcBef>
                <a:spcPts val="0"/>
              </a:spcBef>
              <a:spcAft>
                <a:spcPts val="0"/>
              </a:spcAft>
              <a:buClrTx/>
              <a:buSzTx/>
              <a:buFontTx/>
              <a:buNone/>
              <a:tabLst/>
              <a:defRPr/>
            </a:pPr>
            <a:endParaRPr kumimoji="0" lang="en-US" sz="1950" b="0" i="0" u="none" strike="noStrike" kern="0" cap="none" spc="0" normalizeH="0" baseline="0" noProof="0">
              <a:ln>
                <a:noFill/>
              </a:ln>
              <a:solidFill>
                <a:prstClr val="white"/>
              </a:solidFill>
              <a:effectLst/>
              <a:uLnTx/>
              <a:uFillTx/>
              <a:cs typeface="+mn-ea"/>
              <a:sym typeface="+mn-lt"/>
            </a:endParaRPr>
          </a:p>
        </p:txBody>
      </p:sp>
      <p:sp>
        <p:nvSpPr>
          <p:cNvPr id="335" name="任意多边形: 形状 124">
            <a:extLst>
              <a:ext uri="{FF2B5EF4-FFF2-40B4-BE49-F238E27FC236}">
                <a16:creationId xmlns:a16="http://schemas.microsoft.com/office/drawing/2014/main" id="{7FE2A758-0A0F-2418-5D22-DA180609C02A}"/>
              </a:ext>
            </a:extLst>
          </p:cNvPr>
          <p:cNvSpPr/>
          <p:nvPr/>
        </p:nvSpPr>
        <p:spPr>
          <a:xfrm>
            <a:off x="2823491" y="3047771"/>
            <a:ext cx="363211" cy="84560"/>
          </a:xfrm>
          <a:custGeom>
            <a:avLst/>
            <a:gdLst>
              <a:gd name="connsiteX0" fmla="*/ 621553 w 621553"/>
              <a:gd name="connsiteY0" fmla="*/ 144849 h 222543"/>
              <a:gd name="connsiteX1" fmla="*/ 227106 w 621553"/>
              <a:gd name="connsiteY1" fmla="*/ 1414 h 222543"/>
              <a:gd name="connsiteX2" fmla="*/ 0 w 621553"/>
              <a:gd name="connsiteY2" fmla="*/ 222543 h 222543"/>
            </a:gdLst>
            <a:ahLst/>
            <a:cxnLst>
              <a:cxn ang="0">
                <a:pos x="connsiteX0" y="connsiteY0"/>
              </a:cxn>
              <a:cxn ang="0">
                <a:pos x="connsiteX1" y="connsiteY1"/>
              </a:cxn>
              <a:cxn ang="0">
                <a:pos x="connsiteX2" y="connsiteY2"/>
              </a:cxn>
            </a:cxnLst>
            <a:rect l="l" t="t" r="r" b="b"/>
            <a:pathLst>
              <a:path w="621553" h="222543">
                <a:moveTo>
                  <a:pt x="621553" y="144849"/>
                </a:moveTo>
                <a:cubicBezTo>
                  <a:pt x="476125" y="66657"/>
                  <a:pt x="330698" y="-11535"/>
                  <a:pt x="227106" y="1414"/>
                </a:cubicBezTo>
                <a:cubicBezTo>
                  <a:pt x="123514" y="14363"/>
                  <a:pt x="61757" y="118453"/>
                  <a:pt x="0" y="222543"/>
                </a:cubicBezTo>
              </a:path>
            </a:pathLst>
          </a:custGeom>
          <a:noFill/>
          <a:ln w="6350" cap="sq" cmpd="sng" algn="ctr">
            <a:solidFill>
              <a:srgbClr val="3F64FF"/>
            </a:solidFill>
            <a:prstDash val="solid"/>
            <a:miter lim="800000"/>
            <a:headEnd type="none"/>
            <a:tailEnd type="none"/>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cs typeface="+mn-ea"/>
              <a:sym typeface="+mn-lt"/>
            </a:endParaRPr>
          </a:p>
        </p:txBody>
      </p:sp>
      <p:sp>
        <p:nvSpPr>
          <p:cNvPr id="336" name="任意多边形: 形状 125">
            <a:extLst>
              <a:ext uri="{FF2B5EF4-FFF2-40B4-BE49-F238E27FC236}">
                <a16:creationId xmlns:a16="http://schemas.microsoft.com/office/drawing/2014/main" id="{AB44F6DB-D885-D4D5-3068-5BABBBA6C786}"/>
              </a:ext>
            </a:extLst>
          </p:cNvPr>
          <p:cNvSpPr/>
          <p:nvPr/>
        </p:nvSpPr>
        <p:spPr>
          <a:xfrm>
            <a:off x="2709028" y="2787285"/>
            <a:ext cx="511906" cy="302766"/>
          </a:xfrm>
          <a:custGeom>
            <a:avLst/>
            <a:gdLst>
              <a:gd name="connsiteX0" fmla="*/ 759012 w 759012"/>
              <a:gd name="connsiteY0" fmla="*/ 515043 h 515043"/>
              <a:gd name="connsiteX1" fmla="*/ 149412 w 759012"/>
              <a:gd name="connsiteY1" fmla="*/ 18996 h 515043"/>
              <a:gd name="connsiteX2" fmla="*/ 0 w 759012"/>
              <a:gd name="connsiteY2" fmla="*/ 150479 h 515043"/>
            </a:gdLst>
            <a:ahLst/>
            <a:cxnLst>
              <a:cxn ang="0">
                <a:pos x="connsiteX0" y="connsiteY0"/>
              </a:cxn>
              <a:cxn ang="0">
                <a:pos x="connsiteX1" y="connsiteY1"/>
              </a:cxn>
              <a:cxn ang="0">
                <a:pos x="connsiteX2" y="connsiteY2"/>
              </a:cxn>
            </a:cxnLst>
            <a:rect l="l" t="t" r="r" b="b"/>
            <a:pathLst>
              <a:path w="759012" h="515043">
                <a:moveTo>
                  <a:pt x="759012" y="515043"/>
                </a:moveTo>
                <a:cubicBezTo>
                  <a:pt x="517463" y="297400"/>
                  <a:pt x="275914" y="79757"/>
                  <a:pt x="149412" y="18996"/>
                </a:cubicBezTo>
                <a:cubicBezTo>
                  <a:pt x="22910" y="-41765"/>
                  <a:pt x="11455" y="54357"/>
                  <a:pt x="0" y="150479"/>
                </a:cubicBezTo>
              </a:path>
            </a:pathLst>
          </a:custGeom>
          <a:noFill/>
          <a:ln w="6350" cap="sq" cmpd="sng" algn="ctr">
            <a:solidFill>
              <a:srgbClr val="3F64FF"/>
            </a:solidFill>
            <a:prstDash val="solid"/>
            <a:miter lim="800000"/>
            <a:headEnd type="none"/>
            <a:tailEnd type="none"/>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cs typeface="+mn-ea"/>
              <a:sym typeface="+mn-lt"/>
            </a:endParaRPr>
          </a:p>
        </p:txBody>
      </p:sp>
      <p:sp>
        <p:nvSpPr>
          <p:cNvPr id="344" name="弧形 343">
            <a:extLst>
              <a:ext uri="{FF2B5EF4-FFF2-40B4-BE49-F238E27FC236}">
                <a16:creationId xmlns:a16="http://schemas.microsoft.com/office/drawing/2014/main" id="{250BFC30-70AA-3836-808F-DF0B2CA61DAC}"/>
              </a:ext>
            </a:extLst>
          </p:cNvPr>
          <p:cNvSpPr/>
          <p:nvPr/>
        </p:nvSpPr>
        <p:spPr>
          <a:xfrm rot="11121697">
            <a:off x="8882400" y="2552347"/>
            <a:ext cx="953844" cy="1512293"/>
          </a:xfrm>
          <a:prstGeom prst="arc">
            <a:avLst>
              <a:gd name="adj1" fmla="val 17114368"/>
              <a:gd name="adj2" fmla="val 20960262"/>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45" name="弧形 344">
            <a:extLst>
              <a:ext uri="{FF2B5EF4-FFF2-40B4-BE49-F238E27FC236}">
                <a16:creationId xmlns:a16="http://schemas.microsoft.com/office/drawing/2014/main" id="{4B9E41DD-8247-5615-334C-B4AA0589D0AB}"/>
              </a:ext>
            </a:extLst>
          </p:cNvPr>
          <p:cNvSpPr/>
          <p:nvPr/>
        </p:nvSpPr>
        <p:spPr>
          <a:xfrm rot="1872525">
            <a:off x="6567916" y="2186968"/>
            <a:ext cx="2764591" cy="2014551"/>
          </a:xfrm>
          <a:prstGeom prst="arc">
            <a:avLst>
              <a:gd name="adj1" fmla="val 18014737"/>
              <a:gd name="adj2" fmla="val 195459"/>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51" name="弧形 350">
            <a:extLst>
              <a:ext uri="{FF2B5EF4-FFF2-40B4-BE49-F238E27FC236}">
                <a16:creationId xmlns:a16="http://schemas.microsoft.com/office/drawing/2014/main" id="{05111DB5-CC23-871A-19A4-4685EA835446}"/>
              </a:ext>
            </a:extLst>
          </p:cNvPr>
          <p:cNvSpPr/>
          <p:nvPr/>
        </p:nvSpPr>
        <p:spPr>
          <a:xfrm rot="21264911">
            <a:off x="3092502" y="3839852"/>
            <a:ext cx="863654" cy="464511"/>
          </a:xfrm>
          <a:prstGeom prst="arc">
            <a:avLst>
              <a:gd name="adj1" fmla="val 16313145"/>
              <a:gd name="adj2" fmla="val 21381992"/>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52" name="弧形 351">
            <a:extLst>
              <a:ext uri="{FF2B5EF4-FFF2-40B4-BE49-F238E27FC236}">
                <a16:creationId xmlns:a16="http://schemas.microsoft.com/office/drawing/2014/main" id="{E16EFF1F-173D-7875-9553-D5737A9ED159}"/>
              </a:ext>
            </a:extLst>
          </p:cNvPr>
          <p:cNvSpPr/>
          <p:nvPr/>
        </p:nvSpPr>
        <p:spPr>
          <a:xfrm rot="20896057">
            <a:off x="2937416" y="3850768"/>
            <a:ext cx="1155249" cy="430111"/>
          </a:xfrm>
          <a:prstGeom prst="arc">
            <a:avLst>
              <a:gd name="adj1" fmla="val 16313145"/>
              <a:gd name="adj2" fmla="val 21381992"/>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61" name="弧形 360">
            <a:extLst>
              <a:ext uri="{FF2B5EF4-FFF2-40B4-BE49-F238E27FC236}">
                <a16:creationId xmlns:a16="http://schemas.microsoft.com/office/drawing/2014/main" id="{BD767DDE-EDD8-DBA2-0536-5AC9936AF9FE}"/>
              </a:ext>
            </a:extLst>
          </p:cNvPr>
          <p:cNvSpPr/>
          <p:nvPr/>
        </p:nvSpPr>
        <p:spPr>
          <a:xfrm rot="18382993">
            <a:off x="5193270" y="3739401"/>
            <a:ext cx="1210345" cy="497274"/>
          </a:xfrm>
          <a:prstGeom prst="arc">
            <a:avLst>
              <a:gd name="adj1" fmla="val 15182539"/>
              <a:gd name="adj2" fmla="val 62060"/>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62" name="弧形 361">
            <a:extLst>
              <a:ext uri="{FF2B5EF4-FFF2-40B4-BE49-F238E27FC236}">
                <a16:creationId xmlns:a16="http://schemas.microsoft.com/office/drawing/2014/main" id="{375C0C0B-E86B-9537-4059-D5DBA83A09B1}"/>
              </a:ext>
            </a:extLst>
          </p:cNvPr>
          <p:cNvSpPr/>
          <p:nvPr/>
        </p:nvSpPr>
        <p:spPr>
          <a:xfrm rot="20236593">
            <a:off x="4349851" y="3787747"/>
            <a:ext cx="1249592" cy="678017"/>
          </a:xfrm>
          <a:prstGeom prst="arc">
            <a:avLst>
              <a:gd name="adj1" fmla="val 14950157"/>
              <a:gd name="adj2" fmla="val 62060"/>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63" name="弧形 362">
            <a:extLst>
              <a:ext uri="{FF2B5EF4-FFF2-40B4-BE49-F238E27FC236}">
                <a16:creationId xmlns:a16="http://schemas.microsoft.com/office/drawing/2014/main" id="{AEB7C48F-82CD-71F6-C0D1-1E566B8B433C}"/>
              </a:ext>
            </a:extLst>
          </p:cNvPr>
          <p:cNvSpPr/>
          <p:nvPr/>
        </p:nvSpPr>
        <p:spPr>
          <a:xfrm rot="17613881">
            <a:off x="5216272" y="3972134"/>
            <a:ext cx="490251" cy="306203"/>
          </a:xfrm>
          <a:prstGeom prst="arc">
            <a:avLst>
              <a:gd name="adj1" fmla="val 14667753"/>
              <a:gd name="adj2" fmla="val 21580250"/>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64" name="弧形 363">
            <a:extLst>
              <a:ext uri="{FF2B5EF4-FFF2-40B4-BE49-F238E27FC236}">
                <a16:creationId xmlns:a16="http://schemas.microsoft.com/office/drawing/2014/main" id="{2FC1FA74-713B-4D36-8CCA-A1CA89B2F55B}"/>
              </a:ext>
            </a:extLst>
          </p:cNvPr>
          <p:cNvSpPr/>
          <p:nvPr/>
        </p:nvSpPr>
        <p:spPr>
          <a:xfrm>
            <a:off x="5506381" y="3899570"/>
            <a:ext cx="245979" cy="45719"/>
          </a:xfrm>
          <a:prstGeom prst="arc">
            <a:avLst>
              <a:gd name="adj1" fmla="val 12239635"/>
              <a:gd name="adj2" fmla="val 62060"/>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65" name="弧形 364">
            <a:extLst>
              <a:ext uri="{FF2B5EF4-FFF2-40B4-BE49-F238E27FC236}">
                <a16:creationId xmlns:a16="http://schemas.microsoft.com/office/drawing/2014/main" id="{028C892E-FEF6-4D3D-BEC8-98650E71F4FD}"/>
              </a:ext>
            </a:extLst>
          </p:cNvPr>
          <p:cNvSpPr/>
          <p:nvPr/>
        </p:nvSpPr>
        <p:spPr>
          <a:xfrm rot="18603824">
            <a:off x="5488966" y="3542466"/>
            <a:ext cx="725991" cy="426659"/>
          </a:xfrm>
          <a:prstGeom prst="arc">
            <a:avLst>
              <a:gd name="adj1" fmla="val 12106446"/>
              <a:gd name="adj2" fmla="val 19580007"/>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72" name="ï$ľiḓê">
            <a:extLst>
              <a:ext uri="{FF2B5EF4-FFF2-40B4-BE49-F238E27FC236}">
                <a16:creationId xmlns:a16="http://schemas.microsoft.com/office/drawing/2014/main" id="{72A92038-038C-4DB8-AC83-3212AF16BF8F}"/>
              </a:ext>
            </a:extLst>
          </p:cNvPr>
          <p:cNvSpPr/>
          <p:nvPr/>
        </p:nvSpPr>
        <p:spPr>
          <a:xfrm>
            <a:off x="8842515" y="3327816"/>
            <a:ext cx="74571" cy="74571"/>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73" name="弧形 372">
            <a:extLst>
              <a:ext uri="{FF2B5EF4-FFF2-40B4-BE49-F238E27FC236}">
                <a16:creationId xmlns:a16="http://schemas.microsoft.com/office/drawing/2014/main" id="{5F8CE9CA-A388-4ABF-A215-C1F5566D4EC5}"/>
              </a:ext>
            </a:extLst>
          </p:cNvPr>
          <p:cNvSpPr/>
          <p:nvPr/>
        </p:nvSpPr>
        <p:spPr>
          <a:xfrm rot="171631">
            <a:off x="6633477" y="3891165"/>
            <a:ext cx="3804861" cy="2025564"/>
          </a:xfrm>
          <a:prstGeom prst="arc">
            <a:avLst>
              <a:gd name="adj1" fmla="val 17971410"/>
              <a:gd name="adj2" fmla="val 21044739"/>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74" name="ï$ľiḓê">
            <a:extLst>
              <a:ext uri="{FF2B5EF4-FFF2-40B4-BE49-F238E27FC236}">
                <a16:creationId xmlns:a16="http://schemas.microsoft.com/office/drawing/2014/main" id="{1F37FA2C-6961-4AE7-8B92-2CD43CC7CBEE}"/>
              </a:ext>
            </a:extLst>
          </p:cNvPr>
          <p:cNvSpPr/>
          <p:nvPr/>
        </p:nvSpPr>
        <p:spPr>
          <a:xfrm>
            <a:off x="8842515" y="2627583"/>
            <a:ext cx="74571" cy="74571"/>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75" name="ï$ľiḓê">
            <a:extLst>
              <a:ext uri="{FF2B5EF4-FFF2-40B4-BE49-F238E27FC236}">
                <a16:creationId xmlns:a16="http://schemas.microsoft.com/office/drawing/2014/main" id="{07545006-85D8-47C3-988E-0EE940426282}"/>
              </a:ext>
            </a:extLst>
          </p:cNvPr>
          <p:cNvSpPr/>
          <p:nvPr/>
        </p:nvSpPr>
        <p:spPr>
          <a:xfrm>
            <a:off x="6123168" y="3461370"/>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78" name="ï$ľiḓê">
            <a:extLst>
              <a:ext uri="{FF2B5EF4-FFF2-40B4-BE49-F238E27FC236}">
                <a16:creationId xmlns:a16="http://schemas.microsoft.com/office/drawing/2014/main" id="{6A683785-F76B-4F5F-944E-130392340194}"/>
              </a:ext>
            </a:extLst>
          </p:cNvPr>
          <p:cNvSpPr/>
          <p:nvPr/>
        </p:nvSpPr>
        <p:spPr>
          <a:xfrm>
            <a:off x="5878635" y="3445469"/>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79" name="ï$ľiḓê">
            <a:extLst>
              <a:ext uri="{FF2B5EF4-FFF2-40B4-BE49-F238E27FC236}">
                <a16:creationId xmlns:a16="http://schemas.microsoft.com/office/drawing/2014/main" id="{63660061-2DF0-4648-A60E-6495FD33AF93}"/>
              </a:ext>
            </a:extLst>
          </p:cNvPr>
          <p:cNvSpPr/>
          <p:nvPr/>
        </p:nvSpPr>
        <p:spPr>
          <a:xfrm>
            <a:off x="4675655" y="3848757"/>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81" name="ï$ľiḓê">
            <a:extLst>
              <a:ext uri="{FF2B5EF4-FFF2-40B4-BE49-F238E27FC236}">
                <a16:creationId xmlns:a16="http://schemas.microsoft.com/office/drawing/2014/main" id="{97299DF6-AA23-4C5E-9B45-2C5E050323CF}"/>
              </a:ext>
            </a:extLst>
          </p:cNvPr>
          <p:cNvSpPr/>
          <p:nvPr/>
        </p:nvSpPr>
        <p:spPr>
          <a:xfrm>
            <a:off x="4204645" y="2614459"/>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83" name="弧形 382">
            <a:extLst>
              <a:ext uri="{FF2B5EF4-FFF2-40B4-BE49-F238E27FC236}">
                <a16:creationId xmlns:a16="http://schemas.microsoft.com/office/drawing/2014/main" id="{8E5AED7E-3DF4-4975-A87A-8E83AA0C1B35}"/>
              </a:ext>
            </a:extLst>
          </p:cNvPr>
          <p:cNvSpPr/>
          <p:nvPr/>
        </p:nvSpPr>
        <p:spPr>
          <a:xfrm rot="2310053">
            <a:off x="3606610" y="2956476"/>
            <a:ext cx="2169719" cy="719923"/>
          </a:xfrm>
          <a:prstGeom prst="arc">
            <a:avLst>
              <a:gd name="adj1" fmla="val 11908931"/>
              <a:gd name="adj2" fmla="val 21291684"/>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84" name="弧形 383">
            <a:extLst>
              <a:ext uri="{FF2B5EF4-FFF2-40B4-BE49-F238E27FC236}">
                <a16:creationId xmlns:a16="http://schemas.microsoft.com/office/drawing/2014/main" id="{713AD63A-269B-4196-BA58-4599243E9D03}"/>
              </a:ext>
            </a:extLst>
          </p:cNvPr>
          <p:cNvSpPr/>
          <p:nvPr/>
        </p:nvSpPr>
        <p:spPr>
          <a:xfrm rot="5400000">
            <a:off x="4892636" y="3598215"/>
            <a:ext cx="863654" cy="464511"/>
          </a:xfrm>
          <a:prstGeom prst="arc">
            <a:avLst>
              <a:gd name="adj1" fmla="val 17251326"/>
              <a:gd name="adj2" fmla="val 20725998"/>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85" name="弧形 384">
            <a:extLst>
              <a:ext uri="{FF2B5EF4-FFF2-40B4-BE49-F238E27FC236}">
                <a16:creationId xmlns:a16="http://schemas.microsoft.com/office/drawing/2014/main" id="{8C01FBBD-5D08-4D70-BCFE-A0FA8DD3CB97}"/>
              </a:ext>
            </a:extLst>
          </p:cNvPr>
          <p:cNvSpPr/>
          <p:nvPr/>
        </p:nvSpPr>
        <p:spPr>
          <a:xfrm rot="4534705">
            <a:off x="4479890" y="3453737"/>
            <a:ext cx="1120588" cy="1073930"/>
          </a:xfrm>
          <a:prstGeom prst="arc">
            <a:avLst>
              <a:gd name="adj1" fmla="val 16498718"/>
              <a:gd name="adj2" fmla="val 21021242"/>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86" name="ï$ľiḓê">
            <a:extLst>
              <a:ext uri="{FF2B5EF4-FFF2-40B4-BE49-F238E27FC236}">
                <a16:creationId xmlns:a16="http://schemas.microsoft.com/office/drawing/2014/main" id="{229CAA81-5F88-4685-85F1-22716D53DA77}"/>
              </a:ext>
            </a:extLst>
          </p:cNvPr>
          <p:cNvSpPr/>
          <p:nvPr/>
        </p:nvSpPr>
        <p:spPr>
          <a:xfrm>
            <a:off x="5239295" y="4475620"/>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87" name="ï$ľiḓê">
            <a:extLst>
              <a:ext uri="{FF2B5EF4-FFF2-40B4-BE49-F238E27FC236}">
                <a16:creationId xmlns:a16="http://schemas.microsoft.com/office/drawing/2014/main" id="{2BD7CEBC-8EA8-4991-BF79-6B2D9958A126}"/>
              </a:ext>
            </a:extLst>
          </p:cNvPr>
          <p:cNvSpPr/>
          <p:nvPr/>
        </p:nvSpPr>
        <p:spPr>
          <a:xfrm>
            <a:off x="5287690" y="4553530"/>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88" name="ï$ľiḓê">
            <a:extLst>
              <a:ext uri="{FF2B5EF4-FFF2-40B4-BE49-F238E27FC236}">
                <a16:creationId xmlns:a16="http://schemas.microsoft.com/office/drawing/2014/main" id="{B5BF1411-F0F2-4673-88D6-C9F1B347A2C3}"/>
              </a:ext>
            </a:extLst>
          </p:cNvPr>
          <p:cNvSpPr/>
          <p:nvPr/>
        </p:nvSpPr>
        <p:spPr>
          <a:xfrm>
            <a:off x="5401745" y="4199801"/>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89" name="弧形 388">
            <a:extLst>
              <a:ext uri="{FF2B5EF4-FFF2-40B4-BE49-F238E27FC236}">
                <a16:creationId xmlns:a16="http://schemas.microsoft.com/office/drawing/2014/main" id="{4F7217F1-E67B-473C-8CCF-7DDF3861718E}"/>
              </a:ext>
            </a:extLst>
          </p:cNvPr>
          <p:cNvSpPr/>
          <p:nvPr/>
        </p:nvSpPr>
        <p:spPr>
          <a:xfrm rot="4534705">
            <a:off x="4438905" y="3509084"/>
            <a:ext cx="1246342" cy="1036592"/>
          </a:xfrm>
          <a:prstGeom prst="arc">
            <a:avLst>
              <a:gd name="adj1" fmla="val 16313145"/>
              <a:gd name="adj2" fmla="val 21021242"/>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90" name="ï$ľiḓê">
            <a:extLst>
              <a:ext uri="{FF2B5EF4-FFF2-40B4-BE49-F238E27FC236}">
                <a16:creationId xmlns:a16="http://schemas.microsoft.com/office/drawing/2014/main" id="{9D588556-5561-47CA-A017-60DE007BFEF6}"/>
              </a:ext>
            </a:extLst>
          </p:cNvPr>
          <p:cNvSpPr/>
          <p:nvPr/>
        </p:nvSpPr>
        <p:spPr>
          <a:xfrm>
            <a:off x="5735655" y="4670254"/>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91" name="弧形 390">
            <a:extLst>
              <a:ext uri="{FF2B5EF4-FFF2-40B4-BE49-F238E27FC236}">
                <a16:creationId xmlns:a16="http://schemas.microsoft.com/office/drawing/2014/main" id="{03D2DB2B-2629-4589-8FFA-2653F47B5F16}"/>
              </a:ext>
            </a:extLst>
          </p:cNvPr>
          <p:cNvSpPr/>
          <p:nvPr/>
        </p:nvSpPr>
        <p:spPr>
          <a:xfrm rot="916456">
            <a:off x="4745424" y="3830895"/>
            <a:ext cx="953844" cy="2306253"/>
          </a:xfrm>
          <a:prstGeom prst="arc">
            <a:avLst>
              <a:gd name="adj1" fmla="val 16313145"/>
              <a:gd name="adj2" fmla="val 19097870"/>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92" name="ï$ľiḓê">
            <a:extLst>
              <a:ext uri="{FF2B5EF4-FFF2-40B4-BE49-F238E27FC236}">
                <a16:creationId xmlns:a16="http://schemas.microsoft.com/office/drawing/2014/main" id="{ED8306DE-655F-4358-A65D-83891777A158}"/>
              </a:ext>
            </a:extLst>
          </p:cNvPr>
          <p:cNvSpPr/>
          <p:nvPr/>
        </p:nvSpPr>
        <p:spPr>
          <a:xfrm>
            <a:off x="6120150" y="5343511"/>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93" name="弧形 392">
            <a:extLst>
              <a:ext uri="{FF2B5EF4-FFF2-40B4-BE49-F238E27FC236}">
                <a16:creationId xmlns:a16="http://schemas.microsoft.com/office/drawing/2014/main" id="{E64D14CA-7A00-49F7-B7D5-0C244FF96B56}"/>
              </a:ext>
            </a:extLst>
          </p:cNvPr>
          <p:cNvSpPr/>
          <p:nvPr/>
        </p:nvSpPr>
        <p:spPr>
          <a:xfrm rot="20074460">
            <a:off x="5370573" y="3703903"/>
            <a:ext cx="638392" cy="1825122"/>
          </a:xfrm>
          <a:prstGeom prst="arc">
            <a:avLst>
              <a:gd name="adj1" fmla="val 17173303"/>
              <a:gd name="adj2" fmla="val 5030751"/>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94" name="ï$ľiḓê">
            <a:extLst>
              <a:ext uri="{FF2B5EF4-FFF2-40B4-BE49-F238E27FC236}">
                <a16:creationId xmlns:a16="http://schemas.microsoft.com/office/drawing/2014/main" id="{DC161F8B-FF3D-4E0E-ABE0-D99912638DA4}"/>
              </a:ext>
            </a:extLst>
          </p:cNvPr>
          <p:cNvSpPr/>
          <p:nvPr/>
        </p:nvSpPr>
        <p:spPr>
          <a:xfrm>
            <a:off x="5715959" y="3881727"/>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95" name="ï$ľiḓê">
            <a:extLst>
              <a:ext uri="{FF2B5EF4-FFF2-40B4-BE49-F238E27FC236}">
                <a16:creationId xmlns:a16="http://schemas.microsoft.com/office/drawing/2014/main" id="{47CC6D28-0F26-4A65-8D76-A7D31FF2048C}"/>
              </a:ext>
            </a:extLst>
          </p:cNvPr>
          <p:cNvSpPr/>
          <p:nvPr/>
        </p:nvSpPr>
        <p:spPr>
          <a:xfrm>
            <a:off x="5471736" y="3946526"/>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96" name="弧形 395">
            <a:extLst>
              <a:ext uri="{FF2B5EF4-FFF2-40B4-BE49-F238E27FC236}">
                <a16:creationId xmlns:a16="http://schemas.microsoft.com/office/drawing/2014/main" id="{4A19EE4C-B6A0-4DF6-85A4-2167907123E5}"/>
              </a:ext>
            </a:extLst>
          </p:cNvPr>
          <p:cNvSpPr/>
          <p:nvPr/>
        </p:nvSpPr>
        <p:spPr>
          <a:xfrm rot="16200000">
            <a:off x="5434773" y="3971682"/>
            <a:ext cx="222564" cy="93556"/>
          </a:xfrm>
          <a:prstGeom prst="arc">
            <a:avLst>
              <a:gd name="adj1" fmla="val 18900387"/>
              <a:gd name="adj2" fmla="val 73213"/>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
        <p:nvSpPr>
          <p:cNvPr id="397" name="ï$ľiḓê">
            <a:extLst>
              <a:ext uri="{FF2B5EF4-FFF2-40B4-BE49-F238E27FC236}">
                <a16:creationId xmlns:a16="http://schemas.microsoft.com/office/drawing/2014/main" id="{742B46B2-3BBA-4A50-8643-D8A597BF7CFD}"/>
              </a:ext>
            </a:extLst>
          </p:cNvPr>
          <p:cNvSpPr/>
          <p:nvPr/>
        </p:nvSpPr>
        <p:spPr>
          <a:xfrm>
            <a:off x="4046855" y="3878166"/>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98" name="ï$ľiḓê">
            <a:extLst>
              <a:ext uri="{FF2B5EF4-FFF2-40B4-BE49-F238E27FC236}">
                <a16:creationId xmlns:a16="http://schemas.microsoft.com/office/drawing/2014/main" id="{18D61861-E2C0-4AE7-8637-BB7963E1660C}"/>
              </a:ext>
            </a:extLst>
          </p:cNvPr>
          <p:cNvSpPr/>
          <p:nvPr/>
        </p:nvSpPr>
        <p:spPr>
          <a:xfrm>
            <a:off x="3913677" y="3963085"/>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399" name="ï$ľiḓê">
            <a:extLst>
              <a:ext uri="{FF2B5EF4-FFF2-40B4-BE49-F238E27FC236}">
                <a16:creationId xmlns:a16="http://schemas.microsoft.com/office/drawing/2014/main" id="{0EE33353-9118-443F-8768-9BB6CAF8E69A}"/>
              </a:ext>
            </a:extLst>
          </p:cNvPr>
          <p:cNvSpPr/>
          <p:nvPr/>
        </p:nvSpPr>
        <p:spPr>
          <a:xfrm>
            <a:off x="2686374" y="2846821"/>
            <a:ext cx="51666" cy="51666"/>
          </a:xfrm>
          <a:prstGeom prst="ellipse">
            <a:avLst/>
          </a:prstGeom>
          <a:solidFill>
            <a:srgbClr val="3F64FF"/>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400" name="ï$ľiḓê">
            <a:extLst>
              <a:ext uri="{FF2B5EF4-FFF2-40B4-BE49-F238E27FC236}">
                <a16:creationId xmlns:a16="http://schemas.microsoft.com/office/drawing/2014/main" id="{6639A3E5-5C76-4AE8-B1CC-CC3EE189E166}"/>
              </a:ext>
            </a:extLst>
          </p:cNvPr>
          <p:cNvSpPr/>
          <p:nvPr/>
        </p:nvSpPr>
        <p:spPr>
          <a:xfrm>
            <a:off x="2791070" y="3110106"/>
            <a:ext cx="51666" cy="51666"/>
          </a:xfrm>
          <a:prstGeom prst="ellipse">
            <a:avLst/>
          </a:prstGeom>
          <a:solidFill>
            <a:srgbClr val="3F64FF"/>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401" name="ï$ľiḓê">
            <a:extLst>
              <a:ext uri="{FF2B5EF4-FFF2-40B4-BE49-F238E27FC236}">
                <a16:creationId xmlns:a16="http://schemas.microsoft.com/office/drawing/2014/main" id="{1927FB61-4181-478B-A1DB-815F3D243777}"/>
              </a:ext>
            </a:extLst>
          </p:cNvPr>
          <p:cNvSpPr/>
          <p:nvPr/>
        </p:nvSpPr>
        <p:spPr>
          <a:xfrm>
            <a:off x="2965945" y="2977180"/>
            <a:ext cx="51666" cy="51666"/>
          </a:xfrm>
          <a:prstGeom prst="ellipse">
            <a:avLst/>
          </a:prstGeom>
          <a:solidFill>
            <a:srgbClr val="3F64FF"/>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402" name="ï$ľiḓê">
            <a:extLst>
              <a:ext uri="{FF2B5EF4-FFF2-40B4-BE49-F238E27FC236}">
                <a16:creationId xmlns:a16="http://schemas.microsoft.com/office/drawing/2014/main" id="{61E884C3-9F34-4C9B-8C9D-8BEDCC578491}"/>
              </a:ext>
            </a:extLst>
          </p:cNvPr>
          <p:cNvSpPr/>
          <p:nvPr/>
        </p:nvSpPr>
        <p:spPr>
          <a:xfrm>
            <a:off x="2867781" y="2898487"/>
            <a:ext cx="51666" cy="51666"/>
          </a:xfrm>
          <a:prstGeom prst="ellipse">
            <a:avLst/>
          </a:prstGeom>
          <a:solidFill>
            <a:srgbClr val="3F64FF"/>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403" name="任意多边形: 形状 124">
            <a:extLst>
              <a:ext uri="{FF2B5EF4-FFF2-40B4-BE49-F238E27FC236}">
                <a16:creationId xmlns:a16="http://schemas.microsoft.com/office/drawing/2014/main" id="{61454D80-2A77-4FBD-B77A-85D757A9391E}"/>
              </a:ext>
            </a:extLst>
          </p:cNvPr>
          <p:cNvSpPr/>
          <p:nvPr/>
        </p:nvSpPr>
        <p:spPr>
          <a:xfrm rot="2144828">
            <a:off x="2910452" y="2936713"/>
            <a:ext cx="354152" cy="90214"/>
          </a:xfrm>
          <a:custGeom>
            <a:avLst/>
            <a:gdLst>
              <a:gd name="connsiteX0" fmla="*/ 621553 w 621553"/>
              <a:gd name="connsiteY0" fmla="*/ 144849 h 222543"/>
              <a:gd name="connsiteX1" fmla="*/ 227106 w 621553"/>
              <a:gd name="connsiteY1" fmla="*/ 1414 h 222543"/>
              <a:gd name="connsiteX2" fmla="*/ 0 w 621553"/>
              <a:gd name="connsiteY2" fmla="*/ 222543 h 222543"/>
            </a:gdLst>
            <a:ahLst/>
            <a:cxnLst>
              <a:cxn ang="0">
                <a:pos x="connsiteX0" y="connsiteY0"/>
              </a:cxn>
              <a:cxn ang="0">
                <a:pos x="connsiteX1" y="connsiteY1"/>
              </a:cxn>
              <a:cxn ang="0">
                <a:pos x="connsiteX2" y="connsiteY2"/>
              </a:cxn>
            </a:cxnLst>
            <a:rect l="l" t="t" r="r" b="b"/>
            <a:pathLst>
              <a:path w="621553" h="222543">
                <a:moveTo>
                  <a:pt x="621553" y="144849"/>
                </a:moveTo>
                <a:cubicBezTo>
                  <a:pt x="476125" y="66657"/>
                  <a:pt x="330698" y="-11535"/>
                  <a:pt x="227106" y="1414"/>
                </a:cubicBezTo>
                <a:cubicBezTo>
                  <a:pt x="123514" y="14363"/>
                  <a:pt x="61757" y="118453"/>
                  <a:pt x="0" y="222543"/>
                </a:cubicBezTo>
              </a:path>
            </a:pathLst>
          </a:custGeom>
          <a:noFill/>
          <a:ln w="6350" cap="sq" cmpd="sng" algn="ctr">
            <a:solidFill>
              <a:srgbClr val="3F64FF"/>
            </a:solidFill>
            <a:prstDash val="solid"/>
            <a:miter lim="800000"/>
            <a:headEnd type="none"/>
            <a:tailEnd type="none"/>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FFFFFF"/>
              </a:solidFill>
              <a:effectLst/>
              <a:uLnTx/>
              <a:uFillTx/>
              <a:cs typeface="+mn-ea"/>
              <a:sym typeface="+mn-lt"/>
            </a:endParaRPr>
          </a:p>
        </p:txBody>
      </p:sp>
      <p:sp>
        <p:nvSpPr>
          <p:cNvPr id="404" name="ï$ľiḓê">
            <a:extLst>
              <a:ext uri="{FF2B5EF4-FFF2-40B4-BE49-F238E27FC236}">
                <a16:creationId xmlns:a16="http://schemas.microsoft.com/office/drawing/2014/main" id="{7C24FF9A-C926-4DD0-B937-0C6131728C5F}"/>
              </a:ext>
            </a:extLst>
          </p:cNvPr>
          <p:cNvSpPr/>
          <p:nvPr/>
        </p:nvSpPr>
        <p:spPr>
          <a:xfrm>
            <a:off x="2691748" y="3340304"/>
            <a:ext cx="51666" cy="51666"/>
          </a:xfrm>
          <a:prstGeom prst="ellipse">
            <a:avLst/>
          </a:prstGeom>
          <a:solidFill>
            <a:srgbClr val="3F64FF"/>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405" name="ï$ľiḓê">
            <a:extLst>
              <a:ext uri="{FF2B5EF4-FFF2-40B4-BE49-F238E27FC236}">
                <a16:creationId xmlns:a16="http://schemas.microsoft.com/office/drawing/2014/main" id="{E57082B9-D921-4420-959A-947B67D147E1}"/>
              </a:ext>
            </a:extLst>
          </p:cNvPr>
          <p:cNvSpPr/>
          <p:nvPr/>
        </p:nvSpPr>
        <p:spPr>
          <a:xfrm>
            <a:off x="3118478" y="3310230"/>
            <a:ext cx="51666" cy="51666"/>
          </a:xfrm>
          <a:prstGeom prst="ellipse">
            <a:avLst/>
          </a:prstGeom>
          <a:solidFill>
            <a:srgbClr val="3F64FF"/>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406" name="矩形 405">
            <a:extLst>
              <a:ext uri="{FF2B5EF4-FFF2-40B4-BE49-F238E27FC236}">
                <a16:creationId xmlns:a16="http://schemas.microsoft.com/office/drawing/2014/main" id="{394ADD0E-7115-4F8F-903D-CB9DAD6C93DF}"/>
              </a:ext>
            </a:extLst>
          </p:cNvPr>
          <p:cNvSpPr>
            <a:spLocks noChangeAspect="1"/>
          </p:cNvSpPr>
          <p:nvPr/>
        </p:nvSpPr>
        <p:spPr>
          <a:xfrm>
            <a:off x="1167708" y="4101768"/>
            <a:ext cx="1866581" cy="1116338"/>
          </a:xfrm>
          <a:prstGeom prst="rect">
            <a:avLst/>
          </a:prstGeom>
          <a:blipFill dpi="0" rotWithShape="1">
            <a:blip r:embed="rId3"/>
            <a:srcRect/>
            <a:stretch>
              <a:fillRect/>
            </a:stretch>
          </a:blipFill>
          <a:ln w="25400" cap="flat" cmpd="sng" algn="ctr">
            <a:noFill/>
            <a:prstDash val="solid"/>
          </a:ln>
          <a:effectLst/>
          <a:extLst>
            <a:ext uri="{91240B29-F687-4F45-9708-019B960494DF}">
              <a14:hiddenLine xmlns:a14="http://schemas.microsoft.com/office/drawing/2010/main" w="25400" cap="flat" cmpd="sng" algn="ctr">
                <a:solidFill>
                  <a:schemeClr val="dk1"/>
                </a:solidFill>
                <a:prstDash val="solid"/>
              </a14:hiddenLine>
            </a:ext>
          </a:extLst>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pic>
        <p:nvPicPr>
          <p:cNvPr id="407" name="图片 406">
            <a:extLst>
              <a:ext uri="{FF2B5EF4-FFF2-40B4-BE49-F238E27FC236}">
                <a16:creationId xmlns:a16="http://schemas.microsoft.com/office/drawing/2014/main" id="{6B3213DF-12E5-4F96-A499-46046B3E13F3}"/>
              </a:ext>
            </a:extLst>
          </p:cNvPr>
          <p:cNvPicPr>
            <a:picLocks noChangeAspect="1"/>
          </p:cNvPicPr>
          <p:nvPr/>
        </p:nvPicPr>
        <p:blipFill rotWithShape="1">
          <a:blip r:embed="rId4">
            <a:extLst>
              <a:ext uri="{28A0092B-C50C-407E-A947-70E740481C1C}">
                <a14:useLocalDpi xmlns:a14="http://schemas.microsoft.com/office/drawing/2010/main" val="0"/>
              </a:ext>
            </a:extLst>
          </a:blip>
          <a:srcRect r="6249" b="11228"/>
          <a:stretch/>
        </p:blipFill>
        <p:spPr>
          <a:xfrm>
            <a:off x="9715781" y="1620346"/>
            <a:ext cx="2009124" cy="1070592"/>
          </a:xfrm>
          <a:prstGeom prst="rect">
            <a:avLst/>
          </a:prstGeom>
        </p:spPr>
      </p:pic>
      <p:pic>
        <p:nvPicPr>
          <p:cNvPr id="408" name="图片 407">
            <a:extLst>
              <a:ext uri="{FF2B5EF4-FFF2-40B4-BE49-F238E27FC236}">
                <a16:creationId xmlns:a16="http://schemas.microsoft.com/office/drawing/2014/main" id="{EF09F419-D005-47DD-B886-553AF276111F}"/>
              </a:ext>
            </a:extLst>
          </p:cNvPr>
          <p:cNvPicPr>
            <a:picLocks noChangeAspect="1"/>
          </p:cNvPicPr>
          <p:nvPr/>
        </p:nvPicPr>
        <p:blipFill rotWithShape="1">
          <a:blip r:embed="rId5">
            <a:extLst>
              <a:ext uri="{28A0092B-C50C-407E-A947-70E740481C1C}">
                <a14:useLocalDpi xmlns:a14="http://schemas.microsoft.com/office/drawing/2010/main" val="0"/>
              </a:ext>
            </a:extLst>
          </a:blip>
          <a:srcRect l="2871" b="12992"/>
          <a:stretch/>
        </p:blipFill>
        <p:spPr>
          <a:xfrm>
            <a:off x="3613948" y="4690073"/>
            <a:ext cx="1823509" cy="1066717"/>
          </a:xfrm>
          <a:prstGeom prst="rect">
            <a:avLst/>
          </a:prstGeom>
        </p:spPr>
      </p:pic>
      <p:pic>
        <p:nvPicPr>
          <p:cNvPr id="409" name="图片 408">
            <a:extLst>
              <a:ext uri="{FF2B5EF4-FFF2-40B4-BE49-F238E27FC236}">
                <a16:creationId xmlns:a16="http://schemas.microsoft.com/office/drawing/2014/main" id="{9595DE7E-C42A-4C36-B6F7-D41A394F0520}"/>
              </a:ext>
            </a:extLst>
          </p:cNvPr>
          <p:cNvPicPr>
            <a:picLocks noChangeAspect="1"/>
          </p:cNvPicPr>
          <p:nvPr/>
        </p:nvPicPr>
        <p:blipFill rotWithShape="1">
          <a:blip r:embed="rId6">
            <a:extLst>
              <a:ext uri="{28A0092B-C50C-407E-A947-70E740481C1C}">
                <a14:useLocalDpi xmlns:a14="http://schemas.microsoft.com/office/drawing/2010/main" val="0"/>
              </a:ext>
            </a:extLst>
          </a:blip>
          <a:srcRect t="10493" b="11851"/>
          <a:stretch/>
        </p:blipFill>
        <p:spPr>
          <a:xfrm>
            <a:off x="6320909" y="2629094"/>
            <a:ext cx="1839319" cy="1011968"/>
          </a:xfrm>
          <a:prstGeom prst="rect">
            <a:avLst/>
          </a:prstGeom>
        </p:spPr>
      </p:pic>
      <p:pic>
        <p:nvPicPr>
          <p:cNvPr id="410" name="图片 409">
            <a:extLst>
              <a:ext uri="{FF2B5EF4-FFF2-40B4-BE49-F238E27FC236}">
                <a16:creationId xmlns:a16="http://schemas.microsoft.com/office/drawing/2014/main" id="{24133975-5753-42A7-ABAB-D3496E178EFB}"/>
              </a:ext>
            </a:extLst>
          </p:cNvPr>
          <p:cNvPicPr>
            <a:picLocks noChangeAspect="1"/>
          </p:cNvPicPr>
          <p:nvPr/>
        </p:nvPicPr>
        <p:blipFill rotWithShape="1">
          <a:blip r:embed="rId7">
            <a:extLst>
              <a:ext uri="{28A0092B-C50C-407E-A947-70E740481C1C}">
                <a14:useLocalDpi xmlns:a14="http://schemas.microsoft.com/office/drawing/2010/main" val="0"/>
              </a:ext>
            </a:extLst>
          </a:blip>
          <a:srcRect b="8032"/>
          <a:stretch/>
        </p:blipFill>
        <p:spPr>
          <a:xfrm>
            <a:off x="366354" y="1265361"/>
            <a:ext cx="1870339" cy="1145110"/>
          </a:xfrm>
          <a:prstGeom prst="rect">
            <a:avLst/>
          </a:prstGeom>
        </p:spPr>
      </p:pic>
      <p:grpSp>
        <p:nvGrpSpPr>
          <p:cNvPr id="2" name="组合 1">
            <a:extLst>
              <a:ext uri="{FF2B5EF4-FFF2-40B4-BE49-F238E27FC236}">
                <a16:creationId xmlns:a16="http://schemas.microsoft.com/office/drawing/2014/main" id="{28728BE3-3A3C-4F6D-B002-39B630888B66}"/>
              </a:ext>
            </a:extLst>
          </p:cNvPr>
          <p:cNvGrpSpPr/>
          <p:nvPr/>
        </p:nvGrpSpPr>
        <p:grpSpPr>
          <a:xfrm>
            <a:off x="808134" y="1121746"/>
            <a:ext cx="1080720" cy="339359"/>
            <a:chOff x="1575536" y="6113829"/>
            <a:chExt cx="1539655" cy="440940"/>
          </a:xfrm>
        </p:grpSpPr>
        <p:sp>
          <p:nvSpPr>
            <p:cNvPr id="411" name="矩形: 圆角 410">
              <a:extLst>
                <a:ext uri="{FF2B5EF4-FFF2-40B4-BE49-F238E27FC236}">
                  <a16:creationId xmlns:a16="http://schemas.microsoft.com/office/drawing/2014/main" id="{023492FE-9F15-4E33-9994-D14D7D67B685}"/>
                </a:ext>
              </a:extLst>
            </p:cNvPr>
            <p:cNvSpPr/>
            <p:nvPr/>
          </p:nvSpPr>
          <p:spPr>
            <a:xfrm>
              <a:off x="1575536" y="6113829"/>
              <a:ext cx="1442189" cy="440940"/>
            </a:xfrm>
            <a:prstGeom prst="roundRect">
              <a:avLst>
                <a:gd name="adj" fmla="val 13165"/>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12" name="矩形: 圆角 411">
              <a:extLst>
                <a:ext uri="{FF2B5EF4-FFF2-40B4-BE49-F238E27FC236}">
                  <a16:creationId xmlns:a16="http://schemas.microsoft.com/office/drawing/2014/main" id="{BC3AA3DB-2E82-480A-BC39-B4330F00B6DD}"/>
                </a:ext>
              </a:extLst>
            </p:cNvPr>
            <p:cNvSpPr/>
            <p:nvPr/>
          </p:nvSpPr>
          <p:spPr>
            <a:xfrm>
              <a:off x="1609662" y="6127117"/>
              <a:ext cx="1376688" cy="398497"/>
            </a:xfrm>
            <a:prstGeom prst="roundRect">
              <a:avLst>
                <a:gd name="adj" fmla="val 13165"/>
              </a:avLst>
            </a:prstGeom>
            <a:solidFill>
              <a:srgbClr val="83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13" name="文本框 412">
              <a:extLst>
                <a:ext uri="{FF2B5EF4-FFF2-40B4-BE49-F238E27FC236}">
                  <a16:creationId xmlns:a16="http://schemas.microsoft.com/office/drawing/2014/main" id="{1ABF8586-2238-4CBF-8903-9689106B0C09}"/>
                </a:ext>
              </a:extLst>
            </p:cNvPr>
            <p:cNvSpPr txBox="1"/>
            <p:nvPr/>
          </p:nvSpPr>
          <p:spPr>
            <a:xfrm>
              <a:off x="1612040" y="6155852"/>
              <a:ext cx="1503151" cy="3399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prstClr val="white"/>
                  </a:solidFill>
                  <a:effectLst/>
                  <a:uLnTx/>
                  <a:uFillTx/>
                  <a:cs typeface="+mn-ea"/>
                  <a:sym typeface="+mn-lt"/>
                </a:rPr>
                <a:t>欧洲共享中心</a:t>
              </a:r>
            </a:p>
          </p:txBody>
        </p:sp>
      </p:grpSp>
      <p:grpSp>
        <p:nvGrpSpPr>
          <p:cNvPr id="417" name="组合 416">
            <a:extLst>
              <a:ext uri="{FF2B5EF4-FFF2-40B4-BE49-F238E27FC236}">
                <a16:creationId xmlns:a16="http://schemas.microsoft.com/office/drawing/2014/main" id="{8FC3AC47-01FA-46B3-8CA4-C4CE376B971E}"/>
              </a:ext>
            </a:extLst>
          </p:cNvPr>
          <p:cNvGrpSpPr/>
          <p:nvPr/>
        </p:nvGrpSpPr>
        <p:grpSpPr>
          <a:xfrm>
            <a:off x="1519601" y="3951094"/>
            <a:ext cx="1196161" cy="339359"/>
            <a:chOff x="1488799" y="6113829"/>
            <a:chExt cx="1704120" cy="440940"/>
          </a:xfrm>
        </p:grpSpPr>
        <p:sp>
          <p:nvSpPr>
            <p:cNvPr id="418" name="矩形: 圆角 417">
              <a:extLst>
                <a:ext uri="{FF2B5EF4-FFF2-40B4-BE49-F238E27FC236}">
                  <a16:creationId xmlns:a16="http://schemas.microsoft.com/office/drawing/2014/main" id="{EA8686AE-46BF-4832-83AE-210EBCD66D67}"/>
                </a:ext>
              </a:extLst>
            </p:cNvPr>
            <p:cNvSpPr/>
            <p:nvPr/>
          </p:nvSpPr>
          <p:spPr>
            <a:xfrm>
              <a:off x="1575536" y="6113829"/>
              <a:ext cx="1442189" cy="440940"/>
            </a:xfrm>
            <a:prstGeom prst="roundRect">
              <a:avLst>
                <a:gd name="adj" fmla="val 13165"/>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19" name="矩形: 圆角 418">
              <a:extLst>
                <a:ext uri="{FF2B5EF4-FFF2-40B4-BE49-F238E27FC236}">
                  <a16:creationId xmlns:a16="http://schemas.microsoft.com/office/drawing/2014/main" id="{1453FAA8-F5DB-4011-9B6D-9EE9297513C6}"/>
                </a:ext>
              </a:extLst>
            </p:cNvPr>
            <p:cNvSpPr/>
            <p:nvPr/>
          </p:nvSpPr>
          <p:spPr>
            <a:xfrm>
              <a:off x="1609662" y="6127117"/>
              <a:ext cx="1376688" cy="398497"/>
            </a:xfrm>
            <a:prstGeom prst="roundRect">
              <a:avLst>
                <a:gd name="adj" fmla="val 13165"/>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20" name="文本框 419">
              <a:extLst>
                <a:ext uri="{FF2B5EF4-FFF2-40B4-BE49-F238E27FC236}">
                  <a16:creationId xmlns:a16="http://schemas.microsoft.com/office/drawing/2014/main" id="{A3B53E81-A667-407D-9F98-67417129898C}"/>
                </a:ext>
              </a:extLst>
            </p:cNvPr>
            <p:cNvSpPr txBox="1"/>
            <p:nvPr/>
          </p:nvSpPr>
          <p:spPr>
            <a:xfrm>
              <a:off x="1488799" y="6155852"/>
              <a:ext cx="1704120" cy="3399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prstClr val="white"/>
                  </a:solidFill>
                  <a:effectLst/>
                  <a:uLnTx/>
                  <a:uFillTx/>
                  <a:cs typeface="+mn-ea"/>
                  <a:sym typeface="+mn-lt"/>
                </a:rPr>
                <a:t>中东非共享中心</a:t>
              </a:r>
            </a:p>
          </p:txBody>
        </p:sp>
      </p:grpSp>
      <p:sp>
        <p:nvSpPr>
          <p:cNvPr id="314" name="文本框 313">
            <a:extLst>
              <a:ext uri="{FF2B5EF4-FFF2-40B4-BE49-F238E27FC236}">
                <a16:creationId xmlns:a16="http://schemas.microsoft.com/office/drawing/2014/main" id="{E30BE641-87CF-EEBA-63DD-3FDF000AEF7E}"/>
              </a:ext>
            </a:extLst>
          </p:cNvPr>
          <p:cNvSpPr txBox="1"/>
          <p:nvPr/>
        </p:nvSpPr>
        <p:spPr>
          <a:xfrm>
            <a:off x="365833" y="2167280"/>
            <a:ext cx="1870339" cy="246221"/>
          </a:xfrm>
          <a:prstGeom prst="rect">
            <a:avLst/>
          </a:prstGeom>
          <a:solidFill>
            <a:srgbClr val="839B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prstClr val="white"/>
                </a:solidFill>
                <a:effectLst/>
                <a:uLnTx/>
                <a:uFillTx/>
                <a:cs typeface="+mn-ea"/>
                <a:sym typeface="+mn-lt"/>
              </a:rPr>
              <a:t>布达佩斯，匈牙利</a:t>
            </a:r>
            <a:endParaRPr kumimoji="0" lang="en-US" altLang="zh-CN" sz="1000" b="1" i="0" u="none" strike="noStrike" kern="1200" cap="none" spc="0" normalizeH="0" baseline="0" noProof="0" dirty="0">
              <a:ln>
                <a:noFill/>
              </a:ln>
              <a:solidFill>
                <a:prstClr val="white"/>
              </a:solidFill>
              <a:effectLst/>
              <a:uLnTx/>
              <a:uFillTx/>
              <a:cs typeface="+mn-ea"/>
              <a:sym typeface="+mn-lt"/>
            </a:endParaRPr>
          </a:p>
        </p:txBody>
      </p:sp>
      <p:sp>
        <p:nvSpPr>
          <p:cNvPr id="324" name="文本框 323">
            <a:extLst>
              <a:ext uri="{FF2B5EF4-FFF2-40B4-BE49-F238E27FC236}">
                <a16:creationId xmlns:a16="http://schemas.microsoft.com/office/drawing/2014/main" id="{21DAF2EA-9DC1-F89E-559C-BC07F73EA493}"/>
              </a:ext>
            </a:extLst>
          </p:cNvPr>
          <p:cNvSpPr txBox="1"/>
          <p:nvPr/>
        </p:nvSpPr>
        <p:spPr>
          <a:xfrm>
            <a:off x="1172456" y="4977472"/>
            <a:ext cx="1863920" cy="246221"/>
          </a:xfrm>
          <a:prstGeom prst="rect">
            <a:avLst/>
          </a:prstGeom>
          <a:solidFill>
            <a:schemeClr val="accent1">
              <a:lumMod val="50000"/>
            </a:schemeClr>
          </a:solidFill>
        </p:spPr>
        <p:txBody>
          <a:bodyPr wrap="square" rtlCol="0">
            <a:spAutoFit/>
          </a:bodyPr>
          <a:lstStyle>
            <a:defPPr>
              <a:defRPr lang="en-CN"/>
            </a:defPPr>
            <a:lvl1pPr algn="ctr">
              <a:defRPr sz="1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dirty="0">
                <a:ln>
                  <a:noFill/>
                </a:ln>
                <a:solidFill>
                  <a:prstClr val="white"/>
                </a:solidFill>
                <a:effectLst/>
                <a:uLnTx/>
                <a:uFillTx/>
                <a:cs typeface="+mn-ea"/>
                <a:sym typeface="+mn-lt"/>
              </a:rPr>
              <a:t>Egypt</a:t>
            </a:r>
            <a:endParaRPr kumimoji="0" lang="zh-CN" altLang="en-US" sz="1000" b="1" i="0" u="none" strike="noStrike" kern="1200" cap="none" spc="0" normalizeH="0" baseline="0" noProof="0" dirty="0">
              <a:ln>
                <a:noFill/>
              </a:ln>
              <a:solidFill>
                <a:prstClr val="white"/>
              </a:solidFill>
              <a:effectLst/>
              <a:uLnTx/>
              <a:uFillTx/>
              <a:cs typeface="+mn-ea"/>
              <a:sym typeface="+mn-lt"/>
            </a:endParaRPr>
          </a:p>
        </p:txBody>
      </p:sp>
      <p:grpSp>
        <p:nvGrpSpPr>
          <p:cNvPr id="421" name="组合 420">
            <a:extLst>
              <a:ext uri="{FF2B5EF4-FFF2-40B4-BE49-F238E27FC236}">
                <a16:creationId xmlns:a16="http://schemas.microsoft.com/office/drawing/2014/main" id="{D1C73383-E080-48CB-BF2E-880F452A05DE}"/>
              </a:ext>
            </a:extLst>
          </p:cNvPr>
          <p:cNvGrpSpPr/>
          <p:nvPr/>
        </p:nvGrpSpPr>
        <p:grpSpPr>
          <a:xfrm>
            <a:off x="4021298" y="4533906"/>
            <a:ext cx="1055096" cy="339359"/>
            <a:chOff x="1574819" y="6113829"/>
            <a:chExt cx="1503150" cy="440940"/>
          </a:xfrm>
        </p:grpSpPr>
        <p:sp>
          <p:nvSpPr>
            <p:cNvPr id="422" name="矩形: 圆角 421">
              <a:extLst>
                <a:ext uri="{FF2B5EF4-FFF2-40B4-BE49-F238E27FC236}">
                  <a16:creationId xmlns:a16="http://schemas.microsoft.com/office/drawing/2014/main" id="{3D23C7EC-4545-4690-8F76-D338153F6242}"/>
                </a:ext>
              </a:extLst>
            </p:cNvPr>
            <p:cNvSpPr/>
            <p:nvPr/>
          </p:nvSpPr>
          <p:spPr>
            <a:xfrm>
              <a:off x="1575536" y="6113829"/>
              <a:ext cx="1442189" cy="440940"/>
            </a:xfrm>
            <a:prstGeom prst="roundRect">
              <a:avLst>
                <a:gd name="adj" fmla="val 13165"/>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23" name="矩形: 圆角 422">
              <a:extLst>
                <a:ext uri="{FF2B5EF4-FFF2-40B4-BE49-F238E27FC236}">
                  <a16:creationId xmlns:a16="http://schemas.microsoft.com/office/drawing/2014/main" id="{D5A84DFC-B31F-4E04-BB8A-3752B74CA0F3}"/>
                </a:ext>
              </a:extLst>
            </p:cNvPr>
            <p:cNvSpPr/>
            <p:nvPr/>
          </p:nvSpPr>
          <p:spPr>
            <a:xfrm>
              <a:off x="1609662" y="6127117"/>
              <a:ext cx="1376688" cy="398497"/>
            </a:xfrm>
            <a:prstGeom prst="roundRect">
              <a:avLst>
                <a:gd name="adj" fmla="val 13165"/>
              </a:avLst>
            </a:prstGeom>
            <a:solidFill>
              <a:srgbClr val="839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24" name="文本框 423">
              <a:extLst>
                <a:ext uri="{FF2B5EF4-FFF2-40B4-BE49-F238E27FC236}">
                  <a16:creationId xmlns:a16="http://schemas.microsoft.com/office/drawing/2014/main" id="{93EBF176-4EDC-4ACF-9E36-0416125A4FE1}"/>
                </a:ext>
              </a:extLst>
            </p:cNvPr>
            <p:cNvSpPr txBox="1"/>
            <p:nvPr/>
          </p:nvSpPr>
          <p:spPr>
            <a:xfrm>
              <a:off x="1574819" y="6155852"/>
              <a:ext cx="1503150" cy="3399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prstClr val="white"/>
                  </a:solidFill>
                  <a:effectLst/>
                  <a:uLnTx/>
                  <a:uFillTx/>
                  <a:cs typeface="+mn-ea"/>
                  <a:sym typeface="+mn-lt"/>
                </a:rPr>
                <a:t>泰国共享中心</a:t>
              </a:r>
            </a:p>
          </p:txBody>
        </p:sp>
      </p:grpSp>
      <p:sp>
        <p:nvSpPr>
          <p:cNvPr id="319" name="文本框 318">
            <a:extLst>
              <a:ext uri="{FF2B5EF4-FFF2-40B4-BE49-F238E27FC236}">
                <a16:creationId xmlns:a16="http://schemas.microsoft.com/office/drawing/2014/main" id="{161DD2E9-81AA-6294-8AA4-95246D031E78}"/>
              </a:ext>
            </a:extLst>
          </p:cNvPr>
          <p:cNvSpPr txBox="1"/>
          <p:nvPr/>
        </p:nvSpPr>
        <p:spPr>
          <a:xfrm>
            <a:off x="3613949" y="5548426"/>
            <a:ext cx="1823509" cy="246221"/>
          </a:xfrm>
          <a:prstGeom prst="rect">
            <a:avLst/>
          </a:prstGeom>
          <a:solidFill>
            <a:srgbClr val="839BFF"/>
          </a:solidFill>
        </p:spPr>
        <p:txBody>
          <a:bodyPr wrap="square" rtlCol="0">
            <a:spAutoFit/>
          </a:bodyPr>
          <a:lstStyle>
            <a:defPPr>
              <a:defRPr lang="en-CN"/>
            </a:defPPr>
            <a:lvl1pPr algn="ctr">
              <a:defRPr sz="1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prstClr val="white"/>
                </a:solidFill>
                <a:effectLst/>
                <a:uLnTx/>
                <a:uFillTx/>
                <a:cs typeface="+mn-ea"/>
                <a:sym typeface="+mn-lt"/>
              </a:rPr>
              <a:t>泰国</a:t>
            </a:r>
          </a:p>
        </p:txBody>
      </p:sp>
      <p:grpSp>
        <p:nvGrpSpPr>
          <p:cNvPr id="425" name="组合 424">
            <a:extLst>
              <a:ext uri="{FF2B5EF4-FFF2-40B4-BE49-F238E27FC236}">
                <a16:creationId xmlns:a16="http://schemas.microsoft.com/office/drawing/2014/main" id="{F366577B-A27A-4F0A-A3ED-2A74EEE1EB26}"/>
              </a:ext>
            </a:extLst>
          </p:cNvPr>
          <p:cNvGrpSpPr/>
          <p:nvPr/>
        </p:nvGrpSpPr>
        <p:grpSpPr>
          <a:xfrm>
            <a:off x="6719954" y="2454605"/>
            <a:ext cx="1071743" cy="339359"/>
            <a:chOff x="1575536" y="6113829"/>
            <a:chExt cx="1526865" cy="440940"/>
          </a:xfrm>
        </p:grpSpPr>
        <p:sp>
          <p:nvSpPr>
            <p:cNvPr id="426" name="矩形: 圆角 425">
              <a:extLst>
                <a:ext uri="{FF2B5EF4-FFF2-40B4-BE49-F238E27FC236}">
                  <a16:creationId xmlns:a16="http://schemas.microsoft.com/office/drawing/2014/main" id="{B0A8C723-9D36-4A55-ADA4-B60887A38DD3}"/>
                </a:ext>
              </a:extLst>
            </p:cNvPr>
            <p:cNvSpPr/>
            <p:nvPr/>
          </p:nvSpPr>
          <p:spPr>
            <a:xfrm>
              <a:off x="1575536" y="6113829"/>
              <a:ext cx="1442189" cy="440940"/>
            </a:xfrm>
            <a:prstGeom prst="roundRect">
              <a:avLst>
                <a:gd name="adj" fmla="val 13165"/>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27" name="矩形: 圆角 426">
              <a:extLst>
                <a:ext uri="{FF2B5EF4-FFF2-40B4-BE49-F238E27FC236}">
                  <a16:creationId xmlns:a16="http://schemas.microsoft.com/office/drawing/2014/main" id="{38F5EB4E-45BE-483E-8B60-670CD37AB61B}"/>
                </a:ext>
              </a:extLst>
            </p:cNvPr>
            <p:cNvSpPr/>
            <p:nvPr/>
          </p:nvSpPr>
          <p:spPr>
            <a:xfrm>
              <a:off x="1609662" y="6127117"/>
              <a:ext cx="1376688" cy="398497"/>
            </a:xfrm>
            <a:prstGeom prst="roundRect">
              <a:avLst>
                <a:gd name="adj" fmla="val 13165"/>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28" name="文本框 427">
              <a:extLst>
                <a:ext uri="{FF2B5EF4-FFF2-40B4-BE49-F238E27FC236}">
                  <a16:creationId xmlns:a16="http://schemas.microsoft.com/office/drawing/2014/main" id="{CB4D81A7-CB58-4409-B2E9-C98558888180}"/>
                </a:ext>
              </a:extLst>
            </p:cNvPr>
            <p:cNvSpPr txBox="1"/>
            <p:nvPr/>
          </p:nvSpPr>
          <p:spPr>
            <a:xfrm>
              <a:off x="1599251" y="6155852"/>
              <a:ext cx="1503150" cy="3399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dirty="0">
                  <a:ln>
                    <a:noFill/>
                  </a:ln>
                  <a:solidFill>
                    <a:prstClr val="white"/>
                  </a:solidFill>
                  <a:effectLst/>
                  <a:uLnTx/>
                  <a:uFillTx/>
                  <a:cs typeface="+mn-ea"/>
                  <a:sym typeface="+mn-lt"/>
                </a:rPr>
                <a:t>亚太共享中心</a:t>
              </a:r>
            </a:p>
          </p:txBody>
        </p:sp>
      </p:grpSp>
      <p:sp>
        <p:nvSpPr>
          <p:cNvPr id="320" name="文本框 319">
            <a:extLst>
              <a:ext uri="{FF2B5EF4-FFF2-40B4-BE49-F238E27FC236}">
                <a16:creationId xmlns:a16="http://schemas.microsoft.com/office/drawing/2014/main" id="{CBD32876-C12D-000A-0E61-DEC7F185ACA1}"/>
              </a:ext>
            </a:extLst>
          </p:cNvPr>
          <p:cNvSpPr txBox="1"/>
          <p:nvPr/>
        </p:nvSpPr>
        <p:spPr>
          <a:xfrm>
            <a:off x="6327863" y="3398474"/>
            <a:ext cx="1839319" cy="246221"/>
          </a:xfrm>
          <a:prstGeom prst="rect">
            <a:avLst/>
          </a:prstGeom>
          <a:solidFill>
            <a:schemeClr val="accent1">
              <a:lumMod val="50000"/>
            </a:schemeClr>
          </a:solidFill>
        </p:spPr>
        <p:txBody>
          <a:bodyPr wrap="square" rtlCol="0">
            <a:spAutoFit/>
          </a:bodyPr>
          <a:lstStyle>
            <a:defPPr>
              <a:defRPr lang="en-CN"/>
            </a:defPPr>
            <a:lvl1pPr algn="ctr">
              <a:defRPr sz="1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prstClr val="white"/>
                </a:solidFill>
                <a:effectLst/>
                <a:uLnTx/>
                <a:uFillTx/>
                <a:cs typeface="+mn-ea"/>
                <a:sym typeface="+mn-lt"/>
              </a:rPr>
              <a:t>佛山，中国</a:t>
            </a:r>
          </a:p>
        </p:txBody>
      </p:sp>
      <p:grpSp>
        <p:nvGrpSpPr>
          <p:cNvPr id="429" name="组合 428">
            <a:extLst>
              <a:ext uri="{FF2B5EF4-FFF2-40B4-BE49-F238E27FC236}">
                <a16:creationId xmlns:a16="http://schemas.microsoft.com/office/drawing/2014/main" id="{AEDC8CCA-FBD7-4939-847B-675C2B4BF379}"/>
              </a:ext>
            </a:extLst>
          </p:cNvPr>
          <p:cNvGrpSpPr/>
          <p:nvPr/>
        </p:nvGrpSpPr>
        <p:grpSpPr>
          <a:xfrm>
            <a:off x="10152732" y="1462771"/>
            <a:ext cx="1196161" cy="339359"/>
            <a:chOff x="1466263" y="6113829"/>
            <a:chExt cx="1704118" cy="440940"/>
          </a:xfrm>
        </p:grpSpPr>
        <p:sp>
          <p:nvSpPr>
            <p:cNvPr id="430" name="矩形: 圆角 429">
              <a:extLst>
                <a:ext uri="{FF2B5EF4-FFF2-40B4-BE49-F238E27FC236}">
                  <a16:creationId xmlns:a16="http://schemas.microsoft.com/office/drawing/2014/main" id="{447585B7-866E-4A70-8BB6-91E847C9F3DA}"/>
                </a:ext>
              </a:extLst>
            </p:cNvPr>
            <p:cNvSpPr/>
            <p:nvPr/>
          </p:nvSpPr>
          <p:spPr>
            <a:xfrm>
              <a:off x="1575536" y="6113829"/>
              <a:ext cx="1442189" cy="440940"/>
            </a:xfrm>
            <a:prstGeom prst="roundRect">
              <a:avLst>
                <a:gd name="adj" fmla="val 13165"/>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31" name="矩形: 圆角 430">
              <a:extLst>
                <a:ext uri="{FF2B5EF4-FFF2-40B4-BE49-F238E27FC236}">
                  <a16:creationId xmlns:a16="http://schemas.microsoft.com/office/drawing/2014/main" id="{04BC7CEE-8DFD-46A2-B8A7-29860F21F899}"/>
                </a:ext>
              </a:extLst>
            </p:cNvPr>
            <p:cNvSpPr/>
            <p:nvPr/>
          </p:nvSpPr>
          <p:spPr>
            <a:xfrm>
              <a:off x="1609662" y="6127117"/>
              <a:ext cx="1376688" cy="398497"/>
            </a:xfrm>
            <a:prstGeom prst="roundRect">
              <a:avLst>
                <a:gd name="adj" fmla="val 13165"/>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432" name="文本框 431">
              <a:extLst>
                <a:ext uri="{FF2B5EF4-FFF2-40B4-BE49-F238E27FC236}">
                  <a16:creationId xmlns:a16="http://schemas.microsoft.com/office/drawing/2014/main" id="{6FC049C4-C03A-4DA1-A442-692F8E3CDC34}"/>
                </a:ext>
              </a:extLst>
            </p:cNvPr>
            <p:cNvSpPr txBox="1"/>
            <p:nvPr/>
          </p:nvSpPr>
          <p:spPr>
            <a:xfrm>
              <a:off x="1466263" y="6155852"/>
              <a:ext cx="1704118" cy="3399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100" b="1" dirty="0">
                  <a:solidFill>
                    <a:prstClr val="white"/>
                  </a:solidFill>
                  <a:cs typeface="+mn-ea"/>
                  <a:sym typeface="+mn-lt"/>
                </a:rPr>
                <a:t>美洲区共享中心</a:t>
              </a:r>
              <a:endParaRPr kumimoji="0" lang="zh-CN" altLang="en-US" sz="1100" b="1" i="0" u="none" strike="noStrike" kern="1200" cap="none" spc="0" normalizeH="0" baseline="0" noProof="0" dirty="0">
                <a:ln>
                  <a:noFill/>
                </a:ln>
                <a:solidFill>
                  <a:prstClr val="white"/>
                </a:solidFill>
                <a:effectLst/>
                <a:uLnTx/>
                <a:uFillTx/>
                <a:cs typeface="+mn-ea"/>
                <a:sym typeface="+mn-lt"/>
              </a:endParaRPr>
            </a:p>
          </p:txBody>
        </p:sp>
      </p:grpSp>
      <p:sp>
        <p:nvSpPr>
          <p:cNvPr id="327" name="文本框 326">
            <a:extLst>
              <a:ext uri="{FF2B5EF4-FFF2-40B4-BE49-F238E27FC236}">
                <a16:creationId xmlns:a16="http://schemas.microsoft.com/office/drawing/2014/main" id="{8E5CD188-5A97-6660-7DE2-2EB97E7BC046}"/>
              </a:ext>
            </a:extLst>
          </p:cNvPr>
          <p:cNvSpPr txBox="1"/>
          <p:nvPr/>
        </p:nvSpPr>
        <p:spPr>
          <a:xfrm>
            <a:off x="9715781" y="2456966"/>
            <a:ext cx="2009124" cy="246221"/>
          </a:xfrm>
          <a:prstGeom prst="rect">
            <a:avLst/>
          </a:prstGeom>
          <a:solidFill>
            <a:schemeClr val="accent1">
              <a:lumMod val="50000"/>
            </a:schemeClr>
          </a:solidFill>
        </p:spPr>
        <p:txBody>
          <a:bodyPr wrap="square" rtlCol="0">
            <a:spAutoFit/>
          </a:bodyPr>
          <a:lstStyle>
            <a:defPPr>
              <a:defRPr lang="en-CN"/>
            </a:defPPr>
            <a:lvl1pPr algn="ctr">
              <a:defRPr sz="10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prstClr val="white"/>
                </a:solidFill>
                <a:effectLst/>
                <a:uLnTx/>
                <a:uFillTx/>
                <a:cs typeface="+mn-ea"/>
                <a:sym typeface="+mn-lt"/>
              </a:rPr>
              <a:t>墨西哥，巴西</a:t>
            </a:r>
          </a:p>
        </p:txBody>
      </p:sp>
      <p:sp>
        <p:nvSpPr>
          <p:cNvPr id="414" name="ï$ľiḓê">
            <a:extLst>
              <a:ext uri="{FF2B5EF4-FFF2-40B4-BE49-F238E27FC236}">
                <a16:creationId xmlns:a16="http://schemas.microsoft.com/office/drawing/2014/main" id="{7C76CC2F-4F6B-49BC-B5BE-7E9378D06B17}"/>
              </a:ext>
            </a:extLst>
          </p:cNvPr>
          <p:cNvSpPr/>
          <p:nvPr/>
        </p:nvSpPr>
        <p:spPr>
          <a:xfrm>
            <a:off x="6960442" y="5884551"/>
            <a:ext cx="51666" cy="51666"/>
          </a:xfrm>
          <a:prstGeom prst="ellipse">
            <a:avLst/>
          </a:prstGeom>
          <a:solidFill>
            <a:schemeClr val="tx1"/>
          </a:solidFill>
          <a:ln w="76200" cap="rnd" cmpd="sng" algn="ctr">
            <a:noFill/>
            <a:prstDash val="solid"/>
            <a:round/>
            <a:headEnd/>
            <a:tailEnd/>
          </a:ln>
          <a:effectLst/>
        </p:spPr>
        <p:txBody>
          <a:bodyPr rot="0" spcFirstLastPara="0" vertOverflow="overflow" horzOverflow="overflow" vert="horz" wrap="square" lIns="121878" tIns="60939" rIns="121878" bIns="60939" numCol="1" spcCol="0" rtlCol="0" fromWordArt="0" anchor="ctr" anchorCtr="0" forceAA="0" compatLnSpc="1">
            <a:prstTxWarp prst="textNoShape">
              <a:avLst/>
            </a:prstTxWarp>
            <a:normAutofit fontScale="25000" lnSpcReduction="20000"/>
          </a:bodyPr>
          <a:lstStyle/>
          <a:p>
            <a:pPr marL="0" marR="0" lvl="0" indent="0" algn="ctr" defTabSz="1218742" rtl="0" eaLnBrk="1" fontAlgn="auto" latinLnBrk="0" hangingPunct="1">
              <a:lnSpc>
                <a:spcPct val="100000"/>
              </a:lnSpc>
              <a:spcBef>
                <a:spcPts val="0"/>
              </a:spcBef>
              <a:spcAft>
                <a:spcPts val="0"/>
              </a:spcAft>
              <a:buClrTx/>
              <a:buSzTx/>
              <a:buFontTx/>
              <a:buNone/>
              <a:tabLst/>
              <a:defRPr/>
            </a:pPr>
            <a:endParaRPr kumimoji="0" lang="zh-CN" altLang="en-US" sz="133" b="1" i="0" u="none" strike="noStrike" kern="0" cap="none" spc="0" normalizeH="0" baseline="0" noProof="0" dirty="0">
              <a:ln>
                <a:noFill/>
              </a:ln>
              <a:solidFill>
                <a:srgbClr val="FFFFFF"/>
              </a:solidFill>
              <a:effectLst/>
              <a:uLnTx/>
              <a:uFillTx/>
              <a:cs typeface="+mn-ea"/>
              <a:sym typeface="+mn-lt"/>
            </a:endParaRPr>
          </a:p>
        </p:txBody>
      </p:sp>
      <p:sp>
        <p:nvSpPr>
          <p:cNvPr id="415" name="弧形 414">
            <a:extLst>
              <a:ext uri="{FF2B5EF4-FFF2-40B4-BE49-F238E27FC236}">
                <a16:creationId xmlns:a16="http://schemas.microsoft.com/office/drawing/2014/main" id="{A93BB7D3-EDD1-4189-B71F-78A6FC5D2906}"/>
              </a:ext>
            </a:extLst>
          </p:cNvPr>
          <p:cNvSpPr/>
          <p:nvPr/>
        </p:nvSpPr>
        <p:spPr>
          <a:xfrm rot="19067994">
            <a:off x="5534370" y="3573561"/>
            <a:ext cx="1080982" cy="2689269"/>
          </a:xfrm>
          <a:prstGeom prst="arc">
            <a:avLst>
              <a:gd name="adj1" fmla="val 17173303"/>
              <a:gd name="adj2" fmla="val 5394854"/>
            </a:avLst>
          </a:prstGeom>
          <a:noFill/>
          <a:ln w="6350" cap="flat" cmpd="sng" algn="ctr">
            <a:solidFill>
              <a:schemeClr val="accent1">
                <a:lumMod val="50000"/>
              </a:schemeClr>
            </a:solidFill>
            <a:prstDash val="solid"/>
            <a:miter lim="800000"/>
          </a:ln>
          <a:effectLst/>
        </p:spPr>
        <p:txBody>
          <a:bodyPr rtlCol="0" anchor="ctr"/>
          <a:lstStyle/>
          <a:p>
            <a:pPr marL="0" marR="0" lvl="0" indent="0" algn="ctr" defTabSz="1218804"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00"/>
              </a:solidFill>
              <a:effectLst/>
              <a:uLnTx/>
              <a:uFillTx/>
              <a:cs typeface="+mn-ea"/>
              <a:sym typeface="+mn-lt"/>
            </a:endParaRPr>
          </a:p>
        </p:txBody>
      </p:sp>
    </p:spTree>
    <p:extLst>
      <p:ext uri="{BB962C8B-B14F-4D97-AF65-F5344CB8AC3E}">
        <p14:creationId xmlns:p14="http://schemas.microsoft.com/office/powerpoint/2010/main" val="167091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6A2E6C-CA93-4551-884D-41A48F33AB17}"/>
              </a:ext>
            </a:extLst>
          </p:cNvPr>
          <p:cNvSpPr txBox="1">
            <a:spLocks/>
          </p:cNvSpPr>
          <p:nvPr/>
        </p:nvSpPr>
        <p:spPr>
          <a:xfrm>
            <a:off x="901431" y="265722"/>
            <a:ext cx="11224307" cy="579647"/>
          </a:xfrm>
          <a:prstGeom prst="rect">
            <a:avLst/>
          </a:prstGeom>
        </p:spPr>
        <p:txBody>
          <a:bodyPr vert="horz">
            <a:noAutofit/>
          </a:bodyPr>
          <a:lstStyle>
            <a:lvl1pPr algn="l" defTabSz="711200" rtl="0" eaLnBrk="1" latinLnBrk="0" hangingPunct="1">
              <a:lnSpc>
                <a:spcPct val="100000"/>
              </a:lnSpc>
              <a:spcBef>
                <a:spcPct val="0"/>
              </a:spcBef>
              <a:buNone/>
              <a:defRPr sz="2400" kern="1200">
                <a:solidFill>
                  <a:schemeClr val="tx1"/>
                </a:solidFill>
                <a:latin typeface="+mj-lt"/>
                <a:ea typeface="+mj-ea"/>
                <a:cs typeface="+mj-cs"/>
              </a:defRPr>
            </a:lvl1pPr>
          </a:lstStyle>
          <a:p>
            <a:r>
              <a:rPr lang="zh-CN" altLang="en-US" sz="2000" b="1" dirty="0">
                <a:latin typeface="+mn-lt"/>
                <a:ea typeface="+mn-ea"/>
                <a:cs typeface="+mn-ea"/>
                <a:sym typeface="+mn-lt"/>
              </a:rPr>
              <a:t>战略全景图</a:t>
            </a:r>
            <a:r>
              <a:rPr lang="zh-CN" altLang="en-US" sz="2000" dirty="0">
                <a:latin typeface="+mn-lt"/>
                <a:ea typeface="+mn-ea"/>
                <a:cs typeface="+mn-ea"/>
                <a:sym typeface="+mn-lt"/>
              </a:rPr>
              <a:t>：以核心品类“数一数二”份额目标为牵引，推动端到端运营模式优化与能力升级</a:t>
            </a:r>
          </a:p>
        </p:txBody>
      </p:sp>
      <p:sp>
        <p:nvSpPr>
          <p:cNvPr id="44" name="等腰三角形 43">
            <a:extLst>
              <a:ext uri="{FF2B5EF4-FFF2-40B4-BE49-F238E27FC236}">
                <a16:creationId xmlns:a16="http://schemas.microsoft.com/office/drawing/2014/main" id="{2465D8AD-427D-4574-A8EA-BBBD4A12803A}"/>
              </a:ext>
            </a:extLst>
          </p:cNvPr>
          <p:cNvSpPr/>
          <p:nvPr/>
        </p:nvSpPr>
        <p:spPr>
          <a:xfrm>
            <a:off x="306746" y="746844"/>
            <a:ext cx="11613891" cy="751477"/>
          </a:xfrm>
          <a:prstGeom prst="triangle">
            <a:avLst/>
          </a:prstGeom>
          <a:solidFill>
            <a:schemeClr val="accent1"/>
          </a:solidFill>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5" name="矩形 44">
            <a:extLst>
              <a:ext uri="{FF2B5EF4-FFF2-40B4-BE49-F238E27FC236}">
                <a16:creationId xmlns:a16="http://schemas.microsoft.com/office/drawing/2014/main" id="{EA244975-32E4-4FDD-AB88-687AAB749B0F}"/>
              </a:ext>
            </a:extLst>
          </p:cNvPr>
          <p:cNvSpPr/>
          <p:nvPr/>
        </p:nvSpPr>
        <p:spPr>
          <a:xfrm>
            <a:off x="296679" y="2084704"/>
            <a:ext cx="2811952" cy="3119871"/>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cs typeface="+mn-ea"/>
              <a:sym typeface="+mn-lt"/>
            </a:endParaRPr>
          </a:p>
        </p:txBody>
      </p:sp>
      <p:sp>
        <p:nvSpPr>
          <p:cNvPr id="46" name="矩形 45">
            <a:extLst>
              <a:ext uri="{FF2B5EF4-FFF2-40B4-BE49-F238E27FC236}">
                <a16:creationId xmlns:a16="http://schemas.microsoft.com/office/drawing/2014/main" id="{77907350-DC23-4C62-8D2B-B2DF43E5B926}"/>
              </a:ext>
            </a:extLst>
          </p:cNvPr>
          <p:cNvSpPr/>
          <p:nvPr/>
        </p:nvSpPr>
        <p:spPr>
          <a:xfrm>
            <a:off x="6145096" y="2084704"/>
            <a:ext cx="2890713" cy="3119871"/>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cs typeface="+mn-ea"/>
              <a:sym typeface="+mn-lt"/>
            </a:endParaRPr>
          </a:p>
        </p:txBody>
      </p:sp>
      <p:sp>
        <p:nvSpPr>
          <p:cNvPr id="47" name="矩形 46">
            <a:extLst>
              <a:ext uri="{FF2B5EF4-FFF2-40B4-BE49-F238E27FC236}">
                <a16:creationId xmlns:a16="http://schemas.microsoft.com/office/drawing/2014/main" id="{A1363113-7BEA-4782-A4BC-A54010716797}"/>
              </a:ext>
            </a:extLst>
          </p:cNvPr>
          <p:cNvSpPr/>
          <p:nvPr/>
        </p:nvSpPr>
        <p:spPr>
          <a:xfrm>
            <a:off x="3260268" y="2084704"/>
            <a:ext cx="2712643" cy="3119871"/>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cs typeface="+mn-ea"/>
              <a:sym typeface="+mn-lt"/>
            </a:endParaRPr>
          </a:p>
        </p:txBody>
      </p:sp>
      <p:sp>
        <p:nvSpPr>
          <p:cNvPr id="48" name="矩形 47">
            <a:extLst>
              <a:ext uri="{FF2B5EF4-FFF2-40B4-BE49-F238E27FC236}">
                <a16:creationId xmlns:a16="http://schemas.microsoft.com/office/drawing/2014/main" id="{85CDDE81-947F-4496-AE28-BD428A18B93E}"/>
              </a:ext>
            </a:extLst>
          </p:cNvPr>
          <p:cNvSpPr/>
          <p:nvPr/>
        </p:nvSpPr>
        <p:spPr>
          <a:xfrm>
            <a:off x="9108685" y="2084704"/>
            <a:ext cx="2811952" cy="3119871"/>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cs typeface="+mn-ea"/>
              <a:sym typeface="+mn-lt"/>
            </a:endParaRPr>
          </a:p>
        </p:txBody>
      </p:sp>
      <p:sp>
        <p:nvSpPr>
          <p:cNvPr id="49" name="矩形 48">
            <a:extLst>
              <a:ext uri="{FF2B5EF4-FFF2-40B4-BE49-F238E27FC236}">
                <a16:creationId xmlns:a16="http://schemas.microsoft.com/office/drawing/2014/main" id="{EDFB2AC4-0605-440A-B441-DBD28478D277}"/>
              </a:ext>
            </a:extLst>
          </p:cNvPr>
          <p:cNvSpPr/>
          <p:nvPr/>
        </p:nvSpPr>
        <p:spPr>
          <a:xfrm>
            <a:off x="296679" y="5359238"/>
            <a:ext cx="11623958" cy="1254866"/>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0" name="文本框 49">
            <a:extLst>
              <a:ext uri="{FF2B5EF4-FFF2-40B4-BE49-F238E27FC236}">
                <a16:creationId xmlns:a16="http://schemas.microsoft.com/office/drawing/2014/main" id="{10A9D74B-5D17-4103-9E03-0834593FD571}"/>
              </a:ext>
            </a:extLst>
          </p:cNvPr>
          <p:cNvSpPr txBox="1"/>
          <p:nvPr/>
        </p:nvSpPr>
        <p:spPr>
          <a:xfrm>
            <a:off x="3907308" y="1056482"/>
            <a:ext cx="4255741"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FFFFFF"/>
                </a:solidFill>
                <a:effectLst/>
                <a:uLnTx/>
                <a:uFillTx/>
                <a:cs typeface="+mn-ea"/>
                <a:sym typeface="+mn-lt"/>
              </a:rPr>
              <a:t>2027</a:t>
            </a:r>
            <a:r>
              <a:rPr kumimoji="0" lang="zh-CN" altLang="en-US" sz="1400" b="1" i="0" u="none" strike="noStrike" kern="1200" cap="none" spc="0" normalizeH="0" baseline="0" noProof="0" dirty="0">
                <a:ln>
                  <a:noFill/>
                </a:ln>
                <a:solidFill>
                  <a:srgbClr val="FFFFFF"/>
                </a:solidFill>
                <a:effectLst/>
                <a:uLnTx/>
                <a:uFillTx/>
                <a:cs typeface="+mn-ea"/>
                <a:sym typeface="+mn-lt"/>
              </a:rPr>
              <a:t>年自有品牌业务营收</a:t>
            </a:r>
            <a:r>
              <a:rPr lang="zh-CN" altLang="en-US" sz="1400" b="1" dirty="0">
                <a:solidFill>
                  <a:srgbClr val="FFFFFF"/>
                </a:solidFill>
                <a:cs typeface="+mn-ea"/>
                <a:sym typeface="+mn-lt"/>
              </a:rPr>
              <a:t>突破</a:t>
            </a:r>
            <a:r>
              <a:rPr lang="en-US" altLang="zh-CN" sz="1400" b="1" dirty="0">
                <a:solidFill>
                  <a:srgbClr val="FFFFFF"/>
                </a:solidFill>
                <a:cs typeface="+mn-ea"/>
                <a:sym typeface="+mn-lt"/>
              </a:rPr>
              <a:t>100+ </a:t>
            </a:r>
            <a:r>
              <a:rPr kumimoji="0" lang="zh-CN" altLang="en-US" sz="1400" b="1" i="0" u="none" strike="noStrike" kern="1200" cap="none" spc="0" normalizeH="0" baseline="0" noProof="0" dirty="0">
                <a:ln>
                  <a:noFill/>
                </a:ln>
                <a:solidFill>
                  <a:srgbClr val="FFFFFF"/>
                </a:solidFill>
                <a:effectLst/>
                <a:uLnTx/>
                <a:uFillTx/>
                <a:cs typeface="+mn-ea"/>
                <a:sym typeface="+mn-lt"/>
              </a:rPr>
              <a:t>亿美金</a:t>
            </a:r>
            <a:r>
              <a:rPr kumimoji="0" lang="en-US" altLang="zh-CN" sz="1400" b="1" i="0" u="none" strike="noStrike" kern="1200" cap="none" spc="0" normalizeH="0" baseline="0" noProof="0" dirty="0">
                <a:ln>
                  <a:noFill/>
                </a:ln>
                <a:solidFill>
                  <a:srgbClr val="FFFFFF"/>
                </a:solidFill>
                <a:effectLst/>
                <a:uLnTx/>
                <a:uFillTx/>
                <a:cs typeface="+mn-ea"/>
                <a:sym typeface="+mn-lt"/>
              </a:rPr>
              <a:t> </a:t>
            </a:r>
            <a:endParaRPr kumimoji="0" lang="zh-CN" altLang="en-US" sz="1400" b="1" i="0" u="none" strike="noStrike" kern="1200" cap="none" spc="0" normalizeH="0" baseline="0" noProof="0" dirty="0">
              <a:ln>
                <a:noFill/>
              </a:ln>
              <a:solidFill>
                <a:srgbClr val="FFFFFF"/>
              </a:solidFill>
              <a:effectLst/>
              <a:uLnTx/>
              <a:uFillTx/>
              <a:cs typeface="+mn-ea"/>
              <a:sym typeface="+mn-lt"/>
            </a:endParaRPr>
          </a:p>
        </p:txBody>
      </p:sp>
      <p:sp>
        <p:nvSpPr>
          <p:cNvPr id="51" name="文本框 50">
            <a:extLst>
              <a:ext uri="{FF2B5EF4-FFF2-40B4-BE49-F238E27FC236}">
                <a16:creationId xmlns:a16="http://schemas.microsoft.com/office/drawing/2014/main" id="{B0BD13E4-CD08-4C6D-9126-B592D02FD394}"/>
              </a:ext>
            </a:extLst>
          </p:cNvPr>
          <p:cNvSpPr txBox="1"/>
          <p:nvPr/>
        </p:nvSpPr>
        <p:spPr>
          <a:xfrm>
            <a:off x="217264" y="3599980"/>
            <a:ext cx="2866052" cy="723500"/>
          </a:xfrm>
          <a:prstGeom prst="rect">
            <a:avLst/>
          </a:prstGeom>
          <a:noFill/>
        </p:spPr>
        <p:txBody>
          <a:bodyPr wrap="square" rtlCol="0">
            <a:noAutofit/>
          </a:bodyPr>
          <a:lstStyle/>
          <a:p>
            <a:pPr marL="0" marR="0" lvl="0" indent="0" algn="ctr" defTabSz="914400" rtl="0" eaLnBrk="1" fontAlgn="auto" latinLnBrk="0" hangingPunct="1">
              <a:lnSpc>
                <a:spcPct val="2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    建市场洞察体系，</a:t>
            </a:r>
            <a:endParaRPr kumimoji="0" lang="en-US" altLang="zh-CN" sz="16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2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促</a:t>
            </a:r>
            <a:r>
              <a:rPr kumimoji="0" lang="zh-CN" altLang="en-US" sz="1600" b="1" i="0" u="none" strike="noStrike" kern="1200" cap="none" spc="0" normalizeH="0" baseline="0" noProof="0" dirty="0">
                <a:ln>
                  <a:noFill/>
                </a:ln>
                <a:solidFill>
                  <a:srgbClr val="257AFF"/>
                </a:solidFill>
                <a:effectLst/>
                <a:uLnTx/>
                <a:uFillTx/>
                <a:cs typeface="+mn-ea"/>
                <a:sym typeface="+mn-lt"/>
              </a:rPr>
              <a:t>产品</a:t>
            </a:r>
            <a:r>
              <a:rPr kumimoji="0" lang="zh-CN" altLang="en-US" sz="1600" b="1" i="0" u="none" strike="noStrike" kern="1200" cap="none" spc="0" normalizeH="0" baseline="0" noProof="0" dirty="0">
                <a:ln>
                  <a:noFill/>
                </a:ln>
                <a:solidFill>
                  <a:srgbClr val="000000"/>
                </a:solidFill>
                <a:effectLst/>
                <a:uLnTx/>
                <a:uFillTx/>
                <a:cs typeface="+mn-ea"/>
                <a:sym typeface="+mn-lt"/>
              </a:rPr>
              <a:t>结构优化</a:t>
            </a:r>
          </a:p>
        </p:txBody>
      </p:sp>
      <p:sp>
        <p:nvSpPr>
          <p:cNvPr id="52" name="文本框 51">
            <a:extLst>
              <a:ext uri="{FF2B5EF4-FFF2-40B4-BE49-F238E27FC236}">
                <a16:creationId xmlns:a16="http://schemas.microsoft.com/office/drawing/2014/main" id="{0BA59DD1-069D-4093-9B54-DC382448E219}"/>
              </a:ext>
            </a:extLst>
          </p:cNvPr>
          <p:cNvSpPr txBox="1"/>
          <p:nvPr/>
        </p:nvSpPr>
        <p:spPr>
          <a:xfrm>
            <a:off x="3229999" y="3599979"/>
            <a:ext cx="2709718" cy="723500"/>
          </a:xfrm>
          <a:prstGeom prst="rect">
            <a:avLst/>
          </a:prstGeom>
          <a:noFill/>
        </p:spPr>
        <p:txBody>
          <a:bodyPr wrap="square" rtlCol="0">
            <a:noAutofit/>
          </a:bodyPr>
          <a:lstStyle/>
          <a:p>
            <a:pPr marL="0" marR="0" lvl="0" indent="0" algn="ctr" defTabSz="914400" rtl="0" eaLnBrk="1" fontAlgn="auto" latinLnBrk="0" hangingPunct="1">
              <a:lnSpc>
                <a:spcPct val="2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   升级</a:t>
            </a:r>
            <a:r>
              <a:rPr kumimoji="0" lang="zh-CN" altLang="en-US" sz="1600" b="1" i="0" u="none" strike="noStrike" kern="1200" cap="none" spc="0" normalizeH="0" baseline="0" noProof="0" dirty="0">
                <a:ln>
                  <a:noFill/>
                </a:ln>
                <a:solidFill>
                  <a:srgbClr val="257AFF"/>
                </a:solidFill>
                <a:effectLst/>
                <a:uLnTx/>
                <a:uFillTx/>
                <a:cs typeface="+mn-ea"/>
                <a:sym typeface="+mn-lt"/>
              </a:rPr>
              <a:t>品牌</a:t>
            </a:r>
            <a:r>
              <a:rPr kumimoji="0" lang="zh-CN" altLang="en-US" sz="1600" b="1" i="0" u="none" strike="noStrike" kern="1200" cap="none" spc="0" normalizeH="0" baseline="0" noProof="0" dirty="0">
                <a:ln>
                  <a:noFill/>
                </a:ln>
                <a:solidFill>
                  <a:srgbClr val="000000"/>
                </a:solidFill>
                <a:effectLst/>
                <a:uLnTx/>
                <a:uFillTx/>
                <a:cs typeface="+mn-ea"/>
                <a:sym typeface="+mn-lt"/>
              </a:rPr>
              <a:t>能力，</a:t>
            </a:r>
            <a:endParaRPr kumimoji="0" lang="en-US" altLang="zh-CN" sz="16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2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赋能零售动销</a:t>
            </a:r>
          </a:p>
        </p:txBody>
      </p:sp>
      <p:sp>
        <p:nvSpPr>
          <p:cNvPr id="53" name="文本框 52">
            <a:extLst>
              <a:ext uri="{FF2B5EF4-FFF2-40B4-BE49-F238E27FC236}">
                <a16:creationId xmlns:a16="http://schemas.microsoft.com/office/drawing/2014/main" id="{06FEFE2D-4B82-4189-83F3-6323CDA98BA8}"/>
              </a:ext>
            </a:extLst>
          </p:cNvPr>
          <p:cNvSpPr txBox="1"/>
          <p:nvPr/>
        </p:nvSpPr>
        <p:spPr>
          <a:xfrm>
            <a:off x="6111902" y="3599978"/>
            <a:ext cx="2853606" cy="262114"/>
          </a:xfrm>
          <a:prstGeom prst="rect">
            <a:avLst/>
          </a:prstGeom>
          <a:noFill/>
        </p:spPr>
        <p:txBody>
          <a:bodyPr wrap="square" rtlCol="0">
            <a:noAutofit/>
          </a:bodyPr>
          <a:lstStyle/>
          <a:p>
            <a:pPr marL="0" marR="0" lvl="0" indent="0" algn="ctr" defTabSz="914400" rtl="0" eaLnBrk="1" fontAlgn="auto" latinLnBrk="0" hangingPunct="1">
              <a:lnSpc>
                <a:spcPct val="2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  重点</a:t>
            </a:r>
            <a:r>
              <a:rPr kumimoji="0" lang="zh-CN" altLang="en-US" sz="1600" b="1" i="0" u="none" strike="noStrike" kern="1200" cap="none" spc="0" normalizeH="0" baseline="0" noProof="0" dirty="0">
                <a:ln>
                  <a:noFill/>
                </a:ln>
                <a:solidFill>
                  <a:srgbClr val="257AFF"/>
                </a:solidFill>
                <a:effectLst/>
                <a:uLnTx/>
                <a:uFillTx/>
                <a:cs typeface="+mn-ea"/>
                <a:sym typeface="+mn-lt"/>
              </a:rPr>
              <a:t>渠道</a:t>
            </a:r>
            <a:r>
              <a:rPr kumimoji="0" lang="zh-CN" altLang="en-US" sz="1600" b="1" i="0" u="none" strike="noStrike" kern="1200" cap="none" spc="0" normalizeH="0" baseline="0" noProof="0" dirty="0">
                <a:ln>
                  <a:noFill/>
                </a:ln>
                <a:solidFill>
                  <a:srgbClr val="000000"/>
                </a:solidFill>
                <a:effectLst/>
                <a:uLnTx/>
                <a:uFillTx/>
                <a:cs typeface="+mn-ea"/>
                <a:sym typeface="+mn-lt"/>
              </a:rPr>
              <a:t>突破，</a:t>
            </a:r>
            <a:endParaRPr kumimoji="0" lang="en-US" altLang="zh-CN" sz="16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2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渠道精细运营 </a:t>
            </a:r>
          </a:p>
        </p:txBody>
      </p:sp>
      <p:sp>
        <p:nvSpPr>
          <p:cNvPr id="54" name="文本框 53">
            <a:extLst>
              <a:ext uri="{FF2B5EF4-FFF2-40B4-BE49-F238E27FC236}">
                <a16:creationId xmlns:a16="http://schemas.microsoft.com/office/drawing/2014/main" id="{A933DFF2-3711-43D8-9937-9BF0B5B489DE}"/>
              </a:ext>
            </a:extLst>
          </p:cNvPr>
          <p:cNvSpPr txBox="1"/>
          <p:nvPr/>
        </p:nvSpPr>
        <p:spPr>
          <a:xfrm>
            <a:off x="135401" y="5353434"/>
            <a:ext cx="11078126" cy="908112"/>
          </a:xfrm>
          <a:prstGeom prst="rect">
            <a:avLst/>
          </a:prstGeom>
          <a:noFill/>
        </p:spPr>
        <p:txBody>
          <a:bodyPr wrap="square" rtlCol="0">
            <a:noAutofit/>
          </a:bodyPr>
          <a:lstStyle/>
          <a:p>
            <a:pPr marL="177800" marR="0" lvl="0" indent="-177800" algn="ctr" defTabSz="914400" rtl="0" eaLnBrk="1" fontAlgn="auto" latinLnBrk="0" hangingPunct="1">
              <a:lnSpc>
                <a:spcPct val="150000"/>
              </a:lnSpc>
              <a:spcBef>
                <a:spcPts val="600"/>
              </a:spcBef>
              <a:spcAft>
                <a:spcPts val="0"/>
              </a:spcAft>
              <a:buClrTx/>
              <a:buSzTx/>
              <a:buFontTx/>
              <a:buChar char="•"/>
              <a:tabLst/>
              <a:defRPr/>
            </a:pPr>
            <a:r>
              <a:rPr kumimoji="0" lang="zh-CN" altLang="en-US" sz="1600" b="1" i="0" u="none" strike="noStrike" kern="1200" cap="none" spc="0" normalizeH="0" baseline="0" noProof="0" dirty="0">
                <a:ln>
                  <a:noFill/>
                </a:ln>
                <a:solidFill>
                  <a:schemeClr val="tx1">
                    <a:lumMod val="85000"/>
                    <a:lumOff val="15000"/>
                  </a:schemeClr>
                </a:solidFill>
                <a:effectLst/>
                <a:uLnTx/>
                <a:uFillTx/>
                <a:cs typeface="+mn-ea"/>
                <a:sym typeface="+mn-lt"/>
              </a:rPr>
              <a:t>组织人才</a:t>
            </a:r>
            <a:endParaRPr kumimoji="0" lang="en-US" altLang="zh-CN" sz="1600" b="0" i="0" u="none" strike="noStrike" kern="1200" cap="none" spc="0" normalizeH="0" baseline="0" noProof="0" dirty="0">
              <a:ln>
                <a:noFill/>
              </a:ln>
              <a:solidFill>
                <a:schemeClr val="tx1">
                  <a:lumMod val="85000"/>
                  <a:lumOff val="15000"/>
                </a:schemeClr>
              </a:solidFill>
              <a:effectLst/>
              <a:uLnTx/>
              <a:uFillTx/>
              <a:cs typeface="+mn-ea"/>
              <a:sym typeface="+mn-lt"/>
            </a:endParaRPr>
          </a:p>
          <a:p>
            <a:pPr marL="177800" marR="0" lvl="0" indent="-177800" algn="ctr" defTabSz="914400" rtl="0" eaLnBrk="1" fontAlgn="auto" latinLnBrk="0" hangingPunct="1">
              <a:lnSpc>
                <a:spcPct val="150000"/>
              </a:lnSpc>
              <a:spcBef>
                <a:spcPts val="600"/>
              </a:spcBef>
              <a:spcAft>
                <a:spcPts val="0"/>
              </a:spcAft>
              <a:buClrTx/>
              <a:buSzTx/>
              <a:buFontTx/>
              <a:buChar char="•"/>
              <a:tabLst/>
              <a:defRPr/>
            </a:pPr>
            <a:r>
              <a:rPr kumimoji="0" lang="zh-CN" altLang="en-US" sz="1600" b="1" i="0" u="none" strike="noStrike" kern="1200" cap="none" spc="0" normalizeH="0" baseline="0" noProof="0" dirty="0">
                <a:ln>
                  <a:noFill/>
                </a:ln>
                <a:solidFill>
                  <a:schemeClr val="tx1">
                    <a:lumMod val="85000"/>
                    <a:lumOff val="15000"/>
                  </a:schemeClr>
                </a:solidFill>
                <a:effectLst/>
                <a:uLnTx/>
                <a:uFillTx/>
                <a:cs typeface="+mn-ea"/>
                <a:sym typeface="+mn-lt"/>
              </a:rPr>
              <a:t>运营体系</a:t>
            </a:r>
            <a:r>
              <a:rPr kumimoji="0" lang="en-US" altLang="zh-CN" sz="1600" b="0" i="0" u="none" strike="noStrike" kern="1200" cap="none" spc="0" normalizeH="0" baseline="0" noProof="0" dirty="0">
                <a:ln>
                  <a:noFill/>
                </a:ln>
                <a:solidFill>
                  <a:schemeClr val="tx1">
                    <a:lumMod val="85000"/>
                    <a:lumOff val="15000"/>
                  </a:schemeClr>
                </a:solidFill>
                <a:effectLst/>
                <a:uLnTx/>
                <a:uFillTx/>
                <a:cs typeface="+mn-ea"/>
                <a:sym typeface="+mn-lt"/>
              </a:rPr>
              <a:t> </a:t>
            </a:r>
          </a:p>
          <a:p>
            <a:pPr marL="177800" marR="0" lvl="0" indent="-177800" algn="ctr" defTabSz="914400" rtl="0" eaLnBrk="1" fontAlgn="auto" latinLnBrk="0" hangingPunct="1">
              <a:lnSpc>
                <a:spcPct val="150000"/>
              </a:lnSpc>
              <a:spcBef>
                <a:spcPts val="600"/>
              </a:spcBef>
              <a:spcAft>
                <a:spcPts val="0"/>
              </a:spcAft>
              <a:buClrTx/>
              <a:buSzTx/>
              <a:buFontTx/>
              <a:buChar char="•"/>
              <a:tabLst/>
              <a:defRPr/>
            </a:pPr>
            <a:r>
              <a:rPr kumimoji="0" lang="zh-CN" altLang="en-US" sz="1600" b="1" i="0" u="none" strike="noStrike" kern="1200" cap="none" spc="0" normalizeH="0" baseline="0" noProof="0" dirty="0">
                <a:ln>
                  <a:noFill/>
                </a:ln>
                <a:solidFill>
                  <a:schemeClr val="tx1">
                    <a:lumMod val="85000"/>
                    <a:lumOff val="15000"/>
                  </a:schemeClr>
                </a:solidFill>
                <a:effectLst/>
                <a:uLnTx/>
                <a:uFillTx/>
                <a:cs typeface="+mn-ea"/>
                <a:sym typeface="+mn-lt"/>
              </a:rPr>
              <a:t>资源配置</a:t>
            </a:r>
            <a:endParaRPr kumimoji="0" lang="en-US" altLang="zh-CN" sz="1600" b="0" i="0" u="none" strike="noStrike" kern="1200" cap="none" spc="0" normalizeH="0" baseline="0" noProof="0" dirty="0">
              <a:ln>
                <a:noFill/>
              </a:ln>
              <a:solidFill>
                <a:schemeClr val="tx1">
                  <a:lumMod val="85000"/>
                  <a:lumOff val="15000"/>
                </a:schemeClr>
              </a:solidFill>
              <a:effectLst/>
              <a:uLnTx/>
              <a:uFillTx/>
              <a:cs typeface="+mn-ea"/>
              <a:sym typeface="+mn-lt"/>
            </a:endParaRPr>
          </a:p>
        </p:txBody>
      </p:sp>
      <p:sp>
        <p:nvSpPr>
          <p:cNvPr id="55" name="文本框 54">
            <a:extLst>
              <a:ext uri="{FF2B5EF4-FFF2-40B4-BE49-F238E27FC236}">
                <a16:creationId xmlns:a16="http://schemas.microsoft.com/office/drawing/2014/main" id="{665C1424-F86A-494E-A2A3-C30921A37E3F}"/>
              </a:ext>
            </a:extLst>
          </p:cNvPr>
          <p:cNvSpPr txBox="1"/>
          <p:nvPr/>
        </p:nvSpPr>
        <p:spPr>
          <a:xfrm>
            <a:off x="9210119" y="3605014"/>
            <a:ext cx="2601211" cy="723500"/>
          </a:xfrm>
          <a:prstGeom prst="rect">
            <a:avLst/>
          </a:prstGeom>
          <a:noFill/>
        </p:spPr>
        <p:txBody>
          <a:bodyPr wrap="square" rtlCol="0">
            <a:noAutofit/>
          </a:bodyPr>
          <a:lstStyle/>
          <a:p>
            <a:pPr marL="0" marR="0" lvl="0" indent="0" algn="ctr" defTabSz="914400" rtl="0" eaLnBrk="1" fontAlgn="auto" latinLnBrk="0" hangingPunct="1">
              <a:lnSpc>
                <a:spcPct val="25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  全链</a:t>
            </a:r>
            <a:r>
              <a:rPr kumimoji="0" lang="zh-CN" altLang="en-US" sz="1600" b="1" i="0" u="none" strike="noStrike" kern="1200" cap="none" spc="0" normalizeH="0" baseline="0" noProof="0" dirty="0">
                <a:ln>
                  <a:noFill/>
                </a:ln>
                <a:solidFill>
                  <a:srgbClr val="257AFF"/>
                </a:solidFill>
                <a:effectLst/>
                <a:uLnTx/>
                <a:uFillTx/>
                <a:cs typeface="+mn-ea"/>
                <a:sym typeface="+mn-lt"/>
              </a:rPr>
              <a:t>服务</a:t>
            </a:r>
            <a:r>
              <a:rPr kumimoji="0" lang="zh-CN" altLang="en-US" sz="1600" b="1" i="0" u="none" strike="noStrike" kern="1200" cap="none" spc="0" normalizeH="0" baseline="0" noProof="0" dirty="0">
                <a:ln>
                  <a:noFill/>
                </a:ln>
                <a:solidFill>
                  <a:srgbClr val="000000"/>
                </a:solidFill>
                <a:effectLst/>
                <a:uLnTx/>
                <a:uFillTx/>
                <a:cs typeface="+mn-ea"/>
                <a:sym typeface="+mn-lt"/>
              </a:rPr>
              <a:t>体验升级，</a:t>
            </a:r>
            <a:endParaRPr kumimoji="0" lang="en-US" altLang="zh-CN" sz="16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250000"/>
              </a:lnSpc>
              <a:spcBef>
                <a:spcPts val="0"/>
              </a:spcBef>
              <a:spcAft>
                <a:spcPts val="0"/>
              </a:spcAft>
              <a:buClrTx/>
              <a:buSzTx/>
              <a:buFontTx/>
              <a:buNone/>
              <a:tabLst/>
              <a:defRPr/>
            </a:pPr>
            <a:r>
              <a:rPr lang="zh-CN" altLang="en-US" sz="1600" b="1" dirty="0">
                <a:solidFill>
                  <a:srgbClr val="000000"/>
                </a:solidFill>
                <a:cs typeface="+mn-ea"/>
                <a:sym typeface="+mn-lt"/>
              </a:rPr>
              <a:t>支撑品牌心智构建 </a:t>
            </a:r>
            <a:endParaRPr kumimoji="0" lang="zh-CN" altLang="en-US" sz="1600" b="1" i="0" u="none" strike="noStrike" kern="1200" cap="none" spc="0" normalizeH="0" baseline="0" noProof="0" dirty="0">
              <a:ln>
                <a:noFill/>
              </a:ln>
              <a:solidFill>
                <a:srgbClr val="000000"/>
              </a:solidFill>
              <a:effectLst/>
              <a:uLnTx/>
              <a:uFillTx/>
              <a:cs typeface="+mn-ea"/>
              <a:sym typeface="+mn-lt"/>
            </a:endParaRPr>
          </a:p>
        </p:txBody>
      </p:sp>
      <p:sp>
        <p:nvSpPr>
          <p:cNvPr id="83" name="矩形 82">
            <a:extLst>
              <a:ext uri="{FF2B5EF4-FFF2-40B4-BE49-F238E27FC236}">
                <a16:creationId xmlns:a16="http://schemas.microsoft.com/office/drawing/2014/main" id="{330B106B-AD0F-4FA1-8E37-D190F26DB22D}"/>
              </a:ext>
            </a:extLst>
          </p:cNvPr>
          <p:cNvSpPr/>
          <p:nvPr/>
        </p:nvSpPr>
        <p:spPr>
          <a:xfrm>
            <a:off x="306746" y="1546757"/>
            <a:ext cx="11623958" cy="3521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84" name="文本框 83">
            <a:extLst>
              <a:ext uri="{FF2B5EF4-FFF2-40B4-BE49-F238E27FC236}">
                <a16:creationId xmlns:a16="http://schemas.microsoft.com/office/drawing/2014/main" id="{F54EA3F3-1A20-4B58-BC30-B1EA9D7571F1}"/>
              </a:ext>
            </a:extLst>
          </p:cNvPr>
          <p:cNvSpPr txBox="1"/>
          <p:nvPr/>
        </p:nvSpPr>
        <p:spPr>
          <a:xfrm>
            <a:off x="1927478" y="1546797"/>
            <a:ext cx="9500375" cy="50673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cs typeface="+mn-ea"/>
                <a:sym typeface="+mn-lt"/>
              </a:rPr>
              <a:t>市场分类分级管理：① 聚焦战略市场突破，一国一策；② 识别第二梯队国家； ③ 加速布局第三梯队空白市场   </a:t>
            </a:r>
          </a:p>
        </p:txBody>
      </p:sp>
      <p:sp>
        <p:nvSpPr>
          <p:cNvPr id="87" name="iconfont-11253-5321692">
            <a:extLst>
              <a:ext uri="{FF2B5EF4-FFF2-40B4-BE49-F238E27FC236}">
                <a16:creationId xmlns:a16="http://schemas.microsoft.com/office/drawing/2014/main" id="{B4D2F373-1572-4CD4-BDE7-2536D61D358E}"/>
              </a:ext>
            </a:extLst>
          </p:cNvPr>
          <p:cNvSpPr/>
          <p:nvPr/>
        </p:nvSpPr>
        <p:spPr>
          <a:xfrm flipH="1">
            <a:off x="4313025" y="2458043"/>
            <a:ext cx="543666" cy="609685"/>
          </a:xfrm>
          <a:custGeom>
            <a:avLst/>
            <a:gdLst>
              <a:gd name="T0" fmla="*/ 8327 w 8903"/>
              <a:gd name="T1" fmla="*/ 5437 h 9984"/>
              <a:gd name="T2" fmla="*/ 7677 w 8903"/>
              <a:gd name="T3" fmla="*/ 4670 h 9984"/>
              <a:gd name="T4" fmla="*/ 7694 w 8903"/>
              <a:gd name="T5" fmla="*/ 3413 h 9984"/>
              <a:gd name="T6" fmla="*/ 7473 w 8903"/>
              <a:gd name="T7" fmla="*/ 2330 h 9984"/>
              <a:gd name="T8" fmla="*/ 6505 w 8903"/>
              <a:gd name="T9" fmla="*/ 1028 h 9984"/>
              <a:gd name="T10" fmla="*/ 3807 w 8903"/>
              <a:gd name="T11" fmla="*/ 0 h 9984"/>
              <a:gd name="T12" fmla="*/ 0 w 8903"/>
              <a:gd name="T13" fmla="*/ 3482 h 9984"/>
              <a:gd name="T14" fmla="*/ 24 w 8903"/>
              <a:gd name="T15" fmla="*/ 3862 h 9984"/>
              <a:gd name="T16" fmla="*/ 1050 w 8903"/>
              <a:gd name="T17" fmla="*/ 6807 h 9984"/>
              <a:gd name="T18" fmla="*/ 0 w 8903"/>
              <a:gd name="T19" fmla="*/ 9977 h 9984"/>
              <a:gd name="T20" fmla="*/ 4618 w 8903"/>
              <a:gd name="T21" fmla="*/ 9984 h 9984"/>
              <a:gd name="T22" fmla="*/ 5528 w 8903"/>
              <a:gd name="T23" fmla="*/ 8608 h 9984"/>
              <a:gd name="T24" fmla="*/ 6963 w 8903"/>
              <a:gd name="T25" fmla="*/ 8617 h 9984"/>
              <a:gd name="T26" fmla="*/ 7189 w 8903"/>
              <a:gd name="T27" fmla="*/ 8599 h 9984"/>
              <a:gd name="T28" fmla="*/ 7198 w 8903"/>
              <a:gd name="T29" fmla="*/ 8598 h 9984"/>
              <a:gd name="T30" fmla="*/ 7198 w 8903"/>
              <a:gd name="T31" fmla="*/ 8594 h 9984"/>
              <a:gd name="T32" fmla="*/ 7298 w 8903"/>
              <a:gd name="T33" fmla="*/ 7675 h 9984"/>
              <a:gd name="T34" fmla="*/ 7603 w 8903"/>
              <a:gd name="T35" fmla="*/ 7365 h 9984"/>
              <a:gd name="T36" fmla="*/ 7603 w 8903"/>
              <a:gd name="T37" fmla="*/ 7344 h 9984"/>
              <a:gd name="T38" fmla="*/ 7158 w 8903"/>
              <a:gd name="T39" fmla="*/ 7080 h 9984"/>
              <a:gd name="T40" fmla="*/ 7278 w 8903"/>
              <a:gd name="T41" fmla="*/ 7080 h 9984"/>
              <a:gd name="T42" fmla="*/ 7633 w 8903"/>
              <a:gd name="T43" fmla="*/ 6843 h 9984"/>
              <a:gd name="T44" fmla="*/ 7633 w 8903"/>
              <a:gd name="T45" fmla="*/ 6825 h 9984"/>
              <a:gd name="T46" fmla="*/ 7598 w 8903"/>
              <a:gd name="T47" fmla="*/ 6724 h 9984"/>
              <a:gd name="T48" fmla="*/ 7803 w 8903"/>
              <a:gd name="T49" fmla="*/ 5887 h 9984"/>
              <a:gd name="T50" fmla="*/ 8327 w 8903"/>
              <a:gd name="T51" fmla="*/ 5437 h 9984"/>
              <a:gd name="T52" fmla="*/ 8327 w 8903"/>
              <a:gd name="T53" fmla="*/ 5437 h 9984"/>
              <a:gd name="T54" fmla="*/ 4452 w 8903"/>
              <a:gd name="T55" fmla="*/ 2668 h 9984"/>
              <a:gd name="T56" fmla="*/ 3917 w 8903"/>
              <a:gd name="T57" fmla="*/ 2977 h 9984"/>
              <a:gd name="T58" fmla="*/ 4024 w 8903"/>
              <a:gd name="T59" fmla="*/ 3438 h 9984"/>
              <a:gd name="T60" fmla="*/ 3843 w 8903"/>
              <a:gd name="T61" fmla="*/ 4035 h 9984"/>
              <a:gd name="T62" fmla="*/ 4847 w 8903"/>
              <a:gd name="T63" fmla="*/ 4615 h 9984"/>
              <a:gd name="T64" fmla="*/ 5098 w 8903"/>
              <a:gd name="T65" fmla="*/ 4511 h 9984"/>
              <a:gd name="T66" fmla="*/ 5455 w 8903"/>
              <a:gd name="T67" fmla="*/ 4869 h 9984"/>
              <a:gd name="T68" fmla="*/ 5098 w 8903"/>
              <a:gd name="T69" fmla="*/ 5226 h 9984"/>
              <a:gd name="T70" fmla="*/ 4740 w 8903"/>
              <a:gd name="T71" fmla="*/ 4869 h 9984"/>
              <a:gd name="T72" fmla="*/ 4760 w 8903"/>
              <a:gd name="T73" fmla="*/ 4770 h 9984"/>
              <a:gd name="T74" fmla="*/ 3728 w 8903"/>
              <a:gd name="T75" fmla="*/ 4174 h 9984"/>
              <a:gd name="T76" fmla="*/ 2950 w 8903"/>
              <a:gd name="T77" fmla="*/ 4510 h 9984"/>
              <a:gd name="T78" fmla="*/ 1877 w 8903"/>
              <a:gd name="T79" fmla="*/ 3437 h 9984"/>
              <a:gd name="T80" fmla="*/ 2950 w 8903"/>
              <a:gd name="T81" fmla="*/ 2363 h 9984"/>
              <a:gd name="T82" fmla="*/ 3828 w 8903"/>
              <a:gd name="T83" fmla="*/ 2820 h 9984"/>
              <a:gd name="T84" fmla="*/ 4395 w 8903"/>
              <a:gd name="T85" fmla="*/ 2493 h 9984"/>
              <a:gd name="T86" fmla="*/ 4382 w 8903"/>
              <a:gd name="T87" fmla="*/ 2363 h 9984"/>
              <a:gd name="T88" fmla="*/ 5098 w 8903"/>
              <a:gd name="T89" fmla="*/ 1647 h 9984"/>
              <a:gd name="T90" fmla="*/ 5814 w 8903"/>
              <a:gd name="T91" fmla="*/ 2363 h 9984"/>
              <a:gd name="T92" fmla="*/ 5098 w 8903"/>
              <a:gd name="T93" fmla="*/ 3079 h 9984"/>
              <a:gd name="T94" fmla="*/ 4452 w 8903"/>
              <a:gd name="T95" fmla="*/ 2668 h 9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903" h="9984">
                <a:moveTo>
                  <a:pt x="8327" y="5437"/>
                </a:moveTo>
                <a:cubicBezTo>
                  <a:pt x="8120" y="5205"/>
                  <a:pt x="7800" y="4960"/>
                  <a:pt x="7677" y="4670"/>
                </a:cubicBezTo>
                <a:cubicBezTo>
                  <a:pt x="7499" y="4255"/>
                  <a:pt x="7700" y="3839"/>
                  <a:pt x="7694" y="3413"/>
                </a:cubicBezTo>
                <a:cubicBezTo>
                  <a:pt x="7689" y="3072"/>
                  <a:pt x="7589" y="2647"/>
                  <a:pt x="7473" y="2330"/>
                </a:cubicBezTo>
                <a:cubicBezTo>
                  <a:pt x="7276" y="1797"/>
                  <a:pt x="6930" y="1363"/>
                  <a:pt x="6505" y="1028"/>
                </a:cubicBezTo>
                <a:cubicBezTo>
                  <a:pt x="5816" y="393"/>
                  <a:pt x="4861" y="0"/>
                  <a:pt x="3807" y="0"/>
                </a:cubicBezTo>
                <a:cubicBezTo>
                  <a:pt x="1704" y="0"/>
                  <a:pt x="0" y="1559"/>
                  <a:pt x="0" y="3482"/>
                </a:cubicBezTo>
                <a:cubicBezTo>
                  <a:pt x="0" y="3610"/>
                  <a:pt x="9" y="3737"/>
                  <a:pt x="24" y="3862"/>
                </a:cubicBezTo>
                <a:cubicBezTo>
                  <a:pt x="38" y="4695"/>
                  <a:pt x="299" y="5692"/>
                  <a:pt x="1050" y="6807"/>
                </a:cubicBezTo>
                <a:cubicBezTo>
                  <a:pt x="1050" y="6807"/>
                  <a:pt x="2099" y="8897"/>
                  <a:pt x="0" y="9977"/>
                </a:cubicBezTo>
                <a:lnTo>
                  <a:pt x="4618" y="9984"/>
                </a:lnTo>
                <a:cubicBezTo>
                  <a:pt x="4618" y="9984"/>
                  <a:pt x="4968" y="8608"/>
                  <a:pt x="5528" y="8608"/>
                </a:cubicBezTo>
                <a:cubicBezTo>
                  <a:pt x="6001" y="8608"/>
                  <a:pt x="6487" y="8643"/>
                  <a:pt x="6963" y="8617"/>
                </a:cubicBezTo>
                <a:cubicBezTo>
                  <a:pt x="7056" y="8633"/>
                  <a:pt x="7131" y="8625"/>
                  <a:pt x="7189" y="8599"/>
                </a:cubicBezTo>
                <a:cubicBezTo>
                  <a:pt x="7192" y="8599"/>
                  <a:pt x="7195" y="8598"/>
                  <a:pt x="7198" y="8598"/>
                </a:cubicBezTo>
                <a:lnTo>
                  <a:pt x="7198" y="8594"/>
                </a:lnTo>
                <a:cubicBezTo>
                  <a:pt x="7524" y="8432"/>
                  <a:pt x="7298" y="7675"/>
                  <a:pt x="7298" y="7675"/>
                </a:cubicBezTo>
                <a:cubicBezTo>
                  <a:pt x="7482" y="7597"/>
                  <a:pt x="7603" y="7464"/>
                  <a:pt x="7603" y="7365"/>
                </a:cubicBezTo>
                <a:lnTo>
                  <a:pt x="7603" y="7344"/>
                </a:lnTo>
                <a:cubicBezTo>
                  <a:pt x="7603" y="7220"/>
                  <a:pt x="7417" y="7117"/>
                  <a:pt x="7158" y="7080"/>
                </a:cubicBezTo>
                <a:lnTo>
                  <a:pt x="7278" y="7080"/>
                </a:lnTo>
                <a:cubicBezTo>
                  <a:pt x="7473" y="7080"/>
                  <a:pt x="7633" y="6974"/>
                  <a:pt x="7633" y="6843"/>
                </a:cubicBezTo>
                <a:lnTo>
                  <a:pt x="7633" y="6825"/>
                </a:lnTo>
                <a:cubicBezTo>
                  <a:pt x="7633" y="6789"/>
                  <a:pt x="7620" y="6755"/>
                  <a:pt x="7598" y="6724"/>
                </a:cubicBezTo>
                <a:cubicBezTo>
                  <a:pt x="7633" y="6568"/>
                  <a:pt x="7771" y="5888"/>
                  <a:pt x="7803" y="5887"/>
                </a:cubicBezTo>
                <a:cubicBezTo>
                  <a:pt x="8903" y="5834"/>
                  <a:pt x="8326" y="5437"/>
                  <a:pt x="8327" y="5437"/>
                </a:cubicBezTo>
                <a:close/>
                <a:moveTo>
                  <a:pt x="8327" y="5437"/>
                </a:moveTo>
                <a:close/>
                <a:moveTo>
                  <a:pt x="4452" y="2668"/>
                </a:moveTo>
                <a:lnTo>
                  <a:pt x="3917" y="2977"/>
                </a:lnTo>
                <a:cubicBezTo>
                  <a:pt x="3984" y="3117"/>
                  <a:pt x="4024" y="3272"/>
                  <a:pt x="4024" y="3438"/>
                </a:cubicBezTo>
                <a:cubicBezTo>
                  <a:pt x="4024" y="3659"/>
                  <a:pt x="3957" y="3864"/>
                  <a:pt x="3843" y="4035"/>
                </a:cubicBezTo>
                <a:lnTo>
                  <a:pt x="4847" y="4615"/>
                </a:lnTo>
                <a:cubicBezTo>
                  <a:pt x="4912" y="4551"/>
                  <a:pt x="4999" y="4511"/>
                  <a:pt x="5098" y="4511"/>
                </a:cubicBezTo>
                <a:cubicBezTo>
                  <a:pt x="5295" y="4511"/>
                  <a:pt x="5455" y="4671"/>
                  <a:pt x="5455" y="4869"/>
                </a:cubicBezTo>
                <a:cubicBezTo>
                  <a:pt x="5455" y="5067"/>
                  <a:pt x="5295" y="5226"/>
                  <a:pt x="5098" y="5226"/>
                </a:cubicBezTo>
                <a:cubicBezTo>
                  <a:pt x="4900" y="5226"/>
                  <a:pt x="4740" y="5067"/>
                  <a:pt x="4740" y="4869"/>
                </a:cubicBezTo>
                <a:cubicBezTo>
                  <a:pt x="4740" y="4834"/>
                  <a:pt x="4750" y="4803"/>
                  <a:pt x="4760" y="4770"/>
                </a:cubicBezTo>
                <a:lnTo>
                  <a:pt x="3728" y="4174"/>
                </a:lnTo>
                <a:cubicBezTo>
                  <a:pt x="3532" y="4380"/>
                  <a:pt x="3258" y="4510"/>
                  <a:pt x="2950" y="4510"/>
                </a:cubicBezTo>
                <a:cubicBezTo>
                  <a:pt x="2358" y="4510"/>
                  <a:pt x="1877" y="4029"/>
                  <a:pt x="1877" y="3437"/>
                </a:cubicBezTo>
                <a:cubicBezTo>
                  <a:pt x="1877" y="2844"/>
                  <a:pt x="2358" y="2363"/>
                  <a:pt x="2950" y="2363"/>
                </a:cubicBezTo>
                <a:cubicBezTo>
                  <a:pt x="3314" y="2363"/>
                  <a:pt x="3633" y="2544"/>
                  <a:pt x="3828" y="2820"/>
                </a:cubicBezTo>
                <a:lnTo>
                  <a:pt x="4395" y="2493"/>
                </a:lnTo>
                <a:cubicBezTo>
                  <a:pt x="4388" y="2450"/>
                  <a:pt x="4382" y="2408"/>
                  <a:pt x="4382" y="2363"/>
                </a:cubicBezTo>
                <a:cubicBezTo>
                  <a:pt x="4382" y="1968"/>
                  <a:pt x="4702" y="1647"/>
                  <a:pt x="5098" y="1647"/>
                </a:cubicBezTo>
                <a:cubicBezTo>
                  <a:pt x="5493" y="1647"/>
                  <a:pt x="5814" y="1967"/>
                  <a:pt x="5814" y="2363"/>
                </a:cubicBezTo>
                <a:cubicBezTo>
                  <a:pt x="5814" y="2758"/>
                  <a:pt x="5494" y="3079"/>
                  <a:pt x="5098" y="3079"/>
                </a:cubicBezTo>
                <a:cubicBezTo>
                  <a:pt x="4811" y="3079"/>
                  <a:pt x="4566" y="2910"/>
                  <a:pt x="4452" y="266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puzzle_138458">
            <a:extLst>
              <a:ext uri="{FF2B5EF4-FFF2-40B4-BE49-F238E27FC236}">
                <a16:creationId xmlns:a16="http://schemas.microsoft.com/office/drawing/2014/main" id="{168593BA-8BB8-4BAA-A1CE-365EFCC50551}"/>
              </a:ext>
            </a:extLst>
          </p:cNvPr>
          <p:cNvSpPr/>
          <p:nvPr/>
        </p:nvSpPr>
        <p:spPr>
          <a:xfrm>
            <a:off x="1345447" y="2484743"/>
            <a:ext cx="609685" cy="596602"/>
          </a:xfrm>
          <a:custGeom>
            <a:avLst/>
            <a:gdLst>
              <a:gd name="connsiteX0" fmla="*/ 161806 w 607740"/>
              <a:gd name="connsiteY0" fmla="*/ 169844 h 594699"/>
              <a:gd name="connsiteX1" fmla="*/ 233214 w 607740"/>
              <a:gd name="connsiteY1" fmla="*/ 240400 h 594699"/>
              <a:gd name="connsiteX2" fmla="*/ 220299 w 607740"/>
              <a:gd name="connsiteY2" fmla="*/ 280610 h 594699"/>
              <a:gd name="connsiteX3" fmla="*/ 271197 w 607740"/>
              <a:gd name="connsiteY3" fmla="*/ 280610 h 594699"/>
              <a:gd name="connsiteX4" fmla="*/ 313737 w 607740"/>
              <a:gd name="connsiteY4" fmla="*/ 323854 h 594699"/>
              <a:gd name="connsiteX5" fmla="*/ 313737 w 607740"/>
              <a:gd name="connsiteY5" fmla="*/ 397445 h 594699"/>
              <a:gd name="connsiteX6" fmla="*/ 307660 w 607740"/>
              <a:gd name="connsiteY6" fmla="*/ 406549 h 594699"/>
              <a:gd name="connsiteX7" fmla="*/ 297025 w 607740"/>
              <a:gd name="connsiteY7" fmla="*/ 405032 h 594699"/>
              <a:gd name="connsiteX8" fmla="*/ 263600 w 607740"/>
              <a:gd name="connsiteY8" fmla="*/ 392134 h 594699"/>
              <a:gd name="connsiteX9" fmla="*/ 212703 w 607740"/>
              <a:gd name="connsiteY9" fmla="*/ 442965 h 594699"/>
              <a:gd name="connsiteX10" fmla="*/ 263600 w 607740"/>
              <a:gd name="connsiteY10" fmla="*/ 493037 h 594699"/>
              <a:gd name="connsiteX11" fmla="*/ 297025 w 607740"/>
              <a:gd name="connsiteY11" fmla="*/ 480140 h 594699"/>
              <a:gd name="connsiteX12" fmla="*/ 307660 w 607740"/>
              <a:gd name="connsiteY12" fmla="*/ 478623 h 594699"/>
              <a:gd name="connsiteX13" fmla="*/ 313737 w 607740"/>
              <a:gd name="connsiteY13" fmla="*/ 487727 h 594699"/>
              <a:gd name="connsiteX14" fmla="*/ 313737 w 607740"/>
              <a:gd name="connsiteY14" fmla="*/ 551455 h 594699"/>
              <a:gd name="connsiteX15" fmla="*/ 271197 w 607740"/>
              <a:gd name="connsiteY15" fmla="*/ 594699 h 594699"/>
              <a:gd name="connsiteX16" fmla="*/ 43300 w 607740"/>
              <a:gd name="connsiteY16" fmla="*/ 594699 h 594699"/>
              <a:gd name="connsiteX17" fmla="*/ 0 w 607740"/>
              <a:gd name="connsiteY17" fmla="*/ 551455 h 594699"/>
              <a:gd name="connsiteX18" fmla="*/ 0 w 607740"/>
              <a:gd name="connsiteY18" fmla="*/ 476347 h 594699"/>
              <a:gd name="connsiteX19" fmla="*/ 6837 w 607740"/>
              <a:gd name="connsiteY19" fmla="*/ 466484 h 594699"/>
              <a:gd name="connsiteX20" fmla="*/ 18232 w 607740"/>
              <a:gd name="connsiteY20" fmla="*/ 471036 h 594699"/>
              <a:gd name="connsiteX21" fmla="*/ 60772 w 607740"/>
              <a:gd name="connsiteY21" fmla="*/ 493037 h 594699"/>
              <a:gd name="connsiteX22" fmla="*/ 111669 w 607740"/>
              <a:gd name="connsiteY22" fmla="*/ 442965 h 594699"/>
              <a:gd name="connsiteX23" fmla="*/ 60772 w 607740"/>
              <a:gd name="connsiteY23" fmla="*/ 392134 h 594699"/>
              <a:gd name="connsiteX24" fmla="*/ 18232 w 607740"/>
              <a:gd name="connsiteY24" fmla="*/ 414894 h 594699"/>
              <a:gd name="connsiteX25" fmla="*/ 6837 w 607740"/>
              <a:gd name="connsiteY25" fmla="*/ 418688 h 594699"/>
              <a:gd name="connsiteX26" fmla="*/ 0 w 607740"/>
              <a:gd name="connsiteY26" fmla="*/ 408825 h 594699"/>
              <a:gd name="connsiteX27" fmla="*/ 0 w 607740"/>
              <a:gd name="connsiteY27" fmla="*/ 323854 h 594699"/>
              <a:gd name="connsiteX28" fmla="*/ 43300 w 607740"/>
              <a:gd name="connsiteY28" fmla="*/ 280610 h 594699"/>
              <a:gd name="connsiteX29" fmla="*/ 104072 w 607740"/>
              <a:gd name="connsiteY29" fmla="*/ 280610 h 594699"/>
              <a:gd name="connsiteX30" fmla="*/ 91158 w 607740"/>
              <a:gd name="connsiteY30" fmla="*/ 240400 h 594699"/>
              <a:gd name="connsiteX31" fmla="*/ 161806 w 607740"/>
              <a:gd name="connsiteY31" fmla="*/ 169844 h 594699"/>
              <a:gd name="connsiteX32" fmla="*/ 388157 w 607740"/>
              <a:gd name="connsiteY32" fmla="*/ 0 h 594699"/>
              <a:gd name="connsiteX33" fmla="*/ 398792 w 607740"/>
              <a:gd name="connsiteY33" fmla="*/ 1517 h 594699"/>
              <a:gd name="connsiteX34" fmla="*/ 581093 w 607740"/>
              <a:gd name="connsiteY34" fmla="*/ 55363 h 594699"/>
              <a:gd name="connsiteX35" fmla="*/ 603121 w 607740"/>
              <a:gd name="connsiteY35" fmla="*/ 72805 h 594699"/>
              <a:gd name="connsiteX36" fmla="*/ 606160 w 607740"/>
              <a:gd name="connsiteY36" fmla="*/ 101624 h 594699"/>
              <a:gd name="connsiteX37" fmla="*/ 588689 w 607740"/>
              <a:gd name="connsiteY37" fmla="*/ 161537 h 594699"/>
              <a:gd name="connsiteX38" fmla="*/ 578815 w 607740"/>
              <a:gd name="connsiteY38" fmla="*/ 169121 h 594699"/>
              <a:gd name="connsiteX39" fmla="*/ 568940 w 607740"/>
              <a:gd name="connsiteY39" fmla="*/ 161537 h 594699"/>
              <a:gd name="connsiteX40" fmla="*/ 541595 w 607740"/>
              <a:gd name="connsiteY40" fmla="*/ 134993 h 594699"/>
              <a:gd name="connsiteX41" fmla="*/ 530201 w 607740"/>
              <a:gd name="connsiteY41" fmla="*/ 133477 h 594699"/>
              <a:gd name="connsiteX42" fmla="*/ 491462 w 607740"/>
              <a:gd name="connsiteY42" fmla="*/ 162295 h 594699"/>
              <a:gd name="connsiteX43" fmla="*/ 518807 w 607740"/>
              <a:gd name="connsiteY43" fmla="*/ 212349 h 594699"/>
              <a:gd name="connsiteX44" fmla="*/ 556786 w 607740"/>
              <a:gd name="connsiteY44" fmla="*/ 204765 h 594699"/>
              <a:gd name="connsiteX45" fmla="*/ 568940 w 607740"/>
              <a:gd name="connsiteY45" fmla="*/ 204007 h 594699"/>
              <a:gd name="connsiteX46" fmla="*/ 572738 w 607740"/>
              <a:gd name="connsiteY46" fmla="*/ 215383 h 594699"/>
              <a:gd name="connsiteX47" fmla="*/ 552988 w 607740"/>
              <a:gd name="connsiteY47" fmla="*/ 282879 h 594699"/>
              <a:gd name="connsiteX48" fmla="*/ 516528 w 607740"/>
              <a:gd name="connsiteY48" fmla="*/ 310182 h 594699"/>
              <a:gd name="connsiteX49" fmla="*/ 505894 w 607740"/>
              <a:gd name="connsiteY49" fmla="*/ 308665 h 594699"/>
              <a:gd name="connsiteX50" fmla="*/ 460319 w 607740"/>
              <a:gd name="connsiteY50" fmla="*/ 295014 h 594699"/>
              <a:gd name="connsiteX51" fmla="*/ 460319 w 607740"/>
              <a:gd name="connsiteY51" fmla="*/ 328383 h 594699"/>
              <a:gd name="connsiteX52" fmla="*/ 402590 w 607740"/>
              <a:gd name="connsiteY52" fmla="*/ 371611 h 594699"/>
              <a:gd name="connsiteX53" fmla="*/ 385119 w 607740"/>
              <a:gd name="connsiteY53" fmla="*/ 369336 h 594699"/>
              <a:gd name="connsiteX54" fmla="*/ 344101 w 607740"/>
              <a:gd name="connsiteY54" fmla="*/ 294255 h 594699"/>
              <a:gd name="connsiteX55" fmla="*/ 361572 w 607740"/>
              <a:gd name="connsiteY55" fmla="*/ 266195 h 594699"/>
              <a:gd name="connsiteX56" fmla="*/ 324352 w 607740"/>
              <a:gd name="connsiteY56" fmla="*/ 254819 h 594699"/>
              <a:gd name="connsiteX57" fmla="*/ 302324 w 607740"/>
              <a:gd name="connsiteY57" fmla="*/ 237376 h 594699"/>
              <a:gd name="connsiteX58" fmla="*/ 298526 w 607740"/>
              <a:gd name="connsiteY58" fmla="*/ 208557 h 594699"/>
              <a:gd name="connsiteX59" fmla="*/ 312198 w 607740"/>
              <a:gd name="connsiteY59" fmla="*/ 163054 h 594699"/>
              <a:gd name="connsiteX60" fmla="*/ 296247 w 607740"/>
              <a:gd name="connsiteY60" fmla="*/ 165329 h 594699"/>
              <a:gd name="connsiteX61" fmla="*/ 278777 w 607740"/>
              <a:gd name="connsiteY61" fmla="*/ 163054 h 594699"/>
              <a:gd name="connsiteX62" fmla="*/ 243076 w 607740"/>
              <a:gd name="connsiteY62" fmla="*/ 134235 h 594699"/>
              <a:gd name="connsiteX63" fmla="*/ 237759 w 607740"/>
              <a:gd name="connsiteY63" fmla="*/ 87973 h 594699"/>
              <a:gd name="connsiteX64" fmla="*/ 296247 w 607740"/>
              <a:gd name="connsiteY64" fmla="*/ 43987 h 594699"/>
              <a:gd name="connsiteX65" fmla="*/ 312958 w 607740"/>
              <a:gd name="connsiteY65" fmla="*/ 47020 h 594699"/>
              <a:gd name="connsiteX66" fmla="*/ 341063 w 607740"/>
              <a:gd name="connsiteY66" fmla="*/ 64463 h 594699"/>
              <a:gd name="connsiteX67" fmla="*/ 352457 w 607740"/>
              <a:gd name="connsiteY67" fmla="*/ 27302 h 594699"/>
              <a:gd name="connsiteX68" fmla="*/ 388157 w 607740"/>
              <a:gd name="connsiteY68" fmla="*/ 0 h 594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7740" h="594699">
                <a:moveTo>
                  <a:pt x="161806" y="169844"/>
                </a:moveTo>
                <a:cubicBezTo>
                  <a:pt x="201308" y="169844"/>
                  <a:pt x="233214" y="201708"/>
                  <a:pt x="233214" y="240400"/>
                </a:cubicBezTo>
                <a:cubicBezTo>
                  <a:pt x="233214" y="254815"/>
                  <a:pt x="228656" y="269230"/>
                  <a:pt x="220299" y="280610"/>
                </a:cubicBezTo>
                <a:lnTo>
                  <a:pt x="271197" y="280610"/>
                </a:lnTo>
                <a:cubicBezTo>
                  <a:pt x="294746" y="280610"/>
                  <a:pt x="313737" y="300335"/>
                  <a:pt x="313737" y="323854"/>
                </a:cubicBezTo>
                <a:lnTo>
                  <a:pt x="313737" y="397445"/>
                </a:lnTo>
                <a:cubicBezTo>
                  <a:pt x="313737" y="401238"/>
                  <a:pt x="311458" y="405032"/>
                  <a:pt x="307660" y="406549"/>
                </a:cubicBezTo>
                <a:cubicBezTo>
                  <a:pt x="304621" y="408825"/>
                  <a:pt x="300063" y="408066"/>
                  <a:pt x="297025" y="405032"/>
                </a:cubicBezTo>
                <a:cubicBezTo>
                  <a:pt x="287909" y="396686"/>
                  <a:pt x="275754" y="392134"/>
                  <a:pt x="263600" y="392134"/>
                </a:cubicBezTo>
                <a:cubicBezTo>
                  <a:pt x="235493" y="392134"/>
                  <a:pt x="212703" y="414894"/>
                  <a:pt x="212703" y="442965"/>
                </a:cubicBezTo>
                <a:cubicBezTo>
                  <a:pt x="212703" y="470277"/>
                  <a:pt x="235493" y="493037"/>
                  <a:pt x="263600" y="493037"/>
                </a:cubicBezTo>
                <a:cubicBezTo>
                  <a:pt x="275754" y="493037"/>
                  <a:pt x="287909" y="488485"/>
                  <a:pt x="297025" y="480140"/>
                </a:cubicBezTo>
                <a:cubicBezTo>
                  <a:pt x="300063" y="477864"/>
                  <a:pt x="304621" y="477105"/>
                  <a:pt x="307660" y="478623"/>
                </a:cubicBezTo>
                <a:cubicBezTo>
                  <a:pt x="311458" y="480140"/>
                  <a:pt x="313737" y="483933"/>
                  <a:pt x="313737" y="487727"/>
                </a:cubicBezTo>
                <a:lnTo>
                  <a:pt x="313737" y="551455"/>
                </a:lnTo>
                <a:cubicBezTo>
                  <a:pt x="313737" y="574974"/>
                  <a:pt x="294746" y="594699"/>
                  <a:pt x="271197" y="594699"/>
                </a:cubicBezTo>
                <a:lnTo>
                  <a:pt x="43300" y="594699"/>
                </a:lnTo>
                <a:cubicBezTo>
                  <a:pt x="18991" y="594699"/>
                  <a:pt x="0" y="574974"/>
                  <a:pt x="0" y="551455"/>
                </a:cubicBezTo>
                <a:lnTo>
                  <a:pt x="0" y="476347"/>
                </a:lnTo>
                <a:cubicBezTo>
                  <a:pt x="0" y="471795"/>
                  <a:pt x="3038" y="468001"/>
                  <a:pt x="6837" y="466484"/>
                </a:cubicBezTo>
                <a:cubicBezTo>
                  <a:pt x="11395" y="464967"/>
                  <a:pt x="15953" y="467243"/>
                  <a:pt x="18232" y="471036"/>
                </a:cubicBezTo>
                <a:cubicBezTo>
                  <a:pt x="28107" y="484692"/>
                  <a:pt x="44060" y="493037"/>
                  <a:pt x="60772" y="493037"/>
                </a:cubicBezTo>
                <a:cubicBezTo>
                  <a:pt x="88879" y="493037"/>
                  <a:pt x="111669" y="470277"/>
                  <a:pt x="111669" y="442965"/>
                </a:cubicBezTo>
                <a:cubicBezTo>
                  <a:pt x="111669" y="414894"/>
                  <a:pt x="88879" y="392134"/>
                  <a:pt x="60772" y="392134"/>
                </a:cubicBezTo>
                <a:cubicBezTo>
                  <a:pt x="44060" y="392134"/>
                  <a:pt x="28107" y="400480"/>
                  <a:pt x="18232" y="414894"/>
                </a:cubicBezTo>
                <a:cubicBezTo>
                  <a:pt x="15953" y="418688"/>
                  <a:pt x="11395" y="420205"/>
                  <a:pt x="6837" y="418688"/>
                </a:cubicBezTo>
                <a:cubicBezTo>
                  <a:pt x="3038" y="417929"/>
                  <a:pt x="0" y="413377"/>
                  <a:pt x="0" y="408825"/>
                </a:cubicBezTo>
                <a:lnTo>
                  <a:pt x="0" y="323854"/>
                </a:lnTo>
                <a:cubicBezTo>
                  <a:pt x="0" y="300335"/>
                  <a:pt x="18991" y="280610"/>
                  <a:pt x="43300" y="280610"/>
                </a:cubicBezTo>
                <a:lnTo>
                  <a:pt x="104072" y="280610"/>
                </a:lnTo>
                <a:cubicBezTo>
                  <a:pt x="95716" y="269230"/>
                  <a:pt x="91158" y="254815"/>
                  <a:pt x="91158" y="240400"/>
                </a:cubicBezTo>
                <a:cubicBezTo>
                  <a:pt x="91158" y="201708"/>
                  <a:pt x="123064" y="169844"/>
                  <a:pt x="161806" y="169844"/>
                </a:cubicBezTo>
                <a:close/>
                <a:moveTo>
                  <a:pt x="388157" y="0"/>
                </a:moveTo>
                <a:cubicBezTo>
                  <a:pt x="391955" y="0"/>
                  <a:pt x="394994" y="758"/>
                  <a:pt x="398792" y="1517"/>
                </a:cubicBezTo>
                <a:lnTo>
                  <a:pt x="581093" y="55363"/>
                </a:lnTo>
                <a:cubicBezTo>
                  <a:pt x="590208" y="57638"/>
                  <a:pt x="598564" y="64463"/>
                  <a:pt x="603121" y="72805"/>
                </a:cubicBezTo>
                <a:cubicBezTo>
                  <a:pt x="607679" y="81906"/>
                  <a:pt x="609198" y="91765"/>
                  <a:pt x="606160" y="101624"/>
                </a:cubicBezTo>
                <a:lnTo>
                  <a:pt x="588689" y="161537"/>
                </a:lnTo>
                <a:cubicBezTo>
                  <a:pt x="587170" y="166087"/>
                  <a:pt x="583372" y="169121"/>
                  <a:pt x="578815" y="169121"/>
                </a:cubicBezTo>
                <a:cubicBezTo>
                  <a:pt x="574257" y="169121"/>
                  <a:pt x="570459" y="166087"/>
                  <a:pt x="568940" y="161537"/>
                </a:cubicBezTo>
                <a:cubicBezTo>
                  <a:pt x="565142" y="148644"/>
                  <a:pt x="554508" y="138785"/>
                  <a:pt x="541595" y="134993"/>
                </a:cubicBezTo>
                <a:cubicBezTo>
                  <a:pt x="537797" y="133477"/>
                  <a:pt x="533999" y="133477"/>
                  <a:pt x="530201" y="133477"/>
                </a:cubicBezTo>
                <a:cubicBezTo>
                  <a:pt x="512730" y="133477"/>
                  <a:pt x="496779" y="144853"/>
                  <a:pt x="491462" y="162295"/>
                </a:cubicBezTo>
                <a:cubicBezTo>
                  <a:pt x="485385" y="183530"/>
                  <a:pt x="497538" y="206282"/>
                  <a:pt x="518807" y="212349"/>
                </a:cubicBezTo>
                <a:cubicBezTo>
                  <a:pt x="531720" y="216141"/>
                  <a:pt x="546152" y="213108"/>
                  <a:pt x="556786" y="204765"/>
                </a:cubicBezTo>
                <a:cubicBezTo>
                  <a:pt x="559825" y="201732"/>
                  <a:pt x="565142" y="200973"/>
                  <a:pt x="568940" y="204007"/>
                </a:cubicBezTo>
                <a:cubicBezTo>
                  <a:pt x="571978" y="206282"/>
                  <a:pt x="574257" y="210832"/>
                  <a:pt x="572738" y="215383"/>
                </a:cubicBezTo>
                <a:lnTo>
                  <a:pt x="552988" y="282879"/>
                </a:lnTo>
                <a:cubicBezTo>
                  <a:pt x="547671" y="298806"/>
                  <a:pt x="533239" y="310182"/>
                  <a:pt x="516528" y="310182"/>
                </a:cubicBezTo>
                <a:cubicBezTo>
                  <a:pt x="513490" y="310182"/>
                  <a:pt x="509692" y="309423"/>
                  <a:pt x="505894" y="308665"/>
                </a:cubicBezTo>
                <a:lnTo>
                  <a:pt x="460319" y="295014"/>
                </a:lnTo>
                <a:cubicBezTo>
                  <a:pt x="463357" y="305631"/>
                  <a:pt x="463357" y="317007"/>
                  <a:pt x="460319" y="328383"/>
                </a:cubicBezTo>
                <a:cubicBezTo>
                  <a:pt x="452723" y="354168"/>
                  <a:pt x="429175" y="371611"/>
                  <a:pt x="402590" y="371611"/>
                </a:cubicBezTo>
                <a:cubicBezTo>
                  <a:pt x="396513" y="371611"/>
                  <a:pt x="390436" y="370853"/>
                  <a:pt x="385119" y="369336"/>
                </a:cubicBezTo>
                <a:cubicBezTo>
                  <a:pt x="353216" y="360235"/>
                  <a:pt x="334227" y="326108"/>
                  <a:pt x="344101" y="294255"/>
                </a:cubicBezTo>
                <a:cubicBezTo>
                  <a:pt x="347140" y="282879"/>
                  <a:pt x="353216" y="273779"/>
                  <a:pt x="361572" y="266195"/>
                </a:cubicBezTo>
                <a:lnTo>
                  <a:pt x="324352" y="254819"/>
                </a:lnTo>
                <a:cubicBezTo>
                  <a:pt x="314477" y="252544"/>
                  <a:pt x="306881" y="245718"/>
                  <a:pt x="302324" y="237376"/>
                </a:cubicBezTo>
                <a:cubicBezTo>
                  <a:pt x="297007" y="228275"/>
                  <a:pt x="296247" y="218416"/>
                  <a:pt x="298526" y="208557"/>
                </a:cubicBezTo>
                <a:lnTo>
                  <a:pt x="312198" y="163054"/>
                </a:lnTo>
                <a:cubicBezTo>
                  <a:pt x="306881" y="164571"/>
                  <a:pt x="301564" y="165329"/>
                  <a:pt x="296247" y="165329"/>
                </a:cubicBezTo>
                <a:cubicBezTo>
                  <a:pt x="290170" y="165329"/>
                  <a:pt x="284853" y="164571"/>
                  <a:pt x="278777" y="163054"/>
                </a:cubicBezTo>
                <a:cubicBezTo>
                  <a:pt x="263585" y="158504"/>
                  <a:pt x="250672" y="147886"/>
                  <a:pt x="243076" y="134235"/>
                </a:cubicBezTo>
                <a:cubicBezTo>
                  <a:pt x="235480" y="119826"/>
                  <a:pt x="233201" y="103141"/>
                  <a:pt x="237759" y="87973"/>
                </a:cubicBezTo>
                <a:cubicBezTo>
                  <a:pt x="245355" y="62188"/>
                  <a:pt x="269661" y="43987"/>
                  <a:pt x="296247" y="43987"/>
                </a:cubicBezTo>
                <a:cubicBezTo>
                  <a:pt x="301564" y="43987"/>
                  <a:pt x="307641" y="45503"/>
                  <a:pt x="312958" y="47020"/>
                </a:cubicBezTo>
                <a:cubicBezTo>
                  <a:pt x="324352" y="50054"/>
                  <a:pt x="334227" y="56121"/>
                  <a:pt x="341063" y="64463"/>
                </a:cubicBezTo>
                <a:lnTo>
                  <a:pt x="352457" y="27302"/>
                </a:lnTo>
                <a:cubicBezTo>
                  <a:pt x="357014" y="11376"/>
                  <a:pt x="371446" y="0"/>
                  <a:pt x="38815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navigation_90831">
            <a:extLst>
              <a:ext uri="{FF2B5EF4-FFF2-40B4-BE49-F238E27FC236}">
                <a16:creationId xmlns:a16="http://schemas.microsoft.com/office/drawing/2014/main" id="{33E6A9E4-0BD4-4F79-9485-846632C9C62F}"/>
              </a:ext>
            </a:extLst>
          </p:cNvPr>
          <p:cNvSpPr/>
          <p:nvPr/>
        </p:nvSpPr>
        <p:spPr>
          <a:xfrm>
            <a:off x="7233862" y="2412495"/>
            <a:ext cx="609685" cy="608834"/>
          </a:xfrm>
          <a:custGeom>
            <a:avLst/>
            <a:gdLst>
              <a:gd name="connsiteX0" fmla="*/ 463965 w 606368"/>
              <a:gd name="connsiteY0" fmla="*/ 463318 h 605522"/>
              <a:gd name="connsiteX1" fmla="*/ 463965 w 606368"/>
              <a:gd name="connsiteY1" fmla="*/ 587747 h 605522"/>
              <a:gd name="connsiteX2" fmla="*/ 540507 w 606368"/>
              <a:gd name="connsiteY2" fmla="*/ 587747 h 605522"/>
              <a:gd name="connsiteX3" fmla="*/ 588568 w 606368"/>
              <a:gd name="connsiteY3" fmla="*/ 539753 h 605522"/>
              <a:gd name="connsiteX4" fmla="*/ 588568 w 606368"/>
              <a:gd name="connsiteY4" fmla="*/ 463318 h 605522"/>
              <a:gd name="connsiteX5" fmla="*/ 17800 w 606368"/>
              <a:gd name="connsiteY5" fmla="*/ 463318 h 605522"/>
              <a:gd name="connsiteX6" fmla="*/ 17800 w 606368"/>
              <a:gd name="connsiteY6" fmla="*/ 539753 h 605522"/>
              <a:gd name="connsiteX7" fmla="*/ 65861 w 606368"/>
              <a:gd name="connsiteY7" fmla="*/ 587747 h 605522"/>
              <a:gd name="connsiteX8" fmla="*/ 142403 w 606368"/>
              <a:gd name="connsiteY8" fmla="*/ 587747 h 605522"/>
              <a:gd name="connsiteX9" fmla="*/ 142403 w 606368"/>
              <a:gd name="connsiteY9" fmla="*/ 463318 h 605522"/>
              <a:gd name="connsiteX10" fmla="*/ 303231 w 606368"/>
              <a:gd name="connsiteY10" fmla="*/ 425437 h 605522"/>
              <a:gd name="connsiteX11" fmla="*/ 274110 w 606368"/>
              <a:gd name="connsiteY11" fmla="*/ 454402 h 605522"/>
              <a:gd name="connsiteX12" fmla="*/ 303231 w 606368"/>
              <a:gd name="connsiteY12" fmla="*/ 483456 h 605522"/>
              <a:gd name="connsiteX13" fmla="*/ 332264 w 606368"/>
              <a:gd name="connsiteY13" fmla="*/ 454402 h 605522"/>
              <a:gd name="connsiteX14" fmla="*/ 303231 w 606368"/>
              <a:gd name="connsiteY14" fmla="*/ 425437 h 605522"/>
              <a:gd name="connsiteX15" fmla="*/ 260306 w 606368"/>
              <a:gd name="connsiteY15" fmla="*/ 359954 h 605522"/>
              <a:gd name="connsiteX16" fmla="*/ 268232 w 606368"/>
              <a:gd name="connsiteY16" fmla="*/ 364841 h 605522"/>
              <a:gd name="connsiteX17" fmla="*/ 286845 w 606368"/>
              <a:gd name="connsiteY17" fmla="*/ 401980 h 605522"/>
              <a:gd name="connsiteX18" fmla="*/ 287290 w 606368"/>
              <a:gd name="connsiteY18" fmla="*/ 403047 h 605522"/>
              <a:gd name="connsiteX19" fmla="*/ 287914 w 606368"/>
              <a:gd name="connsiteY19" fmla="*/ 404024 h 605522"/>
              <a:gd name="connsiteX20" fmla="*/ 288626 w 606368"/>
              <a:gd name="connsiteY20" fmla="*/ 409977 h 605522"/>
              <a:gd name="connsiteX21" fmla="*/ 303231 w 606368"/>
              <a:gd name="connsiteY21" fmla="*/ 407667 h 605522"/>
              <a:gd name="connsiteX22" fmla="*/ 331462 w 606368"/>
              <a:gd name="connsiteY22" fmla="*/ 417085 h 605522"/>
              <a:gd name="connsiteX23" fmla="*/ 331729 w 606368"/>
              <a:gd name="connsiteY23" fmla="*/ 417085 h 605522"/>
              <a:gd name="connsiteX24" fmla="*/ 337963 w 606368"/>
              <a:gd name="connsiteY24" fmla="*/ 419751 h 605522"/>
              <a:gd name="connsiteX25" fmla="*/ 340635 w 606368"/>
              <a:gd name="connsiteY25" fmla="*/ 425970 h 605522"/>
              <a:gd name="connsiteX26" fmla="*/ 340635 w 606368"/>
              <a:gd name="connsiteY26" fmla="*/ 426237 h 605522"/>
              <a:gd name="connsiteX27" fmla="*/ 350075 w 606368"/>
              <a:gd name="connsiteY27" fmla="*/ 454402 h 605522"/>
              <a:gd name="connsiteX28" fmla="*/ 303231 w 606368"/>
              <a:gd name="connsiteY28" fmla="*/ 501226 h 605522"/>
              <a:gd name="connsiteX29" fmla="*/ 256299 w 606368"/>
              <a:gd name="connsiteY29" fmla="*/ 454402 h 605522"/>
              <a:gd name="connsiteX30" fmla="*/ 276337 w 606368"/>
              <a:gd name="connsiteY30" fmla="*/ 416108 h 605522"/>
              <a:gd name="connsiteX31" fmla="*/ 271973 w 606368"/>
              <a:gd name="connsiteY31" fmla="*/ 412021 h 605522"/>
              <a:gd name="connsiteX32" fmla="*/ 271527 w 606368"/>
              <a:gd name="connsiteY32" fmla="*/ 410865 h 605522"/>
              <a:gd name="connsiteX33" fmla="*/ 270904 w 606368"/>
              <a:gd name="connsiteY33" fmla="*/ 409888 h 605522"/>
              <a:gd name="connsiteX34" fmla="*/ 252291 w 606368"/>
              <a:gd name="connsiteY34" fmla="*/ 372838 h 605522"/>
              <a:gd name="connsiteX35" fmla="*/ 256299 w 606368"/>
              <a:gd name="connsiteY35" fmla="*/ 360843 h 605522"/>
              <a:gd name="connsiteX36" fmla="*/ 260306 w 606368"/>
              <a:gd name="connsiteY36" fmla="*/ 359954 h 605522"/>
              <a:gd name="connsiteX37" fmla="*/ 390434 w 606368"/>
              <a:gd name="connsiteY37" fmla="*/ 358402 h 605522"/>
              <a:gd name="connsiteX38" fmla="*/ 396661 w 606368"/>
              <a:gd name="connsiteY38" fmla="*/ 361071 h 605522"/>
              <a:gd name="connsiteX39" fmla="*/ 399329 w 606368"/>
              <a:gd name="connsiteY39" fmla="*/ 367297 h 605522"/>
              <a:gd name="connsiteX40" fmla="*/ 396661 w 606368"/>
              <a:gd name="connsiteY40" fmla="*/ 373612 h 605522"/>
              <a:gd name="connsiteX41" fmla="*/ 395771 w 606368"/>
              <a:gd name="connsiteY41" fmla="*/ 374412 h 605522"/>
              <a:gd name="connsiteX42" fmla="*/ 395060 w 606368"/>
              <a:gd name="connsiteY42" fmla="*/ 375302 h 605522"/>
              <a:gd name="connsiteX43" fmla="*/ 365708 w 606368"/>
              <a:gd name="connsiteY43" fmla="*/ 404654 h 605522"/>
              <a:gd name="connsiteX44" fmla="*/ 359393 w 606368"/>
              <a:gd name="connsiteY44" fmla="*/ 407233 h 605522"/>
              <a:gd name="connsiteX45" fmla="*/ 353077 w 606368"/>
              <a:gd name="connsiteY45" fmla="*/ 404654 h 605522"/>
              <a:gd name="connsiteX46" fmla="*/ 350498 w 606368"/>
              <a:gd name="connsiteY46" fmla="*/ 398339 h 605522"/>
              <a:gd name="connsiteX47" fmla="*/ 353077 w 606368"/>
              <a:gd name="connsiteY47" fmla="*/ 392024 h 605522"/>
              <a:gd name="connsiteX48" fmla="*/ 382429 w 606368"/>
              <a:gd name="connsiteY48" fmla="*/ 362672 h 605522"/>
              <a:gd name="connsiteX49" fmla="*/ 383319 w 606368"/>
              <a:gd name="connsiteY49" fmla="*/ 361960 h 605522"/>
              <a:gd name="connsiteX50" fmla="*/ 384119 w 606368"/>
              <a:gd name="connsiteY50" fmla="*/ 361071 h 605522"/>
              <a:gd name="connsiteX51" fmla="*/ 390434 w 606368"/>
              <a:gd name="connsiteY51" fmla="*/ 358402 h 605522"/>
              <a:gd name="connsiteX52" fmla="*/ 511255 w 606368"/>
              <a:gd name="connsiteY52" fmla="*/ 350005 h 605522"/>
              <a:gd name="connsiteX53" fmla="*/ 517573 w 606368"/>
              <a:gd name="connsiteY53" fmla="*/ 352581 h 605522"/>
              <a:gd name="connsiteX54" fmla="*/ 546942 w 606368"/>
              <a:gd name="connsiteY54" fmla="*/ 381891 h 605522"/>
              <a:gd name="connsiteX55" fmla="*/ 547743 w 606368"/>
              <a:gd name="connsiteY55" fmla="*/ 382779 h 605522"/>
              <a:gd name="connsiteX56" fmla="*/ 548633 w 606368"/>
              <a:gd name="connsiteY56" fmla="*/ 383578 h 605522"/>
              <a:gd name="connsiteX57" fmla="*/ 548633 w 606368"/>
              <a:gd name="connsiteY57" fmla="*/ 396102 h 605522"/>
              <a:gd name="connsiteX58" fmla="*/ 542314 w 606368"/>
              <a:gd name="connsiteY58" fmla="*/ 398766 h 605522"/>
              <a:gd name="connsiteX59" fmla="*/ 536085 w 606368"/>
              <a:gd name="connsiteY59" fmla="*/ 396102 h 605522"/>
              <a:gd name="connsiteX60" fmla="*/ 535284 w 606368"/>
              <a:gd name="connsiteY60" fmla="*/ 395214 h 605522"/>
              <a:gd name="connsiteX61" fmla="*/ 534394 w 606368"/>
              <a:gd name="connsiteY61" fmla="*/ 394503 h 605522"/>
              <a:gd name="connsiteX62" fmla="*/ 505025 w 606368"/>
              <a:gd name="connsiteY62" fmla="*/ 365193 h 605522"/>
              <a:gd name="connsiteX63" fmla="*/ 502355 w 606368"/>
              <a:gd name="connsiteY63" fmla="*/ 358887 h 605522"/>
              <a:gd name="connsiteX64" fmla="*/ 505025 w 606368"/>
              <a:gd name="connsiteY64" fmla="*/ 352581 h 605522"/>
              <a:gd name="connsiteX65" fmla="*/ 511255 w 606368"/>
              <a:gd name="connsiteY65" fmla="*/ 350005 h 605522"/>
              <a:gd name="connsiteX66" fmla="*/ 17800 w 606368"/>
              <a:gd name="connsiteY66" fmla="*/ 311693 h 605522"/>
              <a:gd name="connsiteX67" fmla="*/ 17800 w 606368"/>
              <a:gd name="connsiteY67" fmla="*/ 445543 h 605522"/>
              <a:gd name="connsiteX68" fmla="*/ 142403 w 606368"/>
              <a:gd name="connsiteY68" fmla="*/ 445543 h 605522"/>
              <a:gd name="connsiteX69" fmla="*/ 142403 w 606368"/>
              <a:gd name="connsiteY69" fmla="*/ 311693 h 605522"/>
              <a:gd name="connsiteX70" fmla="*/ 223129 w 606368"/>
              <a:gd name="connsiteY70" fmla="*/ 285719 h 605522"/>
              <a:gd name="connsiteX71" fmla="*/ 231145 w 606368"/>
              <a:gd name="connsiteY71" fmla="*/ 290605 h 605522"/>
              <a:gd name="connsiteX72" fmla="*/ 249762 w 606368"/>
              <a:gd name="connsiteY72" fmla="*/ 327740 h 605522"/>
              <a:gd name="connsiteX73" fmla="*/ 250208 w 606368"/>
              <a:gd name="connsiteY73" fmla="*/ 328806 h 605522"/>
              <a:gd name="connsiteX74" fmla="*/ 250831 w 606368"/>
              <a:gd name="connsiteY74" fmla="*/ 329872 h 605522"/>
              <a:gd name="connsiteX75" fmla="*/ 251276 w 606368"/>
              <a:gd name="connsiteY75" fmla="*/ 336624 h 605522"/>
              <a:gd name="connsiteX76" fmla="*/ 246823 w 606368"/>
              <a:gd name="connsiteY76" fmla="*/ 341776 h 605522"/>
              <a:gd name="connsiteX77" fmla="*/ 242814 w 606368"/>
              <a:gd name="connsiteY77" fmla="*/ 342665 h 605522"/>
              <a:gd name="connsiteX78" fmla="*/ 234887 w 606368"/>
              <a:gd name="connsiteY78" fmla="*/ 337779 h 605522"/>
              <a:gd name="connsiteX79" fmla="*/ 234441 w 606368"/>
              <a:gd name="connsiteY79" fmla="*/ 336713 h 605522"/>
              <a:gd name="connsiteX80" fmla="*/ 233818 w 606368"/>
              <a:gd name="connsiteY80" fmla="*/ 335646 h 605522"/>
              <a:gd name="connsiteX81" fmla="*/ 215201 w 606368"/>
              <a:gd name="connsiteY81" fmla="*/ 298600 h 605522"/>
              <a:gd name="connsiteX82" fmla="*/ 214756 w 606368"/>
              <a:gd name="connsiteY82" fmla="*/ 291760 h 605522"/>
              <a:gd name="connsiteX83" fmla="*/ 219209 w 606368"/>
              <a:gd name="connsiteY83" fmla="*/ 286696 h 605522"/>
              <a:gd name="connsiteX84" fmla="*/ 223129 w 606368"/>
              <a:gd name="connsiteY84" fmla="*/ 285719 h 605522"/>
              <a:gd name="connsiteX85" fmla="*/ 455102 w 606368"/>
              <a:gd name="connsiteY85" fmla="*/ 273713 h 605522"/>
              <a:gd name="connsiteX86" fmla="*/ 426090 w 606368"/>
              <a:gd name="connsiteY86" fmla="*/ 302770 h 605522"/>
              <a:gd name="connsiteX87" fmla="*/ 455102 w 606368"/>
              <a:gd name="connsiteY87" fmla="*/ 331739 h 605522"/>
              <a:gd name="connsiteX88" fmla="*/ 484203 w 606368"/>
              <a:gd name="connsiteY88" fmla="*/ 302770 h 605522"/>
              <a:gd name="connsiteX89" fmla="*/ 455102 w 606368"/>
              <a:gd name="connsiteY89" fmla="*/ 273713 h 605522"/>
              <a:gd name="connsiteX90" fmla="*/ 455102 w 606368"/>
              <a:gd name="connsiteY90" fmla="*/ 255941 h 605522"/>
              <a:gd name="connsiteX91" fmla="*/ 502002 w 606368"/>
              <a:gd name="connsiteY91" fmla="*/ 302770 h 605522"/>
              <a:gd name="connsiteX92" fmla="*/ 492480 w 606368"/>
              <a:gd name="connsiteY92" fmla="*/ 330939 h 605522"/>
              <a:gd name="connsiteX93" fmla="*/ 492480 w 606368"/>
              <a:gd name="connsiteY93" fmla="*/ 331206 h 605522"/>
              <a:gd name="connsiteX94" fmla="*/ 489899 w 606368"/>
              <a:gd name="connsiteY94" fmla="*/ 337426 h 605522"/>
              <a:gd name="connsiteX95" fmla="*/ 483580 w 606368"/>
              <a:gd name="connsiteY95" fmla="*/ 340092 h 605522"/>
              <a:gd name="connsiteX96" fmla="*/ 483402 w 606368"/>
              <a:gd name="connsiteY96" fmla="*/ 340092 h 605522"/>
              <a:gd name="connsiteX97" fmla="*/ 455102 w 606368"/>
              <a:gd name="connsiteY97" fmla="*/ 349511 h 605522"/>
              <a:gd name="connsiteX98" fmla="*/ 428849 w 606368"/>
              <a:gd name="connsiteY98" fmla="*/ 341513 h 605522"/>
              <a:gd name="connsiteX99" fmla="*/ 424399 w 606368"/>
              <a:gd name="connsiteY99" fmla="*/ 345956 h 605522"/>
              <a:gd name="connsiteX100" fmla="*/ 418169 w 606368"/>
              <a:gd name="connsiteY100" fmla="*/ 348533 h 605522"/>
              <a:gd name="connsiteX101" fmla="*/ 411851 w 606368"/>
              <a:gd name="connsiteY101" fmla="*/ 345956 h 605522"/>
              <a:gd name="connsiteX102" fmla="*/ 409270 w 606368"/>
              <a:gd name="connsiteY102" fmla="*/ 339647 h 605522"/>
              <a:gd name="connsiteX103" fmla="*/ 411851 w 606368"/>
              <a:gd name="connsiteY103" fmla="*/ 333427 h 605522"/>
              <a:gd name="connsiteX104" fmla="*/ 416300 w 606368"/>
              <a:gd name="connsiteY104" fmla="*/ 328984 h 605522"/>
              <a:gd name="connsiteX105" fmla="*/ 408291 w 606368"/>
              <a:gd name="connsiteY105" fmla="*/ 302770 h 605522"/>
              <a:gd name="connsiteX106" fmla="*/ 455102 w 606368"/>
              <a:gd name="connsiteY106" fmla="*/ 255941 h 605522"/>
              <a:gd name="connsiteX107" fmla="*/ 186012 w 606368"/>
              <a:gd name="connsiteY107" fmla="*/ 211485 h 605522"/>
              <a:gd name="connsiteX108" fmla="*/ 194028 w 606368"/>
              <a:gd name="connsiteY108" fmla="*/ 216377 h 605522"/>
              <a:gd name="connsiteX109" fmla="*/ 212556 w 606368"/>
              <a:gd name="connsiteY109" fmla="*/ 253558 h 605522"/>
              <a:gd name="connsiteX110" fmla="*/ 213001 w 606368"/>
              <a:gd name="connsiteY110" fmla="*/ 254626 h 605522"/>
              <a:gd name="connsiteX111" fmla="*/ 213625 w 606368"/>
              <a:gd name="connsiteY111" fmla="*/ 255693 h 605522"/>
              <a:gd name="connsiteX112" fmla="*/ 214159 w 606368"/>
              <a:gd name="connsiteY112" fmla="*/ 262453 h 605522"/>
              <a:gd name="connsiteX113" fmla="*/ 209617 w 606368"/>
              <a:gd name="connsiteY113" fmla="*/ 267612 h 605522"/>
              <a:gd name="connsiteX114" fmla="*/ 205697 w 606368"/>
              <a:gd name="connsiteY114" fmla="*/ 268502 h 605522"/>
              <a:gd name="connsiteX115" fmla="*/ 197681 w 606368"/>
              <a:gd name="connsiteY115" fmla="*/ 263609 h 605522"/>
              <a:gd name="connsiteX116" fmla="*/ 197235 w 606368"/>
              <a:gd name="connsiteY116" fmla="*/ 262542 h 605522"/>
              <a:gd name="connsiteX117" fmla="*/ 196612 w 606368"/>
              <a:gd name="connsiteY117" fmla="*/ 261475 h 605522"/>
              <a:gd name="connsiteX118" fmla="*/ 178084 w 606368"/>
              <a:gd name="connsiteY118" fmla="*/ 224383 h 605522"/>
              <a:gd name="connsiteX119" fmla="*/ 177550 w 606368"/>
              <a:gd name="connsiteY119" fmla="*/ 217622 h 605522"/>
              <a:gd name="connsiteX120" fmla="*/ 182003 w 606368"/>
              <a:gd name="connsiteY120" fmla="*/ 212463 h 605522"/>
              <a:gd name="connsiteX121" fmla="*/ 186012 w 606368"/>
              <a:gd name="connsiteY121" fmla="*/ 211485 h 605522"/>
              <a:gd name="connsiteX122" fmla="*/ 96275 w 606368"/>
              <a:gd name="connsiteY122" fmla="*/ 197089 h 605522"/>
              <a:gd name="connsiteX123" fmla="*/ 102591 w 606368"/>
              <a:gd name="connsiteY123" fmla="*/ 199668 h 605522"/>
              <a:gd name="connsiteX124" fmla="*/ 102591 w 606368"/>
              <a:gd name="connsiteY124" fmla="*/ 212298 h 605522"/>
              <a:gd name="connsiteX125" fmla="*/ 73237 w 606368"/>
              <a:gd name="connsiteY125" fmla="*/ 241650 h 605522"/>
              <a:gd name="connsiteX126" fmla="*/ 72347 w 606368"/>
              <a:gd name="connsiteY126" fmla="*/ 242362 h 605522"/>
              <a:gd name="connsiteX127" fmla="*/ 71546 w 606368"/>
              <a:gd name="connsiteY127" fmla="*/ 243251 h 605522"/>
              <a:gd name="connsiteX128" fmla="*/ 65231 w 606368"/>
              <a:gd name="connsiteY128" fmla="*/ 245920 h 605522"/>
              <a:gd name="connsiteX129" fmla="*/ 59004 w 606368"/>
              <a:gd name="connsiteY129" fmla="*/ 243251 h 605522"/>
              <a:gd name="connsiteX130" fmla="*/ 59004 w 606368"/>
              <a:gd name="connsiteY130" fmla="*/ 230710 h 605522"/>
              <a:gd name="connsiteX131" fmla="*/ 59894 w 606368"/>
              <a:gd name="connsiteY131" fmla="*/ 229910 h 605522"/>
              <a:gd name="connsiteX132" fmla="*/ 60605 w 606368"/>
              <a:gd name="connsiteY132" fmla="*/ 229020 h 605522"/>
              <a:gd name="connsiteX133" fmla="*/ 89960 w 606368"/>
              <a:gd name="connsiteY133" fmla="*/ 199668 h 605522"/>
              <a:gd name="connsiteX134" fmla="*/ 96275 w 606368"/>
              <a:gd name="connsiteY134" fmla="*/ 197089 h 605522"/>
              <a:gd name="connsiteX135" fmla="*/ 151292 w 606368"/>
              <a:gd name="connsiteY135" fmla="*/ 122007 h 605522"/>
              <a:gd name="connsiteX136" fmla="*/ 122175 w 606368"/>
              <a:gd name="connsiteY136" fmla="*/ 151080 h 605522"/>
              <a:gd name="connsiteX137" fmla="*/ 151292 w 606368"/>
              <a:gd name="connsiteY137" fmla="*/ 180154 h 605522"/>
              <a:gd name="connsiteX138" fmla="*/ 180409 w 606368"/>
              <a:gd name="connsiteY138" fmla="*/ 151080 h 605522"/>
              <a:gd name="connsiteX139" fmla="*/ 151292 w 606368"/>
              <a:gd name="connsiteY139" fmla="*/ 122007 h 605522"/>
              <a:gd name="connsiteX140" fmla="*/ 151292 w 606368"/>
              <a:gd name="connsiteY140" fmla="*/ 104225 h 605522"/>
              <a:gd name="connsiteX141" fmla="*/ 198218 w 606368"/>
              <a:gd name="connsiteY141" fmla="*/ 151080 h 605522"/>
              <a:gd name="connsiteX142" fmla="*/ 175156 w 606368"/>
              <a:gd name="connsiteY142" fmla="*/ 191356 h 605522"/>
              <a:gd name="connsiteX143" fmla="*/ 172484 w 606368"/>
              <a:gd name="connsiteY143" fmla="*/ 193401 h 605522"/>
              <a:gd name="connsiteX144" fmla="*/ 169279 w 606368"/>
              <a:gd name="connsiteY144" fmla="*/ 194290 h 605522"/>
              <a:gd name="connsiteX145" fmla="*/ 151292 w 606368"/>
              <a:gd name="connsiteY145" fmla="*/ 197936 h 605522"/>
              <a:gd name="connsiteX146" fmla="*/ 120839 w 606368"/>
              <a:gd name="connsiteY146" fmla="*/ 186644 h 605522"/>
              <a:gd name="connsiteX147" fmla="*/ 117723 w 606368"/>
              <a:gd name="connsiteY147" fmla="*/ 184599 h 605522"/>
              <a:gd name="connsiteX148" fmla="*/ 115675 w 606368"/>
              <a:gd name="connsiteY148" fmla="*/ 181487 h 605522"/>
              <a:gd name="connsiteX149" fmla="*/ 104366 w 606368"/>
              <a:gd name="connsiteY149" fmla="*/ 151080 h 605522"/>
              <a:gd name="connsiteX150" fmla="*/ 151292 w 606368"/>
              <a:gd name="connsiteY150" fmla="*/ 104225 h 605522"/>
              <a:gd name="connsiteX151" fmla="*/ 463965 w 606368"/>
              <a:gd name="connsiteY151" fmla="*/ 17775 h 605522"/>
              <a:gd name="connsiteX152" fmla="*/ 463965 w 606368"/>
              <a:gd name="connsiteY152" fmla="*/ 142204 h 605522"/>
              <a:gd name="connsiteX153" fmla="*/ 588568 w 606368"/>
              <a:gd name="connsiteY153" fmla="*/ 142204 h 605522"/>
              <a:gd name="connsiteX154" fmla="*/ 588568 w 606368"/>
              <a:gd name="connsiteY154" fmla="*/ 65769 h 605522"/>
              <a:gd name="connsiteX155" fmla="*/ 540507 w 606368"/>
              <a:gd name="connsiteY155" fmla="*/ 17775 h 605522"/>
              <a:gd name="connsiteX156" fmla="*/ 312129 w 606368"/>
              <a:gd name="connsiteY156" fmla="*/ 17775 h 605522"/>
              <a:gd name="connsiteX157" fmla="*/ 312129 w 606368"/>
              <a:gd name="connsiteY157" fmla="*/ 142204 h 605522"/>
              <a:gd name="connsiteX158" fmla="*/ 446165 w 606368"/>
              <a:gd name="connsiteY158" fmla="*/ 142204 h 605522"/>
              <a:gd name="connsiteX159" fmla="*/ 446165 w 606368"/>
              <a:gd name="connsiteY159" fmla="*/ 17775 h 605522"/>
              <a:gd name="connsiteX160" fmla="*/ 65861 w 606368"/>
              <a:gd name="connsiteY160" fmla="*/ 17775 h 605522"/>
              <a:gd name="connsiteX161" fmla="*/ 17800 w 606368"/>
              <a:gd name="connsiteY161" fmla="*/ 65769 h 605522"/>
              <a:gd name="connsiteX162" fmla="*/ 17800 w 606368"/>
              <a:gd name="connsiteY162" fmla="*/ 142204 h 605522"/>
              <a:gd name="connsiteX163" fmla="*/ 75384 w 606368"/>
              <a:gd name="connsiteY163" fmla="*/ 142204 h 605522"/>
              <a:gd name="connsiteX164" fmla="*/ 84285 w 606368"/>
              <a:gd name="connsiteY164" fmla="*/ 151091 h 605522"/>
              <a:gd name="connsiteX165" fmla="*/ 75384 w 606368"/>
              <a:gd name="connsiteY165" fmla="*/ 159979 h 605522"/>
              <a:gd name="connsiteX166" fmla="*/ 17800 w 606368"/>
              <a:gd name="connsiteY166" fmla="*/ 159979 h 605522"/>
              <a:gd name="connsiteX167" fmla="*/ 17800 w 606368"/>
              <a:gd name="connsiteY167" fmla="*/ 271876 h 605522"/>
              <a:gd name="connsiteX168" fmla="*/ 31240 w 606368"/>
              <a:gd name="connsiteY168" fmla="*/ 258366 h 605522"/>
              <a:gd name="connsiteX169" fmla="*/ 37559 w 606368"/>
              <a:gd name="connsiteY169" fmla="*/ 255789 h 605522"/>
              <a:gd name="connsiteX170" fmla="*/ 43878 w 606368"/>
              <a:gd name="connsiteY170" fmla="*/ 258366 h 605522"/>
              <a:gd name="connsiteX171" fmla="*/ 46459 w 606368"/>
              <a:gd name="connsiteY171" fmla="*/ 264677 h 605522"/>
              <a:gd name="connsiteX172" fmla="*/ 43878 w 606368"/>
              <a:gd name="connsiteY172" fmla="*/ 270898 h 605522"/>
              <a:gd name="connsiteX173" fmla="*/ 20915 w 606368"/>
              <a:gd name="connsiteY173" fmla="*/ 293917 h 605522"/>
              <a:gd name="connsiteX174" fmla="*/ 142403 w 606368"/>
              <a:gd name="connsiteY174" fmla="*/ 293917 h 605522"/>
              <a:gd name="connsiteX175" fmla="*/ 142403 w 606368"/>
              <a:gd name="connsiteY175" fmla="*/ 226904 h 605522"/>
              <a:gd name="connsiteX176" fmla="*/ 151303 w 606368"/>
              <a:gd name="connsiteY176" fmla="*/ 218016 h 605522"/>
              <a:gd name="connsiteX177" fmla="*/ 160203 w 606368"/>
              <a:gd name="connsiteY177" fmla="*/ 226904 h 605522"/>
              <a:gd name="connsiteX178" fmla="*/ 160203 w 606368"/>
              <a:gd name="connsiteY178" fmla="*/ 293917 h 605522"/>
              <a:gd name="connsiteX179" fmla="*/ 189306 w 606368"/>
              <a:gd name="connsiteY179" fmla="*/ 293917 h 605522"/>
              <a:gd name="connsiteX180" fmla="*/ 198207 w 606368"/>
              <a:gd name="connsiteY180" fmla="*/ 302805 h 605522"/>
              <a:gd name="connsiteX181" fmla="*/ 189306 w 606368"/>
              <a:gd name="connsiteY181" fmla="*/ 311693 h 605522"/>
              <a:gd name="connsiteX182" fmla="*/ 160203 w 606368"/>
              <a:gd name="connsiteY182" fmla="*/ 311693 h 605522"/>
              <a:gd name="connsiteX183" fmla="*/ 160203 w 606368"/>
              <a:gd name="connsiteY183" fmla="*/ 445543 h 605522"/>
              <a:gd name="connsiteX184" fmla="*/ 227221 w 606368"/>
              <a:gd name="connsiteY184" fmla="*/ 445543 h 605522"/>
              <a:gd name="connsiteX185" fmla="*/ 236121 w 606368"/>
              <a:gd name="connsiteY185" fmla="*/ 454431 h 605522"/>
              <a:gd name="connsiteX186" fmla="*/ 227221 w 606368"/>
              <a:gd name="connsiteY186" fmla="*/ 463318 h 605522"/>
              <a:gd name="connsiteX187" fmla="*/ 160203 w 606368"/>
              <a:gd name="connsiteY187" fmla="*/ 463318 h 605522"/>
              <a:gd name="connsiteX188" fmla="*/ 160203 w 606368"/>
              <a:gd name="connsiteY188" fmla="*/ 587747 h 605522"/>
              <a:gd name="connsiteX189" fmla="*/ 294328 w 606368"/>
              <a:gd name="connsiteY189" fmla="*/ 587747 h 605522"/>
              <a:gd name="connsiteX190" fmla="*/ 294328 w 606368"/>
              <a:gd name="connsiteY190" fmla="*/ 530332 h 605522"/>
              <a:gd name="connsiteX191" fmla="*/ 303228 w 606368"/>
              <a:gd name="connsiteY191" fmla="*/ 521444 h 605522"/>
              <a:gd name="connsiteX192" fmla="*/ 312129 w 606368"/>
              <a:gd name="connsiteY192" fmla="*/ 530332 h 605522"/>
              <a:gd name="connsiteX193" fmla="*/ 312129 w 606368"/>
              <a:gd name="connsiteY193" fmla="*/ 587747 h 605522"/>
              <a:gd name="connsiteX194" fmla="*/ 446165 w 606368"/>
              <a:gd name="connsiteY194" fmla="*/ 587747 h 605522"/>
              <a:gd name="connsiteX195" fmla="*/ 446165 w 606368"/>
              <a:gd name="connsiteY195" fmla="*/ 463318 h 605522"/>
              <a:gd name="connsiteX196" fmla="*/ 379147 w 606368"/>
              <a:gd name="connsiteY196" fmla="*/ 463318 h 605522"/>
              <a:gd name="connsiteX197" fmla="*/ 370247 w 606368"/>
              <a:gd name="connsiteY197" fmla="*/ 454431 h 605522"/>
              <a:gd name="connsiteX198" fmla="*/ 379147 w 606368"/>
              <a:gd name="connsiteY198" fmla="*/ 445543 h 605522"/>
              <a:gd name="connsiteX199" fmla="*/ 446165 w 606368"/>
              <a:gd name="connsiteY199" fmla="*/ 445543 h 605522"/>
              <a:gd name="connsiteX200" fmla="*/ 446165 w 606368"/>
              <a:gd name="connsiteY200" fmla="*/ 378618 h 605522"/>
              <a:gd name="connsiteX201" fmla="*/ 455065 w 606368"/>
              <a:gd name="connsiteY201" fmla="*/ 369730 h 605522"/>
              <a:gd name="connsiteX202" fmla="*/ 463965 w 606368"/>
              <a:gd name="connsiteY202" fmla="*/ 378618 h 605522"/>
              <a:gd name="connsiteX203" fmla="*/ 463965 w 606368"/>
              <a:gd name="connsiteY203" fmla="*/ 445543 h 605522"/>
              <a:gd name="connsiteX204" fmla="*/ 585542 w 606368"/>
              <a:gd name="connsiteY204" fmla="*/ 445543 h 605522"/>
              <a:gd name="connsiteX205" fmla="*/ 563736 w 606368"/>
              <a:gd name="connsiteY205" fmla="*/ 423768 h 605522"/>
              <a:gd name="connsiteX206" fmla="*/ 561066 w 606368"/>
              <a:gd name="connsiteY206" fmla="*/ 417546 h 605522"/>
              <a:gd name="connsiteX207" fmla="*/ 563736 w 606368"/>
              <a:gd name="connsiteY207" fmla="*/ 411236 h 605522"/>
              <a:gd name="connsiteX208" fmla="*/ 569966 w 606368"/>
              <a:gd name="connsiteY208" fmla="*/ 408659 h 605522"/>
              <a:gd name="connsiteX209" fmla="*/ 576285 w 606368"/>
              <a:gd name="connsiteY209" fmla="*/ 411236 h 605522"/>
              <a:gd name="connsiteX210" fmla="*/ 588568 w 606368"/>
              <a:gd name="connsiteY210" fmla="*/ 423501 h 605522"/>
              <a:gd name="connsiteX211" fmla="*/ 588568 w 606368"/>
              <a:gd name="connsiteY211" fmla="*/ 311693 h 605522"/>
              <a:gd name="connsiteX212" fmla="*/ 531073 w 606368"/>
              <a:gd name="connsiteY212" fmla="*/ 311693 h 605522"/>
              <a:gd name="connsiteX213" fmla="*/ 522172 w 606368"/>
              <a:gd name="connsiteY213" fmla="*/ 302805 h 605522"/>
              <a:gd name="connsiteX214" fmla="*/ 531073 w 606368"/>
              <a:gd name="connsiteY214" fmla="*/ 293917 h 605522"/>
              <a:gd name="connsiteX215" fmla="*/ 588568 w 606368"/>
              <a:gd name="connsiteY215" fmla="*/ 293917 h 605522"/>
              <a:gd name="connsiteX216" fmla="*/ 588568 w 606368"/>
              <a:gd name="connsiteY216" fmla="*/ 159979 h 605522"/>
              <a:gd name="connsiteX217" fmla="*/ 463965 w 606368"/>
              <a:gd name="connsiteY217" fmla="*/ 159979 h 605522"/>
              <a:gd name="connsiteX218" fmla="*/ 463965 w 606368"/>
              <a:gd name="connsiteY218" fmla="*/ 226904 h 605522"/>
              <a:gd name="connsiteX219" fmla="*/ 455065 w 606368"/>
              <a:gd name="connsiteY219" fmla="*/ 235792 h 605522"/>
              <a:gd name="connsiteX220" fmla="*/ 446165 w 606368"/>
              <a:gd name="connsiteY220" fmla="*/ 226904 h 605522"/>
              <a:gd name="connsiteX221" fmla="*/ 446165 w 606368"/>
              <a:gd name="connsiteY221" fmla="*/ 159979 h 605522"/>
              <a:gd name="connsiteX222" fmla="*/ 312129 w 606368"/>
              <a:gd name="connsiteY222" fmla="*/ 159979 h 605522"/>
              <a:gd name="connsiteX223" fmla="*/ 312129 w 606368"/>
              <a:gd name="connsiteY223" fmla="*/ 293917 h 605522"/>
              <a:gd name="connsiteX224" fmla="*/ 379147 w 606368"/>
              <a:gd name="connsiteY224" fmla="*/ 293917 h 605522"/>
              <a:gd name="connsiteX225" fmla="*/ 388047 w 606368"/>
              <a:gd name="connsiteY225" fmla="*/ 302805 h 605522"/>
              <a:gd name="connsiteX226" fmla="*/ 379147 w 606368"/>
              <a:gd name="connsiteY226" fmla="*/ 311693 h 605522"/>
              <a:gd name="connsiteX227" fmla="*/ 312129 w 606368"/>
              <a:gd name="connsiteY227" fmla="*/ 311693 h 605522"/>
              <a:gd name="connsiteX228" fmla="*/ 312129 w 606368"/>
              <a:gd name="connsiteY228" fmla="*/ 378618 h 605522"/>
              <a:gd name="connsiteX229" fmla="*/ 303228 w 606368"/>
              <a:gd name="connsiteY229" fmla="*/ 387506 h 605522"/>
              <a:gd name="connsiteX230" fmla="*/ 294328 w 606368"/>
              <a:gd name="connsiteY230" fmla="*/ 378618 h 605522"/>
              <a:gd name="connsiteX231" fmla="*/ 294328 w 606368"/>
              <a:gd name="connsiteY231" fmla="*/ 311693 h 605522"/>
              <a:gd name="connsiteX232" fmla="*/ 274748 w 606368"/>
              <a:gd name="connsiteY232" fmla="*/ 311693 h 605522"/>
              <a:gd name="connsiteX233" fmla="*/ 265848 w 606368"/>
              <a:gd name="connsiteY233" fmla="*/ 302805 h 605522"/>
              <a:gd name="connsiteX234" fmla="*/ 274748 w 606368"/>
              <a:gd name="connsiteY234" fmla="*/ 293917 h 605522"/>
              <a:gd name="connsiteX235" fmla="*/ 294328 w 606368"/>
              <a:gd name="connsiteY235" fmla="*/ 293917 h 605522"/>
              <a:gd name="connsiteX236" fmla="*/ 294328 w 606368"/>
              <a:gd name="connsiteY236" fmla="*/ 159979 h 605522"/>
              <a:gd name="connsiteX237" fmla="*/ 227221 w 606368"/>
              <a:gd name="connsiteY237" fmla="*/ 159979 h 605522"/>
              <a:gd name="connsiteX238" fmla="*/ 218321 w 606368"/>
              <a:gd name="connsiteY238" fmla="*/ 151091 h 605522"/>
              <a:gd name="connsiteX239" fmla="*/ 227221 w 606368"/>
              <a:gd name="connsiteY239" fmla="*/ 142204 h 605522"/>
              <a:gd name="connsiteX240" fmla="*/ 294328 w 606368"/>
              <a:gd name="connsiteY240" fmla="*/ 142204 h 605522"/>
              <a:gd name="connsiteX241" fmla="*/ 294328 w 606368"/>
              <a:gd name="connsiteY241" fmla="*/ 17775 h 605522"/>
              <a:gd name="connsiteX242" fmla="*/ 160203 w 606368"/>
              <a:gd name="connsiteY242" fmla="*/ 17775 h 605522"/>
              <a:gd name="connsiteX243" fmla="*/ 160203 w 606368"/>
              <a:gd name="connsiteY243" fmla="*/ 75279 h 605522"/>
              <a:gd name="connsiteX244" fmla="*/ 151303 w 606368"/>
              <a:gd name="connsiteY244" fmla="*/ 84167 h 605522"/>
              <a:gd name="connsiteX245" fmla="*/ 142403 w 606368"/>
              <a:gd name="connsiteY245" fmla="*/ 75279 h 605522"/>
              <a:gd name="connsiteX246" fmla="*/ 142403 w 606368"/>
              <a:gd name="connsiteY246" fmla="*/ 17775 h 605522"/>
              <a:gd name="connsiteX247" fmla="*/ 65861 w 606368"/>
              <a:gd name="connsiteY247" fmla="*/ 0 h 605522"/>
              <a:gd name="connsiteX248" fmla="*/ 540507 w 606368"/>
              <a:gd name="connsiteY248" fmla="*/ 0 h 605522"/>
              <a:gd name="connsiteX249" fmla="*/ 606368 w 606368"/>
              <a:gd name="connsiteY249" fmla="*/ 65769 h 605522"/>
              <a:gd name="connsiteX250" fmla="*/ 606368 w 606368"/>
              <a:gd name="connsiteY250" fmla="*/ 539753 h 605522"/>
              <a:gd name="connsiteX251" fmla="*/ 540507 w 606368"/>
              <a:gd name="connsiteY251" fmla="*/ 605522 h 605522"/>
              <a:gd name="connsiteX252" fmla="*/ 65861 w 606368"/>
              <a:gd name="connsiteY252" fmla="*/ 605522 h 605522"/>
              <a:gd name="connsiteX253" fmla="*/ 0 w 606368"/>
              <a:gd name="connsiteY253" fmla="*/ 539753 h 605522"/>
              <a:gd name="connsiteX254" fmla="*/ 0 w 606368"/>
              <a:gd name="connsiteY254" fmla="*/ 65769 h 605522"/>
              <a:gd name="connsiteX255" fmla="*/ 65861 w 606368"/>
              <a:gd name="connsiteY255" fmla="*/ 0 h 60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606368" h="605522">
                <a:moveTo>
                  <a:pt x="463965" y="463318"/>
                </a:moveTo>
                <a:lnTo>
                  <a:pt x="463965" y="587747"/>
                </a:lnTo>
                <a:lnTo>
                  <a:pt x="540507" y="587747"/>
                </a:lnTo>
                <a:cubicBezTo>
                  <a:pt x="567029" y="587747"/>
                  <a:pt x="588568" y="566238"/>
                  <a:pt x="588568" y="539753"/>
                </a:cubicBezTo>
                <a:lnTo>
                  <a:pt x="588568" y="463318"/>
                </a:lnTo>
                <a:close/>
                <a:moveTo>
                  <a:pt x="17800" y="463318"/>
                </a:moveTo>
                <a:lnTo>
                  <a:pt x="17800" y="539753"/>
                </a:lnTo>
                <a:cubicBezTo>
                  <a:pt x="17800" y="566238"/>
                  <a:pt x="39339" y="587747"/>
                  <a:pt x="65861" y="587747"/>
                </a:cubicBezTo>
                <a:lnTo>
                  <a:pt x="142403" y="587747"/>
                </a:lnTo>
                <a:lnTo>
                  <a:pt x="142403" y="463318"/>
                </a:lnTo>
                <a:close/>
                <a:moveTo>
                  <a:pt x="303231" y="425437"/>
                </a:moveTo>
                <a:cubicBezTo>
                  <a:pt x="287201" y="425437"/>
                  <a:pt x="274110" y="438409"/>
                  <a:pt x="274110" y="454402"/>
                </a:cubicBezTo>
                <a:cubicBezTo>
                  <a:pt x="274110" y="470395"/>
                  <a:pt x="287201" y="483456"/>
                  <a:pt x="303231" y="483456"/>
                </a:cubicBezTo>
                <a:cubicBezTo>
                  <a:pt x="319262" y="483456"/>
                  <a:pt x="332264" y="470395"/>
                  <a:pt x="332264" y="454402"/>
                </a:cubicBezTo>
                <a:cubicBezTo>
                  <a:pt x="332264" y="438409"/>
                  <a:pt x="319262" y="425437"/>
                  <a:pt x="303231" y="425437"/>
                </a:cubicBezTo>
                <a:close/>
                <a:moveTo>
                  <a:pt x="260306" y="359954"/>
                </a:moveTo>
                <a:cubicBezTo>
                  <a:pt x="263691" y="359954"/>
                  <a:pt x="266718" y="361820"/>
                  <a:pt x="268232" y="364841"/>
                </a:cubicBezTo>
                <a:lnTo>
                  <a:pt x="286845" y="401980"/>
                </a:lnTo>
                <a:cubicBezTo>
                  <a:pt x="287023" y="402247"/>
                  <a:pt x="287201" y="402691"/>
                  <a:pt x="287290" y="403047"/>
                </a:cubicBezTo>
                <a:cubicBezTo>
                  <a:pt x="287558" y="403313"/>
                  <a:pt x="287736" y="403669"/>
                  <a:pt x="287914" y="404024"/>
                </a:cubicBezTo>
                <a:cubicBezTo>
                  <a:pt x="288804" y="405890"/>
                  <a:pt x="289072" y="407933"/>
                  <a:pt x="288626" y="409977"/>
                </a:cubicBezTo>
                <a:cubicBezTo>
                  <a:pt x="293257" y="408467"/>
                  <a:pt x="298155" y="407667"/>
                  <a:pt x="303231" y="407667"/>
                </a:cubicBezTo>
                <a:cubicBezTo>
                  <a:pt x="313829" y="407667"/>
                  <a:pt x="323625" y="411132"/>
                  <a:pt x="331462" y="417085"/>
                </a:cubicBezTo>
                <a:cubicBezTo>
                  <a:pt x="331551" y="417085"/>
                  <a:pt x="331640" y="417085"/>
                  <a:pt x="331729" y="417085"/>
                </a:cubicBezTo>
                <a:cubicBezTo>
                  <a:pt x="334045" y="417085"/>
                  <a:pt x="336360" y="418062"/>
                  <a:pt x="337963" y="419751"/>
                </a:cubicBezTo>
                <a:cubicBezTo>
                  <a:pt x="339655" y="421350"/>
                  <a:pt x="340635" y="423660"/>
                  <a:pt x="340635" y="425970"/>
                </a:cubicBezTo>
                <a:cubicBezTo>
                  <a:pt x="340635" y="426059"/>
                  <a:pt x="340635" y="426148"/>
                  <a:pt x="340635" y="426237"/>
                </a:cubicBezTo>
                <a:cubicBezTo>
                  <a:pt x="346602" y="434055"/>
                  <a:pt x="350075" y="443829"/>
                  <a:pt x="350075" y="454402"/>
                </a:cubicBezTo>
                <a:cubicBezTo>
                  <a:pt x="350075" y="480258"/>
                  <a:pt x="329058" y="501226"/>
                  <a:pt x="303231" y="501226"/>
                </a:cubicBezTo>
                <a:cubicBezTo>
                  <a:pt x="277316" y="501226"/>
                  <a:pt x="256299" y="480258"/>
                  <a:pt x="256299" y="454402"/>
                </a:cubicBezTo>
                <a:cubicBezTo>
                  <a:pt x="256299" y="438587"/>
                  <a:pt x="264225" y="424637"/>
                  <a:pt x="276337" y="416108"/>
                </a:cubicBezTo>
                <a:cubicBezTo>
                  <a:pt x="274466" y="415308"/>
                  <a:pt x="272952" y="413886"/>
                  <a:pt x="271973" y="412021"/>
                </a:cubicBezTo>
                <a:cubicBezTo>
                  <a:pt x="271795" y="411665"/>
                  <a:pt x="271617" y="411310"/>
                  <a:pt x="271527" y="410865"/>
                </a:cubicBezTo>
                <a:cubicBezTo>
                  <a:pt x="271260" y="410599"/>
                  <a:pt x="271082" y="410244"/>
                  <a:pt x="270904" y="409888"/>
                </a:cubicBezTo>
                <a:lnTo>
                  <a:pt x="252291" y="372838"/>
                </a:lnTo>
                <a:cubicBezTo>
                  <a:pt x="250154" y="368395"/>
                  <a:pt x="251935" y="363064"/>
                  <a:pt x="256299" y="360843"/>
                </a:cubicBezTo>
                <a:cubicBezTo>
                  <a:pt x="257546" y="360221"/>
                  <a:pt x="258882" y="359954"/>
                  <a:pt x="260306" y="359954"/>
                </a:cubicBezTo>
                <a:close/>
                <a:moveTo>
                  <a:pt x="390434" y="358402"/>
                </a:moveTo>
                <a:cubicBezTo>
                  <a:pt x="392747" y="358402"/>
                  <a:pt x="394971" y="359381"/>
                  <a:pt x="396661" y="361071"/>
                </a:cubicBezTo>
                <a:cubicBezTo>
                  <a:pt x="398351" y="362761"/>
                  <a:pt x="399329" y="364984"/>
                  <a:pt x="399329" y="367297"/>
                </a:cubicBezTo>
                <a:cubicBezTo>
                  <a:pt x="399329" y="369698"/>
                  <a:pt x="398351" y="371922"/>
                  <a:pt x="396661" y="373612"/>
                </a:cubicBezTo>
                <a:cubicBezTo>
                  <a:pt x="396394" y="373879"/>
                  <a:pt x="396127" y="374146"/>
                  <a:pt x="395771" y="374412"/>
                </a:cubicBezTo>
                <a:cubicBezTo>
                  <a:pt x="395593" y="374679"/>
                  <a:pt x="395326" y="375035"/>
                  <a:pt x="395060" y="375302"/>
                </a:cubicBezTo>
                <a:lnTo>
                  <a:pt x="365708" y="404654"/>
                </a:lnTo>
                <a:cubicBezTo>
                  <a:pt x="364018" y="406344"/>
                  <a:pt x="361794" y="407233"/>
                  <a:pt x="359393" y="407233"/>
                </a:cubicBezTo>
                <a:cubicBezTo>
                  <a:pt x="356991" y="407233"/>
                  <a:pt x="354767" y="406344"/>
                  <a:pt x="353077" y="404654"/>
                </a:cubicBezTo>
                <a:cubicBezTo>
                  <a:pt x="351387" y="402964"/>
                  <a:pt x="350498" y="400740"/>
                  <a:pt x="350498" y="398339"/>
                </a:cubicBezTo>
                <a:cubicBezTo>
                  <a:pt x="350498" y="395937"/>
                  <a:pt x="351387" y="393714"/>
                  <a:pt x="353077" y="392024"/>
                </a:cubicBezTo>
                <a:lnTo>
                  <a:pt x="382429" y="362672"/>
                </a:lnTo>
                <a:cubicBezTo>
                  <a:pt x="382696" y="362405"/>
                  <a:pt x="383052" y="362138"/>
                  <a:pt x="383319" y="361960"/>
                </a:cubicBezTo>
                <a:cubicBezTo>
                  <a:pt x="383586" y="361604"/>
                  <a:pt x="383853" y="361337"/>
                  <a:pt x="384119" y="361071"/>
                </a:cubicBezTo>
                <a:cubicBezTo>
                  <a:pt x="385809" y="359381"/>
                  <a:pt x="388033" y="358402"/>
                  <a:pt x="390434" y="358402"/>
                </a:cubicBezTo>
                <a:close/>
                <a:moveTo>
                  <a:pt x="511255" y="350005"/>
                </a:moveTo>
                <a:cubicBezTo>
                  <a:pt x="513658" y="350005"/>
                  <a:pt x="515882" y="350893"/>
                  <a:pt x="517573" y="352581"/>
                </a:cubicBezTo>
                <a:lnTo>
                  <a:pt x="546942" y="381891"/>
                </a:lnTo>
                <a:cubicBezTo>
                  <a:pt x="547209" y="382157"/>
                  <a:pt x="547476" y="382513"/>
                  <a:pt x="547743" y="382779"/>
                </a:cubicBezTo>
                <a:cubicBezTo>
                  <a:pt x="548010" y="383045"/>
                  <a:pt x="548366" y="383312"/>
                  <a:pt x="548633" y="383578"/>
                </a:cubicBezTo>
                <a:cubicBezTo>
                  <a:pt x="552104" y="387042"/>
                  <a:pt x="552104" y="392638"/>
                  <a:pt x="548633" y="396102"/>
                </a:cubicBezTo>
                <a:cubicBezTo>
                  <a:pt x="546942" y="397789"/>
                  <a:pt x="544717" y="398766"/>
                  <a:pt x="542314" y="398766"/>
                </a:cubicBezTo>
                <a:cubicBezTo>
                  <a:pt x="540000" y="398766"/>
                  <a:pt x="537687" y="397789"/>
                  <a:pt x="536085" y="396102"/>
                </a:cubicBezTo>
                <a:cubicBezTo>
                  <a:pt x="535729" y="395835"/>
                  <a:pt x="535551" y="395569"/>
                  <a:pt x="535284" y="395214"/>
                </a:cubicBezTo>
                <a:cubicBezTo>
                  <a:pt x="534928" y="395036"/>
                  <a:pt x="534661" y="394769"/>
                  <a:pt x="534394" y="394503"/>
                </a:cubicBezTo>
                <a:lnTo>
                  <a:pt x="505025" y="365193"/>
                </a:lnTo>
                <a:cubicBezTo>
                  <a:pt x="503334" y="363506"/>
                  <a:pt x="502355" y="361285"/>
                  <a:pt x="502355" y="358887"/>
                </a:cubicBezTo>
                <a:cubicBezTo>
                  <a:pt x="502355" y="356489"/>
                  <a:pt x="503334" y="354269"/>
                  <a:pt x="505025" y="352581"/>
                </a:cubicBezTo>
                <a:cubicBezTo>
                  <a:pt x="506716" y="350893"/>
                  <a:pt x="508941" y="350005"/>
                  <a:pt x="511255" y="350005"/>
                </a:cubicBezTo>
                <a:close/>
                <a:moveTo>
                  <a:pt x="17800" y="311693"/>
                </a:moveTo>
                <a:lnTo>
                  <a:pt x="17800" y="445543"/>
                </a:lnTo>
                <a:lnTo>
                  <a:pt x="142403" y="445543"/>
                </a:lnTo>
                <a:lnTo>
                  <a:pt x="142403" y="311693"/>
                </a:lnTo>
                <a:close/>
                <a:moveTo>
                  <a:pt x="223129" y="285719"/>
                </a:moveTo>
                <a:cubicBezTo>
                  <a:pt x="226603" y="285719"/>
                  <a:pt x="229631" y="287584"/>
                  <a:pt x="231145" y="290605"/>
                </a:cubicBezTo>
                <a:lnTo>
                  <a:pt x="249762" y="327740"/>
                </a:lnTo>
                <a:cubicBezTo>
                  <a:pt x="249940" y="328095"/>
                  <a:pt x="250029" y="328450"/>
                  <a:pt x="250208" y="328806"/>
                </a:cubicBezTo>
                <a:cubicBezTo>
                  <a:pt x="250386" y="329161"/>
                  <a:pt x="250653" y="329517"/>
                  <a:pt x="250831" y="329872"/>
                </a:cubicBezTo>
                <a:cubicBezTo>
                  <a:pt x="251811" y="331915"/>
                  <a:pt x="251989" y="334403"/>
                  <a:pt x="251276" y="336624"/>
                </a:cubicBezTo>
                <a:cubicBezTo>
                  <a:pt x="250564" y="338845"/>
                  <a:pt x="248960" y="340710"/>
                  <a:pt x="246823" y="341776"/>
                </a:cubicBezTo>
                <a:cubicBezTo>
                  <a:pt x="245576" y="342398"/>
                  <a:pt x="244239" y="342665"/>
                  <a:pt x="242814" y="342665"/>
                </a:cubicBezTo>
                <a:cubicBezTo>
                  <a:pt x="239429" y="342665"/>
                  <a:pt x="236401" y="340799"/>
                  <a:pt x="234887" y="337779"/>
                </a:cubicBezTo>
                <a:cubicBezTo>
                  <a:pt x="234708" y="337423"/>
                  <a:pt x="234530" y="337068"/>
                  <a:pt x="234441" y="336713"/>
                </a:cubicBezTo>
                <a:cubicBezTo>
                  <a:pt x="234174" y="336357"/>
                  <a:pt x="233996" y="336002"/>
                  <a:pt x="233818" y="335646"/>
                </a:cubicBezTo>
                <a:lnTo>
                  <a:pt x="215201" y="298600"/>
                </a:lnTo>
                <a:cubicBezTo>
                  <a:pt x="214132" y="296468"/>
                  <a:pt x="213954" y="294070"/>
                  <a:pt x="214756" y="291760"/>
                </a:cubicBezTo>
                <a:cubicBezTo>
                  <a:pt x="215468" y="289539"/>
                  <a:pt x="217072" y="287673"/>
                  <a:pt x="219209" y="286696"/>
                </a:cubicBezTo>
                <a:cubicBezTo>
                  <a:pt x="220456" y="286074"/>
                  <a:pt x="221793" y="285719"/>
                  <a:pt x="223129" y="285719"/>
                </a:cubicBezTo>
                <a:close/>
                <a:moveTo>
                  <a:pt x="455102" y="273713"/>
                </a:moveTo>
                <a:cubicBezTo>
                  <a:pt x="439083" y="273713"/>
                  <a:pt x="426090" y="286775"/>
                  <a:pt x="426090" y="302770"/>
                </a:cubicBezTo>
                <a:cubicBezTo>
                  <a:pt x="426090" y="318765"/>
                  <a:pt x="439083" y="331739"/>
                  <a:pt x="455102" y="331739"/>
                </a:cubicBezTo>
                <a:cubicBezTo>
                  <a:pt x="471121" y="331739"/>
                  <a:pt x="484203" y="318765"/>
                  <a:pt x="484203" y="302770"/>
                </a:cubicBezTo>
                <a:cubicBezTo>
                  <a:pt x="484203" y="286775"/>
                  <a:pt x="471121" y="273713"/>
                  <a:pt x="455102" y="273713"/>
                </a:cubicBezTo>
                <a:close/>
                <a:moveTo>
                  <a:pt x="455102" y="255941"/>
                </a:moveTo>
                <a:cubicBezTo>
                  <a:pt x="480999" y="255941"/>
                  <a:pt x="502002" y="276912"/>
                  <a:pt x="502002" y="302770"/>
                </a:cubicBezTo>
                <a:cubicBezTo>
                  <a:pt x="502002" y="313345"/>
                  <a:pt x="498442" y="323119"/>
                  <a:pt x="492480" y="330939"/>
                </a:cubicBezTo>
                <a:cubicBezTo>
                  <a:pt x="492480" y="331028"/>
                  <a:pt x="492480" y="331117"/>
                  <a:pt x="492480" y="331206"/>
                </a:cubicBezTo>
                <a:cubicBezTo>
                  <a:pt x="492480" y="333516"/>
                  <a:pt x="491590" y="335826"/>
                  <a:pt x="489899" y="337426"/>
                </a:cubicBezTo>
                <a:cubicBezTo>
                  <a:pt x="488208" y="339114"/>
                  <a:pt x="485983" y="340092"/>
                  <a:pt x="483580" y="340092"/>
                </a:cubicBezTo>
                <a:cubicBezTo>
                  <a:pt x="483491" y="340092"/>
                  <a:pt x="483491" y="340092"/>
                  <a:pt x="483402" y="340092"/>
                </a:cubicBezTo>
                <a:cubicBezTo>
                  <a:pt x="475482" y="346045"/>
                  <a:pt x="465692" y="349511"/>
                  <a:pt x="455102" y="349511"/>
                </a:cubicBezTo>
                <a:cubicBezTo>
                  <a:pt x="445402" y="349511"/>
                  <a:pt x="436413" y="346578"/>
                  <a:pt x="428849" y="341513"/>
                </a:cubicBezTo>
                <a:lnTo>
                  <a:pt x="424399" y="345956"/>
                </a:lnTo>
                <a:cubicBezTo>
                  <a:pt x="422797" y="347645"/>
                  <a:pt x="420483" y="348533"/>
                  <a:pt x="418169" y="348533"/>
                </a:cubicBezTo>
                <a:cubicBezTo>
                  <a:pt x="415767" y="348533"/>
                  <a:pt x="413542" y="347645"/>
                  <a:pt x="411851" y="345956"/>
                </a:cubicBezTo>
                <a:cubicBezTo>
                  <a:pt x="410160" y="344268"/>
                  <a:pt x="409270" y="342046"/>
                  <a:pt x="409270" y="339647"/>
                </a:cubicBezTo>
                <a:cubicBezTo>
                  <a:pt x="409270" y="337248"/>
                  <a:pt x="410160" y="335027"/>
                  <a:pt x="411851" y="333427"/>
                </a:cubicBezTo>
                <a:lnTo>
                  <a:pt x="416300" y="328984"/>
                </a:lnTo>
                <a:cubicBezTo>
                  <a:pt x="411228" y="321431"/>
                  <a:pt x="408291" y="312456"/>
                  <a:pt x="408291" y="302770"/>
                </a:cubicBezTo>
                <a:cubicBezTo>
                  <a:pt x="408291" y="276912"/>
                  <a:pt x="429294" y="255941"/>
                  <a:pt x="455102" y="255941"/>
                </a:cubicBezTo>
                <a:close/>
                <a:moveTo>
                  <a:pt x="186012" y="211485"/>
                </a:moveTo>
                <a:cubicBezTo>
                  <a:pt x="189397" y="211485"/>
                  <a:pt x="192514" y="213353"/>
                  <a:pt x="194028" y="216377"/>
                </a:cubicBezTo>
                <a:lnTo>
                  <a:pt x="212556" y="253558"/>
                </a:lnTo>
                <a:cubicBezTo>
                  <a:pt x="212734" y="253914"/>
                  <a:pt x="212912" y="254270"/>
                  <a:pt x="213001" y="254626"/>
                </a:cubicBezTo>
                <a:cubicBezTo>
                  <a:pt x="213269" y="254981"/>
                  <a:pt x="213447" y="255337"/>
                  <a:pt x="213625" y="255693"/>
                </a:cubicBezTo>
                <a:cubicBezTo>
                  <a:pt x="214694" y="257828"/>
                  <a:pt x="214872" y="260229"/>
                  <a:pt x="214159" y="262453"/>
                </a:cubicBezTo>
                <a:cubicBezTo>
                  <a:pt x="213358" y="264677"/>
                  <a:pt x="211754" y="266545"/>
                  <a:pt x="209617" y="267612"/>
                </a:cubicBezTo>
                <a:cubicBezTo>
                  <a:pt x="208370" y="268235"/>
                  <a:pt x="207033" y="268502"/>
                  <a:pt x="205697" y="268502"/>
                </a:cubicBezTo>
                <a:cubicBezTo>
                  <a:pt x="202312" y="268502"/>
                  <a:pt x="199195" y="266634"/>
                  <a:pt x="197681" y="263609"/>
                </a:cubicBezTo>
                <a:cubicBezTo>
                  <a:pt x="197502" y="263254"/>
                  <a:pt x="197413" y="262898"/>
                  <a:pt x="197235" y="262542"/>
                </a:cubicBezTo>
                <a:cubicBezTo>
                  <a:pt x="197057" y="262186"/>
                  <a:pt x="196790" y="261830"/>
                  <a:pt x="196612" y="261475"/>
                </a:cubicBezTo>
                <a:lnTo>
                  <a:pt x="178084" y="224383"/>
                </a:lnTo>
                <a:cubicBezTo>
                  <a:pt x="177015" y="222248"/>
                  <a:pt x="176837" y="219846"/>
                  <a:pt x="177550" y="217622"/>
                </a:cubicBezTo>
                <a:cubicBezTo>
                  <a:pt x="178351" y="215310"/>
                  <a:pt x="179866" y="213531"/>
                  <a:pt x="182003" y="212463"/>
                </a:cubicBezTo>
                <a:cubicBezTo>
                  <a:pt x="183250" y="211841"/>
                  <a:pt x="184587" y="211485"/>
                  <a:pt x="186012" y="211485"/>
                </a:cubicBezTo>
                <a:close/>
                <a:moveTo>
                  <a:pt x="96275" y="197089"/>
                </a:moveTo>
                <a:cubicBezTo>
                  <a:pt x="98677" y="197089"/>
                  <a:pt x="100901" y="197978"/>
                  <a:pt x="102591" y="199668"/>
                </a:cubicBezTo>
                <a:cubicBezTo>
                  <a:pt x="106060" y="203137"/>
                  <a:pt x="106060" y="208741"/>
                  <a:pt x="102591" y="212298"/>
                </a:cubicBezTo>
                <a:lnTo>
                  <a:pt x="73237" y="241650"/>
                </a:lnTo>
                <a:cubicBezTo>
                  <a:pt x="72970" y="241917"/>
                  <a:pt x="72614" y="242184"/>
                  <a:pt x="72347" y="242362"/>
                </a:cubicBezTo>
                <a:cubicBezTo>
                  <a:pt x="72080" y="242718"/>
                  <a:pt x="71813" y="242985"/>
                  <a:pt x="71546" y="243251"/>
                </a:cubicBezTo>
                <a:cubicBezTo>
                  <a:pt x="69856" y="244941"/>
                  <a:pt x="67633" y="245920"/>
                  <a:pt x="65231" y="245920"/>
                </a:cubicBezTo>
                <a:cubicBezTo>
                  <a:pt x="62918" y="245920"/>
                  <a:pt x="60694" y="244941"/>
                  <a:pt x="59004" y="243251"/>
                </a:cubicBezTo>
                <a:cubicBezTo>
                  <a:pt x="55535" y="239783"/>
                  <a:pt x="55535" y="234179"/>
                  <a:pt x="59004" y="230710"/>
                </a:cubicBezTo>
                <a:cubicBezTo>
                  <a:pt x="59271" y="230443"/>
                  <a:pt x="59538" y="230176"/>
                  <a:pt x="59894" y="229910"/>
                </a:cubicBezTo>
                <a:cubicBezTo>
                  <a:pt x="60072" y="229643"/>
                  <a:pt x="60338" y="229287"/>
                  <a:pt x="60605" y="229020"/>
                </a:cubicBezTo>
                <a:lnTo>
                  <a:pt x="89960" y="199668"/>
                </a:lnTo>
                <a:cubicBezTo>
                  <a:pt x="91650" y="197978"/>
                  <a:pt x="93874" y="197089"/>
                  <a:pt x="96275" y="197089"/>
                </a:cubicBezTo>
                <a:close/>
                <a:moveTo>
                  <a:pt x="151292" y="122007"/>
                </a:moveTo>
                <a:cubicBezTo>
                  <a:pt x="135264" y="122007"/>
                  <a:pt x="122175" y="135076"/>
                  <a:pt x="122175" y="151080"/>
                </a:cubicBezTo>
                <a:cubicBezTo>
                  <a:pt x="122175" y="167084"/>
                  <a:pt x="135264" y="180154"/>
                  <a:pt x="151292" y="180154"/>
                </a:cubicBezTo>
                <a:cubicBezTo>
                  <a:pt x="167320" y="180154"/>
                  <a:pt x="180409" y="167084"/>
                  <a:pt x="180409" y="151080"/>
                </a:cubicBezTo>
                <a:cubicBezTo>
                  <a:pt x="180409" y="135076"/>
                  <a:pt x="167320" y="122007"/>
                  <a:pt x="151292" y="122007"/>
                </a:cubicBezTo>
                <a:close/>
                <a:moveTo>
                  <a:pt x="151292" y="104225"/>
                </a:moveTo>
                <a:cubicBezTo>
                  <a:pt x="177115" y="104225"/>
                  <a:pt x="198218" y="125296"/>
                  <a:pt x="198218" y="151080"/>
                </a:cubicBezTo>
                <a:cubicBezTo>
                  <a:pt x="198218" y="168240"/>
                  <a:pt x="188957" y="183177"/>
                  <a:pt x="175156" y="191356"/>
                </a:cubicBezTo>
                <a:cubicBezTo>
                  <a:pt x="174443" y="192157"/>
                  <a:pt x="173553" y="192868"/>
                  <a:pt x="172484" y="193401"/>
                </a:cubicBezTo>
                <a:cubicBezTo>
                  <a:pt x="171505" y="193935"/>
                  <a:pt x="170436" y="194202"/>
                  <a:pt x="169279" y="194290"/>
                </a:cubicBezTo>
                <a:cubicBezTo>
                  <a:pt x="163758" y="196602"/>
                  <a:pt x="157703" y="197936"/>
                  <a:pt x="151292" y="197936"/>
                </a:cubicBezTo>
                <a:cubicBezTo>
                  <a:pt x="139716" y="197936"/>
                  <a:pt x="129031" y="193668"/>
                  <a:pt x="120839" y="186644"/>
                </a:cubicBezTo>
                <a:cubicBezTo>
                  <a:pt x="119682" y="186200"/>
                  <a:pt x="118613" y="185577"/>
                  <a:pt x="117723" y="184599"/>
                </a:cubicBezTo>
                <a:cubicBezTo>
                  <a:pt x="116743" y="183710"/>
                  <a:pt x="116120" y="182643"/>
                  <a:pt x="115675" y="181487"/>
                </a:cubicBezTo>
                <a:cubicBezTo>
                  <a:pt x="108640" y="173308"/>
                  <a:pt x="104366" y="162639"/>
                  <a:pt x="104366" y="151080"/>
                </a:cubicBezTo>
                <a:cubicBezTo>
                  <a:pt x="104366" y="125296"/>
                  <a:pt x="125469" y="104225"/>
                  <a:pt x="151292" y="104225"/>
                </a:cubicBezTo>
                <a:close/>
                <a:moveTo>
                  <a:pt x="463965" y="17775"/>
                </a:moveTo>
                <a:lnTo>
                  <a:pt x="463965" y="142204"/>
                </a:lnTo>
                <a:lnTo>
                  <a:pt x="588568" y="142204"/>
                </a:lnTo>
                <a:lnTo>
                  <a:pt x="588568" y="65769"/>
                </a:lnTo>
                <a:cubicBezTo>
                  <a:pt x="588568" y="39284"/>
                  <a:pt x="567029" y="17775"/>
                  <a:pt x="540507" y="17775"/>
                </a:cubicBezTo>
                <a:close/>
                <a:moveTo>
                  <a:pt x="312129" y="17775"/>
                </a:moveTo>
                <a:lnTo>
                  <a:pt x="312129" y="142204"/>
                </a:lnTo>
                <a:lnTo>
                  <a:pt x="446165" y="142204"/>
                </a:lnTo>
                <a:lnTo>
                  <a:pt x="446165" y="17775"/>
                </a:lnTo>
                <a:close/>
                <a:moveTo>
                  <a:pt x="65861" y="17775"/>
                </a:moveTo>
                <a:cubicBezTo>
                  <a:pt x="39339" y="17775"/>
                  <a:pt x="17800" y="39284"/>
                  <a:pt x="17800" y="65769"/>
                </a:cubicBezTo>
                <a:lnTo>
                  <a:pt x="17800" y="142204"/>
                </a:lnTo>
                <a:lnTo>
                  <a:pt x="75384" y="142204"/>
                </a:lnTo>
                <a:cubicBezTo>
                  <a:pt x="80279" y="142204"/>
                  <a:pt x="84285" y="146203"/>
                  <a:pt x="84285" y="151091"/>
                </a:cubicBezTo>
                <a:cubicBezTo>
                  <a:pt x="84285" y="155980"/>
                  <a:pt x="80279" y="159979"/>
                  <a:pt x="75384" y="159979"/>
                </a:cubicBezTo>
                <a:lnTo>
                  <a:pt x="17800" y="159979"/>
                </a:lnTo>
                <a:lnTo>
                  <a:pt x="17800" y="271876"/>
                </a:lnTo>
                <a:lnTo>
                  <a:pt x="31240" y="258366"/>
                </a:lnTo>
                <a:cubicBezTo>
                  <a:pt x="32931" y="256678"/>
                  <a:pt x="35156" y="255789"/>
                  <a:pt x="37559" y="255789"/>
                </a:cubicBezTo>
                <a:cubicBezTo>
                  <a:pt x="39962" y="255789"/>
                  <a:pt x="42187" y="256678"/>
                  <a:pt x="43878" y="258366"/>
                </a:cubicBezTo>
                <a:cubicBezTo>
                  <a:pt x="45569" y="260055"/>
                  <a:pt x="46459" y="262277"/>
                  <a:pt x="46459" y="264677"/>
                </a:cubicBezTo>
                <a:cubicBezTo>
                  <a:pt x="46459" y="266988"/>
                  <a:pt x="45569" y="269298"/>
                  <a:pt x="43878" y="270898"/>
                </a:cubicBezTo>
                <a:lnTo>
                  <a:pt x="20915" y="293917"/>
                </a:lnTo>
                <a:lnTo>
                  <a:pt x="142403" y="293917"/>
                </a:lnTo>
                <a:lnTo>
                  <a:pt x="142403" y="226904"/>
                </a:lnTo>
                <a:cubicBezTo>
                  <a:pt x="142403" y="222016"/>
                  <a:pt x="146408" y="218016"/>
                  <a:pt x="151303" y="218016"/>
                </a:cubicBezTo>
                <a:cubicBezTo>
                  <a:pt x="156198" y="218016"/>
                  <a:pt x="160203" y="222016"/>
                  <a:pt x="160203" y="226904"/>
                </a:cubicBezTo>
                <a:lnTo>
                  <a:pt x="160203" y="293917"/>
                </a:lnTo>
                <a:lnTo>
                  <a:pt x="189306" y="293917"/>
                </a:lnTo>
                <a:cubicBezTo>
                  <a:pt x="194202" y="293917"/>
                  <a:pt x="198207" y="297828"/>
                  <a:pt x="198207" y="302805"/>
                </a:cubicBezTo>
                <a:cubicBezTo>
                  <a:pt x="198207" y="307693"/>
                  <a:pt x="194202" y="311693"/>
                  <a:pt x="189306" y="311693"/>
                </a:cubicBezTo>
                <a:lnTo>
                  <a:pt x="160203" y="311693"/>
                </a:lnTo>
                <a:lnTo>
                  <a:pt x="160203" y="445543"/>
                </a:lnTo>
                <a:lnTo>
                  <a:pt x="227221" y="445543"/>
                </a:lnTo>
                <a:cubicBezTo>
                  <a:pt x="232205" y="445543"/>
                  <a:pt x="236121" y="449542"/>
                  <a:pt x="236121" y="454431"/>
                </a:cubicBezTo>
                <a:cubicBezTo>
                  <a:pt x="236121" y="459408"/>
                  <a:pt x="232205" y="463318"/>
                  <a:pt x="227221" y="463318"/>
                </a:cubicBezTo>
                <a:lnTo>
                  <a:pt x="160203" y="463318"/>
                </a:lnTo>
                <a:lnTo>
                  <a:pt x="160203" y="587747"/>
                </a:lnTo>
                <a:lnTo>
                  <a:pt x="294328" y="587747"/>
                </a:lnTo>
                <a:lnTo>
                  <a:pt x="294328" y="530332"/>
                </a:lnTo>
                <a:cubicBezTo>
                  <a:pt x="294328" y="525355"/>
                  <a:pt x="298244" y="521444"/>
                  <a:pt x="303228" y="521444"/>
                </a:cubicBezTo>
                <a:cubicBezTo>
                  <a:pt x="308124" y="521444"/>
                  <a:pt x="312129" y="525355"/>
                  <a:pt x="312129" y="530332"/>
                </a:cubicBezTo>
                <a:lnTo>
                  <a:pt x="312129" y="587747"/>
                </a:lnTo>
                <a:lnTo>
                  <a:pt x="446165" y="587747"/>
                </a:lnTo>
                <a:lnTo>
                  <a:pt x="446165" y="463318"/>
                </a:lnTo>
                <a:lnTo>
                  <a:pt x="379147" y="463318"/>
                </a:lnTo>
                <a:cubicBezTo>
                  <a:pt x="374252" y="463318"/>
                  <a:pt x="370247" y="459408"/>
                  <a:pt x="370247" y="454431"/>
                </a:cubicBezTo>
                <a:cubicBezTo>
                  <a:pt x="370247" y="449542"/>
                  <a:pt x="374252" y="445543"/>
                  <a:pt x="379147" y="445543"/>
                </a:cubicBezTo>
                <a:lnTo>
                  <a:pt x="446165" y="445543"/>
                </a:lnTo>
                <a:lnTo>
                  <a:pt x="446165" y="378618"/>
                </a:lnTo>
                <a:cubicBezTo>
                  <a:pt x="446165" y="373730"/>
                  <a:pt x="450170" y="369730"/>
                  <a:pt x="455065" y="369730"/>
                </a:cubicBezTo>
                <a:cubicBezTo>
                  <a:pt x="460049" y="369730"/>
                  <a:pt x="463965" y="373730"/>
                  <a:pt x="463965" y="378618"/>
                </a:cubicBezTo>
                <a:lnTo>
                  <a:pt x="463965" y="445543"/>
                </a:lnTo>
                <a:lnTo>
                  <a:pt x="585542" y="445543"/>
                </a:lnTo>
                <a:lnTo>
                  <a:pt x="563736" y="423768"/>
                </a:lnTo>
                <a:cubicBezTo>
                  <a:pt x="562045" y="422168"/>
                  <a:pt x="561066" y="419857"/>
                  <a:pt x="561066" y="417546"/>
                </a:cubicBezTo>
                <a:cubicBezTo>
                  <a:pt x="561066" y="415147"/>
                  <a:pt x="562045" y="412925"/>
                  <a:pt x="563736" y="411236"/>
                </a:cubicBezTo>
                <a:cubicBezTo>
                  <a:pt x="565427" y="409547"/>
                  <a:pt x="567652" y="408659"/>
                  <a:pt x="569966" y="408659"/>
                </a:cubicBezTo>
                <a:cubicBezTo>
                  <a:pt x="572369" y="408659"/>
                  <a:pt x="574594" y="409547"/>
                  <a:pt x="576285" y="411236"/>
                </a:cubicBezTo>
                <a:lnTo>
                  <a:pt x="588568" y="423501"/>
                </a:lnTo>
                <a:lnTo>
                  <a:pt x="588568" y="311693"/>
                </a:lnTo>
                <a:lnTo>
                  <a:pt x="531073" y="311693"/>
                </a:lnTo>
                <a:cubicBezTo>
                  <a:pt x="526089" y="311693"/>
                  <a:pt x="522172" y="307693"/>
                  <a:pt x="522172" y="302805"/>
                </a:cubicBezTo>
                <a:cubicBezTo>
                  <a:pt x="522172" y="297828"/>
                  <a:pt x="526089" y="293917"/>
                  <a:pt x="531073" y="293917"/>
                </a:cubicBezTo>
                <a:lnTo>
                  <a:pt x="588568" y="293917"/>
                </a:lnTo>
                <a:lnTo>
                  <a:pt x="588568" y="159979"/>
                </a:lnTo>
                <a:lnTo>
                  <a:pt x="463965" y="159979"/>
                </a:lnTo>
                <a:lnTo>
                  <a:pt x="463965" y="226904"/>
                </a:lnTo>
                <a:cubicBezTo>
                  <a:pt x="463965" y="231881"/>
                  <a:pt x="460049" y="235792"/>
                  <a:pt x="455065" y="235792"/>
                </a:cubicBezTo>
                <a:cubicBezTo>
                  <a:pt x="450170" y="235792"/>
                  <a:pt x="446165" y="231881"/>
                  <a:pt x="446165" y="226904"/>
                </a:cubicBezTo>
                <a:lnTo>
                  <a:pt x="446165" y="159979"/>
                </a:lnTo>
                <a:lnTo>
                  <a:pt x="312129" y="159979"/>
                </a:lnTo>
                <a:lnTo>
                  <a:pt x="312129" y="293917"/>
                </a:lnTo>
                <a:lnTo>
                  <a:pt x="379147" y="293917"/>
                </a:lnTo>
                <a:cubicBezTo>
                  <a:pt x="384042" y="293917"/>
                  <a:pt x="388047" y="297828"/>
                  <a:pt x="388047" y="302805"/>
                </a:cubicBezTo>
                <a:cubicBezTo>
                  <a:pt x="388047" y="307693"/>
                  <a:pt x="384042" y="311693"/>
                  <a:pt x="379147" y="311693"/>
                </a:cubicBezTo>
                <a:lnTo>
                  <a:pt x="312129" y="311693"/>
                </a:lnTo>
                <a:lnTo>
                  <a:pt x="312129" y="378618"/>
                </a:lnTo>
                <a:cubicBezTo>
                  <a:pt x="312129" y="383506"/>
                  <a:pt x="308124" y="387506"/>
                  <a:pt x="303228" y="387506"/>
                </a:cubicBezTo>
                <a:cubicBezTo>
                  <a:pt x="298244" y="387506"/>
                  <a:pt x="294328" y="383506"/>
                  <a:pt x="294328" y="378618"/>
                </a:cubicBezTo>
                <a:lnTo>
                  <a:pt x="294328" y="311693"/>
                </a:lnTo>
                <a:lnTo>
                  <a:pt x="274748" y="311693"/>
                </a:lnTo>
                <a:cubicBezTo>
                  <a:pt x="269764" y="311693"/>
                  <a:pt x="265848" y="307693"/>
                  <a:pt x="265848" y="302805"/>
                </a:cubicBezTo>
                <a:cubicBezTo>
                  <a:pt x="265848" y="297828"/>
                  <a:pt x="269764" y="293917"/>
                  <a:pt x="274748" y="293917"/>
                </a:cubicBezTo>
                <a:lnTo>
                  <a:pt x="294328" y="293917"/>
                </a:lnTo>
                <a:lnTo>
                  <a:pt x="294328" y="159979"/>
                </a:lnTo>
                <a:lnTo>
                  <a:pt x="227221" y="159979"/>
                </a:lnTo>
                <a:cubicBezTo>
                  <a:pt x="222326" y="159979"/>
                  <a:pt x="218321" y="155980"/>
                  <a:pt x="218321" y="151091"/>
                </a:cubicBezTo>
                <a:cubicBezTo>
                  <a:pt x="218321" y="146203"/>
                  <a:pt x="222326" y="142204"/>
                  <a:pt x="227221" y="142204"/>
                </a:cubicBezTo>
                <a:lnTo>
                  <a:pt x="294328" y="142204"/>
                </a:lnTo>
                <a:lnTo>
                  <a:pt x="294328" y="17775"/>
                </a:lnTo>
                <a:lnTo>
                  <a:pt x="160203" y="17775"/>
                </a:lnTo>
                <a:lnTo>
                  <a:pt x="160203" y="75279"/>
                </a:lnTo>
                <a:cubicBezTo>
                  <a:pt x="160203" y="80167"/>
                  <a:pt x="156198" y="84167"/>
                  <a:pt x="151303" y="84167"/>
                </a:cubicBezTo>
                <a:cubicBezTo>
                  <a:pt x="146408" y="84167"/>
                  <a:pt x="142403" y="80167"/>
                  <a:pt x="142403" y="75279"/>
                </a:cubicBezTo>
                <a:lnTo>
                  <a:pt x="142403" y="17775"/>
                </a:lnTo>
                <a:close/>
                <a:moveTo>
                  <a:pt x="65861" y="0"/>
                </a:moveTo>
                <a:lnTo>
                  <a:pt x="540507" y="0"/>
                </a:lnTo>
                <a:cubicBezTo>
                  <a:pt x="576819" y="0"/>
                  <a:pt x="606368" y="29507"/>
                  <a:pt x="606368" y="65769"/>
                </a:cubicBezTo>
                <a:lnTo>
                  <a:pt x="606368" y="539753"/>
                </a:lnTo>
                <a:cubicBezTo>
                  <a:pt x="606368" y="576015"/>
                  <a:pt x="576819" y="605522"/>
                  <a:pt x="540507" y="605522"/>
                </a:cubicBezTo>
                <a:lnTo>
                  <a:pt x="65861" y="605522"/>
                </a:lnTo>
                <a:cubicBezTo>
                  <a:pt x="29549" y="605522"/>
                  <a:pt x="0" y="576015"/>
                  <a:pt x="0" y="539753"/>
                </a:cubicBezTo>
                <a:lnTo>
                  <a:pt x="0" y="65769"/>
                </a:lnTo>
                <a:cubicBezTo>
                  <a:pt x="0" y="29507"/>
                  <a:pt x="29549" y="0"/>
                  <a:pt x="6586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confont-11415-4630739">
            <a:extLst>
              <a:ext uri="{FF2B5EF4-FFF2-40B4-BE49-F238E27FC236}">
                <a16:creationId xmlns:a16="http://schemas.microsoft.com/office/drawing/2014/main" id="{4C0790CF-42D6-4B3B-BF02-6A4EC2231494}"/>
              </a:ext>
            </a:extLst>
          </p:cNvPr>
          <p:cNvSpPr/>
          <p:nvPr/>
        </p:nvSpPr>
        <p:spPr>
          <a:xfrm>
            <a:off x="10257188" y="2405383"/>
            <a:ext cx="589365" cy="609685"/>
          </a:xfrm>
          <a:custGeom>
            <a:avLst/>
            <a:gdLst>
              <a:gd name="connsiteX0" fmla="*/ 449298 w 586968"/>
              <a:gd name="connsiteY0" fmla="*/ 358708 h 607205"/>
              <a:gd name="connsiteX1" fmla="*/ 586968 w 586968"/>
              <a:gd name="connsiteY1" fmla="*/ 607205 h 607205"/>
              <a:gd name="connsiteX2" fmla="*/ 0 w 586968"/>
              <a:gd name="connsiteY2" fmla="*/ 607205 h 607205"/>
              <a:gd name="connsiteX3" fmla="*/ 137670 w 586968"/>
              <a:gd name="connsiteY3" fmla="*/ 360137 h 607205"/>
              <a:gd name="connsiteX4" fmla="*/ 293675 w 586968"/>
              <a:gd name="connsiteY4" fmla="*/ 427905 h 607205"/>
              <a:gd name="connsiteX5" fmla="*/ 449298 w 586968"/>
              <a:gd name="connsiteY5" fmla="*/ 358708 h 607205"/>
              <a:gd name="connsiteX6" fmla="*/ 293076 w 586968"/>
              <a:gd name="connsiteY6" fmla="*/ 0 h 607205"/>
              <a:gd name="connsiteX7" fmla="*/ 501932 w 586968"/>
              <a:gd name="connsiteY7" fmla="*/ 141062 h 607205"/>
              <a:gd name="connsiteX8" fmla="*/ 536598 w 586968"/>
              <a:gd name="connsiteY8" fmla="*/ 215545 h 607205"/>
              <a:gd name="connsiteX9" fmla="*/ 473980 w 586968"/>
              <a:gd name="connsiteY9" fmla="*/ 268694 h 607205"/>
              <a:gd name="connsiteX10" fmla="*/ 473980 w 586968"/>
              <a:gd name="connsiteY10" fmla="*/ 143919 h 607205"/>
              <a:gd name="connsiteX11" fmla="*/ 293457 w 586968"/>
              <a:gd name="connsiteY11" fmla="*/ 26050 h 607205"/>
              <a:gd name="connsiteX12" fmla="*/ 112934 w 586968"/>
              <a:gd name="connsiteY12" fmla="*/ 143919 h 607205"/>
              <a:gd name="connsiteX13" fmla="*/ 112934 w 586968"/>
              <a:gd name="connsiteY13" fmla="*/ 268694 h 607205"/>
              <a:gd name="connsiteX14" fmla="*/ 112934 w 586968"/>
              <a:gd name="connsiteY14" fmla="*/ 270122 h 607205"/>
              <a:gd name="connsiteX15" fmla="*/ 46982 w 586968"/>
              <a:gd name="connsiteY15" fmla="*/ 217069 h 607205"/>
              <a:gd name="connsiteX16" fmla="*/ 84267 w 586968"/>
              <a:gd name="connsiteY16" fmla="*/ 141062 h 607205"/>
              <a:gd name="connsiteX17" fmla="*/ 293076 w 586968"/>
              <a:gd name="connsiteY17" fmla="*/ 0 h 60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6968" h="607205">
                <a:moveTo>
                  <a:pt x="449298" y="358708"/>
                </a:moveTo>
                <a:cubicBezTo>
                  <a:pt x="534824" y="412379"/>
                  <a:pt x="586825" y="506197"/>
                  <a:pt x="586968" y="607205"/>
                </a:cubicBezTo>
                <a:lnTo>
                  <a:pt x="0" y="607205"/>
                </a:lnTo>
                <a:cubicBezTo>
                  <a:pt x="619" y="506721"/>
                  <a:pt x="52573" y="413522"/>
                  <a:pt x="137670" y="360137"/>
                </a:cubicBezTo>
                <a:cubicBezTo>
                  <a:pt x="176719" y="405236"/>
                  <a:pt x="234102" y="430143"/>
                  <a:pt x="293675" y="427905"/>
                </a:cubicBezTo>
                <a:cubicBezTo>
                  <a:pt x="353343" y="429714"/>
                  <a:pt x="410630" y="404236"/>
                  <a:pt x="449298" y="358708"/>
                </a:cubicBezTo>
                <a:close/>
                <a:moveTo>
                  <a:pt x="293076" y="0"/>
                </a:moveTo>
                <a:cubicBezTo>
                  <a:pt x="384980" y="0"/>
                  <a:pt x="467599" y="55815"/>
                  <a:pt x="501932" y="141062"/>
                </a:cubicBezTo>
                <a:cubicBezTo>
                  <a:pt x="528932" y="155254"/>
                  <a:pt x="543122" y="185733"/>
                  <a:pt x="536598" y="215545"/>
                </a:cubicBezTo>
                <a:cubicBezTo>
                  <a:pt x="530075" y="245310"/>
                  <a:pt x="504456" y="267074"/>
                  <a:pt x="473980" y="268694"/>
                </a:cubicBezTo>
                <a:lnTo>
                  <a:pt x="473980" y="143919"/>
                </a:lnTo>
                <a:cubicBezTo>
                  <a:pt x="442504" y="72293"/>
                  <a:pt x="371694" y="26050"/>
                  <a:pt x="293457" y="26050"/>
                </a:cubicBezTo>
                <a:cubicBezTo>
                  <a:pt x="215219" y="26050"/>
                  <a:pt x="144410" y="72293"/>
                  <a:pt x="112934" y="143919"/>
                </a:cubicBezTo>
                <a:lnTo>
                  <a:pt x="112934" y="268694"/>
                </a:lnTo>
                <a:lnTo>
                  <a:pt x="112934" y="270122"/>
                </a:lnTo>
                <a:cubicBezTo>
                  <a:pt x="81220" y="270075"/>
                  <a:pt x="53839" y="248025"/>
                  <a:pt x="46982" y="217069"/>
                </a:cubicBezTo>
                <a:cubicBezTo>
                  <a:pt x="40077" y="186114"/>
                  <a:pt x="55553" y="154539"/>
                  <a:pt x="84267" y="141062"/>
                </a:cubicBezTo>
                <a:cubicBezTo>
                  <a:pt x="118600" y="55815"/>
                  <a:pt x="201219" y="0"/>
                  <a:pt x="29307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87830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ISLIDE.ICON" val="#372670;"/>
</p:tagLst>
</file>

<file path=ppt/tags/tag6.xml><?xml version="1.0" encoding="utf-8"?>
<p:tagLst xmlns:a="http://schemas.openxmlformats.org/drawingml/2006/main" xmlns:r="http://schemas.openxmlformats.org/officeDocument/2006/relationships" xmlns:p="http://schemas.openxmlformats.org/presentationml/2006/main">
  <p:tag name="BTFPLAYOUTCOLUMNS" val="1"/>
  <p:tag name="BTFPLAYOUTENABLED" val="1"/>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Bain Core">
  <a:themeElements>
    <a:clrScheme name="Bain">
      <a:dk1>
        <a:srgbClr val="000000"/>
      </a:dk1>
      <a:lt1>
        <a:srgbClr val="FFFFFF"/>
      </a:lt1>
      <a:dk2>
        <a:srgbClr val="778495"/>
      </a:dk2>
      <a:lt2>
        <a:srgbClr val="F0F0F0"/>
      </a:lt2>
      <a:accent1>
        <a:srgbClr val="0073B0"/>
      </a:accent1>
      <a:accent2>
        <a:srgbClr val="3280D6"/>
      </a:accent2>
      <a:accent3>
        <a:srgbClr val="7FB0E5"/>
      </a:accent3>
      <a:accent4>
        <a:srgbClr val="828282"/>
      </a:accent4>
      <a:accent5>
        <a:srgbClr val="A5A5A5"/>
      </a:accent5>
      <a:accent6>
        <a:srgbClr val="C9C9C9"/>
      </a:accent6>
      <a:hlink>
        <a:srgbClr val="4472C4"/>
      </a:hlink>
      <a:folHlink>
        <a:srgbClr val="BFBFBF"/>
      </a:folHlink>
    </a:clrScheme>
    <a:fontScheme name="5933fc8b-9470-4e47-b8ff-53dae87e3d2c">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9525">
          <a:solidFill>
            <a:schemeClr val="tx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marL="0" indent="0" algn="ctr">
          <a:buNone/>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9525" cap="flat">
          <a:solidFill>
            <a:schemeClr val="tx1"/>
          </a:solidFill>
          <a:miter lim="800000"/>
          <a:tailEnd type="none" w="med" len="lg"/>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36000" tIns="36000" rIns="36000" bIns="36000" rtlCol="0">
        <a:spAutoFit/>
      </a:bodyPr>
      <a:lstStyle>
        <a:defPPr marL="0" indent="0">
          <a:buNone/>
          <a:defRPr sz="1600" dirty="0" err="1" smtClean="0"/>
        </a:defPPr>
      </a:lstStyle>
    </a:txDef>
  </a:objectDefaults>
  <a:extraClrSchemeLst/>
  <a:extLst>
    <a:ext uri="{05A4C25C-085E-4340-85A3-A5531E510DB2}">
      <thm15:themeFamily xmlns:thm15="http://schemas.microsoft.com/office/thememl/2012/main" name="Bain Core On Screen Show (16_9).potx" id="{56CF97D2-A744-43CA-AE15-0214FF29DAC4}" vid="{A64E784E-EE2A-4031-BBD4-3B52B2D870F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729</TotalTime>
  <Words>3086</Words>
  <Application>Microsoft Office PowerPoint</Application>
  <PresentationFormat>宽屏</PresentationFormat>
  <Paragraphs>422</Paragraphs>
  <Slides>14</Slides>
  <Notes>12</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14</vt:i4>
      </vt:variant>
    </vt:vector>
  </HeadingPairs>
  <TitlesOfParts>
    <vt:vector size="22" baseType="lpstr">
      <vt:lpstr>等线</vt:lpstr>
      <vt:lpstr>微软雅黑</vt:lpstr>
      <vt:lpstr>Arial</vt:lpstr>
      <vt:lpstr>Bahnschrift Condensed</vt:lpstr>
      <vt:lpstr>Calibri</vt:lpstr>
      <vt:lpstr>Neue Haas Grotesk Text Pro</vt:lpstr>
      <vt:lpstr>2_Bain Core</vt:lpstr>
      <vt:lpstr>think-cell Slide</vt:lpstr>
      <vt:lpstr>美的国际（MIB）发展战略简介</vt:lpstr>
      <vt:lpstr>PowerPoint 演示文稿</vt:lpstr>
      <vt:lpstr>美的国际发展历程</vt:lpstr>
      <vt:lpstr>美的国际经营概况 </vt:lpstr>
      <vt:lpstr>美的国际增长战略主线</vt:lpstr>
      <vt:lpstr>PowerPoint 演示文稿</vt:lpstr>
      <vt:lpstr>战略主线2 - 品类：空/冰/洗发力目标成为市场领导者，HVAC/小家电/热水等品类更快培育能力</vt:lpstr>
      <vt:lpstr>战略主线3 - 渠道：聚焦核心客户拓展，重点提升top 200客户销售规模</vt:lpstr>
      <vt:lpstr>PowerPoint 演示文稿</vt:lpstr>
      <vt:lpstr>组织机制：明确总部-区域-国家角色定位、责权力，推动各项能力建设与流程机制优化</vt:lpstr>
      <vt:lpstr>人才培养：从专业技能、领导力两个方面，通过多样化方式打造自有品牌业务发展所需要人才梯队</vt:lpstr>
      <vt:lpstr>文化价值观与雇主品牌建设：全球文化价值观一致性建设，在更多市场打造雇主品牌吸引优秀人才</vt:lpstr>
      <vt:lpstr>海外共享中心建设：打造区域SSC，从人力/财务/法务/税务角度为业务快速发展提供专业支持</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美的国际（MIB）发展战略简介</dc:title>
  <dc:creator>虹 秦</dc:creator>
  <cp:lastModifiedBy>MIDEA</cp:lastModifiedBy>
  <cp:revision>194</cp:revision>
  <dcterms:created xsi:type="dcterms:W3CDTF">2025-04-22T00:51:56Z</dcterms:created>
  <dcterms:modified xsi:type="dcterms:W3CDTF">2025-06-11T07:01:36Z</dcterms:modified>
</cp:coreProperties>
</file>